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8">
  <p:sldMasterIdLst>
    <p:sldMasterId id="2147483672" r:id="rId1"/>
  </p:sldMasterIdLst>
  <p:notesMasterIdLst>
    <p:notesMasterId r:id="rId39"/>
  </p:notesMasterIdLst>
  <p:sldIdLst>
    <p:sldId id="258" r:id="rId2"/>
    <p:sldId id="259" r:id="rId3"/>
    <p:sldId id="260" r:id="rId4"/>
    <p:sldId id="267" r:id="rId5"/>
    <p:sldId id="273" r:id="rId6"/>
    <p:sldId id="274" r:id="rId7"/>
    <p:sldId id="275" r:id="rId8"/>
    <p:sldId id="432" r:id="rId9"/>
    <p:sldId id="257" r:id="rId10"/>
    <p:sldId id="276" r:id="rId11"/>
    <p:sldId id="277" r:id="rId12"/>
    <p:sldId id="256" r:id="rId13"/>
    <p:sldId id="278" r:id="rId14"/>
    <p:sldId id="279" r:id="rId15"/>
    <p:sldId id="280" r:id="rId16"/>
    <p:sldId id="406" r:id="rId17"/>
    <p:sldId id="408" r:id="rId18"/>
    <p:sldId id="405" r:id="rId19"/>
    <p:sldId id="411" r:id="rId20"/>
    <p:sldId id="412" r:id="rId21"/>
    <p:sldId id="413" r:id="rId22"/>
    <p:sldId id="414" r:id="rId23"/>
    <p:sldId id="415" r:id="rId24"/>
    <p:sldId id="417" r:id="rId25"/>
    <p:sldId id="416" r:id="rId26"/>
    <p:sldId id="418" r:id="rId27"/>
    <p:sldId id="419" r:id="rId28"/>
    <p:sldId id="420" r:id="rId29"/>
    <p:sldId id="421" r:id="rId30"/>
    <p:sldId id="431" r:id="rId31"/>
    <p:sldId id="423" r:id="rId32"/>
    <p:sldId id="424" r:id="rId33"/>
    <p:sldId id="425" r:id="rId34"/>
    <p:sldId id="426" r:id="rId35"/>
    <p:sldId id="427" r:id="rId36"/>
    <p:sldId id="429" r:id="rId37"/>
    <p:sldId id="430"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0000"/>
    <a:srgbClr val="333DFF"/>
    <a:srgbClr val="041ABC"/>
    <a:srgbClr val="FCF6EA"/>
    <a:srgbClr val="F0FAEC"/>
    <a:srgbClr val="62F8EA"/>
    <a:srgbClr val="E7FFFF"/>
    <a:srgbClr val="AFFFFF"/>
    <a:srgbClr val="F57D2B"/>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02" autoAdjust="0"/>
    <p:restoredTop sz="93741" autoAdjust="0"/>
  </p:normalViewPr>
  <p:slideViewPr>
    <p:cSldViewPr snapToGrid="0">
      <p:cViewPr varScale="1">
        <p:scale>
          <a:sx n="86" d="100"/>
          <a:sy n="86" d="100"/>
        </p:scale>
        <p:origin x="75"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3875"/>
    </p:cViewPr>
  </p:sorterViewPr>
  <p:notesViewPr>
    <p:cSldViewPr snapToGrid="0">
      <p:cViewPr varScale="1">
        <p:scale>
          <a:sx n="80" d="100"/>
          <a:sy n="80" d="100"/>
        </p:scale>
        <p:origin x="285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2FD4D6-071D-49E0-A0E6-CBED1B9F0AE6}" type="datetimeFigureOut">
              <a:rPr lang="zh-CN" altLang="en-US" smtClean="0"/>
              <a:t>2025/10/25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22505-B285-46DF-A8C7-BE179E568906}" type="slidenum">
              <a:rPr lang="zh-CN" altLang="en-US" smtClean="0"/>
              <a:t>‹#›</a:t>
            </a:fld>
            <a:endParaRPr lang="zh-CN" altLang="en-US"/>
          </a:p>
        </p:txBody>
      </p:sp>
    </p:spTree>
    <p:extLst>
      <p:ext uri="{BB962C8B-B14F-4D97-AF65-F5344CB8AC3E}">
        <p14:creationId xmlns:p14="http://schemas.microsoft.com/office/powerpoint/2010/main" val="3914090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下面我们来介绍“无向网的数组表示法的构造”。</a:t>
            </a:r>
            <a:endParaRPr lang="en-US" altLang="zh-CN" sz="1600" b="0" dirty="0">
              <a:solidFill>
                <a:srgbClr val="C00000"/>
              </a:solidFill>
              <a:effectLst>
                <a:outerShdw blurRad="38100" dist="38100" dir="2700000" algn="tl">
                  <a:srgbClr val="000000">
                    <a:alpha val="43137"/>
                  </a:srgbClr>
                </a:outerShdw>
              </a:effectLst>
              <a:latin typeface="+mn-ea"/>
              <a:cs typeface="Courier New" panose="02070309020205020404" pitchFamily="49" charset="0"/>
            </a:endParaRPr>
          </a:p>
          <a:p>
            <a:pPr>
              <a:lnSpc>
                <a:spcPct val="114000"/>
              </a:lnSpc>
            </a:pPr>
            <a:r>
              <a:rPr lang="zh-CN" altLang="en-US" sz="1600" b="0" dirty="0">
                <a:solidFill>
                  <a:srgbClr val="C00000"/>
                </a:solidFill>
                <a:effectLst>
                  <a:outerShdw blurRad="38100" dist="38100" dir="2700000" algn="tl">
                    <a:srgbClr val="000000">
                      <a:alpha val="43137"/>
                    </a:srgbClr>
                  </a:outerShdw>
                </a:effectLst>
                <a:latin typeface="+mn-ea"/>
                <a:cs typeface="Courier New" panose="02070309020205020404" pitchFamily="49" charset="0"/>
              </a:rPr>
              <a:t>（</a:t>
            </a:r>
            <a:r>
              <a:rPr lang="en-US" altLang="zh-CN" sz="1600" b="0" dirty="0">
                <a:solidFill>
                  <a:srgbClr val="C00000"/>
                </a:solidFill>
                <a:effectLst>
                  <a:outerShdw blurRad="38100" dist="38100" dir="2700000" algn="tl">
                    <a:srgbClr val="000000">
                      <a:alpha val="43137"/>
                    </a:srgbClr>
                  </a:outerShdw>
                </a:effectLst>
                <a:latin typeface="+mn-ea"/>
                <a:cs typeface="Courier New" panose="02070309020205020404" pitchFamily="49" charset="0"/>
              </a:rPr>
              <a:t>1</a:t>
            </a:r>
            <a:r>
              <a:rPr lang="zh-CN" altLang="en-US" sz="1600" b="0" dirty="0">
                <a:solidFill>
                  <a:srgbClr val="C00000"/>
                </a:solidFill>
                <a:effectLst>
                  <a:outerShdw blurRad="38100" dist="38100" dir="2700000" algn="tl">
                    <a:srgbClr val="000000">
                      <a:alpha val="43137"/>
                    </a:srgbClr>
                  </a:outerShdw>
                </a:effectLst>
                <a:latin typeface="+mn-ea"/>
                <a:cs typeface="Courier New" panose="02070309020205020404" pitchFamily="49" charset="0"/>
              </a:rPr>
              <a:t>）算法</a:t>
            </a:r>
            <a:r>
              <a:rPr lang="en-US" altLang="zh-CN" sz="1600" b="0" dirty="0">
                <a:solidFill>
                  <a:srgbClr val="C00000"/>
                </a:solidFill>
                <a:effectLst>
                  <a:outerShdw blurRad="38100" dist="38100" dir="2700000" algn="tl">
                    <a:srgbClr val="000000">
                      <a:alpha val="43137"/>
                    </a:srgbClr>
                  </a:outerShdw>
                </a:effectLst>
                <a:latin typeface="+mn-ea"/>
                <a:cs typeface="Courier New" panose="02070309020205020404" pitchFamily="49" charset="0"/>
              </a:rPr>
              <a:t>7.1</a:t>
            </a:r>
            <a:r>
              <a:rPr lang="zh-CN" altLang="en-US" sz="1600" b="0" dirty="0">
                <a:latin typeface="Courier New" panose="02070309020205020404" pitchFamily="49" charset="0"/>
                <a:ea typeface="宋体" panose="02010600030101010101" pitchFamily="2" charset="-122"/>
                <a:cs typeface="Courier New" panose="02070309020205020404" pitchFamily="49" charset="0"/>
              </a:rPr>
              <a:t>提供了图的数组表示法，也就是邻接矩阵的构造的统一接口</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sz="1600"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2</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）算法的参数</a:t>
            </a:r>
            <a:r>
              <a:rPr lang="zh-CN" altLang="zh-CN" sz="1800" dirty="0">
                <a:effectLst/>
                <a:ea typeface="等线" panose="02010600030101010101" pitchFamily="2" charset="-122"/>
                <a:cs typeface="Times New Roman" panose="02020603050405020304" pitchFamily="18" charset="0"/>
              </a:rPr>
              <a:t>有</a:t>
            </a:r>
            <a:r>
              <a:rPr lang="en-US" altLang="zh-CN" sz="1800" dirty="0">
                <a:effectLst/>
                <a:ea typeface="等线" panose="02010600030101010101" pitchFamily="2" charset="-122"/>
                <a:cs typeface="Times New Roman" panose="02020603050405020304" pitchFamily="18" charset="0"/>
              </a:rPr>
              <a:t>6</a:t>
            </a:r>
            <a:r>
              <a:rPr lang="zh-CN" altLang="zh-CN" sz="1800" dirty="0">
                <a:effectLst/>
                <a:ea typeface="等线" panose="02010600030101010101" pitchFamily="2" charset="-122"/>
                <a:cs typeface="Times New Roman" panose="02020603050405020304" pitchFamily="18" charset="0"/>
              </a:rPr>
              <a:t>个，</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包括要构建的图</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G</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及其种类</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kind</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，其中</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G</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为引用形参，还有</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n</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个顶点的序列</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v</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，和</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e</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条边或弧的三元组序列</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a</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sz="1600"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3</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）以右边的无向网为例，顶点的类型为字符型</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char</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，传递给参数</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v</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的是字符串</a:t>
            </a:r>
            <a:r>
              <a:rPr lang="en-US" altLang="zh-CN" sz="1600" b="0"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”ABCDE”</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sz="1600"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4</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）边的三元组由边的两个顶点和权值构成，如边</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A</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和</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B</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之间的边，权值为</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5</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，它的三元组为：</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{A,B,5}</a:t>
            </a:r>
          </a:p>
          <a:p>
            <a:pPr>
              <a:lnSpc>
                <a:spcPct val="114000"/>
              </a:lnSpc>
            </a:pP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5</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）传递给参数</a:t>
            </a:r>
            <a:r>
              <a:rPr lang="en-US" altLang="zh-CN" sz="1600" b="0" kern="100" dirty="0">
                <a:latin typeface="Courier New" panose="02070309020205020404" pitchFamily="49" charset="0"/>
                <a:ea typeface="宋体" panose="02010600030101010101" pitchFamily="2" charset="-122"/>
                <a:cs typeface="Courier New" panose="02070309020205020404" pitchFamily="49" charset="0"/>
              </a:rPr>
              <a:t>a</a:t>
            </a:r>
            <a:r>
              <a:rPr lang="zh-CN" altLang="en-US" sz="1600" b="0" kern="100" dirty="0">
                <a:latin typeface="Courier New" panose="02070309020205020404" pitchFamily="49" charset="0"/>
                <a:ea typeface="宋体" panose="02010600030101010101" pitchFamily="2" charset="-122"/>
                <a:cs typeface="Courier New" panose="02070309020205020404" pitchFamily="49" charset="0"/>
              </a:rPr>
              <a:t>的是序列：</a:t>
            </a:r>
            <a:r>
              <a:rPr lang="en-US" altLang="zh-CN" sz="1600" b="0" dirty="0">
                <a:solidFill>
                  <a:srgbClr val="C00000"/>
                </a:solidFill>
                <a:latin typeface="Courier New" panose="02070309020205020404" pitchFamily="49" charset="0"/>
                <a:cs typeface="Courier New" panose="02070309020205020404" pitchFamily="49" charset="0"/>
              </a:rPr>
              <a:t>{{A,B,5},{E,C,4},{C,D,3},{D,A,8},{B,C,2},{E,B,7}}</a:t>
            </a:r>
          </a:p>
          <a:p>
            <a:pPr marL="0" marR="0" lvl="0" indent="0" algn="l" defTabSz="914400" rtl="0" eaLnBrk="1" fontAlgn="auto" latinLnBrk="0" hangingPunct="1">
              <a:lnSpc>
                <a:spcPct val="114000"/>
              </a:lnSpc>
              <a:spcBef>
                <a:spcPts val="0"/>
              </a:spcBef>
              <a:spcAft>
                <a:spcPts val="0"/>
              </a:spcAft>
              <a:buClrTx/>
              <a:buSzTx/>
              <a:buFontTx/>
              <a:buNone/>
              <a:tabLst/>
              <a:defRPr/>
            </a:pP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6</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）算法</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7.1</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根据图的种类</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kind</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分别调用</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4</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种图的邻接矩阵构造方法。其中，字母</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D</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表示</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directed</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，表示有向的，字母</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G</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表示</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graph</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，表示图，字母</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N</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，表示</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network</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，表示网，即带权的图，</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UD</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表示</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undirected</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表示无向的。所以</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UDN</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表示无向网，</a:t>
            </a:r>
            <a:r>
              <a:rPr lang="en-US" altLang="zh-CN" sz="1800" dirty="0" err="1">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createUDN</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表示创建无向网，即算法</a:t>
            </a:r>
            <a:r>
              <a:rPr lang="en-US"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7.2</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。下面我们以无向网为例，介绍“无向网的数组表示法的构造”。</a:t>
            </a:r>
            <a:endParaRPr lang="en-CN" altLang="zh-CN" sz="1800">
              <a:effectLst/>
              <a:latin typeface="DengXian" panose="02010600030101010101" pitchFamily="2" charset="-122"/>
              <a:ea typeface="DengXian" panose="02010600030101010101" pitchFamily="2" charset="-122"/>
              <a:cs typeface="Times New Roman" panose="02020603050405020304" pitchFamily="18" charset="0"/>
            </a:endParaRPr>
          </a:p>
          <a:p>
            <a:pPr>
              <a:lnSpc>
                <a:spcPct val="114000"/>
              </a:lnSpc>
            </a:pPr>
            <a:endParaRPr lang="zh-CN" altLang="en-US" sz="1600" b="0" dirty="0">
              <a:solidFill>
                <a:srgbClr val="C00000"/>
              </a:solidFill>
              <a:latin typeface="Courier New" panose="02070309020205020404" pitchFamily="49" charset="0"/>
              <a:cs typeface="Courier New" panose="02070309020205020404" pitchFamily="49" charset="0"/>
            </a:endParaRPr>
          </a:p>
          <a:p>
            <a:pPr eaLnBrk="1" hangingPunct="1"/>
            <a:endParaRPr lang="zh-CN" altLang="en-US" sz="1100" b="1" dirty="0">
              <a:solidFill>
                <a:srgbClr val="009900"/>
              </a:solidFill>
              <a:latin typeface="Arial" panose="020B0604020202020204" pitchFamily="34" charset="0"/>
            </a:endParaRPr>
          </a:p>
        </p:txBody>
      </p:sp>
      <p:sp>
        <p:nvSpPr>
          <p:cNvPr id="604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Baskerville Old Face" panose="02020602080505020303" pitchFamily="18" charset="0"/>
                <a:ea typeface="宋体" panose="02010600030101010101" pitchFamily="2" charset="-122"/>
              </a:defRPr>
            </a:lvl1pPr>
            <a:lvl2pPr marL="742950" indent="-285750">
              <a:defRPr>
                <a:solidFill>
                  <a:schemeClr val="tx1"/>
                </a:solidFill>
                <a:latin typeface="Baskerville Old Face" panose="02020602080505020303" pitchFamily="18" charset="0"/>
                <a:ea typeface="宋体" panose="02010600030101010101" pitchFamily="2" charset="-122"/>
              </a:defRPr>
            </a:lvl2pPr>
            <a:lvl3pPr marL="1143000" indent="-228600">
              <a:defRPr>
                <a:solidFill>
                  <a:schemeClr val="tx1"/>
                </a:solidFill>
                <a:latin typeface="Baskerville Old Face" panose="02020602080505020303" pitchFamily="18" charset="0"/>
                <a:ea typeface="宋体" panose="02010600030101010101" pitchFamily="2" charset="-122"/>
              </a:defRPr>
            </a:lvl3pPr>
            <a:lvl4pPr marL="1600200" indent="-228600">
              <a:defRPr>
                <a:solidFill>
                  <a:schemeClr val="tx1"/>
                </a:solidFill>
                <a:latin typeface="Baskerville Old Face" panose="02020602080505020303" pitchFamily="18" charset="0"/>
                <a:ea typeface="宋体" panose="02010600030101010101" pitchFamily="2" charset="-122"/>
              </a:defRPr>
            </a:lvl4pPr>
            <a:lvl5pPr marL="2057400" indent="-228600">
              <a:defRPr>
                <a:solidFill>
                  <a:schemeClr val="tx1"/>
                </a:solidFill>
                <a:latin typeface="Baskerville Old Face" panose="02020602080505020303"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Baskerville Old Face" panose="02020602080505020303"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Baskerville Old Face" panose="02020602080505020303"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Baskerville Old Face" panose="02020602080505020303"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Baskerville Old Face" panose="02020602080505020303" pitchFamily="18" charset="0"/>
                <a:ea typeface="宋体" panose="02010600030101010101" pitchFamily="2" charset="-122"/>
              </a:defRPr>
            </a:lvl9pPr>
          </a:lstStyle>
          <a:p>
            <a:fld id="{964B9963-8B89-495E-944E-10D3E5F3D2DB}" type="slidenum">
              <a:rPr lang="zh-CN" altLang="en-US">
                <a:latin typeface="Calibri" panose="020F0502020204030204" pitchFamily="34" charset="0"/>
              </a:rPr>
              <a:t>4</a:t>
            </a:fld>
            <a:endParaRPr lang="en-US" altLang="zh-CN">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我们</a:t>
            </a:r>
            <a:r>
              <a:rPr lang="zh-CN" altLang="zh-CN" sz="1800" dirty="0">
                <a:solidFill>
                  <a:srgbClr val="00B0F0"/>
                </a:solidFill>
                <a:effectLst/>
                <a:latin typeface="DengXian" panose="02010600030101010101" pitchFamily="2" charset="-122"/>
                <a:ea typeface="DengXian" panose="02010600030101010101" pitchFamily="2" charset="-122"/>
                <a:cs typeface="Times New Roman" panose="02020603050405020304" pitchFamily="18" charset="0"/>
              </a:rPr>
              <a:t>来看</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图</a:t>
            </a:r>
            <a:r>
              <a:rPr lang="zh-CN" altLang="zh-CN" sz="1800" dirty="0">
                <a:solidFill>
                  <a:srgbClr val="00B0F0"/>
                </a:solidFill>
                <a:effectLst/>
                <a:latin typeface="DengXian" panose="02010600030101010101" pitchFamily="2" charset="-122"/>
                <a:ea typeface="DengXian" panose="02010600030101010101" pitchFamily="2" charset="-122"/>
                <a:cs typeface="Times New Roman" panose="02020603050405020304" pitchFamily="18" charset="0"/>
              </a:rPr>
              <a:t>的存储结构及其</a:t>
            </a:r>
            <a:r>
              <a:rPr lang="zh-CN" altLang="zh-CN" sz="1800" dirty="0">
                <a:solidFill>
                  <a:srgbClr val="FF0000"/>
                </a:solidFill>
                <a:effectLst/>
                <a:latin typeface="DengXian" panose="02010600030101010101" pitchFamily="2" charset="-122"/>
                <a:ea typeface="DengXian" panose="02010600030101010101" pitchFamily="2" charset="-122"/>
                <a:cs typeface="Times New Roman" panose="02020603050405020304" pitchFamily="18" charset="0"/>
              </a:rPr>
              <a:t>类型定义。</a:t>
            </a:r>
            <a:endParaRPr lang="en-US" altLang="zh-CN" b="0" dirty="0">
              <a:solidFill>
                <a:srgbClr val="C00000"/>
              </a:solidFill>
              <a:latin typeface="宋体" panose="02010600030101010101" pitchFamily="2" charset="-122"/>
              <a:ea typeface="宋体" panose="02010600030101010101" pitchFamily="2" charset="-122"/>
            </a:endParaRPr>
          </a:p>
          <a:p>
            <a:pPr>
              <a:lnSpc>
                <a:spcPct val="114000"/>
              </a:lnSpc>
            </a:pPr>
            <a:r>
              <a:rPr lang="zh-CN" altLang="en-US" b="0" dirty="0">
                <a:solidFill>
                  <a:srgbClr val="C00000"/>
                </a:solidFill>
                <a:latin typeface="宋体" panose="02010600030101010101" pitchFamily="2" charset="-122"/>
                <a:ea typeface="宋体" panose="02010600030101010101" pitchFamily="2" charset="-122"/>
              </a:rPr>
              <a:t>（</a:t>
            </a:r>
            <a:r>
              <a:rPr lang="en-US" altLang="zh-CN" b="0" dirty="0">
                <a:solidFill>
                  <a:srgbClr val="C00000"/>
                </a:solidFill>
                <a:latin typeface="宋体" panose="02010600030101010101" pitchFamily="2" charset="-122"/>
                <a:ea typeface="宋体" panose="02010600030101010101" pitchFamily="2" charset="-122"/>
              </a:rPr>
              <a:t>1</a:t>
            </a:r>
            <a:r>
              <a:rPr lang="zh-CN" altLang="en-US" b="0" dirty="0">
                <a:solidFill>
                  <a:srgbClr val="C00000"/>
                </a:solidFill>
                <a:latin typeface="宋体" panose="02010600030101010101" pitchFamily="2" charset="-122"/>
                <a:ea typeface="宋体" panose="02010600030101010101" pitchFamily="2" charset="-122"/>
              </a:rPr>
              <a:t>）图</a:t>
            </a:r>
            <a:r>
              <a:rPr lang="zh-CN" altLang="en-US" b="0" dirty="0">
                <a:latin typeface="宋体" panose="02010600030101010101" pitchFamily="2" charset="-122"/>
                <a:ea typeface="宋体" panose="02010600030101010101" pitchFamily="2" charset="-122"/>
              </a:rPr>
              <a:t>有四种常用的存储结构。第一种是</a:t>
            </a:r>
            <a:r>
              <a:rPr lang="zh-CN" altLang="en-US" b="0" dirty="0">
                <a:solidFill>
                  <a:srgbClr val="C00000"/>
                </a:solidFill>
                <a:latin typeface="宋体" panose="02010600030101010101" pitchFamily="2" charset="-122"/>
                <a:ea typeface="宋体" panose="02010600030101010101" pitchFamily="2" charset="-122"/>
              </a:rPr>
              <a:t>数组表示法</a:t>
            </a:r>
            <a:r>
              <a:rPr lang="zh-CN" altLang="en-US" b="0" dirty="0">
                <a:latin typeface="宋体" panose="02010600030101010101" pitchFamily="2" charset="-122"/>
                <a:ea typeface="宋体" panose="02010600030101010101" pitchFamily="2" charset="-122"/>
              </a:rPr>
              <a:t>，常直接称为</a:t>
            </a:r>
            <a:r>
              <a:rPr lang="zh-CN" altLang="en-US" b="0" dirty="0">
                <a:solidFill>
                  <a:srgbClr val="C00000"/>
                </a:solidFill>
                <a:latin typeface="宋体" panose="02010600030101010101" pitchFamily="2" charset="-122"/>
                <a:ea typeface="宋体" panose="02010600030101010101" pitchFamily="2" charset="-122"/>
              </a:rPr>
              <a:t>邻接矩阵</a:t>
            </a:r>
            <a:r>
              <a:rPr lang="zh-CN" altLang="en-US"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pPr>
              <a:lnSpc>
                <a:spcPct val="114000"/>
              </a:lnSpc>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a:t>
            </a:r>
            <a:r>
              <a:rPr lang="zh-CN" altLang="en-US" b="0" dirty="0">
                <a:latin typeface="宋体" panose="02010600030101010101" pitchFamily="2" charset="-122"/>
                <a:ea typeface="宋体" panose="02010600030101010101" pitchFamily="2" charset="-122"/>
              </a:rPr>
              <a:t>）构造图，需要分析存储结构的构成。数组表示法的主要结构是顶点向量和邻接矩阵，都需要动态分配内存。</a:t>
            </a:r>
            <a:endParaRPr lang="en-US" altLang="zh-CN" b="0" dirty="0">
              <a:latin typeface="宋体" panose="02010600030101010101" pitchFamily="2" charset="-122"/>
              <a:ea typeface="宋体" panose="02010600030101010101" pitchFamily="2" charset="-122"/>
            </a:endParaRPr>
          </a:p>
          <a:p>
            <a:pPr>
              <a:lnSpc>
                <a:spcPct val="114000"/>
              </a:lnSpc>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a:t>
            </a:r>
            <a:r>
              <a:rPr lang="zh-CN" altLang="en-US" b="0" dirty="0">
                <a:latin typeface="宋体" panose="02010600030101010101" pitchFamily="2" charset="-122"/>
                <a:ea typeface="宋体" panose="02010600030101010101" pitchFamily="2" charset="-122"/>
              </a:rPr>
              <a:t>）每个顶点需要一个结点来存储它的值，所有顶点结点构成了一个顶点向量，其下标也作为顶点的序号，便于访问顶点，以及作为行或列号，在邻接  矩阵中访问对应顶点之间的关系，也就是图的边或弧。顶点向量按顶点个数分配存储空间。</a:t>
            </a:r>
            <a:endParaRPr lang="en-US" altLang="zh-CN" b="0" dirty="0">
              <a:latin typeface="宋体" panose="02010600030101010101" pitchFamily="2" charset="-122"/>
              <a:ea typeface="宋体" panose="02010600030101010101" pitchFamily="2" charset="-122"/>
            </a:endParaRPr>
          </a:p>
          <a:p>
            <a:pPr>
              <a:lnSpc>
                <a:spcPct val="114000"/>
              </a:lnSpc>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4</a:t>
            </a:r>
            <a:r>
              <a:rPr lang="zh-CN" altLang="en-US" b="0" dirty="0">
                <a:latin typeface="宋体" panose="02010600030101010101" pitchFamily="2" charset="-122"/>
                <a:ea typeface="宋体" panose="02010600030101010101" pitchFamily="2" charset="-122"/>
              </a:rPr>
              <a:t>）通常也把常用的标志向量和迭代向量封装在类型中，它们和顶点向量类似，也按顶点个数分配存储空间。其中，标志向量在图的遍历时用作访问标志，迭代向量用来支持</a:t>
            </a:r>
            <a:r>
              <a:rPr lang="en-US" altLang="zh-CN" b="1" dirty="0" err="1">
                <a:latin typeface="Courier New" panose="02070309020205020404" pitchFamily="49" charset="0"/>
                <a:cs typeface="Courier New" panose="02070309020205020404" pitchFamily="49" charset="0"/>
              </a:rPr>
              <a:t>FirstAdjVex</a:t>
            </a:r>
            <a:r>
              <a:rPr lang="zh-CN" altLang="en-US" b="1" dirty="0">
                <a:solidFill>
                  <a:srgbClr val="0070C0"/>
                </a:solidFill>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NextAdjVex</a:t>
            </a:r>
            <a:r>
              <a:rPr lang="zh-CN" altLang="en-US" dirty="0">
                <a:solidFill>
                  <a:srgbClr val="0070C0"/>
                </a:solidFill>
                <a:latin typeface="Courier New" panose="02070309020205020404" pitchFamily="49" charset="0"/>
                <a:cs typeface="Courier New" panose="02070309020205020404" pitchFamily="49" charset="0"/>
              </a:rPr>
              <a:t>等基本操作的实现</a:t>
            </a:r>
            <a:endParaRPr lang="zh-CN" altLang="en-US" b="0" dirty="0"/>
          </a:p>
        </p:txBody>
      </p:sp>
      <p:sp>
        <p:nvSpPr>
          <p:cNvPr id="4" name="灯片编号占位符 3"/>
          <p:cNvSpPr>
            <a:spLocks noGrp="1"/>
          </p:cNvSpPr>
          <p:nvPr>
            <p:ph type="sldNum" sz="quarter" idx="5"/>
          </p:nvPr>
        </p:nvSpPr>
        <p:spPr/>
        <p:txBody>
          <a:bodyPr/>
          <a:lstStyle/>
          <a:p>
            <a:fld id="{685BC8A2-9257-4BB3-A7B4-3A850FC28E80}" type="slidenum">
              <a:rPr lang="zh-CN" altLang="en-US" smtClean="0"/>
              <a:t>5</a:t>
            </a:fld>
            <a:endParaRPr lang="zh-CN" altLang="en-US"/>
          </a:p>
        </p:txBody>
      </p:sp>
    </p:spTree>
    <p:extLst>
      <p:ext uri="{BB962C8B-B14F-4D97-AF65-F5344CB8AC3E}">
        <p14:creationId xmlns:p14="http://schemas.microsoft.com/office/powerpoint/2010/main" val="4156836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4000"/>
              </a:lnSpc>
            </a:pPr>
            <a:r>
              <a:rPr lang="zh-CN" altLang="en-US" b="0" dirty="0">
                <a:latin typeface="宋体" panose="02010600030101010101" pitchFamily="2" charset="-122"/>
                <a:ea typeface="宋体" panose="02010600030101010101" pitchFamily="2" charset="-122"/>
                <a:cs typeface="Courier New" panose="02070309020205020404" pitchFamily="49" charset="0"/>
              </a:rPr>
              <a:t>（</a:t>
            </a:r>
            <a:r>
              <a:rPr lang="en-US" altLang="zh-CN" b="0" dirty="0">
                <a:latin typeface="宋体" panose="02010600030101010101" pitchFamily="2" charset="-122"/>
                <a:ea typeface="宋体" panose="02010600030101010101" pitchFamily="2" charset="-122"/>
                <a:cs typeface="Courier New" panose="02070309020205020404" pitchFamily="49" charset="0"/>
              </a:rPr>
              <a:t>1</a:t>
            </a:r>
            <a:r>
              <a:rPr lang="zh-CN" altLang="en-US" b="0" dirty="0">
                <a:latin typeface="宋体" panose="02010600030101010101" pitchFamily="2" charset="-122"/>
                <a:ea typeface="宋体" panose="02010600030101010101" pitchFamily="2" charset="-122"/>
                <a:cs typeface="Courier New" panose="02070309020205020404" pitchFamily="49" charset="0"/>
              </a:rPr>
              <a:t>）为了合理使用存储空间，图的存储结构采用按需动态分配。所以把邻接矩阵定义为二重指针类型，由顶点个数作为邻接矩阵的行列数，</a:t>
            </a:r>
            <a:r>
              <a:rPr lang="zh-CN" altLang="en-US" b="0" kern="100" dirty="0">
                <a:latin typeface="宋体" panose="02010600030101010101" pitchFamily="2" charset="-122"/>
                <a:ea typeface="宋体" panose="02010600030101010101" pitchFamily="2" charset="-122"/>
                <a:cs typeface="Courier New" panose="02070309020205020404" pitchFamily="49" charset="0"/>
              </a:rPr>
              <a:t>完成邻接矩阵的</a:t>
            </a:r>
            <a:r>
              <a:rPr lang="zh-CN" altLang="en-US" b="0" dirty="0">
                <a:latin typeface="宋体" panose="02010600030101010101" pitchFamily="2" charset="-122"/>
                <a:ea typeface="宋体" panose="02010600030101010101" pitchFamily="2" charset="-122"/>
                <a:cs typeface="Courier New" panose="02070309020205020404" pitchFamily="49" charset="0"/>
              </a:rPr>
              <a:t>动态分配存储空间的操作定义为函数</a:t>
            </a:r>
            <a:r>
              <a:rPr lang="en-US" altLang="zh-CN" b="0" kern="100" dirty="0" err="1">
                <a:latin typeface="宋体" panose="02010600030101010101" pitchFamily="2" charset="-122"/>
                <a:ea typeface="宋体" panose="02010600030101010101" pitchFamily="2" charset="-122"/>
                <a:cs typeface="Courier New" panose="02070309020205020404" pitchFamily="49" charset="0"/>
              </a:rPr>
              <a:t>callocAdjMatrix</a:t>
            </a:r>
            <a:r>
              <a:rPr lang="zh-CN" altLang="en-US" b="0" kern="100" dirty="0">
                <a:latin typeface="宋体" panose="02010600030101010101" pitchFamily="2" charset="-122"/>
                <a:ea typeface="宋体" panose="02010600030101010101" pitchFamily="2" charset="-122"/>
                <a:cs typeface="Courier New" panose="02070309020205020404" pitchFamily="49" charset="0"/>
              </a:rPr>
              <a:t>。</a:t>
            </a:r>
            <a:endParaRPr lang="en-US" altLang="zh-CN" b="0" kern="100" dirty="0">
              <a:latin typeface="宋体" panose="02010600030101010101" pitchFamily="2" charset="-122"/>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14000"/>
              </a:lnSpc>
              <a:spcBef>
                <a:spcPts val="0"/>
              </a:spcBef>
              <a:spcAft>
                <a:spcPts val="0"/>
              </a:spcAft>
              <a:buClrTx/>
              <a:buSzTx/>
              <a:buFontTx/>
              <a:buNone/>
              <a:tabLst/>
              <a:defRPr/>
            </a:pPr>
            <a:r>
              <a:rPr lang="zh-CN" altLang="en-US" b="0" kern="100" dirty="0">
                <a:latin typeface="宋体" panose="02010600030101010101" pitchFamily="2" charset="-122"/>
                <a:ea typeface="宋体" panose="02010600030101010101" pitchFamily="2" charset="-122"/>
                <a:cs typeface="Courier New" panose="02070309020205020404" pitchFamily="49" charset="0"/>
              </a:rPr>
              <a:t>（</a:t>
            </a:r>
            <a:r>
              <a:rPr lang="en-US" altLang="zh-CN" b="0" kern="100" dirty="0">
                <a:latin typeface="宋体" panose="02010600030101010101" pitchFamily="2" charset="-122"/>
                <a:ea typeface="宋体" panose="02010600030101010101" pitchFamily="2" charset="-122"/>
                <a:cs typeface="Courier New" panose="02070309020205020404" pitchFamily="49" charset="0"/>
              </a:rPr>
              <a:t>2</a:t>
            </a:r>
            <a:r>
              <a:rPr lang="zh-CN" altLang="en-US" b="0" kern="100" dirty="0">
                <a:latin typeface="宋体" panose="02010600030101010101" pitchFamily="2" charset="-122"/>
                <a:ea typeface="宋体" panose="02010600030101010101" pitchFamily="2" charset="-122"/>
                <a:cs typeface="Courier New" panose="02070309020205020404" pitchFamily="49" charset="0"/>
              </a:rPr>
              <a:t>）例如，一个含有</a:t>
            </a:r>
            <a:r>
              <a:rPr lang="en-US" altLang="zh-CN" b="0" kern="100" dirty="0">
                <a:solidFill>
                  <a:srgbClr val="C00000"/>
                </a:solidFill>
                <a:latin typeface="宋体" panose="02010600030101010101" pitchFamily="2" charset="-122"/>
                <a:ea typeface="宋体" panose="02010600030101010101" pitchFamily="2" charset="-122"/>
                <a:cs typeface="Courier New" panose="02070309020205020404" pitchFamily="49" charset="0"/>
              </a:rPr>
              <a:t>5</a:t>
            </a:r>
            <a:r>
              <a:rPr lang="zh-CN" altLang="en-US" b="0" kern="100" dirty="0">
                <a:latin typeface="宋体" panose="02010600030101010101" pitchFamily="2" charset="-122"/>
                <a:ea typeface="宋体" panose="02010600030101010101" pitchFamily="2" charset="-122"/>
                <a:cs typeface="Courier New" panose="02070309020205020404" pitchFamily="49" charset="0"/>
              </a:rPr>
              <a:t>个顶点的无向图</a:t>
            </a:r>
            <a:r>
              <a:rPr lang="en-US" altLang="zh-CN" b="0" kern="100" dirty="0">
                <a:solidFill>
                  <a:srgbClr val="C00000"/>
                </a:solidFill>
                <a:latin typeface="宋体" panose="02010600030101010101" pitchFamily="2" charset="-122"/>
                <a:ea typeface="宋体" panose="02010600030101010101" pitchFamily="2" charset="-122"/>
                <a:cs typeface="Courier New" panose="02070309020205020404" pitchFamily="49" charset="0"/>
              </a:rPr>
              <a:t>G</a:t>
            </a:r>
            <a:r>
              <a:rPr lang="zh-CN" altLang="en-US" b="0" kern="100" dirty="0">
                <a:latin typeface="宋体" panose="02010600030101010101" pitchFamily="2" charset="-122"/>
                <a:ea typeface="宋体" panose="02010600030101010101" pitchFamily="2" charset="-122"/>
                <a:cs typeface="Courier New" panose="02070309020205020404" pitchFamily="49" charset="0"/>
              </a:rPr>
              <a:t>的邻接矩阵是一个</a:t>
            </a:r>
            <a:r>
              <a:rPr lang="en-US" altLang="zh-CN" b="0" kern="100" dirty="0">
                <a:solidFill>
                  <a:srgbClr val="C00000"/>
                </a:solidFill>
                <a:latin typeface="宋体" panose="02010600030101010101" pitchFamily="2" charset="-122"/>
                <a:ea typeface="宋体" panose="02010600030101010101" pitchFamily="2" charset="-122"/>
                <a:cs typeface="Courier New" panose="02070309020205020404" pitchFamily="49" charset="0"/>
              </a:rPr>
              <a:t>5*5</a:t>
            </a:r>
            <a:r>
              <a:rPr lang="zh-CN" altLang="en-US" b="0" kern="100" dirty="0">
                <a:latin typeface="宋体" panose="02010600030101010101" pitchFamily="2" charset="-122"/>
                <a:ea typeface="宋体" panose="02010600030101010101" pitchFamily="2" charset="-122"/>
                <a:cs typeface="Courier New" panose="02070309020205020404" pitchFamily="49" charset="0"/>
              </a:rPr>
              <a:t>的方阵，</a:t>
            </a:r>
            <a:r>
              <a:rPr lang="en-US" altLang="zh-CN" b="0" kern="100" dirty="0">
                <a:latin typeface="宋体" panose="02010600030101010101" pitchFamily="2" charset="-122"/>
                <a:ea typeface="宋体" panose="02010600030101010101" pitchFamily="2" charset="-122"/>
                <a:cs typeface="Courier New" panose="02070309020205020404" pitchFamily="49" charset="0"/>
              </a:rPr>
              <a:t>n=5</a:t>
            </a:r>
            <a:r>
              <a:rPr lang="zh-CN" altLang="en-US" b="0" kern="100" dirty="0">
                <a:latin typeface="宋体" panose="02010600030101010101" pitchFamily="2" charset="-122"/>
                <a:ea typeface="宋体" panose="02010600030101010101" pitchFamily="2" charset="-122"/>
                <a:cs typeface="Courier New" panose="02070309020205020404" pitchFamily="49" charset="0"/>
              </a:rPr>
              <a:t>。</a:t>
            </a:r>
            <a:endParaRPr lang="en-US" altLang="zh-CN" b="0" kern="100" dirty="0">
              <a:latin typeface="宋体" panose="02010600030101010101" pitchFamily="2" charset="-122"/>
              <a:ea typeface="宋体" panose="02010600030101010101" pitchFamily="2" charset="-122"/>
              <a:cs typeface="Courier New" panose="02070309020205020404" pitchFamily="49" charset="0"/>
            </a:endParaRPr>
          </a:p>
          <a:p>
            <a:pPr>
              <a:lnSpc>
                <a:spcPct val="114000"/>
              </a:lnSpc>
            </a:pPr>
            <a:r>
              <a:rPr lang="zh-CN" altLang="en-US" b="0" kern="100" dirty="0">
                <a:latin typeface="宋体" panose="02010600030101010101" pitchFamily="2" charset="-122"/>
                <a:ea typeface="宋体" panose="02010600030101010101" pitchFamily="2" charset="-122"/>
                <a:cs typeface="Courier New" panose="02070309020205020404" pitchFamily="49" charset="0"/>
              </a:rPr>
              <a:t>（</a:t>
            </a:r>
            <a:r>
              <a:rPr lang="en-US" altLang="zh-CN" b="0" kern="100" dirty="0">
                <a:latin typeface="宋体" panose="02010600030101010101" pitchFamily="2" charset="-122"/>
                <a:ea typeface="宋体" panose="02010600030101010101" pitchFamily="2" charset="-122"/>
                <a:cs typeface="Courier New" panose="02070309020205020404" pitchFamily="49" charset="0"/>
              </a:rPr>
              <a:t>3</a:t>
            </a:r>
            <a:r>
              <a:rPr lang="zh-CN" altLang="en-US" b="0" kern="100" dirty="0">
                <a:latin typeface="宋体" panose="02010600030101010101" pitchFamily="2" charset="-122"/>
                <a:ea typeface="宋体" panose="02010600030101010101" pitchFamily="2" charset="-122"/>
                <a:cs typeface="Courier New" panose="02070309020205020404" pitchFamily="49" charset="0"/>
              </a:rPr>
              <a:t>）首先为第一重指针</a:t>
            </a:r>
            <a:r>
              <a:rPr lang="en-US" altLang="zh-CN" b="0" kern="100" dirty="0">
                <a:latin typeface="宋体" panose="02010600030101010101" pitchFamily="2" charset="-122"/>
                <a:ea typeface="宋体" panose="02010600030101010101" pitchFamily="2" charset="-122"/>
                <a:cs typeface="Courier New" panose="02070309020205020404" pitchFamily="49" charset="0"/>
              </a:rPr>
              <a:t>p</a:t>
            </a:r>
            <a:r>
              <a:rPr lang="zh-CN" altLang="en-US" b="0" kern="100" dirty="0">
                <a:latin typeface="宋体" panose="02010600030101010101" pitchFamily="2" charset="-122"/>
                <a:ea typeface="宋体" panose="02010600030101010101" pitchFamily="2" charset="-122"/>
                <a:cs typeface="Courier New" panose="02070309020205020404" pitchFamily="49" charset="0"/>
              </a:rPr>
              <a:t>分配长度为</a:t>
            </a:r>
            <a:r>
              <a:rPr lang="en-US" altLang="zh-CN" b="0" kern="100" dirty="0">
                <a:latin typeface="宋体" panose="02010600030101010101" pitchFamily="2" charset="-122"/>
                <a:ea typeface="宋体" panose="02010600030101010101" pitchFamily="2" charset="-122"/>
                <a:cs typeface="Courier New" panose="02070309020205020404" pitchFamily="49" charset="0"/>
              </a:rPr>
              <a:t>5</a:t>
            </a:r>
            <a:r>
              <a:rPr lang="zh-CN" altLang="en-US" b="0" kern="100" dirty="0">
                <a:latin typeface="宋体" panose="02010600030101010101" pitchFamily="2" charset="-122"/>
                <a:ea typeface="宋体" panose="02010600030101010101" pitchFamily="2" charset="-122"/>
                <a:cs typeface="Courier New" panose="02070309020205020404" pitchFamily="49" charset="0"/>
              </a:rPr>
              <a:t>的指针向量，</a:t>
            </a:r>
            <a:endParaRPr lang="en-US" altLang="zh-CN" b="0" kern="100" dirty="0">
              <a:latin typeface="宋体" panose="02010600030101010101" pitchFamily="2" charset="-122"/>
              <a:ea typeface="宋体" panose="02010600030101010101" pitchFamily="2" charset="-122"/>
              <a:cs typeface="Courier New" panose="02070309020205020404" pitchFamily="49" charset="0"/>
            </a:endParaRPr>
          </a:p>
          <a:p>
            <a:pPr>
              <a:lnSpc>
                <a:spcPct val="114000"/>
              </a:lnSpc>
            </a:pPr>
            <a:r>
              <a:rPr lang="zh-CN" altLang="en-US" b="0" kern="100" dirty="0">
                <a:latin typeface="宋体" panose="02010600030101010101" pitchFamily="2" charset="-122"/>
                <a:ea typeface="宋体" panose="02010600030101010101" pitchFamily="2" charset="-122"/>
                <a:cs typeface="Courier New" panose="02070309020205020404" pitchFamily="49" charset="0"/>
              </a:rPr>
              <a:t>（</a:t>
            </a:r>
            <a:r>
              <a:rPr lang="en-US" altLang="zh-CN" b="0" kern="100" dirty="0">
                <a:latin typeface="宋体" panose="02010600030101010101" pitchFamily="2" charset="-122"/>
                <a:ea typeface="宋体" panose="02010600030101010101" pitchFamily="2" charset="-122"/>
                <a:cs typeface="Courier New" panose="02070309020205020404" pitchFamily="49" charset="0"/>
              </a:rPr>
              <a:t>4</a:t>
            </a:r>
            <a:r>
              <a:rPr lang="zh-CN" altLang="en-US" b="0" kern="100" dirty="0">
                <a:latin typeface="宋体" panose="02010600030101010101" pitchFamily="2" charset="-122"/>
                <a:ea typeface="宋体" panose="02010600030101010101" pitchFamily="2" charset="-122"/>
                <a:cs typeface="Courier New" panose="02070309020205020404" pitchFamily="49" charset="0"/>
              </a:rPr>
              <a:t>）再依次为第二重指针</a:t>
            </a:r>
            <a:r>
              <a:rPr lang="en-US" altLang="zh-CN" b="0" kern="100" dirty="0">
                <a:latin typeface="宋体" panose="02010600030101010101" pitchFamily="2" charset="-122"/>
                <a:ea typeface="宋体" panose="02010600030101010101" pitchFamily="2" charset="-122"/>
                <a:cs typeface="Courier New" panose="02070309020205020404" pitchFamily="49" charset="0"/>
              </a:rPr>
              <a:t>p[</a:t>
            </a:r>
            <a:r>
              <a:rPr lang="en-US" altLang="zh-CN" b="0" kern="100" dirty="0" err="1">
                <a:latin typeface="宋体" panose="02010600030101010101" pitchFamily="2" charset="-122"/>
                <a:ea typeface="宋体" panose="02010600030101010101" pitchFamily="2" charset="-122"/>
                <a:cs typeface="Courier New" panose="02070309020205020404" pitchFamily="49" charset="0"/>
              </a:rPr>
              <a:t>i</a:t>
            </a:r>
            <a:r>
              <a:rPr lang="en-US" altLang="zh-CN" b="0" kern="100" dirty="0">
                <a:latin typeface="宋体" panose="02010600030101010101" pitchFamily="2" charset="-122"/>
                <a:ea typeface="宋体" panose="02010600030101010101" pitchFamily="2" charset="-122"/>
                <a:cs typeface="Courier New" panose="02070309020205020404" pitchFamily="49" charset="0"/>
              </a:rPr>
              <a:t>]</a:t>
            </a:r>
            <a:r>
              <a:rPr lang="zh-CN" altLang="en-US" b="0" kern="100" dirty="0">
                <a:latin typeface="宋体" panose="02010600030101010101" pitchFamily="2" charset="-122"/>
                <a:ea typeface="宋体" panose="02010600030101010101" pitchFamily="2" charset="-122"/>
                <a:cs typeface="Courier New" panose="02070309020205020404" pitchFamily="49" charset="0"/>
              </a:rPr>
              <a:t>分配长度为</a:t>
            </a:r>
            <a:r>
              <a:rPr lang="en-US" altLang="zh-CN" b="0" kern="100" dirty="0">
                <a:latin typeface="宋体" panose="02010600030101010101" pitchFamily="2" charset="-122"/>
                <a:ea typeface="宋体" panose="02010600030101010101" pitchFamily="2" charset="-122"/>
                <a:cs typeface="Courier New" panose="02070309020205020404" pitchFamily="49" charset="0"/>
              </a:rPr>
              <a:t>5</a:t>
            </a:r>
            <a:r>
              <a:rPr lang="zh-CN" altLang="en-US" b="0" kern="100" dirty="0">
                <a:latin typeface="宋体" panose="02010600030101010101" pitchFamily="2" charset="-122"/>
                <a:ea typeface="宋体" panose="02010600030101010101" pitchFamily="2" charset="-122"/>
                <a:cs typeface="Courier New" panose="02070309020205020404" pitchFamily="49" charset="0"/>
              </a:rPr>
              <a:t>的整型向量，也就是邻接矩阵的</a:t>
            </a:r>
            <a:r>
              <a:rPr lang="en-US" altLang="zh-CN" b="0" kern="100" dirty="0">
                <a:latin typeface="宋体" panose="02010600030101010101" pitchFamily="2" charset="-122"/>
                <a:ea typeface="宋体" panose="02010600030101010101" pitchFamily="2" charset="-122"/>
                <a:cs typeface="Courier New" panose="02070309020205020404" pitchFamily="49" charset="0"/>
              </a:rPr>
              <a:t>5</a:t>
            </a:r>
            <a:r>
              <a:rPr lang="zh-CN" altLang="en-US" b="0" kern="100" dirty="0">
                <a:latin typeface="宋体" panose="02010600030101010101" pitchFamily="2" charset="-122"/>
                <a:ea typeface="宋体" panose="02010600030101010101" pitchFamily="2" charset="-122"/>
                <a:cs typeface="Courier New" panose="02070309020205020404" pitchFamily="49" charset="0"/>
              </a:rPr>
              <a:t>行。</a:t>
            </a:r>
            <a:endParaRPr lang="en-US" altLang="zh-CN" b="0" kern="100" dirty="0">
              <a:latin typeface="宋体" panose="02010600030101010101" pitchFamily="2" charset="-122"/>
              <a:ea typeface="宋体" panose="02010600030101010101" pitchFamily="2" charset="-122"/>
              <a:cs typeface="Courier New" panose="02070309020205020404" pitchFamily="49" charset="0"/>
            </a:endParaRPr>
          </a:p>
          <a:p>
            <a:pPr>
              <a:lnSpc>
                <a:spcPct val="114000"/>
              </a:lnSpc>
            </a:pPr>
            <a:r>
              <a:rPr lang="zh-CN" altLang="en-US" b="0" kern="100" dirty="0">
                <a:latin typeface="宋体" panose="02010600030101010101" pitchFamily="2" charset="-122"/>
                <a:ea typeface="宋体" panose="02010600030101010101" pitchFamily="2" charset="-122"/>
                <a:cs typeface="Courier New" panose="02070309020205020404" pitchFamily="49" charset="0"/>
              </a:rPr>
              <a:t>（</a:t>
            </a:r>
            <a:r>
              <a:rPr lang="en-US" altLang="zh-CN" b="0" kern="100" dirty="0">
                <a:latin typeface="宋体" panose="02010600030101010101" pitchFamily="2" charset="-122"/>
                <a:ea typeface="宋体" panose="02010600030101010101" pitchFamily="2" charset="-122"/>
                <a:cs typeface="Courier New" panose="02070309020205020404" pitchFamily="49" charset="0"/>
              </a:rPr>
              <a:t>5</a:t>
            </a:r>
            <a:r>
              <a:rPr lang="zh-CN" altLang="en-US" b="0" kern="100" dirty="0">
                <a:latin typeface="宋体" panose="02010600030101010101" pitchFamily="2" charset="-122"/>
                <a:ea typeface="宋体" panose="02010600030101010101" pitchFamily="2" charset="-122"/>
                <a:cs typeface="Courier New" panose="02070309020205020404" pitchFamily="49" charset="0"/>
              </a:rPr>
              <a:t>）</a:t>
            </a:r>
            <a:r>
              <a:rPr lang="en-US" altLang="zh-CN" b="0" kern="100" dirty="0">
                <a:latin typeface="宋体" panose="02010600030101010101" pitchFamily="2" charset="-122"/>
                <a:ea typeface="宋体" panose="02010600030101010101" pitchFamily="2" charset="-122"/>
                <a:cs typeface="Courier New" panose="02070309020205020404" pitchFamily="49" charset="0"/>
              </a:rPr>
              <a:t>C</a:t>
            </a:r>
            <a:r>
              <a:rPr lang="zh-CN" altLang="en-US" b="0" kern="100" dirty="0">
                <a:latin typeface="宋体" panose="02010600030101010101" pitchFamily="2" charset="-122"/>
                <a:ea typeface="宋体" panose="02010600030101010101" pitchFamily="2" charset="-122"/>
                <a:cs typeface="Courier New" panose="02070309020205020404" pitchFamily="49" charset="0"/>
              </a:rPr>
              <a:t>语言的二维数组是静态存储分配的，但与二重指针相似，差别只是它的每行空间是首尾依次相接连续的，但访问数组元素的机制和二重指针相同，因此，我们可以把上述动态分配的邻接矩阵看作二维数组，用行列下标访问元素。</a:t>
            </a:r>
            <a:endParaRPr lang="en-US" altLang="zh-CN" b="0" kern="100" dirty="0">
              <a:latin typeface="宋体" panose="02010600030101010101" pitchFamily="2" charset="-122"/>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14000"/>
              </a:lnSpc>
              <a:spcBef>
                <a:spcPts val="0"/>
              </a:spcBef>
              <a:spcAft>
                <a:spcPts val="0"/>
              </a:spcAft>
              <a:buClrTx/>
              <a:buSzTx/>
              <a:buFontTx/>
              <a:buNone/>
              <a:tabLst/>
              <a:defRPr/>
            </a:pPr>
            <a:r>
              <a:rPr lang="zh-CN" altLang="en-US" b="0" kern="100" dirty="0">
                <a:latin typeface="宋体" panose="02010600030101010101" pitchFamily="2" charset="-122"/>
                <a:ea typeface="宋体" panose="02010600030101010101" pitchFamily="2" charset="-122"/>
                <a:cs typeface="Courier New" panose="02070309020205020404" pitchFamily="49" charset="0"/>
              </a:rPr>
              <a:t>（</a:t>
            </a:r>
            <a:r>
              <a:rPr lang="en-US" altLang="zh-CN" b="0" kern="100" dirty="0">
                <a:latin typeface="宋体" panose="02010600030101010101" pitchFamily="2" charset="-122"/>
                <a:ea typeface="宋体" panose="02010600030101010101" pitchFamily="2" charset="-122"/>
                <a:cs typeface="Courier New" panose="02070309020205020404" pitchFamily="49" charset="0"/>
              </a:rPr>
              <a:t>6</a:t>
            </a:r>
            <a:r>
              <a:rPr lang="zh-CN" altLang="en-US" b="0" kern="100" dirty="0">
                <a:latin typeface="宋体" panose="02010600030101010101" pitchFamily="2" charset="-122"/>
                <a:ea typeface="宋体" panose="02010600030101010101" pitchFamily="2" charset="-122"/>
                <a:cs typeface="Courier New" panose="02070309020205020404" pitchFamily="49" charset="0"/>
              </a:rPr>
              <a:t>）</a:t>
            </a:r>
            <a:r>
              <a:rPr lang="zh-CN" altLang="zh-CN" sz="1800" dirty="0">
                <a:solidFill>
                  <a:srgbClr val="FF0000"/>
                </a:solidFill>
                <a:effectLst/>
                <a:ea typeface="DengXian" panose="02010600030101010101" pitchFamily="2" charset="-122"/>
                <a:cs typeface="Times New Roman" panose="02020603050405020304" pitchFamily="18" charset="0"/>
              </a:rPr>
              <a:t>为什么我们要将邻接矩阵定义为二重指针类型呢？</a:t>
            </a:r>
            <a:r>
              <a:rPr lang="zh-CN" altLang="en-US" sz="1800" dirty="0">
                <a:solidFill>
                  <a:srgbClr val="FF0000"/>
                </a:solidFill>
                <a:effectLst/>
                <a:ea typeface="DengXian" panose="02010600030101010101" pitchFamily="2" charset="-122"/>
                <a:cs typeface="Times New Roman" panose="02020603050405020304" pitchFamily="18" charset="0"/>
              </a:rPr>
              <a:t>因为</a:t>
            </a:r>
            <a:r>
              <a:rPr lang="zh-CN" altLang="en-US" sz="1200" b="0" kern="100" dirty="0">
                <a:latin typeface="Courier New" panose="02070309020205020404" pitchFamily="49" charset="0"/>
                <a:ea typeface="宋体" panose="02010600030101010101" pitchFamily="2" charset="-122"/>
                <a:cs typeface="Courier New" panose="02070309020205020404" pitchFamily="49" charset="0"/>
              </a:rPr>
              <a:t>采用二重指针的</a:t>
            </a:r>
            <a:r>
              <a:rPr lang="zh-CN" altLang="en-US" sz="1200" b="0" kern="100" dirty="0">
                <a:solidFill>
                  <a:srgbClr val="C00000"/>
                </a:solidFill>
                <a:latin typeface="+mn-ea"/>
                <a:cs typeface="Courier New" panose="02070309020205020404" pitchFamily="49" charset="0"/>
              </a:rPr>
              <a:t>优点是</a:t>
            </a:r>
            <a:r>
              <a:rPr lang="zh-CN" altLang="en-US" sz="1200" b="0" kern="100" dirty="0">
                <a:latin typeface="Courier New" panose="02070309020205020404" pitchFamily="49" charset="0"/>
                <a:ea typeface="宋体" panose="02010600030101010101" pitchFamily="2" charset="-122"/>
                <a:cs typeface="Courier New" panose="02070309020205020404" pitchFamily="49" charset="0"/>
              </a:rPr>
              <a:t>：可以</a:t>
            </a:r>
            <a:r>
              <a:rPr lang="zh-CN" altLang="en-US" sz="1200" b="0" kern="100" dirty="0">
                <a:solidFill>
                  <a:srgbClr val="C00000"/>
                </a:solidFill>
                <a:latin typeface="+mn-ea"/>
                <a:cs typeface="Courier New" panose="02070309020205020404" pitchFamily="49" charset="0"/>
              </a:rPr>
              <a:t>按需合理分配</a:t>
            </a:r>
            <a:r>
              <a:rPr lang="zh-CN" altLang="en-US" sz="1200" b="0" kern="100" dirty="0">
                <a:latin typeface="Courier New" panose="02070309020205020404" pitchFamily="49" charset="0"/>
                <a:ea typeface="宋体" panose="02010600030101010101" pitchFamily="2" charset="-122"/>
                <a:cs typeface="Courier New" panose="02070309020205020404" pitchFamily="49" charset="0"/>
              </a:rPr>
              <a:t>存储空间。</a:t>
            </a:r>
            <a:endParaRPr lang="en-US" altLang="zh-CN" sz="1200" b="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endParaRPr lang="en-US" altLang="zh-CN" b="0" kern="100" dirty="0">
              <a:latin typeface="宋体" panose="02010600030101010101" pitchFamily="2" charset="-122"/>
              <a:ea typeface="宋体" panose="0201060003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685BC8A2-9257-4BB3-A7B4-3A850FC28E80}" type="slidenum">
              <a:rPr lang="zh-CN" altLang="en-US" smtClean="0"/>
              <a:t>6</a:t>
            </a:fld>
            <a:endParaRPr lang="zh-CN" altLang="en-US"/>
          </a:p>
        </p:txBody>
      </p:sp>
    </p:spTree>
    <p:extLst>
      <p:ext uri="{BB962C8B-B14F-4D97-AF65-F5344CB8AC3E}">
        <p14:creationId xmlns:p14="http://schemas.microsoft.com/office/powerpoint/2010/main" val="3768138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b="0" dirty="0">
                <a:latin typeface="Courier New" panose="02070309020205020404" pitchFamily="49" charset="0"/>
                <a:ea typeface="宋体" panose="02010600030101010101" pitchFamily="2" charset="-122"/>
                <a:cs typeface="Courier New" panose="02070309020205020404" pitchFamily="49" charset="0"/>
              </a:rPr>
              <a:t>（</a:t>
            </a:r>
            <a:r>
              <a:rPr lang="en-US" altLang="zh-CN" b="0" dirty="0">
                <a:latin typeface="Courier New" panose="02070309020205020404" pitchFamily="49" charset="0"/>
                <a:ea typeface="宋体" panose="02010600030101010101" pitchFamily="2" charset="-122"/>
                <a:cs typeface="Courier New" panose="02070309020205020404" pitchFamily="49" charset="0"/>
              </a:rPr>
              <a:t>1</a:t>
            </a:r>
            <a:r>
              <a:rPr lang="zh-CN" altLang="en-US" b="0" dirty="0">
                <a:latin typeface="Courier New" panose="02070309020205020404" pitchFamily="49" charset="0"/>
                <a:ea typeface="宋体" panose="02010600030101010101" pitchFamily="2" charset="-122"/>
                <a:cs typeface="Courier New" panose="02070309020205020404" pitchFamily="49" charset="0"/>
              </a:rPr>
              <a:t>）我们实现了邻接矩阵的动态分配，就解决了算法的难点。</a:t>
            </a:r>
            <a:endParaRPr lang="en-US" altLang="zh-CN" b="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2</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）以右边的无向网为例，算法的执行过程演示如下。</a:t>
            </a:r>
            <a:endParaRPr lang="en-US" altLang="zh-CN"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3</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）首先，分配顶点向量的存储空间。</a:t>
            </a:r>
            <a:endParaRPr lang="en-US" altLang="zh-CN"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4</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）把参数</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v</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中的顶点依次存入顶点结点。</a:t>
            </a:r>
            <a:endParaRPr lang="en-US" altLang="zh-CN"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5</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）接下来分配的两个辅助向量就不画出来了</a:t>
            </a:r>
            <a:r>
              <a:rPr lang="zh-CN" altLang="zh-CN" sz="1800" dirty="0">
                <a:effectLst/>
                <a:ea typeface="等线" panose="02010600030101010101" pitchFamily="2" charset="-122"/>
                <a:cs typeface="Times New Roman" panose="02020603050405020304" pitchFamily="18" charset="0"/>
              </a:rPr>
              <a:t>，将来在有关算法</a:t>
            </a:r>
            <a:r>
              <a:rPr lang="zh-CN" altLang="en-US" sz="1800" dirty="0">
                <a:effectLst/>
                <a:ea typeface="等线" panose="02010600030101010101" pitchFamily="2" charset="-122"/>
                <a:cs typeface="Times New Roman" panose="02020603050405020304" pitchFamily="18" charset="0"/>
              </a:rPr>
              <a:t>会</a:t>
            </a:r>
            <a:r>
              <a:rPr lang="zh-CN" altLang="zh-CN" sz="1800" dirty="0">
                <a:effectLst/>
                <a:ea typeface="等线" panose="02010600030101010101" pitchFamily="2" charset="-122"/>
                <a:cs typeface="Times New Roman" panose="02020603050405020304" pitchFamily="18" charset="0"/>
              </a:rPr>
              <a:t>涉及它们的应用</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6</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）调用邻接矩阵动态分配函数，获得存储空间。</a:t>
            </a:r>
            <a:endParaRPr lang="en-US" altLang="zh-CN"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7</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）将邻接矩阵元素初始化为极大值</a:t>
            </a:r>
            <a:r>
              <a:rPr lang="en-US" altLang="zh-CN" sz="1800" dirty="0">
                <a:solidFill>
                  <a:srgbClr val="FF0000"/>
                </a:solidFill>
                <a:effectLst/>
                <a:latin typeface="DengXian" panose="02010600030101010101" pitchFamily="2" charset="-122"/>
                <a:cs typeface="Times New Roman" panose="02020603050405020304" pitchFamily="18" charset="0"/>
              </a:rPr>
              <a:t>INFINITY</a:t>
            </a:r>
            <a:r>
              <a:rPr lang="en-CN" altLang="zh-CN">
                <a:effectLst/>
              </a:rPr>
              <a:t> </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8</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）然后，依次处理参数</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a</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中的每个三元组</a:t>
            </a:r>
            <a:endParaRPr lang="en-US" altLang="zh-CN"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9</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zh-CN" altLang="zh-CN" sz="1800" dirty="0">
                <a:effectLst/>
                <a:ea typeface="等线" panose="02010600030101010101" pitchFamily="2" charset="-122"/>
                <a:cs typeface="Times New Roman" panose="02020603050405020304" pitchFamily="18" charset="0"/>
              </a:rPr>
              <a:t>确定边的两个顶点的序号</a:t>
            </a:r>
            <a:r>
              <a:rPr lang="en-US" altLang="zh-CN" b="0" kern="100" dirty="0" err="1">
                <a:latin typeface="Courier New" panose="02070309020205020404" pitchFamily="49" charset="0"/>
                <a:ea typeface="宋体" panose="02010600030101010101" pitchFamily="2" charset="-122"/>
                <a:cs typeface="Courier New" panose="02070309020205020404" pitchFamily="49" charset="0"/>
              </a:rPr>
              <a:t>i</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和</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j</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，也就是这条边的权值在矩阵中的行列号。</a:t>
            </a:r>
            <a:endParaRPr lang="en-US" altLang="zh-CN"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10</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）这行是连续赋值语句，按</a:t>
            </a:r>
            <a:r>
              <a:rPr lang="en-US" altLang="zh-CN" b="0" kern="100" dirty="0" err="1">
                <a:latin typeface="Courier New" panose="02070309020205020404" pitchFamily="49" charset="0"/>
                <a:ea typeface="宋体" panose="02010600030101010101" pitchFamily="2" charset="-122"/>
                <a:cs typeface="Courier New" panose="02070309020205020404" pitchFamily="49" charset="0"/>
              </a:rPr>
              <a:t>i</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和</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j</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分别给矩阵的一对对称元赋权值。</a:t>
            </a:r>
            <a:endParaRPr lang="en-US" altLang="zh-CN"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11</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）余下的</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5</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条边的处理与此类似，请观察过程的演示。</a:t>
            </a:r>
            <a:endParaRPr lang="en-US" altLang="zh-CN" b="0" kern="10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0"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0" kern="100" dirty="0">
                <a:latin typeface="Courier New" panose="02070309020205020404" pitchFamily="49" charset="0"/>
                <a:ea typeface="宋体" panose="02010600030101010101" pitchFamily="2" charset="-122"/>
                <a:cs typeface="Courier New" panose="02070309020205020404" pitchFamily="49" charset="0"/>
              </a:rPr>
              <a:t>12</a:t>
            </a:r>
            <a:r>
              <a:rPr lang="zh-CN" altLang="en-US" b="0" kern="100" dirty="0">
                <a:latin typeface="Courier New" panose="02070309020205020404" pitchFamily="49" charset="0"/>
                <a:ea typeface="宋体" panose="02010600030101010101" pitchFamily="2" charset="-122"/>
                <a:cs typeface="Courier New" panose="02070309020205020404" pitchFamily="49" charset="0"/>
              </a:rPr>
              <a:t>）如果说，在第二章的顺序表，用指针访问一维数组的单元，选择的是效率。那么，用二重指针解决二维数组的动态分配，则解决的是合理的内存使用。当然，我们也可以直接使用二重指针访问邻接矩阵的元素，而不是二维下标。大家可以自行探究。</a:t>
            </a:r>
            <a:endParaRPr lang="en-US" altLang="zh-CN" b="0" kern="100" dirty="0">
              <a:latin typeface="Courier New" panose="02070309020205020404" pitchFamily="49" charset="0"/>
              <a:ea typeface="宋体" panose="0201060003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685BC8A2-9257-4BB3-A7B4-3A850FC28E80}" type="slidenum">
              <a:rPr lang="zh-CN" altLang="en-US" smtClean="0"/>
              <a:t>7</a:t>
            </a:fld>
            <a:endParaRPr lang="zh-CN" altLang="en-US"/>
          </a:p>
        </p:txBody>
      </p:sp>
    </p:spTree>
    <p:extLst>
      <p:ext uri="{BB962C8B-B14F-4D97-AF65-F5344CB8AC3E}">
        <p14:creationId xmlns:p14="http://schemas.microsoft.com/office/powerpoint/2010/main" val="3704357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a:t>
            </a:r>
            <a:r>
              <a:rPr lang="en-US" altLang="zh-CN" b="0" dirty="0"/>
              <a:t>1</a:t>
            </a:r>
            <a:r>
              <a:rPr lang="zh-CN" altLang="en-US" b="0" dirty="0"/>
              <a:t>）十字链表是有向图的另一种存储结构，可看作是邻接表和逆邻接表的合并集成。</a:t>
            </a:r>
            <a:endParaRPr lang="en-US" altLang="zh-CN" b="0" dirty="0"/>
          </a:p>
          <a:p>
            <a:r>
              <a:rPr lang="zh-CN" altLang="en-US" b="0" dirty="0"/>
              <a:t>（</a:t>
            </a:r>
            <a:r>
              <a:rPr lang="en-US" altLang="zh-CN" b="0" dirty="0"/>
              <a:t>2</a:t>
            </a:r>
            <a:r>
              <a:rPr lang="zh-CN" altLang="en-US" b="0" dirty="0"/>
              <a:t>）我们先复习有向图有关的几个基本概念：</a:t>
            </a:r>
            <a:endParaRPr lang="en-US" altLang="zh-CN" b="0" dirty="0"/>
          </a:p>
          <a:p>
            <a:r>
              <a:rPr lang="zh-CN" altLang="en-US" b="0" dirty="0"/>
              <a:t>（</a:t>
            </a:r>
            <a:r>
              <a:rPr lang="en-US" altLang="zh-CN" b="0" dirty="0"/>
              <a:t>3</a:t>
            </a:r>
            <a:r>
              <a:rPr lang="zh-CN" altLang="en-US" b="0" dirty="0"/>
              <a:t>）弧，也称为有向边，逻辑上用连接顶点的带箭头线段表示 。</a:t>
            </a:r>
            <a:endParaRPr lang="en-US" altLang="zh-CN" b="0" dirty="0"/>
          </a:p>
          <a:p>
            <a:r>
              <a:rPr lang="zh-CN" altLang="en-US" b="0" dirty="0"/>
              <a:t>（</a:t>
            </a:r>
            <a:r>
              <a:rPr lang="en-US" altLang="zh-CN" b="0" dirty="0"/>
              <a:t>4</a:t>
            </a:r>
            <a:r>
              <a:rPr lang="zh-CN" altLang="en-US" b="0" dirty="0"/>
              <a:t>）弧头和弧尾，</a:t>
            </a:r>
            <a:r>
              <a:rPr lang="en-US" altLang="zh-CN" b="0" dirty="0"/>
              <a:t>v</a:t>
            </a:r>
            <a:r>
              <a:rPr lang="zh-CN" altLang="en-US" b="0" dirty="0"/>
              <a:t>顶点指向</a:t>
            </a:r>
            <a:r>
              <a:rPr lang="en-US" altLang="zh-CN" b="0" dirty="0"/>
              <a:t>w</a:t>
            </a:r>
            <a:r>
              <a:rPr lang="zh-CN" altLang="en-US" b="0" dirty="0"/>
              <a:t>顶点的弧，</a:t>
            </a:r>
            <a:r>
              <a:rPr lang="en-US" altLang="zh-CN" b="0" dirty="0">
                <a:solidFill>
                  <a:srgbClr val="C00000"/>
                </a:solidFill>
              </a:rPr>
              <a:t>v</a:t>
            </a:r>
            <a:r>
              <a:rPr lang="zh-CN" altLang="en-US" b="0" dirty="0"/>
              <a:t>为弧尾，</a:t>
            </a:r>
            <a:r>
              <a:rPr lang="en-US" altLang="zh-CN" b="0" dirty="0">
                <a:solidFill>
                  <a:srgbClr val="C00000"/>
                </a:solidFill>
              </a:rPr>
              <a:t>w</a:t>
            </a:r>
            <a:r>
              <a:rPr lang="zh-CN" altLang="en-US" b="0" dirty="0"/>
              <a:t>为弧头，该弧是</a:t>
            </a:r>
            <a:r>
              <a:rPr lang="en-US" altLang="zh-CN" b="0" dirty="0">
                <a:solidFill>
                  <a:srgbClr val="C00000"/>
                </a:solidFill>
              </a:rPr>
              <a:t>v</a:t>
            </a:r>
            <a:r>
              <a:rPr lang="zh-CN" altLang="en-US" b="0" dirty="0"/>
              <a:t>的出弧、</a:t>
            </a:r>
            <a:r>
              <a:rPr lang="en-US" altLang="zh-CN" b="0" dirty="0">
                <a:solidFill>
                  <a:srgbClr val="C00000"/>
                </a:solidFill>
              </a:rPr>
              <a:t>w</a:t>
            </a:r>
            <a:r>
              <a:rPr lang="zh-CN" altLang="en-US" b="0" dirty="0"/>
              <a:t>的入弧。</a:t>
            </a:r>
            <a:endParaRPr lang="en-US" altLang="zh-CN" b="0" dirty="0"/>
          </a:p>
          <a:p>
            <a:r>
              <a:rPr lang="zh-CN" altLang="en-US" b="0" dirty="0">
                <a:solidFill>
                  <a:srgbClr val="C00000"/>
                </a:solidFill>
              </a:rPr>
              <a:t>（</a:t>
            </a:r>
            <a:r>
              <a:rPr lang="en-US" altLang="zh-CN" b="0" dirty="0">
                <a:solidFill>
                  <a:srgbClr val="C00000"/>
                </a:solidFill>
              </a:rPr>
              <a:t>5</a:t>
            </a:r>
            <a:r>
              <a:rPr lang="zh-CN" altLang="en-US" b="0" dirty="0">
                <a:solidFill>
                  <a:srgbClr val="C00000"/>
                </a:solidFill>
              </a:rPr>
              <a:t>）课本中图</a:t>
            </a:r>
            <a:r>
              <a:rPr lang="en-US" altLang="zh-CN" b="0" dirty="0">
                <a:solidFill>
                  <a:srgbClr val="C00000"/>
                </a:solidFill>
              </a:rPr>
              <a:t>7.11</a:t>
            </a:r>
            <a:r>
              <a:rPr lang="zh-CN" altLang="en-US" b="0" dirty="0">
                <a:solidFill>
                  <a:srgbClr val="C00000"/>
                </a:solidFill>
              </a:rPr>
              <a:t>所示的</a:t>
            </a:r>
            <a:r>
              <a:rPr lang="zh-CN" altLang="en-US" b="0" dirty="0"/>
              <a:t>是一个含</a:t>
            </a:r>
            <a:r>
              <a:rPr lang="en-US" altLang="zh-CN" b="0" dirty="0">
                <a:solidFill>
                  <a:srgbClr val="C00000"/>
                </a:solidFill>
              </a:rPr>
              <a:t>4</a:t>
            </a:r>
            <a:r>
              <a:rPr lang="zh-CN" altLang="en-US" b="0" dirty="0"/>
              <a:t>个顶点、</a:t>
            </a:r>
            <a:r>
              <a:rPr lang="en-US" altLang="zh-CN" b="0" dirty="0">
                <a:solidFill>
                  <a:srgbClr val="C00000"/>
                </a:solidFill>
              </a:rPr>
              <a:t>7</a:t>
            </a:r>
            <a:r>
              <a:rPr lang="zh-CN" altLang="en-US" b="0" dirty="0"/>
              <a:t>条弧的有向图，并给出了它的十字链表存储结构形态。</a:t>
            </a:r>
            <a:endParaRPr lang="en-US" altLang="zh-CN" b="0" dirty="0"/>
          </a:p>
          <a:p>
            <a:r>
              <a:rPr lang="zh-CN" altLang="en-US" b="0" dirty="0"/>
              <a:t>（</a:t>
            </a:r>
            <a:r>
              <a:rPr lang="en-US" altLang="zh-CN" b="0" dirty="0"/>
              <a:t>6</a:t>
            </a:r>
            <a:r>
              <a:rPr lang="zh-CN" altLang="en-US" b="0" dirty="0"/>
              <a:t>）（</a:t>
            </a:r>
            <a:r>
              <a:rPr lang="en-US" altLang="zh-CN" b="0" dirty="0"/>
              <a:t>6</a:t>
            </a:r>
            <a:r>
              <a:rPr lang="zh-CN" altLang="en-US" b="0" dirty="0"/>
              <a:t>）在十字链表中，每个顶点存储在一个顶点结点中，有</a:t>
            </a:r>
            <a:r>
              <a:rPr lang="en-US" altLang="zh-CN" b="0" dirty="0"/>
              <a:t>3</a:t>
            </a:r>
            <a:r>
              <a:rPr lang="zh-CN" altLang="en-US" b="0" dirty="0"/>
              <a:t>个域：</a:t>
            </a:r>
            <a:r>
              <a:rPr lang="en-US" altLang="zh-CN" b="0" dirty="0"/>
              <a:t>data</a:t>
            </a:r>
            <a:r>
              <a:rPr lang="zh-CN" altLang="en-US" b="0" dirty="0"/>
              <a:t>域存储顶点值，</a:t>
            </a:r>
            <a:endParaRPr lang="en-US" altLang="zh-CN" b="0" dirty="0"/>
          </a:p>
          <a:p>
            <a:r>
              <a:rPr lang="zh-CN" altLang="en-US" b="0" dirty="0"/>
              <a:t>（</a:t>
            </a:r>
            <a:r>
              <a:rPr lang="en-US" altLang="zh-CN" b="0" dirty="0"/>
              <a:t>7</a:t>
            </a:r>
            <a:r>
              <a:rPr lang="zh-CN" altLang="en-US" b="0" dirty="0"/>
              <a:t>）另两个分别是该顶点的入弧链表和出弧链表的头指针域。</a:t>
            </a:r>
            <a:endParaRPr lang="en-US" altLang="zh-CN" b="0" dirty="0"/>
          </a:p>
          <a:p>
            <a:r>
              <a:rPr lang="zh-CN" altLang="en-US" b="0" dirty="0"/>
              <a:t>（</a:t>
            </a:r>
            <a:r>
              <a:rPr lang="en-US" altLang="zh-CN" b="0" dirty="0"/>
              <a:t>8</a:t>
            </a:r>
            <a:r>
              <a:rPr lang="zh-CN" altLang="en-US" b="0" dirty="0"/>
              <a:t>）所有顶点结点构成一个表头向量。</a:t>
            </a:r>
            <a:endParaRPr lang="en-US" altLang="zh-CN" b="0" dirty="0"/>
          </a:p>
          <a:p>
            <a:r>
              <a:rPr lang="zh-CN" altLang="en-US" b="0" dirty="0"/>
              <a:t>（</a:t>
            </a:r>
            <a:r>
              <a:rPr lang="en-US" altLang="zh-CN" b="0" dirty="0"/>
              <a:t>9</a:t>
            </a:r>
            <a:r>
              <a:rPr lang="zh-CN" altLang="en-US" b="0" dirty="0"/>
              <a:t>）每条弧用一个弧结点表示，有</a:t>
            </a:r>
            <a:r>
              <a:rPr lang="en-US" altLang="zh-CN" b="0" dirty="0"/>
              <a:t>4</a:t>
            </a:r>
            <a:r>
              <a:rPr lang="zh-CN" altLang="en-US" b="0" dirty="0"/>
              <a:t>个基本域。前两个存储该弧的弧头和弧尾顶点在表头向量的下标，也可称为顶点的序号。</a:t>
            </a:r>
            <a:endParaRPr lang="en-US" altLang="zh-CN" b="0" dirty="0"/>
          </a:p>
          <a:p>
            <a:r>
              <a:rPr lang="zh-CN" altLang="en-US" b="0" dirty="0"/>
              <a:t>（</a:t>
            </a:r>
            <a:r>
              <a:rPr lang="en-US" altLang="zh-CN" b="0" dirty="0"/>
              <a:t>10</a:t>
            </a:r>
            <a:r>
              <a:rPr lang="zh-CN" altLang="en-US" b="0" dirty="0"/>
              <a:t>）弧结点的另两个域分别是该弧所在入弧和出弧链表中的链指针。</a:t>
            </a:r>
            <a:endParaRPr lang="en-US" altLang="zh-CN" b="0" dirty="0"/>
          </a:p>
          <a:p>
            <a:r>
              <a:rPr lang="zh-CN" altLang="en-US" b="0" dirty="0"/>
              <a:t>（</a:t>
            </a:r>
            <a:r>
              <a:rPr lang="en-US" altLang="zh-CN" b="0" dirty="0"/>
              <a:t>11</a:t>
            </a:r>
            <a:r>
              <a:rPr lang="zh-CN" altLang="en-US" b="0" dirty="0"/>
              <a:t>）下面可观察每个顶点的入弧链表和出弧链表的构成。</a:t>
            </a:r>
            <a:r>
              <a:rPr lang="zh-CN" altLang="zh-CN" sz="1200" kern="1200" dirty="0">
                <a:solidFill>
                  <a:schemeClr val="tx1"/>
                </a:solidFill>
                <a:effectLst/>
                <a:latin typeface="+mn-lt"/>
                <a:ea typeface="+mn-ea"/>
                <a:cs typeface="+mn-cs"/>
              </a:rPr>
              <a:t>先看顶点</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的入弧链和出弧链，分别把指向</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的弧结点和从</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引出的弧结点串连在</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引出的入弧链和出弧链中。</a:t>
            </a:r>
            <a:endParaRPr lang="en-US" altLang="zh-CN" b="0" dirty="0"/>
          </a:p>
          <a:p>
            <a:r>
              <a:rPr lang="zh-CN" altLang="en-US" b="0" dirty="0"/>
              <a:t>（</a:t>
            </a:r>
            <a:r>
              <a:rPr lang="en-US" altLang="zh-CN" b="0" dirty="0"/>
              <a:t>12</a:t>
            </a:r>
            <a:r>
              <a:rPr lang="zh-CN" altLang="en-US" b="0" dirty="0"/>
              <a:t>）其余三个顶点的出、入链也如此。</a:t>
            </a:r>
            <a:endParaRPr lang="en-US" altLang="zh-CN" b="0" dirty="0"/>
          </a:p>
          <a:p>
            <a:r>
              <a:rPr lang="zh-CN" altLang="en-US" b="0" dirty="0"/>
              <a:t>（</a:t>
            </a:r>
            <a:r>
              <a:rPr lang="en-US" altLang="zh-CN" b="0" dirty="0"/>
              <a:t>13</a:t>
            </a:r>
            <a:r>
              <a:rPr lang="zh-CN" altLang="en-US" b="0" dirty="0"/>
              <a:t>）</a:t>
            </a:r>
            <a:r>
              <a:rPr lang="zh-CN" altLang="zh-CN" sz="1200" kern="1200" dirty="0">
                <a:solidFill>
                  <a:schemeClr val="tx1"/>
                </a:solidFill>
                <a:effectLst/>
                <a:latin typeface="+mn-lt"/>
                <a:ea typeface="+mn-ea"/>
                <a:cs typeface="+mn-cs"/>
              </a:rPr>
              <a:t>可以和有向图的邻接表和逆邻接表作比较，入弧链对应了逆邻接表，出弧链则对应邻接表。十字链表的弧结点可以看作是邻接表和逆邻接表对应弧结点合并而来。</a:t>
            </a:r>
            <a:endParaRPr lang="en-US" altLang="zh-CN" sz="1200" kern="1200" dirty="0">
              <a:solidFill>
                <a:schemeClr val="tx1"/>
              </a:solidFill>
              <a:effectLst/>
              <a:latin typeface="+mn-lt"/>
              <a:ea typeface="+mn-ea"/>
              <a:cs typeface="+mn-cs"/>
            </a:endParaRPr>
          </a:p>
          <a:p>
            <a:r>
              <a:rPr lang="zh-CN" altLang="en-US" b="0" dirty="0">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14</a:t>
            </a:r>
            <a:r>
              <a:rPr lang="zh-CN" altLang="en-US" b="0" dirty="0">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）还可以和算法</a:t>
            </a:r>
            <a:r>
              <a:rPr lang="en-US" altLang="zh-CN" b="0" dirty="0">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5.4</a:t>
            </a:r>
            <a:r>
              <a:rPr lang="zh-CN" altLang="en-US"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构建的</a:t>
            </a:r>
            <a:r>
              <a:rPr lang="zh-CN" altLang="en-US" b="0" dirty="0">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稀疏矩阵</a:t>
            </a:r>
            <a:r>
              <a:rPr lang="zh-CN" altLang="en-US"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十字链表作比较，稀疏矩阵的每个非零元结点属于相应的行、列链表，要求严格按照行、列号递增有序插入。</a:t>
            </a:r>
            <a:endParaRPr lang="en-US" altLang="zh-CN"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15</a:t>
            </a:r>
            <a:r>
              <a:rPr lang="zh-CN" altLang="en-US"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）现在讨论的有向图</a:t>
            </a:r>
            <a:r>
              <a:rPr lang="zh-CN" altLang="en-US"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十字链表，每条弧属于同弧头的出弧链和同弧尾的入弧链，但在链中不必有序，可在链头插入，较简单。</a:t>
            </a:r>
            <a:endParaRPr lang="en-US" altLang="zh-CN"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r>
              <a:rPr lang="zh-CN" altLang="en-US"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16</a:t>
            </a:r>
            <a:r>
              <a:rPr lang="zh-CN" altLang="en-US"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）图的十字链表还可看成是</a:t>
            </a:r>
            <a:r>
              <a:rPr lang="zh-CN" altLang="en-US" b="0" dirty="0">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邻接矩阵</a:t>
            </a:r>
            <a:r>
              <a:rPr lang="zh-CN" altLang="en-US"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的链式表示，当弧较稀疏时，邻接矩阵近似稀疏矩阵，十字链表就可以看作是它的压缩存储。</a:t>
            </a:r>
            <a:endParaRPr lang="en-US" altLang="zh-CN"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endParaRPr lang="en-US" altLang="zh-CN" b="0" dirty="0"/>
          </a:p>
          <a:p>
            <a:endParaRPr lang="zh-CN" altLang="en-US" dirty="0"/>
          </a:p>
        </p:txBody>
      </p:sp>
      <p:sp>
        <p:nvSpPr>
          <p:cNvPr id="4" name="灯片编号占位符 3"/>
          <p:cNvSpPr>
            <a:spLocks noGrp="1"/>
          </p:cNvSpPr>
          <p:nvPr>
            <p:ph type="sldNum" sz="quarter" idx="5"/>
          </p:nvPr>
        </p:nvSpPr>
        <p:spPr/>
        <p:txBody>
          <a:bodyPr/>
          <a:lstStyle/>
          <a:p>
            <a:fld id="{E1695EA4-E3C2-4D65-9E56-DCDD2AA4A975}" type="slidenum">
              <a:rPr lang="zh-CN" altLang="en-US" smtClean="0"/>
              <a:t>9</a:t>
            </a:fld>
            <a:endParaRPr lang="zh-CN" altLang="en-US"/>
          </a:p>
        </p:txBody>
      </p:sp>
    </p:spTree>
    <p:extLst>
      <p:ext uri="{BB962C8B-B14F-4D97-AF65-F5344CB8AC3E}">
        <p14:creationId xmlns:p14="http://schemas.microsoft.com/office/powerpoint/2010/main" val="372156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effectLst>
                  <a:outerShdw blurRad="38100" dist="38100" dir="2700000" algn="tl">
                    <a:srgbClr val="000000">
                      <a:alpha val="43137"/>
                    </a:srgbClr>
                  </a:outerShdw>
                </a:effectLst>
              </a:rPr>
              <a:t>（</a:t>
            </a:r>
            <a:r>
              <a:rPr lang="en-US" altLang="zh-CN" b="0" dirty="0">
                <a:solidFill>
                  <a:srgbClr val="C00000"/>
                </a:solidFill>
                <a:effectLst>
                  <a:outerShdw blurRad="38100" dist="38100" dir="2700000" algn="tl">
                    <a:srgbClr val="000000">
                      <a:alpha val="43137"/>
                    </a:srgbClr>
                  </a:outerShdw>
                </a:effectLst>
              </a:rPr>
              <a:t>1</a:t>
            </a:r>
            <a:r>
              <a:rPr lang="zh-CN" altLang="en-US" b="0" dirty="0">
                <a:solidFill>
                  <a:srgbClr val="C00000"/>
                </a:solidFill>
                <a:effectLst>
                  <a:outerShdw blurRad="38100" dist="38100" dir="2700000" algn="tl">
                    <a:srgbClr val="000000">
                      <a:alpha val="43137"/>
                    </a:srgbClr>
                  </a:outerShdw>
                </a:effectLst>
              </a:rPr>
              <a:t>）下面对算法</a:t>
            </a:r>
            <a:r>
              <a:rPr lang="en-US" altLang="zh-CN" b="0" dirty="0">
                <a:solidFill>
                  <a:srgbClr val="C00000"/>
                </a:solidFill>
                <a:effectLst>
                  <a:outerShdw blurRad="38100" dist="38100" dir="2700000" algn="tl">
                    <a:srgbClr val="000000">
                      <a:alpha val="43137"/>
                    </a:srgbClr>
                  </a:outerShdw>
                </a:effectLst>
              </a:rPr>
              <a:t>7.4</a:t>
            </a:r>
            <a:r>
              <a:rPr lang="zh-CN" altLang="en-US" b="0" dirty="0">
                <a:solidFill>
                  <a:schemeClr val="tx1"/>
                </a:solidFill>
                <a:effectLst/>
              </a:rPr>
              <a:t>构造</a:t>
            </a:r>
            <a:r>
              <a:rPr lang="zh-CN" altLang="en-US" b="0" dirty="0"/>
              <a:t>示例的有向图</a:t>
            </a:r>
            <a:r>
              <a:rPr lang="en-US" altLang="zh-CN" b="0" dirty="0">
                <a:solidFill>
                  <a:srgbClr val="C00000"/>
                </a:solidFill>
              </a:rPr>
              <a:t>G</a:t>
            </a:r>
            <a:r>
              <a:rPr lang="zh-CN" altLang="en-US" b="0" dirty="0">
                <a:solidFill>
                  <a:srgbClr val="0070C0"/>
                </a:solidFill>
                <a:effectLst>
                  <a:outerShdw blurRad="38100" dist="38100" dir="2700000" algn="tl">
                    <a:srgbClr val="000000">
                      <a:alpha val="43137"/>
                    </a:srgbClr>
                  </a:outerShdw>
                </a:effectLst>
              </a:rPr>
              <a:t>十字链表的</a:t>
            </a:r>
            <a:r>
              <a:rPr lang="zh-CN" altLang="en-US" b="0" dirty="0"/>
              <a:t>过程进行具体讲解演示。</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2</a:t>
            </a:r>
            <a:r>
              <a:rPr lang="zh-CN" altLang="en-US" b="0" dirty="0"/>
              <a:t>）把图</a:t>
            </a:r>
            <a:r>
              <a:rPr lang="en-US" altLang="zh-CN" b="0" dirty="0"/>
              <a:t>G</a:t>
            </a:r>
            <a:r>
              <a:rPr lang="zh-CN" altLang="en-US" b="0" dirty="0"/>
              <a:t>的顶点序列和弧的序列分别传递给参数</a:t>
            </a:r>
            <a:r>
              <a:rPr lang="en-US" altLang="zh-CN" b="0" dirty="0"/>
              <a:t>v</a:t>
            </a:r>
            <a:r>
              <a:rPr lang="zh-CN" altLang="en-US" b="0" dirty="0"/>
              <a:t>和</a:t>
            </a:r>
            <a:r>
              <a:rPr lang="en-US" altLang="zh-CN" b="0" dirty="0"/>
              <a:t>a</a:t>
            </a:r>
            <a:r>
              <a:rPr lang="zh-CN" altLang="en-US" b="0" dirty="0"/>
              <a:t>。顶点的排列决定了在表头向量的位置，也就是顶点的序号。</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3</a:t>
            </a:r>
            <a:r>
              <a:rPr lang="zh-CN" altLang="en-US" b="0" dirty="0"/>
              <a:t>）用弧的头尾顶点对作为它的表示，顶点对的排列实际上也决定了各弧结点在十字链表中的位置，但不需要刻意排序。</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4</a:t>
            </a:r>
            <a:r>
              <a:rPr lang="zh-CN" altLang="en-US" b="0" dirty="0"/>
              <a:t>）为显示方便，算法的一些语句行合并成一行。头三行是初始化，主要是构造表头向量，存储顶点值，把各顶点的各出弧和入弧链表置为空表。</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5</a:t>
            </a:r>
            <a:r>
              <a:rPr lang="zh-CN" altLang="en-US" b="0" dirty="0"/>
              <a:t>）后面的</a:t>
            </a:r>
            <a:r>
              <a:rPr lang="en-US" altLang="zh-CN" b="0" dirty="0"/>
              <a:t>for</a:t>
            </a:r>
            <a:r>
              <a:rPr lang="zh-CN" altLang="en-US" b="0" dirty="0"/>
              <a:t>主循环，依次生成弧结点，并插入到弧头顶点的出弧链表和弧尾顶点的入弧链表的当前表头位置。</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6</a:t>
            </a:r>
            <a:r>
              <a:rPr lang="zh-CN" altLang="en-US" b="0" dirty="0"/>
              <a:t>）第一条弧，是顶点</a:t>
            </a:r>
            <a:r>
              <a:rPr lang="en-US" altLang="zh-CN" b="0" dirty="0"/>
              <a:t>D</a:t>
            </a:r>
            <a:r>
              <a:rPr lang="zh-CN" altLang="en-US" b="0" dirty="0"/>
              <a:t>指向顶点</a:t>
            </a:r>
            <a:r>
              <a:rPr lang="en-US" altLang="zh-CN" b="0" dirty="0"/>
              <a:t>C</a:t>
            </a:r>
            <a:r>
              <a:rPr lang="zh-CN" altLang="en-US" b="0" dirty="0"/>
              <a:t>。求得弧头</a:t>
            </a:r>
            <a:r>
              <a:rPr lang="en-US" altLang="zh-CN" b="0" dirty="0"/>
              <a:t>D</a:t>
            </a:r>
            <a:r>
              <a:rPr lang="zh-CN" altLang="en-US" b="0" dirty="0"/>
              <a:t>和弧尾</a:t>
            </a:r>
            <a:r>
              <a:rPr lang="en-US" altLang="zh-CN" b="0" dirty="0"/>
              <a:t>C</a:t>
            </a:r>
            <a:r>
              <a:rPr lang="zh-CN" altLang="en-US" b="0" dirty="0"/>
              <a:t>的序号，即</a:t>
            </a:r>
            <a:r>
              <a:rPr lang="en-US" altLang="zh-CN" b="0" dirty="0" err="1"/>
              <a:t>i</a:t>
            </a:r>
            <a:r>
              <a:rPr lang="zh-CN" altLang="en-US" b="0" dirty="0"/>
              <a:t>和</a:t>
            </a:r>
            <a:r>
              <a:rPr lang="en-US" altLang="zh-CN" b="0" dirty="0"/>
              <a:t>j</a:t>
            </a:r>
            <a:r>
              <a:rPr lang="zh-CN" altLang="en-US" b="0" dirty="0"/>
              <a:t>的值为</a:t>
            </a:r>
            <a:r>
              <a:rPr lang="en-US" altLang="zh-CN" b="0" dirty="0"/>
              <a:t>4</a:t>
            </a:r>
            <a:r>
              <a:rPr lang="zh-CN" altLang="en-US" b="0" dirty="0"/>
              <a:t>和</a:t>
            </a:r>
            <a:r>
              <a:rPr lang="en-US" altLang="zh-CN" b="0" dirty="0"/>
              <a:t>3</a:t>
            </a:r>
            <a:r>
              <a:rPr lang="zh-CN" altLang="en-US" b="0" dirty="0"/>
              <a:t>，</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7</a:t>
            </a:r>
            <a:r>
              <a:rPr lang="zh-CN" altLang="en-US" b="0" dirty="0"/>
              <a:t>）然后，分配弧结点空间，存入</a:t>
            </a:r>
            <a:r>
              <a:rPr lang="en-US" altLang="zh-CN" b="0" dirty="0" err="1"/>
              <a:t>i</a:t>
            </a:r>
            <a:r>
              <a:rPr lang="zh-CN" altLang="en-US" b="0" dirty="0"/>
              <a:t>和</a:t>
            </a:r>
            <a:r>
              <a:rPr lang="en-US" altLang="zh-CN" b="0" dirty="0"/>
              <a:t>j</a:t>
            </a:r>
            <a:r>
              <a:rPr lang="zh-CN" altLang="en-US" b="0" dirty="0"/>
              <a:t>值，在</a:t>
            </a:r>
            <a:r>
              <a:rPr lang="en-US" altLang="zh-CN" b="0" dirty="0"/>
              <a:t>j</a:t>
            </a:r>
            <a:r>
              <a:rPr lang="zh-CN" altLang="en-US" b="0" dirty="0"/>
              <a:t>的入弧链和</a:t>
            </a:r>
            <a:r>
              <a:rPr lang="en-US" altLang="zh-CN" b="0" dirty="0" err="1"/>
              <a:t>i</a:t>
            </a:r>
            <a:r>
              <a:rPr lang="zh-CN" altLang="en-US" b="0" dirty="0"/>
              <a:t>的出弧链的表头插入。这就完成了一条弧的相关操作。</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8</a:t>
            </a:r>
            <a:r>
              <a:rPr lang="zh-CN" altLang="en-US" b="0" dirty="0"/>
              <a:t>）下面，继续观看对其他弧的类似操作，领会各语句所起的作用。</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9</a:t>
            </a:r>
            <a:r>
              <a:rPr lang="zh-CN" altLang="en-US" b="0" dirty="0"/>
              <a:t>）观看了十字链表的完整构造过程，也许对弧结点为何能够总是在入弧和出弧链的表头插入还有些疑问？</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dirty="0"/>
              <a:t>        </a:t>
            </a:r>
            <a:r>
              <a:rPr lang="zh-CN" altLang="en-US" b="0" dirty="0"/>
              <a:t>首先，在表头插入的操作最简洁。</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但基本原因是，从一个顶点引出的弧，我们称为该顶点的出弧，它们是不分次序的，因此可以任何次序链成一个出弧链表，</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a:t>
            </a:r>
            <a:r>
              <a:rPr lang="zh-CN" altLang="en-US" dirty="0"/>
              <a:t>同理，指向同一个顶点的弧，称为该顶点的入弧，也是不分次序的，可以任意次序构成入弧链表。</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a:t>
            </a:r>
            <a:r>
              <a:rPr lang="zh-CN" altLang="en-US" dirty="0"/>
              <a:t>当然，为了得到和课本图</a:t>
            </a:r>
            <a:r>
              <a:rPr lang="en-US" altLang="zh-CN" dirty="0"/>
              <a:t>7.11</a:t>
            </a:r>
            <a:r>
              <a:rPr lang="zh-CN" altLang="en-US" dirty="0"/>
              <a:t>相同形态的十字链表，对传给参数的顶点对的次序也做了一定的安排。大家可以分析体会。</a:t>
            </a:r>
          </a:p>
        </p:txBody>
      </p:sp>
      <p:sp>
        <p:nvSpPr>
          <p:cNvPr id="4" name="灯片编号占位符 3"/>
          <p:cNvSpPr>
            <a:spLocks noGrp="1"/>
          </p:cNvSpPr>
          <p:nvPr>
            <p:ph type="sldNum" sz="quarter" idx="5"/>
          </p:nvPr>
        </p:nvSpPr>
        <p:spPr/>
        <p:txBody>
          <a:bodyPr/>
          <a:lstStyle/>
          <a:p>
            <a:fld id="{E1695EA4-E3C2-4D65-9E56-DCDD2AA4A975}" type="slidenum">
              <a:rPr lang="zh-CN" altLang="en-US" smtClean="0"/>
              <a:t>10</a:t>
            </a:fld>
            <a:endParaRPr lang="zh-CN" altLang="en-US"/>
          </a:p>
        </p:txBody>
      </p:sp>
    </p:spTree>
    <p:extLst>
      <p:ext uri="{BB962C8B-B14F-4D97-AF65-F5344CB8AC3E}">
        <p14:creationId xmlns:p14="http://schemas.microsoft.com/office/powerpoint/2010/main" val="4051458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a:t>
            </a:r>
            <a:r>
              <a:rPr lang="zh-CN" altLang="en-US" sz="1200" b="0" dirty="0">
                <a:latin typeface="宋体" panose="02010600030101010101" pitchFamily="2" charset="-122"/>
                <a:ea typeface="宋体" panose="02010600030101010101" pitchFamily="2" charset="-122"/>
              </a:rPr>
              <a:t>）对图的广度优先遍历采用“由近到远，步步为营”的搜索策略。</a:t>
            </a:r>
            <a:endParaRPr lang="en-US" altLang="zh-CN" sz="1200" b="0" dirty="0">
              <a:latin typeface="宋体" panose="02010600030101010101" pitchFamily="2" charset="-122"/>
              <a:ea typeface="宋体" panose="02010600030101010101" pitchFamily="2" charset="-122"/>
            </a:endParaRPr>
          </a:p>
          <a:p>
            <a:pPr>
              <a:lnSpc>
                <a:spcPct val="120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a:t>
            </a:r>
            <a:r>
              <a:rPr lang="zh-CN" altLang="en-US" sz="1200" b="0" dirty="0">
                <a:latin typeface="宋体" panose="02010600030101010101" pitchFamily="2" charset="-122"/>
                <a:ea typeface="宋体" panose="02010600030101010101" pitchFamily="2" charset="-122"/>
              </a:rPr>
              <a:t>）访问一个顶点后，依次访问它的所有邻接顶点，</a:t>
            </a:r>
            <a:endParaRPr lang="en-US" altLang="zh-CN" sz="1200" b="0" dirty="0">
              <a:latin typeface="宋体" panose="02010600030101010101" pitchFamily="2" charset="-122"/>
              <a:ea typeface="宋体" panose="02010600030101010101" pitchFamily="2" charset="-122"/>
            </a:endParaRPr>
          </a:p>
          <a:p>
            <a:pPr>
              <a:lnSpc>
                <a:spcPct val="120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a:t>
            </a:r>
            <a:r>
              <a:rPr lang="zh-CN" altLang="en-US" sz="1200" b="0" dirty="0">
                <a:latin typeface="宋体" panose="02010600030101010101" pitchFamily="2" charset="-122"/>
                <a:ea typeface="宋体" panose="02010600030101010101" pitchFamily="2" charset="-122"/>
              </a:rPr>
              <a:t>）而且，“先被访问的顶点的邻接点</a:t>
            </a:r>
            <a:r>
              <a:rPr lang="en-US" altLang="zh-CN" sz="1200" b="0" dirty="0">
                <a:latin typeface="宋体" panose="02010600030101010101" pitchFamily="2" charset="-122"/>
                <a:ea typeface="宋体" panose="02010600030101010101" pitchFamily="2" charset="-122"/>
              </a:rPr>
              <a:t>”</a:t>
            </a:r>
            <a:r>
              <a:rPr lang="zh-CN" altLang="en-US" sz="1200" b="0" dirty="0">
                <a:latin typeface="宋体" panose="02010600030101010101" pitchFamily="2" charset="-122"/>
                <a:ea typeface="宋体" panose="02010600030101010101" pitchFamily="2" charset="-122"/>
              </a:rPr>
              <a:t>先于“后被访问的顶点的邻接点”被访问，</a:t>
            </a:r>
            <a:endParaRPr lang="en-US" altLang="zh-CN" sz="1200" b="0" dirty="0">
              <a:latin typeface="宋体" panose="02010600030101010101" pitchFamily="2" charset="-122"/>
              <a:ea typeface="宋体" panose="02010600030101010101" pitchFamily="2" charset="-122"/>
            </a:endParaRPr>
          </a:p>
          <a:p>
            <a:pPr>
              <a:lnSpc>
                <a:spcPct val="120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4</a:t>
            </a:r>
            <a:r>
              <a:rPr lang="zh-CN" altLang="en-US" sz="1200" b="0" dirty="0">
                <a:latin typeface="宋体" panose="02010600030101010101" pitchFamily="2" charset="-122"/>
                <a:ea typeface="宋体" panose="02010600030101010101" pitchFamily="2" charset="-122"/>
              </a:rPr>
              <a:t>）如此递进，直到所有顶点都被访问。</a:t>
            </a:r>
            <a:endParaRPr lang="en-US" altLang="zh-CN" sz="1200" b="0" dirty="0">
              <a:latin typeface="宋体" panose="02010600030101010101" pitchFamily="2" charset="-122"/>
              <a:ea typeface="宋体" panose="02010600030101010101" pitchFamily="2" charset="-122"/>
            </a:endParaRPr>
          </a:p>
          <a:p>
            <a:pPr>
              <a:lnSpc>
                <a:spcPct val="120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5</a:t>
            </a:r>
            <a:r>
              <a:rPr lang="zh-CN" altLang="en-US" sz="1200" b="0" dirty="0">
                <a:latin typeface="宋体" panose="02010600030101010101" pitchFamily="2" charset="-122"/>
                <a:ea typeface="宋体" panose="02010600030101010101" pitchFamily="2" charset="-122"/>
              </a:rPr>
              <a:t>）以首访的顶点为核心，其邻接顶点可看作围成遍历的第一圈，</a:t>
            </a:r>
            <a:endParaRPr lang="en-US" altLang="zh-CN" sz="1200" b="0" dirty="0">
              <a:latin typeface="宋体" panose="02010600030101010101" pitchFamily="2" charset="-122"/>
              <a:ea typeface="宋体" panose="02010600030101010101" pitchFamily="2" charset="-122"/>
            </a:endParaRPr>
          </a:p>
          <a:p>
            <a:pPr>
              <a:lnSpc>
                <a:spcPct val="120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6</a:t>
            </a:r>
            <a:r>
              <a:rPr lang="zh-CN" altLang="en-US" sz="1200" b="0" dirty="0">
                <a:latin typeface="宋体" panose="02010600030101010101" pitchFamily="2" charset="-122"/>
                <a:ea typeface="宋体" panose="02010600030101010101" pitchFamily="2" charset="-122"/>
              </a:rPr>
              <a:t>）那么由邻接关系逐步外扩，就形成了遍历的第二圈、第三圈、直到最外圈。</a:t>
            </a:r>
            <a:endParaRPr lang="en-US" altLang="zh-CN" sz="1200" b="0" dirty="0">
              <a:latin typeface="宋体" panose="02010600030101010101" pitchFamily="2" charset="-122"/>
              <a:ea typeface="宋体" panose="02010600030101010101" pitchFamily="2" charset="-122"/>
            </a:endParaRPr>
          </a:p>
          <a:p>
            <a:pPr>
              <a:lnSpc>
                <a:spcPct val="120000"/>
              </a:lnSpc>
            </a:pPr>
            <a:r>
              <a:rPr lang="zh-CN" altLang="en-US" sz="1200"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en-US" altLang="zh-CN" sz="1200"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7</a:t>
            </a:r>
            <a:r>
              <a:rPr lang="zh-CN" altLang="en-US" sz="1200" b="0"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）算法的要点</a:t>
            </a:r>
            <a:r>
              <a:rPr lang="zh-CN" altLang="en-US" sz="1200" b="0" dirty="0">
                <a:effectLst/>
                <a:latin typeface="宋体" panose="02010600030101010101" pitchFamily="2" charset="-122"/>
                <a:ea typeface="宋体" panose="02010600030101010101" pitchFamily="2" charset="-122"/>
              </a:rPr>
              <a:t>是：</a:t>
            </a:r>
            <a:r>
              <a:rPr lang="zh-CN" altLang="en-US" sz="1200" b="0" dirty="0">
                <a:latin typeface="宋体" panose="02010600030101010101" pitchFamily="2" charset="-122"/>
                <a:ea typeface="宋体" panose="02010600030101010101" pitchFamily="2" charset="-122"/>
              </a:rPr>
              <a:t>如何实现这种递进式遍历？  控制这种由近到远的遍历次序的方式可用排队的策略来解决：</a:t>
            </a:r>
            <a:endParaRPr lang="en-US" altLang="zh-CN" sz="1200" b="0" dirty="0">
              <a:latin typeface="宋体" panose="02010600030101010101" pitchFamily="2" charset="-122"/>
              <a:ea typeface="宋体" panose="02010600030101010101" pitchFamily="2" charset="-122"/>
            </a:endParaRPr>
          </a:p>
          <a:p>
            <a:pPr>
              <a:lnSpc>
                <a:spcPct val="120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8</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a:t>
            </a:r>
            <a:r>
              <a:rPr lang="zh-CN" altLang="en-US" sz="1200" b="0" dirty="0">
                <a:latin typeface="宋体" panose="02010600030101010101" pitchFamily="2" charset="-122"/>
                <a:ea typeface="宋体" panose="02010600030101010101" pitchFamily="2" charset="-122"/>
              </a:rPr>
              <a:t>）访问任一指定</a:t>
            </a:r>
            <a:r>
              <a:rPr lang="zh-CN" altLang="zh-CN" sz="1800" dirty="0">
                <a:effectLst/>
                <a:ea typeface="等线" panose="02010600030101010101" pitchFamily="2" charset="-122"/>
                <a:cs typeface="Times New Roman" panose="02020603050405020304" pitchFamily="18" charset="0"/>
              </a:rPr>
              <a:t>未访问的</a:t>
            </a:r>
            <a:r>
              <a:rPr lang="zh-CN" altLang="en-US" sz="1200" b="0" dirty="0">
                <a:latin typeface="宋体" panose="02010600030101010101" pitchFamily="2" charset="-122"/>
                <a:ea typeface="宋体" panose="02010600030101010101" pitchFamily="2" charset="-122"/>
              </a:rPr>
              <a:t>顶点，并将其入队列；</a:t>
            </a:r>
            <a:endParaRPr lang="en-US" altLang="zh-CN" sz="1200" b="0" dirty="0">
              <a:latin typeface="宋体" panose="02010600030101010101" pitchFamily="2" charset="-122"/>
              <a:ea typeface="宋体" panose="02010600030101010101" pitchFamily="2" charset="-122"/>
            </a:endParaRPr>
          </a:p>
          <a:p>
            <a:pPr>
              <a:lnSpc>
                <a:spcPct val="120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9</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a:t>
            </a:r>
            <a:r>
              <a:rPr lang="zh-CN" altLang="en-US" sz="1200" b="0" dirty="0">
                <a:latin typeface="宋体" panose="02010600030101010101" pitchFamily="2" charset="-122"/>
                <a:ea typeface="宋体" panose="02010600030101010101" pitchFamily="2" charset="-122"/>
              </a:rPr>
              <a:t>）让排头的顶点出队列，依次对它的未访问的邻接顶点访问并入队列。</a:t>
            </a:r>
            <a:endParaRPr lang="en-US" altLang="zh-CN" sz="1200" b="0" dirty="0">
              <a:latin typeface="宋体" panose="02010600030101010101" pitchFamily="2" charset="-122"/>
              <a:ea typeface="宋体" panose="02010600030101010101" pitchFamily="2" charset="-122"/>
            </a:endParaRPr>
          </a:p>
          <a:p>
            <a:pPr>
              <a:lnSpc>
                <a:spcPct val="120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10</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a:t>
            </a:r>
            <a:r>
              <a:rPr lang="zh-CN" altLang="en-US" sz="1200" b="0" dirty="0">
                <a:latin typeface="宋体" panose="02010600030101010101" pitchFamily="2" charset="-122"/>
                <a:ea typeface="宋体" panose="02010600030101010101" pitchFamily="2" charset="-122"/>
              </a:rPr>
              <a:t>）重复第（</a:t>
            </a:r>
            <a:r>
              <a:rPr lang="en-US" altLang="zh-CN" sz="1200" b="0" dirty="0">
                <a:latin typeface="宋体" panose="02010600030101010101" pitchFamily="2" charset="-122"/>
                <a:ea typeface="宋体" panose="02010600030101010101" pitchFamily="2" charset="-122"/>
              </a:rPr>
              <a:t>2</a:t>
            </a:r>
            <a:r>
              <a:rPr lang="zh-CN" altLang="en-US" sz="1200" b="0" dirty="0">
                <a:latin typeface="宋体" panose="02010600030101010101" pitchFamily="2" charset="-122"/>
                <a:ea typeface="宋体" panose="02010600030101010101" pitchFamily="2" charset="-122"/>
              </a:rPr>
              <a:t>）步，直到队列空为止。</a:t>
            </a:r>
            <a:endParaRPr lang="en-US" altLang="zh-CN" sz="1200" b="0" dirty="0">
              <a:latin typeface="宋体" panose="02010600030101010101" pitchFamily="2" charset="-122"/>
              <a:ea typeface="宋体" panose="02010600030101010101" pitchFamily="2" charset="-122"/>
            </a:endParaRPr>
          </a:p>
          <a:p>
            <a:pPr>
              <a:lnSpc>
                <a:spcPct val="120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11</a:t>
            </a:r>
            <a:r>
              <a:rPr lang="zh-CN" altLang="en-US" sz="1200" b="0" dirty="0">
                <a:latin typeface="宋体" panose="02010600030101010101" pitchFamily="2" charset="-122"/>
                <a:ea typeface="宋体" panose="02010600030101010101" pitchFamily="2" charset="-122"/>
              </a:rPr>
              <a:t>）这就构成了对指定顶点以及它所有可达顶点的广度优先遍历的算法基本架构。</a:t>
            </a:r>
            <a:endParaRPr lang="en-US" altLang="zh-CN" sz="1200" b="0" dirty="0">
              <a:latin typeface="宋体" panose="02010600030101010101" pitchFamily="2" charset="-122"/>
              <a:ea typeface="宋体" panose="02010600030101010101" pitchFamily="2" charset="-122"/>
            </a:endParaRPr>
          </a:p>
          <a:p>
            <a:pPr>
              <a:lnSpc>
                <a:spcPct val="120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12</a:t>
            </a:r>
            <a:r>
              <a:rPr lang="zh-CN" altLang="en-US" sz="1200" b="0" dirty="0">
                <a:latin typeface="宋体" panose="02010600030101010101" pitchFamily="2" charset="-122"/>
                <a:ea typeface="宋体" panose="02010600030101010101" pitchFamily="2" charset="-122"/>
              </a:rPr>
              <a:t>）例图中还剩下的那些尚未可达的绿色顶点，可仿照算法</a:t>
            </a:r>
            <a:r>
              <a:rPr lang="en-US" altLang="zh-CN" sz="1200" b="0" dirty="0">
                <a:latin typeface="宋体" panose="02010600030101010101" pitchFamily="2" charset="-122"/>
                <a:ea typeface="宋体" panose="02010600030101010101" pitchFamily="2" charset="-122"/>
              </a:rPr>
              <a:t>7.4</a:t>
            </a:r>
            <a:r>
              <a:rPr lang="zh-CN" altLang="en-US" sz="1200" b="0" dirty="0">
                <a:latin typeface="宋体" panose="02010600030101010101" pitchFamily="2" charset="-122"/>
                <a:ea typeface="宋体" panose="02010600030101010101" pitchFamily="2" charset="-122"/>
              </a:rPr>
              <a:t>，逐个对未访问的顶点发起广度优先遍历即可。</a:t>
            </a:r>
            <a:endParaRPr lang="en-US" altLang="zh-CN" sz="1200" b="0" dirty="0">
              <a:latin typeface="宋体" panose="02010600030101010101" pitchFamily="2" charset="-122"/>
              <a:ea typeface="宋体" panose="02010600030101010101" pitchFamily="2" charset="-122"/>
            </a:endParaRPr>
          </a:p>
          <a:p>
            <a:pPr>
              <a:lnSpc>
                <a:spcPct val="120000"/>
              </a:lnSpc>
            </a:pPr>
            <a:endParaRPr lang="zh-CN" altLang="en-US" b="0" dirty="0"/>
          </a:p>
        </p:txBody>
      </p:sp>
      <p:sp>
        <p:nvSpPr>
          <p:cNvPr id="4" name="灯片编号占位符 3"/>
          <p:cNvSpPr>
            <a:spLocks noGrp="1"/>
          </p:cNvSpPr>
          <p:nvPr>
            <p:ph type="sldNum" sz="quarter" idx="5"/>
          </p:nvPr>
        </p:nvSpPr>
        <p:spPr/>
        <p:txBody>
          <a:bodyPr/>
          <a:lstStyle/>
          <a:p>
            <a:fld id="{20568367-0183-4EBD-86ED-CBF727AD259D}" type="slidenum">
              <a:rPr lang="zh-CN" altLang="en-US" smtClean="0"/>
              <a:t>14</a:t>
            </a:fld>
            <a:endParaRPr lang="zh-CN" altLang="en-US"/>
          </a:p>
        </p:txBody>
      </p:sp>
    </p:spTree>
    <p:extLst>
      <p:ext uri="{BB962C8B-B14F-4D97-AF65-F5344CB8AC3E}">
        <p14:creationId xmlns:p14="http://schemas.microsoft.com/office/powerpoint/2010/main" val="2691946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4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a:t>
            </a:r>
            <a:r>
              <a:rPr lang="zh-CN" altLang="en-US" sz="1200" b="0" dirty="0">
                <a:latin typeface="宋体" panose="02010600030101010101" pitchFamily="2" charset="-122"/>
                <a:ea typeface="宋体" panose="02010600030101010101" pitchFamily="2" charset="-122"/>
              </a:rPr>
              <a:t>）上述基于排队的解题构想，可作为</a:t>
            </a:r>
            <a:r>
              <a:rPr lang="zh-CN" altLang="en-US" sz="1200" b="0" dirty="0">
                <a:solidFill>
                  <a:srgbClr val="C00000"/>
                </a:solidFill>
                <a:effectLst>
                  <a:outerShdw blurRad="38100" dist="38100" dir="2700000" algn="tl">
                    <a:srgbClr val="000000">
                      <a:alpha val="43137"/>
                    </a:srgbClr>
                  </a:outerShdw>
                </a:effectLst>
                <a:latin typeface="+mn-ea"/>
              </a:rPr>
              <a:t>算法</a:t>
            </a:r>
            <a:r>
              <a:rPr lang="en-US" altLang="zh-CN" sz="1200" b="0" dirty="0">
                <a:solidFill>
                  <a:srgbClr val="C00000"/>
                </a:solidFill>
                <a:effectLst>
                  <a:outerShdw blurRad="38100" dist="38100" dir="2700000" algn="tl">
                    <a:srgbClr val="000000">
                      <a:alpha val="43137"/>
                    </a:srgbClr>
                  </a:outerShdw>
                </a:effectLst>
                <a:latin typeface="+mn-ea"/>
              </a:rPr>
              <a:t>7.6</a:t>
            </a:r>
            <a:r>
              <a:rPr lang="zh-CN" altLang="en-US" sz="1200" b="0" dirty="0">
                <a:latin typeface="宋体" panose="02010600030101010101" pitchFamily="2" charset="-122"/>
                <a:ea typeface="宋体" panose="02010600030101010101" pitchFamily="2" charset="-122"/>
              </a:rPr>
              <a:t>的基本架构。</a:t>
            </a:r>
            <a:endParaRPr lang="en-US" altLang="zh-CN" sz="1200" b="0" dirty="0">
              <a:latin typeface="宋体" panose="02010600030101010101" pitchFamily="2" charset="-122"/>
              <a:ea typeface="宋体" panose="02010600030101010101" pitchFamily="2" charset="-122"/>
            </a:endParaRPr>
          </a:p>
          <a:p>
            <a:pPr>
              <a:lnSpc>
                <a:spcPct val="114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a:t>
            </a:r>
            <a:r>
              <a:rPr lang="zh-CN" altLang="en-US" sz="1200" b="0" dirty="0">
                <a:latin typeface="宋体" panose="02010600030101010101" pitchFamily="2" charset="-122"/>
                <a:ea typeface="宋体" panose="02010600030101010101" pitchFamily="2" charset="-122"/>
              </a:rPr>
              <a:t>）对于一个</a:t>
            </a:r>
            <a:r>
              <a:rPr lang="en-US" altLang="zh-CN" sz="1200" b="0" dirty="0">
                <a:latin typeface="宋体" panose="02010600030101010101" pitchFamily="2" charset="-122"/>
                <a:ea typeface="宋体" panose="02010600030101010101" pitchFamily="2" charset="-122"/>
              </a:rPr>
              <a:t>v</a:t>
            </a:r>
            <a:r>
              <a:rPr lang="zh-CN" altLang="en-US" sz="1200" b="0" dirty="0">
                <a:latin typeface="宋体" panose="02010600030101010101" pitchFamily="2" charset="-122"/>
                <a:ea typeface="宋体" panose="02010600030101010101" pitchFamily="2" charset="-122"/>
              </a:rPr>
              <a:t>顶点，如果它未访问，就访问它，并从它出发广度优先遍历所有可达顶点。</a:t>
            </a:r>
            <a:endParaRPr lang="en-US" altLang="zh-CN" sz="1200" b="0" dirty="0">
              <a:latin typeface="宋体" panose="02010600030101010101" pitchFamily="2" charset="-122"/>
              <a:ea typeface="宋体" panose="02010600030101010101" pitchFamily="2" charset="-122"/>
            </a:endParaRPr>
          </a:p>
          <a:p>
            <a:pPr>
              <a:lnSpc>
                <a:spcPct val="114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a:t>
            </a:r>
            <a:r>
              <a:rPr lang="zh-CN" altLang="en-US" sz="1200" b="0" dirty="0">
                <a:latin typeface="宋体" panose="02010600030101010101" pitchFamily="2" charset="-122"/>
                <a:ea typeface="宋体" panose="02010600030101010101" pitchFamily="2" charset="-122"/>
              </a:rPr>
              <a:t>）当然，要像深度优先遍历那样，用打标志的方法防止顶点被重复访问。</a:t>
            </a:r>
            <a:endParaRPr lang="en-US" altLang="zh-CN" sz="1200" b="0" dirty="0">
              <a:latin typeface="宋体" panose="02010600030101010101" pitchFamily="2" charset="-122"/>
              <a:ea typeface="宋体" panose="02010600030101010101" pitchFamily="2" charset="-122"/>
            </a:endParaRPr>
          </a:p>
          <a:p>
            <a:pPr>
              <a:lnSpc>
                <a:spcPct val="114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4</a:t>
            </a:r>
            <a:r>
              <a:rPr lang="zh-CN" altLang="en-US" sz="1200" b="0" dirty="0">
                <a:latin typeface="宋体" panose="02010600030101010101" pitchFamily="2" charset="-122"/>
                <a:ea typeface="宋体" panose="02010600030101010101" pitchFamily="2" charset="-122"/>
              </a:rPr>
              <a:t>）加上一层外循环，可实现对图中所有顶点的广度优先遍历。</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5</a:t>
            </a:r>
            <a:r>
              <a:rPr lang="zh-CN" altLang="en-US" sz="1200" b="0" dirty="0">
                <a:latin typeface="宋体" panose="02010600030101010101" pitchFamily="2" charset="-122"/>
                <a:ea typeface="宋体" panose="02010600030101010101" pitchFamily="2" charset="-122"/>
              </a:rPr>
              <a:t>）画面上这个有向图，可作为观察</a:t>
            </a:r>
            <a:r>
              <a:rPr lang="zh-CN" altLang="en-US" sz="1200" b="0" dirty="0">
                <a:solidFill>
                  <a:srgbClr val="C00000"/>
                </a:solidFill>
                <a:effectLst>
                  <a:outerShdw blurRad="38100" dist="38100" dir="2700000" algn="tl">
                    <a:srgbClr val="000000">
                      <a:alpha val="43137"/>
                    </a:srgbClr>
                  </a:outerShdw>
                </a:effectLst>
                <a:latin typeface="+mn-ea"/>
              </a:rPr>
              <a:t>算法</a:t>
            </a:r>
            <a:r>
              <a:rPr lang="en-US" altLang="zh-CN" sz="1200" b="0" dirty="0">
                <a:solidFill>
                  <a:srgbClr val="C00000"/>
                </a:solidFill>
                <a:effectLst>
                  <a:outerShdw blurRad="38100" dist="38100" dir="2700000" algn="tl">
                    <a:srgbClr val="000000">
                      <a:alpha val="43137"/>
                    </a:srgbClr>
                  </a:outerShdw>
                </a:effectLst>
                <a:latin typeface="+mn-ea"/>
              </a:rPr>
              <a:t>7.6</a:t>
            </a:r>
            <a:r>
              <a:rPr lang="zh-CN" altLang="en-US" sz="1200" b="0" dirty="0">
                <a:latin typeface="宋体" panose="02010600030101010101" pitchFamily="2" charset="-122"/>
                <a:ea typeface="宋体" panose="02010600030101010101" pitchFamily="2" charset="-122"/>
              </a:rPr>
              <a:t>遍历过程的示例。</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6</a:t>
            </a:r>
            <a:r>
              <a:rPr lang="zh-CN" altLang="en-US" sz="1200" b="0" dirty="0">
                <a:latin typeface="宋体" panose="02010600030101010101" pitchFamily="2" charset="-122"/>
                <a:ea typeface="宋体" panose="02010600030101010101" pitchFamily="2" charset="-122"/>
              </a:rPr>
              <a:t>）算法首先初始化标志数组，将每个顶点的访问标志设为</a:t>
            </a:r>
            <a:r>
              <a:rPr lang="en-US" altLang="zh-CN" sz="1200" b="0" dirty="0">
                <a:latin typeface="宋体" panose="02010600030101010101" pitchFamily="2" charset="-122"/>
                <a:ea typeface="宋体" panose="02010600030101010101" pitchFamily="2" charset="-122"/>
              </a:rPr>
              <a:t>UNVISITED</a:t>
            </a:r>
            <a:r>
              <a:rPr lang="zh-CN" altLang="en-US" sz="1200" b="0" dirty="0">
                <a:latin typeface="宋体" panose="02010600030101010101" pitchFamily="2" charset="-122"/>
                <a:ea typeface="宋体" panose="02010600030101010101" pitchFamily="2" charset="-122"/>
              </a:rPr>
              <a:t>，也就是值为</a:t>
            </a:r>
            <a:r>
              <a:rPr lang="en-US" altLang="zh-CN" sz="1200" b="0" dirty="0">
                <a:latin typeface="宋体" panose="02010600030101010101" pitchFamily="2" charset="-122"/>
                <a:ea typeface="宋体" panose="02010600030101010101" pitchFamily="2" charset="-122"/>
              </a:rPr>
              <a:t>0</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7</a:t>
            </a:r>
            <a:r>
              <a:rPr lang="zh-CN" altLang="en-US" sz="1200" b="0" dirty="0">
                <a:latin typeface="宋体" panose="02010600030101010101" pitchFamily="2" charset="-122"/>
                <a:ea typeface="宋体" panose="02010600030101010101" pitchFamily="2" charset="-122"/>
              </a:rPr>
              <a:t>）初始化空队列。</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8</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for</a:t>
            </a:r>
            <a:r>
              <a:rPr lang="zh-CN" altLang="en-US" sz="1200" b="0" dirty="0">
                <a:latin typeface="宋体" panose="02010600030101010101" pitchFamily="2" charset="-122"/>
                <a:ea typeface="宋体" panose="02010600030101010101" pitchFamily="2" charset="-122"/>
              </a:rPr>
              <a:t>循环依次检查所有顶点，在示例中，</a:t>
            </a:r>
            <a:r>
              <a:rPr lang="en-US" altLang="zh-CN" sz="1200" b="0" dirty="0">
                <a:latin typeface="宋体" panose="02010600030101010101" pitchFamily="2" charset="-122"/>
                <a:ea typeface="宋体" panose="02010600030101010101" pitchFamily="2" charset="-122"/>
              </a:rPr>
              <a:t>6</a:t>
            </a:r>
            <a:r>
              <a:rPr lang="zh-CN" altLang="en-US" sz="1200" b="0" dirty="0">
                <a:latin typeface="宋体" panose="02010600030101010101" pitchFamily="2" charset="-122"/>
                <a:ea typeface="宋体" panose="02010600030101010101" pitchFamily="2" charset="-122"/>
              </a:rPr>
              <a:t>个顶点</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B</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C</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D</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E</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F</a:t>
            </a:r>
            <a:r>
              <a:rPr lang="zh-CN" altLang="en-US" sz="1200" b="0" dirty="0">
                <a:latin typeface="宋体" panose="02010600030101010101" pitchFamily="2" charset="-122"/>
                <a:ea typeface="宋体" panose="02010600030101010101" pitchFamily="2" charset="-122"/>
              </a:rPr>
              <a:t>的序号依次为</a:t>
            </a:r>
            <a:r>
              <a:rPr lang="en-US" altLang="zh-CN" sz="1200" b="0" dirty="0">
                <a:latin typeface="宋体" panose="02010600030101010101" pitchFamily="2" charset="-122"/>
                <a:ea typeface="宋体" panose="02010600030101010101" pitchFamily="2" charset="-122"/>
              </a:rPr>
              <a:t>0</a:t>
            </a:r>
            <a:r>
              <a:rPr lang="zh-CN" altLang="en-US" sz="1200" b="0" dirty="0">
                <a:latin typeface="宋体" panose="02010600030101010101" pitchFamily="2" charset="-122"/>
                <a:ea typeface="宋体" panose="02010600030101010101" pitchFamily="2" charset="-122"/>
              </a:rPr>
              <a:t>到</a:t>
            </a:r>
            <a:r>
              <a:rPr lang="en-US" altLang="zh-CN" sz="1200" b="0" dirty="0">
                <a:latin typeface="宋体" panose="02010600030101010101" pitchFamily="2" charset="-122"/>
                <a:ea typeface="宋体" panose="02010600030101010101" pitchFamily="2" charset="-122"/>
              </a:rPr>
              <a:t>5</a:t>
            </a:r>
            <a:r>
              <a:rPr lang="zh-CN" altLang="en-US" sz="1200" b="0" dirty="0">
                <a:latin typeface="宋体" panose="02010600030101010101" pitchFamily="2" charset="-122"/>
                <a:ea typeface="宋体" panose="02010600030101010101" pitchFamily="2" charset="-122"/>
              </a:rPr>
              <a:t>，首个检查的是</a:t>
            </a:r>
            <a:r>
              <a:rPr lang="en-US" altLang="zh-CN" sz="1200" b="0" dirty="0">
                <a:latin typeface="宋体" panose="02010600030101010101" pitchFamily="2" charset="-122"/>
                <a:ea typeface="宋体" panose="02010600030101010101" pitchFamily="2" charset="-122"/>
              </a:rPr>
              <a:t>0</a:t>
            </a:r>
            <a:r>
              <a:rPr lang="zh-CN" altLang="en-US" sz="1200" b="0" dirty="0">
                <a:latin typeface="宋体" panose="02010600030101010101" pitchFamily="2" charset="-122"/>
                <a:ea typeface="宋体" panose="02010600030101010101" pitchFamily="2" charset="-122"/>
              </a:rPr>
              <a:t>号的</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a:t>
            </a:r>
            <a:r>
              <a:rPr lang="zh-CN" altLang="zh-CN" sz="1200" kern="1200" dirty="0">
                <a:solidFill>
                  <a:schemeClr val="tx1"/>
                </a:solidFill>
                <a:effectLst/>
                <a:latin typeface="+mn-lt"/>
                <a:ea typeface="+mn-ea"/>
                <a:cs typeface="+mn-cs"/>
              </a:rPr>
              <a:t>为了高的执行效率，</a:t>
            </a:r>
            <a:r>
              <a:rPr lang="zh-CN" altLang="en-US" sz="1200" kern="1200" dirty="0">
                <a:solidFill>
                  <a:schemeClr val="tx1"/>
                </a:solidFill>
                <a:effectLst/>
                <a:latin typeface="+mn-lt"/>
                <a:ea typeface="+mn-ea"/>
                <a:cs typeface="+mn-cs"/>
              </a:rPr>
              <a:t>图的</a:t>
            </a:r>
            <a:r>
              <a:rPr lang="zh-CN" altLang="zh-CN" sz="1200" kern="1200" dirty="0">
                <a:solidFill>
                  <a:schemeClr val="tx1"/>
                </a:solidFill>
                <a:effectLst/>
                <a:latin typeface="+mn-lt"/>
                <a:ea typeface="+mn-ea"/>
                <a:cs typeface="+mn-cs"/>
              </a:rPr>
              <a:t>算法中，</a:t>
            </a:r>
            <a:r>
              <a:rPr lang="zh-CN" altLang="en-US" sz="1200" kern="1200" dirty="0">
                <a:solidFill>
                  <a:schemeClr val="tx1"/>
                </a:solidFill>
                <a:effectLst/>
                <a:latin typeface="+mn-lt"/>
                <a:ea typeface="+mn-ea"/>
                <a:cs typeface="+mn-cs"/>
              </a:rPr>
              <a:t>一般</a:t>
            </a:r>
            <a:r>
              <a:rPr lang="zh-CN" altLang="zh-CN" sz="1200" kern="1200" dirty="0">
                <a:solidFill>
                  <a:schemeClr val="tx1"/>
                </a:solidFill>
                <a:effectLst/>
                <a:latin typeface="+mn-lt"/>
                <a:ea typeface="+mn-ea"/>
                <a:cs typeface="+mn-cs"/>
              </a:rPr>
              <a:t>用顶点序号进行操作。而为了直观，</a:t>
            </a:r>
            <a:r>
              <a:rPr lang="zh-CN" altLang="en-US" sz="1200" kern="1200" dirty="0">
                <a:solidFill>
                  <a:schemeClr val="tx1"/>
                </a:solidFill>
                <a:effectLst/>
                <a:latin typeface="+mn-lt"/>
                <a:ea typeface="+mn-ea"/>
                <a:cs typeface="+mn-cs"/>
              </a:rPr>
              <a:t>在</a:t>
            </a:r>
            <a:r>
              <a:rPr lang="zh-CN" altLang="zh-CN" sz="1200" kern="1200" dirty="0">
                <a:solidFill>
                  <a:schemeClr val="tx1"/>
                </a:solidFill>
                <a:effectLst/>
                <a:latin typeface="+mn-lt"/>
                <a:ea typeface="+mn-ea"/>
                <a:cs typeface="+mn-cs"/>
              </a:rPr>
              <a:t>演示中</a:t>
            </a:r>
            <a:r>
              <a:rPr lang="zh-CN" altLang="en-US" sz="1200" kern="1200" dirty="0">
                <a:solidFill>
                  <a:schemeClr val="tx1"/>
                </a:solidFill>
                <a:effectLst/>
                <a:latin typeface="+mn-lt"/>
                <a:ea typeface="+mn-ea"/>
                <a:cs typeface="+mn-cs"/>
              </a:rPr>
              <a:t>我们</a:t>
            </a:r>
            <a:r>
              <a:rPr lang="zh-CN" altLang="zh-CN" sz="1200" kern="1200" dirty="0">
                <a:solidFill>
                  <a:schemeClr val="tx1"/>
                </a:solidFill>
                <a:effectLst/>
                <a:latin typeface="+mn-lt"/>
                <a:ea typeface="+mn-ea"/>
                <a:cs typeface="+mn-cs"/>
              </a:rPr>
              <a:t>也</a:t>
            </a:r>
            <a:r>
              <a:rPr lang="zh-CN" altLang="en-US" sz="1200" kern="1200" dirty="0">
                <a:solidFill>
                  <a:schemeClr val="tx1"/>
                </a:solidFill>
                <a:effectLst/>
                <a:latin typeface="+mn-lt"/>
                <a:ea typeface="+mn-ea"/>
                <a:cs typeface="+mn-cs"/>
              </a:rPr>
              <a:t>可同时看到</a:t>
            </a:r>
            <a:r>
              <a:rPr lang="zh-CN" altLang="zh-CN" sz="1200" kern="1200" dirty="0">
                <a:solidFill>
                  <a:schemeClr val="tx1"/>
                </a:solidFill>
                <a:effectLst/>
                <a:latin typeface="+mn-lt"/>
                <a:ea typeface="+mn-ea"/>
                <a:cs typeface="+mn-cs"/>
              </a:rPr>
              <a:t>到顶点的值，</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等</a:t>
            </a:r>
            <a:r>
              <a:rPr lang="zh-CN" altLang="en-US" sz="1200" kern="1200" dirty="0">
                <a:solidFill>
                  <a:schemeClr val="tx1"/>
                </a:solidFill>
                <a:effectLst/>
                <a:latin typeface="+mn-lt"/>
                <a:ea typeface="+mn-ea"/>
                <a:cs typeface="+mn-cs"/>
              </a:rPr>
              <a:t>的变化</a:t>
            </a:r>
            <a:r>
              <a:rPr lang="zh-CN" altLang="zh-CN" sz="1200" kern="1200" dirty="0">
                <a:solidFill>
                  <a:schemeClr val="tx1"/>
                </a:solidFill>
                <a:effectLst/>
                <a:latin typeface="+mn-lt"/>
                <a:ea typeface="+mn-ea"/>
                <a:cs typeface="+mn-cs"/>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9</a:t>
            </a:r>
            <a:r>
              <a:rPr lang="zh-CN" altLang="en-US" sz="1200" b="0" dirty="0">
                <a:latin typeface="宋体" panose="02010600030101010101" pitchFamily="2" charset="-122"/>
                <a:ea typeface="宋体" panose="02010600030101010101" pitchFamily="2" charset="-122"/>
              </a:rPr>
              <a:t>）经判别，</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未访问，</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10</a:t>
            </a:r>
            <a:r>
              <a:rPr lang="zh-CN" altLang="en-US" sz="1200" b="0" dirty="0">
                <a:latin typeface="宋体" panose="02010600030101010101" pitchFamily="2" charset="-122"/>
                <a:ea typeface="宋体" panose="02010600030101010101" pitchFamily="2" charset="-122"/>
              </a:rPr>
              <a:t>）打上已访问标志</a:t>
            </a:r>
            <a:r>
              <a:rPr lang="en-US" altLang="zh-CN" sz="1200" b="0" dirty="0">
                <a:latin typeface="宋体" panose="02010600030101010101" pitchFamily="2" charset="-122"/>
                <a:ea typeface="宋体" panose="02010600030101010101" pitchFamily="2" charset="-122"/>
              </a:rPr>
              <a:t>VISITED</a:t>
            </a:r>
            <a:r>
              <a:rPr lang="zh-CN" altLang="en-US" sz="1200" b="0" dirty="0">
                <a:latin typeface="宋体" panose="02010600030101010101" pitchFamily="2" charset="-122"/>
                <a:ea typeface="宋体" panose="02010600030101010101" pitchFamily="2" charset="-122"/>
              </a:rPr>
              <a:t>，也就是把值置为</a:t>
            </a:r>
            <a:r>
              <a:rPr lang="en-US" altLang="zh-CN" sz="1200" b="0" dirty="0">
                <a:latin typeface="宋体" panose="02010600030101010101" pitchFamily="2" charset="-122"/>
                <a:ea typeface="宋体" panose="02010600030101010101" pitchFamily="2" charset="-122"/>
              </a:rPr>
              <a:t>1</a:t>
            </a:r>
            <a:r>
              <a:rPr lang="zh-CN" altLang="en-US" sz="1200" b="0" dirty="0">
                <a:latin typeface="宋体" panose="02010600030101010101" pitchFamily="2" charset="-122"/>
                <a:ea typeface="宋体" panose="02010600030101010101" pitchFamily="2" charset="-122"/>
              </a:rPr>
              <a:t>，并访问它，</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11</a:t>
            </a:r>
            <a:r>
              <a:rPr lang="zh-CN" altLang="en-US" sz="1200" b="0" dirty="0">
                <a:latin typeface="宋体" panose="02010600030101010101" pitchFamily="2" charset="-122"/>
                <a:ea typeface="宋体" panose="02010600030101010101" pitchFamily="2" charset="-122"/>
              </a:rPr>
              <a:t>）并且将它入队列，在演示中，用顶点值</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代替了序号</a:t>
            </a:r>
            <a:r>
              <a:rPr lang="en-US" altLang="zh-CN" sz="1200" b="0" dirty="0">
                <a:latin typeface="宋体" panose="02010600030101010101" pitchFamily="2" charset="-122"/>
                <a:ea typeface="宋体" panose="02010600030101010101" pitchFamily="2" charset="-122"/>
              </a:rPr>
              <a:t>0</a:t>
            </a:r>
            <a:r>
              <a:rPr lang="zh-CN" altLang="en-US" sz="1200" b="0" dirty="0">
                <a:latin typeface="宋体" panose="02010600030101010101" pitchFamily="2" charset="-122"/>
                <a:ea typeface="宋体" panose="02010600030101010101" pitchFamily="2" charset="-122"/>
              </a:rPr>
              <a:t>，后面对其他顶点也一样。</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12</a:t>
            </a:r>
            <a:r>
              <a:rPr lang="zh-CN" altLang="en-US" sz="1200" b="0" dirty="0">
                <a:latin typeface="宋体" panose="02010600030101010101" pitchFamily="2" charset="-122"/>
                <a:ea typeface="宋体" panose="02010600030101010101" pitchFamily="2" charset="-122"/>
              </a:rPr>
              <a:t>）接下来，</a:t>
            </a:r>
            <a:r>
              <a:rPr lang="en-US" altLang="zh-CN" sz="1200" b="0" dirty="0">
                <a:latin typeface="宋体" panose="02010600030101010101" pitchFamily="2" charset="-122"/>
                <a:ea typeface="宋体" panose="02010600030101010101" pitchFamily="2" charset="-122"/>
              </a:rPr>
              <a:t>while</a:t>
            </a:r>
            <a:r>
              <a:rPr lang="zh-CN" altLang="en-US" sz="1200" b="0" dirty="0">
                <a:latin typeface="宋体" panose="02010600030101010101" pitchFamily="2" charset="-122"/>
                <a:ea typeface="宋体" panose="02010600030101010101" pitchFamily="2" charset="-122"/>
              </a:rPr>
              <a:t>循环将队头元素出队为</a:t>
            </a:r>
            <a:r>
              <a:rPr lang="en-US" altLang="zh-CN" sz="1200" b="0" dirty="0">
                <a:latin typeface="宋体" panose="02010600030101010101" pitchFamily="2" charset="-122"/>
                <a:ea typeface="宋体" panose="02010600030101010101" pitchFamily="2" charset="-122"/>
              </a:rPr>
              <a:t>u</a:t>
            </a:r>
            <a:r>
              <a:rPr lang="zh-CN" altLang="en-US" sz="1200" b="0" dirty="0">
                <a:latin typeface="宋体" panose="02010600030101010101" pitchFamily="2" charset="-122"/>
                <a:ea typeface="宋体" panose="02010600030101010101" pitchFamily="2" charset="-122"/>
              </a:rPr>
              <a:t>，若因队空而失败，则循环结束，若成功，则用</a:t>
            </a:r>
            <a:r>
              <a:rPr lang="en-US" altLang="zh-CN" sz="1200" b="0" dirty="0">
                <a:latin typeface="宋体" panose="02010600030101010101" pitchFamily="2" charset="-122"/>
                <a:ea typeface="宋体" panose="02010600030101010101" pitchFamily="2" charset="-122"/>
              </a:rPr>
              <a:t>u</a:t>
            </a:r>
            <a:r>
              <a:rPr lang="zh-CN" altLang="en-US" sz="1200" b="0" dirty="0">
                <a:latin typeface="宋体" panose="02010600030101010101" pitchFamily="2" charset="-122"/>
                <a:ea typeface="宋体" panose="02010600030101010101" pitchFamily="2" charset="-122"/>
              </a:rPr>
              <a:t>顶点扩展搜索，现在</a:t>
            </a:r>
            <a:r>
              <a:rPr lang="en-US" altLang="zh-CN" sz="1200" b="0" dirty="0">
                <a:latin typeface="宋体" panose="02010600030101010101" pitchFamily="2" charset="-122"/>
                <a:ea typeface="宋体" panose="02010600030101010101" pitchFamily="2" charset="-122"/>
              </a:rPr>
              <a:t>u</a:t>
            </a:r>
            <a:r>
              <a:rPr lang="zh-CN" altLang="en-US" sz="1200" b="0" dirty="0">
                <a:latin typeface="宋体" panose="02010600030101010101" pitchFamily="2" charset="-122"/>
                <a:ea typeface="宋体" panose="02010600030101010101" pitchFamily="2" charset="-122"/>
              </a:rPr>
              <a:t>顶点是</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13</a:t>
            </a:r>
            <a:r>
              <a:rPr lang="zh-CN" altLang="en-US" sz="1200" b="0" dirty="0">
                <a:latin typeface="宋体" panose="02010600030101010101" pitchFamily="2" charset="-122"/>
                <a:ea typeface="宋体" panose="02010600030101010101" pitchFamily="2" charset="-122"/>
              </a:rPr>
              <a:t>）在一个</a:t>
            </a:r>
            <a:r>
              <a:rPr lang="en-US" altLang="zh-CN" sz="1200" b="0" dirty="0">
                <a:latin typeface="宋体" panose="02010600030101010101" pitchFamily="2" charset="-122"/>
                <a:ea typeface="宋体" panose="02010600030101010101" pitchFamily="2" charset="-122"/>
              </a:rPr>
              <a:t>for</a:t>
            </a:r>
            <a:r>
              <a:rPr lang="zh-CN" altLang="en-US" sz="1200" b="0" dirty="0">
                <a:latin typeface="宋体" panose="02010600030101010101" pitchFamily="2" charset="-122"/>
                <a:ea typeface="宋体" panose="02010600030101010101" pitchFamily="2" charset="-122"/>
              </a:rPr>
              <a:t>循环内，用</a:t>
            </a:r>
            <a:r>
              <a:rPr lang="en-US" altLang="zh-CN" sz="1200" b="0" dirty="0" err="1">
                <a:latin typeface="宋体" panose="02010600030101010101" pitchFamily="2" charset="-122"/>
                <a:ea typeface="宋体" panose="02010600030101010101" pitchFamily="2" charset="-122"/>
              </a:rPr>
              <a:t>FirstAdjVex</a:t>
            </a:r>
            <a:r>
              <a:rPr lang="zh-CN" altLang="en-US" sz="1200" b="0" dirty="0">
                <a:latin typeface="宋体" panose="02010600030101010101" pitchFamily="2" charset="-122"/>
                <a:ea typeface="宋体" panose="02010600030101010101" pitchFamily="2" charset="-122"/>
              </a:rPr>
              <a:t>和</a:t>
            </a:r>
            <a:r>
              <a:rPr lang="en-US" altLang="zh-CN" sz="1200" b="0" dirty="0" err="1">
                <a:latin typeface="宋体" panose="02010600030101010101" pitchFamily="2" charset="-122"/>
                <a:ea typeface="宋体" panose="02010600030101010101" pitchFamily="2" charset="-122"/>
              </a:rPr>
              <a:t>NextAdjVex</a:t>
            </a:r>
            <a:r>
              <a:rPr lang="zh-CN" altLang="en-US" sz="1200" b="0" dirty="0">
                <a:latin typeface="宋体" panose="02010600030101010101" pitchFamily="2" charset="-122"/>
                <a:ea typeface="宋体" panose="02010600030101010101" pitchFamily="2" charset="-122"/>
              </a:rPr>
              <a:t>这对基本操作，依次获取</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的邻接顶点，</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的第一个邻接顶点是</a:t>
            </a:r>
            <a:r>
              <a:rPr lang="en-US" altLang="zh-CN" sz="1200" b="0" dirty="0">
                <a:latin typeface="宋体" panose="02010600030101010101" pitchFamily="2" charset="-122"/>
                <a:ea typeface="宋体" panose="02010600030101010101" pitchFamily="2" charset="-122"/>
              </a:rPr>
              <a:t>2</a:t>
            </a:r>
            <a:r>
              <a:rPr lang="zh-CN" altLang="en-US" sz="1200" b="0" dirty="0">
                <a:latin typeface="宋体" panose="02010600030101010101" pitchFamily="2" charset="-122"/>
                <a:ea typeface="宋体" panose="02010600030101010101" pitchFamily="2" charset="-122"/>
              </a:rPr>
              <a:t>号的</a:t>
            </a:r>
            <a:r>
              <a:rPr lang="en-US" altLang="zh-CN" sz="1200" b="0" dirty="0">
                <a:latin typeface="宋体" panose="02010600030101010101" pitchFamily="2" charset="-122"/>
                <a:ea typeface="宋体" panose="02010600030101010101" pitchFamily="2" charset="-122"/>
              </a:rPr>
              <a:t>C</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14</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C</a:t>
            </a:r>
            <a:r>
              <a:rPr lang="zh-CN" altLang="en-US" sz="1200" b="0" dirty="0">
                <a:latin typeface="宋体" panose="02010600030101010101" pitchFamily="2" charset="-122"/>
                <a:ea typeface="宋体" panose="02010600030101010101" pitchFamily="2" charset="-122"/>
              </a:rPr>
              <a:t>未访问过，</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15</a:t>
            </a:r>
            <a:r>
              <a:rPr lang="zh-CN" altLang="en-US" sz="1200" b="0" dirty="0">
                <a:latin typeface="宋体" panose="02010600030101010101" pitchFamily="2" charset="-122"/>
                <a:ea typeface="宋体" panose="02010600030101010101" pitchFamily="2" charset="-122"/>
              </a:rPr>
              <a:t>）那就打上已访问标志，并访问它，</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16</a:t>
            </a:r>
            <a:r>
              <a:rPr lang="zh-CN" altLang="en-US" sz="1200" b="0" dirty="0">
                <a:latin typeface="宋体" panose="02010600030101010101" pitchFamily="2" charset="-122"/>
                <a:ea typeface="宋体" panose="02010600030101010101" pitchFamily="2" charset="-122"/>
              </a:rPr>
              <a:t>）让</a:t>
            </a:r>
            <a:r>
              <a:rPr lang="en-US" altLang="zh-CN" sz="1200" b="0" dirty="0">
                <a:latin typeface="宋体" panose="02010600030101010101" pitchFamily="2" charset="-122"/>
                <a:ea typeface="宋体" panose="02010600030101010101" pitchFamily="2" charset="-122"/>
              </a:rPr>
              <a:t>C</a:t>
            </a:r>
            <a:r>
              <a:rPr lang="zh-CN" altLang="en-US" sz="1200" b="0" dirty="0">
                <a:latin typeface="宋体" panose="02010600030101010101" pitchFamily="2" charset="-122"/>
                <a:ea typeface="宋体" panose="02010600030101010101" pitchFamily="2" charset="-122"/>
              </a:rPr>
              <a:t>入队列。</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17</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的下一个邻接顶点是</a:t>
            </a:r>
            <a:r>
              <a:rPr lang="en-US" altLang="zh-CN" sz="1200" b="0" dirty="0">
                <a:latin typeface="宋体" panose="02010600030101010101" pitchFamily="2" charset="-122"/>
                <a:ea typeface="宋体" panose="02010600030101010101" pitchFamily="2" charset="-122"/>
              </a:rPr>
              <a:t>5</a:t>
            </a:r>
            <a:r>
              <a:rPr lang="zh-CN" altLang="en-US" sz="1200" b="0" dirty="0">
                <a:latin typeface="宋体" panose="02010600030101010101" pitchFamily="2" charset="-122"/>
                <a:ea typeface="宋体" panose="02010600030101010101" pitchFamily="2" charset="-122"/>
              </a:rPr>
              <a:t>号的</a:t>
            </a:r>
            <a:r>
              <a:rPr lang="en-US" altLang="zh-CN" sz="1200" b="0" dirty="0">
                <a:latin typeface="宋体" panose="02010600030101010101" pitchFamily="2" charset="-122"/>
                <a:ea typeface="宋体" panose="02010600030101010101" pitchFamily="2" charset="-122"/>
              </a:rPr>
              <a:t>F</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18</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F</a:t>
            </a:r>
            <a:r>
              <a:rPr lang="zh-CN" altLang="en-US" sz="1200" b="0" dirty="0">
                <a:latin typeface="宋体" panose="02010600030101010101" pitchFamily="2" charset="-122"/>
                <a:ea typeface="宋体" panose="02010600030101010101" pitchFamily="2" charset="-122"/>
              </a:rPr>
              <a:t>未访问过，</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19</a:t>
            </a:r>
            <a:r>
              <a:rPr lang="zh-CN" altLang="en-US" sz="1200" b="0" dirty="0">
                <a:latin typeface="宋体" panose="02010600030101010101" pitchFamily="2" charset="-122"/>
                <a:ea typeface="宋体" panose="02010600030101010101" pitchFamily="2" charset="-122"/>
              </a:rPr>
              <a:t>）打访问标志，访问</a:t>
            </a:r>
            <a:r>
              <a:rPr lang="en-US" altLang="zh-CN" sz="1200" b="0" dirty="0">
                <a:latin typeface="宋体" panose="02010600030101010101" pitchFamily="2" charset="-122"/>
                <a:ea typeface="宋体" panose="02010600030101010101" pitchFamily="2" charset="-122"/>
              </a:rPr>
              <a:t>F</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20</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F</a:t>
            </a:r>
            <a:r>
              <a:rPr lang="zh-CN" altLang="en-US" sz="1200" b="0" dirty="0">
                <a:latin typeface="宋体" panose="02010600030101010101" pitchFamily="2" charset="-122"/>
                <a:ea typeface="宋体" panose="02010600030101010101" pitchFamily="2" charset="-122"/>
              </a:rPr>
              <a:t>进队列。</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21</a:t>
            </a:r>
            <a:r>
              <a:rPr lang="zh-CN" altLang="en-US" sz="1200" b="0" dirty="0">
                <a:latin typeface="宋体" panose="02010600030101010101" pitchFamily="2" charset="-122"/>
                <a:ea typeface="宋体" panose="02010600030101010101" pitchFamily="2" charset="-122"/>
              </a:rPr>
              <a:t>）再取</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的下一个邻接顶点，</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22</a:t>
            </a:r>
            <a:r>
              <a:rPr lang="zh-CN" altLang="en-US" sz="1200" b="0" dirty="0">
                <a:latin typeface="宋体" panose="02010600030101010101" pitchFamily="2" charset="-122"/>
                <a:ea typeface="宋体" panose="02010600030101010101" pitchFamily="2" charset="-122"/>
              </a:rPr>
              <a:t>）没有了，</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23</a:t>
            </a:r>
            <a:r>
              <a:rPr lang="zh-CN" altLang="en-US" sz="1200" b="0" dirty="0">
                <a:latin typeface="宋体" panose="02010600030101010101" pitchFamily="2" charset="-122"/>
                <a:ea typeface="宋体" panose="02010600030101010101" pitchFamily="2" charset="-122"/>
              </a:rPr>
              <a:t>）回到</a:t>
            </a:r>
            <a:r>
              <a:rPr lang="en-US" altLang="zh-CN" sz="1200" b="0" dirty="0">
                <a:latin typeface="宋体" panose="02010600030101010101" pitchFamily="2" charset="-122"/>
                <a:ea typeface="宋体" panose="02010600030101010101" pitchFamily="2" charset="-122"/>
              </a:rPr>
              <a:t>while</a:t>
            </a:r>
            <a:r>
              <a:rPr lang="zh-CN" altLang="en-US" sz="1200" b="0" dirty="0">
                <a:latin typeface="宋体" panose="02010600030101010101" pitchFamily="2" charset="-122"/>
                <a:ea typeface="宋体" panose="02010600030101010101" pitchFamily="2" charset="-122"/>
              </a:rPr>
              <a:t>循环首部，执行出队操作成功，现在</a:t>
            </a:r>
            <a:r>
              <a:rPr lang="en-US" altLang="zh-CN" sz="1200" b="0" dirty="0">
                <a:latin typeface="宋体" panose="02010600030101010101" pitchFamily="2" charset="-122"/>
                <a:ea typeface="宋体" panose="02010600030101010101" pitchFamily="2" charset="-122"/>
              </a:rPr>
              <a:t>u</a:t>
            </a:r>
            <a:r>
              <a:rPr lang="zh-CN" altLang="en-US" sz="1200" b="0" dirty="0">
                <a:latin typeface="宋体" panose="02010600030101010101" pitchFamily="2" charset="-122"/>
                <a:ea typeface="宋体" panose="02010600030101010101" pitchFamily="2" charset="-122"/>
              </a:rPr>
              <a:t>顶点是</a:t>
            </a:r>
            <a:r>
              <a:rPr lang="en-US" altLang="zh-CN" sz="1200" b="0" dirty="0">
                <a:latin typeface="宋体" panose="02010600030101010101" pitchFamily="2" charset="-122"/>
                <a:ea typeface="宋体" panose="02010600030101010101" pitchFamily="2" charset="-122"/>
              </a:rPr>
              <a:t>2</a:t>
            </a:r>
            <a:r>
              <a:rPr lang="zh-CN" altLang="en-US" sz="1200" b="0" dirty="0">
                <a:latin typeface="宋体" panose="02010600030101010101" pitchFamily="2" charset="-122"/>
                <a:ea typeface="宋体" panose="02010600030101010101" pitchFamily="2" charset="-122"/>
              </a:rPr>
              <a:t>号的</a:t>
            </a:r>
            <a:r>
              <a:rPr lang="en-US" altLang="zh-CN" sz="1200" b="0" dirty="0">
                <a:latin typeface="宋体" panose="02010600030101010101" pitchFamily="2" charset="-122"/>
                <a:ea typeface="宋体" panose="02010600030101010101" pitchFamily="2" charset="-122"/>
              </a:rPr>
              <a:t>C</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24</a:t>
            </a:r>
            <a:r>
              <a:rPr lang="zh-CN" altLang="en-US" sz="1200" b="0" dirty="0">
                <a:latin typeface="宋体" panose="02010600030101010101" pitchFamily="2" charset="-122"/>
                <a:ea typeface="宋体" panose="02010600030101010101" pitchFamily="2" charset="-122"/>
              </a:rPr>
              <a:t>）取</a:t>
            </a:r>
            <a:r>
              <a:rPr lang="en-US" altLang="zh-CN" sz="1200" b="0" dirty="0">
                <a:latin typeface="宋体" panose="02010600030101010101" pitchFamily="2" charset="-122"/>
                <a:ea typeface="宋体" panose="02010600030101010101" pitchFamily="2" charset="-122"/>
              </a:rPr>
              <a:t>C</a:t>
            </a:r>
            <a:r>
              <a:rPr lang="zh-CN" altLang="en-US" sz="1200" b="0" dirty="0">
                <a:latin typeface="宋体" panose="02010600030101010101" pitchFamily="2" charset="-122"/>
                <a:ea typeface="宋体" panose="02010600030101010101" pitchFamily="2" charset="-122"/>
              </a:rPr>
              <a:t>的第一个邻接顶点，是</a:t>
            </a:r>
            <a:r>
              <a:rPr lang="en-US" altLang="zh-CN" sz="1200" b="0" dirty="0">
                <a:latin typeface="宋体" panose="02010600030101010101" pitchFamily="2" charset="-122"/>
                <a:ea typeface="宋体" panose="02010600030101010101" pitchFamily="2" charset="-122"/>
              </a:rPr>
              <a:t>3</a:t>
            </a:r>
            <a:r>
              <a:rPr lang="zh-CN" altLang="en-US" sz="1200" b="0" dirty="0">
                <a:latin typeface="宋体" panose="02010600030101010101" pitchFamily="2" charset="-122"/>
                <a:ea typeface="宋体" panose="02010600030101010101" pitchFamily="2" charset="-122"/>
              </a:rPr>
              <a:t>号的</a:t>
            </a:r>
            <a:r>
              <a:rPr lang="en-US" altLang="zh-CN" sz="1200" b="0" dirty="0">
                <a:latin typeface="宋体" panose="02010600030101010101" pitchFamily="2" charset="-122"/>
                <a:ea typeface="宋体" panose="02010600030101010101" pitchFamily="2" charset="-122"/>
              </a:rPr>
              <a:t>D</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25</a:t>
            </a:r>
            <a:r>
              <a:rPr lang="zh-CN" altLang="en-US" sz="1200" b="0" dirty="0">
                <a:latin typeface="宋体" panose="02010600030101010101" pitchFamily="2" charset="-122"/>
                <a:ea typeface="宋体" panose="02010600030101010101" pitchFamily="2" charset="-122"/>
              </a:rPr>
              <a:t>）也未访问</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26</a:t>
            </a:r>
            <a:r>
              <a:rPr lang="zh-CN" altLang="en-US" sz="1200" b="0" dirty="0">
                <a:latin typeface="宋体" panose="02010600030101010101" pitchFamily="2" charset="-122"/>
                <a:ea typeface="宋体" panose="02010600030101010101" pitchFamily="2" charset="-122"/>
              </a:rPr>
              <a:t>）打已访问标志，访问</a:t>
            </a:r>
            <a:r>
              <a:rPr lang="en-US" altLang="zh-CN" sz="1200" b="0" dirty="0">
                <a:latin typeface="宋体" panose="02010600030101010101" pitchFamily="2" charset="-122"/>
                <a:ea typeface="宋体" panose="02010600030101010101" pitchFamily="2" charset="-122"/>
              </a:rPr>
              <a:t>D</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27</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D</a:t>
            </a:r>
            <a:r>
              <a:rPr lang="zh-CN" altLang="en-US" sz="1200" b="0" dirty="0">
                <a:latin typeface="宋体" panose="02010600030101010101" pitchFamily="2" charset="-122"/>
                <a:ea typeface="宋体" panose="02010600030101010101" pitchFamily="2" charset="-122"/>
              </a:rPr>
              <a:t>进队列。</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28</a:t>
            </a:r>
            <a:r>
              <a:rPr lang="zh-CN" altLang="en-US" sz="1200" b="0" dirty="0">
                <a:latin typeface="宋体" panose="02010600030101010101" pitchFamily="2" charset="-122"/>
                <a:ea typeface="宋体" panose="02010600030101010101" pitchFamily="2" charset="-122"/>
              </a:rPr>
              <a:t>）取</a:t>
            </a:r>
            <a:r>
              <a:rPr lang="en-US" altLang="zh-CN" sz="1200" b="0" dirty="0">
                <a:latin typeface="宋体" panose="02010600030101010101" pitchFamily="2" charset="-122"/>
                <a:ea typeface="宋体" panose="02010600030101010101" pitchFamily="2" charset="-122"/>
              </a:rPr>
              <a:t>C</a:t>
            </a:r>
            <a:r>
              <a:rPr lang="zh-CN" altLang="en-US" sz="1200" b="0" dirty="0">
                <a:latin typeface="宋体" panose="02010600030101010101" pitchFamily="2" charset="-122"/>
                <a:ea typeface="宋体" panose="02010600030101010101" pitchFamily="2" charset="-122"/>
              </a:rPr>
              <a:t>的下一个邻接顶点不成功，回到</a:t>
            </a:r>
            <a:r>
              <a:rPr lang="en-US" altLang="zh-CN" sz="1200" b="0" dirty="0">
                <a:latin typeface="宋体" panose="02010600030101010101" pitchFamily="2" charset="-122"/>
                <a:ea typeface="宋体" panose="02010600030101010101" pitchFamily="2" charset="-122"/>
              </a:rPr>
              <a:t>while</a:t>
            </a:r>
            <a:r>
              <a:rPr lang="zh-CN" altLang="en-US" sz="1200" b="0" dirty="0">
                <a:latin typeface="宋体" panose="02010600030101010101" pitchFamily="2" charset="-122"/>
                <a:ea typeface="宋体" panose="02010600030101010101" pitchFamily="2" charset="-122"/>
              </a:rPr>
              <a:t>循环首部。</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29</a:t>
            </a:r>
            <a:r>
              <a:rPr lang="zh-CN" altLang="en-US" sz="1200" b="0" dirty="0">
                <a:latin typeface="宋体" panose="02010600030101010101" pitchFamily="2" charset="-122"/>
                <a:ea typeface="宋体" panose="02010600030101010101" pitchFamily="2" charset="-122"/>
              </a:rPr>
              <a:t>）现在出队的是</a:t>
            </a:r>
            <a:r>
              <a:rPr lang="en-US" altLang="zh-CN" sz="1200" b="0" dirty="0">
                <a:latin typeface="宋体" panose="02010600030101010101" pitchFamily="2" charset="-122"/>
                <a:ea typeface="宋体" panose="02010600030101010101" pitchFamily="2" charset="-122"/>
              </a:rPr>
              <a:t>5</a:t>
            </a:r>
            <a:r>
              <a:rPr lang="zh-CN" altLang="en-US" sz="1200" b="0" dirty="0">
                <a:latin typeface="宋体" panose="02010600030101010101" pitchFamily="2" charset="-122"/>
                <a:ea typeface="宋体" panose="02010600030101010101" pitchFamily="2" charset="-122"/>
              </a:rPr>
              <a:t>号的</a:t>
            </a:r>
            <a:r>
              <a:rPr lang="en-US" altLang="zh-CN" sz="1200" b="0" dirty="0">
                <a:latin typeface="宋体" panose="02010600030101010101" pitchFamily="2" charset="-122"/>
                <a:ea typeface="宋体" panose="02010600030101010101" pitchFamily="2" charset="-122"/>
              </a:rPr>
              <a:t>F</a:t>
            </a:r>
            <a:r>
              <a:rPr lang="zh-CN" altLang="en-US" sz="1200" b="0" dirty="0">
                <a:latin typeface="宋体" panose="02010600030101010101" pitchFamily="2" charset="-122"/>
                <a:ea typeface="宋体" panose="02010600030101010101" pitchFamily="2" charset="-122"/>
              </a:rPr>
              <a:t>，显然</a:t>
            </a:r>
            <a:r>
              <a:rPr lang="en-US" altLang="zh-CN" sz="1200" b="0" dirty="0">
                <a:latin typeface="宋体" panose="02010600030101010101" pitchFamily="2" charset="-122"/>
                <a:ea typeface="宋体" panose="02010600030101010101" pitchFamily="2" charset="-122"/>
              </a:rPr>
              <a:t>F</a:t>
            </a:r>
            <a:r>
              <a:rPr lang="zh-CN" altLang="en-US" sz="1200" b="0" dirty="0">
                <a:latin typeface="宋体" panose="02010600030101010101" pitchFamily="2" charset="-122"/>
                <a:ea typeface="宋体" panose="02010600030101010101" pitchFamily="2" charset="-122"/>
              </a:rPr>
              <a:t>的出度为</a:t>
            </a:r>
            <a:r>
              <a:rPr lang="en-US" altLang="zh-CN" sz="1200" b="0" dirty="0">
                <a:latin typeface="宋体" panose="02010600030101010101" pitchFamily="2" charset="-122"/>
                <a:ea typeface="宋体" panose="02010600030101010101" pitchFamily="2" charset="-122"/>
              </a:rPr>
              <a:t>0</a:t>
            </a:r>
            <a:r>
              <a:rPr lang="zh-CN" altLang="en-US" sz="1200" b="0" dirty="0">
                <a:latin typeface="宋体" panose="02010600030101010101" pitchFamily="2" charset="-122"/>
                <a:ea typeface="宋体" panose="02010600030101010101" pitchFamily="2" charset="-122"/>
              </a:rPr>
              <a:t>，取邻接顶点不成功。</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30</a:t>
            </a:r>
            <a:r>
              <a:rPr lang="zh-CN" altLang="en-US" sz="1200" b="0" dirty="0">
                <a:latin typeface="宋体" panose="02010600030101010101" pitchFamily="2" charset="-122"/>
                <a:ea typeface="宋体" panose="02010600030101010101" pitchFamily="2" charset="-122"/>
              </a:rPr>
              <a:t>）再出队的是</a:t>
            </a:r>
            <a:r>
              <a:rPr lang="en-US" altLang="zh-CN" sz="1200" b="0" dirty="0">
                <a:latin typeface="宋体" panose="02010600030101010101" pitchFamily="2" charset="-122"/>
                <a:ea typeface="宋体" panose="02010600030101010101" pitchFamily="2" charset="-122"/>
              </a:rPr>
              <a:t>3</a:t>
            </a:r>
            <a:r>
              <a:rPr lang="zh-CN" altLang="en-US" sz="1200" b="0" dirty="0">
                <a:latin typeface="宋体" panose="02010600030101010101" pitchFamily="2" charset="-122"/>
                <a:ea typeface="宋体" panose="02010600030101010101" pitchFamily="2" charset="-122"/>
              </a:rPr>
              <a:t>号的</a:t>
            </a:r>
            <a:r>
              <a:rPr lang="en-US" altLang="zh-CN" sz="1200" b="0" dirty="0">
                <a:latin typeface="宋体" panose="02010600030101010101" pitchFamily="2" charset="-122"/>
                <a:ea typeface="宋体" panose="02010600030101010101" pitchFamily="2" charset="-122"/>
              </a:rPr>
              <a:t>D</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31</a:t>
            </a:r>
            <a:r>
              <a:rPr lang="zh-CN" altLang="en-US" sz="1200" b="0" dirty="0">
                <a:latin typeface="宋体" panose="02010600030101010101" pitchFamily="2" charset="-122"/>
                <a:ea typeface="宋体" panose="02010600030101010101" pitchFamily="2" charset="-122"/>
              </a:rPr>
              <a:t>）它的第一个邻接顶点是</a:t>
            </a:r>
            <a:r>
              <a:rPr lang="en-US" altLang="zh-CN" sz="1200" b="0" dirty="0">
                <a:latin typeface="宋体" panose="02010600030101010101" pitchFamily="2" charset="-122"/>
                <a:ea typeface="宋体" panose="02010600030101010101" pitchFamily="2" charset="-122"/>
              </a:rPr>
              <a:t>5</a:t>
            </a:r>
            <a:r>
              <a:rPr lang="zh-CN" altLang="en-US" sz="1200" b="0" dirty="0">
                <a:latin typeface="宋体" panose="02010600030101010101" pitchFamily="2" charset="-122"/>
                <a:ea typeface="宋体" panose="02010600030101010101" pitchFamily="2" charset="-122"/>
              </a:rPr>
              <a:t>号的</a:t>
            </a:r>
            <a:r>
              <a:rPr lang="en-US" altLang="zh-CN" sz="1200" b="0" dirty="0">
                <a:latin typeface="宋体" panose="02010600030101010101" pitchFamily="2" charset="-122"/>
                <a:ea typeface="宋体" panose="02010600030101010101" pitchFamily="2" charset="-122"/>
              </a:rPr>
              <a:t>F</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32</a:t>
            </a:r>
            <a:r>
              <a:rPr lang="zh-CN" altLang="en-US" sz="1200" b="0" dirty="0">
                <a:latin typeface="宋体" panose="02010600030101010101" pitchFamily="2" charset="-122"/>
                <a:ea typeface="宋体" panose="02010600030101010101" pitchFamily="2" charset="-122"/>
              </a:rPr>
              <a:t>）但</a:t>
            </a:r>
            <a:r>
              <a:rPr lang="en-US" altLang="zh-CN" sz="1200" b="0" dirty="0">
                <a:latin typeface="宋体" panose="02010600030101010101" pitchFamily="2" charset="-122"/>
                <a:ea typeface="宋体" panose="02010600030101010101" pitchFamily="2" charset="-122"/>
              </a:rPr>
              <a:t>F</a:t>
            </a:r>
            <a:r>
              <a:rPr lang="zh-CN" altLang="en-US" sz="1200" b="0" dirty="0">
                <a:latin typeface="宋体" panose="02010600030101010101" pitchFamily="2" charset="-122"/>
                <a:ea typeface="宋体" panose="02010600030101010101" pitchFamily="2" charset="-122"/>
              </a:rPr>
              <a:t>已被打上了已访问的标志。</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33</a:t>
            </a:r>
            <a:r>
              <a:rPr lang="zh-CN" altLang="en-US" sz="1200" b="0" dirty="0">
                <a:latin typeface="宋体" panose="02010600030101010101" pitchFamily="2" charset="-122"/>
                <a:ea typeface="宋体" panose="02010600030101010101" pitchFamily="2" charset="-122"/>
              </a:rPr>
              <a:t>）取</a:t>
            </a:r>
            <a:r>
              <a:rPr lang="en-US" altLang="zh-CN" sz="1200" b="0" dirty="0">
                <a:latin typeface="宋体" panose="02010600030101010101" pitchFamily="2" charset="-122"/>
                <a:ea typeface="宋体" panose="02010600030101010101" pitchFamily="2" charset="-122"/>
              </a:rPr>
              <a:t>F</a:t>
            </a:r>
            <a:r>
              <a:rPr lang="zh-CN" altLang="en-US" sz="1200" b="0" dirty="0">
                <a:latin typeface="宋体" panose="02010600030101010101" pitchFamily="2" charset="-122"/>
                <a:ea typeface="宋体" panose="02010600030101010101" pitchFamily="2" charset="-122"/>
              </a:rPr>
              <a:t>的下一个邻接顶点不成功。</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34</a:t>
            </a:r>
            <a:r>
              <a:rPr lang="zh-CN" altLang="en-US" sz="1200" b="0" dirty="0">
                <a:latin typeface="宋体" panose="02010600030101010101" pitchFamily="2" charset="-122"/>
                <a:ea typeface="宋体" panose="02010600030101010101" pitchFamily="2" charset="-122"/>
              </a:rPr>
              <a:t>）又回到</a:t>
            </a:r>
            <a:r>
              <a:rPr lang="en-US" altLang="zh-CN" sz="1200" b="0" dirty="0">
                <a:latin typeface="宋体" panose="02010600030101010101" pitchFamily="2" charset="-122"/>
                <a:ea typeface="宋体" panose="02010600030101010101" pitchFamily="2" charset="-122"/>
              </a:rPr>
              <a:t>while</a:t>
            </a:r>
            <a:r>
              <a:rPr lang="zh-CN" altLang="en-US" sz="1200" b="0" dirty="0">
                <a:latin typeface="宋体" panose="02010600030101010101" pitchFamily="2" charset="-122"/>
                <a:ea typeface="宋体" panose="02010600030101010101" pitchFamily="2" charset="-122"/>
              </a:rPr>
              <a:t>首部，现在队列已空，出队不成功！</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35</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While</a:t>
            </a:r>
            <a:r>
              <a:rPr lang="zh-CN" altLang="en-US" sz="1200" b="0" dirty="0">
                <a:latin typeface="宋体" panose="02010600030101010101" pitchFamily="2" charset="-122"/>
                <a:ea typeface="宋体" panose="02010600030101010101" pitchFamily="2" charset="-122"/>
              </a:rPr>
              <a:t>循环的结束，表明从</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开始的广度优先搜索遍历告一段落，</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能到达的顶点都已访问。</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36</a:t>
            </a:r>
            <a:r>
              <a:rPr lang="zh-CN" altLang="en-US" sz="1200" b="0" dirty="0">
                <a:latin typeface="宋体" panose="02010600030101010101" pitchFamily="2" charset="-122"/>
                <a:ea typeface="宋体" panose="02010600030101010101" pitchFamily="2" charset="-122"/>
              </a:rPr>
              <a:t>）回到外层的</a:t>
            </a:r>
            <a:r>
              <a:rPr lang="en-US" altLang="zh-CN" sz="1200" b="0" dirty="0">
                <a:latin typeface="宋体" panose="02010600030101010101" pitchFamily="2" charset="-122"/>
                <a:ea typeface="宋体" panose="02010600030101010101" pitchFamily="2" charset="-122"/>
              </a:rPr>
              <a:t>for</a:t>
            </a:r>
            <a:r>
              <a:rPr lang="zh-CN" altLang="en-US" sz="1200" b="0" dirty="0">
                <a:latin typeface="宋体" panose="02010600030101010101" pitchFamily="2" charset="-122"/>
                <a:ea typeface="宋体" panose="02010600030101010101" pitchFamily="2" charset="-122"/>
              </a:rPr>
              <a:t>循环，下一个要检查的是</a:t>
            </a:r>
            <a:r>
              <a:rPr lang="en-US" altLang="zh-CN" sz="1200" b="0" dirty="0">
                <a:latin typeface="宋体" panose="02010600030101010101" pitchFamily="2" charset="-122"/>
                <a:ea typeface="宋体" panose="02010600030101010101" pitchFamily="2" charset="-122"/>
              </a:rPr>
              <a:t>1</a:t>
            </a:r>
            <a:r>
              <a:rPr lang="zh-CN" altLang="en-US" sz="1200" b="0" dirty="0">
                <a:latin typeface="宋体" panose="02010600030101010101" pitchFamily="2" charset="-122"/>
                <a:ea typeface="宋体" panose="02010600030101010101" pitchFamily="2" charset="-122"/>
              </a:rPr>
              <a:t>号顶点</a:t>
            </a:r>
            <a:r>
              <a:rPr lang="en-US" altLang="zh-CN" sz="1200" b="0" dirty="0">
                <a:latin typeface="宋体" panose="02010600030101010101" pitchFamily="2" charset="-122"/>
                <a:ea typeface="宋体" panose="02010600030101010101" pitchFamily="2" charset="-122"/>
              </a:rPr>
              <a:t>B</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37</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B</a:t>
            </a:r>
            <a:r>
              <a:rPr lang="zh-CN" altLang="en-US" sz="1200" b="0" dirty="0">
                <a:latin typeface="宋体" panose="02010600030101010101" pitchFamily="2" charset="-122"/>
                <a:ea typeface="宋体" panose="02010600030101010101" pitchFamily="2" charset="-122"/>
              </a:rPr>
              <a:t>未访问过，</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38</a:t>
            </a:r>
            <a:r>
              <a:rPr lang="zh-CN" altLang="en-US" sz="1200" b="0" dirty="0">
                <a:latin typeface="宋体" panose="02010600030101010101" pitchFamily="2" charset="-122"/>
                <a:ea typeface="宋体" panose="02010600030101010101" pitchFamily="2" charset="-122"/>
              </a:rPr>
              <a:t>）打已访问标志，访问</a:t>
            </a:r>
            <a:r>
              <a:rPr lang="en-US" altLang="zh-CN" sz="1200" b="0" dirty="0">
                <a:latin typeface="宋体" panose="02010600030101010101" pitchFamily="2" charset="-122"/>
                <a:ea typeface="宋体" panose="02010600030101010101" pitchFamily="2" charset="-122"/>
              </a:rPr>
              <a:t>B</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39</a:t>
            </a:r>
            <a:r>
              <a:rPr lang="zh-CN" altLang="en-US" sz="1200" b="0" dirty="0">
                <a:latin typeface="宋体" panose="02010600030101010101" pitchFamily="2" charset="-122"/>
                <a:ea typeface="宋体" panose="02010600030101010101" pitchFamily="2" charset="-122"/>
              </a:rPr>
              <a:t>）入队列。</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40</a:t>
            </a:r>
            <a:r>
              <a:rPr lang="zh-CN" altLang="en-US" sz="1200" b="0" dirty="0">
                <a:latin typeface="宋体" panose="02010600030101010101" pitchFamily="2" charset="-122"/>
                <a:ea typeface="宋体" panose="02010600030101010101" pitchFamily="2" charset="-122"/>
              </a:rPr>
              <a:t>）出队的也是</a:t>
            </a:r>
            <a:r>
              <a:rPr lang="en-US" altLang="zh-CN" sz="1200" b="0" dirty="0">
                <a:latin typeface="宋体" panose="02010600030101010101" pitchFamily="2" charset="-122"/>
                <a:ea typeface="宋体" panose="02010600030101010101" pitchFamily="2" charset="-122"/>
              </a:rPr>
              <a:t>B</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41</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B</a:t>
            </a:r>
            <a:r>
              <a:rPr lang="zh-CN" altLang="en-US" sz="1200" b="0" dirty="0">
                <a:latin typeface="宋体" panose="02010600030101010101" pitchFamily="2" charset="-122"/>
                <a:ea typeface="宋体" panose="02010600030101010101" pitchFamily="2" charset="-122"/>
              </a:rPr>
              <a:t>的第一个邻接顶点是</a:t>
            </a:r>
            <a:r>
              <a:rPr lang="en-US" altLang="zh-CN" sz="1200" b="0" dirty="0">
                <a:latin typeface="宋体" panose="02010600030101010101" pitchFamily="2" charset="-122"/>
                <a:ea typeface="宋体" panose="02010600030101010101" pitchFamily="2" charset="-122"/>
              </a:rPr>
              <a:t>2</a:t>
            </a:r>
            <a:r>
              <a:rPr lang="zh-CN" altLang="en-US" sz="1200" b="0" dirty="0">
                <a:latin typeface="宋体" panose="02010600030101010101" pitchFamily="2" charset="-122"/>
                <a:ea typeface="宋体" panose="02010600030101010101" pitchFamily="2" charset="-122"/>
              </a:rPr>
              <a:t>号的</a:t>
            </a:r>
            <a:r>
              <a:rPr lang="en-US" altLang="zh-CN" sz="1200" b="0" dirty="0">
                <a:latin typeface="宋体" panose="02010600030101010101" pitchFamily="2" charset="-122"/>
                <a:ea typeface="宋体" panose="02010600030101010101" pitchFamily="2" charset="-122"/>
              </a:rPr>
              <a:t>C</a:t>
            </a:r>
            <a:r>
              <a:rPr lang="zh-CN" altLang="en-US" sz="1200" b="0" dirty="0">
                <a:latin typeface="宋体" panose="02010600030101010101" pitchFamily="2" charset="-122"/>
                <a:ea typeface="宋体" panose="02010600030101010101" pitchFamily="2" charset="-122"/>
              </a:rPr>
              <a:t>，</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42</a:t>
            </a:r>
            <a:r>
              <a:rPr lang="zh-CN" altLang="en-US" sz="1200" b="0" dirty="0">
                <a:latin typeface="宋体" panose="02010600030101010101" pitchFamily="2" charset="-122"/>
                <a:ea typeface="宋体" panose="02010600030101010101" pitchFamily="2" charset="-122"/>
              </a:rPr>
              <a:t>）已访问，取下一个邻接顶点不成功，回到外层</a:t>
            </a:r>
            <a:r>
              <a:rPr lang="en-US" altLang="zh-CN" sz="1200" b="0" dirty="0">
                <a:latin typeface="宋体" panose="02010600030101010101" pitchFamily="2" charset="-122"/>
                <a:ea typeface="宋体" panose="02010600030101010101" pitchFamily="2" charset="-122"/>
              </a:rPr>
              <a:t>for</a:t>
            </a:r>
            <a:r>
              <a:rPr lang="zh-CN" altLang="en-US" sz="1200" b="0" dirty="0">
                <a:latin typeface="宋体" panose="02010600030101010101" pitchFamily="2" charset="-122"/>
                <a:ea typeface="宋体" panose="02010600030101010101" pitchFamily="2" charset="-122"/>
              </a:rPr>
              <a:t>循环。</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43</a:t>
            </a:r>
            <a:r>
              <a:rPr lang="zh-CN" altLang="en-US" sz="1200" b="0" dirty="0">
                <a:latin typeface="宋体" panose="02010600030101010101" pitchFamily="2" charset="-122"/>
                <a:ea typeface="宋体" panose="02010600030101010101" pitchFamily="2" charset="-122"/>
              </a:rPr>
              <a:t>）解读和演示了对顶点</a:t>
            </a:r>
            <a:r>
              <a:rPr lang="en-US" altLang="zh-CN" sz="1200" b="0" dirty="0">
                <a:latin typeface="宋体" panose="02010600030101010101" pitchFamily="2" charset="-122"/>
                <a:ea typeface="宋体" panose="02010600030101010101" pitchFamily="2" charset="-122"/>
              </a:rPr>
              <a:t>A</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C</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F</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D</a:t>
            </a:r>
            <a:r>
              <a:rPr lang="zh-CN" altLang="en-US" sz="1200" b="0" dirty="0">
                <a:latin typeface="宋体" panose="02010600030101010101" pitchFamily="2" charset="-122"/>
                <a:ea typeface="宋体" panose="02010600030101010101" pitchFamily="2" charset="-122"/>
              </a:rPr>
              <a:t>和</a:t>
            </a:r>
            <a:r>
              <a:rPr lang="en-US" altLang="zh-CN" sz="1200" b="0" dirty="0">
                <a:latin typeface="宋体" panose="02010600030101010101" pitchFamily="2" charset="-122"/>
                <a:ea typeface="宋体" panose="02010600030101010101" pitchFamily="2" charset="-122"/>
              </a:rPr>
              <a:t>B</a:t>
            </a:r>
            <a:r>
              <a:rPr lang="zh-CN" altLang="en-US" sz="1200" b="0" dirty="0">
                <a:latin typeface="宋体" panose="02010600030101010101" pitchFamily="2" charset="-122"/>
                <a:ea typeface="宋体" panose="02010600030101010101" pitchFamily="2" charset="-122"/>
              </a:rPr>
              <a:t>的访问，大家应该对算法的基本步骤有了了解，</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44</a:t>
            </a:r>
            <a:r>
              <a:rPr lang="zh-CN" altLang="en-US" sz="1200" b="0" dirty="0">
                <a:latin typeface="宋体" panose="02010600030101010101" pitchFamily="2" charset="-122"/>
                <a:ea typeface="宋体" panose="02010600030101010101" pitchFamily="2" charset="-122"/>
              </a:rPr>
              <a:t>）下面请继续观看余下的演示。</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45</a:t>
            </a:r>
            <a:r>
              <a:rPr lang="zh-CN" altLang="en-US" sz="1200" b="0" dirty="0">
                <a:latin typeface="宋体" panose="02010600030101010101" pitchFamily="2" charset="-122"/>
                <a:ea typeface="宋体" panose="02010600030101010101" pitchFamily="2" charset="-122"/>
              </a:rPr>
              <a:t>）算法运行得到的广度优先序列是</a:t>
            </a:r>
            <a:r>
              <a:rPr lang="en-US" altLang="zh-CN" sz="1200" b="0" dirty="0">
                <a:latin typeface="宋体" panose="02010600030101010101" pitchFamily="2" charset="-122"/>
                <a:ea typeface="宋体" panose="02010600030101010101" pitchFamily="2" charset="-122"/>
              </a:rPr>
              <a:t>ACFDBE</a:t>
            </a:r>
            <a:r>
              <a:rPr lang="zh-CN" altLang="en-US" sz="1200" b="0" dirty="0">
                <a:latin typeface="宋体" panose="02010600030101010101" pitchFamily="2" charset="-122"/>
                <a:ea typeface="宋体" panose="02010600030101010101" pitchFamily="2" charset="-122"/>
              </a:rPr>
              <a:t>。显然该有向图的广度</a:t>
            </a:r>
            <a:r>
              <a:rPr lang="zh-CN" altLang="en-US" sz="1200" b="0">
                <a:latin typeface="宋体" panose="02010600030101010101" pitchFamily="2" charset="-122"/>
                <a:ea typeface="宋体" panose="02010600030101010101" pitchFamily="2" charset="-122"/>
              </a:rPr>
              <a:t>优先序列是不唯一的，</a:t>
            </a:r>
            <a:r>
              <a:rPr lang="zh-CN" altLang="en-US" sz="1200" b="0" dirty="0">
                <a:latin typeface="宋体" panose="02010600030101010101" pitchFamily="2" charset="-122"/>
                <a:ea typeface="宋体" panose="02010600030101010101" pitchFamily="2" charset="-122"/>
              </a:rPr>
              <a:t>相邻顶点的获取次序不同，会导致访问序列的变化。</a:t>
            </a:r>
            <a:endParaRPr lang="en-US" altLang="zh-CN" sz="1200" b="0" dirty="0">
              <a:latin typeface="宋体" panose="02010600030101010101" pitchFamily="2" charset="-122"/>
              <a:ea typeface="宋体" panose="02010600030101010101" pitchFamily="2" charset="-122"/>
            </a:endParaRPr>
          </a:p>
          <a:p>
            <a:pPr>
              <a:lnSpc>
                <a:spcPct val="114000"/>
              </a:lnSpc>
            </a:pPr>
            <a:r>
              <a:rPr lang="zh-CN" altLang="en-US" dirty="0"/>
              <a:t>（</a:t>
            </a:r>
            <a:r>
              <a:rPr lang="en-US" altLang="zh-CN" dirty="0"/>
              <a:t>46</a:t>
            </a:r>
            <a:r>
              <a:rPr lang="zh-CN" altLang="en-US" dirty="0"/>
              <a:t>）最后给大家两道</a:t>
            </a:r>
            <a:r>
              <a:rPr lang="zh-CN" altLang="en-US" sz="1200" b="0" u="sng" dirty="0">
                <a:solidFill>
                  <a:srgbClr val="C00000"/>
                </a:solidFill>
                <a:effectLst>
                  <a:outerShdw blurRad="38100" dist="38100" dir="2700000" algn="tl">
                    <a:srgbClr val="000000">
                      <a:alpha val="43137"/>
                    </a:srgbClr>
                  </a:outerShdw>
                </a:effectLst>
                <a:latin typeface="+mn-ea"/>
              </a:rPr>
              <a:t>思考题</a:t>
            </a:r>
            <a:r>
              <a:rPr lang="zh-CN" altLang="en-US" sz="1200" b="0" dirty="0">
                <a:effectLst>
                  <a:outerShdw blurRad="38100" dist="38100" dir="2700000" algn="tl">
                    <a:srgbClr val="000000">
                      <a:alpha val="43137"/>
                    </a:srgbClr>
                  </a:outerShdw>
                </a:effectLst>
                <a:latin typeface="+mn-ea"/>
              </a:rPr>
              <a:t>：</a:t>
            </a:r>
            <a:endParaRPr lang="en-US" altLang="zh-CN" sz="1200" b="0" dirty="0">
              <a:effectLst>
                <a:outerShdw blurRad="38100" dist="38100" dir="2700000" algn="tl">
                  <a:srgbClr val="000000">
                    <a:alpha val="43137"/>
                  </a:srgbClr>
                </a:outerShdw>
              </a:effectLst>
              <a:latin typeface="+mn-ea"/>
            </a:endParaRPr>
          </a:p>
          <a:p>
            <a:pPr>
              <a:lnSpc>
                <a:spcPct val="114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47</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1</a:t>
            </a:r>
            <a:r>
              <a:rPr lang="zh-CN" altLang="en-US" sz="1200" b="0" dirty="0">
                <a:latin typeface="宋体" panose="02010600030101010101" pitchFamily="2" charset="-122"/>
                <a:ea typeface="宋体" panose="02010600030101010101" pitchFamily="2" charset="-122"/>
              </a:rPr>
              <a:t>）为什么没用递归算法实现广度优先遍历？能不能用？</a:t>
            </a:r>
            <a:endParaRPr lang="en-US" altLang="zh-CN" sz="1200" b="0" dirty="0">
              <a:latin typeface="宋体" panose="02010600030101010101" pitchFamily="2" charset="-122"/>
              <a:ea typeface="宋体" panose="02010600030101010101" pitchFamily="2" charset="-122"/>
            </a:endParaRPr>
          </a:p>
          <a:p>
            <a:pPr>
              <a:lnSpc>
                <a:spcPct val="114000"/>
              </a:lnSpc>
            </a:pP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48</a:t>
            </a:r>
            <a:r>
              <a:rPr lang="zh-CN" altLang="en-US" sz="1200" b="0" dirty="0">
                <a:latin typeface="宋体" panose="02010600030101010101" pitchFamily="2" charset="-122"/>
                <a:ea typeface="宋体" panose="02010600030101010101" pitchFamily="2" charset="-122"/>
              </a:rPr>
              <a:t>）（</a:t>
            </a:r>
            <a:r>
              <a:rPr lang="en-US" altLang="zh-CN" sz="1200" b="0" dirty="0">
                <a:latin typeface="宋体" panose="02010600030101010101" pitchFamily="2" charset="-122"/>
                <a:ea typeface="宋体" panose="02010600030101010101" pitchFamily="2" charset="-122"/>
              </a:rPr>
              <a:t>2</a:t>
            </a:r>
            <a:r>
              <a:rPr lang="zh-CN" altLang="en-US" sz="1200" b="0" dirty="0">
                <a:latin typeface="宋体" panose="02010600030101010101" pitchFamily="2" charset="-122"/>
                <a:ea typeface="宋体" panose="02010600030101010101" pitchFamily="2" charset="-122"/>
              </a:rPr>
              <a:t>）如果把辅助队列换成</a:t>
            </a:r>
            <a:r>
              <a:rPr lang="zh-CN" altLang="en-US" sz="1200" b="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栈</a:t>
            </a:r>
            <a:r>
              <a:rPr lang="zh-CN" altLang="en-US" sz="1200" b="0" dirty="0">
                <a:latin typeface="宋体" panose="02010600030101010101" pitchFamily="2" charset="-122"/>
                <a:ea typeface="宋体" panose="02010600030101010101" pitchFamily="2" charset="-122"/>
              </a:rPr>
              <a:t>，还是图的遍历算法吗？如果是，那属于一种什么搜索策略呢？</a:t>
            </a:r>
            <a:endParaRPr lang="en-US" altLang="zh-CN" sz="1200" b="0" dirty="0">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0568367-0183-4EBD-86ED-CBF727AD259D}" type="slidenum">
              <a:rPr lang="zh-CN" altLang="en-US" smtClean="0"/>
              <a:t>15</a:t>
            </a:fld>
            <a:endParaRPr lang="zh-CN" altLang="en-US"/>
          </a:p>
        </p:txBody>
      </p:sp>
    </p:spTree>
    <p:extLst>
      <p:ext uri="{BB962C8B-B14F-4D97-AF65-F5344CB8AC3E}">
        <p14:creationId xmlns:p14="http://schemas.microsoft.com/office/powerpoint/2010/main" val="13051728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21FD59-C920-460C-B1C9-0346C59420B0}" type="slidenum">
              <a:rPr lang="zh-CN" altLang="en-US" smtClean="0"/>
              <a:t>17</a:t>
            </a:fld>
            <a:endParaRPr lang="zh-CN" altLang="en-US"/>
          </a:p>
        </p:txBody>
      </p:sp>
    </p:spTree>
    <p:extLst>
      <p:ext uri="{BB962C8B-B14F-4D97-AF65-F5344CB8AC3E}">
        <p14:creationId xmlns:p14="http://schemas.microsoft.com/office/powerpoint/2010/main" val="1133640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en-US" altLang="zh-CN" sz="2400" dirty="0">
              <a:effectLst/>
              <a:ea typeface="宋体" panose="02010600030101010101" pitchFamily="2" charset="-122"/>
              <a:cs typeface="Calibri" panose="020F0502020204030204" pitchFamily="34" charset="0"/>
            </a:endParaRPr>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18</a:t>
            </a:fld>
            <a:endParaRPr lang="zh-CN" altLang="en-US" dirty="0"/>
          </a:p>
        </p:txBody>
      </p:sp>
    </p:spTree>
    <p:extLst>
      <p:ext uri="{BB962C8B-B14F-4D97-AF65-F5344CB8AC3E}">
        <p14:creationId xmlns:p14="http://schemas.microsoft.com/office/powerpoint/2010/main" val="907946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E22505-B285-46DF-A8C7-BE179E568906}" type="slidenum">
              <a:rPr lang="zh-CN" altLang="en-US" smtClean="0"/>
              <a:t>22</a:t>
            </a:fld>
            <a:endParaRPr lang="zh-CN" altLang="en-US"/>
          </a:p>
        </p:txBody>
      </p:sp>
    </p:spTree>
    <p:extLst>
      <p:ext uri="{BB962C8B-B14F-4D97-AF65-F5344CB8AC3E}">
        <p14:creationId xmlns:p14="http://schemas.microsoft.com/office/powerpoint/2010/main" val="36463165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2381007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A4E304D-4302-9926-B9E4-A4F22949FF29}"/>
              </a:ext>
            </a:extLst>
          </p:cNvPr>
          <p:cNvSpPr>
            <a:spLocks noGrp="1"/>
          </p:cNvSpPr>
          <p:nvPr>
            <p:ph type="dt" sz="half" idx="10"/>
          </p:nvPr>
        </p:nvSpPr>
        <p:spPr/>
        <p:txBody>
          <a:bodyPr/>
          <a:lstStyle/>
          <a:p>
            <a:fld id="{9D5BE773-4813-48BD-A50D-5974BFBD6D7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B4BA000-FB47-BDF4-4935-3280248825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CFA3F2-32A8-6E83-CD3C-B6BFA5A1C16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531711" y="18704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58269" y="94585"/>
            <a:ext cx="1988226" cy="470079"/>
          </a:xfrm>
          <a:prstGeom prst="rect">
            <a:avLst/>
          </a:prstGeom>
        </p:spPr>
      </p:pic>
    </p:spTree>
    <p:extLst>
      <p:ext uri="{BB962C8B-B14F-4D97-AF65-F5344CB8AC3E}">
        <p14:creationId xmlns:p14="http://schemas.microsoft.com/office/powerpoint/2010/main" val="144546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lumMod val="95000"/>
          </a:schemeClr>
        </a:solidFill>
        <a:effectLst/>
      </p:bgPr>
    </p:bg>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2025/10/25</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819697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3132184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2025/10/25</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890894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1641572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1304141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2025/10/25</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3458367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623598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82052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555159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A1CC3E-4AD0-415E-8EDB-3018AF28B3E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D4383D0-1F3D-4011-A159-9A465B5D491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9BD1E8-27A5-419C-AFF1-C4D74620648A}"/>
              </a:ext>
            </a:extLst>
          </p:cNvPr>
          <p:cNvSpPr>
            <a:spLocks noGrp="1"/>
          </p:cNvSpPr>
          <p:nvPr>
            <p:ph type="dt" sz="half" idx="10"/>
          </p:nvPr>
        </p:nvSpPr>
        <p:spPr/>
        <p:txBody>
          <a:bodyPr/>
          <a:lstStyle/>
          <a:p>
            <a:fld id="{482AA76A-AEC3-4100-890F-5E2899818083}" type="datetimeFigureOut">
              <a:rPr lang="zh-CN" altLang="en-US" smtClean="0"/>
              <a:t>2025/10/25</a:t>
            </a:fld>
            <a:endParaRPr lang="zh-CN" altLang="en-US"/>
          </a:p>
        </p:txBody>
      </p:sp>
      <p:sp>
        <p:nvSpPr>
          <p:cNvPr id="5" name="页脚占位符 4">
            <a:extLst>
              <a:ext uri="{FF2B5EF4-FFF2-40B4-BE49-F238E27FC236}">
                <a16:creationId xmlns:a16="http://schemas.microsoft.com/office/drawing/2014/main" id="{194CECFE-1873-4F06-993C-E227D1FC367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D12A790-CBEE-437C-8846-F3C8CCC56D20}"/>
              </a:ext>
            </a:extLst>
          </p:cNvPr>
          <p:cNvSpPr>
            <a:spLocks noGrp="1"/>
          </p:cNvSpPr>
          <p:nvPr>
            <p:ph type="sldNum" sz="quarter" idx="12"/>
          </p:nvPr>
        </p:nvSpPr>
        <p:spPr/>
        <p:txBody>
          <a:bodyPr/>
          <a:lstStyle/>
          <a:p>
            <a:fld id="{47D71703-A30F-4A50-82EC-5917945D2C54}" type="slidenum">
              <a:rPr lang="zh-CN" altLang="en-US" smtClean="0"/>
              <a:t>‹#›</a:t>
            </a:fld>
            <a:endParaRPr lang="zh-CN" altLang="en-US"/>
          </a:p>
        </p:txBody>
      </p:sp>
    </p:spTree>
    <p:extLst>
      <p:ext uri="{BB962C8B-B14F-4D97-AF65-F5344CB8AC3E}">
        <p14:creationId xmlns:p14="http://schemas.microsoft.com/office/powerpoint/2010/main" val="3197030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A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标题 1"/>
          <p:cNvSpPr>
            <a:spLocks noGrp="1"/>
          </p:cNvSpPr>
          <p:nvPr>
            <p:ph type="title"/>
          </p:nvPr>
        </p:nvSpPr>
        <p:spPr>
          <a:xfrm>
            <a:off x="1586887" y="306750"/>
            <a:ext cx="4197307" cy="43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68582" tIns="34292" rIns="68582" bIns="34292">
            <a:spAutoFit/>
          </a:bodyPr>
          <a:lstStyle>
            <a:lvl1pPr>
              <a:defRPr lang="zh-CN" altLang="en-US" sz="2634" b="0">
                <a:solidFill>
                  <a:schemeClr val="tx1">
                    <a:lumMod val="85000"/>
                    <a:lumOff val="15000"/>
                  </a:schemeClr>
                </a:solidFill>
                <a:latin typeface="微软雅黑" pitchFamily="34" charset="-122"/>
                <a:cs typeface="+mn-cs"/>
              </a:defRPr>
            </a:lvl1pPr>
          </a:lstStyle>
          <a:p>
            <a:pPr lvl="0" algn="l"/>
            <a:r>
              <a:rPr lang="zh-CN" altLang="en-US" dirty="0"/>
              <a:t>单击此处编辑母版标题样式</a:t>
            </a:r>
          </a:p>
        </p:txBody>
      </p:sp>
    </p:spTree>
    <p:extLst>
      <p:ext uri="{BB962C8B-B14F-4D97-AF65-F5344CB8AC3E}">
        <p14:creationId xmlns:p14="http://schemas.microsoft.com/office/powerpoint/2010/main" val="283392748"/>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3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A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标题 1"/>
          <p:cNvSpPr>
            <a:spLocks noGrp="1"/>
          </p:cNvSpPr>
          <p:nvPr>
            <p:ph type="title"/>
          </p:nvPr>
        </p:nvSpPr>
        <p:spPr>
          <a:xfrm>
            <a:off x="1586887" y="306750"/>
            <a:ext cx="4197307" cy="43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68582" tIns="34292" rIns="68582" bIns="34292">
            <a:spAutoFit/>
          </a:bodyPr>
          <a:lstStyle>
            <a:lvl1pPr>
              <a:defRPr lang="zh-CN" altLang="en-US" sz="2634" b="0">
                <a:solidFill>
                  <a:schemeClr val="tx1">
                    <a:lumMod val="85000"/>
                    <a:lumOff val="15000"/>
                  </a:schemeClr>
                </a:solidFill>
                <a:latin typeface="微软雅黑" pitchFamily="34" charset="-122"/>
                <a:cs typeface="+mn-cs"/>
              </a:defRPr>
            </a:lvl1pPr>
          </a:lstStyle>
          <a:p>
            <a:pPr lvl="0" algn="l"/>
            <a:r>
              <a:rPr lang="zh-CN" altLang="en-US" dirty="0"/>
              <a:t>单击此处编辑母版标题样式</a:t>
            </a:r>
          </a:p>
        </p:txBody>
      </p:sp>
    </p:spTree>
    <p:extLst>
      <p:ext uri="{BB962C8B-B14F-4D97-AF65-F5344CB8AC3E}">
        <p14:creationId xmlns:p14="http://schemas.microsoft.com/office/powerpoint/2010/main" val="782596749"/>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4_标题和内容">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AF1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标题 1"/>
          <p:cNvSpPr>
            <a:spLocks noGrp="1"/>
          </p:cNvSpPr>
          <p:nvPr>
            <p:ph type="title"/>
          </p:nvPr>
        </p:nvSpPr>
        <p:spPr>
          <a:xfrm>
            <a:off x="1586887" y="306750"/>
            <a:ext cx="4197307" cy="43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68582" tIns="34292" rIns="68582" bIns="34292">
            <a:spAutoFit/>
          </a:bodyPr>
          <a:lstStyle>
            <a:lvl1pPr>
              <a:defRPr lang="zh-CN" altLang="en-US" sz="2634" b="0">
                <a:solidFill>
                  <a:schemeClr val="tx1">
                    <a:lumMod val="85000"/>
                    <a:lumOff val="15000"/>
                  </a:schemeClr>
                </a:solidFill>
                <a:latin typeface="微软雅黑" pitchFamily="34" charset="-122"/>
                <a:cs typeface="+mn-cs"/>
              </a:defRPr>
            </a:lvl1pPr>
          </a:lstStyle>
          <a:p>
            <a:pPr lvl="0" algn="l"/>
            <a:r>
              <a:rPr lang="zh-CN" altLang="en-US" dirty="0"/>
              <a:t>单击此处编辑母版标题样式</a:t>
            </a:r>
          </a:p>
        </p:txBody>
      </p:sp>
    </p:spTree>
    <p:extLst>
      <p:ext uri="{BB962C8B-B14F-4D97-AF65-F5344CB8AC3E}">
        <p14:creationId xmlns:p14="http://schemas.microsoft.com/office/powerpoint/2010/main" val="2792487184"/>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9325887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21.wmf"/><Relationship Id="rId7" Type="http://schemas.openxmlformats.org/officeDocument/2006/relationships/image" Target="../media/image23.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22.wmf"/><Relationship Id="rId10" Type="http://schemas.openxmlformats.org/officeDocument/2006/relationships/image" Target="../media/image25.png"/><Relationship Id="rId4" Type="http://schemas.openxmlformats.org/officeDocument/2006/relationships/oleObject" Target="../embeddings/oleObject3.bin"/><Relationship Id="rId9" Type="http://schemas.openxmlformats.org/officeDocument/2006/relationships/image" Target="../media/image24.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6560F8BA-EDBF-2910-36F9-4BB297220ED8}"/>
              </a:ext>
            </a:extLst>
          </p:cNvPr>
          <p:cNvSpPr/>
          <p:nvPr/>
        </p:nvSpPr>
        <p:spPr>
          <a:xfrm>
            <a:off x="5891156" y="1900591"/>
            <a:ext cx="5538354" cy="3056818"/>
          </a:xfrm>
          <a:prstGeom prst="roundRect">
            <a:avLst/>
          </a:prstGeom>
          <a:blipFill>
            <a:blip r:embed="rId2"/>
            <a:tile tx="0" ty="0" sx="100000" sy="100000" flip="none" algn="tl"/>
          </a:blipFill>
          <a:ln w="92075" cmpd="thickThi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第 </a:t>
            </a:r>
            <a:r>
              <a:rPr kumimoji="0" lang="en-US" altLang="zh-CN"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Wide Latin" panose="020A0A07050505020404" pitchFamily="18" charset="0"/>
                <a:ea typeface="华文彩云" panose="02010800040101010101" pitchFamily="2" charset="-122"/>
                <a:cs typeface="Times New Roman" panose="02020603050405020304" pitchFamily="18" charset="0"/>
              </a:rPr>
              <a:t>7</a:t>
            </a:r>
            <a:r>
              <a:rPr lang="en-US" altLang="zh-CN" sz="4000" dirty="0">
                <a:solidFill>
                  <a:schemeClr val="accent4">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cs typeface="Times New Roman" panose="02020603050405020304" pitchFamily="18" charset="0"/>
              </a:rPr>
              <a:t> </a:t>
            </a: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章</a:t>
            </a:r>
            <a:r>
              <a:rPr kumimoji="0" lang="zh-CN" altLang="en-US"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    </a:t>
            </a:r>
            <a:endParaRPr kumimoji="0" lang="en-US" altLang="zh-CN"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endParaRPr>
          </a:p>
          <a:p>
            <a:pPr marL="0" marR="0" lvl="0" indent="0" algn="ctr" defTabSz="457200" rtl="0" eaLnBrk="1" fontAlgn="auto" latinLnBrk="0" hangingPunct="1">
              <a:lnSpc>
                <a:spcPct val="150000"/>
              </a:lnSpc>
              <a:spcBef>
                <a:spcPts val="0"/>
              </a:spcBef>
              <a:spcAft>
                <a:spcPts val="0"/>
              </a:spcAft>
              <a:buClrTx/>
              <a:buSzTx/>
              <a:buFontTx/>
              <a:buNone/>
              <a:tabLst/>
              <a:defRPr/>
            </a:pPr>
            <a:r>
              <a:rPr lang="zh-CN" altLang="en-US" sz="6000" dirty="0">
                <a:solidFill>
                  <a:srgbClr val="002060"/>
                </a:solidFill>
                <a:effectLst>
                  <a:outerShdw blurRad="38100" dist="38100" dir="2700000" algn="tl">
                    <a:srgbClr val="000000">
                      <a:alpha val="43137"/>
                    </a:srgbClr>
                  </a:outerShdw>
                </a:effectLst>
                <a:latin typeface="华文行楷" panose="02010800040101010101" pitchFamily="2" charset="-122"/>
                <a:ea typeface="华文行楷" panose="02010800040101010101" pitchFamily="2" charset="-122"/>
              </a:rPr>
              <a:t>图</a:t>
            </a:r>
            <a:endParaRPr kumimoji="0" lang="zh-CN" altLang="en-US" sz="60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ptos" panose="02110004020202020204"/>
              <a:ea typeface="等线" panose="02010600030101010101" pitchFamily="2" charset="-122"/>
              <a:cs typeface="+mn-cs"/>
            </a:endParaRPr>
          </a:p>
        </p:txBody>
      </p:sp>
      <p:sp>
        <p:nvSpPr>
          <p:cNvPr id="3" name="灯片编号占位符 2">
            <a:extLst>
              <a:ext uri="{FF2B5EF4-FFF2-40B4-BE49-F238E27FC236}">
                <a16:creationId xmlns:a16="http://schemas.microsoft.com/office/drawing/2014/main" id="{87153214-7B01-5997-7E63-571F2D9BDE4A}"/>
              </a:ext>
            </a:extLst>
          </p:cNvPr>
          <p:cNvSpPr>
            <a:spLocks noGrp="1"/>
          </p:cNvSpPr>
          <p:nvPr>
            <p:ph type="sldNum" sz="quarter" idx="12"/>
          </p:nvPr>
        </p:nvSpPr>
        <p:spPr/>
        <p:txBody>
          <a:bodyPr/>
          <a:lstStyle/>
          <a:p>
            <a:fld id="{D7C0FE0B-717B-41AE-9FA2-CA4BF851D1C3}" type="slidenum">
              <a:rPr lang="zh-CN" altLang="en-US" smtClean="0"/>
              <a:t>1</a:t>
            </a:fld>
            <a:endParaRPr lang="zh-CN" altLang="en-US"/>
          </a:p>
        </p:txBody>
      </p:sp>
      <p:pic>
        <p:nvPicPr>
          <p:cNvPr id="4" name="图片 3">
            <a:extLst>
              <a:ext uri="{FF2B5EF4-FFF2-40B4-BE49-F238E27FC236}">
                <a16:creationId xmlns:a16="http://schemas.microsoft.com/office/drawing/2014/main" id="{7F3E0640-F6A6-1CEE-0D03-C1ADB7F771B2}"/>
              </a:ext>
            </a:extLst>
          </p:cNvPr>
          <p:cNvPicPr>
            <a:picLocks noChangeAspect="1"/>
          </p:cNvPicPr>
          <p:nvPr/>
        </p:nvPicPr>
        <p:blipFill>
          <a:blip r:embed="rId3"/>
          <a:stretch>
            <a:fillRect/>
          </a:stretch>
        </p:blipFill>
        <p:spPr>
          <a:xfrm>
            <a:off x="0" y="0"/>
            <a:ext cx="5553083" cy="6858000"/>
          </a:xfrm>
          <a:prstGeom prst="rect">
            <a:avLst/>
          </a:prstGeom>
        </p:spPr>
      </p:pic>
    </p:spTree>
    <p:extLst>
      <p:ext uri="{BB962C8B-B14F-4D97-AF65-F5344CB8AC3E}">
        <p14:creationId xmlns:p14="http://schemas.microsoft.com/office/powerpoint/2010/main" val="1294507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824E80F-BBD8-E013-4147-071EBE300540}"/>
              </a:ext>
            </a:extLst>
          </p:cNvPr>
          <p:cNvSpPr>
            <a:spLocks noGrp="1"/>
          </p:cNvSpPr>
          <p:nvPr>
            <p:ph type="sldNum" sz="quarter" idx="12"/>
          </p:nvPr>
        </p:nvSpPr>
        <p:spPr/>
        <p:txBody>
          <a:bodyPr/>
          <a:lstStyle/>
          <a:p>
            <a:fld id="{D7C0FE0B-717B-41AE-9FA2-CA4BF851D1C3}" type="slidenum">
              <a:rPr lang="zh-CN" altLang="en-US" smtClean="0"/>
              <a:t>2</a:t>
            </a:fld>
            <a:endParaRPr lang="zh-CN" altLang="en-US"/>
          </a:p>
        </p:txBody>
      </p:sp>
      <p:sp>
        <p:nvSpPr>
          <p:cNvPr id="4" name="文本框 3">
            <a:extLst>
              <a:ext uri="{FF2B5EF4-FFF2-40B4-BE49-F238E27FC236}">
                <a16:creationId xmlns:a16="http://schemas.microsoft.com/office/drawing/2014/main" id="{428B61C3-20D5-8B1D-7492-0D9990D2E212}"/>
              </a:ext>
            </a:extLst>
          </p:cNvPr>
          <p:cNvSpPr txBox="1"/>
          <p:nvPr/>
        </p:nvSpPr>
        <p:spPr>
          <a:xfrm>
            <a:off x="313362" y="813026"/>
            <a:ext cx="10027577" cy="5853910"/>
          </a:xfrm>
          <a:prstGeom prst="rect">
            <a:avLst/>
          </a:prstGeom>
          <a:solidFill>
            <a:schemeClr val="tx2">
              <a:lumMod val="10000"/>
              <a:lumOff val="90000"/>
            </a:schemeClr>
          </a:solidFill>
          <a:ln>
            <a:solidFill>
              <a:schemeClr val="accent4">
                <a:lumMod val="50000"/>
              </a:schemeClr>
            </a:solidFill>
          </a:ln>
        </p:spPr>
        <p:txBody>
          <a:bodyPr wrap="square">
            <a:spAutoFit/>
          </a:bodyPr>
          <a:lstStyle/>
          <a:p>
            <a:pPr marL="72000" eaLnBrk="0">
              <a:lnSpc>
                <a:spcPct val="90000"/>
              </a:lnSpc>
              <a:buNone/>
            </a:pPr>
            <a:r>
              <a:rPr lang="en-US" altLang="zh-CN" sz="1600" b="1" spc="-15" dirty="0">
                <a:solidFill>
                  <a:srgbClr val="000000"/>
                </a:solidFill>
                <a:effectLst/>
                <a:latin typeface="Courier New" panose="02070309020205020404" pitchFamily="49" charset="0"/>
                <a:ea typeface="Courier New" panose="02070309020205020404" pitchFamily="49" charset="0"/>
              </a:rPr>
              <a:t>ADT Graph {</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zh-CN" altLang="zh-CN" sz="1600" spc="75" dirty="0">
                <a:solidFill>
                  <a:srgbClr val="000000"/>
                </a:solidFill>
                <a:effectLst/>
                <a:latin typeface="Courier New" panose="02070309020205020404" pitchFamily="49" charset="0"/>
                <a:ea typeface="黑体" panose="02010609060101010101" pitchFamily="49" charset="-122"/>
                <a:cs typeface="宋体" panose="02010600030101010101" pitchFamily="2" charset="-122"/>
              </a:rPr>
              <a:t>数据对象</a:t>
            </a:r>
            <a:r>
              <a:rPr lang="en-US" altLang="zh-CN" sz="1600" b="1" spc="75" dirty="0">
                <a:solidFill>
                  <a:srgbClr val="000000"/>
                </a:solidFill>
                <a:effectLst/>
                <a:latin typeface="Courier New" panose="02070309020205020404" pitchFamily="49" charset="0"/>
                <a:ea typeface="Courier New" panose="02070309020205020404" pitchFamily="49" charset="0"/>
              </a:rPr>
              <a:t>V</a:t>
            </a:r>
            <a:r>
              <a:rPr lang="zh-CN" altLang="zh-CN" sz="1600" spc="75"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600" spc="75" dirty="0">
                <a:solidFill>
                  <a:srgbClr val="000000"/>
                </a:solidFill>
                <a:effectLst/>
                <a:latin typeface="Courier New" panose="02070309020205020404" pitchFamily="49" charset="0"/>
                <a:ea typeface="宋体" panose="02010600030101010101" pitchFamily="2" charset="-122"/>
              </a:rPr>
              <a:t>V</a:t>
            </a:r>
            <a:r>
              <a:rPr lang="zh-CN" altLang="zh-CN" sz="1600" spc="75" dirty="0">
                <a:solidFill>
                  <a:srgbClr val="000000"/>
                </a:solidFill>
                <a:effectLst/>
                <a:latin typeface="Courier New" panose="02070309020205020404" pitchFamily="49" charset="0"/>
                <a:ea typeface="宋体" panose="02010600030101010101" pitchFamily="2" charset="-122"/>
              </a:rPr>
              <a:t>是具有相同特性的数据元素的集合，称为顶点集。</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zh-CN" altLang="zh-CN" sz="1600" spc="75" dirty="0">
                <a:solidFill>
                  <a:srgbClr val="000000"/>
                </a:solidFill>
                <a:effectLst/>
                <a:latin typeface="Courier New" panose="02070309020205020404" pitchFamily="49" charset="0"/>
                <a:ea typeface="黑体" panose="02010609060101010101" pitchFamily="49" charset="-122"/>
                <a:cs typeface="宋体" panose="02010600030101010101" pitchFamily="2" charset="-122"/>
              </a:rPr>
              <a:t>数据关系</a:t>
            </a:r>
            <a:r>
              <a:rPr lang="en-US" altLang="zh-CN" sz="1600" b="1" spc="75" dirty="0">
                <a:solidFill>
                  <a:srgbClr val="000000"/>
                </a:solidFill>
                <a:effectLst/>
                <a:latin typeface="Courier New" panose="02070309020205020404" pitchFamily="49" charset="0"/>
                <a:ea typeface="Courier New" panose="02070309020205020404" pitchFamily="49" charset="0"/>
              </a:rPr>
              <a:t>R</a:t>
            </a:r>
            <a:r>
              <a:rPr lang="zh-CN" altLang="zh-CN" sz="1600" spc="70"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eaLnBrk="0">
              <a:lnSpc>
                <a:spcPct val="90000"/>
              </a:lnSpc>
              <a:buNone/>
            </a:pPr>
            <a:r>
              <a:rPr lang="en-US" altLang="zh-CN" sz="1600" spc="40" dirty="0">
                <a:solidFill>
                  <a:srgbClr val="000000"/>
                </a:solidFill>
                <a:effectLst/>
                <a:latin typeface="Courier New" panose="02070309020205020404" pitchFamily="49" charset="0"/>
                <a:ea typeface="宋体" panose="02010600030101010101" pitchFamily="2" charset="-122"/>
              </a:rPr>
              <a:t>R = </a:t>
            </a:r>
            <a:r>
              <a:rPr lang="en-US" altLang="zh-CN" sz="1600" b="1" spc="40" dirty="0">
                <a:solidFill>
                  <a:srgbClr val="000000"/>
                </a:solidFill>
                <a:effectLst/>
                <a:latin typeface="Courier New" panose="02070309020205020404" pitchFamily="49" charset="0"/>
                <a:ea typeface="宋体" panose="02010600030101010101" pitchFamily="2" charset="-122"/>
              </a:rPr>
              <a:t>{</a:t>
            </a:r>
            <a:r>
              <a:rPr lang="en-US" altLang="zh-CN" sz="1600" spc="40" dirty="0">
                <a:solidFill>
                  <a:srgbClr val="000000"/>
                </a:solidFill>
                <a:effectLst/>
                <a:latin typeface="Courier New" panose="02070309020205020404" pitchFamily="49" charset="0"/>
                <a:ea typeface="宋体" panose="02010600030101010101" pitchFamily="2" charset="-122"/>
              </a:rPr>
              <a:t>VR</a:t>
            </a:r>
            <a:r>
              <a:rPr lang="en-US" altLang="zh-CN" sz="1600" b="1" spc="40" dirty="0">
                <a:solidFill>
                  <a:srgbClr val="000000"/>
                </a:solidFill>
                <a:effectLst/>
                <a:latin typeface="Courier New" panose="02070309020205020404" pitchFamily="49" charset="0"/>
                <a:ea typeface="宋体" panose="02010600030101010101" pitchFamily="2" charset="-122"/>
              </a:rPr>
              <a:t>}</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en-US" altLang="zh-CN" sz="1600" dirty="0">
                <a:solidFill>
                  <a:srgbClr val="000000"/>
                </a:solidFill>
                <a:effectLst/>
                <a:latin typeface="Courier New" panose="02070309020205020404" pitchFamily="49" charset="0"/>
                <a:ea typeface="宋体" panose="02010600030101010101" pitchFamily="2" charset="-122"/>
              </a:rPr>
              <a:t>VR </a:t>
            </a:r>
            <a:r>
              <a:rPr lang="en-US" altLang="zh-CN" sz="1600" spc="75" dirty="0">
                <a:solidFill>
                  <a:srgbClr val="000000"/>
                </a:solidFill>
                <a:effectLst/>
                <a:latin typeface="Courier New" panose="02070309020205020404" pitchFamily="49" charset="0"/>
                <a:ea typeface="宋体" panose="02010600030101010101" pitchFamily="2" charset="-122"/>
              </a:rPr>
              <a:t>= </a:t>
            </a:r>
            <a:r>
              <a:rPr lang="en-US" altLang="zh-CN" sz="1600" b="1" spc="40" dirty="0">
                <a:solidFill>
                  <a:srgbClr val="000000"/>
                </a:solidFill>
                <a:effectLst/>
                <a:latin typeface="Courier New" panose="02070309020205020404" pitchFamily="49" charset="0"/>
                <a:ea typeface="宋体" panose="02010600030101010101" pitchFamily="2" charset="-122"/>
              </a:rPr>
              <a:t>{ </a:t>
            </a:r>
            <a:r>
              <a:rPr lang="en-US" altLang="zh-CN" sz="1600" spc="75" dirty="0">
                <a:solidFill>
                  <a:srgbClr val="000000"/>
                </a:solidFill>
                <a:effectLst/>
                <a:latin typeface="Courier New" panose="02070309020205020404" pitchFamily="49" charset="0"/>
                <a:ea typeface="宋体" panose="02010600030101010101" pitchFamily="2" charset="-122"/>
              </a:rPr>
              <a:t>&lt;</a:t>
            </a:r>
            <a:r>
              <a:rPr lang="en-US" altLang="zh-CN" sz="1600" spc="75" dirty="0" err="1">
                <a:solidFill>
                  <a:srgbClr val="000000"/>
                </a:solidFill>
                <a:effectLst/>
                <a:latin typeface="Courier New" panose="02070309020205020404" pitchFamily="49" charset="0"/>
                <a:ea typeface="宋体" panose="02010600030101010101" pitchFamily="2" charset="-122"/>
              </a:rPr>
              <a:t>v,w</a:t>
            </a:r>
            <a:r>
              <a:rPr lang="en-US" altLang="zh-CN" sz="1600" spc="75" dirty="0">
                <a:solidFill>
                  <a:srgbClr val="000000"/>
                </a:solidFill>
                <a:effectLst/>
                <a:latin typeface="Courier New" panose="02070309020205020404" pitchFamily="49" charset="0"/>
                <a:ea typeface="宋体" panose="02010600030101010101" pitchFamily="2" charset="-122"/>
              </a:rPr>
              <a:t>&gt; </a:t>
            </a:r>
            <a:r>
              <a:rPr lang="en-US" altLang="zh-CN" sz="1600" b="1" spc="40" dirty="0">
                <a:solidFill>
                  <a:srgbClr val="000000"/>
                </a:solidFill>
                <a:effectLst/>
                <a:latin typeface="Courier New" panose="02070309020205020404" pitchFamily="49" charset="0"/>
                <a:ea typeface="宋体" panose="02010600030101010101" pitchFamily="2" charset="-122"/>
              </a:rPr>
              <a:t>| </a:t>
            </a:r>
            <a:r>
              <a:rPr lang="en-US" altLang="zh-CN" sz="1600" spc="75" dirty="0" err="1">
                <a:solidFill>
                  <a:srgbClr val="000000"/>
                </a:solidFill>
                <a:effectLst/>
                <a:latin typeface="Courier New" panose="02070309020205020404" pitchFamily="49" charset="0"/>
                <a:ea typeface="宋体" panose="02010600030101010101" pitchFamily="2" charset="-122"/>
              </a:rPr>
              <a:t>v,w</a:t>
            </a:r>
            <a:r>
              <a:rPr lang="zh-CN" altLang="zh-CN" sz="1600" spc="75" dirty="0">
                <a:solidFill>
                  <a:srgbClr val="000000"/>
                </a:solidFill>
                <a:effectLst/>
                <a:latin typeface="Courier New" panose="02070309020205020404" pitchFamily="49" charset="0"/>
                <a:ea typeface="宋体" panose="02010600030101010101" pitchFamily="2" charset="-122"/>
                <a:cs typeface="宋体" panose="02010600030101010101" pitchFamily="2" charset="-122"/>
              </a:rPr>
              <a:t>∈</a:t>
            </a:r>
            <a:r>
              <a:rPr lang="en-US" altLang="zh-CN" sz="1600" spc="75" dirty="0">
                <a:solidFill>
                  <a:srgbClr val="000000"/>
                </a:solidFill>
                <a:effectLst/>
                <a:latin typeface="Courier New" panose="02070309020205020404" pitchFamily="49" charset="0"/>
                <a:ea typeface="宋体" panose="02010600030101010101" pitchFamily="2" charset="-122"/>
              </a:rPr>
              <a:t>V</a:t>
            </a:r>
            <a:r>
              <a:rPr lang="zh-CN" altLang="zh-CN" sz="1600" spc="75" dirty="0">
                <a:solidFill>
                  <a:srgbClr val="000000"/>
                </a:solidFill>
                <a:effectLst/>
                <a:latin typeface="Courier New" panose="02070309020205020404" pitchFamily="49" charset="0"/>
                <a:ea typeface="宋体" panose="02010600030101010101" pitchFamily="2" charset="-122"/>
              </a:rPr>
              <a:t>且</a:t>
            </a:r>
            <a:r>
              <a:rPr lang="en-US" altLang="zh-CN" sz="1600" spc="75" dirty="0">
                <a:solidFill>
                  <a:srgbClr val="000000"/>
                </a:solidFill>
                <a:effectLst/>
                <a:latin typeface="Courier New" panose="02070309020205020404" pitchFamily="49" charset="0"/>
                <a:ea typeface="宋体" panose="02010600030101010101" pitchFamily="2" charset="-122"/>
              </a:rPr>
              <a:t>P(</a:t>
            </a:r>
            <a:r>
              <a:rPr lang="en-US" altLang="zh-CN" sz="1600" spc="75" dirty="0" err="1">
                <a:solidFill>
                  <a:srgbClr val="000000"/>
                </a:solidFill>
                <a:effectLst/>
                <a:latin typeface="Courier New" panose="02070309020205020404" pitchFamily="49" charset="0"/>
                <a:ea typeface="宋体" panose="02010600030101010101" pitchFamily="2" charset="-122"/>
              </a:rPr>
              <a:t>v</a:t>
            </a:r>
            <a:r>
              <a:rPr lang="en-US" altLang="zh-CN" sz="1600" spc="70" dirty="0" err="1">
                <a:solidFill>
                  <a:srgbClr val="000000"/>
                </a:solidFill>
                <a:effectLst/>
                <a:latin typeface="Courier New" panose="02070309020205020404" pitchFamily="49" charset="0"/>
                <a:ea typeface="宋体" panose="02010600030101010101" pitchFamily="2" charset="-122"/>
              </a:rPr>
              <a:t>,w</a:t>
            </a:r>
            <a:r>
              <a:rPr lang="en-US" altLang="zh-CN" sz="1600" spc="70" dirty="0">
                <a:solidFill>
                  <a:srgbClr val="000000"/>
                </a:solidFill>
                <a:effectLst/>
                <a:latin typeface="Courier New" panose="02070309020205020404" pitchFamily="49" charset="0"/>
                <a:ea typeface="宋体" panose="02010600030101010101" pitchFamily="2" charset="-122"/>
              </a:rPr>
              <a:t>)</a:t>
            </a:r>
            <a:r>
              <a:rPr lang="zh-CN" altLang="zh-CN" sz="1600" spc="70" dirty="0">
                <a:solidFill>
                  <a:srgbClr val="000000"/>
                </a:solidFill>
                <a:effectLst/>
                <a:latin typeface="Courier New" panose="02070309020205020404" pitchFamily="49" charset="0"/>
                <a:ea typeface="宋体" panose="02010600030101010101" pitchFamily="2" charset="-122"/>
              </a:rPr>
              <a:t>，</a:t>
            </a:r>
            <a:r>
              <a:rPr lang="en-US" altLang="zh-CN" sz="1600" spc="70" dirty="0">
                <a:solidFill>
                  <a:srgbClr val="000000"/>
                </a:solidFill>
                <a:effectLst/>
                <a:latin typeface="Courier New" panose="02070309020205020404" pitchFamily="49" charset="0"/>
                <a:ea typeface="宋体" panose="02010600030101010101" pitchFamily="2" charset="-122"/>
              </a:rPr>
              <a:t>&lt;</a:t>
            </a:r>
            <a:r>
              <a:rPr lang="en-US" altLang="zh-CN" sz="1600" spc="70" dirty="0" err="1">
                <a:solidFill>
                  <a:srgbClr val="000000"/>
                </a:solidFill>
                <a:effectLst/>
                <a:latin typeface="Courier New" panose="02070309020205020404" pitchFamily="49" charset="0"/>
                <a:ea typeface="宋体" panose="02010600030101010101" pitchFamily="2" charset="-122"/>
              </a:rPr>
              <a:t>v,w</a:t>
            </a:r>
            <a:r>
              <a:rPr lang="en-US" altLang="zh-CN" sz="1600" spc="70" dirty="0">
                <a:solidFill>
                  <a:srgbClr val="000000"/>
                </a:solidFill>
                <a:effectLst/>
                <a:latin typeface="Courier New" panose="02070309020205020404" pitchFamily="49" charset="0"/>
                <a:ea typeface="宋体" panose="02010600030101010101" pitchFamily="2" charset="-122"/>
              </a:rPr>
              <a:t>&gt;</a:t>
            </a:r>
            <a:r>
              <a:rPr lang="zh-CN" altLang="zh-CN" sz="1600" spc="70" dirty="0">
                <a:solidFill>
                  <a:srgbClr val="000000"/>
                </a:solidFill>
                <a:effectLst/>
                <a:latin typeface="Courier New" panose="02070309020205020404" pitchFamily="49" charset="0"/>
                <a:ea typeface="宋体" panose="02010600030101010101" pitchFamily="2" charset="-122"/>
              </a:rPr>
              <a:t>表示从</a:t>
            </a:r>
            <a:r>
              <a:rPr lang="en-US" altLang="zh-CN" sz="1600" spc="70" dirty="0">
                <a:solidFill>
                  <a:srgbClr val="000000"/>
                </a:solidFill>
                <a:effectLst/>
                <a:latin typeface="Courier New" panose="02070309020205020404" pitchFamily="49" charset="0"/>
                <a:ea typeface="宋体" panose="02010600030101010101" pitchFamily="2" charset="-122"/>
              </a:rPr>
              <a:t>v</a:t>
            </a:r>
            <a:r>
              <a:rPr lang="zh-CN" altLang="zh-CN" sz="1600" spc="70" dirty="0">
                <a:solidFill>
                  <a:srgbClr val="000000"/>
                </a:solidFill>
                <a:effectLst/>
                <a:latin typeface="Courier New" panose="02070309020205020404" pitchFamily="49" charset="0"/>
                <a:ea typeface="宋体" panose="02010600030101010101" pitchFamily="2" charset="-122"/>
              </a:rPr>
              <a:t>到</a:t>
            </a:r>
            <a:r>
              <a:rPr lang="en-US" altLang="zh-CN" sz="1600" spc="70" dirty="0">
                <a:solidFill>
                  <a:srgbClr val="000000"/>
                </a:solidFill>
                <a:effectLst/>
                <a:latin typeface="Courier New" panose="02070309020205020404" pitchFamily="49" charset="0"/>
                <a:ea typeface="宋体" panose="02010600030101010101" pitchFamily="2" charset="-122"/>
              </a:rPr>
              <a:t>W</a:t>
            </a:r>
            <a:r>
              <a:rPr lang="zh-CN" altLang="zh-CN" sz="1600" spc="70" dirty="0">
                <a:solidFill>
                  <a:srgbClr val="000000"/>
                </a:solidFill>
                <a:effectLst/>
                <a:latin typeface="Courier New" panose="02070309020205020404" pitchFamily="49" charset="0"/>
                <a:ea typeface="宋体" panose="02010600030101010101" pitchFamily="2" charset="-122"/>
              </a:rPr>
              <a:t>的弧</a:t>
            </a:r>
            <a:r>
              <a:rPr lang="zh-CN" altLang="zh-CN" sz="1600" spc="75" dirty="0">
                <a:solidFill>
                  <a:srgbClr val="000000"/>
                </a:solidFill>
                <a:effectLst/>
                <a:latin typeface="Courier New" panose="02070309020205020404" pitchFamily="49" charset="0"/>
                <a:ea typeface="宋体" panose="02010600030101010101" pitchFamily="2" charset="-122"/>
              </a:rPr>
              <a:t>，</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zh-CN" altLang="zh-CN" sz="1600" spc="80" dirty="0">
                <a:solidFill>
                  <a:srgbClr val="000000"/>
                </a:solidFill>
                <a:effectLst/>
                <a:latin typeface="Courier New" panose="02070309020205020404" pitchFamily="49" charset="0"/>
                <a:ea typeface="宋体" panose="02010600030101010101" pitchFamily="2" charset="-122"/>
              </a:rPr>
              <a:t>谓词</a:t>
            </a:r>
            <a:r>
              <a:rPr lang="en-US" altLang="zh-CN" sz="1600" spc="80" dirty="0">
                <a:solidFill>
                  <a:srgbClr val="000000"/>
                </a:solidFill>
                <a:effectLst/>
                <a:latin typeface="Courier New" panose="02070309020205020404" pitchFamily="49" charset="0"/>
                <a:ea typeface="宋体" panose="02010600030101010101" pitchFamily="2" charset="-122"/>
              </a:rPr>
              <a:t>P(</a:t>
            </a:r>
            <a:r>
              <a:rPr lang="en-US" altLang="zh-CN" sz="1600" spc="80" dirty="0" err="1">
                <a:solidFill>
                  <a:srgbClr val="000000"/>
                </a:solidFill>
                <a:effectLst/>
                <a:latin typeface="Courier New" panose="02070309020205020404" pitchFamily="49" charset="0"/>
                <a:ea typeface="宋体" panose="02010600030101010101" pitchFamily="2" charset="-122"/>
              </a:rPr>
              <a:t>v,w</a:t>
            </a:r>
            <a:r>
              <a:rPr lang="en-US" altLang="zh-CN" sz="1600" spc="80" dirty="0">
                <a:solidFill>
                  <a:srgbClr val="000000"/>
                </a:solidFill>
                <a:effectLst/>
                <a:latin typeface="Courier New" panose="02070309020205020404" pitchFamily="49" charset="0"/>
                <a:ea typeface="宋体" panose="02010600030101010101" pitchFamily="2" charset="-122"/>
              </a:rPr>
              <a:t>)</a:t>
            </a:r>
            <a:r>
              <a:rPr lang="zh-CN" altLang="zh-CN" sz="1600" spc="80" dirty="0">
                <a:solidFill>
                  <a:srgbClr val="000000"/>
                </a:solidFill>
                <a:effectLst/>
                <a:latin typeface="Courier New" panose="02070309020205020404" pitchFamily="49" charset="0"/>
                <a:ea typeface="宋体" panose="02010600030101010101" pitchFamily="2" charset="-122"/>
              </a:rPr>
              <a:t>定义了弧</a:t>
            </a:r>
            <a:r>
              <a:rPr lang="en-US" altLang="zh-CN" sz="1600" spc="80" dirty="0">
                <a:solidFill>
                  <a:srgbClr val="000000"/>
                </a:solidFill>
                <a:effectLst/>
                <a:latin typeface="Courier New" panose="02070309020205020404" pitchFamily="49" charset="0"/>
                <a:ea typeface="宋体" panose="02010600030101010101" pitchFamily="2" charset="-122"/>
              </a:rPr>
              <a:t>&lt;</a:t>
            </a:r>
            <a:r>
              <a:rPr lang="en-US" altLang="zh-CN" sz="1600" spc="80" dirty="0" err="1">
                <a:solidFill>
                  <a:srgbClr val="000000"/>
                </a:solidFill>
                <a:effectLst/>
                <a:latin typeface="Courier New" panose="02070309020205020404" pitchFamily="49" charset="0"/>
                <a:ea typeface="宋体" panose="02010600030101010101" pitchFamily="2" charset="-122"/>
              </a:rPr>
              <a:t>v,w</a:t>
            </a:r>
            <a:r>
              <a:rPr lang="en-US" altLang="zh-CN" sz="1600" spc="80" dirty="0">
                <a:solidFill>
                  <a:srgbClr val="000000"/>
                </a:solidFill>
                <a:effectLst/>
                <a:latin typeface="Courier New" panose="02070309020205020404" pitchFamily="49" charset="0"/>
                <a:ea typeface="宋体" panose="02010600030101010101" pitchFamily="2" charset="-122"/>
              </a:rPr>
              <a:t>&gt;</a:t>
            </a:r>
            <a:r>
              <a:rPr lang="zh-CN" altLang="zh-CN" sz="1600" spc="80" dirty="0">
                <a:solidFill>
                  <a:srgbClr val="000000"/>
                </a:solidFill>
                <a:effectLst/>
                <a:latin typeface="Courier New" panose="02070309020205020404" pitchFamily="49" charset="0"/>
                <a:ea typeface="宋体" panose="02010600030101010101" pitchFamily="2" charset="-122"/>
              </a:rPr>
              <a:t>的意义或信息 </a:t>
            </a:r>
            <a:r>
              <a:rPr lang="en-US" altLang="zh-CN" sz="1600" b="1" spc="40" dirty="0">
                <a:solidFill>
                  <a:srgbClr val="000000"/>
                </a:solidFill>
                <a:effectLst/>
                <a:latin typeface="Courier New" panose="02070309020205020404" pitchFamily="49" charset="0"/>
                <a:ea typeface="宋体" panose="02010600030101010101" pitchFamily="2" charset="-122"/>
              </a:rPr>
              <a:t>}</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eaLnBrk="0">
              <a:lnSpc>
                <a:spcPct val="90000"/>
              </a:lnSpc>
              <a:buNone/>
            </a:pPr>
            <a:r>
              <a:rPr lang="zh-CN" altLang="zh-CN" sz="1600" spc="75" dirty="0">
                <a:solidFill>
                  <a:srgbClr val="000000"/>
                </a:solidFill>
                <a:effectLst/>
                <a:latin typeface="Courier New" panose="02070309020205020404" pitchFamily="49" charset="0"/>
                <a:ea typeface="黑体" panose="02010609060101010101" pitchFamily="49" charset="-122"/>
                <a:cs typeface="宋体" panose="02010600030101010101" pitchFamily="2" charset="-122"/>
              </a:rPr>
              <a:t>基本操作</a:t>
            </a:r>
            <a:r>
              <a:rPr lang="en-US" altLang="zh-CN" sz="1600" b="1" spc="75" dirty="0">
                <a:solidFill>
                  <a:srgbClr val="000000"/>
                </a:solidFill>
                <a:effectLst/>
                <a:latin typeface="Courier New" panose="02070309020205020404" pitchFamily="49" charset="0"/>
                <a:ea typeface="Courier New" panose="02070309020205020404" pitchFamily="49" charset="0"/>
              </a:rPr>
              <a:t>P</a:t>
            </a:r>
            <a:r>
              <a:rPr lang="en-US" altLang="zh-CN" sz="1600" spc="70" dirty="0">
                <a:solidFill>
                  <a:srgbClr val="000000"/>
                </a:solidFill>
                <a:effectLst/>
                <a:latin typeface="宋体" panose="02010600030101010101" pitchFamily="2" charset="-122"/>
                <a:ea typeface="Courier New" panose="02070309020205020404" pitchFamily="49" charset="0"/>
                <a:cs typeface="宋体" panose="02010600030101010101" pitchFamily="2" charset="-122"/>
              </a:rPr>
              <a:t>：</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eaLnBrk="0">
              <a:lnSpc>
                <a:spcPct val="90000"/>
              </a:lnSpc>
              <a:buNone/>
            </a:pPr>
            <a:r>
              <a:rPr lang="en-US" altLang="zh-CN" sz="1600" spc="-5" dirty="0">
                <a:solidFill>
                  <a:srgbClr val="000000"/>
                </a:solidFill>
                <a:effectLst/>
                <a:latin typeface="Courier New" panose="02070309020205020404" pitchFamily="49" charset="0"/>
                <a:ea typeface="宋体" panose="02010600030101010101" pitchFamily="2" charset="-122"/>
              </a:rPr>
              <a:t> </a:t>
            </a:r>
            <a:r>
              <a:rPr lang="en-US" altLang="zh-CN" sz="1600" b="1" spc="-5" dirty="0" err="1">
                <a:solidFill>
                  <a:srgbClr val="000000"/>
                </a:solidFill>
                <a:effectLst/>
                <a:latin typeface="Courier New" panose="02070309020205020404" pitchFamily="49" charset="0"/>
                <a:ea typeface="宋体" panose="02010600030101010101" pitchFamily="2" charset="-122"/>
              </a:rPr>
              <a:t>MakeGraph</a:t>
            </a:r>
            <a:r>
              <a:rPr lang="en-US" altLang="zh-CN" sz="1600" b="1" spc="-5" dirty="0">
                <a:solidFill>
                  <a:srgbClr val="000000"/>
                </a:solidFill>
                <a:effectLst/>
                <a:latin typeface="Courier New" panose="02070309020205020404" pitchFamily="49" charset="0"/>
                <a:ea typeface="宋体" panose="02010600030101010101" pitchFamily="2" charset="-122"/>
              </a:rPr>
              <a:t>(V, VR);</a:t>
            </a:r>
            <a:endParaRPr lang="zh-CN" altLang="zh-CN" sz="1600" b="1" dirty="0">
              <a:solidFill>
                <a:srgbClr val="000000"/>
              </a:solidFill>
              <a:effectLst/>
              <a:latin typeface="Courier New" panose="02070309020205020404" pitchFamily="49" charset="0"/>
              <a:ea typeface="Courier New" panose="02070309020205020404" pitchFamily="49" charset="0"/>
            </a:endParaRPr>
          </a:p>
          <a:p>
            <a:pPr marL="72000" marR="6350" eaLnBrk="0">
              <a:lnSpc>
                <a:spcPct val="90000"/>
              </a:lnSpc>
              <a:buNone/>
            </a:pPr>
            <a:r>
              <a:rPr lang="en-US" altLang="zh-CN" sz="1600" spc="95" dirty="0">
                <a:solidFill>
                  <a:srgbClr val="000000"/>
                </a:solidFill>
                <a:effectLst/>
                <a:latin typeface="Courier New" panose="02070309020205020404" pitchFamily="49" charset="0"/>
                <a:ea typeface="宋体" panose="02010600030101010101" pitchFamily="2" charset="-122"/>
              </a:rPr>
              <a:t>  </a:t>
            </a:r>
            <a:r>
              <a:rPr lang="zh-CN" altLang="zh-CN" sz="1600" spc="95" dirty="0">
                <a:solidFill>
                  <a:srgbClr val="000000"/>
                </a:solidFill>
                <a:effectLst/>
                <a:latin typeface="Courier New" panose="02070309020205020404" pitchFamily="49" charset="0"/>
                <a:ea typeface="宋体" panose="02010600030101010101" pitchFamily="2" charset="-122"/>
              </a:rPr>
              <a:t>初始条件：</a:t>
            </a:r>
            <a:r>
              <a:rPr lang="en-US" altLang="zh-CN" sz="1600" spc="95" dirty="0">
                <a:solidFill>
                  <a:srgbClr val="000000"/>
                </a:solidFill>
                <a:effectLst/>
                <a:latin typeface="Courier New" panose="02070309020205020404" pitchFamily="49" charset="0"/>
                <a:ea typeface="宋体" panose="02010600030101010101" pitchFamily="2" charset="-122"/>
              </a:rPr>
              <a:t>V</a:t>
            </a:r>
            <a:r>
              <a:rPr lang="zh-CN" altLang="zh-CN" sz="1600" spc="95" dirty="0">
                <a:solidFill>
                  <a:srgbClr val="000000"/>
                </a:solidFill>
                <a:effectLst/>
                <a:latin typeface="Courier New" panose="02070309020205020404" pitchFamily="49" charset="0"/>
                <a:ea typeface="宋体" panose="02010600030101010101" pitchFamily="2" charset="-122"/>
              </a:rPr>
              <a:t>是图的顶点集，</a:t>
            </a:r>
            <a:r>
              <a:rPr lang="en-US" altLang="zh-CN" sz="1600" dirty="0">
                <a:solidFill>
                  <a:srgbClr val="000000"/>
                </a:solidFill>
                <a:effectLst/>
                <a:latin typeface="Courier New" panose="02070309020205020404" pitchFamily="49" charset="0"/>
                <a:ea typeface="宋体" panose="02010600030101010101" pitchFamily="2" charset="-122"/>
              </a:rPr>
              <a:t>VR</a:t>
            </a:r>
            <a:r>
              <a:rPr lang="zh-CN" altLang="zh-CN" sz="1600" spc="95" dirty="0">
                <a:solidFill>
                  <a:srgbClr val="000000"/>
                </a:solidFill>
                <a:effectLst/>
                <a:latin typeface="Courier New" panose="02070309020205020404" pitchFamily="49" charset="0"/>
                <a:ea typeface="宋体" panose="02010600030101010101" pitchFamily="2" charset="-122"/>
              </a:rPr>
              <a:t>是图中弧的集合。</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6350" eaLnBrk="0">
              <a:lnSpc>
                <a:spcPct val="90000"/>
              </a:lnSpc>
              <a:buNone/>
            </a:pPr>
            <a:r>
              <a:rPr lang="en-US" altLang="zh-CN" sz="1600" spc="100" dirty="0">
                <a:solidFill>
                  <a:srgbClr val="000000"/>
                </a:solidFill>
                <a:effectLst/>
                <a:latin typeface="Courier New" panose="02070309020205020404" pitchFamily="49" charset="0"/>
                <a:ea typeface="宋体" panose="02010600030101010101" pitchFamily="2" charset="-122"/>
              </a:rPr>
              <a:t>  </a:t>
            </a:r>
            <a:r>
              <a:rPr lang="zh-CN" altLang="zh-CN" sz="1600" spc="100" dirty="0">
                <a:solidFill>
                  <a:srgbClr val="000000"/>
                </a:solidFill>
                <a:effectLst/>
                <a:latin typeface="Courier New" panose="02070309020205020404" pitchFamily="49" charset="0"/>
                <a:ea typeface="宋体" panose="02010600030101010101" pitchFamily="2" charset="-122"/>
              </a:rPr>
              <a:t>操作结果：按</a:t>
            </a:r>
            <a:r>
              <a:rPr lang="en-US" altLang="zh-CN" sz="1600" spc="100" dirty="0">
                <a:solidFill>
                  <a:srgbClr val="000000"/>
                </a:solidFill>
                <a:effectLst/>
                <a:latin typeface="Courier New" panose="02070309020205020404" pitchFamily="49" charset="0"/>
                <a:ea typeface="宋体" panose="02010600030101010101" pitchFamily="2" charset="-122"/>
              </a:rPr>
              <a:t>V</a:t>
            </a:r>
            <a:r>
              <a:rPr lang="zh-CN" altLang="zh-CN" sz="1600" spc="100" dirty="0">
                <a:solidFill>
                  <a:srgbClr val="000000"/>
                </a:solidFill>
                <a:effectLst/>
                <a:latin typeface="Courier New" panose="02070309020205020404" pitchFamily="49" charset="0"/>
                <a:ea typeface="宋体" panose="02010600030101010101" pitchFamily="2" charset="-122"/>
              </a:rPr>
              <a:t>和</a:t>
            </a:r>
            <a:r>
              <a:rPr lang="en-US" altLang="zh-CN" sz="1600" dirty="0">
                <a:solidFill>
                  <a:srgbClr val="000000"/>
                </a:solidFill>
                <a:effectLst/>
                <a:latin typeface="Courier New" panose="02070309020205020404" pitchFamily="49" charset="0"/>
                <a:ea typeface="宋体" panose="02010600030101010101" pitchFamily="2" charset="-122"/>
              </a:rPr>
              <a:t>VR</a:t>
            </a:r>
            <a:r>
              <a:rPr lang="zh-CN" altLang="zh-CN" sz="1600" spc="100" dirty="0">
                <a:solidFill>
                  <a:srgbClr val="000000"/>
                </a:solidFill>
                <a:effectLst/>
                <a:latin typeface="Courier New" panose="02070309020205020404" pitchFamily="49" charset="0"/>
                <a:ea typeface="宋体" panose="02010600030101010101" pitchFamily="2" charset="-122"/>
              </a:rPr>
              <a:t>的定义构造并返回图。</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eaLnBrk="0">
              <a:lnSpc>
                <a:spcPct val="90000"/>
              </a:lnSpc>
              <a:buNone/>
            </a:pPr>
            <a:r>
              <a:rPr lang="en-US" altLang="zh-CN" sz="1600" spc="-10" dirty="0">
                <a:solidFill>
                  <a:srgbClr val="000000"/>
                </a:solidFill>
                <a:effectLst/>
                <a:latin typeface="Courier New" panose="02070309020205020404" pitchFamily="49" charset="0"/>
                <a:ea typeface="宋体" panose="02010600030101010101" pitchFamily="2" charset="-122"/>
              </a:rPr>
              <a:t> </a:t>
            </a:r>
            <a:r>
              <a:rPr lang="en-US" altLang="zh-CN" sz="1600" b="1" spc="-10" dirty="0" err="1">
                <a:solidFill>
                  <a:srgbClr val="000000"/>
                </a:solidFill>
                <a:effectLst/>
                <a:latin typeface="Courier New" panose="02070309020205020404" pitchFamily="49" charset="0"/>
                <a:ea typeface="宋体" panose="02010600030101010101" pitchFamily="2" charset="-122"/>
              </a:rPr>
              <a:t>FreeGraph</a:t>
            </a:r>
            <a:r>
              <a:rPr lang="en-US" altLang="zh-CN" sz="1600" b="1" spc="-10" dirty="0">
                <a:solidFill>
                  <a:srgbClr val="000000"/>
                </a:solidFill>
                <a:effectLst/>
                <a:latin typeface="Courier New" panose="02070309020205020404" pitchFamily="49" charset="0"/>
                <a:ea typeface="宋体" panose="02010600030101010101" pitchFamily="2" charset="-122"/>
              </a:rPr>
              <a:t>(G);</a:t>
            </a:r>
            <a:endParaRPr lang="zh-CN" altLang="zh-CN" sz="1600" b="1" dirty="0">
              <a:solidFill>
                <a:srgbClr val="000000"/>
              </a:solidFill>
              <a:effectLst/>
              <a:latin typeface="Courier New" panose="02070309020205020404" pitchFamily="49" charset="0"/>
              <a:ea typeface="Courier New" panose="02070309020205020404" pitchFamily="49" charset="0"/>
            </a:endParaRPr>
          </a:p>
          <a:p>
            <a:pPr marL="72000" eaLnBrk="0">
              <a:lnSpc>
                <a:spcPct val="90000"/>
              </a:lnSpc>
              <a:buNone/>
            </a:pPr>
            <a:r>
              <a:rPr lang="en-US" altLang="zh-CN" sz="1600" spc="110" dirty="0">
                <a:solidFill>
                  <a:srgbClr val="000000"/>
                </a:solidFill>
                <a:effectLst/>
                <a:latin typeface="Courier New" panose="02070309020205020404" pitchFamily="49" charset="0"/>
                <a:ea typeface="宋体" panose="02010600030101010101" pitchFamily="2" charset="-122"/>
              </a:rPr>
              <a:t>  </a:t>
            </a:r>
            <a:r>
              <a:rPr lang="zh-CN" altLang="zh-CN" sz="1600" spc="110" dirty="0">
                <a:solidFill>
                  <a:srgbClr val="000000"/>
                </a:solidFill>
                <a:effectLst/>
                <a:latin typeface="Courier New" panose="02070309020205020404" pitchFamily="49" charset="0"/>
                <a:ea typeface="宋体" panose="02010600030101010101" pitchFamily="2" charset="-122"/>
              </a:rPr>
              <a:t>初始条件：图</a:t>
            </a:r>
            <a:r>
              <a:rPr lang="en-US" altLang="zh-CN" sz="1600" spc="110" dirty="0">
                <a:solidFill>
                  <a:srgbClr val="000000"/>
                </a:solidFill>
                <a:effectLst/>
                <a:latin typeface="Courier New" panose="02070309020205020404" pitchFamily="49" charset="0"/>
                <a:ea typeface="宋体" panose="02010600030101010101" pitchFamily="2" charset="-122"/>
              </a:rPr>
              <a:t>G</a:t>
            </a:r>
            <a:r>
              <a:rPr lang="zh-CN" altLang="zh-CN" sz="1600" spc="110" dirty="0">
                <a:solidFill>
                  <a:srgbClr val="000000"/>
                </a:solidFill>
                <a:effectLst/>
                <a:latin typeface="Courier New" panose="02070309020205020404" pitchFamily="49" charset="0"/>
                <a:ea typeface="宋体" panose="02010600030101010101" pitchFamily="2" charset="-122"/>
              </a:rPr>
              <a:t>存在。</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95885" eaLnBrk="0">
              <a:lnSpc>
                <a:spcPct val="90000"/>
              </a:lnSpc>
              <a:buNone/>
            </a:pPr>
            <a:r>
              <a:rPr lang="en-US" altLang="zh-CN" sz="1600" spc="70" dirty="0">
                <a:solidFill>
                  <a:srgbClr val="000000"/>
                </a:solidFill>
                <a:effectLst/>
                <a:latin typeface="Courier New" panose="02070309020205020404" pitchFamily="49" charset="0"/>
                <a:ea typeface="宋体" panose="02010600030101010101" pitchFamily="2" charset="-122"/>
              </a:rPr>
              <a:t>  </a:t>
            </a:r>
            <a:r>
              <a:rPr lang="zh-CN" altLang="zh-CN" sz="1600" spc="70" dirty="0">
                <a:solidFill>
                  <a:srgbClr val="000000"/>
                </a:solidFill>
                <a:effectLst/>
                <a:latin typeface="Courier New" panose="02070309020205020404" pitchFamily="49" charset="0"/>
                <a:ea typeface="宋体" panose="02010600030101010101" pitchFamily="2" charset="-122"/>
              </a:rPr>
              <a:t>操作结果：回收图</a:t>
            </a:r>
            <a:r>
              <a:rPr lang="en-US" altLang="zh-CN" sz="1600" spc="70" dirty="0">
                <a:solidFill>
                  <a:srgbClr val="000000"/>
                </a:solidFill>
                <a:effectLst/>
                <a:latin typeface="Courier New" panose="02070309020205020404" pitchFamily="49" charset="0"/>
                <a:ea typeface="宋体" panose="02010600030101010101" pitchFamily="2" charset="-122"/>
              </a:rPr>
              <a:t>G</a:t>
            </a:r>
            <a:r>
              <a:rPr lang="zh-CN" altLang="zh-CN" sz="1600" spc="70" dirty="0">
                <a:solidFill>
                  <a:srgbClr val="000000"/>
                </a:solidFill>
                <a:effectLst/>
                <a:latin typeface="Courier New" panose="02070309020205020404" pitchFamily="49" charset="0"/>
                <a:ea typeface="宋体" panose="02010600030101010101" pitchFamily="2" charset="-122"/>
              </a:rPr>
              <a:t>并返回</a:t>
            </a:r>
            <a:r>
              <a:rPr lang="en-US" altLang="zh-CN" sz="1600" spc="70" dirty="0">
                <a:solidFill>
                  <a:srgbClr val="000000"/>
                </a:solidFill>
                <a:effectLst/>
                <a:latin typeface="Courier New" panose="02070309020205020404" pitchFamily="49" charset="0"/>
                <a:ea typeface="宋体" panose="02010600030101010101" pitchFamily="2" charset="-122"/>
              </a:rPr>
              <a:t>NULL</a:t>
            </a:r>
            <a:r>
              <a:rPr lang="zh-CN" altLang="zh-CN" sz="1600" spc="70" dirty="0">
                <a:solidFill>
                  <a:srgbClr val="000000"/>
                </a:solidFill>
                <a:effectLst/>
                <a:latin typeface="Courier New" panose="02070309020205020404" pitchFamily="49" charset="0"/>
                <a:ea typeface="宋体" panose="02010600030101010101" pitchFamily="2" charset="-122"/>
              </a:rPr>
              <a:t>。</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95885" eaLnBrk="0">
              <a:lnSpc>
                <a:spcPct val="90000"/>
              </a:lnSpc>
              <a:buNone/>
            </a:pPr>
            <a:r>
              <a:rPr lang="en-US" altLang="zh-CN" sz="1600" b="1" spc="-20" dirty="0">
                <a:solidFill>
                  <a:srgbClr val="000000"/>
                </a:solidFill>
                <a:latin typeface="Courier New" panose="02070309020205020404" pitchFamily="49" charset="0"/>
                <a:ea typeface="宋体" panose="02010600030101010101" pitchFamily="2" charset="-122"/>
              </a:rPr>
              <a:t> </a:t>
            </a:r>
            <a:r>
              <a:rPr lang="en-US" altLang="zh-CN" sz="1600" b="1" spc="-20" dirty="0" err="1">
                <a:solidFill>
                  <a:srgbClr val="000000"/>
                </a:solidFill>
                <a:effectLst/>
                <a:latin typeface="Courier New" panose="02070309020205020404" pitchFamily="49" charset="0"/>
                <a:ea typeface="宋体" panose="02010600030101010101" pitchFamily="2" charset="-122"/>
              </a:rPr>
              <a:t>LocateVex</a:t>
            </a:r>
            <a:r>
              <a:rPr lang="en-US" altLang="zh-CN" sz="1600" b="1" spc="-20" dirty="0">
                <a:solidFill>
                  <a:srgbClr val="000000"/>
                </a:solidFill>
                <a:effectLst/>
                <a:latin typeface="Courier New" panose="02070309020205020404" pitchFamily="49" charset="0"/>
                <a:ea typeface="宋体" panose="02010600030101010101" pitchFamily="2" charset="-122"/>
              </a:rPr>
              <a:t>(G, v);</a:t>
            </a:r>
            <a:endParaRPr lang="zh-CN" altLang="zh-CN" sz="1600" b="1" dirty="0">
              <a:solidFill>
                <a:srgbClr val="000000"/>
              </a:solidFill>
              <a:effectLst/>
              <a:latin typeface="Courier New" panose="02070309020205020404" pitchFamily="49" charset="0"/>
              <a:ea typeface="Courier New" panose="02070309020205020404" pitchFamily="49" charset="0"/>
            </a:endParaRPr>
          </a:p>
          <a:p>
            <a:pPr marL="72000" eaLnBrk="0">
              <a:lnSpc>
                <a:spcPct val="90000"/>
              </a:lnSpc>
              <a:buNone/>
            </a:pPr>
            <a:r>
              <a:rPr lang="en-US" altLang="zh-CN" sz="1600" spc="80" dirty="0">
                <a:solidFill>
                  <a:srgbClr val="000000"/>
                </a:solidFill>
                <a:effectLst/>
                <a:latin typeface="Courier New" panose="02070309020205020404" pitchFamily="49" charset="0"/>
                <a:ea typeface="宋体" panose="02010600030101010101" pitchFamily="2" charset="-122"/>
              </a:rPr>
              <a:t>  </a:t>
            </a:r>
            <a:r>
              <a:rPr lang="zh-CN" altLang="zh-CN" sz="1600" spc="80" dirty="0">
                <a:solidFill>
                  <a:srgbClr val="000000"/>
                </a:solidFill>
                <a:effectLst/>
                <a:latin typeface="Courier New" panose="02070309020205020404" pitchFamily="49" charset="0"/>
                <a:ea typeface="宋体" panose="02010600030101010101" pitchFamily="2" charset="-122"/>
              </a:rPr>
              <a:t>初始条件：图</a:t>
            </a:r>
            <a:r>
              <a:rPr lang="en-US" altLang="zh-CN" sz="1600" spc="80" dirty="0">
                <a:solidFill>
                  <a:srgbClr val="000000"/>
                </a:solidFill>
                <a:effectLst/>
                <a:latin typeface="Courier New" panose="02070309020205020404" pitchFamily="49" charset="0"/>
                <a:ea typeface="宋体" panose="02010600030101010101" pitchFamily="2" charset="-122"/>
              </a:rPr>
              <a:t>G</a:t>
            </a:r>
            <a:r>
              <a:rPr lang="zh-CN" altLang="zh-CN" sz="1600" spc="80" dirty="0">
                <a:solidFill>
                  <a:srgbClr val="000000"/>
                </a:solidFill>
                <a:effectLst/>
                <a:latin typeface="Courier New" panose="02070309020205020404" pitchFamily="49" charset="0"/>
                <a:ea typeface="宋体" panose="02010600030101010101" pitchFamily="2" charset="-122"/>
              </a:rPr>
              <a:t>存在</a:t>
            </a:r>
            <a:r>
              <a:rPr lang="zh-CN" altLang="zh-CN" sz="1600" spc="95" dirty="0">
                <a:solidFill>
                  <a:srgbClr val="000000"/>
                </a:solidFill>
                <a:effectLst/>
                <a:latin typeface="Courier New" panose="02070309020205020404" pitchFamily="49" charset="0"/>
                <a:ea typeface="宋体" panose="02010600030101010101" pitchFamily="2" charset="-122"/>
              </a:rPr>
              <a:t>，</a:t>
            </a:r>
            <a:r>
              <a:rPr lang="en-US" altLang="zh-CN" sz="1600" spc="80" dirty="0">
                <a:solidFill>
                  <a:srgbClr val="000000"/>
                </a:solidFill>
                <a:effectLst/>
                <a:latin typeface="Courier New" panose="02070309020205020404" pitchFamily="49" charset="0"/>
                <a:ea typeface="宋体" panose="02010600030101010101" pitchFamily="2" charset="-122"/>
              </a:rPr>
              <a:t>v</a:t>
            </a:r>
            <a:r>
              <a:rPr lang="zh-CN" altLang="zh-CN" sz="1600" spc="80" dirty="0">
                <a:solidFill>
                  <a:srgbClr val="000000"/>
                </a:solidFill>
                <a:effectLst/>
                <a:latin typeface="Courier New" panose="02070309020205020404" pitchFamily="49" charset="0"/>
                <a:ea typeface="宋体" panose="02010600030101010101" pitchFamily="2" charset="-122"/>
              </a:rPr>
              <a:t>和</a:t>
            </a:r>
            <a:r>
              <a:rPr lang="en-US" altLang="zh-CN" sz="1600" spc="80" dirty="0">
                <a:solidFill>
                  <a:srgbClr val="000000"/>
                </a:solidFill>
                <a:effectLst/>
                <a:latin typeface="Courier New" panose="02070309020205020404" pitchFamily="49" charset="0"/>
                <a:ea typeface="宋体" panose="02010600030101010101" pitchFamily="2" charset="-122"/>
              </a:rPr>
              <a:t>G</a:t>
            </a:r>
            <a:r>
              <a:rPr lang="zh-CN" altLang="zh-CN" sz="1600" spc="80" dirty="0">
                <a:solidFill>
                  <a:srgbClr val="000000"/>
                </a:solidFill>
                <a:effectLst/>
                <a:latin typeface="Courier New" panose="02070309020205020404" pitchFamily="49" charset="0"/>
                <a:ea typeface="宋体" panose="02010600030101010101" pitchFamily="2" charset="-122"/>
              </a:rPr>
              <a:t>中顶点有相同特征。</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6350" eaLnBrk="0">
              <a:lnSpc>
                <a:spcPct val="90000"/>
              </a:lnSpc>
              <a:buNone/>
            </a:pPr>
            <a:r>
              <a:rPr lang="en-US" altLang="zh-CN" sz="1600" spc="95" dirty="0">
                <a:solidFill>
                  <a:srgbClr val="000000"/>
                </a:solidFill>
                <a:effectLst/>
                <a:latin typeface="Courier New" panose="02070309020205020404" pitchFamily="49" charset="0"/>
                <a:ea typeface="宋体" panose="02010600030101010101" pitchFamily="2" charset="-122"/>
              </a:rPr>
              <a:t>  </a:t>
            </a:r>
            <a:r>
              <a:rPr lang="zh-CN" altLang="zh-CN" sz="1600" spc="95" dirty="0">
                <a:solidFill>
                  <a:srgbClr val="000000"/>
                </a:solidFill>
                <a:effectLst/>
                <a:latin typeface="Courier New" panose="02070309020205020404" pitchFamily="49" charset="0"/>
                <a:ea typeface="宋体" panose="02010600030101010101" pitchFamily="2" charset="-122"/>
              </a:rPr>
              <a:t>操作结果：若</a:t>
            </a:r>
            <a:r>
              <a:rPr lang="en-US" altLang="zh-CN" sz="1600" spc="95" dirty="0">
                <a:solidFill>
                  <a:srgbClr val="000000"/>
                </a:solidFill>
                <a:effectLst/>
                <a:latin typeface="Courier New" panose="02070309020205020404" pitchFamily="49" charset="0"/>
                <a:ea typeface="宋体" panose="02010600030101010101" pitchFamily="2" charset="-122"/>
              </a:rPr>
              <a:t>G</a:t>
            </a:r>
            <a:r>
              <a:rPr lang="zh-CN" altLang="zh-CN" sz="1600" spc="95" dirty="0">
                <a:solidFill>
                  <a:srgbClr val="000000"/>
                </a:solidFill>
                <a:effectLst/>
                <a:latin typeface="Courier New" panose="02070309020205020404" pitchFamily="49" charset="0"/>
                <a:ea typeface="宋体" panose="02010600030101010101" pitchFamily="2" charset="-122"/>
              </a:rPr>
              <a:t>中存在</a:t>
            </a:r>
            <a:r>
              <a:rPr lang="en-US" altLang="zh-CN" sz="1600" spc="95" dirty="0">
                <a:solidFill>
                  <a:srgbClr val="000000"/>
                </a:solidFill>
                <a:effectLst/>
                <a:latin typeface="Courier New" panose="02070309020205020404" pitchFamily="49" charset="0"/>
                <a:ea typeface="宋体" panose="02010600030101010101" pitchFamily="2" charset="-122"/>
              </a:rPr>
              <a:t>v</a:t>
            </a:r>
            <a:r>
              <a:rPr lang="zh-CN" altLang="zh-CN" sz="1600" spc="95" dirty="0">
                <a:solidFill>
                  <a:srgbClr val="000000"/>
                </a:solidFill>
                <a:effectLst/>
                <a:latin typeface="Courier New" panose="02070309020205020404" pitchFamily="49" charset="0"/>
                <a:ea typeface="宋体" panose="02010600030101010101" pitchFamily="2" charset="-122"/>
              </a:rPr>
              <a:t>顶点，则返回其在图中位置。</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eaLnBrk="0"/>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GetVex</a:t>
            </a:r>
            <a:r>
              <a:rPr lang="en-US" altLang="zh-CN" sz="1600" b="1" dirty="0">
                <a:latin typeface="Courier New" panose="02070309020205020404" pitchFamily="49" charset="0"/>
                <a:cs typeface="Courier New" panose="02070309020205020404" pitchFamily="49" charset="0"/>
              </a:rPr>
              <a:t>(G, v);</a:t>
            </a:r>
            <a:endParaRPr lang="zh-CN" altLang="zh-CN" sz="1600" b="1" dirty="0">
              <a:latin typeface="Courier New" panose="02070309020205020404" pitchFamily="49" charset="0"/>
              <a:cs typeface="Courier New" panose="02070309020205020404" pitchFamily="49" charset="0"/>
            </a:endParaRPr>
          </a:p>
          <a:p>
            <a:pPr marL="72000" eaLnBrk="0"/>
            <a:r>
              <a:rPr lang="en-US" altLang="zh-CN" sz="1600" dirty="0">
                <a:latin typeface="Courier New" panose="02070309020205020404" pitchFamily="49" charset="0"/>
                <a:cs typeface="Courier New" panose="02070309020205020404" pitchFamily="49" charset="0"/>
              </a:rPr>
              <a:t>  </a:t>
            </a:r>
            <a:r>
              <a:rPr lang="zh-CN" altLang="zh-CN" sz="1600" dirty="0">
                <a:latin typeface="Courier New" panose="02070309020205020404" pitchFamily="49" charset="0"/>
                <a:cs typeface="Courier New" panose="02070309020205020404" pitchFamily="49" charset="0"/>
              </a:rPr>
              <a:t>初始条件：图</a:t>
            </a:r>
            <a:r>
              <a:rPr lang="en-US" altLang="zh-CN" sz="1600" dirty="0">
                <a:latin typeface="Courier New" panose="02070309020205020404" pitchFamily="49" charset="0"/>
                <a:cs typeface="Courier New" panose="02070309020205020404" pitchFamily="49" charset="0"/>
              </a:rPr>
              <a:t>G</a:t>
            </a:r>
            <a:r>
              <a:rPr lang="zh-CN" altLang="zh-CN" sz="1600" dirty="0">
                <a:latin typeface="Courier New" panose="02070309020205020404" pitchFamily="49" charset="0"/>
                <a:cs typeface="Courier New" panose="02070309020205020404" pitchFamily="49" charset="0"/>
              </a:rPr>
              <a:t>存在，</a:t>
            </a:r>
            <a:r>
              <a:rPr lang="en-US" altLang="zh-CN" sz="1600" dirty="0">
                <a:latin typeface="Courier New" panose="02070309020205020404" pitchFamily="49" charset="0"/>
                <a:cs typeface="Courier New" panose="02070309020205020404" pitchFamily="49" charset="0"/>
              </a:rPr>
              <a:t>v</a:t>
            </a:r>
            <a:r>
              <a:rPr lang="zh-CN" altLang="zh-CN" sz="1600" dirty="0">
                <a:latin typeface="Courier New" panose="02070309020205020404" pitchFamily="49" charset="0"/>
                <a:cs typeface="Courier New" panose="02070309020205020404" pitchFamily="49" charset="0"/>
              </a:rPr>
              <a:t>顶点在</a:t>
            </a:r>
            <a:r>
              <a:rPr lang="en-US" altLang="zh-CN" sz="1600" dirty="0">
                <a:latin typeface="Courier New" panose="02070309020205020404" pitchFamily="49" charset="0"/>
                <a:cs typeface="Courier New" panose="02070309020205020404" pitchFamily="49" charset="0"/>
              </a:rPr>
              <a:t>G</a:t>
            </a:r>
            <a:r>
              <a:rPr lang="zh-CN" altLang="zh-CN" sz="1600" dirty="0">
                <a:latin typeface="Courier New" panose="02070309020205020404" pitchFamily="49" charset="0"/>
                <a:cs typeface="Courier New" panose="02070309020205020404" pitchFamily="49" charset="0"/>
              </a:rPr>
              <a:t>中。</a:t>
            </a:r>
          </a:p>
          <a:p>
            <a:pPr marL="72000" eaLnBrk="0"/>
            <a:r>
              <a:rPr lang="en-US" altLang="zh-CN" sz="1600" dirty="0">
                <a:latin typeface="Courier New" panose="02070309020205020404" pitchFamily="49" charset="0"/>
                <a:cs typeface="Courier New" panose="02070309020205020404" pitchFamily="49" charset="0"/>
              </a:rPr>
              <a:t>  </a:t>
            </a:r>
            <a:r>
              <a:rPr lang="zh-CN" altLang="zh-CN" sz="1600" dirty="0">
                <a:latin typeface="Courier New" panose="02070309020205020404" pitchFamily="49" charset="0"/>
                <a:cs typeface="Courier New" panose="02070309020205020404" pitchFamily="49" charset="0"/>
              </a:rPr>
              <a:t>操作结果：返回</a:t>
            </a:r>
            <a:r>
              <a:rPr lang="en-US" altLang="zh-CN" sz="1600" dirty="0">
                <a:latin typeface="Courier New" panose="02070309020205020404" pitchFamily="49" charset="0"/>
                <a:cs typeface="Courier New" panose="02070309020205020404" pitchFamily="49" charset="0"/>
              </a:rPr>
              <a:t>v</a:t>
            </a:r>
            <a:r>
              <a:rPr lang="zh-CN" altLang="zh-CN" sz="1600" dirty="0">
                <a:latin typeface="Courier New" panose="02070309020205020404" pitchFamily="49" charset="0"/>
                <a:cs typeface="Courier New" panose="02070309020205020404" pitchFamily="49" charset="0"/>
              </a:rPr>
              <a:t>的值。</a:t>
            </a:r>
          </a:p>
          <a:p>
            <a:pPr marL="72000" eaLnBrk="0"/>
            <a:r>
              <a:rPr lang="en-US" altLang="zh-CN" sz="1600"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PutVex</a:t>
            </a:r>
            <a:r>
              <a:rPr lang="en-US" altLang="zh-CN" sz="1600" b="1" dirty="0">
                <a:latin typeface="Courier New" panose="02070309020205020404" pitchFamily="49" charset="0"/>
                <a:cs typeface="Courier New" panose="02070309020205020404" pitchFamily="49" charset="0"/>
              </a:rPr>
              <a:t>(G, v, value);</a:t>
            </a:r>
            <a:endParaRPr lang="zh-CN" altLang="zh-CN" sz="1600" b="1" dirty="0">
              <a:latin typeface="Courier New" panose="02070309020205020404" pitchFamily="49" charset="0"/>
              <a:cs typeface="Courier New" panose="02070309020205020404" pitchFamily="49" charset="0"/>
            </a:endParaRPr>
          </a:p>
          <a:p>
            <a:pPr marL="72000" eaLnBrk="0"/>
            <a:r>
              <a:rPr lang="en-US" altLang="zh-CN" sz="1600" dirty="0">
                <a:latin typeface="Courier New" panose="02070309020205020404" pitchFamily="49" charset="0"/>
                <a:cs typeface="Courier New" panose="02070309020205020404" pitchFamily="49" charset="0"/>
              </a:rPr>
              <a:t>  </a:t>
            </a:r>
            <a:r>
              <a:rPr lang="zh-CN" altLang="zh-CN" sz="1600" dirty="0">
                <a:latin typeface="Courier New" panose="02070309020205020404" pitchFamily="49" charset="0"/>
                <a:cs typeface="Courier New" panose="02070309020205020404" pitchFamily="49" charset="0"/>
              </a:rPr>
              <a:t>初始条件：图</a:t>
            </a:r>
            <a:r>
              <a:rPr lang="en-US" altLang="zh-CN" sz="1600" dirty="0">
                <a:latin typeface="Courier New" panose="02070309020205020404" pitchFamily="49" charset="0"/>
                <a:cs typeface="Courier New" panose="02070309020205020404" pitchFamily="49" charset="0"/>
              </a:rPr>
              <a:t>G</a:t>
            </a:r>
            <a:r>
              <a:rPr lang="zh-CN" altLang="zh-CN" sz="1600" dirty="0">
                <a:latin typeface="Courier New" panose="02070309020205020404" pitchFamily="49" charset="0"/>
                <a:cs typeface="Courier New" panose="02070309020205020404" pitchFamily="49" charset="0"/>
              </a:rPr>
              <a:t>存在，</a:t>
            </a:r>
            <a:r>
              <a:rPr lang="en-US" altLang="zh-CN" sz="1600" dirty="0">
                <a:latin typeface="Courier New" panose="02070309020205020404" pitchFamily="49" charset="0"/>
                <a:cs typeface="Courier New" panose="02070309020205020404" pitchFamily="49" charset="0"/>
              </a:rPr>
              <a:t>v</a:t>
            </a:r>
            <a:r>
              <a:rPr lang="zh-CN" altLang="zh-CN" sz="1600" dirty="0">
                <a:latin typeface="Courier New" panose="02070309020205020404" pitchFamily="49" charset="0"/>
                <a:cs typeface="Courier New" panose="02070309020205020404" pitchFamily="49" charset="0"/>
              </a:rPr>
              <a:t>顶点在</a:t>
            </a:r>
            <a:r>
              <a:rPr lang="en-US" altLang="zh-CN" sz="1600" dirty="0">
                <a:latin typeface="Courier New" panose="02070309020205020404" pitchFamily="49" charset="0"/>
                <a:cs typeface="Courier New" panose="02070309020205020404" pitchFamily="49" charset="0"/>
              </a:rPr>
              <a:t>G</a:t>
            </a:r>
            <a:r>
              <a:rPr lang="zh-CN" altLang="zh-CN" sz="1600" dirty="0">
                <a:latin typeface="Courier New" panose="02070309020205020404" pitchFamily="49" charset="0"/>
                <a:cs typeface="Courier New" panose="02070309020205020404" pitchFamily="49" charset="0"/>
              </a:rPr>
              <a:t>中。</a:t>
            </a:r>
          </a:p>
          <a:p>
            <a:pPr marL="72000" eaLnBrk="0"/>
            <a:r>
              <a:rPr lang="en-US" altLang="zh-CN" sz="1600" dirty="0">
                <a:latin typeface="Courier New" panose="02070309020205020404" pitchFamily="49" charset="0"/>
                <a:cs typeface="Courier New" panose="02070309020205020404" pitchFamily="49" charset="0"/>
              </a:rPr>
              <a:t>  </a:t>
            </a:r>
            <a:r>
              <a:rPr lang="zh-CN" altLang="zh-CN" sz="1600" dirty="0">
                <a:latin typeface="Courier New" panose="02070309020205020404" pitchFamily="49" charset="0"/>
                <a:cs typeface="Courier New" panose="02070309020205020404" pitchFamily="49" charset="0"/>
              </a:rPr>
              <a:t>操作结果：对</a:t>
            </a:r>
            <a:r>
              <a:rPr lang="en-US" altLang="zh-CN" sz="1600" dirty="0">
                <a:latin typeface="Courier New" panose="02070309020205020404" pitchFamily="49" charset="0"/>
                <a:cs typeface="Courier New" panose="02070309020205020404" pitchFamily="49" charset="0"/>
              </a:rPr>
              <a:t>v</a:t>
            </a:r>
            <a:r>
              <a:rPr lang="zh-CN" altLang="zh-CN" sz="1600" dirty="0">
                <a:latin typeface="Courier New" panose="02070309020205020404" pitchFamily="49" charset="0"/>
                <a:cs typeface="Courier New" panose="02070309020205020404" pitchFamily="49" charset="0"/>
              </a:rPr>
              <a:t>赋值</a:t>
            </a:r>
            <a:r>
              <a:rPr lang="en-US" altLang="zh-CN" sz="1600" dirty="0">
                <a:latin typeface="Courier New" panose="02070309020205020404" pitchFamily="49" charset="0"/>
                <a:cs typeface="Courier New" panose="02070309020205020404" pitchFamily="49" charset="0"/>
              </a:rPr>
              <a:t>value</a:t>
            </a:r>
            <a:r>
              <a:rPr lang="zh-CN" altLang="zh-CN" sz="1600" dirty="0">
                <a:latin typeface="Courier New" panose="02070309020205020404" pitchFamily="49" charset="0"/>
                <a:cs typeface="Courier New" panose="02070309020205020404" pitchFamily="49" charset="0"/>
              </a:rPr>
              <a:t>。</a:t>
            </a:r>
          </a:p>
          <a:p>
            <a:pPr marL="72000" eaLnBrk="0"/>
            <a:r>
              <a:rPr lang="en-US" altLang="zh-CN" sz="1600"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FirstAdjvex</a:t>
            </a:r>
            <a:r>
              <a:rPr lang="en-US" altLang="zh-CN" sz="1600" b="1" dirty="0">
                <a:latin typeface="Courier New" panose="02070309020205020404" pitchFamily="49" charset="0"/>
                <a:cs typeface="Courier New" panose="02070309020205020404" pitchFamily="49" charset="0"/>
              </a:rPr>
              <a:t>(G, v);</a:t>
            </a:r>
            <a:endParaRPr lang="zh-CN" altLang="zh-CN" sz="1600" b="1" dirty="0">
              <a:latin typeface="Courier New" panose="02070309020205020404" pitchFamily="49" charset="0"/>
              <a:cs typeface="Courier New" panose="02070309020205020404" pitchFamily="49" charset="0"/>
            </a:endParaRPr>
          </a:p>
          <a:p>
            <a:pPr marL="72000" eaLnBrk="0"/>
            <a:r>
              <a:rPr lang="en-US" altLang="zh-CN" sz="1600" dirty="0">
                <a:latin typeface="Courier New" panose="02070309020205020404" pitchFamily="49" charset="0"/>
                <a:cs typeface="Courier New" panose="02070309020205020404" pitchFamily="49" charset="0"/>
              </a:rPr>
              <a:t>  </a:t>
            </a:r>
            <a:r>
              <a:rPr lang="zh-CN" altLang="zh-CN" sz="1600" dirty="0">
                <a:latin typeface="Courier New" panose="02070309020205020404" pitchFamily="49" charset="0"/>
                <a:cs typeface="Courier New" panose="02070309020205020404" pitchFamily="49" charset="0"/>
              </a:rPr>
              <a:t>初始条件：图</a:t>
            </a:r>
            <a:r>
              <a:rPr lang="en-US" altLang="zh-CN" sz="1600" dirty="0">
                <a:latin typeface="Courier New" panose="02070309020205020404" pitchFamily="49" charset="0"/>
                <a:cs typeface="Courier New" panose="02070309020205020404" pitchFamily="49" charset="0"/>
              </a:rPr>
              <a:t>G</a:t>
            </a:r>
            <a:r>
              <a:rPr lang="zh-CN" altLang="zh-CN" sz="1600" dirty="0">
                <a:latin typeface="Courier New" panose="02070309020205020404" pitchFamily="49" charset="0"/>
                <a:cs typeface="Courier New" panose="02070309020205020404" pitchFamily="49" charset="0"/>
              </a:rPr>
              <a:t>存在，</a:t>
            </a:r>
            <a:r>
              <a:rPr lang="en-US" altLang="zh-CN" sz="1600" dirty="0">
                <a:latin typeface="Courier New" panose="02070309020205020404" pitchFamily="49" charset="0"/>
                <a:cs typeface="Courier New" panose="02070309020205020404" pitchFamily="49" charset="0"/>
              </a:rPr>
              <a:t>v</a:t>
            </a:r>
            <a:r>
              <a:rPr lang="zh-CN" altLang="zh-CN" sz="1600" dirty="0">
                <a:latin typeface="Courier New" panose="02070309020205020404" pitchFamily="49" charset="0"/>
                <a:cs typeface="Courier New" panose="02070309020205020404" pitchFamily="49" charset="0"/>
              </a:rPr>
              <a:t>顶点在</a:t>
            </a:r>
            <a:r>
              <a:rPr lang="en-US" altLang="zh-CN" sz="1600" dirty="0">
                <a:latin typeface="Courier New" panose="02070309020205020404" pitchFamily="49" charset="0"/>
                <a:cs typeface="Courier New" panose="02070309020205020404" pitchFamily="49" charset="0"/>
              </a:rPr>
              <a:t>G</a:t>
            </a:r>
            <a:r>
              <a:rPr lang="zh-CN" altLang="zh-CN" sz="1600" dirty="0">
                <a:latin typeface="Courier New" panose="02070309020205020404" pitchFamily="49" charset="0"/>
                <a:cs typeface="Courier New" panose="02070309020205020404" pitchFamily="49" charset="0"/>
              </a:rPr>
              <a:t>中。</a:t>
            </a:r>
          </a:p>
          <a:p>
            <a:pPr marL="72000" eaLnBrk="0"/>
            <a:r>
              <a:rPr lang="en-US" altLang="zh-CN" sz="1600" dirty="0">
                <a:latin typeface="Courier New" panose="02070309020205020404" pitchFamily="49" charset="0"/>
                <a:cs typeface="Courier New" panose="02070309020205020404" pitchFamily="49" charset="0"/>
              </a:rPr>
              <a:t>  </a:t>
            </a:r>
            <a:r>
              <a:rPr lang="zh-CN" altLang="zh-CN" sz="1600" dirty="0">
                <a:latin typeface="Courier New" panose="02070309020205020404" pitchFamily="49" charset="0"/>
                <a:cs typeface="Courier New" panose="02070309020205020404" pitchFamily="49" charset="0"/>
              </a:rPr>
              <a:t>操作结果：返回</a:t>
            </a:r>
            <a:r>
              <a:rPr lang="en-US" altLang="zh-CN" sz="1600" dirty="0">
                <a:latin typeface="Courier New" panose="02070309020205020404" pitchFamily="49" charset="0"/>
                <a:cs typeface="Courier New" panose="02070309020205020404" pitchFamily="49" charset="0"/>
              </a:rPr>
              <a:t>v</a:t>
            </a:r>
            <a:r>
              <a:rPr lang="zh-CN" altLang="zh-CN" sz="1600" dirty="0">
                <a:latin typeface="Courier New" panose="02070309020205020404" pitchFamily="49" charset="0"/>
                <a:cs typeface="Courier New" panose="02070309020205020404" pitchFamily="49" charset="0"/>
              </a:rPr>
              <a:t>的第一个邻接顶点。若顶点在</a:t>
            </a:r>
            <a:r>
              <a:rPr lang="en-US" altLang="zh-CN" sz="1600" dirty="0">
                <a:latin typeface="Courier New" panose="02070309020205020404" pitchFamily="49" charset="0"/>
                <a:cs typeface="Courier New" panose="02070309020205020404" pitchFamily="49" charset="0"/>
              </a:rPr>
              <a:t>G</a:t>
            </a:r>
            <a:r>
              <a:rPr lang="zh-CN" altLang="zh-CN" sz="1600" dirty="0">
                <a:latin typeface="Courier New" panose="02070309020205020404" pitchFamily="49" charset="0"/>
                <a:cs typeface="Courier New" panose="02070309020205020404" pitchFamily="49" charset="0"/>
              </a:rPr>
              <a:t>中没有邻接顶点，则返回</a:t>
            </a:r>
            <a:r>
              <a:rPr lang="en-US" altLang="zh-CN" sz="1600" dirty="0" err="1">
                <a:latin typeface="Courier New" panose="02070309020205020404" pitchFamily="49" charset="0"/>
                <a:cs typeface="Courier New" panose="02070309020205020404" pitchFamily="49" charset="0"/>
              </a:rPr>
              <a:t>nullP</a:t>
            </a:r>
            <a:r>
              <a:rPr lang="zh-CN"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p:txBody>
      </p:sp>
      <p:sp>
        <p:nvSpPr>
          <p:cNvPr id="6" name="文本框 5">
            <a:extLst>
              <a:ext uri="{FF2B5EF4-FFF2-40B4-BE49-F238E27FC236}">
                <a16:creationId xmlns:a16="http://schemas.microsoft.com/office/drawing/2014/main" id="{9B4B3FDF-7FB9-4F24-812F-E09EBD590DEA}"/>
              </a:ext>
            </a:extLst>
          </p:cNvPr>
          <p:cNvSpPr txBox="1"/>
          <p:nvPr/>
        </p:nvSpPr>
        <p:spPr>
          <a:xfrm>
            <a:off x="4710701" y="1122557"/>
            <a:ext cx="7101155" cy="5416355"/>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marL="72000" eaLnBrk="0">
              <a:lnSpc>
                <a:spcPct val="90000"/>
              </a:lnSpc>
            </a:pPr>
            <a:r>
              <a:rPr lang="en-US" altLang="zh-CN" sz="1600" b="1" dirty="0" err="1">
                <a:solidFill>
                  <a:srgbClr val="000000"/>
                </a:solidFill>
                <a:latin typeface="Courier New" panose="02070309020205020404" pitchFamily="49" charset="0"/>
                <a:ea typeface="宋体" panose="02010600030101010101" pitchFamily="2" charset="-122"/>
              </a:rPr>
              <a:t>NextAdjvex</a:t>
            </a:r>
            <a:r>
              <a:rPr lang="en-US" altLang="zh-CN" sz="1600" b="1" dirty="0">
                <a:solidFill>
                  <a:srgbClr val="000000"/>
                </a:solidFill>
                <a:latin typeface="Courier New" panose="02070309020205020404" pitchFamily="49" charset="0"/>
                <a:ea typeface="宋体" panose="02010600030101010101" pitchFamily="2" charset="-122"/>
              </a:rPr>
              <a:t>(G, v);</a:t>
            </a:r>
            <a:endParaRPr lang="zh-CN" altLang="zh-CN" sz="1600" b="1" dirty="0">
              <a:solidFill>
                <a:srgbClr val="000000"/>
              </a:solidFill>
              <a:latin typeface="Courier New" panose="02070309020205020404" pitchFamily="49" charset="0"/>
              <a:ea typeface="宋体" panose="02010600030101010101" pitchFamily="2" charset="-122"/>
            </a:endParaRPr>
          </a:p>
          <a:p>
            <a:pPr marL="72000" eaLnBrk="0">
              <a:lnSpc>
                <a:spcPct val="90000"/>
              </a:lnSpc>
            </a:pPr>
            <a:r>
              <a:rPr lang="en-US" altLang="zh-CN" sz="1600" dirty="0">
                <a:solidFill>
                  <a:srgbClr val="000000"/>
                </a:solidFill>
                <a:latin typeface="Courier New" panose="02070309020205020404" pitchFamily="49" charset="0"/>
                <a:ea typeface="宋体" panose="02010600030101010101" pitchFamily="2" charset="-122"/>
              </a:rPr>
              <a:t> </a:t>
            </a:r>
            <a:r>
              <a:rPr lang="zh-CN" altLang="zh-CN" sz="1600" dirty="0">
                <a:solidFill>
                  <a:srgbClr val="000000"/>
                </a:solidFill>
                <a:latin typeface="Courier New" panose="02070309020205020404" pitchFamily="49" charset="0"/>
                <a:ea typeface="宋体" panose="02010600030101010101" pitchFamily="2" charset="-122"/>
              </a:rPr>
              <a:t>初始条件：图</a:t>
            </a:r>
            <a:r>
              <a:rPr lang="en-US" altLang="zh-CN" sz="1600" dirty="0">
                <a:solidFill>
                  <a:srgbClr val="000000"/>
                </a:solidFill>
                <a:latin typeface="Courier New" panose="02070309020205020404" pitchFamily="49" charset="0"/>
                <a:ea typeface="宋体" panose="02010600030101010101" pitchFamily="2" charset="-122"/>
              </a:rPr>
              <a:t>G</a:t>
            </a:r>
            <a:r>
              <a:rPr lang="zh-CN" altLang="zh-CN" sz="1600" dirty="0">
                <a:solidFill>
                  <a:srgbClr val="000000"/>
                </a:solidFill>
                <a:latin typeface="Courier New" panose="02070309020205020404" pitchFamily="49" charset="0"/>
                <a:ea typeface="宋体" panose="02010600030101010101" pitchFamily="2" charset="-122"/>
              </a:rPr>
              <a:t>存在，</a:t>
            </a:r>
            <a:r>
              <a:rPr lang="en-US" altLang="zh-CN" sz="1600" dirty="0">
                <a:solidFill>
                  <a:srgbClr val="000000"/>
                </a:solidFill>
                <a:latin typeface="Courier New" panose="02070309020205020404" pitchFamily="49" charset="0"/>
                <a:ea typeface="宋体" panose="02010600030101010101" pitchFamily="2" charset="-122"/>
              </a:rPr>
              <a:t>v</a:t>
            </a:r>
            <a:r>
              <a:rPr lang="zh-CN" altLang="zh-CN" sz="1600" dirty="0">
                <a:solidFill>
                  <a:srgbClr val="000000"/>
                </a:solidFill>
                <a:latin typeface="Courier New" panose="02070309020205020404" pitchFamily="49" charset="0"/>
                <a:ea typeface="宋体" panose="02010600030101010101" pitchFamily="2" charset="-122"/>
              </a:rPr>
              <a:t>顶点在</a:t>
            </a:r>
            <a:r>
              <a:rPr lang="en-US" altLang="zh-CN" sz="1600" dirty="0">
                <a:solidFill>
                  <a:srgbClr val="000000"/>
                </a:solidFill>
                <a:latin typeface="Courier New" panose="02070309020205020404" pitchFamily="49" charset="0"/>
                <a:ea typeface="宋体" panose="02010600030101010101" pitchFamily="2" charset="-122"/>
              </a:rPr>
              <a:t>G</a:t>
            </a:r>
            <a:r>
              <a:rPr lang="zh-CN" altLang="zh-CN" sz="1600" dirty="0">
                <a:solidFill>
                  <a:srgbClr val="000000"/>
                </a:solidFill>
                <a:latin typeface="Courier New" panose="02070309020205020404" pitchFamily="49" charset="0"/>
                <a:ea typeface="宋体" panose="02010600030101010101" pitchFamily="2" charset="-122"/>
              </a:rPr>
              <a:t>中。</a:t>
            </a:r>
          </a:p>
          <a:p>
            <a:pPr marL="72000" eaLnBrk="0">
              <a:lnSpc>
                <a:spcPct val="90000"/>
              </a:lnSpc>
            </a:pPr>
            <a:r>
              <a:rPr lang="en-US" altLang="zh-CN" sz="1600" dirty="0">
                <a:solidFill>
                  <a:srgbClr val="000000"/>
                </a:solidFill>
                <a:latin typeface="Courier New" panose="02070309020205020404" pitchFamily="49" charset="0"/>
                <a:ea typeface="宋体" panose="02010600030101010101" pitchFamily="2" charset="-122"/>
              </a:rPr>
              <a:t> </a:t>
            </a:r>
            <a:r>
              <a:rPr lang="zh-CN" altLang="zh-CN" sz="1600" dirty="0">
                <a:solidFill>
                  <a:srgbClr val="000000"/>
                </a:solidFill>
                <a:latin typeface="Courier New" panose="02070309020205020404" pitchFamily="49" charset="0"/>
                <a:ea typeface="宋体" panose="02010600030101010101" pitchFamily="2" charset="-122"/>
              </a:rPr>
              <a:t>操作结果：返回</a:t>
            </a:r>
            <a:r>
              <a:rPr lang="en-US" altLang="zh-CN" sz="1600" dirty="0">
                <a:solidFill>
                  <a:srgbClr val="000000"/>
                </a:solidFill>
                <a:latin typeface="Courier New" panose="02070309020205020404" pitchFamily="49" charset="0"/>
                <a:ea typeface="宋体" panose="02010600030101010101" pitchFamily="2" charset="-122"/>
              </a:rPr>
              <a:t>v</a:t>
            </a:r>
            <a:r>
              <a:rPr lang="zh-CN" altLang="zh-CN" sz="1600" dirty="0">
                <a:solidFill>
                  <a:srgbClr val="000000"/>
                </a:solidFill>
                <a:latin typeface="Courier New" panose="02070309020205020404" pitchFamily="49" charset="0"/>
                <a:ea typeface="宋体" panose="02010600030101010101" pitchFamily="2" charset="-122"/>
              </a:rPr>
              <a:t>的下一个邻接顶点。若不存在</a:t>
            </a:r>
            <a:r>
              <a:rPr lang="en-US" altLang="zh-CN" sz="1600" dirty="0">
                <a:solidFill>
                  <a:srgbClr val="000000"/>
                </a:solidFill>
                <a:latin typeface="Courier New" panose="02070309020205020404" pitchFamily="49" charset="0"/>
                <a:ea typeface="宋体" panose="02010600030101010101" pitchFamily="2" charset="-122"/>
              </a:rPr>
              <a:t>,</a:t>
            </a:r>
            <a:r>
              <a:rPr lang="zh-CN" altLang="zh-CN" sz="1600" dirty="0">
                <a:solidFill>
                  <a:srgbClr val="000000"/>
                </a:solidFill>
                <a:latin typeface="Courier New" panose="02070309020205020404" pitchFamily="49" charset="0"/>
                <a:ea typeface="宋体" panose="02010600030101010101" pitchFamily="2" charset="-122"/>
              </a:rPr>
              <a:t>返则回 </a:t>
            </a:r>
            <a:r>
              <a:rPr lang="en-US" altLang="zh-CN" sz="1600" dirty="0" err="1">
                <a:solidFill>
                  <a:srgbClr val="000000"/>
                </a:solidFill>
                <a:latin typeface="Courier New" panose="02070309020205020404" pitchFamily="49" charset="0"/>
                <a:ea typeface="宋体" panose="02010600030101010101" pitchFamily="2" charset="-122"/>
              </a:rPr>
              <a:t>nullP</a:t>
            </a:r>
            <a:r>
              <a:rPr lang="zh-CN" altLang="zh-CN" sz="1600" dirty="0">
                <a:solidFill>
                  <a:srgbClr val="000000"/>
                </a:solidFill>
                <a:latin typeface="Courier New" panose="02070309020205020404" pitchFamily="49" charset="0"/>
                <a:ea typeface="宋体" panose="02010600030101010101" pitchFamily="2" charset="-122"/>
              </a:rPr>
              <a:t>。</a:t>
            </a:r>
          </a:p>
          <a:p>
            <a:pPr marL="72000" marR="26670" eaLnBrk="0">
              <a:lnSpc>
                <a:spcPct val="90000"/>
              </a:lnSpc>
              <a:buNone/>
            </a:pPr>
            <a:r>
              <a:rPr lang="en-US" altLang="zh-CN" sz="1600" b="1" dirty="0" err="1">
                <a:solidFill>
                  <a:srgbClr val="000000"/>
                </a:solidFill>
                <a:latin typeface="Courier New" panose="02070309020205020404" pitchFamily="49" charset="0"/>
                <a:ea typeface="宋体" panose="02010600030101010101" pitchFamily="2" charset="-122"/>
              </a:rPr>
              <a:t>Insertvex</a:t>
            </a:r>
            <a:r>
              <a:rPr lang="en-US" altLang="zh-CN" sz="1600" b="1" dirty="0">
                <a:solidFill>
                  <a:srgbClr val="000000"/>
                </a:solidFill>
                <a:latin typeface="Courier New" panose="02070309020205020404" pitchFamily="49" charset="0"/>
                <a:ea typeface="宋体" panose="02010600030101010101" pitchFamily="2" charset="-122"/>
              </a:rPr>
              <a:t>(G, v);</a:t>
            </a:r>
            <a:endParaRPr lang="zh-CN" altLang="zh-CN" sz="1600" b="1" dirty="0">
              <a:solidFill>
                <a:srgbClr val="000000"/>
              </a:solidFill>
              <a:latin typeface="Courier New" panose="02070309020205020404" pitchFamily="49" charset="0"/>
              <a:ea typeface="宋体" panose="02010600030101010101" pitchFamily="2" charset="-122"/>
            </a:endParaRPr>
          </a:p>
          <a:p>
            <a:pPr marL="72000" eaLnBrk="0">
              <a:lnSpc>
                <a:spcPct val="90000"/>
              </a:lnSpc>
              <a:buNone/>
            </a:pPr>
            <a:r>
              <a:rPr lang="en-US" altLang="zh-CN" sz="1600" spc="95" dirty="0">
                <a:solidFill>
                  <a:srgbClr val="000000"/>
                </a:solidFill>
                <a:effectLst/>
                <a:latin typeface="Courier New" panose="02070309020205020404" pitchFamily="49" charset="0"/>
                <a:ea typeface="宋体" panose="02010600030101010101" pitchFamily="2" charset="-122"/>
              </a:rPr>
              <a:t> </a:t>
            </a:r>
            <a:r>
              <a:rPr lang="zh-CN" altLang="zh-CN" sz="1600" spc="95" dirty="0">
                <a:solidFill>
                  <a:srgbClr val="000000"/>
                </a:solidFill>
                <a:effectLst/>
                <a:latin typeface="Courier New" panose="02070309020205020404" pitchFamily="49" charset="0"/>
                <a:ea typeface="宋体" panose="02010600030101010101" pitchFamily="2" charset="-122"/>
              </a:rPr>
              <a:t>初始条件：图</a:t>
            </a:r>
            <a:r>
              <a:rPr lang="en-US" altLang="zh-CN" sz="1600" spc="95" dirty="0">
                <a:solidFill>
                  <a:srgbClr val="000000"/>
                </a:solidFill>
                <a:effectLst/>
                <a:latin typeface="Courier New" panose="02070309020205020404" pitchFamily="49" charset="0"/>
                <a:ea typeface="宋体" panose="02010600030101010101" pitchFamily="2" charset="-122"/>
              </a:rPr>
              <a:t>G</a:t>
            </a:r>
            <a:r>
              <a:rPr lang="zh-CN" altLang="zh-CN" sz="1600" spc="95" dirty="0">
                <a:solidFill>
                  <a:srgbClr val="000000"/>
                </a:solidFill>
                <a:effectLst/>
                <a:latin typeface="Courier New" panose="02070309020205020404" pitchFamily="49" charset="0"/>
                <a:ea typeface="宋体" panose="02010600030101010101" pitchFamily="2" charset="-122"/>
              </a:rPr>
              <a:t>存在，</a:t>
            </a:r>
            <a:r>
              <a:rPr lang="en-US" altLang="zh-CN" sz="1600" spc="95" dirty="0">
                <a:solidFill>
                  <a:srgbClr val="000000"/>
                </a:solidFill>
                <a:effectLst/>
                <a:latin typeface="Courier New" panose="02070309020205020404" pitchFamily="49" charset="0"/>
                <a:ea typeface="宋体" panose="02010600030101010101" pitchFamily="2" charset="-122"/>
              </a:rPr>
              <a:t>v</a:t>
            </a:r>
            <a:r>
              <a:rPr lang="zh-CN" altLang="zh-CN" sz="1600" spc="95" dirty="0">
                <a:solidFill>
                  <a:srgbClr val="000000"/>
                </a:solidFill>
                <a:effectLst/>
                <a:latin typeface="Courier New" panose="02070309020205020404" pitchFamily="49" charset="0"/>
                <a:ea typeface="宋体" panose="02010600030101010101" pitchFamily="2" charset="-122"/>
              </a:rPr>
              <a:t>和图中顶点有相同特征。</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en-US" altLang="zh-CN" sz="1600" spc="80" dirty="0">
                <a:solidFill>
                  <a:srgbClr val="000000"/>
                </a:solidFill>
                <a:effectLst/>
                <a:latin typeface="Courier New" panose="02070309020205020404" pitchFamily="49" charset="0"/>
                <a:ea typeface="宋体" panose="02010600030101010101" pitchFamily="2" charset="-122"/>
              </a:rPr>
              <a:t> </a:t>
            </a:r>
            <a:r>
              <a:rPr lang="zh-CN" altLang="zh-CN" sz="1600" spc="80" dirty="0">
                <a:solidFill>
                  <a:srgbClr val="000000"/>
                </a:solidFill>
                <a:effectLst/>
                <a:latin typeface="Courier New" panose="02070309020205020404" pitchFamily="49" charset="0"/>
                <a:ea typeface="宋体" panose="02010600030101010101" pitchFamily="2" charset="-122"/>
              </a:rPr>
              <a:t>操作结果：在图</a:t>
            </a:r>
            <a:r>
              <a:rPr lang="en-US" altLang="zh-CN" sz="1600" spc="80" dirty="0">
                <a:solidFill>
                  <a:srgbClr val="000000"/>
                </a:solidFill>
                <a:effectLst/>
                <a:latin typeface="Courier New" panose="02070309020205020404" pitchFamily="49" charset="0"/>
                <a:ea typeface="宋体" panose="02010600030101010101" pitchFamily="2" charset="-122"/>
              </a:rPr>
              <a:t>G</a:t>
            </a:r>
            <a:r>
              <a:rPr lang="zh-CN" altLang="zh-CN" sz="1600" spc="80" dirty="0">
                <a:solidFill>
                  <a:srgbClr val="000000"/>
                </a:solidFill>
                <a:effectLst/>
                <a:latin typeface="Courier New" panose="02070309020205020404" pitchFamily="49" charset="0"/>
                <a:ea typeface="宋体" panose="02010600030101010101" pitchFamily="2" charset="-122"/>
              </a:rPr>
              <a:t>中增添</a:t>
            </a:r>
            <a:r>
              <a:rPr lang="en-US" altLang="zh-CN" sz="1600" spc="80" dirty="0">
                <a:solidFill>
                  <a:srgbClr val="000000"/>
                </a:solidFill>
                <a:effectLst/>
                <a:latin typeface="Courier New" panose="02070309020205020404" pitchFamily="49" charset="0"/>
                <a:ea typeface="宋体" panose="02010600030101010101" pitchFamily="2" charset="-122"/>
              </a:rPr>
              <a:t>v</a:t>
            </a:r>
            <a:r>
              <a:rPr lang="zh-CN" altLang="zh-CN" sz="1600" spc="80" dirty="0">
                <a:solidFill>
                  <a:srgbClr val="000000"/>
                </a:solidFill>
                <a:effectLst/>
                <a:latin typeface="Courier New" panose="02070309020205020404" pitchFamily="49" charset="0"/>
                <a:ea typeface="宋体" panose="02010600030101010101" pitchFamily="2" charset="-122"/>
              </a:rPr>
              <a:t>顶点。</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en-US" altLang="zh-CN" sz="1600" b="1" dirty="0" err="1">
                <a:solidFill>
                  <a:srgbClr val="000000"/>
                </a:solidFill>
                <a:latin typeface="Courier New" panose="02070309020205020404" pitchFamily="49" charset="0"/>
                <a:ea typeface="宋体" panose="02010600030101010101" pitchFamily="2" charset="-122"/>
              </a:rPr>
              <a:t>Deletevex</a:t>
            </a:r>
            <a:r>
              <a:rPr lang="en-US" altLang="zh-CN" sz="1600" b="1" dirty="0">
                <a:solidFill>
                  <a:srgbClr val="000000"/>
                </a:solidFill>
                <a:latin typeface="Courier New" panose="02070309020205020404" pitchFamily="49" charset="0"/>
                <a:ea typeface="宋体" panose="02010600030101010101" pitchFamily="2" charset="-122"/>
              </a:rPr>
              <a:t>(G, v);</a:t>
            </a:r>
            <a:endParaRPr lang="zh-CN" altLang="zh-CN" sz="1600" b="1" dirty="0">
              <a:solidFill>
                <a:srgbClr val="000000"/>
              </a:solidFill>
              <a:latin typeface="Courier New" panose="02070309020205020404" pitchFamily="49" charset="0"/>
              <a:ea typeface="宋体" panose="02010600030101010101" pitchFamily="2" charset="-122"/>
            </a:endParaRPr>
          </a:p>
          <a:p>
            <a:pPr marL="72000" eaLnBrk="0">
              <a:lnSpc>
                <a:spcPct val="90000"/>
              </a:lnSpc>
              <a:buNone/>
            </a:pPr>
            <a:r>
              <a:rPr lang="en-US" altLang="zh-CN" sz="1600" spc="95" dirty="0">
                <a:solidFill>
                  <a:srgbClr val="000000"/>
                </a:solidFill>
                <a:effectLst/>
                <a:latin typeface="Courier New" panose="02070309020205020404" pitchFamily="49" charset="0"/>
                <a:ea typeface="宋体" panose="02010600030101010101" pitchFamily="2" charset="-122"/>
              </a:rPr>
              <a:t> </a:t>
            </a:r>
            <a:r>
              <a:rPr lang="zh-CN" altLang="zh-CN" sz="1600" spc="95" dirty="0">
                <a:solidFill>
                  <a:srgbClr val="000000"/>
                </a:solidFill>
                <a:effectLst/>
                <a:latin typeface="Courier New" panose="02070309020205020404" pitchFamily="49" charset="0"/>
                <a:ea typeface="宋体" panose="02010600030101010101" pitchFamily="2" charset="-122"/>
              </a:rPr>
              <a:t>初始条件：图</a:t>
            </a:r>
            <a:r>
              <a:rPr lang="en-US" altLang="zh-CN" sz="1600" spc="95" dirty="0">
                <a:solidFill>
                  <a:srgbClr val="000000"/>
                </a:solidFill>
                <a:effectLst/>
                <a:latin typeface="Courier New" panose="02070309020205020404" pitchFamily="49" charset="0"/>
                <a:ea typeface="宋体" panose="02010600030101010101" pitchFamily="2" charset="-122"/>
              </a:rPr>
              <a:t>G</a:t>
            </a:r>
            <a:r>
              <a:rPr lang="zh-CN" altLang="zh-CN" sz="1600" spc="95" dirty="0">
                <a:solidFill>
                  <a:srgbClr val="000000"/>
                </a:solidFill>
                <a:effectLst/>
                <a:latin typeface="Courier New" panose="02070309020205020404" pitchFamily="49" charset="0"/>
                <a:ea typeface="宋体" panose="02010600030101010101" pitchFamily="2" charset="-122"/>
              </a:rPr>
              <a:t>存在，</a:t>
            </a:r>
            <a:r>
              <a:rPr lang="en-US" altLang="zh-CN" sz="1600" spc="95" dirty="0">
                <a:solidFill>
                  <a:srgbClr val="000000"/>
                </a:solidFill>
                <a:effectLst/>
                <a:latin typeface="Courier New" panose="02070309020205020404" pitchFamily="49" charset="0"/>
                <a:ea typeface="宋体" panose="02010600030101010101" pitchFamily="2" charset="-122"/>
              </a:rPr>
              <a:t>v</a:t>
            </a:r>
            <a:r>
              <a:rPr lang="zh-CN" altLang="zh-CN" sz="1600" spc="95" dirty="0">
                <a:solidFill>
                  <a:srgbClr val="000000"/>
                </a:solidFill>
                <a:effectLst/>
                <a:latin typeface="Courier New" panose="02070309020205020404" pitchFamily="49" charset="0"/>
                <a:ea typeface="宋体" panose="02010600030101010101" pitchFamily="2" charset="-122"/>
              </a:rPr>
              <a:t>顶点在</a:t>
            </a:r>
            <a:r>
              <a:rPr lang="en-US" altLang="zh-CN" sz="1600" spc="95" dirty="0">
                <a:solidFill>
                  <a:srgbClr val="000000"/>
                </a:solidFill>
                <a:effectLst/>
                <a:latin typeface="Courier New" panose="02070309020205020404" pitchFamily="49" charset="0"/>
                <a:ea typeface="宋体" panose="02010600030101010101" pitchFamily="2" charset="-122"/>
              </a:rPr>
              <a:t>G</a:t>
            </a:r>
            <a:r>
              <a:rPr lang="zh-CN" altLang="zh-CN" sz="1600" spc="95" dirty="0">
                <a:solidFill>
                  <a:srgbClr val="000000"/>
                </a:solidFill>
                <a:effectLst/>
                <a:latin typeface="Courier New" panose="02070309020205020404" pitchFamily="49" charset="0"/>
                <a:ea typeface="宋体" panose="02010600030101010101" pitchFamily="2" charset="-122"/>
              </a:rPr>
              <a:t>中。</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en-US" altLang="zh-CN" sz="1600" spc="95" dirty="0">
                <a:solidFill>
                  <a:srgbClr val="000000"/>
                </a:solidFill>
                <a:effectLst/>
                <a:latin typeface="Courier New" panose="02070309020205020404" pitchFamily="49" charset="0"/>
                <a:ea typeface="宋体" panose="02010600030101010101" pitchFamily="2" charset="-122"/>
              </a:rPr>
              <a:t> </a:t>
            </a:r>
            <a:r>
              <a:rPr lang="zh-CN" altLang="zh-CN" sz="1600" spc="95" dirty="0">
                <a:solidFill>
                  <a:srgbClr val="000000"/>
                </a:solidFill>
                <a:effectLst/>
                <a:latin typeface="Courier New" panose="02070309020205020404" pitchFamily="49" charset="0"/>
                <a:ea typeface="宋体" panose="02010600030101010101" pitchFamily="2" charset="-122"/>
              </a:rPr>
              <a:t>操作结果：删除</a:t>
            </a:r>
            <a:r>
              <a:rPr lang="en-US" altLang="zh-CN" sz="1600" spc="95" dirty="0">
                <a:solidFill>
                  <a:srgbClr val="000000"/>
                </a:solidFill>
                <a:effectLst/>
                <a:latin typeface="Courier New" panose="02070309020205020404" pitchFamily="49" charset="0"/>
                <a:ea typeface="宋体" panose="02010600030101010101" pitchFamily="2" charset="-122"/>
              </a:rPr>
              <a:t>G</a:t>
            </a:r>
            <a:r>
              <a:rPr lang="zh-CN" altLang="zh-CN" sz="1600" spc="95" dirty="0">
                <a:solidFill>
                  <a:srgbClr val="000000"/>
                </a:solidFill>
                <a:effectLst/>
                <a:latin typeface="Courier New" panose="02070309020205020404" pitchFamily="49" charset="0"/>
                <a:ea typeface="宋体" panose="02010600030101010101" pitchFamily="2" charset="-122"/>
              </a:rPr>
              <a:t>中顶点</a:t>
            </a:r>
            <a:r>
              <a:rPr lang="en-US" altLang="zh-CN" sz="1600" spc="95" dirty="0">
                <a:solidFill>
                  <a:srgbClr val="000000"/>
                </a:solidFill>
                <a:effectLst/>
                <a:latin typeface="Courier New" panose="02070309020205020404" pitchFamily="49" charset="0"/>
                <a:ea typeface="宋体" panose="02010600030101010101" pitchFamily="2" charset="-122"/>
              </a:rPr>
              <a:t>v</a:t>
            </a:r>
            <a:r>
              <a:rPr lang="zh-CN" altLang="zh-CN" sz="1600" spc="95" dirty="0">
                <a:solidFill>
                  <a:srgbClr val="000000"/>
                </a:solidFill>
                <a:effectLst/>
                <a:latin typeface="Courier New" panose="02070309020205020404" pitchFamily="49" charset="0"/>
                <a:ea typeface="宋体" panose="02010600030101010101" pitchFamily="2" charset="-122"/>
              </a:rPr>
              <a:t>及其相关弧。</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350770" eaLnBrk="0">
              <a:lnSpc>
                <a:spcPct val="90000"/>
              </a:lnSpc>
              <a:buNone/>
            </a:pPr>
            <a:r>
              <a:rPr lang="en-US" altLang="zh-CN" sz="1600" b="1" dirty="0" err="1">
                <a:solidFill>
                  <a:srgbClr val="000000"/>
                </a:solidFill>
                <a:latin typeface="Courier New" panose="02070309020205020404" pitchFamily="49" charset="0"/>
                <a:ea typeface="宋体" panose="02010600030101010101" pitchFamily="2" charset="-122"/>
              </a:rPr>
              <a:t>InsertArc</a:t>
            </a:r>
            <a:r>
              <a:rPr lang="en-US" altLang="zh-CN" sz="1600" b="1" dirty="0">
                <a:solidFill>
                  <a:srgbClr val="000000"/>
                </a:solidFill>
                <a:latin typeface="Courier New" panose="02070309020205020404" pitchFamily="49" charset="0"/>
                <a:ea typeface="宋体" panose="02010600030101010101" pitchFamily="2" charset="-122"/>
              </a:rPr>
              <a:t>(G, v, w);</a:t>
            </a:r>
            <a:endParaRPr lang="zh-CN" altLang="zh-CN" sz="1600" b="1" dirty="0">
              <a:solidFill>
                <a:srgbClr val="000000"/>
              </a:solidFill>
              <a:latin typeface="Courier New" panose="02070309020205020404" pitchFamily="49" charset="0"/>
              <a:ea typeface="宋体" panose="02010600030101010101" pitchFamily="2" charset="-122"/>
            </a:endParaRPr>
          </a:p>
          <a:p>
            <a:pPr marL="72000" eaLnBrk="0">
              <a:lnSpc>
                <a:spcPct val="90000"/>
              </a:lnSpc>
              <a:buNone/>
            </a:pPr>
            <a:r>
              <a:rPr lang="en-US" altLang="zh-CN" sz="1600" spc="80" dirty="0">
                <a:solidFill>
                  <a:srgbClr val="000000"/>
                </a:solidFill>
                <a:effectLst/>
                <a:latin typeface="Courier New" panose="02070309020205020404" pitchFamily="49" charset="0"/>
                <a:ea typeface="宋体" panose="02010600030101010101" pitchFamily="2" charset="-122"/>
              </a:rPr>
              <a:t> </a:t>
            </a:r>
            <a:r>
              <a:rPr lang="zh-CN" altLang="zh-CN" sz="1600" spc="80" dirty="0">
                <a:solidFill>
                  <a:srgbClr val="000000"/>
                </a:solidFill>
                <a:effectLst/>
                <a:latin typeface="Courier New" panose="02070309020205020404" pitchFamily="49" charset="0"/>
                <a:ea typeface="宋体" panose="02010600030101010101" pitchFamily="2" charset="-122"/>
              </a:rPr>
              <a:t>初始条件：图</a:t>
            </a:r>
            <a:r>
              <a:rPr lang="en-US" altLang="zh-CN" sz="1600" spc="80" dirty="0">
                <a:solidFill>
                  <a:srgbClr val="000000"/>
                </a:solidFill>
                <a:effectLst/>
                <a:latin typeface="Courier New" panose="02070309020205020404" pitchFamily="49" charset="0"/>
                <a:ea typeface="宋体" panose="02010600030101010101" pitchFamily="2" charset="-122"/>
              </a:rPr>
              <a:t>G</a:t>
            </a:r>
            <a:r>
              <a:rPr lang="zh-CN" altLang="zh-CN" sz="1600" spc="80" dirty="0">
                <a:solidFill>
                  <a:srgbClr val="000000"/>
                </a:solidFill>
                <a:effectLst/>
                <a:latin typeface="Courier New" panose="02070309020205020404" pitchFamily="49" charset="0"/>
                <a:ea typeface="宋体" panose="02010600030101010101" pitchFamily="2" charset="-122"/>
              </a:rPr>
              <a:t>存在，</a:t>
            </a:r>
            <a:r>
              <a:rPr lang="en-US" altLang="zh-CN" sz="1600" spc="80" dirty="0">
                <a:solidFill>
                  <a:srgbClr val="000000"/>
                </a:solidFill>
                <a:effectLst/>
                <a:latin typeface="Courier New" panose="02070309020205020404" pitchFamily="49" charset="0"/>
                <a:ea typeface="宋体" panose="02010600030101010101" pitchFamily="2" charset="-122"/>
              </a:rPr>
              <a:t>v</a:t>
            </a:r>
            <a:r>
              <a:rPr lang="zh-CN" altLang="zh-CN" sz="1600" spc="80" dirty="0">
                <a:solidFill>
                  <a:srgbClr val="000000"/>
                </a:solidFill>
                <a:effectLst/>
                <a:latin typeface="Courier New" panose="02070309020205020404" pitchFamily="49" charset="0"/>
                <a:ea typeface="宋体" panose="02010600030101010101" pitchFamily="2" charset="-122"/>
              </a:rPr>
              <a:t>顶点和</a:t>
            </a:r>
            <a:r>
              <a:rPr lang="en-US" altLang="zh-CN" sz="1600" spc="80" dirty="0">
                <a:solidFill>
                  <a:srgbClr val="000000"/>
                </a:solidFill>
                <a:effectLst/>
                <a:latin typeface="Courier New" panose="02070309020205020404" pitchFamily="49" charset="0"/>
                <a:ea typeface="宋体" panose="02010600030101010101" pitchFamily="2" charset="-122"/>
              </a:rPr>
              <a:t>w</a:t>
            </a:r>
            <a:r>
              <a:rPr lang="zh-CN" altLang="zh-CN" sz="1600" spc="80" dirty="0">
                <a:solidFill>
                  <a:srgbClr val="000000"/>
                </a:solidFill>
                <a:effectLst/>
                <a:latin typeface="Courier New" panose="02070309020205020404" pitchFamily="49" charset="0"/>
                <a:ea typeface="宋体" panose="02010600030101010101" pitchFamily="2" charset="-122"/>
              </a:rPr>
              <a:t>顶点均在</a:t>
            </a:r>
            <a:r>
              <a:rPr lang="en-US" altLang="zh-CN" sz="1600" spc="80" dirty="0">
                <a:solidFill>
                  <a:srgbClr val="000000"/>
                </a:solidFill>
                <a:effectLst/>
                <a:latin typeface="Courier New" panose="02070309020205020404" pitchFamily="49" charset="0"/>
                <a:ea typeface="宋体" panose="02010600030101010101" pitchFamily="2" charset="-122"/>
              </a:rPr>
              <a:t>G</a:t>
            </a:r>
            <a:r>
              <a:rPr lang="zh-CN" altLang="zh-CN" sz="1600" spc="80" dirty="0">
                <a:solidFill>
                  <a:srgbClr val="000000"/>
                </a:solidFill>
                <a:effectLst/>
                <a:latin typeface="Courier New" panose="02070309020205020404" pitchFamily="49" charset="0"/>
                <a:ea typeface="宋体" panose="02010600030101010101" pitchFamily="2" charset="-122"/>
              </a:rPr>
              <a:t>中。</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en-US" altLang="zh-CN" sz="1600" spc="80" dirty="0">
                <a:solidFill>
                  <a:srgbClr val="000000"/>
                </a:solidFill>
                <a:effectLst/>
                <a:latin typeface="Courier New" panose="02070309020205020404" pitchFamily="49" charset="0"/>
                <a:ea typeface="宋体" panose="02010600030101010101" pitchFamily="2" charset="-122"/>
              </a:rPr>
              <a:t> </a:t>
            </a:r>
            <a:r>
              <a:rPr lang="zh-CN" altLang="zh-CN" sz="1600" spc="80" dirty="0">
                <a:solidFill>
                  <a:srgbClr val="000000"/>
                </a:solidFill>
                <a:effectLst/>
                <a:latin typeface="Courier New" panose="02070309020205020404" pitchFamily="49" charset="0"/>
                <a:ea typeface="宋体" panose="02010600030101010101" pitchFamily="2" charset="-122"/>
              </a:rPr>
              <a:t>操作结果：在</a:t>
            </a:r>
            <a:r>
              <a:rPr lang="en-US" altLang="zh-CN" sz="1600" spc="80" dirty="0">
                <a:solidFill>
                  <a:srgbClr val="000000"/>
                </a:solidFill>
                <a:effectLst/>
                <a:latin typeface="Courier New" panose="02070309020205020404" pitchFamily="49" charset="0"/>
                <a:ea typeface="宋体" panose="02010600030101010101" pitchFamily="2" charset="-122"/>
              </a:rPr>
              <a:t>G</a:t>
            </a:r>
            <a:r>
              <a:rPr lang="zh-CN" altLang="zh-CN" sz="1600" spc="80" dirty="0">
                <a:solidFill>
                  <a:srgbClr val="000000"/>
                </a:solidFill>
                <a:effectLst/>
                <a:latin typeface="Courier New" panose="02070309020205020404" pitchFamily="49" charset="0"/>
                <a:ea typeface="宋体" panose="02010600030101010101" pitchFamily="2" charset="-122"/>
              </a:rPr>
              <a:t>中增添弧</a:t>
            </a:r>
            <a:r>
              <a:rPr lang="en-US" altLang="zh-CN" sz="1600" spc="80" dirty="0">
                <a:solidFill>
                  <a:srgbClr val="000000"/>
                </a:solidFill>
                <a:effectLst/>
                <a:latin typeface="Courier New" panose="02070309020205020404" pitchFamily="49" charset="0"/>
                <a:ea typeface="宋体" panose="02010600030101010101" pitchFamily="2" charset="-122"/>
              </a:rPr>
              <a:t>&lt;</a:t>
            </a:r>
            <a:r>
              <a:rPr lang="en-US" altLang="zh-CN" sz="1600" spc="80" dirty="0" err="1">
                <a:solidFill>
                  <a:srgbClr val="000000"/>
                </a:solidFill>
                <a:effectLst/>
                <a:latin typeface="Courier New" panose="02070309020205020404" pitchFamily="49" charset="0"/>
                <a:ea typeface="宋体" panose="02010600030101010101" pitchFamily="2" charset="-122"/>
              </a:rPr>
              <a:t>v,w</a:t>
            </a:r>
            <a:r>
              <a:rPr lang="en-US" altLang="zh-CN" sz="1600" spc="80" dirty="0">
                <a:solidFill>
                  <a:srgbClr val="000000"/>
                </a:solidFill>
                <a:effectLst/>
                <a:latin typeface="Courier New" panose="02070309020205020404" pitchFamily="49" charset="0"/>
                <a:ea typeface="宋体" panose="02010600030101010101" pitchFamily="2" charset="-122"/>
              </a:rPr>
              <a:t>&gt;</a:t>
            </a:r>
            <a:r>
              <a:rPr lang="en-US" altLang="zh-CN" sz="1600" spc="95" dirty="0">
                <a:solidFill>
                  <a:srgbClr val="000000"/>
                </a:solidFill>
                <a:effectLst/>
                <a:latin typeface="宋体" panose="02010600030101010101" pitchFamily="2" charset="-122"/>
                <a:ea typeface="Courier New" panose="02070309020205020404" pitchFamily="49" charset="0"/>
              </a:rPr>
              <a:t>,</a:t>
            </a:r>
            <a:r>
              <a:rPr lang="zh-CN" altLang="zh-CN" sz="1600" spc="80" dirty="0">
                <a:solidFill>
                  <a:srgbClr val="000000"/>
                </a:solidFill>
                <a:effectLst/>
                <a:latin typeface="Courier New" panose="02070309020205020404" pitchFamily="49" charset="0"/>
                <a:ea typeface="宋体" panose="02010600030101010101" pitchFamily="2" charset="-122"/>
              </a:rPr>
              <a:t>若</a:t>
            </a:r>
            <a:r>
              <a:rPr lang="en-US" altLang="zh-CN" sz="1600" spc="80" dirty="0">
                <a:solidFill>
                  <a:srgbClr val="000000"/>
                </a:solidFill>
                <a:effectLst/>
                <a:latin typeface="Courier New" panose="02070309020205020404" pitchFamily="49" charset="0"/>
                <a:ea typeface="宋体" panose="02010600030101010101" pitchFamily="2" charset="-122"/>
              </a:rPr>
              <a:t>G</a:t>
            </a:r>
            <a:r>
              <a:rPr lang="zh-CN" altLang="zh-CN" sz="1600" spc="80" dirty="0">
                <a:solidFill>
                  <a:srgbClr val="000000"/>
                </a:solidFill>
                <a:effectLst/>
                <a:latin typeface="Courier New" panose="02070309020205020404" pitchFamily="49" charset="0"/>
                <a:ea typeface="宋体" panose="02010600030101010101" pitchFamily="2" charset="-122"/>
              </a:rPr>
              <a:t>是无向的</a:t>
            </a:r>
            <a:r>
              <a:rPr lang="zh-CN" altLang="zh-CN" sz="1600" spc="95" dirty="0">
                <a:solidFill>
                  <a:srgbClr val="000000"/>
                </a:solidFill>
                <a:effectLst/>
                <a:latin typeface="Courier New" panose="02070309020205020404" pitchFamily="49" charset="0"/>
                <a:ea typeface="宋体" panose="02010600030101010101" pitchFamily="2" charset="-122"/>
              </a:rPr>
              <a:t>，</a:t>
            </a:r>
            <a:r>
              <a:rPr lang="zh-CN" altLang="zh-CN" sz="1600" spc="80" dirty="0">
                <a:solidFill>
                  <a:srgbClr val="000000"/>
                </a:solidFill>
                <a:effectLst/>
                <a:latin typeface="Courier New" panose="02070309020205020404" pitchFamily="49" charset="0"/>
                <a:ea typeface="宋体" panose="02010600030101010101" pitchFamily="2" charset="-122"/>
              </a:rPr>
              <a:t>则还增添对称弧</a:t>
            </a:r>
            <a:r>
              <a:rPr lang="en-US" altLang="zh-CN" sz="1600" spc="80" dirty="0">
                <a:solidFill>
                  <a:srgbClr val="000000"/>
                </a:solidFill>
                <a:effectLst/>
                <a:latin typeface="Courier New" panose="02070309020205020404" pitchFamily="49" charset="0"/>
                <a:ea typeface="宋体" panose="02010600030101010101" pitchFamily="2" charset="-122"/>
              </a:rPr>
              <a:t>&lt;</a:t>
            </a:r>
            <a:r>
              <a:rPr lang="en-US" altLang="zh-CN" sz="1600" spc="80" dirty="0" err="1">
                <a:solidFill>
                  <a:srgbClr val="000000"/>
                </a:solidFill>
                <a:effectLst/>
                <a:latin typeface="Courier New" panose="02070309020205020404" pitchFamily="49" charset="0"/>
                <a:ea typeface="宋体" panose="02010600030101010101" pitchFamily="2" charset="-122"/>
              </a:rPr>
              <a:t>w,v</a:t>
            </a:r>
            <a:r>
              <a:rPr lang="en-US" altLang="zh-CN" sz="1600" spc="80" dirty="0">
                <a:solidFill>
                  <a:srgbClr val="000000"/>
                </a:solidFill>
                <a:effectLst/>
                <a:latin typeface="Courier New" panose="02070309020205020404" pitchFamily="49" charset="0"/>
                <a:ea typeface="宋体" panose="02010600030101010101" pitchFamily="2" charset="-122"/>
              </a:rPr>
              <a:t>&gt;</a:t>
            </a:r>
            <a:r>
              <a:rPr lang="zh-CN" altLang="zh-CN" sz="1600" spc="80" dirty="0">
                <a:solidFill>
                  <a:srgbClr val="000000"/>
                </a:solidFill>
                <a:effectLst/>
                <a:latin typeface="Courier New" panose="02070309020205020404" pitchFamily="49" charset="0"/>
                <a:ea typeface="宋体" panose="02010600030101010101" pitchFamily="2" charset="-122"/>
              </a:rPr>
              <a:t>。</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en-US" altLang="zh-CN" sz="1600" b="1" dirty="0" err="1">
                <a:solidFill>
                  <a:srgbClr val="000000"/>
                </a:solidFill>
                <a:latin typeface="Courier New" panose="02070309020205020404" pitchFamily="49" charset="0"/>
                <a:ea typeface="宋体" panose="02010600030101010101" pitchFamily="2" charset="-122"/>
              </a:rPr>
              <a:t>DeleteArc</a:t>
            </a:r>
            <a:r>
              <a:rPr lang="en-US" altLang="zh-CN" sz="1600" b="1" dirty="0">
                <a:solidFill>
                  <a:srgbClr val="000000"/>
                </a:solidFill>
                <a:latin typeface="Courier New" panose="02070309020205020404" pitchFamily="49" charset="0"/>
                <a:ea typeface="宋体" panose="02010600030101010101" pitchFamily="2" charset="-122"/>
              </a:rPr>
              <a:t>(G, v, w);</a:t>
            </a:r>
            <a:endParaRPr lang="zh-CN" altLang="zh-CN" sz="1600" b="1" dirty="0">
              <a:solidFill>
                <a:srgbClr val="000000"/>
              </a:solidFill>
              <a:latin typeface="Courier New" panose="02070309020205020404" pitchFamily="49" charset="0"/>
              <a:ea typeface="宋体" panose="02010600030101010101" pitchFamily="2" charset="-122"/>
            </a:endParaRPr>
          </a:p>
          <a:p>
            <a:pPr marL="72000" eaLnBrk="0">
              <a:lnSpc>
                <a:spcPct val="90000"/>
              </a:lnSpc>
              <a:buNone/>
            </a:pPr>
            <a:r>
              <a:rPr lang="en-US" altLang="zh-CN" sz="1600" spc="80" dirty="0">
                <a:solidFill>
                  <a:srgbClr val="000000"/>
                </a:solidFill>
                <a:effectLst/>
                <a:latin typeface="Courier New" panose="02070309020205020404" pitchFamily="49" charset="0"/>
                <a:ea typeface="宋体" panose="02010600030101010101" pitchFamily="2" charset="-122"/>
              </a:rPr>
              <a:t> </a:t>
            </a:r>
            <a:r>
              <a:rPr lang="zh-CN" altLang="zh-CN" sz="1600" spc="80" dirty="0">
                <a:solidFill>
                  <a:srgbClr val="000000"/>
                </a:solidFill>
                <a:effectLst/>
                <a:latin typeface="Courier New" panose="02070309020205020404" pitchFamily="49" charset="0"/>
                <a:ea typeface="宋体" panose="02010600030101010101" pitchFamily="2" charset="-122"/>
              </a:rPr>
              <a:t>初始条件：图</a:t>
            </a:r>
            <a:r>
              <a:rPr lang="en-US" altLang="zh-CN" sz="1600" spc="80" dirty="0">
                <a:solidFill>
                  <a:srgbClr val="000000"/>
                </a:solidFill>
                <a:effectLst/>
                <a:latin typeface="Courier New" panose="02070309020205020404" pitchFamily="49" charset="0"/>
                <a:ea typeface="宋体" panose="02010600030101010101" pitchFamily="2" charset="-122"/>
              </a:rPr>
              <a:t>G</a:t>
            </a:r>
            <a:r>
              <a:rPr lang="zh-CN" altLang="zh-CN" sz="1600" spc="80" dirty="0">
                <a:solidFill>
                  <a:srgbClr val="000000"/>
                </a:solidFill>
                <a:effectLst/>
                <a:latin typeface="Courier New" panose="02070309020205020404" pitchFamily="49" charset="0"/>
                <a:ea typeface="宋体" panose="02010600030101010101" pitchFamily="2" charset="-122"/>
              </a:rPr>
              <a:t>存在</a:t>
            </a:r>
            <a:r>
              <a:rPr lang="zh-CN" altLang="zh-CN" sz="1600" spc="95" dirty="0">
                <a:solidFill>
                  <a:srgbClr val="000000"/>
                </a:solidFill>
                <a:effectLst/>
                <a:latin typeface="Courier New" panose="02070309020205020404" pitchFamily="49" charset="0"/>
                <a:ea typeface="宋体" panose="02010600030101010101" pitchFamily="2" charset="-122"/>
              </a:rPr>
              <a:t>，</a:t>
            </a:r>
            <a:r>
              <a:rPr lang="en-US" altLang="zh-CN" sz="1600" spc="80" dirty="0">
                <a:solidFill>
                  <a:srgbClr val="000000"/>
                </a:solidFill>
                <a:effectLst/>
                <a:latin typeface="Courier New" panose="02070309020205020404" pitchFamily="49" charset="0"/>
                <a:ea typeface="宋体" panose="02010600030101010101" pitchFamily="2" charset="-122"/>
              </a:rPr>
              <a:t>v</a:t>
            </a:r>
            <a:r>
              <a:rPr lang="zh-CN" altLang="zh-CN" sz="1600" spc="80" dirty="0">
                <a:solidFill>
                  <a:srgbClr val="000000"/>
                </a:solidFill>
                <a:effectLst/>
                <a:latin typeface="Courier New" panose="02070309020205020404" pitchFamily="49" charset="0"/>
                <a:ea typeface="宋体" panose="02010600030101010101" pitchFamily="2" charset="-122"/>
              </a:rPr>
              <a:t>顶点和</a:t>
            </a:r>
            <a:r>
              <a:rPr lang="en-US" altLang="zh-CN" sz="1600" spc="80" dirty="0">
                <a:solidFill>
                  <a:srgbClr val="000000"/>
                </a:solidFill>
                <a:effectLst/>
                <a:latin typeface="Courier New" panose="02070309020205020404" pitchFamily="49" charset="0"/>
                <a:ea typeface="宋体" panose="02010600030101010101" pitchFamily="2" charset="-122"/>
              </a:rPr>
              <a:t>w</a:t>
            </a:r>
            <a:r>
              <a:rPr lang="zh-CN" altLang="zh-CN" sz="1600" spc="80" dirty="0">
                <a:solidFill>
                  <a:srgbClr val="000000"/>
                </a:solidFill>
                <a:effectLst/>
                <a:latin typeface="Courier New" panose="02070309020205020404" pitchFamily="49" charset="0"/>
                <a:ea typeface="宋体" panose="02010600030101010101" pitchFamily="2" charset="-122"/>
              </a:rPr>
              <a:t>顶点均在</a:t>
            </a:r>
            <a:r>
              <a:rPr lang="en-US" altLang="zh-CN" sz="1600" spc="80" dirty="0">
                <a:solidFill>
                  <a:srgbClr val="000000"/>
                </a:solidFill>
                <a:effectLst/>
                <a:latin typeface="Courier New" panose="02070309020205020404" pitchFamily="49" charset="0"/>
                <a:ea typeface="宋体" panose="02010600030101010101" pitchFamily="2" charset="-122"/>
              </a:rPr>
              <a:t>G</a:t>
            </a:r>
            <a:r>
              <a:rPr lang="zh-CN" altLang="zh-CN" sz="1600" spc="80" dirty="0">
                <a:solidFill>
                  <a:srgbClr val="000000"/>
                </a:solidFill>
                <a:effectLst/>
                <a:latin typeface="Courier New" panose="02070309020205020404" pitchFamily="49" charset="0"/>
                <a:ea typeface="宋体" panose="02010600030101010101" pitchFamily="2" charset="-122"/>
              </a:rPr>
              <a:t>中。</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en-US" altLang="zh-CN" sz="1600" spc="80" dirty="0">
                <a:solidFill>
                  <a:srgbClr val="000000"/>
                </a:solidFill>
                <a:effectLst/>
                <a:latin typeface="Courier New" panose="02070309020205020404" pitchFamily="49" charset="0"/>
                <a:ea typeface="宋体" panose="02010600030101010101" pitchFamily="2" charset="-122"/>
              </a:rPr>
              <a:t> </a:t>
            </a:r>
            <a:r>
              <a:rPr lang="zh-CN" altLang="zh-CN" sz="1600" spc="80" dirty="0">
                <a:solidFill>
                  <a:srgbClr val="000000"/>
                </a:solidFill>
                <a:effectLst/>
                <a:latin typeface="Courier New" panose="02070309020205020404" pitchFamily="49" charset="0"/>
                <a:ea typeface="宋体" panose="02010600030101010101" pitchFamily="2" charset="-122"/>
              </a:rPr>
              <a:t>操作结果：在</a:t>
            </a:r>
            <a:r>
              <a:rPr lang="en-US" altLang="zh-CN" sz="1600" spc="80" dirty="0">
                <a:solidFill>
                  <a:srgbClr val="000000"/>
                </a:solidFill>
                <a:effectLst/>
                <a:latin typeface="Courier New" panose="02070309020205020404" pitchFamily="49" charset="0"/>
                <a:ea typeface="宋体" panose="02010600030101010101" pitchFamily="2" charset="-122"/>
              </a:rPr>
              <a:t>G</a:t>
            </a:r>
            <a:r>
              <a:rPr lang="zh-CN" altLang="zh-CN" sz="1600" spc="80" dirty="0">
                <a:solidFill>
                  <a:srgbClr val="000000"/>
                </a:solidFill>
                <a:effectLst/>
                <a:latin typeface="Courier New" panose="02070309020205020404" pitchFamily="49" charset="0"/>
                <a:ea typeface="宋体" panose="02010600030101010101" pitchFamily="2" charset="-122"/>
              </a:rPr>
              <a:t>中删除弧</a:t>
            </a:r>
            <a:r>
              <a:rPr lang="en-US" altLang="zh-CN" sz="1600" spc="80" dirty="0">
                <a:solidFill>
                  <a:srgbClr val="000000"/>
                </a:solidFill>
                <a:effectLst/>
                <a:latin typeface="Courier New" panose="02070309020205020404" pitchFamily="49" charset="0"/>
                <a:ea typeface="宋体" panose="02010600030101010101" pitchFamily="2" charset="-122"/>
              </a:rPr>
              <a:t>&lt;</a:t>
            </a:r>
            <a:r>
              <a:rPr lang="en-US" altLang="zh-CN" sz="1600" spc="80" dirty="0" err="1">
                <a:solidFill>
                  <a:srgbClr val="000000"/>
                </a:solidFill>
                <a:effectLst/>
                <a:latin typeface="Courier New" panose="02070309020205020404" pitchFamily="49" charset="0"/>
                <a:ea typeface="宋体" panose="02010600030101010101" pitchFamily="2" charset="-122"/>
              </a:rPr>
              <a:t>v,w</a:t>
            </a:r>
            <a:r>
              <a:rPr lang="en-US" altLang="zh-CN" sz="1600" spc="80" dirty="0">
                <a:solidFill>
                  <a:srgbClr val="000000"/>
                </a:solidFill>
                <a:effectLst/>
                <a:latin typeface="Courier New" panose="02070309020205020404" pitchFamily="49" charset="0"/>
                <a:ea typeface="宋体" panose="02010600030101010101" pitchFamily="2" charset="-122"/>
              </a:rPr>
              <a:t>&gt;</a:t>
            </a:r>
            <a:r>
              <a:rPr lang="en-US" altLang="zh-CN" sz="1600" spc="95" dirty="0">
                <a:solidFill>
                  <a:srgbClr val="000000"/>
                </a:solidFill>
                <a:effectLst/>
                <a:latin typeface="宋体" panose="02010600030101010101" pitchFamily="2" charset="-122"/>
                <a:ea typeface="Courier New" panose="02070309020205020404" pitchFamily="49" charset="0"/>
              </a:rPr>
              <a:t>,</a:t>
            </a:r>
            <a:r>
              <a:rPr lang="zh-CN" altLang="zh-CN" sz="1600" spc="80" dirty="0">
                <a:solidFill>
                  <a:srgbClr val="000000"/>
                </a:solidFill>
                <a:effectLst/>
                <a:latin typeface="Courier New" panose="02070309020205020404" pitchFamily="49" charset="0"/>
                <a:ea typeface="宋体" panose="02010600030101010101" pitchFamily="2" charset="-122"/>
              </a:rPr>
              <a:t>若</a:t>
            </a:r>
            <a:r>
              <a:rPr lang="en-US" altLang="zh-CN" sz="1600" spc="80" dirty="0">
                <a:solidFill>
                  <a:srgbClr val="000000"/>
                </a:solidFill>
                <a:effectLst/>
                <a:latin typeface="Courier New" panose="02070309020205020404" pitchFamily="49" charset="0"/>
                <a:ea typeface="宋体" panose="02010600030101010101" pitchFamily="2" charset="-122"/>
              </a:rPr>
              <a:t>G</a:t>
            </a:r>
            <a:r>
              <a:rPr lang="zh-CN" altLang="zh-CN" sz="1600" spc="80" dirty="0">
                <a:solidFill>
                  <a:srgbClr val="000000"/>
                </a:solidFill>
                <a:effectLst/>
                <a:latin typeface="Courier New" panose="02070309020205020404" pitchFamily="49" charset="0"/>
                <a:ea typeface="宋体" panose="02010600030101010101" pitchFamily="2" charset="-122"/>
              </a:rPr>
              <a:t>是无向的</a:t>
            </a:r>
            <a:r>
              <a:rPr lang="zh-CN" altLang="zh-CN" sz="1600" spc="95" dirty="0">
                <a:solidFill>
                  <a:srgbClr val="000000"/>
                </a:solidFill>
                <a:effectLst/>
                <a:latin typeface="Courier New" panose="02070309020205020404" pitchFamily="49" charset="0"/>
                <a:ea typeface="宋体" panose="02010600030101010101" pitchFamily="2" charset="-122"/>
              </a:rPr>
              <a:t>，</a:t>
            </a:r>
            <a:r>
              <a:rPr lang="zh-CN" altLang="zh-CN" sz="1600" spc="80" dirty="0">
                <a:solidFill>
                  <a:srgbClr val="000000"/>
                </a:solidFill>
                <a:effectLst/>
                <a:latin typeface="Courier New" panose="02070309020205020404" pitchFamily="49" charset="0"/>
                <a:ea typeface="宋体" panose="02010600030101010101" pitchFamily="2" charset="-122"/>
              </a:rPr>
              <a:t>则还删除对称弧</a:t>
            </a:r>
            <a:r>
              <a:rPr lang="en-US" altLang="zh-CN" sz="1600" spc="80" dirty="0">
                <a:solidFill>
                  <a:srgbClr val="000000"/>
                </a:solidFill>
                <a:effectLst/>
                <a:latin typeface="Courier New" panose="02070309020205020404" pitchFamily="49" charset="0"/>
                <a:ea typeface="宋体" panose="02010600030101010101" pitchFamily="2" charset="-122"/>
              </a:rPr>
              <a:t>&lt;</a:t>
            </a:r>
            <a:r>
              <a:rPr lang="en-US" altLang="zh-CN" sz="1600" spc="80" dirty="0" err="1">
                <a:solidFill>
                  <a:srgbClr val="000000"/>
                </a:solidFill>
                <a:effectLst/>
                <a:latin typeface="Courier New" panose="02070309020205020404" pitchFamily="49" charset="0"/>
                <a:ea typeface="宋体" panose="02010600030101010101" pitchFamily="2" charset="-122"/>
              </a:rPr>
              <a:t>w,v</a:t>
            </a:r>
            <a:r>
              <a:rPr lang="en-US" altLang="zh-CN" sz="1600" spc="80" dirty="0">
                <a:solidFill>
                  <a:srgbClr val="000000"/>
                </a:solidFill>
                <a:effectLst/>
                <a:latin typeface="Courier New" panose="02070309020205020404" pitchFamily="49" charset="0"/>
                <a:ea typeface="宋体" panose="02010600030101010101" pitchFamily="2" charset="-122"/>
              </a:rPr>
              <a:t>&gt;</a:t>
            </a:r>
            <a:r>
              <a:rPr lang="zh-CN" altLang="zh-CN" sz="1600" spc="80" dirty="0">
                <a:solidFill>
                  <a:srgbClr val="000000"/>
                </a:solidFill>
                <a:effectLst/>
                <a:latin typeface="Courier New" panose="02070309020205020404" pitchFamily="49" charset="0"/>
                <a:ea typeface="宋体" panose="02010600030101010101" pitchFamily="2" charset="-122"/>
              </a:rPr>
              <a:t>。</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en-US" altLang="zh-CN" sz="1600" b="1" dirty="0" err="1">
                <a:solidFill>
                  <a:srgbClr val="000000"/>
                </a:solidFill>
                <a:latin typeface="Courier New" panose="02070309020205020404" pitchFamily="49" charset="0"/>
                <a:ea typeface="宋体" panose="02010600030101010101" pitchFamily="2" charset="-122"/>
              </a:rPr>
              <a:t>DFSTrav</a:t>
            </a:r>
            <a:r>
              <a:rPr lang="en-US" altLang="zh-CN" sz="1600" b="1" dirty="0">
                <a:solidFill>
                  <a:srgbClr val="000000"/>
                </a:solidFill>
                <a:latin typeface="Courier New" panose="02070309020205020404" pitchFamily="49" charset="0"/>
                <a:ea typeface="宋体" panose="02010600030101010101" pitchFamily="2" charset="-122"/>
              </a:rPr>
              <a:t>(G, Visit());</a:t>
            </a:r>
            <a:endParaRPr lang="zh-CN" altLang="zh-CN" sz="1600" b="1" dirty="0">
              <a:solidFill>
                <a:srgbClr val="000000"/>
              </a:solidFill>
              <a:latin typeface="Courier New" panose="02070309020205020404" pitchFamily="49" charset="0"/>
              <a:ea typeface="宋体" panose="02010600030101010101" pitchFamily="2" charset="-122"/>
            </a:endParaRPr>
          </a:p>
          <a:p>
            <a:pPr marL="72000" eaLnBrk="0">
              <a:lnSpc>
                <a:spcPct val="90000"/>
              </a:lnSpc>
              <a:buNone/>
            </a:pPr>
            <a:r>
              <a:rPr lang="en-US" altLang="zh-CN" sz="1600" spc="90" dirty="0">
                <a:solidFill>
                  <a:srgbClr val="000000"/>
                </a:solidFill>
                <a:effectLst/>
                <a:latin typeface="Courier New" panose="02070309020205020404" pitchFamily="49" charset="0"/>
                <a:ea typeface="宋体" panose="02010600030101010101" pitchFamily="2" charset="-122"/>
              </a:rPr>
              <a:t> </a:t>
            </a:r>
            <a:r>
              <a:rPr lang="zh-CN" altLang="zh-CN" sz="1600" spc="90" dirty="0">
                <a:solidFill>
                  <a:srgbClr val="000000"/>
                </a:solidFill>
                <a:effectLst/>
                <a:latin typeface="Courier New" panose="02070309020205020404" pitchFamily="49" charset="0"/>
                <a:ea typeface="宋体" panose="02010600030101010101" pitchFamily="2" charset="-122"/>
              </a:rPr>
              <a:t>初始条件：图</a:t>
            </a:r>
            <a:r>
              <a:rPr lang="en-US" altLang="zh-CN" sz="1600" spc="90" dirty="0">
                <a:solidFill>
                  <a:srgbClr val="000000"/>
                </a:solidFill>
                <a:effectLst/>
                <a:latin typeface="Courier New" panose="02070309020205020404" pitchFamily="49" charset="0"/>
                <a:ea typeface="宋体" panose="02010600030101010101" pitchFamily="2" charset="-122"/>
              </a:rPr>
              <a:t>G</a:t>
            </a:r>
            <a:r>
              <a:rPr lang="zh-CN" altLang="zh-CN" sz="1600" spc="90" dirty="0">
                <a:solidFill>
                  <a:srgbClr val="000000"/>
                </a:solidFill>
                <a:effectLst/>
                <a:latin typeface="Courier New" panose="02070309020205020404" pitchFamily="49" charset="0"/>
                <a:ea typeface="宋体" panose="02010600030101010101" pitchFamily="2" charset="-122"/>
              </a:rPr>
              <a:t>存在</a:t>
            </a:r>
            <a:r>
              <a:rPr lang="zh-CN" altLang="zh-CN" sz="1600" spc="95" dirty="0">
                <a:solidFill>
                  <a:srgbClr val="000000"/>
                </a:solidFill>
                <a:effectLst/>
                <a:latin typeface="Courier New" panose="02070309020205020404" pitchFamily="49" charset="0"/>
                <a:ea typeface="宋体" panose="02010600030101010101" pitchFamily="2" charset="-122"/>
              </a:rPr>
              <a:t>，</a:t>
            </a:r>
            <a:r>
              <a:rPr lang="en-US" altLang="zh-CN" sz="1600" dirty="0">
                <a:solidFill>
                  <a:srgbClr val="000000"/>
                </a:solidFill>
                <a:effectLst/>
                <a:latin typeface="Courier New" panose="02070309020205020404" pitchFamily="49" charset="0"/>
                <a:ea typeface="宋体" panose="02010600030101010101" pitchFamily="2" charset="-122"/>
              </a:rPr>
              <a:t>visit</a:t>
            </a:r>
            <a:r>
              <a:rPr lang="zh-CN" altLang="zh-CN" sz="1600" spc="90" dirty="0">
                <a:solidFill>
                  <a:srgbClr val="000000"/>
                </a:solidFill>
                <a:effectLst/>
                <a:latin typeface="Courier New" panose="02070309020205020404" pitchFamily="49" charset="0"/>
                <a:ea typeface="宋体" panose="02010600030101010101" pitchFamily="2" charset="-122"/>
              </a:rPr>
              <a:t>是顶点的应用函数。</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eaLnBrk="0">
              <a:lnSpc>
                <a:spcPct val="90000"/>
              </a:lnSpc>
              <a:buNone/>
            </a:pPr>
            <a:r>
              <a:rPr lang="en-US" altLang="zh-CN" sz="1600" spc="95" dirty="0">
                <a:solidFill>
                  <a:srgbClr val="000000"/>
                </a:solidFill>
                <a:effectLst/>
                <a:latin typeface="Courier New" panose="02070309020205020404" pitchFamily="49" charset="0"/>
                <a:ea typeface="宋体" panose="02010600030101010101" pitchFamily="2" charset="-122"/>
              </a:rPr>
              <a:t> </a:t>
            </a:r>
            <a:r>
              <a:rPr lang="zh-CN" altLang="zh-CN" sz="1600" spc="95" dirty="0">
                <a:solidFill>
                  <a:srgbClr val="000000"/>
                </a:solidFill>
                <a:effectLst/>
                <a:latin typeface="Courier New" panose="02070309020205020404" pitchFamily="49" charset="0"/>
                <a:ea typeface="宋体" panose="02010600030101010101" pitchFamily="2" charset="-122"/>
              </a:rPr>
              <a:t>操作结果：对图进行深度优先遍历。在遍历过程中对每个顶点调</a:t>
            </a:r>
            <a:r>
              <a:rPr lang="zh-CN" altLang="zh-CN" sz="1600" spc="90" dirty="0">
                <a:solidFill>
                  <a:srgbClr val="000000"/>
                </a:solidFill>
                <a:effectLst/>
                <a:latin typeface="Courier New" panose="02070309020205020404" pitchFamily="49" charset="0"/>
                <a:ea typeface="宋体" panose="02010600030101010101" pitchFamily="2" charset="-122"/>
              </a:rPr>
              <a:t>用函数</a:t>
            </a:r>
            <a:endParaRPr lang="en-US" altLang="zh-CN" sz="1600" spc="90" dirty="0">
              <a:solidFill>
                <a:srgbClr val="000000"/>
              </a:solidFill>
              <a:effectLst/>
              <a:latin typeface="Courier New" panose="02070309020205020404" pitchFamily="49" charset="0"/>
              <a:ea typeface="宋体" panose="02010600030101010101" pitchFamily="2" charset="-122"/>
            </a:endParaRPr>
          </a:p>
          <a:p>
            <a:pPr marL="72000" eaLnBrk="0">
              <a:lnSpc>
                <a:spcPct val="90000"/>
              </a:lnSpc>
              <a:buNone/>
            </a:pPr>
            <a:r>
              <a:rPr lang="en-US" altLang="zh-CN" sz="1600" spc="90" dirty="0">
                <a:solidFill>
                  <a:srgbClr val="000000"/>
                </a:solidFill>
                <a:latin typeface="Courier New" panose="02070309020205020404" pitchFamily="49" charset="0"/>
                <a:ea typeface="宋体" panose="02010600030101010101" pitchFamily="2" charset="-122"/>
              </a:rPr>
              <a:t>         </a:t>
            </a:r>
            <a:r>
              <a:rPr lang="en-US" altLang="zh-CN" sz="1600" dirty="0">
                <a:solidFill>
                  <a:srgbClr val="000000"/>
                </a:solidFill>
                <a:effectLst/>
                <a:latin typeface="Courier New" panose="02070309020205020404" pitchFamily="49" charset="0"/>
                <a:ea typeface="宋体" panose="02010600030101010101" pitchFamily="2" charset="-122"/>
              </a:rPr>
              <a:t>visit</a:t>
            </a:r>
            <a:r>
              <a:rPr lang="zh-CN" altLang="zh-CN" sz="1600" dirty="0">
                <a:solidFill>
                  <a:srgbClr val="000000"/>
                </a:solidFill>
                <a:effectLst/>
                <a:latin typeface="Courier New" panose="02070309020205020404" pitchFamily="49" charset="0"/>
                <a:ea typeface="宋体" panose="02010600030101010101" pitchFamily="2" charset="-122"/>
              </a:rPr>
              <a:t>一</a:t>
            </a:r>
            <a:r>
              <a:rPr lang="zh-CN" altLang="zh-CN" sz="1600" spc="90" dirty="0">
                <a:solidFill>
                  <a:srgbClr val="000000"/>
                </a:solidFill>
                <a:effectLst/>
                <a:latin typeface="Courier New" panose="02070309020205020404" pitchFamily="49" charset="0"/>
                <a:ea typeface="宋体" panose="02010600030101010101" pitchFamily="2" charset="-122"/>
              </a:rPr>
              <a:t>次</a:t>
            </a:r>
            <a:r>
              <a:rPr lang="zh-CN" altLang="zh-CN" sz="1600" spc="50" dirty="0">
                <a:solidFill>
                  <a:srgbClr val="000000"/>
                </a:solidFill>
                <a:effectLst/>
                <a:latin typeface="Courier New" panose="02070309020205020404" pitchFamily="49" charset="0"/>
                <a:ea typeface="宋体" panose="02010600030101010101" pitchFamily="2" charset="-122"/>
              </a:rPr>
              <a:t>且仅一次。一旦</a:t>
            </a:r>
            <a:r>
              <a:rPr lang="en-US" altLang="zh-CN" sz="1600" dirty="0">
                <a:solidFill>
                  <a:srgbClr val="000000"/>
                </a:solidFill>
                <a:effectLst/>
                <a:latin typeface="Courier New" panose="02070309020205020404" pitchFamily="49" charset="0"/>
                <a:ea typeface="宋体" panose="02010600030101010101" pitchFamily="2" charset="-122"/>
              </a:rPr>
              <a:t>visit()</a:t>
            </a:r>
            <a:r>
              <a:rPr lang="zh-CN" altLang="zh-CN" sz="1600" spc="50" dirty="0">
                <a:solidFill>
                  <a:srgbClr val="000000"/>
                </a:solidFill>
                <a:effectLst/>
                <a:latin typeface="Courier New" panose="02070309020205020404" pitchFamily="49" charset="0"/>
                <a:ea typeface="宋体" panose="02010600030101010101" pitchFamily="2" charset="-122"/>
              </a:rPr>
              <a:t>失败</a:t>
            </a:r>
            <a:r>
              <a:rPr lang="zh-CN" altLang="zh-CN" sz="1600" spc="95" dirty="0">
                <a:solidFill>
                  <a:srgbClr val="000000"/>
                </a:solidFill>
                <a:effectLst/>
                <a:latin typeface="Courier New" panose="02070309020205020404" pitchFamily="49" charset="0"/>
                <a:ea typeface="宋体" panose="02010600030101010101" pitchFamily="2" charset="-122"/>
              </a:rPr>
              <a:t>，</a:t>
            </a:r>
            <a:r>
              <a:rPr lang="zh-CN" altLang="zh-CN" sz="1600" spc="50" dirty="0">
                <a:solidFill>
                  <a:srgbClr val="000000"/>
                </a:solidFill>
                <a:effectLst/>
                <a:latin typeface="Courier New" panose="02070309020205020404" pitchFamily="49" charset="0"/>
                <a:ea typeface="宋体" panose="02010600030101010101" pitchFamily="2" charset="-122"/>
              </a:rPr>
              <a:t>则操作失败。</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en-US" altLang="zh-CN" sz="1600" b="1" dirty="0" err="1">
                <a:solidFill>
                  <a:srgbClr val="000000"/>
                </a:solidFill>
                <a:latin typeface="Courier New" panose="02070309020205020404" pitchFamily="49" charset="0"/>
                <a:ea typeface="宋体" panose="02010600030101010101" pitchFamily="2" charset="-122"/>
              </a:rPr>
              <a:t>BFSTrav</a:t>
            </a:r>
            <a:r>
              <a:rPr lang="en-US" altLang="zh-CN" sz="1600" b="1" dirty="0">
                <a:solidFill>
                  <a:srgbClr val="000000"/>
                </a:solidFill>
                <a:latin typeface="Courier New" panose="02070309020205020404" pitchFamily="49" charset="0"/>
                <a:ea typeface="宋体" panose="02010600030101010101" pitchFamily="2" charset="-122"/>
              </a:rPr>
              <a:t>(G, visit());</a:t>
            </a:r>
            <a:endParaRPr lang="zh-CN" altLang="zh-CN" sz="1600" b="1" dirty="0">
              <a:solidFill>
                <a:srgbClr val="000000"/>
              </a:solidFill>
              <a:latin typeface="Courier New" panose="02070309020205020404" pitchFamily="49" charset="0"/>
              <a:ea typeface="宋体" panose="02010600030101010101" pitchFamily="2" charset="-122"/>
            </a:endParaRPr>
          </a:p>
          <a:p>
            <a:pPr marL="72000" eaLnBrk="0">
              <a:lnSpc>
                <a:spcPct val="90000"/>
              </a:lnSpc>
              <a:buNone/>
            </a:pPr>
            <a:r>
              <a:rPr lang="en-US" altLang="zh-CN" sz="1600" spc="90" dirty="0">
                <a:solidFill>
                  <a:srgbClr val="000000"/>
                </a:solidFill>
                <a:effectLst/>
                <a:latin typeface="Courier New" panose="02070309020205020404" pitchFamily="49" charset="0"/>
                <a:ea typeface="宋体" panose="02010600030101010101" pitchFamily="2" charset="-122"/>
              </a:rPr>
              <a:t> </a:t>
            </a:r>
            <a:r>
              <a:rPr lang="zh-CN" altLang="zh-CN" sz="1600" spc="90" dirty="0">
                <a:solidFill>
                  <a:srgbClr val="000000"/>
                </a:solidFill>
                <a:effectLst/>
                <a:latin typeface="Courier New" panose="02070309020205020404" pitchFamily="49" charset="0"/>
                <a:ea typeface="宋体" panose="02010600030101010101" pitchFamily="2" charset="-122"/>
              </a:rPr>
              <a:t>初始条件：图</a:t>
            </a:r>
            <a:r>
              <a:rPr lang="en-US" altLang="zh-CN" sz="1600" spc="90" dirty="0">
                <a:solidFill>
                  <a:srgbClr val="000000"/>
                </a:solidFill>
                <a:effectLst/>
                <a:latin typeface="Courier New" panose="02070309020205020404" pitchFamily="49" charset="0"/>
                <a:ea typeface="宋体" panose="02010600030101010101" pitchFamily="2" charset="-122"/>
              </a:rPr>
              <a:t>G</a:t>
            </a:r>
            <a:r>
              <a:rPr lang="zh-CN" altLang="zh-CN" sz="1600" spc="90" dirty="0">
                <a:solidFill>
                  <a:srgbClr val="000000"/>
                </a:solidFill>
                <a:effectLst/>
                <a:latin typeface="Courier New" panose="02070309020205020404" pitchFamily="49" charset="0"/>
                <a:ea typeface="宋体" panose="02010600030101010101" pitchFamily="2" charset="-122"/>
              </a:rPr>
              <a:t>存在，</a:t>
            </a:r>
            <a:r>
              <a:rPr lang="en-US" altLang="zh-CN" sz="1600" dirty="0">
                <a:solidFill>
                  <a:srgbClr val="000000"/>
                </a:solidFill>
                <a:effectLst/>
                <a:latin typeface="Courier New" panose="02070309020205020404" pitchFamily="49" charset="0"/>
                <a:ea typeface="宋体" panose="02010600030101010101" pitchFamily="2" charset="-122"/>
              </a:rPr>
              <a:t>visit</a:t>
            </a:r>
            <a:r>
              <a:rPr lang="zh-CN" altLang="zh-CN" sz="1600" spc="90" dirty="0">
                <a:solidFill>
                  <a:srgbClr val="000000"/>
                </a:solidFill>
                <a:effectLst/>
                <a:latin typeface="Courier New" panose="02070309020205020404" pitchFamily="49" charset="0"/>
                <a:ea typeface="宋体" panose="02010600030101010101" pitchFamily="2" charset="-122"/>
              </a:rPr>
              <a:t>是顶点的应用函数。</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marR="26670" eaLnBrk="0">
              <a:lnSpc>
                <a:spcPct val="90000"/>
              </a:lnSpc>
              <a:buNone/>
            </a:pPr>
            <a:r>
              <a:rPr lang="en-US" altLang="zh-CN" sz="1600" spc="95" dirty="0">
                <a:solidFill>
                  <a:srgbClr val="000000"/>
                </a:solidFill>
                <a:effectLst/>
                <a:latin typeface="Courier New" panose="02070309020205020404" pitchFamily="49" charset="0"/>
                <a:ea typeface="宋体" panose="02010600030101010101" pitchFamily="2" charset="-122"/>
              </a:rPr>
              <a:t> </a:t>
            </a:r>
            <a:r>
              <a:rPr lang="zh-CN" altLang="zh-CN" sz="1600" spc="95" dirty="0">
                <a:solidFill>
                  <a:srgbClr val="000000"/>
                </a:solidFill>
                <a:effectLst/>
                <a:latin typeface="Courier New" panose="02070309020205020404" pitchFamily="49" charset="0"/>
                <a:ea typeface="宋体" panose="02010600030101010101" pitchFamily="2" charset="-122"/>
              </a:rPr>
              <a:t>操作结果：对图进行广度优先遍历。在遍历过程中对每个顶点调</a:t>
            </a:r>
            <a:r>
              <a:rPr lang="zh-CN" altLang="zh-CN" sz="1600" spc="90" dirty="0">
                <a:solidFill>
                  <a:srgbClr val="000000"/>
                </a:solidFill>
                <a:effectLst/>
                <a:latin typeface="Courier New" panose="02070309020205020404" pitchFamily="49" charset="0"/>
                <a:ea typeface="宋体" panose="02010600030101010101" pitchFamily="2" charset="-122"/>
              </a:rPr>
              <a:t>用函数</a:t>
            </a:r>
            <a:endParaRPr lang="en-US" altLang="zh-CN" sz="1600" spc="90" dirty="0">
              <a:solidFill>
                <a:srgbClr val="000000"/>
              </a:solidFill>
              <a:effectLst/>
              <a:latin typeface="Courier New" panose="02070309020205020404" pitchFamily="49" charset="0"/>
              <a:ea typeface="宋体" panose="02010600030101010101" pitchFamily="2" charset="-122"/>
            </a:endParaRPr>
          </a:p>
          <a:p>
            <a:pPr marL="72000" marR="26670" eaLnBrk="0">
              <a:lnSpc>
                <a:spcPct val="90000"/>
              </a:lnSpc>
              <a:buNone/>
            </a:pPr>
            <a:r>
              <a:rPr lang="en-US" altLang="zh-CN" sz="1600" spc="90" dirty="0">
                <a:solidFill>
                  <a:srgbClr val="000000"/>
                </a:solidFill>
                <a:latin typeface="Courier New" panose="02070309020205020404" pitchFamily="49" charset="0"/>
                <a:ea typeface="宋体" panose="02010600030101010101" pitchFamily="2" charset="-122"/>
              </a:rPr>
              <a:t>         </a:t>
            </a:r>
            <a:r>
              <a:rPr lang="en-US" altLang="zh-CN" sz="1600" dirty="0">
                <a:solidFill>
                  <a:srgbClr val="000000"/>
                </a:solidFill>
                <a:effectLst/>
                <a:latin typeface="Courier New" panose="02070309020205020404" pitchFamily="49" charset="0"/>
                <a:ea typeface="宋体" panose="02010600030101010101" pitchFamily="2" charset="-122"/>
              </a:rPr>
              <a:t>visit</a:t>
            </a:r>
            <a:r>
              <a:rPr lang="zh-CN" altLang="zh-CN" sz="1600" dirty="0">
                <a:solidFill>
                  <a:srgbClr val="000000"/>
                </a:solidFill>
                <a:effectLst/>
                <a:latin typeface="Courier New" panose="02070309020205020404" pitchFamily="49" charset="0"/>
                <a:ea typeface="宋体" panose="02010600030101010101" pitchFamily="2" charset="-122"/>
              </a:rPr>
              <a:t>一</a:t>
            </a:r>
            <a:r>
              <a:rPr lang="zh-CN" altLang="zh-CN" sz="1600" spc="90" dirty="0">
                <a:solidFill>
                  <a:srgbClr val="000000"/>
                </a:solidFill>
                <a:effectLst/>
                <a:latin typeface="Courier New" panose="02070309020205020404" pitchFamily="49" charset="0"/>
                <a:ea typeface="宋体" panose="02010600030101010101" pitchFamily="2" charset="-122"/>
              </a:rPr>
              <a:t>次</a:t>
            </a:r>
            <a:r>
              <a:rPr lang="zh-CN" altLang="zh-CN" sz="1600" spc="60" dirty="0">
                <a:solidFill>
                  <a:srgbClr val="000000"/>
                </a:solidFill>
                <a:effectLst/>
                <a:latin typeface="Courier New" panose="02070309020205020404" pitchFamily="49" charset="0"/>
                <a:ea typeface="宋体" panose="02010600030101010101" pitchFamily="2" charset="-122"/>
              </a:rPr>
              <a:t>且仅一次。一旦</a:t>
            </a:r>
            <a:r>
              <a:rPr lang="en-US" altLang="zh-CN" sz="1600" dirty="0">
                <a:solidFill>
                  <a:srgbClr val="000000"/>
                </a:solidFill>
                <a:effectLst/>
                <a:latin typeface="Courier New" panose="02070309020205020404" pitchFamily="49" charset="0"/>
                <a:ea typeface="宋体" panose="02010600030101010101" pitchFamily="2" charset="-122"/>
              </a:rPr>
              <a:t>visit()</a:t>
            </a:r>
            <a:r>
              <a:rPr lang="zh-CN" altLang="zh-CN" sz="1600" dirty="0">
                <a:solidFill>
                  <a:srgbClr val="000000"/>
                </a:solidFill>
                <a:effectLst/>
                <a:latin typeface="Courier New" panose="02070309020205020404" pitchFamily="49" charset="0"/>
                <a:ea typeface="宋体" panose="02010600030101010101" pitchFamily="2" charset="-122"/>
              </a:rPr>
              <a:t>失败</a:t>
            </a:r>
            <a:r>
              <a:rPr lang="zh-CN" altLang="zh-CN" sz="1600" spc="95" dirty="0">
                <a:solidFill>
                  <a:srgbClr val="000000"/>
                </a:solidFill>
                <a:effectLst/>
                <a:latin typeface="Courier New" panose="02070309020205020404" pitchFamily="49" charset="0"/>
                <a:ea typeface="宋体" panose="02010600030101010101" pitchFamily="2" charset="-122"/>
              </a:rPr>
              <a:t>，</a:t>
            </a:r>
            <a:r>
              <a:rPr lang="zh-CN" altLang="zh-CN" sz="1600" spc="60" dirty="0">
                <a:solidFill>
                  <a:srgbClr val="000000"/>
                </a:solidFill>
                <a:effectLst/>
                <a:latin typeface="Courier New" panose="02070309020205020404" pitchFamily="49" charset="0"/>
                <a:ea typeface="宋体" panose="02010600030101010101" pitchFamily="2" charset="-122"/>
              </a:rPr>
              <a:t>则操作失败。</a:t>
            </a:r>
            <a:endParaRPr lang="zh-CN" altLang="zh-CN" sz="1600" dirty="0">
              <a:solidFill>
                <a:srgbClr val="000000"/>
              </a:solidFill>
              <a:effectLst/>
              <a:latin typeface="Courier New" panose="02070309020205020404" pitchFamily="49" charset="0"/>
              <a:ea typeface="Courier New" panose="02070309020205020404" pitchFamily="49" charset="0"/>
            </a:endParaRPr>
          </a:p>
          <a:p>
            <a:pPr marL="72000" eaLnBrk="0">
              <a:lnSpc>
                <a:spcPct val="90000"/>
              </a:lnSpc>
              <a:buNone/>
            </a:pPr>
            <a:r>
              <a:rPr lang="en-US" altLang="zh-CN" sz="1600" b="1" spc="-30" dirty="0">
                <a:solidFill>
                  <a:srgbClr val="000000"/>
                </a:solidFill>
                <a:effectLst/>
                <a:latin typeface="Courier New" panose="02070309020205020404" pitchFamily="49" charset="0"/>
                <a:ea typeface="Courier New" panose="02070309020205020404" pitchFamily="49" charset="0"/>
              </a:rPr>
              <a:t>} ADT</a:t>
            </a:r>
            <a:r>
              <a:rPr lang="en-US" altLang="zh-CN" sz="1600" spc="-30" dirty="0">
                <a:solidFill>
                  <a:srgbClr val="000000"/>
                </a:solidFill>
                <a:effectLst/>
                <a:latin typeface="Courier New" panose="02070309020205020404" pitchFamily="49" charset="0"/>
                <a:ea typeface="Courier New" panose="02070309020205020404" pitchFamily="49" charset="0"/>
              </a:rPr>
              <a:t> Graph</a:t>
            </a:r>
            <a:endParaRPr lang="zh-CN" altLang="en-US" sz="1600" dirty="0"/>
          </a:p>
        </p:txBody>
      </p:sp>
      <p:sp>
        <p:nvSpPr>
          <p:cNvPr id="7" name="文本框 6">
            <a:extLst>
              <a:ext uri="{FF2B5EF4-FFF2-40B4-BE49-F238E27FC236}">
                <a16:creationId xmlns:a16="http://schemas.microsoft.com/office/drawing/2014/main" id="{55428242-1CAF-3EED-4254-846AEC27E020}"/>
              </a:ext>
            </a:extLst>
          </p:cNvPr>
          <p:cNvSpPr txBox="1"/>
          <p:nvPr/>
        </p:nvSpPr>
        <p:spPr>
          <a:xfrm>
            <a:off x="1352233" y="191871"/>
            <a:ext cx="6546291" cy="523220"/>
          </a:xfrm>
          <a:prstGeom prst="rect">
            <a:avLst/>
          </a:prstGeom>
          <a:noFill/>
        </p:spPr>
        <p:txBody>
          <a:bodyPr wrap="square" rtlCol="0">
            <a:spAutoFit/>
          </a:bodyPr>
          <a:lstStyle/>
          <a:p>
            <a:r>
              <a:rPr lang="en-US" altLang="zh-CN" sz="2800" b="1" dirty="0">
                <a:solidFill>
                  <a:srgbClr val="041ABC"/>
                </a:solidFill>
                <a:effectLst>
                  <a:outerShdw blurRad="38100" dist="38100" dir="2700000" algn="tl">
                    <a:srgbClr val="000000">
                      <a:alpha val="43137"/>
                    </a:srgbClr>
                  </a:outerShdw>
                </a:effectLst>
              </a:rPr>
              <a:t>7.1   </a:t>
            </a:r>
            <a:r>
              <a:rPr lang="zh-CN" altLang="en-US" sz="2800" b="1" dirty="0">
                <a:solidFill>
                  <a:srgbClr val="041ABC"/>
                </a:solidFill>
                <a:effectLst>
                  <a:outerShdw blurRad="38100" dist="38100" dir="2700000" algn="tl">
                    <a:srgbClr val="000000">
                      <a:alpha val="43137"/>
                    </a:srgbClr>
                  </a:outerShdw>
                </a:effectLst>
              </a:rPr>
              <a:t>图的定义和术语 </a:t>
            </a:r>
            <a:r>
              <a:rPr lang="en-US" altLang="zh-CN" sz="2800" b="1" dirty="0">
                <a:solidFill>
                  <a:srgbClr val="041ABC"/>
                </a:solidFill>
                <a:effectLst>
                  <a:outerShdw blurRad="38100" dist="38100" dir="2700000" algn="tl">
                    <a:srgbClr val="000000">
                      <a:alpha val="43137"/>
                    </a:srgbClr>
                  </a:outerShdw>
                </a:effectLst>
              </a:rPr>
              <a:t>—— </a:t>
            </a:r>
            <a:r>
              <a:rPr lang="zh-CN" altLang="en-US" sz="2400" b="1" dirty="0">
                <a:solidFill>
                  <a:srgbClr val="C00000"/>
                </a:solidFill>
                <a:effectLst>
                  <a:outerShdw blurRad="38100" dist="38100" dir="2700000" algn="tl">
                    <a:srgbClr val="000000">
                      <a:alpha val="43137"/>
                    </a:srgbClr>
                  </a:outerShdw>
                </a:effectLst>
              </a:rPr>
              <a:t>抽象数据类型</a:t>
            </a:r>
            <a:endParaRPr lang="zh-CN" altLang="en-US" sz="28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49114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03A7301-DC58-E00B-516A-CE9CF89B3409}"/>
              </a:ext>
            </a:extLst>
          </p:cNvPr>
          <p:cNvSpPr>
            <a:spLocks noGrp="1"/>
          </p:cNvSpPr>
          <p:nvPr>
            <p:ph type="sldNum" sz="quarter" idx="12"/>
          </p:nvPr>
        </p:nvSpPr>
        <p:spPr/>
        <p:txBody>
          <a:bodyPr/>
          <a:lstStyle/>
          <a:p>
            <a:fld id="{D7C0FE0B-717B-41AE-9FA2-CA4BF851D1C3}" type="slidenum">
              <a:rPr lang="zh-CN" altLang="en-US" smtClean="0"/>
              <a:t>3</a:t>
            </a:fld>
            <a:endParaRPr lang="zh-CN" altLang="en-US"/>
          </a:p>
        </p:txBody>
      </p:sp>
      <p:sp>
        <p:nvSpPr>
          <p:cNvPr id="3" name="文本框 2">
            <a:extLst>
              <a:ext uri="{FF2B5EF4-FFF2-40B4-BE49-F238E27FC236}">
                <a16:creationId xmlns:a16="http://schemas.microsoft.com/office/drawing/2014/main" id="{A7173332-BEF5-7EC0-7DA2-2D83C057F926}"/>
              </a:ext>
            </a:extLst>
          </p:cNvPr>
          <p:cNvSpPr txBox="1"/>
          <p:nvPr/>
        </p:nvSpPr>
        <p:spPr>
          <a:xfrm>
            <a:off x="1330503" y="210620"/>
            <a:ext cx="3057247" cy="523220"/>
          </a:xfrm>
          <a:prstGeom prst="rect">
            <a:avLst/>
          </a:prstGeom>
          <a:noFill/>
        </p:spPr>
        <p:txBody>
          <a:bodyPr wrap="none" rtlCol="0">
            <a:spAutoFit/>
          </a:bodyPr>
          <a:lstStyle/>
          <a:p>
            <a:r>
              <a:rPr lang="en-US" altLang="zh-CN" sz="2800" b="1" dirty="0">
                <a:solidFill>
                  <a:srgbClr val="041ABC"/>
                </a:solidFill>
                <a:effectLst>
                  <a:outerShdw blurRad="38100" dist="38100" dir="2700000" algn="tl">
                    <a:srgbClr val="000000">
                      <a:alpha val="43137"/>
                    </a:srgbClr>
                  </a:outerShdw>
                </a:effectLst>
              </a:rPr>
              <a:t>7.2   </a:t>
            </a:r>
            <a:r>
              <a:rPr lang="zh-CN" altLang="en-US" sz="2800" b="1" dirty="0">
                <a:solidFill>
                  <a:srgbClr val="041ABC"/>
                </a:solidFill>
                <a:effectLst>
                  <a:outerShdw blurRad="38100" dist="38100" dir="2700000" algn="tl">
                    <a:srgbClr val="000000">
                      <a:alpha val="43137"/>
                    </a:srgbClr>
                  </a:outerShdw>
                </a:effectLst>
              </a:rPr>
              <a:t>图的存储结构</a:t>
            </a:r>
          </a:p>
        </p:txBody>
      </p:sp>
      <p:sp>
        <p:nvSpPr>
          <p:cNvPr id="4" name="文本框 3">
            <a:extLst>
              <a:ext uri="{FF2B5EF4-FFF2-40B4-BE49-F238E27FC236}">
                <a16:creationId xmlns:a16="http://schemas.microsoft.com/office/drawing/2014/main" id="{B51D7C4D-FED0-93C6-5383-E563C8A518D3}"/>
              </a:ext>
            </a:extLst>
          </p:cNvPr>
          <p:cNvSpPr txBox="1"/>
          <p:nvPr/>
        </p:nvSpPr>
        <p:spPr>
          <a:xfrm>
            <a:off x="565078" y="924675"/>
            <a:ext cx="4434227" cy="461665"/>
          </a:xfrm>
          <a:prstGeom prst="rect">
            <a:avLst/>
          </a:prstGeom>
          <a:noFill/>
        </p:spPr>
        <p:txBody>
          <a:bodyPr wrap="none" rtlCol="0">
            <a:spAutoFit/>
          </a:bodyPr>
          <a:lstStyle/>
          <a:p>
            <a:r>
              <a:rPr lang="en-US" altLang="zh-CN" sz="2400" b="1" dirty="0">
                <a:solidFill>
                  <a:srgbClr val="C00000"/>
                </a:solidFill>
                <a:effectLst>
                  <a:outerShdw blurRad="38100" dist="38100" dir="2700000" algn="tl">
                    <a:srgbClr val="000000">
                      <a:alpha val="43137"/>
                    </a:srgbClr>
                  </a:outerShdw>
                </a:effectLst>
              </a:rPr>
              <a:t>7.2.1   </a:t>
            </a:r>
            <a:r>
              <a:rPr lang="zh-CN" altLang="en-US" sz="2400" b="1" dirty="0">
                <a:solidFill>
                  <a:srgbClr val="C00000"/>
                </a:solidFill>
                <a:effectLst>
                  <a:outerShdw blurRad="38100" dist="38100" dir="2700000" algn="tl">
                    <a:srgbClr val="000000">
                      <a:alpha val="43137"/>
                    </a:srgbClr>
                  </a:outerShdw>
                </a:effectLst>
              </a:rPr>
              <a:t>数组（邻接矩阵）表示法</a:t>
            </a:r>
          </a:p>
        </p:txBody>
      </p:sp>
      <p:sp>
        <p:nvSpPr>
          <p:cNvPr id="6" name="文本框 5">
            <a:extLst>
              <a:ext uri="{FF2B5EF4-FFF2-40B4-BE49-F238E27FC236}">
                <a16:creationId xmlns:a16="http://schemas.microsoft.com/office/drawing/2014/main" id="{7AF4DD48-F953-9315-54B3-EA261E9E0854}"/>
              </a:ext>
            </a:extLst>
          </p:cNvPr>
          <p:cNvSpPr txBox="1"/>
          <p:nvPr/>
        </p:nvSpPr>
        <p:spPr>
          <a:xfrm>
            <a:off x="328772" y="1443841"/>
            <a:ext cx="11626922" cy="3970318"/>
          </a:xfrm>
          <a:prstGeom prst="rect">
            <a:avLst/>
          </a:prstGeom>
          <a:noFill/>
        </p:spPr>
        <p:txBody>
          <a:bodyPr wrap="square">
            <a:spAutoFit/>
          </a:bodyPr>
          <a:lstStyle/>
          <a:p>
            <a:pPr marL="72000" marR="26670" eaLnBrk="0">
              <a:buNone/>
            </a:pPr>
            <a:r>
              <a:rPr lang="en-US" altLang="zh-CN" sz="1800" b="1" spc="-10" dirty="0">
                <a:solidFill>
                  <a:srgbClr val="000000"/>
                </a:solidFill>
                <a:effectLst/>
                <a:latin typeface="Courier New" panose="02070309020205020404" pitchFamily="49" charset="0"/>
                <a:ea typeface="宋体" panose="02010600030101010101" pitchFamily="2" charset="-122"/>
              </a:rPr>
              <a:t>typedef</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err="1">
                <a:solidFill>
                  <a:srgbClr val="000000"/>
                </a:solidFill>
                <a:effectLst/>
                <a:latin typeface="Courier New" panose="02070309020205020404" pitchFamily="49" charset="0"/>
                <a:ea typeface="宋体" panose="02010600030101010101" pitchFamily="2" charset="-122"/>
              </a:rPr>
              <a:t>enum</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a:t>
            </a:r>
            <a:r>
              <a:rPr lang="en-US" altLang="zh-CN" sz="1800" spc="-10" dirty="0">
                <a:solidFill>
                  <a:srgbClr val="000000"/>
                </a:solidFill>
                <a:effectLst/>
                <a:latin typeface="Courier New" panose="02070309020205020404" pitchFamily="49" charset="0"/>
                <a:ea typeface="宋体" panose="02010600030101010101" pitchFamily="2" charset="-122"/>
              </a:rPr>
              <a:t>DG, DN, </a:t>
            </a:r>
            <a:r>
              <a:rPr lang="en-US" altLang="zh-CN" sz="1800" spc="-10" dirty="0" err="1">
                <a:solidFill>
                  <a:srgbClr val="000000"/>
                </a:solidFill>
                <a:effectLst/>
                <a:latin typeface="Courier New" panose="02070309020205020404" pitchFamily="49" charset="0"/>
                <a:ea typeface="宋体" panose="02010600030101010101" pitchFamily="2" charset="-122"/>
              </a:rPr>
              <a:t>UDG</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UDN</a:t>
            </a:r>
            <a:r>
              <a:rPr lang="en-US" altLang="zh-CN" sz="1800" b="1" spc="-10" dirty="0">
                <a:solidFill>
                  <a:srgbClr val="000000"/>
                </a:solidFill>
                <a:effectLst/>
                <a:latin typeface="Courier New" panose="02070309020205020404" pitchFamily="49" charset="0"/>
                <a:ea typeface="宋体" panose="02010600030101010101" pitchFamily="2" charset="-122"/>
              </a:rPr>
              <a: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GraphKind</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a:solidFill>
                  <a:schemeClr val="accent6">
                    <a:lumMod val="75000"/>
                  </a:schemeClr>
                </a:solidFill>
                <a:effectLst/>
                <a:latin typeface="Courier New" panose="02070309020205020404" pitchFamily="49" charset="0"/>
                <a:ea typeface="宋体" panose="02010600030101010101" pitchFamily="2" charset="-122"/>
              </a:rPr>
              <a:t>// {</a:t>
            </a:r>
            <a:r>
              <a:rPr lang="zh-CN" altLang="zh-CN" sz="1800" spc="-10" dirty="0">
                <a:solidFill>
                  <a:schemeClr val="accent6">
                    <a:lumMod val="75000"/>
                  </a:schemeClr>
                </a:solidFill>
                <a:effectLst/>
                <a:latin typeface="Courier New" panose="02070309020205020404" pitchFamily="49" charset="0"/>
                <a:ea typeface="宋体" panose="02010600030101010101" pitchFamily="2" charset="-122"/>
              </a:rPr>
              <a:t>有向图</a:t>
            </a:r>
            <a:r>
              <a:rPr lang="en-US" altLang="zh-CN" sz="1800" spc="-10" dirty="0">
                <a:solidFill>
                  <a:schemeClr val="accent6">
                    <a:lumMod val="75000"/>
                  </a:schemeClr>
                </a:solidFill>
                <a:effectLst/>
                <a:latin typeface="Courier New" panose="02070309020205020404" pitchFamily="49" charset="0"/>
                <a:ea typeface="宋体" panose="02010600030101010101" pitchFamily="2" charset="-122"/>
              </a:rPr>
              <a:t>,</a:t>
            </a:r>
            <a:r>
              <a:rPr lang="zh-CN" altLang="zh-CN" sz="1800" spc="-10" dirty="0">
                <a:solidFill>
                  <a:schemeClr val="accent6">
                    <a:lumMod val="75000"/>
                  </a:schemeClr>
                </a:solidFill>
                <a:effectLst/>
                <a:latin typeface="Courier New" panose="02070309020205020404" pitchFamily="49" charset="0"/>
                <a:ea typeface="宋体" panose="02010600030101010101" pitchFamily="2" charset="-122"/>
              </a:rPr>
              <a:t>有向网</a:t>
            </a:r>
            <a:r>
              <a:rPr lang="en-US" altLang="zh-CN" sz="1800" spc="-10" dirty="0">
                <a:solidFill>
                  <a:schemeClr val="accent6">
                    <a:lumMod val="75000"/>
                  </a:schemeClr>
                </a:solidFill>
                <a:effectLst/>
                <a:latin typeface="Courier New" panose="02070309020205020404" pitchFamily="49" charset="0"/>
                <a:ea typeface="宋体" panose="02010600030101010101" pitchFamily="2" charset="-122"/>
              </a:rPr>
              <a:t>,</a:t>
            </a:r>
            <a:r>
              <a:rPr lang="zh-CN" altLang="zh-CN" sz="1800" spc="-10" dirty="0">
                <a:solidFill>
                  <a:schemeClr val="accent6">
                    <a:lumMod val="75000"/>
                  </a:schemeClr>
                </a:solidFill>
                <a:effectLst/>
                <a:latin typeface="Courier New" panose="02070309020205020404" pitchFamily="49" charset="0"/>
                <a:ea typeface="宋体" panose="02010600030101010101" pitchFamily="2" charset="-122"/>
              </a:rPr>
              <a:t>无向图</a:t>
            </a:r>
            <a:r>
              <a:rPr lang="en-US" altLang="zh-CN" sz="1800" spc="-10" dirty="0">
                <a:solidFill>
                  <a:schemeClr val="accent6">
                    <a:lumMod val="75000"/>
                  </a:schemeClr>
                </a:solidFill>
                <a:effectLst/>
                <a:latin typeface="Courier New" panose="02070309020205020404" pitchFamily="49" charset="0"/>
                <a:ea typeface="宋体" panose="02010600030101010101" pitchFamily="2" charset="-122"/>
              </a:rPr>
              <a:t>,</a:t>
            </a:r>
            <a:r>
              <a:rPr lang="zh-CN" altLang="zh-CN" sz="1800" spc="-10" dirty="0">
                <a:solidFill>
                  <a:schemeClr val="accent6">
                    <a:lumMod val="75000"/>
                  </a:schemeClr>
                </a:solidFill>
                <a:effectLst/>
                <a:latin typeface="Courier New" panose="02070309020205020404" pitchFamily="49" charset="0"/>
                <a:ea typeface="宋体" panose="02010600030101010101" pitchFamily="2" charset="-122"/>
              </a:rPr>
              <a:t>无向网</a:t>
            </a:r>
            <a:r>
              <a:rPr lang="en-US" altLang="zh-CN" sz="1800" spc="-10" dirty="0">
                <a:solidFill>
                  <a:schemeClr val="accent6">
                    <a:lumMod val="75000"/>
                  </a:schemeClr>
                </a:solidFill>
                <a:effectLst/>
                <a:latin typeface="Courier New" panose="02070309020205020404" pitchFamily="49" charset="0"/>
                <a:ea typeface="宋体" panose="02010600030101010101" pitchFamily="2" charset="-122"/>
              </a:rPr>
              <a:t>}</a:t>
            </a:r>
            <a:endParaRPr lang="zh-CN" altLang="zh-CN" sz="1800" dirty="0">
              <a:solidFill>
                <a:schemeClr val="accent6">
                  <a:lumMod val="75000"/>
                </a:schemeClr>
              </a:solidFill>
              <a:effectLst/>
              <a:latin typeface="Courier New" panose="02070309020205020404" pitchFamily="49" charset="0"/>
              <a:ea typeface="Courier New" panose="02070309020205020404" pitchFamily="49" charset="0"/>
            </a:endParaRPr>
          </a:p>
          <a:p>
            <a:pPr marL="72000" marR="26670" eaLnBrk="0">
              <a:buNone/>
            </a:pPr>
            <a:r>
              <a:rPr lang="en-US" altLang="zh-CN" sz="1800" b="1" spc="-10" dirty="0">
                <a:solidFill>
                  <a:srgbClr val="000000"/>
                </a:solidFill>
                <a:effectLst/>
                <a:latin typeface="Courier New" panose="02070309020205020404" pitchFamily="49" charset="0"/>
                <a:ea typeface="宋体" panose="02010600030101010101" pitchFamily="2" charset="-122"/>
              </a:rPr>
              <a:t>typedef</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struct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ArcCell</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a:t>
            </a:r>
            <a:endParaRPr lang="zh-CN" altLang="zh-CN" sz="1800" dirty="0">
              <a:solidFill>
                <a:srgbClr val="000000"/>
              </a:solidFill>
              <a:effectLst/>
              <a:latin typeface="Courier New" panose="02070309020205020404" pitchFamily="49" charset="0"/>
              <a:ea typeface="Courier New" panose="02070309020205020404" pitchFamily="49" charset="0"/>
            </a:endParaRPr>
          </a:p>
          <a:p>
            <a:pPr marL="72000" marR="26670" eaLnBrk="0">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VRType</a:t>
            </a:r>
            <a:r>
              <a:rPr lang="en-US" altLang="zh-CN" sz="1800" spc="-10" dirty="0">
                <a:solidFill>
                  <a:srgbClr val="000000"/>
                </a:solidFill>
                <a:effectLst/>
                <a:latin typeface="Courier New" panose="02070309020205020404" pitchFamily="49" charset="0"/>
                <a:ea typeface="宋体" panose="02010600030101010101" pitchFamily="2" charset="-122"/>
              </a:rPr>
              <a:t>     adj;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en-US" altLang="zh-CN" spc="-10" dirty="0" err="1">
                <a:solidFill>
                  <a:schemeClr val="accent6">
                    <a:lumMod val="75000"/>
                  </a:schemeClr>
                </a:solidFill>
                <a:latin typeface="Courier New" panose="02070309020205020404" pitchFamily="49" charset="0"/>
                <a:ea typeface="宋体" panose="02010600030101010101" pitchFamily="2" charset="-122"/>
              </a:rPr>
              <a:t>VRType</a:t>
            </a:r>
            <a:r>
              <a:rPr lang="zh-CN" altLang="zh-CN" spc="-10" dirty="0">
                <a:solidFill>
                  <a:schemeClr val="accent6">
                    <a:lumMod val="75000"/>
                  </a:schemeClr>
                </a:solidFill>
                <a:latin typeface="Courier New" panose="02070309020205020404" pitchFamily="49" charset="0"/>
                <a:ea typeface="宋体" panose="02010600030101010101" pitchFamily="2" charset="-122"/>
              </a:rPr>
              <a:t>是顶点关系类型</a:t>
            </a:r>
            <a:r>
              <a:rPr lang="en-US" altLang="zh-CN" spc="-10" dirty="0">
                <a:solidFill>
                  <a:schemeClr val="accent6">
                    <a:lumMod val="75000"/>
                  </a:schemeClr>
                </a:solidFill>
                <a:latin typeface="Courier New" panose="02070309020205020404" pitchFamily="49" charset="0"/>
                <a:ea typeface="宋体" panose="02010600030101010101" pitchFamily="2" charset="-122"/>
              </a:rPr>
              <a:t>,</a:t>
            </a:r>
            <a:r>
              <a:rPr lang="zh-CN" altLang="zh-CN" spc="-10" dirty="0">
                <a:solidFill>
                  <a:schemeClr val="accent6">
                    <a:lumMod val="75000"/>
                  </a:schemeClr>
                </a:solidFill>
                <a:latin typeface="Courier New" panose="02070309020205020404" pitchFamily="49" charset="0"/>
                <a:ea typeface="宋体" panose="02010600030101010101" pitchFamily="2" charset="-122"/>
              </a:rPr>
              <a:t>对无权图</a:t>
            </a:r>
            <a:r>
              <a:rPr lang="en-US" altLang="zh-CN" spc="-10" dirty="0">
                <a:solidFill>
                  <a:schemeClr val="accent6">
                    <a:lumMod val="75000"/>
                  </a:schemeClr>
                </a:solidFill>
                <a:latin typeface="Courier New" panose="02070309020205020404" pitchFamily="49" charset="0"/>
                <a:ea typeface="宋体" panose="02010600030101010101" pitchFamily="2" charset="-122"/>
              </a:rPr>
              <a:t>,</a:t>
            </a:r>
            <a:r>
              <a:rPr lang="zh-CN" altLang="zh-CN" spc="-10" dirty="0">
                <a:solidFill>
                  <a:schemeClr val="accent6">
                    <a:lumMod val="75000"/>
                  </a:schemeClr>
                </a:solidFill>
                <a:latin typeface="Courier New" panose="02070309020205020404" pitchFamily="49" charset="0"/>
                <a:ea typeface="宋体" panose="02010600030101010101" pitchFamily="2" charset="-122"/>
              </a:rPr>
              <a:t>用</a:t>
            </a:r>
            <a:r>
              <a:rPr lang="en-US" altLang="zh-CN" spc="-10" dirty="0">
                <a:solidFill>
                  <a:schemeClr val="accent6">
                    <a:lumMod val="75000"/>
                  </a:schemeClr>
                </a:solidFill>
                <a:latin typeface="Courier New" panose="02070309020205020404" pitchFamily="49" charset="0"/>
                <a:ea typeface="宋体" panose="02010600030101010101" pitchFamily="2" charset="-122"/>
              </a:rPr>
              <a:t>1</a:t>
            </a:r>
            <a:r>
              <a:rPr lang="zh-CN" altLang="zh-CN" spc="-10" dirty="0">
                <a:solidFill>
                  <a:schemeClr val="accent6">
                    <a:lumMod val="75000"/>
                  </a:schemeClr>
                </a:solidFill>
                <a:latin typeface="Courier New" panose="02070309020205020404" pitchFamily="49" charset="0"/>
                <a:ea typeface="宋体" panose="02010600030101010101" pitchFamily="2" charset="-122"/>
              </a:rPr>
              <a:t>或</a:t>
            </a:r>
            <a:r>
              <a:rPr lang="en-US" altLang="zh-CN" spc="-10" dirty="0">
                <a:solidFill>
                  <a:schemeClr val="accent6">
                    <a:lumMod val="75000"/>
                  </a:schemeClr>
                </a:solidFill>
                <a:latin typeface="Courier New" panose="02070309020205020404" pitchFamily="49" charset="0"/>
                <a:ea typeface="宋体" panose="02010600030101010101" pitchFamily="2" charset="-122"/>
              </a:rPr>
              <a:t>0</a:t>
            </a:r>
            <a:r>
              <a:rPr lang="zh-CN" altLang="zh-CN" spc="-10" dirty="0">
                <a:solidFill>
                  <a:schemeClr val="accent6">
                    <a:lumMod val="75000"/>
                  </a:schemeClr>
                </a:solidFill>
                <a:latin typeface="Courier New" panose="02070309020205020404" pitchFamily="49" charset="0"/>
                <a:ea typeface="宋体" panose="02010600030101010101" pitchFamily="2" charset="-122"/>
              </a:rPr>
              <a:t>表示相邻否</a:t>
            </a:r>
            <a:r>
              <a:rPr lang="en-US" altLang="zh-CN" spc="-10" dirty="0">
                <a:solidFill>
                  <a:schemeClr val="accent6">
                    <a:lumMod val="75000"/>
                  </a:schemeClr>
                </a:solidFill>
                <a:latin typeface="Courier New" panose="02070309020205020404" pitchFamily="49" charset="0"/>
                <a:ea typeface="宋体" panose="02010600030101010101" pitchFamily="2" charset="-122"/>
              </a:rPr>
              <a:t>;</a:t>
            </a:r>
            <a:r>
              <a:rPr lang="zh-CN" altLang="zh-CN" spc="-10" dirty="0">
                <a:solidFill>
                  <a:schemeClr val="accent6">
                    <a:lumMod val="75000"/>
                  </a:schemeClr>
                </a:solidFill>
                <a:latin typeface="Courier New" panose="02070309020205020404" pitchFamily="49" charset="0"/>
                <a:ea typeface="宋体" panose="02010600030101010101" pitchFamily="2" charset="-122"/>
              </a:rPr>
              <a:t>带权图则为权值类型</a:t>
            </a:r>
          </a:p>
          <a:p>
            <a:pPr marL="72000" marR="26670" eaLnBrk="0">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InfoType</a:t>
            </a:r>
            <a:r>
              <a:rPr lang="en-US" altLang="zh-CN" sz="1800" spc="-10" dirty="0">
                <a:solidFill>
                  <a:srgbClr val="000000"/>
                </a:solidFill>
                <a:effectLst/>
                <a:latin typeface="Courier New" panose="02070309020205020404" pitchFamily="49" charset="0"/>
                <a:ea typeface="宋体" panose="02010600030101010101" pitchFamily="2" charset="-122"/>
              </a:rPr>
              <a:t>   info;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该弧相关信息</a:t>
            </a:r>
          </a:p>
          <a:p>
            <a:pPr marL="72000" marR="26670" eaLnBrk="0">
              <a:buNone/>
            </a:pPr>
            <a:r>
              <a:rPr lang="en-US" altLang="zh-CN" sz="1800" b="1" spc="-10" dirty="0">
                <a:solidFill>
                  <a:srgbClr val="000000"/>
                </a:solidFill>
                <a:effectLst/>
                <a:latin typeface="Courier New" panose="02070309020205020404" pitchFamily="49" charset="0"/>
                <a:ea typeface="宋体" panose="02010600030101010101" pitchFamily="2" charset="-122"/>
              </a:rPr>
              <a: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ArcCell</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AdjMatrix</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邻接矩阵定义为边</a:t>
            </a:r>
            <a:r>
              <a:rPr lang="en-US" altLang="zh-CN" spc="-10" dirty="0">
                <a:solidFill>
                  <a:schemeClr val="accent6">
                    <a:lumMod val="75000"/>
                  </a:schemeClr>
                </a:solidFill>
                <a:latin typeface="Courier New" panose="02070309020205020404" pitchFamily="49" charset="0"/>
                <a:ea typeface="宋体" panose="02010600030101010101" pitchFamily="2" charset="-122"/>
              </a:rPr>
              <a:t>(</a:t>
            </a:r>
            <a:r>
              <a:rPr lang="zh-CN" altLang="zh-CN" spc="-10" dirty="0">
                <a:solidFill>
                  <a:schemeClr val="accent6">
                    <a:lumMod val="75000"/>
                  </a:schemeClr>
                </a:solidFill>
                <a:latin typeface="Courier New" panose="02070309020205020404" pitchFamily="49" charset="0"/>
                <a:ea typeface="宋体" panose="02010600030101010101" pitchFamily="2" charset="-122"/>
              </a:rPr>
              <a:t>弧</a:t>
            </a:r>
            <a:r>
              <a:rPr lang="en-US" altLang="zh-CN" spc="-10" dirty="0">
                <a:solidFill>
                  <a:schemeClr val="accent6">
                    <a:lumMod val="75000"/>
                  </a:schemeClr>
                </a:solidFill>
                <a:latin typeface="Courier New" panose="02070309020205020404" pitchFamily="49" charset="0"/>
                <a:ea typeface="宋体" panose="02010600030101010101" pitchFamily="2" charset="-122"/>
              </a:rPr>
              <a:t>)</a:t>
            </a:r>
            <a:r>
              <a:rPr lang="zh-CN" altLang="zh-CN" spc="-10" dirty="0">
                <a:solidFill>
                  <a:schemeClr val="accent6">
                    <a:lumMod val="75000"/>
                  </a:schemeClr>
                </a:solidFill>
                <a:latin typeface="Courier New" panose="02070309020205020404" pitchFamily="49" charset="0"/>
                <a:ea typeface="宋体" panose="02010600030101010101" pitchFamily="2" charset="-122"/>
              </a:rPr>
              <a:t>类型的二重指针类型</a:t>
            </a:r>
            <a:r>
              <a:rPr lang="en-US" altLang="zh-CN" spc="-10" dirty="0">
                <a:solidFill>
                  <a:schemeClr val="accent6">
                    <a:lumMod val="75000"/>
                  </a:schemeClr>
                </a:solidFill>
                <a:latin typeface="Courier New" panose="02070309020205020404" pitchFamily="49" charset="0"/>
                <a:ea typeface="宋体" panose="02010600030101010101" pitchFamily="2" charset="-122"/>
              </a:rPr>
              <a:t>,</a:t>
            </a:r>
            <a:r>
              <a:rPr lang="zh-CN" altLang="zh-CN" spc="-10" dirty="0">
                <a:solidFill>
                  <a:schemeClr val="accent6">
                    <a:lumMod val="75000"/>
                  </a:schemeClr>
                </a:solidFill>
                <a:latin typeface="Courier New" panose="02070309020205020404" pitchFamily="49" charset="0"/>
                <a:ea typeface="宋体" panose="02010600030101010101" pitchFamily="2" charset="-122"/>
              </a:rPr>
              <a:t>需动态分配空间</a:t>
            </a:r>
          </a:p>
          <a:p>
            <a:pPr marL="72000" marR="26670" eaLnBrk="0">
              <a:buNone/>
            </a:pPr>
            <a:r>
              <a:rPr lang="en-US" altLang="zh-CN" sz="1800" b="1" spc="-10" dirty="0">
                <a:solidFill>
                  <a:srgbClr val="000000"/>
                </a:solidFill>
                <a:effectLst/>
                <a:latin typeface="Courier New" panose="02070309020205020404" pitchFamily="49" charset="0"/>
                <a:ea typeface="宋体" panose="02010600030101010101" pitchFamily="2" charset="-122"/>
              </a:rPr>
              <a:t>typedef</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struct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a:t>
            </a:r>
            <a:endParaRPr lang="zh-CN" altLang="zh-CN" sz="1800" dirty="0">
              <a:solidFill>
                <a:srgbClr val="000000"/>
              </a:solidFill>
              <a:effectLst/>
              <a:latin typeface="Courier New" panose="02070309020205020404" pitchFamily="49" charset="0"/>
              <a:ea typeface="Courier New" panose="02070309020205020404" pitchFamily="49" charset="0"/>
            </a:endParaRPr>
          </a:p>
          <a:p>
            <a:pPr marL="72000" marR="26670" eaLnBrk="0">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VexType</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vexs</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顶点动态数组</a:t>
            </a:r>
          </a:p>
          <a:p>
            <a:pPr marL="72000" marR="26670" eaLnBrk="0">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AdjMatrix</a:t>
            </a:r>
            <a:r>
              <a:rPr lang="en-US" altLang="zh-CN" sz="1800" spc="-10" dirty="0">
                <a:solidFill>
                  <a:srgbClr val="000000"/>
                </a:solidFill>
                <a:effectLst/>
                <a:latin typeface="Courier New" panose="02070309020205020404" pitchFamily="49" charset="0"/>
                <a:ea typeface="宋体" panose="02010600030101010101" pitchFamily="2" charset="-122"/>
              </a:rPr>
              <a:t>  arcs;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邻接矩阵</a:t>
            </a:r>
          </a:p>
          <a:p>
            <a:pPr marL="72000" marR="26670" eaLnBrk="0">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int</a:t>
            </a:r>
            <a:r>
              <a:rPr lang="en-US" altLang="zh-CN" sz="1800" spc="-10" dirty="0">
                <a:solidFill>
                  <a:srgbClr val="000000"/>
                </a:solidFill>
                <a:effectLst/>
                <a:latin typeface="Courier New" panose="02070309020205020404" pitchFamily="49" charset="0"/>
                <a:ea typeface="宋体" panose="02010600030101010101" pitchFamily="2" charset="-122"/>
              </a:rPr>
              <a:t>        n, a;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图的当前顶点数和弧</a:t>
            </a:r>
            <a:r>
              <a:rPr lang="en-US" altLang="zh-CN" spc="-10" dirty="0">
                <a:solidFill>
                  <a:schemeClr val="accent6">
                    <a:lumMod val="75000"/>
                  </a:schemeClr>
                </a:solidFill>
                <a:latin typeface="Courier New" panose="02070309020205020404" pitchFamily="49" charset="0"/>
                <a:ea typeface="宋体" panose="02010600030101010101" pitchFamily="2" charset="-122"/>
              </a:rPr>
              <a:t>(</a:t>
            </a:r>
            <a:r>
              <a:rPr lang="zh-CN" altLang="zh-CN" spc="-10" dirty="0">
                <a:solidFill>
                  <a:schemeClr val="accent6">
                    <a:lumMod val="75000"/>
                  </a:schemeClr>
                </a:solidFill>
                <a:latin typeface="Courier New" panose="02070309020205020404" pitchFamily="49" charset="0"/>
                <a:ea typeface="宋体" panose="02010600030101010101" pitchFamily="2" charset="-122"/>
              </a:rPr>
              <a:t>边</a:t>
            </a:r>
            <a:r>
              <a:rPr lang="en-US" altLang="zh-CN" spc="-10" dirty="0">
                <a:solidFill>
                  <a:schemeClr val="accent6">
                    <a:lumMod val="75000"/>
                  </a:schemeClr>
                </a:solidFill>
                <a:latin typeface="Courier New" panose="02070309020205020404" pitchFamily="49" charset="0"/>
                <a:ea typeface="宋体" panose="02010600030101010101" pitchFamily="2" charset="-122"/>
              </a:rPr>
              <a:t>)</a:t>
            </a:r>
            <a:r>
              <a:rPr lang="zh-CN" altLang="zh-CN" spc="-10" dirty="0">
                <a:solidFill>
                  <a:schemeClr val="accent6">
                    <a:lumMod val="75000"/>
                  </a:schemeClr>
                </a:solidFill>
                <a:latin typeface="Courier New" panose="02070309020205020404" pitchFamily="49" charset="0"/>
                <a:ea typeface="宋体" panose="02010600030101010101" pitchFamily="2" charset="-122"/>
              </a:rPr>
              <a:t>数</a:t>
            </a:r>
          </a:p>
          <a:p>
            <a:pPr marL="72000" marR="26670" eaLnBrk="0">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GraphKind</a:t>
            </a:r>
            <a:r>
              <a:rPr lang="en-US" altLang="zh-CN" sz="1800" spc="-10" dirty="0">
                <a:solidFill>
                  <a:srgbClr val="000000"/>
                </a:solidFill>
                <a:effectLst/>
                <a:latin typeface="Courier New" panose="02070309020205020404" pitchFamily="49" charset="0"/>
                <a:ea typeface="宋体" panose="02010600030101010101" pitchFamily="2" charset="-122"/>
              </a:rPr>
              <a:t>  kind;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图的种类标志</a:t>
            </a:r>
          </a:p>
          <a:p>
            <a:pPr marL="72000" marR="26670" eaLnBrk="0">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int</a:t>
            </a:r>
            <a:r>
              <a:rPr lang="en-US" altLang="zh-CN" sz="1800" spc="-10" dirty="0">
                <a:solidFill>
                  <a:srgbClr val="000000"/>
                </a:solidFill>
                <a:effectLst/>
                <a:latin typeface="Courier New" panose="02070309020205020404" pitchFamily="49" charset="0"/>
                <a:ea typeface="宋体" panose="02010600030101010101" pitchFamily="2" charset="-122"/>
              </a:rPr>
              <a:t>        count;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内置计数器（应用常用）</a:t>
            </a:r>
          </a:p>
          <a:p>
            <a:pPr marL="72000" marR="26670" eaLnBrk="0">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int</a:t>
            </a:r>
            <a:r>
              <a:rPr lang="en-US" altLang="zh-CN" sz="1800" spc="-10" dirty="0">
                <a:solidFill>
                  <a:srgbClr val="000000"/>
                </a:solidFill>
                <a:effectLst/>
                <a:latin typeface="Courier New" panose="02070309020205020404" pitchFamily="49" charset="0"/>
                <a:ea typeface="宋体" panose="02010600030101010101" pitchFamily="2" charset="-122"/>
              </a:rPr>
              <a:t>       *visited;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标志动态数组，可常驻，也可不用时回收</a:t>
            </a:r>
          </a:p>
          <a:p>
            <a:pPr marL="72000" marR="26670" eaLnBrk="0">
              <a:buNone/>
            </a:pPr>
            <a:r>
              <a:rPr lang="en-US" altLang="zh-CN" sz="1800" b="1" spc="-10" dirty="0">
                <a:solidFill>
                  <a:srgbClr val="000000"/>
                </a:solidFill>
                <a:effectLst/>
                <a:latin typeface="Courier New" panose="02070309020205020404" pitchFamily="49" charset="0"/>
                <a:ea typeface="宋体" panose="02010600030101010101" pitchFamily="2" charset="-122"/>
              </a:rPr>
              <a:t>   int       </a:t>
            </a:r>
            <a:r>
              <a:rPr lang="en-US" altLang="zh-CN" sz="1800" spc="-10" dirty="0">
                <a:solidFill>
                  <a:srgbClr val="000000"/>
                </a:solidFill>
                <a:effectLst/>
                <a:latin typeface="Courier New" panose="02070309020205020404" pitchFamily="49" charset="0"/>
                <a:ea typeface="宋体" panose="02010600030101010101" pitchFamily="2" charset="-122"/>
              </a:rPr>
              <a:t>*curs;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迭代位标向量，支持</a:t>
            </a:r>
            <a:r>
              <a:rPr lang="en-US" altLang="zh-CN" spc="-10" dirty="0" err="1">
                <a:solidFill>
                  <a:schemeClr val="accent6">
                    <a:lumMod val="75000"/>
                  </a:schemeClr>
                </a:solidFill>
                <a:latin typeface="Courier New" panose="02070309020205020404" pitchFamily="49" charset="0"/>
                <a:ea typeface="宋体" panose="02010600030101010101" pitchFamily="2" charset="-122"/>
              </a:rPr>
              <a:t>nextAdjvex</a:t>
            </a:r>
            <a:r>
              <a:rPr lang="zh-CN" altLang="zh-CN" spc="-10" dirty="0">
                <a:solidFill>
                  <a:schemeClr val="accent6">
                    <a:lumMod val="75000"/>
                  </a:schemeClr>
                </a:solidFill>
                <a:latin typeface="Courier New" panose="02070309020205020404" pitchFamily="49" charset="0"/>
                <a:ea typeface="宋体" panose="02010600030101010101" pitchFamily="2" charset="-122"/>
              </a:rPr>
              <a:t>等基本操作或应用</a:t>
            </a:r>
          </a:p>
          <a:p>
            <a:pPr marL="72000" marR="26670" eaLnBrk="0">
              <a:buNone/>
            </a:pPr>
            <a:r>
              <a:rPr lang="en-US" altLang="zh-CN" sz="1800" b="1" spc="-10" dirty="0">
                <a:solidFill>
                  <a:srgbClr val="000000"/>
                </a:solidFill>
                <a:effectLst/>
                <a:latin typeface="Courier New" panose="02070309020205020404" pitchFamily="49" charset="0"/>
                <a:ea typeface="宋体" panose="02010600030101010101" pitchFamily="2" charset="-122"/>
              </a:rPr>
              <a: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MGraph</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图的数组表示（邻接矩阵）指针类型</a:t>
            </a:r>
          </a:p>
        </p:txBody>
      </p:sp>
      <p:sp>
        <p:nvSpPr>
          <p:cNvPr id="7" name="文本框 6">
            <a:extLst>
              <a:ext uri="{FF2B5EF4-FFF2-40B4-BE49-F238E27FC236}">
                <a16:creationId xmlns:a16="http://schemas.microsoft.com/office/drawing/2014/main" id="{1C8D2B0C-0890-AE85-A60F-1E057EB6ECBD}"/>
              </a:ext>
            </a:extLst>
          </p:cNvPr>
          <p:cNvSpPr txBox="1"/>
          <p:nvPr/>
        </p:nvSpPr>
        <p:spPr>
          <a:xfrm>
            <a:off x="482885" y="5789488"/>
            <a:ext cx="3243196" cy="646331"/>
          </a:xfrm>
          <a:prstGeom prst="rect">
            <a:avLst/>
          </a:prstGeom>
          <a:solidFill>
            <a:srgbClr val="FCF6EA"/>
          </a:solidFill>
        </p:spPr>
        <p:txBody>
          <a:bodyPr wrap="none" rtlCol="0">
            <a:spAutoFit/>
          </a:bodyPr>
          <a:lstStyle/>
          <a:p>
            <a:r>
              <a:rPr lang="zh-CN" altLang="en-US" b="1" dirty="0"/>
              <a:t>例如，图</a:t>
            </a:r>
            <a:r>
              <a:rPr lang="en-US" altLang="zh-CN" b="1" dirty="0"/>
              <a:t>7.1</a:t>
            </a:r>
            <a:r>
              <a:rPr lang="zh-CN" altLang="en-US" b="1" dirty="0"/>
              <a:t>的图</a:t>
            </a:r>
            <a:r>
              <a:rPr lang="en-US" altLang="zh-CN" b="1" dirty="0" err="1"/>
              <a:t>G1</a:t>
            </a:r>
            <a:r>
              <a:rPr lang="zh-CN" altLang="en-US" b="1" dirty="0"/>
              <a:t>和</a:t>
            </a:r>
            <a:r>
              <a:rPr lang="en-US" altLang="zh-CN" b="1" dirty="0" err="1"/>
              <a:t>G2</a:t>
            </a:r>
            <a:r>
              <a:rPr lang="zh-CN" altLang="en-US" b="1" dirty="0"/>
              <a:t>的</a:t>
            </a:r>
            <a:endParaRPr lang="en-US" altLang="zh-CN" b="1" dirty="0"/>
          </a:p>
          <a:p>
            <a:r>
              <a:rPr lang="zh-CN" altLang="en-US" b="1" dirty="0"/>
              <a:t>邻接矩阵存储结构如图</a:t>
            </a:r>
            <a:r>
              <a:rPr lang="en-US" altLang="zh-CN" b="1" dirty="0"/>
              <a:t>7.8</a:t>
            </a:r>
            <a:r>
              <a:rPr lang="zh-CN" altLang="en-US" b="1" dirty="0"/>
              <a:t>所示</a:t>
            </a:r>
          </a:p>
        </p:txBody>
      </p:sp>
      <p:sp>
        <p:nvSpPr>
          <p:cNvPr id="8" name="矩形 7">
            <a:extLst>
              <a:ext uri="{FF2B5EF4-FFF2-40B4-BE49-F238E27FC236}">
                <a16:creationId xmlns:a16="http://schemas.microsoft.com/office/drawing/2014/main" id="{298EB346-CF8D-50E9-D622-4EE0931D97C7}"/>
              </a:ext>
            </a:extLst>
          </p:cNvPr>
          <p:cNvSpPr/>
          <p:nvPr/>
        </p:nvSpPr>
        <p:spPr>
          <a:xfrm>
            <a:off x="4521897" y="1759790"/>
            <a:ext cx="6064470" cy="4676029"/>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2" name="组合 81">
            <a:extLst>
              <a:ext uri="{FF2B5EF4-FFF2-40B4-BE49-F238E27FC236}">
                <a16:creationId xmlns:a16="http://schemas.microsoft.com/office/drawing/2014/main" id="{1AECFC2D-5639-299B-7EDB-9F5F2C0D12E0}"/>
              </a:ext>
            </a:extLst>
          </p:cNvPr>
          <p:cNvGrpSpPr/>
          <p:nvPr/>
        </p:nvGrpSpPr>
        <p:grpSpPr>
          <a:xfrm>
            <a:off x="5011424" y="2289260"/>
            <a:ext cx="1467606" cy="1417443"/>
            <a:chOff x="4172738" y="2347502"/>
            <a:chExt cx="1467606" cy="1417443"/>
          </a:xfrm>
        </p:grpSpPr>
        <p:sp>
          <p:nvSpPr>
            <p:cNvPr id="30" name="直接连接符 29">
              <a:extLst>
                <a:ext uri="{FF2B5EF4-FFF2-40B4-BE49-F238E27FC236}">
                  <a16:creationId xmlns:a16="http://schemas.microsoft.com/office/drawing/2014/main" id="{52646880-F5E4-41DC-B2A6-D24E6DA21313}"/>
                </a:ext>
              </a:extLst>
            </p:cNvPr>
            <p:cNvSpPr>
              <a:spLocks noChangeShapeType="1"/>
            </p:cNvSpPr>
            <p:nvPr/>
          </p:nvSpPr>
          <p:spPr bwMode="auto">
            <a:xfrm>
              <a:off x="4532738" y="3558589"/>
              <a:ext cx="727893" cy="312"/>
            </a:xfrm>
            <a:prstGeom prst="line">
              <a:avLst/>
            </a:prstGeom>
            <a:noFill/>
            <a:ln w="28575" cap="sq">
              <a:solidFill>
                <a:schemeClr val="tx2"/>
              </a:solidFill>
              <a:round/>
              <a:headEnd type="none" w="med" len="med"/>
              <a:tailEnd type="triangle" w="med" len="lg"/>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31" name="直接连接符 30">
              <a:extLst>
                <a:ext uri="{FF2B5EF4-FFF2-40B4-BE49-F238E27FC236}">
                  <a16:creationId xmlns:a16="http://schemas.microsoft.com/office/drawing/2014/main" id="{07AD8238-14DA-AF42-C5F3-9D4E0C40F24C}"/>
                </a:ext>
              </a:extLst>
            </p:cNvPr>
            <p:cNvSpPr>
              <a:spLocks noChangeShapeType="1"/>
            </p:cNvSpPr>
            <p:nvPr/>
          </p:nvSpPr>
          <p:spPr bwMode="auto">
            <a:xfrm flipH="1">
              <a:off x="4334738" y="2671501"/>
              <a:ext cx="0" cy="696203"/>
            </a:xfrm>
            <a:prstGeom prst="line">
              <a:avLst/>
            </a:prstGeom>
            <a:noFill/>
            <a:ln w="28575" cap="sq">
              <a:solidFill>
                <a:schemeClr val="tx2"/>
              </a:solidFill>
              <a:round/>
              <a:headEnd type="none" w="med" len="med"/>
              <a:tailEnd type="triangle" w="med" len="lg"/>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dirty="0"/>
            </a:p>
          </p:txBody>
        </p:sp>
        <p:sp>
          <p:nvSpPr>
            <p:cNvPr id="34" name="直接连接符 33">
              <a:extLst>
                <a:ext uri="{FF2B5EF4-FFF2-40B4-BE49-F238E27FC236}">
                  <a16:creationId xmlns:a16="http://schemas.microsoft.com/office/drawing/2014/main" id="{42BC5AEB-DCD0-EAC6-8DC3-9DD23ABB5118}"/>
                </a:ext>
              </a:extLst>
            </p:cNvPr>
            <p:cNvSpPr>
              <a:spLocks noChangeShapeType="1"/>
            </p:cNvSpPr>
            <p:nvPr/>
          </p:nvSpPr>
          <p:spPr bwMode="auto">
            <a:xfrm flipH="1" flipV="1">
              <a:off x="4439784" y="2605824"/>
              <a:ext cx="860273" cy="854573"/>
            </a:xfrm>
            <a:prstGeom prst="line">
              <a:avLst/>
            </a:prstGeom>
            <a:noFill/>
            <a:ln w="28575" cap="sq">
              <a:solidFill>
                <a:schemeClr val="tx2"/>
              </a:solidFill>
              <a:round/>
              <a:headEnd type="none" w="med" len="med"/>
              <a:tailEnd type="triangle" w="med" len="lg"/>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35" name="直接连接符 34">
              <a:extLst>
                <a:ext uri="{FF2B5EF4-FFF2-40B4-BE49-F238E27FC236}">
                  <a16:creationId xmlns:a16="http://schemas.microsoft.com/office/drawing/2014/main" id="{4E466CE4-E7C3-8B53-F5ED-87DEEEA9EEEF}"/>
                </a:ext>
              </a:extLst>
            </p:cNvPr>
            <p:cNvSpPr>
              <a:spLocks noChangeShapeType="1"/>
            </p:cNvSpPr>
            <p:nvPr/>
          </p:nvSpPr>
          <p:spPr bwMode="auto">
            <a:xfrm>
              <a:off x="4532738" y="2549116"/>
              <a:ext cx="767319" cy="0"/>
            </a:xfrm>
            <a:prstGeom prst="line">
              <a:avLst/>
            </a:prstGeom>
            <a:noFill/>
            <a:ln w="28575" cap="sq">
              <a:solidFill>
                <a:schemeClr val="tx2"/>
              </a:solidFill>
              <a:round/>
              <a:headEnd type="none" w="med" len="med"/>
              <a:tailEnd type="triangle" w="med" len="lg"/>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38" name="椭圆 37">
              <a:extLst>
                <a:ext uri="{FF2B5EF4-FFF2-40B4-BE49-F238E27FC236}">
                  <a16:creationId xmlns:a16="http://schemas.microsoft.com/office/drawing/2014/main" id="{D130911A-BA6B-EE46-E93E-3BEB0ED921B1}"/>
                </a:ext>
              </a:extLst>
            </p:cNvPr>
            <p:cNvSpPr>
              <a:spLocks noChangeArrowheads="1"/>
            </p:cNvSpPr>
            <p:nvPr/>
          </p:nvSpPr>
          <p:spPr bwMode="auto">
            <a:xfrm>
              <a:off x="5280344" y="2369116"/>
              <a:ext cx="360000" cy="360000"/>
            </a:xfrm>
            <a:prstGeom prst="ellipse">
              <a:avLst/>
            </a:prstGeom>
            <a:solidFill>
              <a:schemeClr val="accent2">
                <a:lumMod val="40000"/>
                <a:lumOff val="60000"/>
              </a:schemeClr>
            </a:solidFill>
            <a:ln w="28575" cap="sq">
              <a:solidFill>
                <a:schemeClr val="tx2"/>
              </a:solidFill>
              <a:round/>
              <a:headEnd type="none" w="sm" len="sm"/>
              <a:tailEnd type="none" w="sm" len="sm"/>
            </a:ln>
          </p:spPr>
          <p:txBody>
            <a:bodyPr wrap="none" lIns="36000" rIns="72000" anchor="ctr"/>
            <a:lstStyle>
              <a:defPPr>
                <a:defRPr lang="zh-CN"/>
              </a:defPPr>
              <a:lvl1pPr algn="l" rtl="0" eaLnBrk="0" fontAlgn="base" hangingPunct="0">
                <a:spcBef>
                  <a:spcPct val="20000"/>
                </a:spcBef>
                <a:spcAft>
                  <a:spcPct val="0"/>
                </a:spcAft>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1800" b="1" i="1" dirty="0" err="1">
                  <a:solidFill>
                    <a:schemeClr val="tx2"/>
                  </a:solidFill>
                </a:rPr>
                <a:t>V</a:t>
              </a:r>
              <a:r>
                <a:rPr lang="en-US" altLang="zh-CN" sz="1800" b="1" baseline="-25000" dirty="0" err="1">
                  <a:solidFill>
                    <a:schemeClr val="tx2"/>
                  </a:solidFill>
                </a:rPr>
                <a:t>2</a:t>
              </a:r>
              <a:endParaRPr lang="en-US" altLang="zh-CN" sz="1800" baseline="-25000" dirty="0"/>
            </a:p>
          </p:txBody>
        </p:sp>
        <p:sp>
          <p:nvSpPr>
            <p:cNvPr id="40" name="椭圆 39">
              <a:extLst>
                <a:ext uri="{FF2B5EF4-FFF2-40B4-BE49-F238E27FC236}">
                  <a16:creationId xmlns:a16="http://schemas.microsoft.com/office/drawing/2014/main" id="{319E5751-8082-5DFC-2F65-8FAA7A5DA9FD}"/>
                </a:ext>
              </a:extLst>
            </p:cNvPr>
            <p:cNvSpPr>
              <a:spLocks noChangeArrowheads="1"/>
            </p:cNvSpPr>
            <p:nvPr/>
          </p:nvSpPr>
          <p:spPr bwMode="auto">
            <a:xfrm>
              <a:off x="5260631" y="3404945"/>
              <a:ext cx="360000" cy="360000"/>
            </a:xfrm>
            <a:prstGeom prst="ellipse">
              <a:avLst/>
            </a:prstGeom>
            <a:solidFill>
              <a:schemeClr val="accent2">
                <a:lumMod val="40000"/>
                <a:lumOff val="60000"/>
              </a:schemeClr>
            </a:solidFill>
            <a:ln w="28575" cap="sq">
              <a:solidFill>
                <a:schemeClr val="tx2"/>
              </a:solidFill>
              <a:round/>
              <a:headEnd type="none" w="sm" len="sm"/>
              <a:tailEnd type="none" w="sm" len="sm"/>
            </a:ln>
          </p:spPr>
          <p:txBody>
            <a:bodyPr wrap="none" lIns="36000" anchor="ctr"/>
            <a:lstStyle>
              <a:defPPr>
                <a:defRPr lang="zh-CN"/>
              </a:defPPr>
              <a:lvl1pPr algn="l" rtl="0" eaLnBrk="0" fontAlgn="base" hangingPunct="0">
                <a:spcBef>
                  <a:spcPct val="20000"/>
                </a:spcBef>
                <a:spcAft>
                  <a:spcPct val="0"/>
                </a:spcAft>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1800" b="1" i="1" dirty="0" err="1">
                  <a:solidFill>
                    <a:schemeClr val="tx2"/>
                  </a:solidFill>
                </a:rPr>
                <a:t>V</a:t>
              </a:r>
              <a:r>
                <a:rPr lang="en-US" altLang="zh-CN" sz="1800" b="1" baseline="-25000" dirty="0" err="1">
                  <a:solidFill>
                    <a:schemeClr val="tx2"/>
                  </a:solidFill>
                </a:rPr>
                <a:t>4</a:t>
              </a:r>
              <a:endParaRPr lang="en-US" altLang="zh-CN" sz="1800" baseline="-25000" dirty="0"/>
            </a:p>
          </p:txBody>
        </p:sp>
        <p:sp>
          <p:nvSpPr>
            <p:cNvPr id="41" name="椭圆 40">
              <a:extLst>
                <a:ext uri="{FF2B5EF4-FFF2-40B4-BE49-F238E27FC236}">
                  <a16:creationId xmlns:a16="http://schemas.microsoft.com/office/drawing/2014/main" id="{E6A2FA9C-5589-0767-F997-6323BFD5A2DB}"/>
                </a:ext>
              </a:extLst>
            </p:cNvPr>
            <p:cNvSpPr>
              <a:spLocks noChangeArrowheads="1"/>
            </p:cNvSpPr>
            <p:nvPr/>
          </p:nvSpPr>
          <p:spPr bwMode="auto">
            <a:xfrm>
              <a:off x="4172738" y="3367704"/>
              <a:ext cx="360000" cy="360000"/>
            </a:xfrm>
            <a:prstGeom prst="ellipse">
              <a:avLst/>
            </a:prstGeom>
            <a:solidFill>
              <a:schemeClr val="accent2">
                <a:lumMod val="40000"/>
                <a:lumOff val="60000"/>
              </a:schemeClr>
            </a:solidFill>
            <a:ln w="28575" cap="sq">
              <a:solidFill>
                <a:schemeClr val="tx2"/>
              </a:solidFill>
              <a:round/>
              <a:headEnd type="none" w="sm" len="sm"/>
              <a:tailEnd type="none" w="sm" len="sm"/>
            </a:ln>
          </p:spPr>
          <p:txBody>
            <a:bodyPr wrap="none" lIns="36000" anchor="ctr"/>
            <a:lstStyle>
              <a:defPPr>
                <a:defRPr lang="zh-CN"/>
              </a:defPPr>
              <a:lvl1pPr algn="l" rtl="0" eaLnBrk="0" fontAlgn="base" hangingPunct="0">
                <a:spcBef>
                  <a:spcPct val="20000"/>
                </a:spcBef>
                <a:spcAft>
                  <a:spcPct val="0"/>
                </a:spcAft>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1800" b="1" i="1" dirty="0" err="1">
                  <a:solidFill>
                    <a:schemeClr val="tx2"/>
                  </a:solidFill>
                </a:rPr>
                <a:t>V</a:t>
              </a:r>
              <a:r>
                <a:rPr lang="en-US" altLang="zh-CN" sz="1800" b="1" baseline="-25000" dirty="0" err="1">
                  <a:solidFill>
                    <a:schemeClr val="tx2"/>
                  </a:solidFill>
                </a:rPr>
                <a:t>3</a:t>
              </a:r>
              <a:endParaRPr lang="en-US" altLang="zh-CN" sz="1800" baseline="-25000" dirty="0"/>
            </a:p>
          </p:txBody>
        </p:sp>
        <p:sp>
          <p:nvSpPr>
            <p:cNvPr id="42" name="椭圆 41">
              <a:extLst>
                <a:ext uri="{FF2B5EF4-FFF2-40B4-BE49-F238E27FC236}">
                  <a16:creationId xmlns:a16="http://schemas.microsoft.com/office/drawing/2014/main" id="{E9A882F8-DC5F-A6F2-36CD-1E7C05C401D8}"/>
                </a:ext>
              </a:extLst>
            </p:cNvPr>
            <p:cNvSpPr>
              <a:spLocks noChangeArrowheads="1"/>
            </p:cNvSpPr>
            <p:nvPr/>
          </p:nvSpPr>
          <p:spPr bwMode="auto">
            <a:xfrm>
              <a:off x="4174722" y="2347502"/>
              <a:ext cx="360000" cy="360000"/>
            </a:xfrm>
            <a:prstGeom prst="ellipse">
              <a:avLst/>
            </a:prstGeom>
            <a:solidFill>
              <a:schemeClr val="accent2">
                <a:lumMod val="40000"/>
                <a:lumOff val="60000"/>
              </a:schemeClr>
            </a:solidFill>
            <a:ln w="28575" cap="sq">
              <a:solidFill>
                <a:schemeClr val="tx2"/>
              </a:solidFill>
              <a:round/>
              <a:headEnd type="none" w="sm" len="sm"/>
              <a:tailEnd type="none" w="sm" len="sm"/>
            </a:ln>
          </p:spPr>
          <p:txBody>
            <a:bodyPr wrap="none" lIns="0" rIns="36000" anchor="ctr"/>
            <a:lstStyle>
              <a:defPPr>
                <a:defRPr lang="zh-CN"/>
              </a:defPPr>
              <a:lvl1pPr algn="l" rtl="0" eaLnBrk="0" fontAlgn="base" hangingPunct="0">
                <a:spcBef>
                  <a:spcPct val="20000"/>
                </a:spcBef>
                <a:spcAft>
                  <a:spcPct val="0"/>
                </a:spcAft>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1800" b="1" i="1" dirty="0" err="1">
                  <a:solidFill>
                    <a:schemeClr val="tx2"/>
                  </a:solidFill>
                </a:rPr>
                <a:t>V</a:t>
              </a:r>
              <a:r>
                <a:rPr lang="en-US" altLang="zh-CN" sz="1800" b="1" baseline="-25000" dirty="0" err="1">
                  <a:solidFill>
                    <a:schemeClr val="tx2"/>
                  </a:solidFill>
                </a:rPr>
                <a:t>1</a:t>
              </a:r>
              <a:endParaRPr lang="en-US" altLang="zh-CN" sz="1800" baseline="-25000" dirty="0"/>
            </a:p>
          </p:txBody>
        </p:sp>
      </p:grpSp>
      <p:grpSp>
        <p:nvGrpSpPr>
          <p:cNvPr id="81" name="组合 80">
            <a:extLst>
              <a:ext uri="{FF2B5EF4-FFF2-40B4-BE49-F238E27FC236}">
                <a16:creationId xmlns:a16="http://schemas.microsoft.com/office/drawing/2014/main" id="{7CEC726A-7CB6-B972-362C-5C7B1AED69F3}"/>
              </a:ext>
            </a:extLst>
          </p:cNvPr>
          <p:cNvGrpSpPr/>
          <p:nvPr/>
        </p:nvGrpSpPr>
        <p:grpSpPr>
          <a:xfrm>
            <a:off x="5011424" y="4382532"/>
            <a:ext cx="1467606" cy="1417443"/>
            <a:chOff x="4172738" y="4259779"/>
            <a:chExt cx="1467606" cy="1417443"/>
          </a:xfrm>
        </p:grpSpPr>
        <p:sp>
          <p:nvSpPr>
            <p:cNvPr id="70" name="直接连接符 69">
              <a:extLst>
                <a:ext uri="{FF2B5EF4-FFF2-40B4-BE49-F238E27FC236}">
                  <a16:creationId xmlns:a16="http://schemas.microsoft.com/office/drawing/2014/main" id="{0B970584-8615-5B29-D7CF-5D081D1C2DBB}"/>
                </a:ext>
              </a:extLst>
            </p:cNvPr>
            <p:cNvSpPr>
              <a:spLocks noChangeShapeType="1"/>
            </p:cNvSpPr>
            <p:nvPr/>
          </p:nvSpPr>
          <p:spPr bwMode="auto">
            <a:xfrm>
              <a:off x="5451024" y="4641393"/>
              <a:ext cx="2" cy="731280"/>
            </a:xfrm>
            <a:prstGeom prst="line">
              <a:avLst/>
            </a:prstGeom>
            <a:noFill/>
            <a:ln w="28575" cap="sq">
              <a:solidFill>
                <a:schemeClr val="tx2"/>
              </a:solidFill>
              <a:round/>
              <a:headEnd type="none" w="med" len="med"/>
              <a:tailEnd type="non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71" name="直接连接符 70">
              <a:extLst>
                <a:ext uri="{FF2B5EF4-FFF2-40B4-BE49-F238E27FC236}">
                  <a16:creationId xmlns:a16="http://schemas.microsoft.com/office/drawing/2014/main" id="{CFA44BC1-EA65-F151-1628-483B8ED30CBA}"/>
                </a:ext>
              </a:extLst>
            </p:cNvPr>
            <p:cNvSpPr>
              <a:spLocks noChangeShapeType="1"/>
            </p:cNvSpPr>
            <p:nvPr/>
          </p:nvSpPr>
          <p:spPr bwMode="auto">
            <a:xfrm flipH="1">
              <a:off x="4334738" y="4583778"/>
              <a:ext cx="0" cy="696203"/>
            </a:xfrm>
            <a:prstGeom prst="line">
              <a:avLst/>
            </a:prstGeom>
            <a:noFill/>
            <a:ln w="28575" cap="sq">
              <a:solidFill>
                <a:schemeClr val="tx2"/>
              </a:solidFill>
              <a:round/>
              <a:headEnd type="none" w="med" len="med"/>
              <a:tailEnd type="non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dirty="0"/>
            </a:p>
          </p:txBody>
        </p:sp>
        <p:sp>
          <p:nvSpPr>
            <p:cNvPr id="72" name="直接连接符 71">
              <a:extLst>
                <a:ext uri="{FF2B5EF4-FFF2-40B4-BE49-F238E27FC236}">
                  <a16:creationId xmlns:a16="http://schemas.microsoft.com/office/drawing/2014/main" id="{214BC9EA-18A4-DF35-27E8-54630B5CE7EE}"/>
                </a:ext>
              </a:extLst>
            </p:cNvPr>
            <p:cNvSpPr>
              <a:spLocks noChangeShapeType="1"/>
            </p:cNvSpPr>
            <p:nvPr/>
          </p:nvSpPr>
          <p:spPr bwMode="auto">
            <a:xfrm flipH="1" flipV="1">
              <a:off x="5031875" y="5111176"/>
              <a:ext cx="268181" cy="261497"/>
            </a:xfrm>
            <a:prstGeom prst="line">
              <a:avLst/>
            </a:prstGeom>
            <a:noFill/>
            <a:ln w="28575" cap="sq">
              <a:solidFill>
                <a:schemeClr val="tx2"/>
              </a:solidFill>
              <a:round/>
              <a:headEnd type="none" w="med" len="med"/>
              <a:tailEnd type="non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73" name="直接连接符 72">
              <a:extLst>
                <a:ext uri="{FF2B5EF4-FFF2-40B4-BE49-F238E27FC236}">
                  <a16:creationId xmlns:a16="http://schemas.microsoft.com/office/drawing/2014/main" id="{07F0F3D9-8B13-06E1-30C0-725AA7873F51}"/>
                </a:ext>
              </a:extLst>
            </p:cNvPr>
            <p:cNvSpPr>
              <a:spLocks noChangeShapeType="1"/>
            </p:cNvSpPr>
            <p:nvPr/>
          </p:nvSpPr>
          <p:spPr bwMode="auto">
            <a:xfrm>
              <a:off x="4532738" y="4461393"/>
              <a:ext cx="767319" cy="0"/>
            </a:xfrm>
            <a:prstGeom prst="line">
              <a:avLst/>
            </a:prstGeom>
            <a:noFill/>
            <a:ln w="28575" cap="sq">
              <a:solidFill>
                <a:schemeClr val="tx2"/>
              </a:solidFill>
              <a:round/>
              <a:headEnd type="none" w="med" len="med"/>
              <a:tailEnd type="non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74" name="椭圆 73">
              <a:extLst>
                <a:ext uri="{FF2B5EF4-FFF2-40B4-BE49-F238E27FC236}">
                  <a16:creationId xmlns:a16="http://schemas.microsoft.com/office/drawing/2014/main" id="{9EE30C08-E613-8052-D1F2-095AD8238636}"/>
                </a:ext>
              </a:extLst>
            </p:cNvPr>
            <p:cNvSpPr>
              <a:spLocks noChangeArrowheads="1"/>
            </p:cNvSpPr>
            <p:nvPr/>
          </p:nvSpPr>
          <p:spPr bwMode="auto">
            <a:xfrm>
              <a:off x="5280344" y="4281393"/>
              <a:ext cx="360000" cy="360000"/>
            </a:xfrm>
            <a:prstGeom prst="ellipse">
              <a:avLst/>
            </a:prstGeom>
            <a:solidFill>
              <a:schemeClr val="accent5">
                <a:lumMod val="20000"/>
                <a:lumOff val="80000"/>
              </a:schemeClr>
            </a:solidFill>
            <a:ln w="28575" cap="sq">
              <a:solidFill>
                <a:schemeClr val="tx2"/>
              </a:solidFill>
              <a:round/>
              <a:headEnd type="none" w="sm" len="sm"/>
              <a:tailEnd type="none" w="sm" len="sm"/>
            </a:ln>
          </p:spPr>
          <p:txBody>
            <a:bodyPr wrap="none" lIns="36000" rIns="72000" anchor="ctr"/>
            <a:lstStyle>
              <a:defPPr>
                <a:defRPr lang="zh-CN"/>
              </a:defPPr>
              <a:lvl1pPr algn="l" rtl="0" eaLnBrk="0" fontAlgn="base" hangingPunct="0">
                <a:spcBef>
                  <a:spcPct val="20000"/>
                </a:spcBef>
                <a:spcAft>
                  <a:spcPct val="0"/>
                </a:spcAft>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1800" b="1" i="1" dirty="0" err="1">
                  <a:solidFill>
                    <a:schemeClr val="tx2"/>
                  </a:solidFill>
                </a:rPr>
                <a:t>V</a:t>
              </a:r>
              <a:r>
                <a:rPr lang="en-US" altLang="zh-CN" sz="1800" b="1" baseline="-25000" dirty="0" err="1">
                  <a:solidFill>
                    <a:schemeClr val="tx2"/>
                  </a:solidFill>
                </a:rPr>
                <a:t>2</a:t>
              </a:r>
              <a:endParaRPr lang="en-US" altLang="zh-CN" sz="1800" baseline="-25000" dirty="0"/>
            </a:p>
          </p:txBody>
        </p:sp>
        <p:sp>
          <p:nvSpPr>
            <p:cNvPr id="75" name="椭圆 74">
              <a:extLst>
                <a:ext uri="{FF2B5EF4-FFF2-40B4-BE49-F238E27FC236}">
                  <a16:creationId xmlns:a16="http://schemas.microsoft.com/office/drawing/2014/main" id="{F7AFFE87-BB42-872D-F0FC-E67F5AD53B0E}"/>
                </a:ext>
              </a:extLst>
            </p:cNvPr>
            <p:cNvSpPr>
              <a:spLocks noChangeArrowheads="1"/>
            </p:cNvSpPr>
            <p:nvPr/>
          </p:nvSpPr>
          <p:spPr bwMode="auto">
            <a:xfrm>
              <a:off x="5260631" y="5317222"/>
              <a:ext cx="360000" cy="360000"/>
            </a:xfrm>
            <a:prstGeom prst="ellipse">
              <a:avLst/>
            </a:prstGeom>
            <a:solidFill>
              <a:schemeClr val="accent5">
                <a:lumMod val="20000"/>
                <a:lumOff val="80000"/>
              </a:schemeClr>
            </a:solidFill>
            <a:ln w="28575" cap="sq">
              <a:solidFill>
                <a:schemeClr val="tx2"/>
              </a:solidFill>
              <a:round/>
              <a:headEnd type="none" w="sm" len="sm"/>
              <a:tailEnd type="none" w="sm" len="sm"/>
            </a:ln>
          </p:spPr>
          <p:txBody>
            <a:bodyPr wrap="none" lIns="36000" anchor="ctr"/>
            <a:lstStyle>
              <a:defPPr>
                <a:defRPr lang="zh-CN"/>
              </a:defPPr>
              <a:lvl1pPr algn="l" rtl="0" eaLnBrk="0" fontAlgn="base" hangingPunct="0">
                <a:spcBef>
                  <a:spcPct val="20000"/>
                </a:spcBef>
                <a:spcAft>
                  <a:spcPct val="0"/>
                </a:spcAft>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1800" b="1" i="1" dirty="0" err="1">
                  <a:solidFill>
                    <a:schemeClr val="tx2"/>
                  </a:solidFill>
                </a:rPr>
                <a:t>V</a:t>
              </a:r>
              <a:r>
                <a:rPr lang="en-US" altLang="zh-CN" sz="1800" b="1" baseline="-25000" dirty="0" err="1">
                  <a:solidFill>
                    <a:schemeClr val="tx2"/>
                  </a:solidFill>
                </a:rPr>
                <a:t>5</a:t>
              </a:r>
              <a:endParaRPr lang="en-US" altLang="zh-CN" sz="1800" baseline="-25000" dirty="0"/>
            </a:p>
          </p:txBody>
        </p:sp>
        <p:sp>
          <p:nvSpPr>
            <p:cNvPr id="76" name="椭圆 75">
              <a:extLst>
                <a:ext uri="{FF2B5EF4-FFF2-40B4-BE49-F238E27FC236}">
                  <a16:creationId xmlns:a16="http://schemas.microsoft.com/office/drawing/2014/main" id="{DFEF70C2-5924-58AA-A238-F3EE526181F1}"/>
                </a:ext>
              </a:extLst>
            </p:cNvPr>
            <p:cNvSpPr>
              <a:spLocks noChangeArrowheads="1"/>
            </p:cNvSpPr>
            <p:nvPr/>
          </p:nvSpPr>
          <p:spPr bwMode="auto">
            <a:xfrm>
              <a:off x="4172738" y="5279981"/>
              <a:ext cx="360000" cy="360000"/>
            </a:xfrm>
            <a:prstGeom prst="ellipse">
              <a:avLst/>
            </a:prstGeom>
            <a:solidFill>
              <a:schemeClr val="accent5">
                <a:lumMod val="20000"/>
                <a:lumOff val="80000"/>
              </a:schemeClr>
            </a:solidFill>
            <a:ln w="28575" cap="sq">
              <a:solidFill>
                <a:schemeClr val="tx2"/>
              </a:solidFill>
              <a:round/>
              <a:headEnd type="none" w="sm" len="sm"/>
              <a:tailEnd type="none" w="sm" len="sm"/>
            </a:ln>
          </p:spPr>
          <p:txBody>
            <a:bodyPr wrap="none" lIns="36000" anchor="ctr"/>
            <a:lstStyle>
              <a:defPPr>
                <a:defRPr lang="zh-CN"/>
              </a:defPPr>
              <a:lvl1pPr algn="l" rtl="0" eaLnBrk="0" fontAlgn="base" hangingPunct="0">
                <a:spcBef>
                  <a:spcPct val="20000"/>
                </a:spcBef>
                <a:spcAft>
                  <a:spcPct val="0"/>
                </a:spcAft>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1800" b="1" i="1" dirty="0" err="1">
                  <a:solidFill>
                    <a:schemeClr val="tx2"/>
                  </a:solidFill>
                </a:rPr>
                <a:t>V</a:t>
              </a:r>
              <a:r>
                <a:rPr lang="en-US" altLang="zh-CN" sz="1800" b="1" baseline="-25000" dirty="0" err="1">
                  <a:solidFill>
                    <a:schemeClr val="tx2"/>
                  </a:solidFill>
                </a:rPr>
                <a:t>4</a:t>
              </a:r>
              <a:endParaRPr lang="en-US" altLang="zh-CN" sz="1800" baseline="-25000" dirty="0"/>
            </a:p>
          </p:txBody>
        </p:sp>
        <p:sp>
          <p:nvSpPr>
            <p:cNvPr id="77" name="椭圆 76">
              <a:extLst>
                <a:ext uri="{FF2B5EF4-FFF2-40B4-BE49-F238E27FC236}">
                  <a16:creationId xmlns:a16="http://schemas.microsoft.com/office/drawing/2014/main" id="{2825ACC2-C2E7-9C27-8611-C09566864586}"/>
                </a:ext>
              </a:extLst>
            </p:cNvPr>
            <p:cNvSpPr>
              <a:spLocks noChangeArrowheads="1"/>
            </p:cNvSpPr>
            <p:nvPr/>
          </p:nvSpPr>
          <p:spPr bwMode="auto">
            <a:xfrm>
              <a:off x="4174722" y="4259779"/>
              <a:ext cx="360000" cy="360000"/>
            </a:xfrm>
            <a:prstGeom prst="ellipse">
              <a:avLst/>
            </a:prstGeom>
            <a:solidFill>
              <a:schemeClr val="accent5">
                <a:lumMod val="20000"/>
                <a:lumOff val="80000"/>
              </a:schemeClr>
            </a:solidFill>
            <a:ln w="28575" cap="sq">
              <a:solidFill>
                <a:schemeClr val="tx2"/>
              </a:solidFill>
              <a:round/>
              <a:headEnd type="none" w="sm" len="sm"/>
              <a:tailEnd type="none" w="sm" len="sm"/>
            </a:ln>
          </p:spPr>
          <p:txBody>
            <a:bodyPr wrap="none" lIns="0" rIns="36000" anchor="ctr"/>
            <a:lstStyle>
              <a:defPPr>
                <a:defRPr lang="zh-CN"/>
              </a:defPPr>
              <a:lvl1pPr algn="l" rtl="0" eaLnBrk="0" fontAlgn="base" hangingPunct="0">
                <a:spcBef>
                  <a:spcPct val="20000"/>
                </a:spcBef>
                <a:spcAft>
                  <a:spcPct val="0"/>
                </a:spcAft>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1800" b="1" i="1" dirty="0" err="1">
                  <a:solidFill>
                    <a:schemeClr val="tx2"/>
                  </a:solidFill>
                </a:rPr>
                <a:t>V</a:t>
              </a:r>
              <a:r>
                <a:rPr lang="en-US" altLang="zh-CN" sz="1800" b="1" baseline="-25000" dirty="0" err="1">
                  <a:solidFill>
                    <a:schemeClr val="tx2"/>
                  </a:solidFill>
                </a:rPr>
                <a:t>1</a:t>
              </a:r>
              <a:endParaRPr lang="en-US" altLang="zh-CN" sz="1800" baseline="-25000" dirty="0"/>
            </a:p>
          </p:txBody>
        </p:sp>
        <p:sp>
          <p:nvSpPr>
            <p:cNvPr id="78" name="椭圆 77">
              <a:extLst>
                <a:ext uri="{FF2B5EF4-FFF2-40B4-BE49-F238E27FC236}">
                  <a16:creationId xmlns:a16="http://schemas.microsoft.com/office/drawing/2014/main" id="{3B2A5F69-AF1E-DF31-32C7-72B56F3FA145}"/>
                </a:ext>
              </a:extLst>
            </p:cNvPr>
            <p:cNvSpPr>
              <a:spLocks noChangeArrowheads="1"/>
            </p:cNvSpPr>
            <p:nvPr/>
          </p:nvSpPr>
          <p:spPr bwMode="auto">
            <a:xfrm>
              <a:off x="4736397" y="4781633"/>
              <a:ext cx="360000" cy="360000"/>
            </a:xfrm>
            <a:prstGeom prst="ellipse">
              <a:avLst/>
            </a:prstGeom>
            <a:solidFill>
              <a:schemeClr val="accent5">
                <a:lumMod val="20000"/>
                <a:lumOff val="80000"/>
              </a:schemeClr>
            </a:solidFill>
            <a:ln w="28575" cap="sq">
              <a:solidFill>
                <a:schemeClr val="tx2"/>
              </a:solidFill>
              <a:round/>
              <a:headEnd type="none" w="sm" len="sm"/>
              <a:tailEnd type="none" w="sm" len="sm"/>
            </a:ln>
          </p:spPr>
          <p:txBody>
            <a:bodyPr wrap="none" lIns="36000" rIns="72000" anchor="ctr"/>
            <a:lstStyle>
              <a:defPPr>
                <a:defRPr lang="zh-CN"/>
              </a:defPPr>
              <a:lvl1pPr algn="l" rtl="0" eaLnBrk="0" fontAlgn="base" hangingPunct="0">
                <a:spcBef>
                  <a:spcPct val="20000"/>
                </a:spcBef>
                <a:spcAft>
                  <a:spcPct val="0"/>
                </a:spcAft>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1800" b="1" i="1" dirty="0" err="1">
                  <a:solidFill>
                    <a:schemeClr val="tx2"/>
                  </a:solidFill>
                </a:rPr>
                <a:t>V</a:t>
              </a:r>
              <a:r>
                <a:rPr lang="en-US" altLang="zh-CN" sz="1800" b="1" baseline="-25000" dirty="0" err="1">
                  <a:solidFill>
                    <a:schemeClr val="tx2"/>
                  </a:solidFill>
                </a:rPr>
                <a:t>3</a:t>
              </a:r>
              <a:endParaRPr lang="en-US" altLang="zh-CN" sz="1800" baseline="-25000" dirty="0"/>
            </a:p>
          </p:txBody>
        </p:sp>
        <p:sp>
          <p:nvSpPr>
            <p:cNvPr id="79" name="直接连接符 78">
              <a:extLst>
                <a:ext uri="{FF2B5EF4-FFF2-40B4-BE49-F238E27FC236}">
                  <a16:creationId xmlns:a16="http://schemas.microsoft.com/office/drawing/2014/main" id="{115C6971-7E3F-8E8A-C6D0-D65F92A9946F}"/>
                </a:ext>
              </a:extLst>
            </p:cNvPr>
            <p:cNvSpPr>
              <a:spLocks noChangeShapeType="1"/>
            </p:cNvSpPr>
            <p:nvPr/>
          </p:nvSpPr>
          <p:spPr bwMode="auto">
            <a:xfrm flipH="1">
              <a:off x="5050984" y="4587237"/>
              <a:ext cx="268181" cy="245804"/>
            </a:xfrm>
            <a:prstGeom prst="line">
              <a:avLst/>
            </a:prstGeom>
            <a:noFill/>
            <a:ln w="28575" cap="sq">
              <a:solidFill>
                <a:schemeClr val="tx2"/>
              </a:solidFill>
              <a:round/>
              <a:headEnd type="none" w="med" len="med"/>
              <a:tailEnd type="non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sp>
          <p:nvSpPr>
            <p:cNvPr id="80" name="直接连接符 79">
              <a:extLst>
                <a:ext uri="{FF2B5EF4-FFF2-40B4-BE49-F238E27FC236}">
                  <a16:creationId xmlns:a16="http://schemas.microsoft.com/office/drawing/2014/main" id="{1C98AD06-6666-5328-E4DD-7F18CF665923}"/>
                </a:ext>
              </a:extLst>
            </p:cNvPr>
            <p:cNvSpPr>
              <a:spLocks noChangeShapeType="1"/>
            </p:cNvSpPr>
            <p:nvPr/>
          </p:nvSpPr>
          <p:spPr bwMode="auto">
            <a:xfrm flipH="1">
              <a:off x="4510032" y="5083493"/>
              <a:ext cx="268181" cy="245804"/>
            </a:xfrm>
            <a:prstGeom prst="line">
              <a:avLst/>
            </a:prstGeom>
            <a:noFill/>
            <a:ln w="28575" cap="sq">
              <a:solidFill>
                <a:schemeClr val="tx2"/>
              </a:solidFill>
              <a:round/>
              <a:headEnd type="none" w="med" len="med"/>
              <a:tailEnd type="none" w="med" len="me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sz="2000"/>
            </a:p>
          </p:txBody>
        </p:sp>
      </p:grpSp>
      <p:graphicFrame>
        <p:nvGraphicFramePr>
          <p:cNvPr id="83" name="表格 82">
            <a:extLst>
              <a:ext uri="{FF2B5EF4-FFF2-40B4-BE49-F238E27FC236}">
                <a16:creationId xmlns:a16="http://schemas.microsoft.com/office/drawing/2014/main" id="{7FFA03F6-42BC-C4BE-86AD-AE23399EFC16}"/>
              </a:ext>
            </a:extLst>
          </p:cNvPr>
          <p:cNvGraphicFramePr>
            <a:graphicFrameLocks noGrp="1"/>
          </p:cNvGraphicFramePr>
          <p:nvPr>
            <p:extLst>
              <p:ext uri="{D42A27DB-BD31-4B8C-83A1-F6EECF244321}">
                <p14:modId xmlns:p14="http://schemas.microsoft.com/office/powerpoint/2010/main" val="2143240770"/>
              </p:ext>
            </p:extLst>
          </p:nvPr>
        </p:nvGraphicFramePr>
        <p:xfrm>
          <a:off x="7040815" y="2281551"/>
          <a:ext cx="804388" cy="1483360"/>
        </p:xfrm>
        <a:graphic>
          <a:graphicData uri="http://schemas.openxmlformats.org/drawingml/2006/table">
            <a:tbl>
              <a:tblPr firstRow="1" bandRow="1">
                <a:tableStyleId>{5940675A-B579-460E-94D1-54222C63F5DA}</a:tableStyleId>
              </a:tblPr>
              <a:tblGrid>
                <a:gridCol w="319059">
                  <a:extLst>
                    <a:ext uri="{9D8B030D-6E8A-4147-A177-3AD203B41FA5}">
                      <a16:colId xmlns:a16="http://schemas.microsoft.com/office/drawing/2014/main" val="2359607148"/>
                    </a:ext>
                  </a:extLst>
                </a:gridCol>
                <a:gridCol w="485329">
                  <a:extLst>
                    <a:ext uri="{9D8B030D-6E8A-4147-A177-3AD203B41FA5}">
                      <a16:colId xmlns:a16="http://schemas.microsoft.com/office/drawing/2014/main" val="3238170217"/>
                    </a:ext>
                  </a:extLst>
                </a:gridCol>
              </a:tblGrid>
              <a:tr h="370840">
                <a:tc>
                  <a:txBody>
                    <a:bodyPr/>
                    <a:lstStyle/>
                    <a:p>
                      <a:pPr algn="r"/>
                      <a:r>
                        <a:rPr lang="en-US" altLang="zh-CN" b="0" dirty="0"/>
                        <a:t>0</a:t>
                      </a:r>
                      <a:endParaRPr lang="zh-CN" altLang="en-US" b="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i="1" dirty="0" err="1"/>
                        <a:t>V</a:t>
                      </a:r>
                      <a:r>
                        <a:rPr lang="en-US" altLang="zh-CN" b="1" baseline="-25000" dirty="0" err="1"/>
                        <a:t>1</a:t>
                      </a:r>
                      <a:endParaRPr lang="zh-CN" altLang="en-US"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05998107"/>
                  </a:ext>
                </a:extLst>
              </a:tr>
              <a:tr h="370840">
                <a:tc>
                  <a:txBody>
                    <a:bodyPr/>
                    <a:lstStyle/>
                    <a:p>
                      <a:pPr algn="r"/>
                      <a:r>
                        <a:rPr lang="en-US" altLang="zh-CN" b="0" dirty="0"/>
                        <a:t>1</a:t>
                      </a:r>
                      <a:endParaRPr lang="zh-CN" altLang="en-US" b="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1" dirty="0" err="1"/>
                        <a:t>V</a:t>
                      </a:r>
                      <a:r>
                        <a:rPr lang="en-US" altLang="zh-CN" b="1" baseline="-25000" dirty="0" err="1"/>
                        <a:t>2</a:t>
                      </a:r>
                      <a:endParaRPr lang="zh-CN" altLang="en-US"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7845036"/>
                  </a:ext>
                </a:extLst>
              </a:tr>
              <a:tr h="370840">
                <a:tc>
                  <a:txBody>
                    <a:bodyPr/>
                    <a:lstStyle/>
                    <a:p>
                      <a:pPr algn="r"/>
                      <a:r>
                        <a:rPr lang="en-US" altLang="zh-CN" b="0" dirty="0"/>
                        <a:t>2</a:t>
                      </a:r>
                      <a:endParaRPr lang="zh-CN" altLang="en-US" b="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1" dirty="0" err="1"/>
                        <a:t>V</a:t>
                      </a:r>
                      <a:r>
                        <a:rPr lang="en-US" altLang="zh-CN" b="1" baseline="-25000" dirty="0" err="1"/>
                        <a:t>3</a:t>
                      </a:r>
                      <a:endParaRPr lang="zh-CN" altLang="en-US"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85237970"/>
                  </a:ext>
                </a:extLst>
              </a:tr>
              <a:tr h="370840">
                <a:tc>
                  <a:txBody>
                    <a:bodyPr/>
                    <a:lstStyle/>
                    <a:p>
                      <a:pPr algn="r"/>
                      <a:r>
                        <a:rPr lang="en-US" altLang="zh-CN" b="0" dirty="0"/>
                        <a:t>3</a:t>
                      </a:r>
                      <a:endParaRPr lang="zh-CN" altLang="en-US" b="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1" dirty="0" err="1"/>
                        <a:t>V</a:t>
                      </a:r>
                      <a:r>
                        <a:rPr lang="en-US" altLang="zh-CN" b="1" baseline="-25000" dirty="0" err="1"/>
                        <a:t>4</a:t>
                      </a:r>
                      <a:endParaRPr lang="zh-CN" altLang="en-US"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18253838"/>
                  </a:ext>
                </a:extLst>
              </a:tr>
            </a:tbl>
          </a:graphicData>
        </a:graphic>
      </p:graphicFrame>
      <p:graphicFrame>
        <p:nvGraphicFramePr>
          <p:cNvPr id="85" name="表格 84">
            <a:extLst>
              <a:ext uri="{FF2B5EF4-FFF2-40B4-BE49-F238E27FC236}">
                <a16:creationId xmlns:a16="http://schemas.microsoft.com/office/drawing/2014/main" id="{1B1D43B5-DBE7-A32C-8874-C5EABA6AFECC}"/>
              </a:ext>
            </a:extLst>
          </p:cNvPr>
          <p:cNvGraphicFramePr>
            <a:graphicFrameLocks noGrp="1"/>
          </p:cNvGraphicFramePr>
          <p:nvPr>
            <p:extLst>
              <p:ext uri="{D42A27DB-BD31-4B8C-83A1-F6EECF244321}">
                <p14:modId xmlns:p14="http://schemas.microsoft.com/office/powerpoint/2010/main" val="2037046524"/>
              </p:ext>
            </p:extLst>
          </p:nvPr>
        </p:nvGraphicFramePr>
        <p:xfrm>
          <a:off x="8272635" y="2281551"/>
          <a:ext cx="1578360" cy="1463040"/>
        </p:xfrm>
        <a:graphic>
          <a:graphicData uri="http://schemas.openxmlformats.org/drawingml/2006/table">
            <a:tbl>
              <a:tblPr firstRow="1" bandRow="1">
                <a:tableStyleId>{5940675A-B579-460E-94D1-54222C63F5DA}</a:tableStyleId>
              </a:tblPr>
              <a:tblGrid>
                <a:gridCol w="394590">
                  <a:extLst>
                    <a:ext uri="{9D8B030D-6E8A-4147-A177-3AD203B41FA5}">
                      <a16:colId xmlns:a16="http://schemas.microsoft.com/office/drawing/2014/main" val="4089406890"/>
                    </a:ext>
                  </a:extLst>
                </a:gridCol>
                <a:gridCol w="394590">
                  <a:extLst>
                    <a:ext uri="{9D8B030D-6E8A-4147-A177-3AD203B41FA5}">
                      <a16:colId xmlns:a16="http://schemas.microsoft.com/office/drawing/2014/main" val="4171441108"/>
                    </a:ext>
                  </a:extLst>
                </a:gridCol>
                <a:gridCol w="394590">
                  <a:extLst>
                    <a:ext uri="{9D8B030D-6E8A-4147-A177-3AD203B41FA5}">
                      <a16:colId xmlns:a16="http://schemas.microsoft.com/office/drawing/2014/main" val="2938407799"/>
                    </a:ext>
                  </a:extLst>
                </a:gridCol>
                <a:gridCol w="394590">
                  <a:extLst>
                    <a:ext uri="{9D8B030D-6E8A-4147-A177-3AD203B41FA5}">
                      <a16:colId xmlns:a16="http://schemas.microsoft.com/office/drawing/2014/main" val="608617690"/>
                    </a:ext>
                  </a:extLst>
                </a:gridCol>
              </a:tblGrid>
              <a:tr h="365437">
                <a:tc>
                  <a:txBody>
                    <a:bodyPr/>
                    <a:lstStyle/>
                    <a:p>
                      <a:pPr algn="ctr"/>
                      <a:r>
                        <a:rPr lang="en-US" altLang="zh-CN" b="1" dirty="0"/>
                        <a:t>0</a:t>
                      </a:r>
                      <a:endParaRPr lang="zh-CN" altLang="en-US" b="1" dirty="0"/>
                    </a:p>
                  </a:txBody>
                  <a:tcPr>
                    <a:solidFill>
                      <a:schemeClr val="accent2">
                        <a:lumMod val="20000"/>
                        <a:lumOff val="80000"/>
                      </a:schemeClr>
                    </a:solidFill>
                  </a:tcPr>
                </a:tc>
                <a:tc>
                  <a:txBody>
                    <a:bodyPr/>
                    <a:lstStyle/>
                    <a:p>
                      <a:pPr algn="ctr"/>
                      <a:r>
                        <a:rPr lang="en-US" altLang="zh-CN" b="1" dirty="0"/>
                        <a:t>1</a:t>
                      </a:r>
                      <a:endParaRPr lang="zh-CN" altLang="en-US" b="1" dirty="0"/>
                    </a:p>
                  </a:txBody>
                  <a:tcPr>
                    <a:solidFill>
                      <a:schemeClr val="accent2">
                        <a:lumMod val="20000"/>
                        <a:lumOff val="80000"/>
                      </a:schemeClr>
                    </a:solidFill>
                  </a:tcPr>
                </a:tc>
                <a:tc>
                  <a:txBody>
                    <a:bodyPr/>
                    <a:lstStyle/>
                    <a:p>
                      <a:pPr algn="ctr"/>
                      <a:r>
                        <a:rPr lang="en-US" altLang="zh-CN" b="1" dirty="0"/>
                        <a:t>1</a:t>
                      </a:r>
                      <a:endParaRPr lang="zh-CN" altLang="en-US" b="1" dirty="0"/>
                    </a:p>
                  </a:txBody>
                  <a:tcPr>
                    <a:solidFill>
                      <a:schemeClr val="accent2">
                        <a:lumMod val="20000"/>
                        <a:lumOff val="80000"/>
                      </a:schemeClr>
                    </a:solidFill>
                  </a:tcPr>
                </a:tc>
                <a:tc>
                  <a:txBody>
                    <a:bodyPr/>
                    <a:lstStyle/>
                    <a:p>
                      <a:pPr algn="ctr"/>
                      <a:r>
                        <a:rPr lang="en-US" altLang="zh-CN" b="1" dirty="0"/>
                        <a:t>0</a:t>
                      </a:r>
                      <a:endParaRPr lang="zh-CN" altLang="en-US" b="1" dirty="0"/>
                    </a:p>
                  </a:txBody>
                  <a:tcPr>
                    <a:solidFill>
                      <a:schemeClr val="accent2">
                        <a:lumMod val="20000"/>
                        <a:lumOff val="80000"/>
                      </a:schemeClr>
                    </a:solidFill>
                  </a:tcPr>
                </a:tc>
                <a:extLst>
                  <a:ext uri="{0D108BD9-81ED-4DB2-BD59-A6C34878D82A}">
                    <a16:rowId xmlns:a16="http://schemas.microsoft.com/office/drawing/2014/main" val="3003232252"/>
                  </a:ext>
                </a:extLst>
              </a:tr>
              <a:tr h="365437">
                <a:tc>
                  <a:txBody>
                    <a:bodyPr/>
                    <a:lstStyle/>
                    <a:p>
                      <a:pPr algn="ctr"/>
                      <a:r>
                        <a:rPr lang="en-US" altLang="zh-CN" b="1" dirty="0"/>
                        <a:t>0</a:t>
                      </a:r>
                      <a:endParaRPr lang="zh-CN" altLang="en-US" b="1" dirty="0"/>
                    </a:p>
                  </a:txBody>
                  <a:tcPr>
                    <a:solidFill>
                      <a:schemeClr val="accent2">
                        <a:lumMod val="20000"/>
                        <a:lumOff val="80000"/>
                      </a:schemeClr>
                    </a:solidFill>
                  </a:tcPr>
                </a:tc>
                <a:tc>
                  <a:txBody>
                    <a:bodyPr/>
                    <a:lstStyle/>
                    <a:p>
                      <a:pPr algn="ctr"/>
                      <a:r>
                        <a:rPr lang="en-US" altLang="zh-CN" b="1" dirty="0"/>
                        <a:t>0</a:t>
                      </a:r>
                      <a:endParaRPr lang="zh-CN" altLang="en-US" b="1" dirty="0"/>
                    </a:p>
                  </a:txBody>
                  <a:tcPr>
                    <a:solidFill>
                      <a:schemeClr val="accent2">
                        <a:lumMod val="20000"/>
                        <a:lumOff val="80000"/>
                      </a:schemeClr>
                    </a:solidFill>
                  </a:tcPr>
                </a:tc>
                <a:tc>
                  <a:txBody>
                    <a:bodyPr/>
                    <a:lstStyle/>
                    <a:p>
                      <a:pPr algn="ctr"/>
                      <a:r>
                        <a:rPr lang="en-US" altLang="zh-CN" b="1" dirty="0"/>
                        <a:t>0</a:t>
                      </a:r>
                      <a:endParaRPr lang="zh-CN" altLang="en-US" b="1" dirty="0"/>
                    </a:p>
                  </a:txBody>
                  <a:tcPr>
                    <a:solidFill>
                      <a:schemeClr val="accent2">
                        <a:lumMod val="20000"/>
                        <a:lumOff val="80000"/>
                      </a:schemeClr>
                    </a:solidFill>
                  </a:tcPr>
                </a:tc>
                <a:tc>
                  <a:txBody>
                    <a:bodyPr/>
                    <a:lstStyle/>
                    <a:p>
                      <a:pPr algn="ctr"/>
                      <a:r>
                        <a:rPr lang="en-US" altLang="zh-CN" b="1" dirty="0"/>
                        <a:t>0</a:t>
                      </a:r>
                      <a:endParaRPr lang="zh-CN" altLang="en-US" b="1" dirty="0"/>
                    </a:p>
                  </a:txBody>
                  <a:tcPr>
                    <a:solidFill>
                      <a:schemeClr val="accent2">
                        <a:lumMod val="20000"/>
                        <a:lumOff val="80000"/>
                      </a:schemeClr>
                    </a:solidFill>
                  </a:tcPr>
                </a:tc>
                <a:extLst>
                  <a:ext uri="{0D108BD9-81ED-4DB2-BD59-A6C34878D82A}">
                    <a16:rowId xmlns:a16="http://schemas.microsoft.com/office/drawing/2014/main" val="765609091"/>
                  </a:ext>
                </a:extLst>
              </a:tr>
              <a:tr h="365437">
                <a:tc>
                  <a:txBody>
                    <a:bodyPr/>
                    <a:lstStyle/>
                    <a:p>
                      <a:pPr algn="ctr"/>
                      <a:r>
                        <a:rPr lang="en-US" altLang="zh-CN" b="1" dirty="0"/>
                        <a:t>0</a:t>
                      </a:r>
                      <a:endParaRPr lang="zh-CN" altLang="en-US" b="1" dirty="0"/>
                    </a:p>
                  </a:txBody>
                  <a:tcPr>
                    <a:solidFill>
                      <a:schemeClr val="accent2">
                        <a:lumMod val="20000"/>
                        <a:lumOff val="80000"/>
                      </a:schemeClr>
                    </a:solidFill>
                  </a:tcPr>
                </a:tc>
                <a:tc>
                  <a:txBody>
                    <a:bodyPr/>
                    <a:lstStyle/>
                    <a:p>
                      <a:pPr algn="ctr"/>
                      <a:r>
                        <a:rPr lang="en-US" altLang="zh-CN" b="1" dirty="0"/>
                        <a:t>0</a:t>
                      </a:r>
                      <a:endParaRPr lang="zh-CN" altLang="en-US" b="1" dirty="0"/>
                    </a:p>
                  </a:txBody>
                  <a:tcPr>
                    <a:solidFill>
                      <a:schemeClr val="accent2">
                        <a:lumMod val="20000"/>
                        <a:lumOff val="80000"/>
                      </a:schemeClr>
                    </a:solidFill>
                  </a:tcPr>
                </a:tc>
                <a:tc>
                  <a:txBody>
                    <a:bodyPr/>
                    <a:lstStyle/>
                    <a:p>
                      <a:pPr algn="ctr"/>
                      <a:r>
                        <a:rPr lang="en-US" altLang="zh-CN" b="1" dirty="0"/>
                        <a:t>0</a:t>
                      </a:r>
                      <a:endParaRPr lang="zh-CN" altLang="en-US" b="1" dirty="0"/>
                    </a:p>
                  </a:txBody>
                  <a:tcPr>
                    <a:solidFill>
                      <a:schemeClr val="accent2">
                        <a:lumMod val="20000"/>
                        <a:lumOff val="80000"/>
                      </a:schemeClr>
                    </a:solidFill>
                  </a:tcPr>
                </a:tc>
                <a:tc>
                  <a:txBody>
                    <a:bodyPr/>
                    <a:lstStyle/>
                    <a:p>
                      <a:pPr algn="ctr"/>
                      <a:r>
                        <a:rPr lang="en-US" altLang="zh-CN" b="1" dirty="0"/>
                        <a:t>1</a:t>
                      </a:r>
                      <a:endParaRPr lang="zh-CN" altLang="en-US" b="1" dirty="0"/>
                    </a:p>
                  </a:txBody>
                  <a:tcPr>
                    <a:solidFill>
                      <a:schemeClr val="accent2">
                        <a:lumMod val="20000"/>
                        <a:lumOff val="80000"/>
                      </a:schemeClr>
                    </a:solidFill>
                  </a:tcPr>
                </a:tc>
                <a:extLst>
                  <a:ext uri="{0D108BD9-81ED-4DB2-BD59-A6C34878D82A}">
                    <a16:rowId xmlns:a16="http://schemas.microsoft.com/office/drawing/2014/main" val="2210903176"/>
                  </a:ext>
                </a:extLst>
              </a:tr>
              <a:tr h="365437">
                <a:tc>
                  <a:txBody>
                    <a:bodyPr/>
                    <a:lstStyle/>
                    <a:p>
                      <a:pPr algn="ctr"/>
                      <a:r>
                        <a:rPr lang="en-US" altLang="zh-CN" b="1" dirty="0"/>
                        <a:t>1</a:t>
                      </a:r>
                      <a:endParaRPr lang="zh-CN" altLang="en-US" b="1" dirty="0"/>
                    </a:p>
                  </a:txBody>
                  <a:tcPr>
                    <a:solidFill>
                      <a:schemeClr val="accent2">
                        <a:lumMod val="20000"/>
                        <a:lumOff val="80000"/>
                      </a:schemeClr>
                    </a:solidFill>
                  </a:tcPr>
                </a:tc>
                <a:tc>
                  <a:txBody>
                    <a:bodyPr/>
                    <a:lstStyle/>
                    <a:p>
                      <a:pPr algn="ctr"/>
                      <a:r>
                        <a:rPr lang="en-US" altLang="zh-CN" b="1" dirty="0"/>
                        <a:t>0</a:t>
                      </a:r>
                      <a:endParaRPr lang="zh-CN" altLang="en-US" b="1" dirty="0"/>
                    </a:p>
                  </a:txBody>
                  <a:tcPr>
                    <a:solidFill>
                      <a:schemeClr val="accent2">
                        <a:lumMod val="20000"/>
                        <a:lumOff val="80000"/>
                      </a:schemeClr>
                    </a:solidFill>
                  </a:tcPr>
                </a:tc>
                <a:tc>
                  <a:txBody>
                    <a:bodyPr/>
                    <a:lstStyle/>
                    <a:p>
                      <a:pPr algn="ctr"/>
                      <a:r>
                        <a:rPr lang="en-US" altLang="zh-CN" b="1" dirty="0"/>
                        <a:t>0</a:t>
                      </a:r>
                      <a:endParaRPr lang="zh-CN" altLang="en-US" b="1" dirty="0"/>
                    </a:p>
                  </a:txBody>
                  <a:tcPr>
                    <a:solidFill>
                      <a:schemeClr val="accent2">
                        <a:lumMod val="20000"/>
                        <a:lumOff val="80000"/>
                      </a:schemeClr>
                    </a:solidFill>
                  </a:tcPr>
                </a:tc>
                <a:tc>
                  <a:txBody>
                    <a:bodyPr/>
                    <a:lstStyle/>
                    <a:p>
                      <a:pPr algn="ctr"/>
                      <a:r>
                        <a:rPr lang="en-US" altLang="zh-CN" b="1" dirty="0"/>
                        <a:t>0</a:t>
                      </a:r>
                      <a:endParaRPr lang="zh-CN" altLang="en-US" b="1" dirty="0"/>
                    </a:p>
                  </a:txBody>
                  <a:tcPr>
                    <a:solidFill>
                      <a:schemeClr val="accent2">
                        <a:lumMod val="20000"/>
                        <a:lumOff val="80000"/>
                      </a:schemeClr>
                    </a:solidFill>
                  </a:tcPr>
                </a:tc>
                <a:extLst>
                  <a:ext uri="{0D108BD9-81ED-4DB2-BD59-A6C34878D82A}">
                    <a16:rowId xmlns:a16="http://schemas.microsoft.com/office/drawing/2014/main" val="624795058"/>
                  </a:ext>
                </a:extLst>
              </a:tr>
            </a:tbl>
          </a:graphicData>
        </a:graphic>
      </p:graphicFrame>
      <p:graphicFrame>
        <p:nvGraphicFramePr>
          <p:cNvPr id="86" name="表格 85">
            <a:extLst>
              <a:ext uri="{FF2B5EF4-FFF2-40B4-BE49-F238E27FC236}">
                <a16:creationId xmlns:a16="http://schemas.microsoft.com/office/drawing/2014/main" id="{16D16D8F-54CB-9BEB-2AFC-DF0B2221071A}"/>
              </a:ext>
            </a:extLst>
          </p:cNvPr>
          <p:cNvGraphicFramePr>
            <a:graphicFrameLocks noGrp="1"/>
          </p:cNvGraphicFramePr>
          <p:nvPr>
            <p:extLst>
              <p:ext uri="{D42A27DB-BD31-4B8C-83A1-F6EECF244321}">
                <p14:modId xmlns:p14="http://schemas.microsoft.com/office/powerpoint/2010/main" val="4126019602"/>
              </p:ext>
            </p:extLst>
          </p:nvPr>
        </p:nvGraphicFramePr>
        <p:xfrm>
          <a:off x="7040815" y="4293731"/>
          <a:ext cx="804388" cy="1854200"/>
        </p:xfrm>
        <a:graphic>
          <a:graphicData uri="http://schemas.openxmlformats.org/drawingml/2006/table">
            <a:tbl>
              <a:tblPr firstRow="1" bandRow="1">
                <a:tableStyleId>{5940675A-B579-460E-94D1-54222C63F5DA}</a:tableStyleId>
              </a:tblPr>
              <a:tblGrid>
                <a:gridCol w="319059">
                  <a:extLst>
                    <a:ext uri="{9D8B030D-6E8A-4147-A177-3AD203B41FA5}">
                      <a16:colId xmlns:a16="http://schemas.microsoft.com/office/drawing/2014/main" val="2359607148"/>
                    </a:ext>
                  </a:extLst>
                </a:gridCol>
                <a:gridCol w="485329">
                  <a:extLst>
                    <a:ext uri="{9D8B030D-6E8A-4147-A177-3AD203B41FA5}">
                      <a16:colId xmlns:a16="http://schemas.microsoft.com/office/drawing/2014/main" val="3238170217"/>
                    </a:ext>
                  </a:extLst>
                </a:gridCol>
              </a:tblGrid>
              <a:tr h="370840">
                <a:tc>
                  <a:txBody>
                    <a:bodyPr/>
                    <a:lstStyle/>
                    <a:p>
                      <a:pPr algn="r"/>
                      <a:r>
                        <a:rPr lang="en-US" altLang="zh-CN" b="0" dirty="0"/>
                        <a:t>0</a:t>
                      </a:r>
                      <a:endParaRPr lang="zh-CN" altLang="en-US" b="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i="1" dirty="0" err="1"/>
                        <a:t>V</a:t>
                      </a:r>
                      <a:r>
                        <a:rPr lang="en-US" altLang="zh-CN" b="1" baseline="-25000" dirty="0" err="1"/>
                        <a:t>1</a:t>
                      </a:r>
                      <a:endParaRPr lang="zh-CN" altLang="en-US"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05998107"/>
                  </a:ext>
                </a:extLst>
              </a:tr>
              <a:tr h="370840">
                <a:tc>
                  <a:txBody>
                    <a:bodyPr/>
                    <a:lstStyle/>
                    <a:p>
                      <a:pPr algn="r"/>
                      <a:r>
                        <a:rPr lang="en-US" altLang="zh-CN" b="0" dirty="0"/>
                        <a:t>1</a:t>
                      </a:r>
                      <a:endParaRPr lang="zh-CN" altLang="en-US" b="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1" dirty="0" err="1"/>
                        <a:t>V</a:t>
                      </a:r>
                      <a:r>
                        <a:rPr lang="en-US" altLang="zh-CN" b="1" baseline="-25000" dirty="0" err="1"/>
                        <a:t>2</a:t>
                      </a:r>
                      <a:endParaRPr lang="zh-CN" altLang="en-US"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7845036"/>
                  </a:ext>
                </a:extLst>
              </a:tr>
              <a:tr h="370840">
                <a:tc>
                  <a:txBody>
                    <a:bodyPr/>
                    <a:lstStyle/>
                    <a:p>
                      <a:pPr algn="r"/>
                      <a:r>
                        <a:rPr lang="en-US" altLang="zh-CN" b="0" dirty="0"/>
                        <a:t>2</a:t>
                      </a:r>
                      <a:endParaRPr lang="zh-CN" altLang="en-US" b="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1" dirty="0" err="1"/>
                        <a:t>V</a:t>
                      </a:r>
                      <a:r>
                        <a:rPr lang="en-US" altLang="zh-CN" b="1" baseline="-25000" dirty="0" err="1"/>
                        <a:t>3</a:t>
                      </a:r>
                      <a:endParaRPr lang="zh-CN" altLang="en-US"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85237970"/>
                  </a:ext>
                </a:extLst>
              </a:tr>
              <a:tr h="370840">
                <a:tc>
                  <a:txBody>
                    <a:bodyPr/>
                    <a:lstStyle/>
                    <a:p>
                      <a:pPr algn="r"/>
                      <a:r>
                        <a:rPr lang="en-US" altLang="zh-CN" b="0" dirty="0"/>
                        <a:t>3</a:t>
                      </a:r>
                      <a:endParaRPr lang="zh-CN" altLang="en-US" b="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1" dirty="0" err="1"/>
                        <a:t>V</a:t>
                      </a:r>
                      <a:r>
                        <a:rPr lang="en-US" altLang="zh-CN" b="1" baseline="-25000" dirty="0" err="1"/>
                        <a:t>4</a:t>
                      </a:r>
                      <a:endParaRPr lang="zh-CN" altLang="en-US"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18253838"/>
                  </a:ext>
                </a:extLst>
              </a:tr>
              <a:tr h="370840">
                <a:tc>
                  <a:txBody>
                    <a:bodyPr/>
                    <a:lstStyle/>
                    <a:p>
                      <a:pPr algn="r"/>
                      <a:r>
                        <a:rPr lang="en-US" altLang="zh-CN" b="0" dirty="0"/>
                        <a:t>4</a:t>
                      </a:r>
                      <a:endParaRPr lang="zh-CN" altLang="en-US" b="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1" dirty="0" err="1"/>
                        <a:t>V</a:t>
                      </a:r>
                      <a:r>
                        <a:rPr lang="en-US" altLang="zh-CN" b="1" baseline="-25000" dirty="0" err="1"/>
                        <a:t>5</a:t>
                      </a:r>
                      <a:endParaRPr lang="zh-CN" altLang="en-US"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26723094"/>
                  </a:ext>
                </a:extLst>
              </a:tr>
            </a:tbl>
          </a:graphicData>
        </a:graphic>
      </p:graphicFrame>
      <p:graphicFrame>
        <p:nvGraphicFramePr>
          <p:cNvPr id="87" name="表格 86">
            <a:extLst>
              <a:ext uri="{FF2B5EF4-FFF2-40B4-BE49-F238E27FC236}">
                <a16:creationId xmlns:a16="http://schemas.microsoft.com/office/drawing/2014/main" id="{E8869702-2206-5975-57D5-5C0F22E85730}"/>
              </a:ext>
            </a:extLst>
          </p:cNvPr>
          <p:cNvGraphicFramePr>
            <a:graphicFrameLocks noGrp="1"/>
          </p:cNvGraphicFramePr>
          <p:nvPr>
            <p:extLst>
              <p:ext uri="{D42A27DB-BD31-4B8C-83A1-F6EECF244321}">
                <p14:modId xmlns:p14="http://schemas.microsoft.com/office/powerpoint/2010/main" val="612453161"/>
              </p:ext>
            </p:extLst>
          </p:nvPr>
        </p:nvGraphicFramePr>
        <p:xfrm>
          <a:off x="8272634" y="4293731"/>
          <a:ext cx="1937195" cy="1828800"/>
        </p:xfrm>
        <a:graphic>
          <a:graphicData uri="http://schemas.openxmlformats.org/drawingml/2006/table">
            <a:tbl>
              <a:tblPr firstRow="1" bandRow="1">
                <a:tableStyleId>{5940675A-B579-460E-94D1-54222C63F5DA}</a:tableStyleId>
              </a:tblPr>
              <a:tblGrid>
                <a:gridCol w="387439">
                  <a:extLst>
                    <a:ext uri="{9D8B030D-6E8A-4147-A177-3AD203B41FA5}">
                      <a16:colId xmlns:a16="http://schemas.microsoft.com/office/drawing/2014/main" val="4089406890"/>
                    </a:ext>
                  </a:extLst>
                </a:gridCol>
                <a:gridCol w="387439">
                  <a:extLst>
                    <a:ext uri="{9D8B030D-6E8A-4147-A177-3AD203B41FA5}">
                      <a16:colId xmlns:a16="http://schemas.microsoft.com/office/drawing/2014/main" val="4171441108"/>
                    </a:ext>
                  </a:extLst>
                </a:gridCol>
                <a:gridCol w="387439">
                  <a:extLst>
                    <a:ext uri="{9D8B030D-6E8A-4147-A177-3AD203B41FA5}">
                      <a16:colId xmlns:a16="http://schemas.microsoft.com/office/drawing/2014/main" val="2938407799"/>
                    </a:ext>
                  </a:extLst>
                </a:gridCol>
                <a:gridCol w="387439">
                  <a:extLst>
                    <a:ext uri="{9D8B030D-6E8A-4147-A177-3AD203B41FA5}">
                      <a16:colId xmlns:a16="http://schemas.microsoft.com/office/drawing/2014/main" val="608617690"/>
                    </a:ext>
                  </a:extLst>
                </a:gridCol>
                <a:gridCol w="387439">
                  <a:extLst>
                    <a:ext uri="{9D8B030D-6E8A-4147-A177-3AD203B41FA5}">
                      <a16:colId xmlns:a16="http://schemas.microsoft.com/office/drawing/2014/main" val="833866605"/>
                    </a:ext>
                  </a:extLst>
                </a:gridCol>
              </a:tblGrid>
              <a:tr h="365437">
                <a:tc>
                  <a:txBody>
                    <a:bodyPr/>
                    <a:lstStyle/>
                    <a:p>
                      <a:pPr algn="ctr"/>
                      <a:r>
                        <a:rPr lang="en-US" altLang="zh-CN" b="1" dirty="0"/>
                        <a:t>0</a:t>
                      </a:r>
                      <a:endParaRPr lang="zh-CN" altLang="en-US" b="1" dirty="0"/>
                    </a:p>
                  </a:txBody>
                  <a:tcPr>
                    <a:solidFill>
                      <a:schemeClr val="accent5">
                        <a:lumMod val="20000"/>
                        <a:lumOff val="80000"/>
                      </a:schemeClr>
                    </a:solidFill>
                  </a:tcPr>
                </a:tc>
                <a:tc>
                  <a:txBody>
                    <a:bodyPr/>
                    <a:lstStyle/>
                    <a:p>
                      <a:pPr algn="ctr"/>
                      <a:r>
                        <a:rPr lang="en-US" altLang="zh-CN" b="1" dirty="0"/>
                        <a:t>1</a:t>
                      </a:r>
                      <a:endParaRPr lang="zh-CN" altLang="en-US" b="1" dirty="0"/>
                    </a:p>
                  </a:txBody>
                  <a:tcPr>
                    <a:solidFill>
                      <a:schemeClr val="accent5">
                        <a:lumMod val="20000"/>
                        <a:lumOff val="80000"/>
                      </a:schemeClr>
                    </a:solidFill>
                  </a:tcPr>
                </a:tc>
                <a:tc>
                  <a:txBody>
                    <a:bodyPr/>
                    <a:lstStyle/>
                    <a:p>
                      <a:pPr algn="ctr"/>
                      <a:r>
                        <a:rPr lang="en-US" altLang="zh-CN" b="1" dirty="0"/>
                        <a:t>0</a:t>
                      </a:r>
                      <a:endParaRPr lang="zh-CN" altLang="en-US" b="1" dirty="0"/>
                    </a:p>
                  </a:txBody>
                  <a:tcPr>
                    <a:solidFill>
                      <a:schemeClr val="accent5">
                        <a:lumMod val="20000"/>
                        <a:lumOff val="80000"/>
                      </a:schemeClr>
                    </a:solidFill>
                  </a:tcPr>
                </a:tc>
                <a:tc>
                  <a:txBody>
                    <a:bodyPr/>
                    <a:lstStyle/>
                    <a:p>
                      <a:pPr algn="ctr"/>
                      <a:r>
                        <a:rPr lang="en-US" altLang="zh-CN" b="1" dirty="0"/>
                        <a:t>1</a:t>
                      </a:r>
                      <a:endParaRPr lang="zh-CN" altLang="en-US" b="1" dirty="0"/>
                    </a:p>
                  </a:txBody>
                  <a:tcPr>
                    <a:solidFill>
                      <a:schemeClr val="accent5">
                        <a:lumMod val="20000"/>
                        <a:lumOff val="80000"/>
                      </a:schemeClr>
                    </a:solidFill>
                  </a:tcPr>
                </a:tc>
                <a:tc>
                  <a:txBody>
                    <a:bodyPr/>
                    <a:lstStyle/>
                    <a:p>
                      <a:pPr algn="ctr"/>
                      <a:r>
                        <a:rPr lang="en-US" altLang="zh-CN" b="1" dirty="0"/>
                        <a:t>0</a:t>
                      </a:r>
                      <a:endParaRPr lang="zh-CN" altLang="en-US" b="1" dirty="0"/>
                    </a:p>
                  </a:txBody>
                  <a:tcPr>
                    <a:solidFill>
                      <a:schemeClr val="accent5">
                        <a:lumMod val="20000"/>
                        <a:lumOff val="80000"/>
                      </a:schemeClr>
                    </a:solidFill>
                  </a:tcPr>
                </a:tc>
                <a:extLst>
                  <a:ext uri="{0D108BD9-81ED-4DB2-BD59-A6C34878D82A}">
                    <a16:rowId xmlns:a16="http://schemas.microsoft.com/office/drawing/2014/main" val="3003232252"/>
                  </a:ext>
                </a:extLst>
              </a:tr>
              <a:tr h="365437">
                <a:tc>
                  <a:txBody>
                    <a:bodyPr/>
                    <a:lstStyle/>
                    <a:p>
                      <a:pPr algn="ctr"/>
                      <a:r>
                        <a:rPr lang="en-US" altLang="zh-CN" b="1" dirty="0"/>
                        <a:t>1</a:t>
                      </a:r>
                      <a:endParaRPr lang="zh-CN" altLang="en-US" b="1" dirty="0"/>
                    </a:p>
                  </a:txBody>
                  <a:tcPr>
                    <a:solidFill>
                      <a:schemeClr val="accent5">
                        <a:lumMod val="20000"/>
                        <a:lumOff val="80000"/>
                      </a:schemeClr>
                    </a:solidFill>
                  </a:tcPr>
                </a:tc>
                <a:tc>
                  <a:txBody>
                    <a:bodyPr/>
                    <a:lstStyle/>
                    <a:p>
                      <a:pPr algn="ctr"/>
                      <a:r>
                        <a:rPr lang="en-US" altLang="zh-CN" b="1" dirty="0"/>
                        <a:t>0</a:t>
                      </a:r>
                      <a:endParaRPr lang="zh-CN" altLang="en-US" b="1" dirty="0"/>
                    </a:p>
                  </a:txBody>
                  <a:tcPr>
                    <a:solidFill>
                      <a:schemeClr val="accent5">
                        <a:lumMod val="20000"/>
                        <a:lumOff val="80000"/>
                      </a:schemeClr>
                    </a:solidFill>
                  </a:tcPr>
                </a:tc>
                <a:tc>
                  <a:txBody>
                    <a:bodyPr/>
                    <a:lstStyle/>
                    <a:p>
                      <a:pPr algn="ctr"/>
                      <a:r>
                        <a:rPr lang="en-US" altLang="zh-CN" b="1" dirty="0"/>
                        <a:t>1</a:t>
                      </a:r>
                      <a:endParaRPr lang="zh-CN" altLang="en-US" b="1" dirty="0"/>
                    </a:p>
                  </a:txBody>
                  <a:tcPr>
                    <a:solidFill>
                      <a:schemeClr val="accent5">
                        <a:lumMod val="20000"/>
                        <a:lumOff val="80000"/>
                      </a:schemeClr>
                    </a:solidFill>
                  </a:tcPr>
                </a:tc>
                <a:tc>
                  <a:txBody>
                    <a:bodyPr/>
                    <a:lstStyle/>
                    <a:p>
                      <a:pPr algn="ctr"/>
                      <a:r>
                        <a:rPr lang="en-US" altLang="zh-CN" b="1" dirty="0"/>
                        <a:t>0</a:t>
                      </a:r>
                      <a:endParaRPr lang="zh-CN" altLang="en-US" b="1" dirty="0"/>
                    </a:p>
                  </a:txBody>
                  <a:tcPr>
                    <a:solidFill>
                      <a:schemeClr val="accent5">
                        <a:lumMod val="20000"/>
                        <a:lumOff val="80000"/>
                      </a:schemeClr>
                    </a:solidFill>
                  </a:tcPr>
                </a:tc>
                <a:tc>
                  <a:txBody>
                    <a:bodyPr/>
                    <a:lstStyle/>
                    <a:p>
                      <a:pPr algn="ctr"/>
                      <a:r>
                        <a:rPr lang="en-US" altLang="zh-CN" b="1" dirty="0"/>
                        <a:t>1</a:t>
                      </a:r>
                      <a:endParaRPr lang="zh-CN" altLang="en-US" b="1" dirty="0"/>
                    </a:p>
                  </a:txBody>
                  <a:tcPr>
                    <a:solidFill>
                      <a:schemeClr val="accent5">
                        <a:lumMod val="20000"/>
                        <a:lumOff val="80000"/>
                      </a:schemeClr>
                    </a:solidFill>
                  </a:tcPr>
                </a:tc>
                <a:extLst>
                  <a:ext uri="{0D108BD9-81ED-4DB2-BD59-A6C34878D82A}">
                    <a16:rowId xmlns:a16="http://schemas.microsoft.com/office/drawing/2014/main" val="765609091"/>
                  </a:ext>
                </a:extLst>
              </a:tr>
              <a:tr h="365437">
                <a:tc>
                  <a:txBody>
                    <a:bodyPr/>
                    <a:lstStyle/>
                    <a:p>
                      <a:pPr algn="ctr"/>
                      <a:r>
                        <a:rPr lang="en-US" altLang="zh-CN" b="1" dirty="0"/>
                        <a:t>0</a:t>
                      </a:r>
                      <a:endParaRPr lang="zh-CN" altLang="en-US" b="1" dirty="0"/>
                    </a:p>
                  </a:txBody>
                  <a:tcPr>
                    <a:solidFill>
                      <a:schemeClr val="accent5">
                        <a:lumMod val="20000"/>
                        <a:lumOff val="80000"/>
                      </a:schemeClr>
                    </a:solidFill>
                  </a:tcPr>
                </a:tc>
                <a:tc>
                  <a:txBody>
                    <a:bodyPr/>
                    <a:lstStyle/>
                    <a:p>
                      <a:pPr algn="ctr"/>
                      <a:r>
                        <a:rPr lang="en-US" altLang="zh-CN" b="1" dirty="0"/>
                        <a:t>1</a:t>
                      </a:r>
                      <a:endParaRPr lang="zh-CN" altLang="en-US" b="1" dirty="0"/>
                    </a:p>
                  </a:txBody>
                  <a:tcPr>
                    <a:solidFill>
                      <a:schemeClr val="accent5">
                        <a:lumMod val="20000"/>
                        <a:lumOff val="80000"/>
                      </a:schemeClr>
                    </a:solidFill>
                  </a:tcPr>
                </a:tc>
                <a:tc>
                  <a:txBody>
                    <a:bodyPr/>
                    <a:lstStyle/>
                    <a:p>
                      <a:pPr algn="ctr"/>
                      <a:r>
                        <a:rPr lang="en-US" altLang="zh-CN" b="1" dirty="0"/>
                        <a:t>0</a:t>
                      </a:r>
                      <a:endParaRPr lang="zh-CN" altLang="en-US" b="1" dirty="0"/>
                    </a:p>
                  </a:txBody>
                  <a:tcPr>
                    <a:solidFill>
                      <a:schemeClr val="accent5">
                        <a:lumMod val="20000"/>
                        <a:lumOff val="80000"/>
                      </a:schemeClr>
                    </a:solidFill>
                  </a:tcPr>
                </a:tc>
                <a:tc>
                  <a:txBody>
                    <a:bodyPr/>
                    <a:lstStyle/>
                    <a:p>
                      <a:pPr algn="ctr"/>
                      <a:r>
                        <a:rPr lang="en-US" altLang="zh-CN" b="1" dirty="0"/>
                        <a:t>1</a:t>
                      </a:r>
                      <a:endParaRPr lang="zh-CN" altLang="en-US" b="1" dirty="0"/>
                    </a:p>
                  </a:txBody>
                  <a:tcPr>
                    <a:solidFill>
                      <a:schemeClr val="accent5">
                        <a:lumMod val="20000"/>
                        <a:lumOff val="80000"/>
                      </a:schemeClr>
                    </a:solidFill>
                  </a:tcPr>
                </a:tc>
                <a:tc>
                  <a:txBody>
                    <a:bodyPr/>
                    <a:lstStyle/>
                    <a:p>
                      <a:pPr algn="ctr"/>
                      <a:r>
                        <a:rPr lang="en-US" altLang="zh-CN" b="1" dirty="0"/>
                        <a:t>1</a:t>
                      </a:r>
                      <a:endParaRPr lang="zh-CN" altLang="en-US" b="1" dirty="0"/>
                    </a:p>
                  </a:txBody>
                  <a:tcPr>
                    <a:solidFill>
                      <a:schemeClr val="accent5">
                        <a:lumMod val="20000"/>
                        <a:lumOff val="80000"/>
                      </a:schemeClr>
                    </a:solidFill>
                  </a:tcPr>
                </a:tc>
                <a:extLst>
                  <a:ext uri="{0D108BD9-81ED-4DB2-BD59-A6C34878D82A}">
                    <a16:rowId xmlns:a16="http://schemas.microsoft.com/office/drawing/2014/main" val="2210903176"/>
                  </a:ext>
                </a:extLst>
              </a:tr>
              <a:tr h="365437">
                <a:tc>
                  <a:txBody>
                    <a:bodyPr/>
                    <a:lstStyle/>
                    <a:p>
                      <a:pPr algn="ctr"/>
                      <a:r>
                        <a:rPr lang="en-US" altLang="zh-CN" b="1" dirty="0"/>
                        <a:t>1</a:t>
                      </a:r>
                      <a:endParaRPr lang="zh-CN" altLang="en-US" b="1" dirty="0"/>
                    </a:p>
                  </a:txBody>
                  <a:tcPr>
                    <a:solidFill>
                      <a:schemeClr val="accent5">
                        <a:lumMod val="20000"/>
                        <a:lumOff val="80000"/>
                      </a:schemeClr>
                    </a:solidFill>
                  </a:tcPr>
                </a:tc>
                <a:tc>
                  <a:txBody>
                    <a:bodyPr/>
                    <a:lstStyle/>
                    <a:p>
                      <a:pPr algn="ctr"/>
                      <a:r>
                        <a:rPr lang="en-US" altLang="zh-CN" b="1" dirty="0"/>
                        <a:t>0</a:t>
                      </a:r>
                      <a:endParaRPr lang="zh-CN" altLang="en-US" b="1" dirty="0"/>
                    </a:p>
                  </a:txBody>
                  <a:tcPr>
                    <a:solidFill>
                      <a:schemeClr val="accent5">
                        <a:lumMod val="20000"/>
                        <a:lumOff val="80000"/>
                      </a:schemeClr>
                    </a:solidFill>
                  </a:tcPr>
                </a:tc>
                <a:tc>
                  <a:txBody>
                    <a:bodyPr/>
                    <a:lstStyle/>
                    <a:p>
                      <a:pPr algn="ctr"/>
                      <a:r>
                        <a:rPr lang="en-US" altLang="zh-CN" b="1" dirty="0"/>
                        <a:t>1</a:t>
                      </a:r>
                      <a:endParaRPr lang="zh-CN" altLang="en-US" b="1" dirty="0"/>
                    </a:p>
                  </a:txBody>
                  <a:tcPr>
                    <a:solidFill>
                      <a:schemeClr val="accent5">
                        <a:lumMod val="20000"/>
                        <a:lumOff val="80000"/>
                      </a:schemeClr>
                    </a:solidFill>
                  </a:tcPr>
                </a:tc>
                <a:tc>
                  <a:txBody>
                    <a:bodyPr/>
                    <a:lstStyle/>
                    <a:p>
                      <a:pPr algn="ctr"/>
                      <a:r>
                        <a:rPr lang="en-US" altLang="zh-CN" b="1" dirty="0"/>
                        <a:t>0</a:t>
                      </a:r>
                      <a:endParaRPr lang="zh-CN" altLang="en-US" b="1" dirty="0"/>
                    </a:p>
                  </a:txBody>
                  <a:tcPr>
                    <a:solidFill>
                      <a:schemeClr val="accent5">
                        <a:lumMod val="20000"/>
                        <a:lumOff val="80000"/>
                      </a:schemeClr>
                    </a:solidFill>
                  </a:tcPr>
                </a:tc>
                <a:tc>
                  <a:txBody>
                    <a:bodyPr/>
                    <a:lstStyle/>
                    <a:p>
                      <a:pPr algn="ctr"/>
                      <a:r>
                        <a:rPr lang="en-US" altLang="zh-CN" b="1" dirty="0"/>
                        <a:t>0</a:t>
                      </a:r>
                      <a:endParaRPr lang="zh-CN" altLang="en-US" b="1" dirty="0"/>
                    </a:p>
                  </a:txBody>
                  <a:tcPr>
                    <a:solidFill>
                      <a:schemeClr val="accent5">
                        <a:lumMod val="20000"/>
                        <a:lumOff val="80000"/>
                      </a:schemeClr>
                    </a:solidFill>
                  </a:tcPr>
                </a:tc>
                <a:extLst>
                  <a:ext uri="{0D108BD9-81ED-4DB2-BD59-A6C34878D82A}">
                    <a16:rowId xmlns:a16="http://schemas.microsoft.com/office/drawing/2014/main" val="624795058"/>
                  </a:ext>
                </a:extLst>
              </a:tr>
              <a:tr h="365437">
                <a:tc>
                  <a:txBody>
                    <a:bodyPr/>
                    <a:lstStyle/>
                    <a:p>
                      <a:pPr algn="ctr"/>
                      <a:r>
                        <a:rPr lang="en-US" altLang="zh-CN" b="1" dirty="0"/>
                        <a:t>0</a:t>
                      </a:r>
                      <a:endParaRPr lang="zh-CN" altLang="en-US" b="1" dirty="0"/>
                    </a:p>
                  </a:txBody>
                  <a:tcPr>
                    <a:solidFill>
                      <a:schemeClr val="accent5">
                        <a:lumMod val="20000"/>
                        <a:lumOff val="80000"/>
                      </a:schemeClr>
                    </a:solidFill>
                  </a:tcPr>
                </a:tc>
                <a:tc>
                  <a:txBody>
                    <a:bodyPr/>
                    <a:lstStyle/>
                    <a:p>
                      <a:pPr algn="ctr"/>
                      <a:r>
                        <a:rPr lang="en-US" altLang="zh-CN" b="1" dirty="0"/>
                        <a:t>1</a:t>
                      </a:r>
                      <a:endParaRPr lang="zh-CN" altLang="en-US" b="1" dirty="0"/>
                    </a:p>
                  </a:txBody>
                  <a:tcPr>
                    <a:solidFill>
                      <a:schemeClr val="accent5">
                        <a:lumMod val="20000"/>
                        <a:lumOff val="80000"/>
                      </a:schemeClr>
                    </a:solidFill>
                  </a:tcPr>
                </a:tc>
                <a:tc>
                  <a:txBody>
                    <a:bodyPr/>
                    <a:lstStyle/>
                    <a:p>
                      <a:pPr algn="ctr"/>
                      <a:r>
                        <a:rPr lang="en-US" altLang="zh-CN" b="1" dirty="0"/>
                        <a:t>1</a:t>
                      </a:r>
                      <a:endParaRPr lang="zh-CN" altLang="en-US" b="1" dirty="0"/>
                    </a:p>
                  </a:txBody>
                  <a:tcPr>
                    <a:solidFill>
                      <a:schemeClr val="accent5">
                        <a:lumMod val="20000"/>
                        <a:lumOff val="80000"/>
                      </a:schemeClr>
                    </a:solidFill>
                  </a:tcPr>
                </a:tc>
                <a:tc>
                  <a:txBody>
                    <a:bodyPr/>
                    <a:lstStyle/>
                    <a:p>
                      <a:pPr algn="ctr"/>
                      <a:r>
                        <a:rPr lang="en-US" altLang="zh-CN" b="1" dirty="0"/>
                        <a:t>0</a:t>
                      </a:r>
                      <a:endParaRPr lang="zh-CN" altLang="en-US" b="1" dirty="0"/>
                    </a:p>
                  </a:txBody>
                  <a:tcPr>
                    <a:solidFill>
                      <a:schemeClr val="accent5">
                        <a:lumMod val="20000"/>
                        <a:lumOff val="80000"/>
                      </a:schemeClr>
                    </a:solidFill>
                  </a:tcPr>
                </a:tc>
                <a:tc>
                  <a:txBody>
                    <a:bodyPr/>
                    <a:lstStyle/>
                    <a:p>
                      <a:pPr algn="ctr"/>
                      <a:r>
                        <a:rPr lang="en-US" altLang="zh-CN" b="1" dirty="0"/>
                        <a:t>0</a:t>
                      </a:r>
                      <a:endParaRPr lang="zh-CN" altLang="en-US" b="1" dirty="0"/>
                    </a:p>
                  </a:txBody>
                  <a:tcPr>
                    <a:solidFill>
                      <a:schemeClr val="accent5">
                        <a:lumMod val="20000"/>
                        <a:lumOff val="80000"/>
                      </a:schemeClr>
                    </a:solidFill>
                  </a:tcPr>
                </a:tc>
                <a:extLst>
                  <a:ext uri="{0D108BD9-81ED-4DB2-BD59-A6C34878D82A}">
                    <a16:rowId xmlns:a16="http://schemas.microsoft.com/office/drawing/2014/main" val="984473425"/>
                  </a:ext>
                </a:extLst>
              </a:tr>
            </a:tbl>
          </a:graphicData>
        </a:graphic>
      </p:graphicFrame>
      <p:sp>
        <p:nvSpPr>
          <p:cNvPr id="88" name="文本框 87">
            <a:extLst>
              <a:ext uri="{FF2B5EF4-FFF2-40B4-BE49-F238E27FC236}">
                <a16:creationId xmlns:a16="http://schemas.microsoft.com/office/drawing/2014/main" id="{BD2970C5-FF0E-6194-619F-571BD4D30A33}"/>
              </a:ext>
            </a:extLst>
          </p:cNvPr>
          <p:cNvSpPr txBox="1"/>
          <p:nvPr/>
        </p:nvSpPr>
        <p:spPr>
          <a:xfrm>
            <a:off x="6686186" y="1906222"/>
            <a:ext cx="1287532" cy="369332"/>
          </a:xfrm>
          <a:prstGeom prst="rect">
            <a:avLst/>
          </a:prstGeom>
          <a:noFill/>
        </p:spPr>
        <p:txBody>
          <a:bodyPr wrap="none" rtlCol="0">
            <a:spAutoFit/>
          </a:bodyPr>
          <a:lstStyle/>
          <a:p>
            <a:r>
              <a:rPr lang="en-US" altLang="zh-CN" b="1" dirty="0" err="1">
                <a:latin typeface="Courier New" panose="02070309020205020404" pitchFamily="49" charset="0"/>
                <a:cs typeface="Courier New" panose="02070309020205020404" pitchFamily="49" charset="0"/>
              </a:rPr>
              <a:t>G1</a:t>
            </a:r>
            <a:r>
              <a:rPr lang="en-US" altLang="zh-CN" b="1" dirty="0">
                <a:latin typeface="Courier New" panose="02070309020205020404" pitchFamily="49" charset="0"/>
                <a:cs typeface="Courier New" panose="02070309020205020404" pitchFamily="49" charset="0"/>
              </a:rPr>
              <a:t>-&gt;</a:t>
            </a:r>
            <a:r>
              <a:rPr lang="en-US" altLang="zh-CN" b="1" dirty="0" err="1">
                <a:latin typeface="Courier New" panose="02070309020205020404" pitchFamily="49" charset="0"/>
                <a:cs typeface="Courier New" panose="02070309020205020404" pitchFamily="49" charset="0"/>
              </a:rPr>
              <a:t>vexs</a:t>
            </a:r>
            <a:endParaRPr lang="zh-CN" altLang="en-US" b="1" dirty="0">
              <a:latin typeface="Courier New" panose="02070309020205020404" pitchFamily="49" charset="0"/>
              <a:cs typeface="Courier New" panose="02070309020205020404" pitchFamily="49" charset="0"/>
            </a:endParaRPr>
          </a:p>
        </p:txBody>
      </p:sp>
      <p:sp>
        <p:nvSpPr>
          <p:cNvPr id="89" name="文本框 88">
            <a:extLst>
              <a:ext uri="{FF2B5EF4-FFF2-40B4-BE49-F238E27FC236}">
                <a16:creationId xmlns:a16="http://schemas.microsoft.com/office/drawing/2014/main" id="{9F436DEC-0210-E755-FD45-35CB6B1C2F8A}"/>
              </a:ext>
            </a:extLst>
          </p:cNvPr>
          <p:cNvSpPr txBox="1"/>
          <p:nvPr/>
        </p:nvSpPr>
        <p:spPr>
          <a:xfrm>
            <a:off x="8244214" y="1906222"/>
            <a:ext cx="1287532" cy="369332"/>
          </a:xfrm>
          <a:prstGeom prst="rect">
            <a:avLst/>
          </a:prstGeom>
          <a:noFill/>
        </p:spPr>
        <p:txBody>
          <a:bodyPr wrap="none" rtlCol="0">
            <a:spAutoFit/>
          </a:bodyPr>
          <a:lstStyle/>
          <a:p>
            <a:r>
              <a:rPr lang="en-US" altLang="zh-CN" b="1" dirty="0" err="1">
                <a:latin typeface="Courier New" panose="02070309020205020404" pitchFamily="49" charset="0"/>
                <a:cs typeface="Courier New" panose="02070309020205020404" pitchFamily="49" charset="0"/>
              </a:rPr>
              <a:t>G1</a:t>
            </a:r>
            <a:r>
              <a:rPr lang="en-US" altLang="zh-CN" b="1" dirty="0">
                <a:latin typeface="Courier New" panose="02070309020205020404" pitchFamily="49" charset="0"/>
                <a:cs typeface="Courier New" panose="02070309020205020404" pitchFamily="49" charset="0"/>
              </a:rPr>
              <a:t>-&gt;arcs</a:t>
            </a:r>
            <a:endParaRPr lang="zh-CN" altLang="en-US" b="1" dirty="0">
              <a:latin typeface="Courier New" panose="02070309020205020404" pitchFamily="49" charset="0"/>
              <a:cs typeface="Courier New" panose="02070309020205020404" pitchFamily="49" charset="0"/>
            </a:endParaRPr>
          </a:p>
        </p:txBody>
      </p:sp>
      <p:sp>
        <p:nvSpPr>
          <p:cNvPr id="90" name="文本框 89">
            <a:extLst>
              <a:ext uri="{FF2B5EF4-FFF2-40B4-BE49-F238E27FC236}">
                <a16:creationId xmlns:a16="http://schemas.microsoft.com/office/drawing/2014/main" id="{6FB586AD-22CB-B1E2-E6D0-D56DD9DC7BEA}"/>
              </a:ext>
            </a:extLst>
          </p:cNvPr>
          <p:cNvSpPr txBox="1"/>
          <p:nvPr/>
        </p:nvSpPr>
        <p:spPr>
          <a:xfrm>
            <a:off x="6686186" y="3924399"/>
            <a:ext cx="1287532" cy="369332"/>
          </a:xfrm>
          <a:prstGeom prst="rect">
            <a:avLst/>
          </a:prstGeom>
          <a:noFill/>
        </p:spPr>
        <p:txBody>
          <a:bodyPr wrap="none" rtlCol="0">
            <a:spAutoFit/>
          </a:bodyPr>
          <a:lstStyle/>
          <a:p>
            <a:r>
              <a:rPr lang="en-US" altLang="zh-CN" b="1" dirty="0" err="1">
                <a:latin typeface="Courier New" panose="02070309020205020404" pitchFamily="49" charset="0"/>
                <a:cs typeface="Courier New" panose="02070309020205020404" pitchFamily="49" charset="0"/>
              </a:rPr>
              <a:t>G2</a:t>
            </a:r>
            <a:r>
              <a:rPr lang="en-US" altLang="zh-CN" b="1" dirty="0">
                <a:latin typeface="Courier New" panose="02070309020205020404" pitchFamily="49" charset="0"/>
                <a:cs typeface="Courier New" panose="02070309020205020404" pitchFamily="49" charset="0"/>
              </a:rPr>
              <a:t>-&gt;</a:t>
            </a:r>
            <a:r>
              <a:rPr lang="en-US" altLang="zh-CN" b="1" dirty="0" err="1">
                <a:latin typeface="Courier New" panose="02070309020205020404" pitchFamily="49" charset="0"/>
                <a:cs typeface="Courier New" panose="02070309020205020404" pitchFamily="49" charset="0"/>
              </a:rPr>
              <a:t>vexs</a:t>
            </a:r>
            <a:endParaRPr lang="zh-CN" altLang="en-US" b="1" dirty="0">
              <a:latin typeface="Courier New" panose="02070309020205020404" pitchFamily="49" charset="0"/>
              <a:cs typeface="Courier New" panose="02070309020205020404" pitchFamily="49" charset="0"/>
            </a:endParaRPr>
          </a:p>
        </p:txBody>
      </p:sp>
      <p:sp>
        <p:nvSpPr>
          <p:cNvPr id="91" name="文本框 90">
            <a:extLst>
              <a:ext uri="{FF2B5EF4-FFF2-40B4-BE49-F238E27FC236}">
                <a16:creationId xmlns:a16="http://schemas.microsoft.com/office/drawing/2014/main" id="{A624EEF0-3811-E0B8-CDF3-10939539EE3B}"/>
              </a:ext>
            </a:extLst>
          </p:cNvPr>
          <p:cNvSpPr txBox="1"/>
          <p:nvPr/>
        </p:nvSpPr>
        <p:spPr>
          <a:xfrm>
            <a:off x="8273460" y="3924399"/>
            <a:ext cx="1287532" cy="369332"/>
          </a:xfrm>
          <a:prstGeom prst="rect">
            <a:avLst/>
          </a:prstGeom>
          <a:noFill/>
        </p:spPr>
        <p:txBody>
          <a:bodyPr wrap="none" rtlCol="0">
            <a:spAutoFit/>
          </a:bodyPr>
          <a:lstStyle/>
          <a:p>
            <a:r>
              <a:rPr lang="en-US" altLang="zh-CN" b="1" dirty="0" err="1">
                <a:latin typeface="Courier New" panose="02070309020205020404" pitchFamily="49" charset="0"/>
                <a:cs typeface="Courier New" panose="02070309020205020404" pitchFamily="49" charset="0"/>
              </a:rPr>
              <a:t>G2</a:t>
            </a:r>
            <a:r>
              <a:rPr lang="en-US" altLang="zh-CN" b="1" dirty="0">
                <a:latin typeface="Courier New" panose="02070309020205020404" pitchFamily="49" charset="0"/>
                <a:cs typeface="Courier New" panose="02070309020205020404" pitchFamily="49" charset="0"/>
              </a:rPr>
              <a:t>-&gt;arcs</a:t>
            </a:r>
            <a:endParaRPr lang="zh-CN" alt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58025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arn(inVertical)">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82"/>
                                        </p:tgtEl>
                                        <p:attrNameLst>
                                          <p:attrName>style.visibility</p:attrName>
                                        </p:attrNameLst>
                                      </p:cBhvr>
                                      <p:to>
                                        <p:strVal val="visible"/>
                                      </p:to>
                                    </p:set>
                                    <p:animEffect transition="in" filter="circle(in)">
                                      <p:cBhvr>
                                        <p:cTn id="19" dur="1000"/>
                                        <p:tgtEl>
                                          <p:spTgt spid="8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88"/>
                                        </p:tgtEl>
                                        <p:attrNameLst>
                                          <p:attrName>style.visibility</p:attrName>
                                        </p:attrNameLst>
                                      </p:cBhvr>
                                      <p:to>
                                        <p:strVal val="visible"/>
                                      </p:to>
                                    </p:set>
                                    <p:animEffect transition="in" filter="wipe(up)">
                                      <p:cBhvr>
                                        <p:cTn id="24" dur="1000"/>
                                        <p:tgtEl>
                                          <p:spTgt spid="88"/>
                                        </p:tgtEl>
                                      </p:cBhvr>
                                    </p:animEffec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83"/>
                                        </p:tgtEl>
                                        <p:attrNameLst>
                                          <p:attrName>style.visibility</p:attrName>
                                        </p:attrNameLst>
                                      </p:cBhvr>
                                      <p:to>
                                        <p:strVal val="visible"/>
                                      </p:to>
                                    </p:set>
                                    <p:animEffect transition="in" filter="wipe(up)">
                                      <p:cBhvr>
                                        <p:cTn id="28" dur="1000"/>
                                        <p:tgtEl>
                                          <p:spTgt spid="8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89"/>
                                        </p:tgtEl>
                                        <p:attrNameLst>
                                          <p:attrName>style.visibility</p:attrName>
                                        </p:attrNameLst>
                                      </p:cBhvr>
                                      <p:to>
                                        <p:strVal val="visible"/>
                                      </p:to>
                                    </p:set>
                                    <p:animEffect transition="in" filter="wipe(up)">
                                      <p:cBhvr>
                                        <p:cTn id="33" dur="1000"/>
                                        <p:tgtEl>
                                          <p:spTgt spid="89"/>
                                        </p:tgtEl>
                                      </p:cBhvr>
                                    </p:animEffect>
                                  </p:childTnLst>
                                </p:cTn>
                              </p:par>
                            </p:childTnLst>
                          </p:cTn>
                        </p:par>
                        <p:par>
                          <p:cTn id="34" fill="hold">
                            <p:stCondLst>
                              <p:cond delay="1000"/>
                            </p:stCondLst>
                            <p:childTnLst>
                              <p:par>
                                <p:cTn id="35" presetID="22" presetClass="entr" presetSubtype="1" fill="hold" nodeType="afterEffect">
                                  <p:stCondLst>
                                    <p:cond delay="0"/>
                                  </p:stCondLst>
                                  <p:childTnLst>
                                    <p:set>
                                      <p:cBhvr>
                                        <p:cTn id="36" dur="1" fill="hold">
                                          <p:stCondLst>
                                            <p:cond delay="0"/>
                                          </p:stCondLst>
                                        </p:cTn>
                                        <p:tgtEl>
                                          <p:spTgt spid="85"/>
                                        </p:tgtEl>
                                        <p:attrNameLst>
                                          <p:attrName>style.visibility</p:attrName>
                                        </p:attrNameLst>
                                      </p:cBhvr>
                                      <p:to>
                                        <p:strVal val="visible"/>
                                      </p:to>
                                    </p:set>
                                    <p:animEffect transition="in" filter="wipe(up)">
                                      <p:cBhvr>
                                        <p:cTn id="37" dur="1000"/>
                                        <p:tgtEl>
                                          <p:spTgt spid="85"/>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81"/>
                                        </p:tgtEl>
                                        <p:attrNameLst>
                                          <p:attrName>style.visibility</p:attrName>
                                        </p:attrNameLst>
                                      </p:cBhvr>
                                      <p:to>
                                        <p:strVal val="visible"/>
                                      </p:to>
                                    </p:set>
                                    <p:animEffect transition="in" filter="barn(inVertical)">
                                      <p:cBhvr>
                                        <p:cTn id="42" dur="1000"/>
                                        <p:tgtEl>
                                          <p:spTgt spid="8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90"/>
                                        </p:tgtEl>
                                        <p:attrNameLst>
                                          <p:attrName>style.visibility</p:attrName>
                                        </p:attrNameLst>
                                      </p:cBhvr>
                                      <p:to>
                                        <p:strVal val="visible"/>
                                      </p:to>
                                    </p:set>
                                    <p:animEffect transition="in" filter="wipe(up)">
                                      <p:cBhvr>
                                        <p:cTn id="47" dur="500"/>
                                        <p:tgtEl>
                                          <p:spTgt spid="90"/>
                                        </p:tgtEl>
                                      </p:cBhvr>
                                    </p:animEffect>
                                  </p:childTnLst>
                                </p:cTn>
                              </p:par>
                            </p:childTnLst>
                          </p:cTn>
                        </p:par>
                        <p:par>
                          <p:cTn id="48" fill="hold">
                            <p:stCondLst>
                              <p:cond delay="500"/>
                            </p:stCondLst>
                            <p:childTnLst>
                              <p:par>
                                <p:cTn id="49" presetID="22" presetClass="entr" presetSubtype="1" fill="hold" nodeType="afterEffect">
                                  <p:stCondLst>
                                    <p:cond delay="0"/>
                                  </p:stCondLst>
                                  <p:childTnLst>
                                    <p:set>
                                      <p:cBhvr>
                                        <p:cTn id="50" dur="1" fill="hold">
                                          <p:stCondLst>
                                            <p:cond delay="0"/>
                                          </p:stCondLst>
                                        </p:cTn>
                                        <p:tgtEl>
                                          <p:spTgt spid="86"/>
                                        </p:tgtEl>
                                        <p:attrNameLst>
                                          <p:attrName>style.visibility</p:attrName>
                                        </p:attrNameLst>
                                      </p:cBhvr>
                                      <p:to>
                                        <p:strVal val="visible"/>
                                      </p:to>
                                    </p:set>
                                    <p:animEffect transition="in" filter="wipe(up)">
                                      <p:cBhvr>
                                        <p:cTn id="51" dur="500"/>
                                        <p:tgtEl>
                                          <p:spTgt spid="8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91"/>
                                        </p:tgtEl>
                                        <p:attrNameLst>
                                          <p:attrName>style.visibility</p:attrName>
                                        </p:attrNameLst>
                                      </p:cBhvr>
                                      <p:to>
                                        <p:strVal val="visible"/>
                                      </p:to>
                                    </p:set>
                                    <p:animEffect transition="in" filter="wipe(up)">
                                      <p:cBhvr>
                                        <p:cTn id="56" dur="500"/>
                                        <p:tgtEl>
                                          <p:spTgt spid="91"/>
                                        </p:tgtEl>
                                      </p:cBhvr>
                                    </p:animEffect>
                                  </p:childTnLst>
                                </p:cTn>
                              </p:par>
                            </p:childTnLst>
                          </p:cTn>
                        </p:par>
                        <p:par>
                          <p:cTn id="57" fill="hold">
                            <p:stCondLst>
                              <p:cond delay="500"/>
                            </p:stCondLst>
                            <p:childTnLst>
                              <p:par>
                                <p:cTn id="58" presetID="22" presetClass="entr" presetSubtype="1" fill="hold" nodeType="afterEffect">
                                  <p:stCondLst>
                                    <p:cond delay="0"/>
                                  </p:stCondLst>
                                  <p:childTnLst>
                                    <p:set>
                                      <p:cBhvr>
                                        <p:cTn id="59" dur="1" fill="hold">
                                          <p:stCondLst>
                                            <p:cond delay="0"/>
                                          </p:stCondLst>
                                        </p:cTn>
                                        <p:tgtEl>
                                          <p:spTgt spid="87"/>
                                        </p:tgtEl>
                                        <p:attrNameLst>
                                          <p:attrName>style.visibility</p:attrName>
                                        </p:attrNameLst>
                                      </p:cBhvr>
                                      <p:to>
                                        <p:strVal val="visible"/>
                                      </p:to>
                                    </p:set>
                                    <p:animEffect transition="in" filter="wipe(up)">
                                      <p:cBhvr>
                                        <p:cTn id="60"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88" grpId="0"/>
      <p:bldP spid="89" grpId="0"/>
      <p:bldP spid="90" grpId="0"/>
      <p:bldP spid="9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文本框 49"/>
          <p:cNvSpPr>
            <a:spLocks noChangeArrowheads="1"/>
          </p:cNvSpPr>
          <p:nvPr/>
        </p:nvSpPr>
        <p:spPr bwMode="auto">
          <a:xfrm>
            <a:off x="818654" y="3092534"/>
            <a:ext cx="10008330" cy="3466705"/>
          </a:xfrm>
          <a:prstGeom prst="rect">
            <a:avLst/>
          </a:prstGeom>
          <a:solidFill>
            <a:srgbClr val="EAF2FD"/>
          </a:solidFill>
          <a:ln w="12700">
            <a:solidFill>
              <a:schemeClr val="tx1"/>
            </a:solidFill>
          </a:ln>
        </p:spPr>
        <p:txBody>
          <a:bodyPr lIns="180000" tIns="46800" rIns="36000"/>
          <a:lstStyle>
            <a:lvl1pPr>
              <a:spcBef>
                <a:spcPct val="20000"/>
              </a:spcBef>
              <a:buClr>
                <a:srgbClr val="3333FF"/>
              </a:buClr>
              <a:buSzPct val="80000"/>
              <a:buFont typeface="Wingdings" panose="05000000000000000000" pitchFamily="2" charset="2"/>
              <a:buChar char="u"/>
              <a:defRPr sz="2000">
                <a:solidFill>
                  <a:schemeClr val="tx1"/>
                </a:solidFill>
                <a:latin typeface="Calibri" panose="020F050202020403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a:solidFill>
                  <a:schemeClr val="tx1"/>
                </a:solidFill>
                <a:latin typeface="Calibri" panose="020F050202020403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16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25000"/>
              </a:lnSpc>
              <a:spcBef>
                <a:spcPct val="0"/>
              </a:spcBef>
              <a:buClrTx/>
              <a:buSzTx/>
              <a:buNone/>
            </a:pPr>
            <a:r>
              <a:rPr lang="en-US" altLang="zh-CN" sz="1600" b="1" dirty="0" err="1">
                <a:latin typeface="Courier New" panose="02070309020205020404" pitchFamily="49" charset="0"/>
                <a:cs typeface="Courier New" panose="02070309020205020404" pitchFamily="49" charset="0"/>
              </a:rPr>
              <a:t>MGraph</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CreateGraph</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GraphKind</a:t>
            </a:r>
            <a:r>
              <a:rPr lang="en-US" altLang="zh-CN" sz="1600" b="1" dirty="0">
                <a:latin typeface="Courier New" panose="02070309020205020404" pitchFamily="49" charset="0"/>
                <a:cs typeface="Courier New" panose="02070309020205020404" pitchFamily="49" charset="0"/>
              </a:rPr>
              <a:t> kind, </a:t>
            </a:r>
            <a:r>
              <a:rPr lang="en-US" altLang="zh-CN" sz="1600" b="1" dirty="0" err="1">
                <a:latin typeface="Courier New" panose="02070309020205020404" pitchFamily="49" charset="0"/>
                <a:cs typeface="Courier New" panose="02070309020205020404" pitchFamily="49" charset="0"/>
              </a:rPr>
              <a:t>VexType</a:t>
            </a:r>
            <a:r>
              <a:rPr lang="en-US" altLang="zh-CN" sz="1600" b="1" dirty="0">
                <a:latin typeface="Courier New" panose="02070309020205020404" pitchFamily="49" charset="0"/>
                <a:cs typeface="Courier New" panose="02070309020205020404" pitchFamily="49" charset="0"/>
              </a:rPr>
              <a:t> *V,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solidFill>
                  <a:srgbClr val="0000FF"/>
                </a:solidFill>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n, </a:t>
            </a:r>
            <a:r>
              <a:rPr lang="en-US" altLang="zh-CN" sz="1600" b="1" dirty="0" err="1">
                <a:latin typeface="Courier New" panose="02070309020205020404" pitchFamily="49" charset="0"/>
                <a:cs typeface="Courier New" panose="02070309020205020404" pitchFamily="49" charset="0"/>
              </a:rPr>
              <a:t>ArcInfo</a:t>
            </a:r>
            <a:r>
              <a:rPr lang="en-US" altLang="zh-CN" sz="1600" b="1" dirty="0">
                <a:latin typeface="Courier New" panose="02070309020205020404" pitchFamily="49" charset="0"/>
                <a:cs typeface="Courier New" panose="02070309020205020404" pitchFamily="49" charset="0"/>
              </a:rPr>
              <a:t> *A,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e)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p>
          <a:p>
            <a:pPr>
              <a:buNone/>
            </a:pPr>
            <a:r>
              <a:rPr lang="zh-CN" altLang="en-US" sz="1600" b="1" dirty="0">
                <a:solidFill>
                  <a:srgbClr val="009900"/>
                </a:solidFill>
                <a:latin typeface="Courier New" panose="02070309020205020404" pitchFamily="49" charset="0"/>
                <a:cs typeface="Courier New" panose="02070309020205020404" pitchFamily="49" charset="0"/>
              </a:rPr>
              <a:t>   </a:t>
            </a:r>
            <a:r>
              <a:rPr lang="en-US" altLang="zh-CN" sz="1600" b="1" dirty="0">
                <a:solidFill>
                  <a:srgbClr val="009900"/>
                </a:solidFill>
                <a:latin typeface="Courier New" panose="02070309020205020404" pitchFamily="49" charset="0"/>
                <a:ea typeface="+mn-ea"/>
                <a:cs typeface="Courier New" panose="02070309020205020404" pitchFamily="49" charset="0"/>
              </a:rPr>
              <a:t>// </a:t>
            </a:r>
            <a:r>
              <a:rPr lang="zh-CN" altLang="en-US" sz="1600" b="1" dirty="0">
                <a:solidFill>
                  <a:srgbClr val="C00000"/>
                </a:solidFill>
                <a:effectLst>
                  <a:outerShdw blurRad="38100" dist="38100" dir="2700000" algn="tl">
                    <a:srgbClr val="000000">
                      <a:alpha val="43137"/>
                    </a:srgbClr>
                  </a:outerShdw>
                </a:effectLst>
                <a:latin typeface="Courier New" panose="02070309020205020404" pitchFamily="49" charset="0"/>
                <a:ea typeface="+mn-ea"/>
                <a:cs typeface="Courier New" panose="02070309020205020404" pitchFamily="49" charset="0"/>
              </a:rPr>
              <a:t>算法</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ea typeface="+mn-ea"/>
                <a:cs typeface="Courier New" panose="02070309020205020404" pitchFamily="49" charset="0"/>
              </a:rPr>
              <a:t>7.1 </a:t>
            </a:r>
            <a:r>
              <a:rPr lang="zh-CN" altLang="zh-CN" sz="1600" b="1" dirty="0">
                <a:solidFill>
                  <a:srgbClr val="009900"/>
                </a:solidFill>
                <a:latin typeface="宋体" panose="02010600030101010101" pitchFamily="2" charset="-122"/>
                <a:cs typeface="Courier New" panose="02070309020205020404" pitchFamily="49" charset="0"/>
              </a:rPr>
              <a:t>采用数组（邻接矩阵）表示法，按指定种类</a:t>
            </a:r>
            <a:r>
              <a:rPr lang="en-US" altLang="zh-CN" sz="1600" b="1" dirty="0">
                <a:solidFill>
                  <a:srgbClr val="C00000"/>
                </a:solidFill>
                <a:latin typeface="Courier New" panose="02070309020205020404" pitchFamily="49" charset="0"/>
                <a:ea typeface="+mn-ea"/>
                <a:cs typeface="Courier New" panose="02070309020205020404" pitchFamily="49" charset="0"/>
              </a:rPr>
              <a:t>kind</a:t>
            </a:r>
            <a:r>
              <a:rPr lang="zh-CN" altLang="zh-CN" sz="1600" b="1" dirty="0">
                <a:solidFill>
                  <a:srgbClr val="009900"/>
                </a:solidFill>
                <a:latin typeface="宋体" panose="02010600030101010101" pitchFamily="2" charset="-122"/>
                <a:cs typeface="Courier New" panose="02070309020205020404" pitchFamily="49" charset="0"/>
              </a:rPr>
              <a:t>构造</a:t>
            </a:r>
            <a:r>
              <a:rPr lang="en-US" altLang="zh-CN" sz="1600" b="1" dirty="0">
                <a:solidFill>
                  <a:srgbClr val="C00000"/>
                </a:solidFill>
                <a:latin typeface="Courier New" panose="02070309020205020404" pitchFamily="49" charset="0"/>
                <a:ea typeface="+mn-ea"/>
                <a:cs typeface="Courier New" panose="02070309020205020404" pitchFamily="49" charset="0"/>
              </a:rPr>
              <a:t>n</a:t>
            </a:r>
            <a:r>
              <a:rPr lang="zh-CN" altLang="zh-CN" sz="1600" b="1" dirty="0">
                <a:solidFill>
                  <a:srgbClr val="009900"/>
                </a:solidFill>
                <a:latin typeface="宋体" panose="02010600030101010101" pitchFamily="2" charset="-122"/>
                <a:cs typeface="Courier New" panose="02070309020205020404" pitchFamily="49" charset="0"/>
              </a:rPr>
              <a:t>个顶点和</a:t>
            </a:r>
            <a:r>
              <a:rPr lang="en-US" altLang="zh-CN" sz="1600" b="1" dirty="0">
                <a:solidFill>
                  <a:srgbClr val="C00000"/>
                </a:solidFill>
                <a:latin typeface="Courier New" panose="02070309020205020404" pitchFamily="49" charset="0"/>
                <a:ea typeface="+mn-ea"/>
                <a:cs typeface="Courier New" panose="02070309020205020404" pitchFamily="49" charset="0"/>
              </a:rPr>
              <a:t>e</a:t>
            </a:r>
            <a:r>
              <a:rPr lang="zh-CN" altLang="zh-CN" sz="1600" b="1" dirty="0">
                <a:solidFill>
                  <a:srgbClr val="009900"/>
                </a:solidFill>
                <a:latin typeface="宋体" panose="02010600030101010101" pitchFamily="2" charset="-122"/>
                <a:cs typeface="Courier New" panose="02070309020205020404" pitchFamily="49" charset="0"/>
              </a:rPr>
              <a:t>条边（弧）的图或网</a:t>
            </a:r>
            <a:r>
              <a:rPr lang="en-US" altLang="zh-CN" sz="1600" b="1" dirty="0">
                <a:solidFill>
                  <a:srgbClr val="C00000"/>
                </a:solidFill>
                <a:latin typeface="Courier New" panose="02070309020205020404" pitchFamily="49" charset="0"/>
                <a:ea typeface="+mn-ea"/>
                <a:cs typeface="Courier New" panose="02070309020205020404" pitchFamily="49" charset="0"/>
              </a:rPr>
              <a:t>G</a:t>
            </a:r>
            <a:r>
              <a:rPr lang="zh-CN" altLang="zh-CN" sz="1600" b="1" dirty="0">
                <a:solidFill>
                  <a:srgbClr val="009900"/>
                </a:solidFill>
                <a:latin typeface="Courier New" panose="02070309020205020404" pitchFamily="49" charset="0"/>
                <a:ea typeface="+mn-ea"/>
                <a:cs typeface="Courier New" panose="02070309020205020404" pitchFamily="49" charset="0"/>
              </a:rPr>
              <a:t>。</a:t>
            </a:r>
            <a:endParaRPr lang="en-US" altLang="zh-CN" sz="1600" b="1" dirty="0">
              <a:solidFill>
                <a:srgbClr val="009900"/>
              </a:solidFill>
              <a:latin typeface="Courier New" panose="02070309020205020404" pitchFamily="49" charset="0"/>
              <a:ea typeface="+mn-ea"/>
              <a:cs typeface="Courier New" panose="02070309020205020404" pitchFamily="49" charset="0"/>
            </a:endParaRPr>
          </a:p>
          <a:p>
            <a:pPr>
              <a:buNone/>
            </a:pP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(n&lt;0 || e&lt;0 || !V|| !A)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600" b="1" dirty="0">
                <a:solidFill>
                  <a:srgbClr val="0000FF"/>
                </a:solidFill>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NULL;   </a:t>
            </a:r>
            <a:endParaRPr lang="en-CN" altLang="zh-CN" sz="1600" b="1" dirty="0">
              <a:latin typeface="Courier New" panose="02070309020205020404" pitchFamily="49" charset="0"/>
              <a:cs typeface="Courier New" panose="02070309020205020404" pitchFamily="49" charset="0"/>
            </a:endParaRPr>
          </a:p>
          <a:p>
            <a:pPr eaLnBrk="1" hangingPunct="1">
              <a:lnSpc>
                <a:spcPct val="125000"/>
              </a:lnSpc>
              <a:spcBef>
                <a:spcPct val="0"/>
              </a:spcBef>
              <a:buClrTx/>
              <a:buSzTx/>
              <a:buFont typeface="Arial" panose="020B0604020202020204" pitchFamily="34" charset="0"/>
              <a:buNone/>
            </a:pPr>
            <a:r>
              <a:rPr lang="en-US" altLang="zh-CN" sz="1600" b="1" dirty="0">
                <a:solidFill>
                  <a:srgbClr val="0000FF"/>
                </a:solidFill>
                <a:latin typeface="Courier New" panose="02070309020205020404" pitchFamily="49" charset="0"/>
                <a:cs typeface="Courier New" panose="02070309020205020404" pitchFamily="49" charset="0"/>
              </a:rPr>
              <a:t>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switch</a:t>
            </a:r>
            <a:r>
              <a:rPr lang="en-US" altLang="zh-CN" sz="1600" b="1" dirty="0">
                <a:solidFill>
                  <a:srgbClr val="0000FF"/>
                </a:solidFill>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(kind) {</a:t>
            </a:r>
          </a:p>
          <a:p>
            <a:pPr eaLnBrk="1" hangingPunct="1">
              <a:lnSpc>
                <a:spcPct val="125000"/>
              </a:lnSpc>
              <a:spcBef>
                <a:spcPct val="0"/>
              </a:spcBef>
              <a:buClrTx/>
              <a:buSzTx/>
              <a:buFont typeface="Wingdings" panose="05000000000000000000" pitchFamily="2" charset="2"/>
              <a:buNone/>
            </a:pPr>
            <a:r>
              <a:rPr lang="en-US" altLang="zh-CN" sz="1600" b="1" dirty="0">
                <a:solidFill>
                  <a:srgbClr val="0000FF"/>
                </a:solidFill>
                <a:latin typeface="Courier New" panose="02070309020205020404" pitchFamily="49" charset="0"/>
                <a:cs typeface="Courier New" panose="02070309020205020404" pitchFamily="49" charset="0"/>
              </a:rPr>
              <a:t>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case</a:t>
            </a:r>
            <a:r>
              <a:rPr lang="en-US" altLang="zh-CN" sz="1600" b="1" dirty="0">
                <a:latin typeface="Courier New" panose="02070309020205020404" pitchFamily="49" charset="0"/>
                <a:cs typeface="Courier New" panose="02070309020205020404" pitchFamily="49" charset="0"/>
              </a:rPr>
              <a:t>  DG: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CreateDG</a:t>
            </a:r>
            <a:r>
              <a:rPr lang="en-US" altLang="zh-CN" sz="1600" b="1" dirty="0">
                <a:latin typeface="Courier New" panose="02070309020205020404" pitchFamily="49" charset="0"/>
                <a:cs typeface="Courier New" panose="02070309020205020404" pitchFamily="49" charset="0"/>
              </a:rPr>
              <a:t>(V, n, A, e);  </a:t>
            </a:r>
            <a:r>
              <a:rPr lang="en-US" altLang="zh-CN" sz="1600" b="1" dirty="0">
                <a:solidFill>
                  <a:srgbClr val="009900"/>
                </a:solidFill>
                <a:latin typeface="Courier New" panose="02070309020205020404" pitchFamily="49" charset="0"/>
                <a:ea typeface="+mn-ea"/>
                <a:cs typeface="Courier New" panose="02070309020205020404" pitchFamily="49" charset="0"/>
              </a:rPr>
              <a:t>// </a:t>
            </a:r>
            <a:r>
              <a:rPr lang="zh-CN" altLang="en-US" sz="1600" b="1" dirty="0">
                <a:solidFill>
                  <a:srgbClr val="009900"/>
                </a:solidFill>
                <a:latin typeface="宋体" panose="02010600030101010101" pitchFamily="2" charset="-122"/>
                <a:cs typeface="Courier New" panose="02070309020205020404" pitchFamily="49" charset="0"/>
              </a:rPr>
              <a:t>创建有向图</a:t>
            </a:r>
          </a:p>
          <a:p>
            <a:pPr>
              <a:lnSpc>
                <a:spcPct val="125000"/>
              </a:lnSpc>
              <a:spcBef>
                <a:spcPct val="0"/>
              </a:spcBef>
              <a:buClrTx/>
              <a:buSzTx/>
              <a:buNone/>
            </a:pPr>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case</a:t>
            </a:r>
            <a:r>
              <a:rPr lang="en-US" altLang="zh-CN" sz="1600" b="1" dirty="0">
                <a:latin typeface="Courier New" panose="02070309020205020404" pitchFamily="49" charset="0"/>
                <a:cs typeface="Courier New" panose="02070309020205020404" pitchFamily="49" charset="0"/>
              </a:rPr>
              <a:t>  DN: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CreateDN</a:t>
            </a:r>
            <a:r>
              <a:rPr lang="en-US" altLang="zh-CN" sz="1600" b="1" dirty="0">
                <a:latin typeface="Courier New" panose="02070309020205020404" pitchFamily="49" charset="0"/>
                <a:cs typeface="Courier New" panose="02070309020205020404" pitchFamily="49" charset="0"/>
              </a:rPr>
              <a:t>(V, n, A, e);  </a:t>
            </a:r>
            <a:r>
              <a:rPr lang="en-US" altLang="zh-CN" sz="1600" b="1" dirty="0">
                <a:solidFill>
                  <a:srgbClr val="009900"/>
                </a:solidFill>
                <a:latin typeface="Courier New" panose="02070309020205020404" pitchFamily="49" charset="0"/>
                <a:cs typeface="Courier New" panose="02070309020205020404" pitchFamily="49" charset="0"/>
              </a:rPr>
              <a:t>// </a:t>
            </a:r>
            <a:r>
              <a:rPr lang="zh-CN" altLang="en-US" sz="1600" b="1" dirty="0">
                <a:solidFill>
                  <a:srgbClr val="009900"/>
                </a:solidFill>
                <a:latin typeface="宋体" panose="02010600030101010101" pitchFamily="2" charset="-122"/>
                <a:cs typeface="Courier New" panose="02070309020205020404" pitchFamily="49" charset="0"/>
              </a:rPr>
              <a:t>创建有向网</a:t>
            </a:r>
            <a:endParaRPr lang="en-US" altLang="zh-CN" sz="1600" b="1" dirty="0">
              <a:solidFill>
                <a:srgbClr val="009900"/>
              </a:solidFill>
              <a:latin typeface="宋体" panose="02010600030101010101" pitchFamily="2" charset="-122"/>
              <a:cs typeface="Courier New" panose="02070309020205020404" pitchFamily="49" charset="0"/>
            </a:endParaRPr>
          </a:p>
          <a:p>
            <a:pPr>
              <a:lnSpc>
                <a:spcPct val="125000"/>
              </a:lnSpc>
              <a:spcBef>
                <a:spcPct val="0"/>
              </a:spcBef>
              <a:buClrTx/>
              <a:buSzTx/>
              <a:buNone/>
            </a:pPr>
            <a:r>
              <a:rPr lang="en-US" altLang="zh-CN" sz="1600" b="1" dirty="0">
                <a:solidFill>
                  <a:srgbClr val="009900"/>
                </a:solidFill>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case</a:t>
            </a:r>
            <a:r>
              <a:rPr lang="en-US" altLang="zh-CN" sz="1600" b="1" dirty="0">
                <a:latin typeface="Courier New" panose="02070309020205020404" pitchFamily="49" charset="0"/>
                <a:cs typeface="Courier New" panose="02070309020205020404" pitchFamily="49" charset="0"/>
              </a:rPr>
              <a:t> UDG: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CreateUDG</a:t>
            </a:r>
            <a:r>
              <a:rPr lang="en-US" altLang="zh-CN" sz="1600" b="1" dirty="0">
                <a:latin typeface="Courier New" panose="02070309020205020404" pitchFamily="49" charset="0"/>
                <a:cs typeface="Courier New" panose="02070309020205020404" pitchFamily="49" charset="0"/>
              </a:rPr>
              <a:t>(V, n, A, e); </a:t>
            </a:r>
            <a:r>
              <a:rPr lang="en-US" altLang="zh-CN" sz="1600" b="1" dirty="0">
                <a:solidFill>
                  <a:srgbClr val="009900"/>
                </a:solidFill>
                <a:latin typeface="Courier New" panose="02070309020205020404" pitchFamily="49" charset="0"/>
                <a:cs typeface="Courier New" panose="02070309020205020404" pitchFamily="49" charset="0"/>
              </a:rPr>
              <a:t>// </a:t>
            </a:r>
            <a:r>
              <a:rPr lang="zh-CN" altLang="en-US" sz="1600" b="1" dirty="0">
                <a:solidFill>
                  <a:srgbClr val="009900"/>
                </a:solidFill>
                <a:latin typeface="Courier New" panose="02070309020205020404" pitchFamily="49" charset="0"/>
                <a:cs typeface="Courier New" panose="02070309020205020404" pitchFamily="49" charset="0"/>
              </a:rPr>
              <a:t>创建无向图</a:t>
            </a:r>
            <a:endParaRPr lang="en-US" altLang="zh-CN" sz="1600" b="1" dirty="0">
              <a:solidFill>
                <a:srgbClr val="009900"/>
              </a:solidFill>
              <a:latin typeface="Courier New" panose="02070309020205020404" pitchFamily="49" charset="0"/>
              <a:cs typeface="Courier New" panose="02070309020205020404" pitchFamily="49" charset="0"/>
            </a:endParaRPr>
          </a:p>
          <a:p>
            <a:pPr>
              <a:lnSpc>
                <a:spcPct val="125000"/>
              </a:lnSpc>
              <a:spcBef>
                <a:spcPct val="0"/>
              </a:spcBef>
              <a:buClrTx/>
              <a:buSzTx/>
              <a:buNone/>
            </a:pPr>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case</a:t>
            </a:r>
            <a:r>
              <a:rPr lang="en-US" altLang="zh-CN" sz="1600" b="1" dirty="0">
                <a:latin typeface="Courier New" panose="02070309020205020404" pitchFamily="49" charset="0"/>
                <a:cs typeface="Courier New" panose="02070309020205020404" pitchFamily="49" charset="0"/>
              </a:rPr>
              <a:t> UDN: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CreateUDN</a:t>
            </a:r>
            <a:r>
              <a:rPr lang="en-US" altLang="zh-CN" sz="1600" b="1" dirty="0">
                <a:latin typeface="Courier New" panose="02070309020205020404" pitchFamily="49" charset="0"/>
                <a:cs typeface="Courier New" panose="02070309020205020404" pitchFamily="49" charset="0"/>
              </a:rPr>
              <a:t>(V, n, A, e); </a:t>
            </a:r>
            <a:r>
              <a:rPr lang="en-US" altLang="zh-CN" sz="1600" b="1" dirty="0">
                <a:solidFill>
                  <a:srgbClr val="009900"/>
                </a:solidFill>
                <a:latin typeface="Courier New" panose="02070309020205020404" pitchFamily="49" charset="0"/>
                <a:ea typeface="+mn-ea"/>
                <a:cs typeface="Courier New" panose="02070309020205020404" pitchFamily="49" charset="0"/>
              </a:rPr>
              <a:t>// </a:t>
            </a:r>
            <a:r>
              <a:rPr lang="zh-CN" altLang="en-US" sz="1600" b="1" dirty="0">
                <a:solidFill>
                  <a:srgbClr val="009900"/>
                </a:solidFill>
                <a:latin typeface="宋体" panose="02010600030101010101" pitchFamily="2" charset="-122"/>
                <a:cs typeface="Courier New" panose="02070309020205020404" pitchFamily="49" charset="0"/>
              </a:rPr>
              <a:t>创建无向网，调用</a:t>
            </a:r>
            <a:r>
              <a:rPr lang="zh-CN" altLang="en-US" sz="1600" b="1" dirty="0">
                <a:solidFill>
                  <a:srgbClr val="C00000"/>
                </a:solidFill>
                <a:effectLst>
                  <a:outerShdw blurRad="38100" dist="38100" dir="2700000" algn="tl">
                    <a:srgbClr val="000000">
                      <a:alpha val="43137"/>
                    </a:srgbClr>
                  </a:outerShdw>
                </a:effectLst>
                <a:latin typeface="宋体" panose="02010600030101010101" pitchFamily="2" charset="-122"/>
                <a:cs typeface="Courier New" panose="02070309020205020404" pitchFamily="49" charset="0"/>
              </a:rPr>
              <a:t>算法</a:t>
            </a:r>
            <a:r>
              <a:rPr lang="en-US" altLang="zh-CN" sz="1600" b="1" dirty="0">
                <a:solidFill>
                  <a:srgbClr val="C00000"/>
                </a:solidFill>
                <a:effectLst>
                  <a:outerShdw blurRad="38100" dist="38100" dir="2700000" algn="tl">
                    <a:srgbClr val="000000">
                      <a:alpha val="43137"/>
                    </a:srgbClr>
                  </a:outerShdw>
                </a:effectLst>
                <a:latin typeface="宋体" panose="02010600030101010101" pitchFamily="2" charset="-122"/>
                <a:cs typeface="Courier New" panose="02070309020205020404" pitchFamily="49" charset="0"/>
              </a:rPr>
              <a:t>7.2</a:t>
            </a:r>
            <a:endParaRPr lang="zh-CN" altLang="en-US" sz="1600" b="1" dirty="0">
              <a:solidFill>
                <a:srgbClr val="C00000"/>
              </a:solidFill>
              <a:effectLst>
                <a:outerShdw blurRad="38100" dist="38100" dir="2700000" algn="tl">
                  <a:srgbClr val="000000">
                    <a:alpha val="43137"/>
                  </a:srgbClr>
                </a:outerShdw>
              </a:effectLst>
              <a:latin typeface="宋体" panose="02010600030101010101" pitchFamily="2" charset="-122"/>
              <a:cs typeface="Courier New" panose="02070309020205020404" pitchFamily="49" charset="0"/>
            </a:endParaRPr>
          </a:p>
          <a:p>
            <a:pPr eaLnBrk="1" hangingPunct="1">
              <a:lnSpc>
                <a:spcPct val="125000"/>
              </a:lnSpc>
              <a:spcBef>
                <a:spcPct val="0"/>
              </a:spcBef>
              <a:buClrTx/>
              <a:buSzTx/>
              <a:buFont typeface="Wingdings" panose="05000000000000000000" pitchFamily="2" charset="2"/>
              <a:buNone/>
            </a:pPr>
            <a:r>
              <a:rPr lang="en-US" altLang="zh-CN" sz="1600" b="1" dirty="0">
                <a:solidFill>
                  <a:srgbClr val="0000FF"/>
                </a:solidFill>
                <a:latin typeface="Courier New" panose="02070309020205020404" pitchFamily="49" charset="0"/>
                <a:cs typeface="Courier New" panose="02070309020205020404" pitchFamily="49" charset="0"/>
              </a:rPr>
              <a:t>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default</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600" b="1" dirty="0">
                <a:latin typeface="Courier New" panose="02070309020205020404" pitchFamily="49" charset="0"/>
                <a:cs typeface="Courier New" panose="02070309020205020404" pitchFamily="49" charset="0"/>
              </a:rPr>
              <a:t> NULL;</a:t>
            </a:r>
          </a:p>
          <a:p>
            <a:pPr eaLnBrk="1" hangingPunct="1">
              <a:lnSpc>
                <a:spcPct val="125000"/>
              </a:lnSpc>
              <a:spcBef>
                <a:spcPct val="0"/>
              </a:spcBef>
              <a:buClrTx/>
              <a:buSzTx/>
              <a:buFont typeface="Wingdings" panose="05000000000000000000" pitchFamily="2" charset="2"/>
              <a:buNone/>
            </a:pPr>
            <a:r>
              <a:rPr lang="zh-CN" altLang="en-US" sz="1600" b="1" dirty="0">
                <a:latin typeface="Courier New" panose="02070309020205020404" pitchFamily="49" charset="0"/>
                <a:cs typeface="Courier New" panose="02070309020205020404" pitchFamily="49" charset="0"/>
              </a:rPr>
              <a:t>   </a:t>
            </a: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endParaRPr>
          </a:p>
          <a:p>
            <a:pPr eaLnBrk="1" hangingPunct="1">
              <a:lnSpc>
                <a:spcPct val="125000"/>
              </a:lnSpc>
              <a:spcBef>
                <a:spcPct val="0"/>
              </a:spcBef>
              <a:buClrTx/>
              <a:buSzTx/>
              <a:buFont typeface="Arial" panose="020B0604020202020204" pitchFamily="34" charset="0"/>
              <a:buNone/>
            </a:pPr>
            <a:r>
              <a:rPr lang="en-US" altLang="zh-CN"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rPr>
              <a:t>}</a:t>
            </a:r>
            <a:endParaRPr lang="zh-CN" altLang="en-US" sz="1600"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Calibri" panose="020F0502020204030204" pitchFamily="34" charset="0"/>
            </a:endParaRPr>
          </a:p>
        </p:txBody>
      </p:sp>
      <p:sp>
        <p:nvSpPr>
          <p:cNvPr id="8" name="矩形: 圆角 7">
            <a:extLst>
              <a:ext uri="{FF2B5EF4-FFF2-40B4-BE49-F238E27FC236}">
                <a16:creationId xmlns:a16="http://schemas.microsoft.com/office/drawing/2014/main" id="{3638E772-ADA4-48DA-9DE6-2795F01AA504}"/>
              </a:ext>
            </a:extLst>
          </p:cNvPr>
          <p:cNvSpPr/>
          <p:nvPr/>
        </p:nvSpPr>
        <p:spPr>
          <a:xfrm>
            <a:off x="1360949" y="258129"/>
            <a:ext cx="5493543" cy="473391"/>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7.1</a:t>
            </a:r>
            <a:r>
              <a:rPr lang="zh-CN" altLang="en-US" sz="2400" b="1" dirty="0">
                <a:solidFill>
                  <a:srgbClr val="C00000"/>
                </a:solidFill>
                <a:effectLst>
                  <a:outerShdw blurRad="38100" dist="38100" dir="2700000" algn="tl">
                    <a:srgbClr val="000000">
                      <a:alpha val="43137"/>
                    </a:srgbClr>
                  </a:outerShdw>
                </a:effectLst>
              </a:rPr>
              <a:t>和</a:t>
            </a:r>
            <a:r>
              <a:rPr lang="en-US" altLang="zh-CN" sz="2400" b="1" dirty="0">
                <a:solidFill>
                  <a:srgbClr val="C00000"/>
                </a:solidFill>
                <a:effectLst>
                  <a:outerShdw blurRad="38100" dist="38100" dir="2700000" algn="tl">
                    <a:srgbClr val="000000">
                      <a:alpha val="43137"/>
                    </a:srgbClr>
                  </a:outerShdw>
                </a:effectLst>
              </a:rPr>
              <a:t>7.2  </a:t>
            </a:r>
            <a:r>
              <a:rPr lang="zh-CN" altLang="en-US" sz="2400" b="1" dirty="0">
                <a:solidFill>
                  <a:srgbClr val="041ABC"/>
                </a:solidFill>
                <a:effectLst>
                  <a:outerShdw blurRad="38100" dist="38100" dir="2700000" algn="tl">
                    <a:srgbClr val="000000">
                      <a:alpha val="43137"/>
                    </a:srgbClr>
                  </a:outerShdw>
                </a:effectLst>
              </a:rPr>
              <a:t>无向网的邻接矩阵构造</a:t>
            </a:r>
          </a:p>
        </p:txBody>
      </p:sp>
      <p:sp>
        <p:nvSpPr>
          <p:cNvPr id="9" name="文本框 8">
            <a:extLst>
              <a:ext uri="{FF2B5EF4-FFF2-40B4-BE49-F238E27FC236}">
                <a16:creationId xmlns:a16="http://schemas.microsoft.com/office/drawing/2014/main" id="{7BA87957-949D-4082-BFBC-A82989888C83}"/>
              </a:ext>
            </a:extLst>
          </p:cNvPr>
          <p:cNvSpPr txBox="1"/>
          <p:nvPr/>
        </p:nvSpPr>
        <p:spPr>
          <a:xfrm>
            <a:off x="352563" y="999153"/>
            <a:ext cx="9316662" cy="1973425"/>
          </a:xfrm>
          <a:prstGeom prst="rect">
            <a:avLst/>
          </a:prstGeom>
          <a:noFill/>
        </p:spPr>
        <p:txBody>
          <a:bodyPr wrap="square" rtlCol="0">
            <a:spAutoFit/>
          </a:bodyPr>
          <a:lstStyle/>
          <a:p>
            <a:pPr>
              <a:lnSpc>
                <a:spcPct val="114000"/>
              </a:lnSpc>
            </a:pPr>
            <a:r>
              <a:rPr lang="zh-CN" altLang="en-US"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算法</a:t>
            </a:r>
            <a:r>
              <a:rPr lang="en-US" altLang="zh-CN"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7.1</a:t>
            </a:r>
            <a:r>
              <a:rPr lang="zh-CN" altLang="en-US" b="1" dirty="0">
                <a:latin typeface="Courier New" panose="02070309020205020404" pitchFamily="49" charset="0"/>
                <a:ea typeface="宋体" panose="02010600030101010101" pitchFamily="2" charset="-122"/>
                <a:cs typeface="Courier New" panose="02070309020205020404" pitchFamily="49" charset="0"/>
              </a:rPr>
              <a:t>提供了构造图的数组（邻接矩阵）表示的统一接口</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b="1" kern="10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en-US" b="1" kern="100" dirty="0">
                <a:latin typeface="Courier New" panose="02070309020205020404" pitchFamily="49" charset="0"/>
                <a:ea typeface="宋体" panose="02010600030101010101" pitchFamily="2" charset="-122"/>
                <a:cs typeface="Courier New" panose="02070309020205020404" pitchFamily="49" charset="0"/>
              </a:rPr>
              <a:t>参数包括要构建的图</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G</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及其种类</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kind</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n</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个顶点的序列</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v</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e</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条边或弧的三元组序列</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b="1" kern="10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en-US" b="1" kern="100" dirty="0">
                <a:latin typeface="Courier New" panose="02070309020205020404" pitchFamily="49" charset="0"/>
                <a:ea typeface="宋体" panose="02010600030101010101" pitchFamily="2" charset="-122"/>
                <a:cs typeface="Courier New" panose="02070309020205020404" pitchFamily="49" charset="0"/>
              </a:rPr>
              <a:t>右边的无向网，顶点为字符类型</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char</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，传递给参数</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v</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的是字符串</a:t>
            </a:r>
            <a:r>
              <a:rPr lang="en-US" altLang="zh-CN" b="1"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”ABCDE”</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b="1" kern="10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en-US" b="1" kern="100" dirty="0">
                <a:latin typeface="Courier New" panose="02070309020205020404" pitchFamily="49" charset="0"/>
                <a:ea typeface="宋体" panose="02010600030101010101" pitchFamily="2" charset="-122"/>
                <a:cs typeface="Courier New" panose="02070309020205020404" pitchFamily="49" charset="0"/>
              </a:rPr>
              <a:t>边的三元组由其两个顶点和权值构成，如边               的三元组为：</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{A,B,5}</a:t>
            </a:r>
          </a:p>
          <a:p>
            <a:pPr>
              <a:lnSpc>
                <a:spcPct val="114000"/>
              </a:lnSpc>
            </a:pPr>
            <a:endParaRPr lang="en-US" altLang="zh-CN" b="1" kern="10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en-US" b="1" kern="100" dirty="0">
                <a:latin typeface="Courier New" panose="02070309020205020404" pitchFamily="49" charset="0"/>
                <a:ea typeface="宋体" panose="02010600030101010101" pitchFamily="2" charset="-122"/>
                <a:cs typeface="Courier New" panose="02070309020205020404" pitchFamily="49" charset="0"/>
              </a:rPr>
              <a:t>传递给参数</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的是序列：</a:t>
            </a:r>
            <a:r>
              <a:rPr lang="en-US" altLang="zh-CN" b="1" dirty="0">
                <a:solidFill>
                  <a:srgbClr val="C00000"/>
                </a:solidFill>
                <a:latin typeface="Courier New" panose="02070309020205020404" pitchFamily="49" charset="0"/>
                <a:cs typeface="Courier New" panose="02070309020205020404" pitchFamily="49" charset="0"/>
              </a:rPr>
              <a:t>{{A,B,5},{E,C,4},{C,D,3},{D,A,8},{B,C,2},{E,B,7}}</a:t>
            </a:r>
            <a:endParaRPr lang="zh-CN" altLang="en-US" b="1" dirty="0">
              <a:solidFill>
                <a:srgbClr val="C00000"/>
              </a:solidFill>
              <a:latin typeface="Courier New" panose="02070309020205020404" pitchFamily="49" charset="0"/>
              <a:cs typeface="Courier New" panose="02070309020205020404" pitchFamily="49" charset="0"/>
            </a:endParaRPr>
          </a:p>
        </p:txBody>
      </p:sp>
      <p:grpSp>
        <p:nvGrpSpPr>
          <p:cNvPr id="10" name="组合 9">
            <a:extLst>
              <a:ext uri="{FF2B5EF4-FFF2-40B4-BE49-F238E27FC236}">
                <a16:creationId xmlns:a16="http://schemas.microsoft.com/office/drawing/2014/main" id="{48227410-5F51-4D38-BF51-D5741C0C6677}"/>
              </a:ext>
            </a:extLst>
          </p:cNvPr>
          <p:cNvGrpSpPr/>
          <p:nvPr/>
        </p:nvGrpSpPr>
        <p:grpSpPr>
          <a:xfrm>
            <a:off x="9969444" y="974912"/>
            <a:ext cx="1678086" cy="1741075"/>
            <a:chOff x="7526226" y="566238"/>
            <a:chExt cx="1678086" cy="1741075"/>
          </a:xfrm>
        </p:grpSpPr>
        <p:sp>
          <p:nvSpPr>
            <p:cNvPr id="11" name="椭圆 36">
              <a:extLst>
                <a:ext uri="{FF2B5EF4-FFF2-40B4-BE49-F238E27FC236}">
                  <a16:creationId xmlns:a16="http://schemas.microsoft.com/office/drawing/2014/main" id="{9ACD072A-0C89-40D7-B629-52C343AA6A97}"/>
                </a:ext>
              </a:extLst>
            </p:cNvPr>
            <p:cNvSpPr>
              <a:spLocks noChangeArrowheads="1"/>
            </p:cNvSpPr>
            <p:nvPr/>
          </p:nvSpPr>
          <p:spPr bwMode="auto">
            <a:xfrm>
              <a:off x="7534677" y="626405"/>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A</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sp>
          <p:nvSpPr>
            <p:cNvPr id="12" name="椭圆 37">
              <a:extLst>
                <a:ext uri="{FF2B5EF4-FFF2-40B4-BE49-F238E27FC236}">
                  <a16:creationId xmlns:a16="http://schemas.microsoft.com/office/drawing/2014/main" id="{9A9FE462-B764-4492-810A-4DDC11815FAD}"/>
                </a:ext>
              </a:extLst>
            </p:cNvPr>
            <p:cNvSpPr>
              <a:spLocks noChangeArrowheads="1"/>
            </p:cNvSpPr>
            <p:nvPr/>
          </p:nvSpPr>
          <p:spPr bwMode="auto">
            <a:xfrm>
              <a:off x="8808311" y="626405"/>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a:latin typeface="Courier New" panose="02070309020205020404" pitchFamily="49" charset="0"/>
                  <a:cs typeface="Courier New" panose="02070309020205020404" pitchFamily="49" charset="0"/>
                  <a:sym typeface="宋体" panose="02010600030101010101" pitchFamily="2" charset="-122"/>
                </a:rPr>
                <a:t>B</a:t>
              </a:r>
              <a:endParaRPr lang="zh-CN" altLang="en-US" sz="2400" b="1">
                <a:latin typeface="Courier New" panose="02070309020205020404" pitchFamily="49" charset="0"/>
                <a:cs typeface="Courier New" panose="02070309020205020404" pitchFamily="49" charset="0"/>
                <a:sym typeface="宋体" panose="02010600030101010101" pitchFamily="2" charset="-122"/>
              </a:endParaRPr>
            </a:p>
          </p:txBody>
        </p:sp>
        <p:sp>
          <p:nvSpPr>
            <p:cNvPr id="13" name="椭圆 38">
              <a:extLst>
                <a:ext uri="{FF2B5EF4-FFF2-40B4-BE49-F238E27FC236}">
                  <a16:creationId xmlns:a16="http://schemas.microsoft.com/office/drawing/2014/main" id="{FAEF67E2-A023-4544-AC59-A29EEBCA60F7}"/>
                </a:ext>
              </a:extLst>
            </p:cNvPr>
            <p:cNvSpPr>
              <a:spLocks noChangeArrowheads="1"/>
            </p:cNvSpPr>
            <p:nvPr/>
          </p:nvSpPr>
          <p:spPr bwMode="auto">
            <a:xfrm>
              <a:off x="7534677" y="1911313"/>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D</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sp>
          <p:nvSpPr>
            <p:cNvPr id="14" name="椭圆 39">
              <a:extLst>
                <a:ext uri="{FF2B5EF4-FFF2-40B4-BE49-F238E27FC236}">
                  <a16:creationId xmlns:a16="http://schemas.microsoft.com/office/drawing/2014/main" id="{23B40D67-AFCB-4CCD-B05F-60BB8E36B3DF}"/>
                </a:ext>
              </a:extLst>
            </p:cNvPr>
            <p:cNvSpPr>
              <a:spLocks noChangeArrowheads="1"/>
            </p:cNvSpPr>
            <p:nvPr/>
          </p:nvSpPr>
          <p:spPr bwMode="auto">
            <a:xfrm>
              <a:off x="8808312" y="1911313"/>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E</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cxnSp>
          <p:nvCxnSpPr>
            <p:cNvPr id="15" name="直接连接符 40">
              <a:extLst>
                <a:ext uri="{FF2B5EF4-FFF2-40B4-BE49-F238E27FC236}">
                  <a16:creationId xmlns:a16="http://schemas.microsoft.com/office/drawing/2014/main" id="{D4770208-29C5-4BDF-ACFD-A1356F1273F6}"/>
                </a:ext>
              </a:extLst>
            </p:cNvPr>
            <p:cNvCxnSpPr>
              <a:cxnSpLocks noChangeShapeType="1"/>
              <a:stCxn id="11" idx="6"/>
              <a:endCxn id="12" idx="2"/>
            </p:cNvCxnSpPr>
            <p:nvPr/>
          </p:nvCxnSpPr>
          <p:spPr bwMode="auto">
            <a:xfrm>
              <a:off x="7930677" y="824405"/>
              <a:ext cx="877634" cy="0"/>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16" name="直接连接符 41">
              <a:extLst>
                <a:ext uri="{FF2B5EF4-FFF2-40B4-BE49-F238E27FC236}">
                  <a16:creationId xmlns:a16="http://schemas.microsoft.com/office/drawing/2014/main" id="{3101E8F6-C6FB-47C8-8A62-0B8063328DBE}"/>
                </a:ext>
              </a:extLst>
            </p:cNvPr>
            <p:cNvCxnSpPr>
              <a:cxnSpLocks noChangeShapeType="1"/>
              <a:stCxn id="20" idx="5"/>
              <a:endCxn id="14" idx="1"/>
            </p:cNvCxnSpPr>
            <p:nvPr/>
          </p:nvCxnSpPr>
          <p:spPr bwMode="auto">
            <a:xfrm>
              <a:off x="8523773" y="1577192"/>
              <a:ext cx="342532" cy="392114"/>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17" name="直接连接符 42">
              <a:extLst>
                <a:ext uri="{FF2B5EF4-FFF2-40B4-BE49-F238E27FC236}">
                  <a16:creationId xmlns:a16="http://schemas.microsoft.com/office/drawing/2014/main" id="{C3851285-312C-4A8A-B971-D56A21D48011}"/>
                </a:ext>
              </a:extLst>
            </p:cNvPr>
            <p:cNvCxnSpPr>
              <a:cxnSpLocks noChangeShapeType="1"/>
              <a:stCxn id="13" idx="7"/>
              <a:endCxn id="20" idx="3"/>
            </p:cNvCxnSpPr>
            <p:nvPr/>
          </p:nvCxnSpPr>
          <p:spPr bwMode="auto">
            <a:xfrm flipV="1">
              <a:off x="7872684" y="1577192"/>
              <a:ext cx="371075" cy="392114"/>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18" name="直接连接符 43">
              <a:extLst>
                <a:ext uri="{FF2B5EF4-FFF2-40B4-BE49-F238E27FC236}">
                  <a16:creationId xmlns:a16="http://schemas.microsoft.com/office/drawing/2014/main" id="{326D162E-56CC-40FE-B4EE-D0F7323BF8DA}"/>
                </a:ext>
              </a:extLst>
            </p:cNvPr>
            <p:cNvCxnSpPr>
              <a:cxnSpLocks noChangeShapeType="1"/>
              <a:stCxn id="13" idx="0"/>
              <a:endCxn id="11" idx="4"/>
            </p:cNvCxnSpPr>
            <p:nvPr/>
          </p:nvCxnSpPr>
          <p:spPr bwMode="auto">
            <a:xfrm flipV="1">
              <a:off x="7732677" y="1022405"/>
              <a:ext cx="0" cy="88890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19" name="直线连接符 15">
              <a:extLst>
                <a:ext uri="{FF2B5EF4-FFF2-40B4-BE49-F238E27FC236}">
                  <a16:creationId xmlns:a16="http://schemas.microsoft.com/office/drawing/2014/main" id="{97227717-E0EC-4A2C-8398-FF179587EE0A}"/>
                </a:ext>
              </a:extLst>
            </p:cNvPr>
            <p:cNvCxnSpPr>
              <a:stCxn id="11" idx="6"/>
              <a:endCxn id="12" idx="2"/>
            </p:cNvCxnSpPr>
            <p:nvPr/>
          </p:nvCxnSpPr>
          <p:spPr>
            <a:xfrm>
              <a:off x="7930677" y="824405"/>
              <a:ext cx="877634" cy="0"/>
            </a:xfrm>
            <a:prstGeom prst="line">
              <a:avLst/>
            </a:prstGeom>
            <a:ln w="28575">
              <a:solidFill>
                <a:schemeClr val="tx1"/>
              </a:soli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cxnSp>
        <p:sp>
          <p:nvSpPr>
            <p:cNvPr id="20" name="椭圆 37">
              <a:extLst>
                <a:ext uri="{FF2B5EF4-FFF2-40B4-BE49-F238E27FC236}">
                  <a16:creationId xmlns:a16="http://schemas.microsoft.com/office/drawing/2014/main" id="{13801328-BD51-4075-9FB2-F67F5F26A72F}"/>
                </a:ext>
              </a:extLst>
            </p:cNvPr>
            <p:cNvSpPr>
              <a:spLocks noChangeArrowheads="1"/>
            </p:cNvSpPr>
            <p:nvPr/>
          </p:nvSpPr>
          <p:spPr bwMode="auto">
            <a:xfrm>
              <a:off x="8185766" y="1239185"/>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C</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cxnSp>
          <p:nvCxnSpPr>
            <p:cNvPr id="21" name="直接连接符 43">
              <a:extLst>
                <a:ext uri="{FF2B5EF4-FFF2-40B4-BE49-F238E27FC236}">
                  <a16:creationId xmlns:a16="http://schemas.microsoft.com/office/drawing/2014/main" id="{5AB218E7-2897-4614-9A23-49BC077191C7}"/>
                </a:ext>
              </a:extLst>
            </p:cNvPr>
            <p:cNvCxnSpPr>
              <a:cxnSpLocks noChangeShapeType="1"/>
            </p:cNvCxnSpPr>
            <p:nvPr/>
          </p:nvCxnSpPr>
          <p:spPr bwMode="auto">
            <a:xfrm flipV="1">
              <a:off x="9006311" y="1022405"/>
              <a:ext cx="0" cy="88890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22" name="直接连接符 42">
              <a:extLst>
                <a:ext uri="{FF2B5EF4-FFF2-40B4-BE49-F238E27FC236}">
                  <a16:creationId xmlns:a16="http://schemas.microsoft.com/office/drawing/2014/main" id="{468852D1-CD93-4B28-A1F5-1318B563E604}"/>
                </a:ext>
              </a:extLst>
            </p:cNvPr>
            <p:cNvCxnSpPr>
              <a:cxnSpLocks noChangeShapeType="1"/>
              <a:stCxn id="20" idx="7"/>
              <a:endCxn id="12" idx="3"/>
            </p:cNvCxnSpPr>
            <p:nvPr/>
          </p:nvCxnSpPr>
          <p:spPr bwMode="auto">
            <a:xfrm flipV="1">
              <a:off x="8523773" y="964412"/>
              <a:ext cx="342531" cy="332766"/>
            </a:xfrm>
            <a:prstGeom prst="line">
              <a:avLst/>
            </a:prstGeom>
            <a:noFill/>
            <a:ln w="28575">
              <a:solidFill>
                <a:schemeClr val="tx1"/>
              </a:solidFill>
              <a:round/>
            </a:ln>
            <a:extLst>
              <a:ext uri="{909E8E84-426E-40DD-AFC4-6F175D3DCCD1}">
                <a14:hiddenFill xmlns:a14="http://schemas.microsoft.com/office/drawing/2010/main">
                  <a:noFill/>
                </a14:hiddenFill>
              </a:ext>
            </a:extLst>
          </p:spPr>
        </p:cxnSp>
        <p:sp>
          <p:nvSpPr>
            <p:cNvPr id="23" name="文本框 22">
              <a:extLst>
                <a:ext uri="{FF2B5EF4-FFF2-40B4-BE49-F238E27FC236}">
                  <a16:creationId xmlns:a16="http://schemas.microsoft.com/office/drawing/2014/main" id="{0E3878B0-6E95-4B3A-A9DE-1F7FF3F29645}"/>
                </a:ext>
              </a:extLst>
            </p:cNvPr>
            <p:cNvSpPr txBox="1"/>
            <p:nvPr/>
          </p:nvSpPr>
          <p:spPr>
            <a:xfrm>
              <a:off x="8329970" y="566238"/>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5</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24" name="文本框 23">
              <a:extLst>
                <a:ext uri="{FF2B5EF4-FFF2-40B4-BE49-F238E27FC236}">
                  <a16:creationId xmlns:a16="http://schemas.microsoft.com/office/drawing/2014/main" id="{80946662-F004-4757-856F-A32489044215}"/>
                </a:ext>
              </a:extLst>
            </p:cNvPr>
            <p:cNvSpPr txBox="1"/>
            <p:nvPr/>
          </p:nvSpPr>
          <p:spPr>
            <a:xfrm>
              <a:off x="7526226" y="1310277"/>
              <a:ext cx="16468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8</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25" name="文本框 24">
              <a:extLst>
                <a:ext uri="{FF2B5EF4-FFF2-40B4-BE49-F238E27FC236}">
                  <a16:creationId xmlns:a16="http://schemas.microsoft.com/office/drawing/2014/main" id="{8FD7CDE8-9648-4D5F-9086-7FF68B161307}"/>
                </a:ext>
              </a:extLst>
            </p:cNvPr>
            <p:cNvSpPr txBox="1"/>
            <p:nvPr/>
          </p:nvSpPr>
          <p:spPr>
            <a:xfrm>
              <a:off x="8475428" y="942597"/>
              <a:ext cx="16468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2</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26" name="文本框 25">
              <a:extLst>
                <a:ext uri="{FF2B5EF4-FFF2-40B4-BE49-F238E27FC236}">
                  <a16:creationId xmlns:a16="http://schemas.microsoft.com/office/drawing/2014/main" id="{24A26984-4C69-4A2E-B007-743CA3DFC7A3}"/>
                </a:ext>
              </a:extLst>
            </p:cNvPr>
            <p:cNvSpPr txBox="1"/>
            <p:nvPr/>
          </p:nvSpPr>
          <p:spPr>
            <a:xfrm>
              <a:off x="8059240" y="1738494"/>
              <a:ext cx="16468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3</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27" name="文本框 26">
              <a:extLst>
                <a:ext uri="{FF2B5EF4-FFF2-40B4-BE49-F238E27FC236}">
                  <a16:creationId xmlns:a16="http://schemas.microsoft.com/office/drawing/2014/main" id="{A89E5529-CDCD-41BE-80F4-CD9111560582}"/>
                </a:ext>
              </a:extLst>
            </p:cNvPr>
            <p:cNvSpPr txBox="1"/>
            <p:nvPr/>
          </p:nvSpPr>
          <p:spPr>
            <a:xfrm>
              <a:off x="8475428" y="1731816"/>
              <a:ext cx="16468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4</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28" name="文本框 27">
              <a:extLst>
                <a:ext uri="{FF2B5EF4-FFF2-40B4-BE49-F238E27FC236}">
                  <a16:creationId xmlns:a16="http://schemas.microsoft.com/office/drawing/2014/main" id="{9D099A49-B1B6-41DD-84A4-F00D92172565}"/>
                </a:ext>
              </a:extLst>
            </p:cNvPr>
            <p:cNvSpPr txBox="1"/>
            <p:nvPr/>
          </p:nvSpPr>
          <p:spPr>
            <a:xfrm>
              <a:off x="8794999" y="1325126"/>
              <a:ext cx="16468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7</a:t>
              </a:r>
              <a:endParaRPr lang="zh-CN" altLang="en-US" sz="2200" b="1" dirty="0">
                <a:solidFill>
                  <a:srgbClr val="0000FF"/>
                </a:solidFill>
                <a:latin typeface="Courier New" panose="02070309020205020404" pitchFamily="49" charset="0"/>
                <a:cs typeface="Courier New" panose="02070309020205020404" pitchFamily="49" charset="0"/>
              </a:endParaRPr>
            </a:p>
          </p:txBody>
        </p:sp>
      </p:grpSp>
      <p:grpSp>
        <p:nvGrpSpPr>
          <p:cNvPr id="6" name="组合 5">
            <a:extLst>
              <a:ext uri="{FF2B5EF4-FFF2-40B4-BE49-F238E27FC236}">
                <a16:creationId xmlns:a16="http://schemas.microsoft.com/office/drawing/2014/main" id="{F07FE2C3-EFC6-4D6F-8759-63A0D47C0F04}"/>
              </a:ext>
            </a:extLst>
          </p:cNvPr>
          <p:cNvGrpSpPr/>
          <p:nvPr/>
        </p:nvGrpSpPr>
        <p:grpSpPr>
          <a:xfrm>
            <a:off x="5010894" y="2032114"/>
            <a:ext cx="1669634" cy="456167"/>
            <a:chOff x="5261183" y="2139249"/>
            <a:chExt cx="1669634" cy="456167"/>
          </a:xfrm>
        </p:grpSpPr>
        <p:sp>
          <p:nvSpPr>
            <p:cNvPr id="29" name="椭圆 36">
              <a:extLst>
                <a:ext uri="{FF2B5EF4-FFF2-40B4-BE49-F238E27FC236}">
                  <a16:creationId xmlns:a16="http://schemas.microsoft.com/office/drawing/2014/main" id="{6930B4F1-210E-40F7-91C7-119BE5F1C18C}"/>
                </a:ext>
              </a:extLst>
            </p:cNvPr>
            <p:cNvSpPr>
              <a:spLocks noChangeArrowheads="1"/>
            </p:cNvSpPr>
            <p:nvPr/>
          </p:nvSpPr>
          <p:spPr bwMode="auto">
            <a:xfrm>
              <a:off x="5261183" y="2199416"/>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A</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sp>
          <p:nvSpPr>
            <p:cNvPr id="30" name="椭圆 37">
              <a:extLst>
                <a:ext uri="{FF2B5EF4-FFF2-40B4-BE49-F238E27FC236}">
                  <a16:creationId xmlns:a16="http://schemas.microsoft.com/office/drawing/2014/main" id="{9F75A4C4-095B-4EB1-AF12-3C28BC988BF6}"/>
                </a:ext>
              </a:extLst>
            </p:cNvPr>
            <p:cNvSpPr>
              <a:spLocks noChangeArrowheads="1"/>
            </p:cNvSpPr>
            <p:nvPr/>
          </p:nvSpPr>
          <p:spPr bwMode="auto">
            <a:xfrm>
              <a:off x="6534817" y="2199416"/>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a:latin typeface="Courier New" panose="02070309020205020404" pitchFamily="49" charset="0"/>
                  <a:cs typeface="Courier New" panose="02070309020205020404" pitchFamily="49" charset="0"/>
                  <a:sym typeface="宋体" panose="02010600030101010101" pitchFamily="2" charset="-122"/>
                </a:rPr>
                <a:t>B</a:t>
              </a:r>
              <a:endParaRPr lang="zh-CN" altLang="en-US" sz="2400" b="1">
                <a:latin typeface="Courier New" panose="02070309020205020404" pitchFamily="49" charset="0"/>
                <a:cs typeface="Courier New" panose="02070309020205020404" pitchFamily="49" charset="0"/>
                <a:sym typeface="宋体" panose="02010600030101010101" pitchFamily="2" charset="-122"/>
              </a:endParaRPr>
            </a:p>
          </p:txBody>
        </p:sp>
        <p:cxnSp>
          <p:nvCxnSpPr>
            <p:cNvPr id="31" name="直线连接符 15">
              <a:extLst>
                <a:ext uri="{FF2B5EF4-FFF2-40B4-BE49-F238E27FC236}">
                  <a16:creationId xmlns:a16="http://schemas.microsoft.com/office/drawing/2014/main" id="{7AF59224-32FD-4343-A1B6-EBC7B9A58730}"/>
                </a:ext>
              </a:extLst>
            </p:cNvPr>
            <p:cNvCxnSpPr>
              <a:stCxn id="29" idx="6"/>
              <a:endCxn id="30" idx="2"/>
            </p:cNvCxnSpPr>
            <p:nvPr/>
          </p:nvCxnSpPr>
          <p:spPr>
            <a:xfrm>
              <a:off x="5657183" y="2397416"/>
              <a:ext cx="877634" cy="0"/>
            </a:xfrm>
            <a:prstGeom prst="line">
              <a:avLst/>
            </a:prstGeom>
            <a:ln w="28575">
              <a:solidFill>
                <a:schemeClr val="tx1"/>
              </a:soli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29E2DEBC-0561-4C0C-A371-D97C7248D361}"/>
                </a:ext>
              </a:extLst>
            </p:cNvPr>
            <p:cNvSpPr txBox="1"/>
            <p:nvPr/>
          </p:nvSpPr>
          <p:spPr>
            <a:xfrm>
              <a:off x="6056476" y="2139249"/>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5</a:t>
              </a:r>
              <a:endParaRPr lang="zh-CN" altLang="en-US" sz="2200" b="1" dirty="0">
                <a:solidFill>
                  <a:srgbClr val="0000FF"/>
                </a:solidFill>
                <a:latin typeface="Courier New" panose="02070309020205020404" pitchFamily="49" charset="0"/>
                <a:cs typeface="Courier New" panose="02070309020205020404"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up)">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up)">
                                      <p:cBhvr>
                                        <p:cTn id="12" dur="500"/>
                                        <p:tgtEl>
                                          <p:spTgt spid="9">
                                            <p:txEl>
                                              <p:pRg st="1" end="1"/>
                                            </p:txEl>
                                          </p:spTgt>
                                        </p:tgtEl>
                                      </p:cBhvr>
                                    </p:animEffect>
                                  </p:childTnLst>
                                </p:cTn>
                              </p:par>
                            </p:childTnLst>
                          </p:cTn>
                        </p:par>
                        <p:par>
                          <p:cTn id="13" fill="hold">
                            <p:stCondLst>
                              <p:cond delay="500"/>
                            </p:stCondLst>
                            <p:childTnLst>
                              <p:par>
                                <p:cTn id="14" presetID="42"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0"/>
                                        <p:tgtEl>
                                          <p:spTgt spid="10"/>
                                        </p:tgtEl>
                                      </p:cBhvr>
                                    </p:animEffect>
                                    <p:anim calcmode="lin" valueType="num">
                                      <p:cBhvr>
                                        <p:cTn id="17" dur="1000" fill="hold"/>
                                        <p:tgtEl>
                                          <p:spTgt spid="10"/>
                                        </p:tgtEl>
                                        <p:attrNameLst>
                                          <p:attrName>ppt_x</p:attrName>
                                        </p:attrNameLst>
                                      </p:cBhvr>
                                      <p:tavLst>
                                        <p:tav tm="0">
                                          <p:val>
                                            <p:strVal val="#ppt_x"/>
                                          </p:val>
                                        </p:tav>
                                        <p:tav tm="100000">
                                          <p:val>
                                            <p:strVal val="#ppt_x"/>
                                          </p:val>
                                        </p:tav>
                                      </p:tavLst>
                                    </p:anim>
                                    <p:anim calcmode="lin" valueType="num">
                                      <p:cBhvr>
                                        <p:cTn id="1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animEffect transition="in" filter="wipe(up)">
                                      <p:cBhvr>
                                        <p:cTn id="23" dur="500"/>
                                        <p:tgtEl>
                                          <p:spTgt spid="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9">
                                            <p:txEl>
                                              <p:pRg st="3" end="3"/>
                                            </p:txEl>
                                          </p:spTgt>
                                        </p:tgtEl>
                                        <p:attrNameLst>
                                          <p:attrName>style.visibility</p:attrName>
                                        </p:attrNameLst>
                                      </p:cBhvr>
                                      <p:to>
                                        <p:strVal val="visible"/>
                                      </p:to>
                                    </p:set>
                                    <p:animEffect transition="in" filter="wipe(up)">
                                      <p:cBhvr>
                                        <p:cTn id="28" dur="500"/>
                                        <p:tgtEl>
                                          <p:spTgt spid="9">
                                            <p:txEl>
                                              <p:pRg st="3" end="3"/>
                                            </p:txEl>
                                          </p:spTgt>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9">
                                            <p:txEl>
                                              <p:pRg st="5" end="5"/>
                                            </p:txEl>
                                          </p:spTgt>
                                        </p:tgtEl>
                                        <p:attrNameLst>
                                          <p:attrName>style.visibility</p:attrName>
                                        </p:attrNameLst>
                                      </p:cBhvr>
                                      <p:to>
                                        <p:strVal val="visible"/>
                                      </p:to>
                                    </p:set>
                                    <p:animEffect transition="in" filter="wipe(up)">
                                      <p:cBhvr>
                                        <p:cTn id="37"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78659">
            <a:extLst>
              <a:ext uri="{FF2B5EF4-FFF2-40B4-BE49-F238E27FC236}">
                <a16:creationId xmlns:a16="http://schemas.microsoft.com/office/drawing/2014/main" id="{86A950B5-1D8B-4A08-A3E9-B1E7BA780EFE}"/>
              </a:ext>
            </a:extLst>
          </p:cNvPr>
          <p:cNvSpPr>
            <a:spLocks noChangeArrowheads="1"/>
          </p:cNvSpPr>
          <p:nvPr/>
        </p:nvSpPr>
        <p:spPr bwMode="auto">
          <a:xfrm>
            <a:off x="458204" y="2822499"/>
            <a:ext cx="11275592" cy="3693319"/>
          </a:xfrm>
          <a:prstGeom prst="rect">
            <a:avLst/>
          </a:prstGeom>
          <a:solidFill>
            <a:schemeClr val="bg2"/>
          </a:solidFill>
          <a:ln>
            <a:noFill/>
          </a:ln>
        </p:spPr>
        <p:txBody>
          <a:bodyPr wrap="square">
            <a:spAutoFit/>
          </a:bodyPr>
          <a:lstStyle/>
          <a:p>
            <a:pPr>
              <a:buFont typeface="Arial" panose="020B0604020202020204" pitchFamily="34" charset="0"/>
              <a:buNone/>
            </a:pPr>
            <a:r>
              <a:rPr lang="en-US" altLang="zh-CN" b="1" dirty="0">
                <a:solidFill>
                  <a:srgbClr val="0000FF"/>
                </a:solidFill>
                <a:latin typeface="Courier New" panose="02070309020205020404" pitchFamily="49" charset="0"/>
                <a:cs typeface="Courier New" panose="02070309020205020404" pitchFamily="49" charset="0"/>
              </a:rPr>
              <a:t>#</a:t>
            </a:r>
            <a:r>
              <a:rPr lang="en-US"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define</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INFINITY INT_MAX;  </a:t>
            </a:r>
            <a:r>
              <a:rPr lang="en-US" altLang="zh-CN" dirty="0">
                <a:solidFill>
                  <a:srgbClr val="0070C0"/>
                </a:solidFill>
                <a:latin typeface="Courier New" panose="02070309020205020404" pitchFamily="49" charset="0"/>
                <a:cs typeface="Courier New" panose="02070309020205020404" pitchFamily="49" charset="0"/>
              </a:rPr>
              <a:t>// </a:t>
            </a:r>
            <a:r>
              <a:rPr lang="zh-CN" altLang="en-US" dirty="0">
                <a:solidFill>
                  <a:srgbClr val="0070C0"/>
                </a:solidFill>
                <a:latin typeface="Courier New" panose="02070309020205020404" pitchFamily="49" charset="0"/>
                <a:cs typeface="Courier New" panose="02070309020205020404" pitchFamily="49" charset="0"/>
              </a:rPr>
              <a:t>权值的</a:t>
            </a:r>
            <a:r>
              <a:rPr lang="zh-CN" altLang="zh-CN" dirty="0">
                <a:solidFill>
                  <a:srgbClr val="0070C0"/>
                </a:solidFill>
                <a:latin typeface="Courier New" panose="02070309020205020404" pitchFamily="49" charset="0"/>
                <a:cs typeface="Courier New" panose="02070309020205020404" pitchFamily="49" charset="0"/>
              </a:rPr>
              <a:t>最大值</a:t>
            </a:r>
            <a:r>
              <a:rPr lang="zh-CN" altLang="en-US" dirty="0">
                <a:solidFill>
                  <a:srgbClr val="0070C0"/>
                </a:solidFill>
                <a:latin typeface="Courier New" panose="02070309020205020404" pitchFamily="49" charset="0"/>
                <a:cs typeface="Courier New" panose="02070309020205020404" pitchFamily="49" charset="0"/>
              </a:rPr>
              <a:t>∞</a:t>
            </a:r>
            <a:r>
              <a:rPr lang="en-CN" altLang="zh-CN" dirty="0">
                <a:solidFill>
                  <a:srgbClr val="0070C0"/>
                </a:solidFill>
                <a:latin typeface="Courier New" panose="02070309020205020404" pitchFamily="49" charset="0"/>
                <a:cs typeface="Courier New" panose="02070309020205020404" pitchFamily="49" charset="0"/>
              </a:rPr>
              <a:t> </a:t>
            </a:r>
            <a:endParaRPr lang="en-US" altLang="zh-CN" dirty="0">
              <a:solidFill>
                <a:srgbClr val="0070C0"/>
              </a:solidFill>
              <a:latin typeface="Courier New" panose="02070309020205020404" pitchFamily="49" charset="0"/>
              <a:cs typeface="Courier New" panose="02070309020205020404" pitchFamily="49" charset="0"/>
            </a:endParaRPr>
          </a:p>
          <a:p>
            <a:r>
              <a:rPr lang="en-US"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typedef </a:t>
            </a:r>
            <a:r>
              <a:rPr lang="en-US" altLang="zh-CN" b="1" dirty="0" err="1">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enum</a:t>
            </a:r>
            <a:r>
              <a:rPr lang="en-US"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b="1" dirty="0">
                <a:solidFill>
                  <a:srgbClr val="000000"/>
                </a:solidFill>
                <a:latin typeface="Courier New" panose="02070309020205020404" pitchFamily="49" charset="0"/>
                <a:cs typeface="Courier New" panose="02070309020205020404" pitchFamily="49" charset="0"/>
              </a:rPr>
              <a:t> DG, DN, UDG, UDN </a:t>
            </a:r>
            <a:r>
              <a:rPr lang="en-US" altLang="zh-CN" b="1"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b="1" dirty="0">
                <a:solidFill>
                  <a:srgbClr val="000000"/>
                </a:solidFill>
                <a:latin typeface="Courier New" panose="02070309020205020404" pitchFamily="49" charset="0"/>
                <a:cs typeface="Courier New" panose="02070309020205020404" pitchFamily="49" charset="0"/>
              </a:rPr>
              <a:t> </a:t>
            </a:r>
            <a:r>
              <a:rPr lang="en-US" altLang="zh-CN" b="1" dirty="0" err="1">
                <a:solidFill>
                  <a:srgbClr val="000000"/>
                </a:solidFill>
                <a:latin typeface="Courier New" panose="02070309020205020404" pitchFamily="49" charset="0"/>
                <a:cs typeface="Courier New" panose="02070309020205020404" pitchFamily="49" charset="0"/>
              </a:rPr>
              <a:t>GraphKind</a:t>
            </a:r>
            <a:r>
              <a:rPr lang="en-US" altLang="zh-CN" b="1" dirty="0">
                <a:solidFill>
                  <a:srgbClr val="000000"/>
                </a:solidFill>
                <a:latin typeface="Courier New" panose="02070309020205020404" pitchFamily="49" charset="0"/>
                <a:cs typeface="Courier New" panose="02070309020205020404" pitchFamily="49" charset="0"/>
              </a:rPr>
              <a:t>; </a:t>
            </a:r>
          </a:p>
          <a:p>
            <a:r>
              <a:rPr lang="en-US" altLang="zh-CN" b="1" dirty="0">
                <a:solidFill>
                  <a:srgbClr val="0070C0"/>
                </a:solidFill>
                <a:latin typeface="Courier New" panose="02070309020205020404" pitchFamily="49" charset="0"/>
                <a:cs typeface="Courier New" panose="02070309020205020404" pitchFamily="49" charset="0"/>
              </a:rPr>
              <a:t>       </a:t>
            </a:r>
            <a:r>
              <a:rPr lang="en-US" altLang="zh-CN" dirty="0">
                <a:solidFill>
                  <a:srgbClr val="0070C0"/>
                </a:solidFill>
                <a:latin typeface="Courier New" panose="02070309020205020404" pitchFamily="49" charset="0"/>
                <a:cs typeface="Courier New" panose="02070309020205020404" pitchFamily="49" charset="0"/>
              </a:rPr>
              <a:t>// </a:t>
            </a:r>
            <a:r>
              <a:rPr lang="zh-CN" altLang="zh-CN" dirty="0">
                <a:solidFill>
                  <a:srgbClr val="0070C0"/>
                </a:solidFill>
                <a:latin typeface="Courier New" panose="02070309020205020404" pitchFamily="49" charset="0"/>
                <a:cs typeface="Courier New" panose="02070309020205020404" pitchFamily="49" charset="0"/>
              </a:rPr>
              <a:t>作为有向图、有向网、无向图、无向网的种类标志</a:t>
            </a:r>
            <a:r>
              <a:rPr lang="en-CN" altLang="zh-CN" dirty="0">
                <a:solidFill>
                  <a:srgbClr val="0070C0"/>
                </a:solidFill>
                <a:latin typeface="Courier New" panose="02070309020205020404" pitchFamily="49" charset="0"/>
                <a:cs typeface="Courier New" panose="02070309020205020404" pitchFamily="49" charset="0"/>
              </a:rPr>
              <a:t> </a:t>
            </a:r>
            <a:endParaRPr lang="en-US" altLang="zh-CN" dirty="0">
              <a:solidFill>
                <a:srgbClr val="0070C0"/>
              </a:solidFill>
              <a:latin typeface="Courier New" panose="02070309020205020404" pitchFamily="49" charset="0"/>
              <a:cs typeface="Courier New" panose="02070309020205020404" pitchFamily="49" charset="0"/>
            </a:endParaRPr>
          </a:p>
          <a:p>
            <a:pPr>
              <a:buNone/>
            </a:pPr>
            <a:r>
              <a:rPr lang="en-US"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typedef</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VRType</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AdjMatrix</a:t>
            </a:r>
            <a:r>
              <a:rPr lang="en-US" altLang="zh-CN" b="1" dirty="0">
                <a:latin typeface="Courier New" panose="02070309020205020404" pitchFamily="49" charset="0"/>
                <a:cs typeface="Courier New" panose="02070309020205020404" pitchFamily="49" charset="0"/>
              </a:rPr>
              <a:t>; </a:t>
            </a:r>
            <a:r>
              <a:rPr lang="en-US" altLang="zh-CN" dirty="0">
                <a:solidFill>
                  <a:srgbClr val="0070C0"/>
                </a:solidFill>
                <a:latin typeface="Courier New" panose="02070309020205020404" pitchFamily="49" charset="0"/>
                <a:cs typeface="Courier New" panose="02070309020205020404" pitchFamily="49" charset="0"/>
              </a:rPr>
              <a:t>// </a:t>
            </a:r>
            <a:r>
              <a:rPr lang="zh-CN" altLang="zh-CN" dirty="0">
                <a:solidFill>
                  <a:srgbClr val="0070C0"/>
                </a:solidFill>
                <a:latin typeface="Courier New" panose="02070309020205020404" pitchFamily="49" charset="0"/>
                <a:cs typeface="Courier New" panose="02070309020205020404" pitchFamily="49" charset="0"/>
              </a:rPr>
              <a:t>邻接矩阵</a:t>
            </a:r>
            <a:r>
              <a:rPr lang="zh-CN" altLang="en-US" dirty="0">
                <a:solidFill>
                  <a:srgbClr val="0070C0"/>
                </a:solidFill>
                <a:latin typeface="Courier New" panose="02070309020205020404" pitchFamily="49" charset="0"/>
                <a:cs typeface="Courier New" panose="02070309020205020404" pitchFamily="49" charset="0"/>
              </a:rPr>
              <a:t>为</a:t>
            </a:r>
            <a:r>
              <a:rPr lang="zh-CN" altLang="zh-CN" dirty="0">
                <a:solidFill>
                  <a:srgbClr val="0070C0"/>
                </a:solidFill>
                <a:latin typeface="Courier New" panose="02070309020205020404" pitchFamily="49" charset="0"/>
                <a:cs typeface="Courier New" panose="02070309020205020404" pitchFamily="49" charset="0"/>
              </a:rPr>
              <a:t>二重指针类型</a:t>
            </a:r>
            <a:r>
              <a:rPr lang="zh-CN" altLang="en-US" dirty="0">
                <a:solidFill>
                  <a:srgbClr val="0070C0"/>
                </a:solidFill>
                <a:latin typeface="Courier New" panose="02070309020205020404" pitchFamily="49" charset="0"/>
                <a:cs typeface="Courier New" panose="02070309020205020404" pitchFamily="49" charset="0"/>
              </a:rPr>
              <a:t>，</a:t>
            </a:r>
            <a:r>
              <a:rPr lang="zh-CN" altLang="zh-CN" dirty="0">
                <a:solidFill>
                  <a:srgbClr val="0070C0"/>
                </a:solidFill>
                <a:latin typeface="Courier New" panose="02070309020205020404" pitchFamily="49" charset="0"/>
                <a:cs typeface="Courier New" panose="02070309020205020404" pitchFamily="49" charset="0"/>
              </a:rPr>
              <a:t>图初建时动态分配空间</a:t>
            </a:r>
            <a:endParaRPr lang="en-US" altLang="zh-CN" dirty="0">
              <a:solidFill>
                <a:srgbClr val="0070C0"/>
              </a:solidFill>
              <a:latin typeface="Courier New" panose="02070309020205020404" pitchFamily="49" charset="0"/>
              <a:cs typeface="Courier New" panose="02070309020205020404" pitchFamily="49" charset="0"/>
            </a:endParaRPr>
          </a:p>
          <a:p>
            <a:pPr>
              <a:buNone/>
            </a:pPr>
            <a:r>
              <a:rPr lang="en-US" altLang="zh-CN" dirty="0">
                <a:solidFill>
                  <a:srgbClr val="0070C0"/>
                </a:solidFill>
                <a:latin typeface="Courier New" panose="02070309020205020404" pitchFamily="49" charset="0"/>
                <a:cs typeface="Courier New" panose="02070309020205020404" pitchFamily="49" charset="0"/>
              </a:rPr>
              <a:t>       // </a:t>
            </a:r>
            <a:r>
              <a:rPr lang="en-US" altLang="zh-CN" b="1" dirty="0" err="1">
                <a:solidFill>
                  <a:srgbClr val="0000FF"/>
                </a:solidFill>
                <a:latin typeface="Courier New" panose="02070309020205020404" pitchFamily="49" charset="0"/>
                <a:cs typeface="Courier New" panose="02070309020205020404" pitchFamily="49" charset="0"/>
              </a:rPr>
              <a:t>VRType</a:t>
            </a:r>
            <a:r>
              <a:rPr lang="zh-CN" altLang="en-US" dirty="0">
                <a:solidFill>
                  <a:srgbClr val="0070C0"/>
                </a:solidFill>
                <a:latin typeface="Courier New" panose="02070309020205020404" pitchFamily="49" charset="0"/>
                <a:cs typeface="Courier New" panose="02070309020205020404" pitchFamily="49" charset="0"/>
              </a:rPr>
              <a:t>是顶点的关系类型，作为邻接矩阵矩阵的元素类型，常用整型</a:t>
            </a:r>
            <a:r>
              <a:rPr lang="en-US" altLang="zh-CN" b="1" dirty="0">
                <a:solidFill>
                  <a:srgbClr val="0000FF"/>
                </a:solidFill>
                <a:latin typeface="Courier New" panose="02070309020205020404" pitchFamily="49" charset="0"/>
                <a:cs typeface="Courier New" panose="02070309020205020404" pitchFamily="49" charset="0"/>
              </a:rPr>
              <a:t>int</a:t>
            </a:r>
          </a:p>
          <a:p>
            <a:pPr>
              <a:buFont typeface="Arial" panose="020B0604020202020204" pitchFamily="34" charset="0"/>
              <a:buNone/>
            </a:pPr>
            <a:r>
              <a:rPr lang="en-US"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typedef</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struct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b="1" dirty="0">
                <a:solidFill>
                  <a:srgbClr val="000000"/>
                </a:solidFill>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VexType</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vexs</a:t>
            </a:r>
            <a:r>
              <a:rPr lang="en-US" altLang="zh-CN" b="1" dirty="0">
                <a:latin typeface="Courier New" panose="02070309020205020404" pitchFamily="49" charset="0"/>
                <a:cs typeface="Courier New" panose="02070309020205020404" pitchFamily="49" charset="0"/>
              </a:rPr>
              <a:t>;    </a:t>
            </a:r>
            <a:r>
              <a:rPr lang="en-US" altLang="zh-CN" dirty="0">
                <a:solidFill>
                  <a:srgbClr val="0070C0"/>
                </a:solidFill>
                <a:latin typeface="Courier New" panose="02070309020205020404" pitchFamily="49" charset="0"/>
                <a:cs typeface="Courier New" panose="02070309020205020404" pitchFamily="49" charset="0"/>
              </a:rPr>
              <a:t>// </a:t>
            </a:r>
            <a:r>
              <a:rPr lang="zh-CN" altLang="zh-CN" b="1" dirty="0">
                <a:solidFill>
                  <a:srgbClr val="0070C0"/>
                </a:solidFill>
                <a:latin typeface="Courier New" panose="02070309020205020404" pitchFamily="49" charset="0"/>
                <a:cs typeface="Courier New" panose="02070309020205020404" pitchFamily="49" charset="0"/>
              </a:rPr>
              <a:t>顶点</a:t>
            </a:r>
            <a:r>
              <a:rPr lang="zh-CN" altLang="en-US" b="1" dirty="0">
                <a:solidFill>
                  <a:srgbClr val="0070C0"/>
                </a:solidFill>
                <a:latin typeface="Courier New" panose="02070309020205020404" pitchFamily="49" charset="0"/>
                <a:cs typeface="Courier New" panose="02070309020205020404" pitchFamily="49" charset="0"/>
              </a:rPr>
              <a:t>向量</a:t>
            </a:r>
            <a:r>
              <a:rPr lang="zh-CN" altLang="en-US" dirty="0">
                <a:solidFill>
                  <a:srgbClr val="0070C0"/>
                </a:solidFill>
                <a:latin typeface="Courier New" panose="02070309020205020404" pitchFamily="49" charset="0"/>
                <a:cs typeface="Courier New" panose="02070309020205020404" pitchFamily="49" charset="0"/>
              </a:rPr>
              <a:t>。顶点类型</a:t>
            </a:r>
            <a:r>
              <a:rPr lang="en-US" altLang="zh-CN" b="1" dirty="0" err="1">
                <a:solidFill>
                  <a:srgbClr val="0000FF"/>
                </a:solidFill>
                <a:latin typeface="Courier New" panose="02070309020205020404" pitchFamily="49" charset="0"/>
                <a:cs typeface="Courier New" panose="02070309020205020404" pitchFamily="49" charset="0"/>
              </a:rPr>
              <a:t>VexType</a:t>
            </a:r>
            <a:r>
              <a:rPr lang="zh-CN" altLang="en-US" dirty="0">
                <a:solidFill>
                  <a:srgbClr val="0070C0"/>
                </a:solidFill>
                <a:latin typeface="Courier New" panose="02070309020205020404" pitchFamily="49" charset="0"/>
                <a:cs typeface="Courier New" panose="02070309020205020404" pitchFamily="49" charset="0"/>
              </a:rPr>
              <a:t>约定是字符类型</a:t>
            </a:r>
            <a:r>
              <a:rPr lang="en-US" altLang="zh-CN" b="1" dirty="0">
                <a:solidFill>
                  <a:srgbClr val="0000FF"/>
                </a:solidFill>
                <a:latin typeface="Courier New" panose="02070309020205020404" pitchFamily="49" charset="0"/>
                <a:cs typeface="Courier New" panose="02070309020205020404" pitchFamily="49" charset="0"/>
              </a:rPr>
              <a:t>char</a:t>
            </a:r>
            <a:r>
              <a:rPr lang="zh-CN" altLang="en-US" dirty="0">
                <a:solidFill>
                  <a:srgbClr val="0070C0"/>
                </a:solidFill>
                <a:latin typeface="Courier New" panose="02070309020205020404" pitchFamily="49" charset="0"/>
                <a:cs typeface="Courier New" panose="02070309020205020404" pitchFamily="49" charset="0"/>
              </a:rPr>
              <a:t>，除非特别说明</a:t>
            </a:r>
            <a:r>
              <a:rPr lang="en-US" altLang="zh-CN" dirty="0">
                <a:solidFill>
                  <a:srgbClr val="0070C0"/>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 </a:t>
            </a:r>
            <a:endParaRPr lang="en-CN"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AdjMatrix</a:t>
            </a:r>
            <a:r>
              <a:rPr lang="en-US" altLang="zh-CN" b="1" dirty="0">
                <a:latin typeface="Courier New" panose="02070309020205020404" pitchFamily="49" charset="0"/>
                <a:cs typeface="Courier New" panose="02070309020205020404" pitchFamily="49" charset="0"/>
              </a:rPr>
              <a:t>   arcs;    </a:t>
            </a:r>
            <a:r>
              <a:rPr lang="en-US" altLang="zh-CN" dirty="0">
                <a:solidFill>
                  <a:srgbClr val="0070C0"/>
                </a:solidFill>
                <a:latin typeface="Courier New" panose="02070309020205020404" pitchFamily="49" charset="0"/>
                <a:cs typeface="Courier New" panose="02070309020205020404" pitchFamily="49" charset="0"/>
              </a:rPr>
              <a:t>// </a:t>
            </a:r>
            <a:r>
              <a:rPr lang="zh-CN" altLang="zh-CN" b="1" dirty="0">
                <a:solidFill>
                  <a:srgbClr val="0070C0"/>
                </a:solidFill>
                <a:latin typeface="Courier New" panose="02070309020205020404" pitchFamily="49" charset="0"/>
                <a:cs typeface="Courier New" panose="02070309020205020404" pitchFamily="49" charset="0"/>
              </a:rPr>
              <a:t>邻接矩阵</a:t>
            </a:r>
            <a:endParaRPr lang="en-CN" altLang="zh-CN" b="1" dirty="0">
              <a:solidFill>
                <a:srgbClr val="0070C0"/>
              </a:solidFill>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int         </a:t>
            </a:r>
            <a:r>
              <a:rPr lang="en-US" altLang="zh-CN" b="1" dirty="0">
                <a:latin typeface="Courier New" panose="02070309020205020404" pitchFamily="49" charset="0"/>
                <a:cs typeface="Courier New" panose="02070309020205020404" pitchFamily="49" charset="0"/>
              </a:rPr>
              <a:t>n, a;    </a:t>
            </a:r>
            <a:r>
              <a:rPr lang="en-US" altLang="zh-CN" dirty="0">
                <a:solidFill>
                  <a:srgbClr val="0070C0"/>
                </a:solidFill>
                <a:latin typeface="Courier New" panose="02070309020205020404" pitchFamily="49" charset="0"/>
                <a:cs typeface="Courier New" panose="02070309020205020404" pitchFamily="49" charset="0"/>
              </a:rPr>
              <a:t>// </a:t>
            </a:r>
            <a:r>
              <a:rPr lang="zh-CN" altLang="zh-CN" b="1" dirty="0">
                <a:solidFill>
                  <a:srgbClr val="0070C0"/>
                </a:solidFill>
                <a:latin typeface="Courier New" panose="02070309020205020404" pitchFamily="49" charset="0"/>
                <a:cs typeface="Courier New" panose="02070309020205020404" pitchFamily="49" charset="0"/>
              </a:rPr>
              <a:t>顶点数</a:t>
            </a:r>
            <a:r>
              <a:rPr lang="zh-CN" altLang="zh-CN" dirty="0">
                <a:solidFill>
                  <a:srgbClr val="0070C0"/>
                </a:solidFill>
                <a:latin typeface="Courier New" panose="02070309020205020404" pitchFamily="49" charset="0"/>
                <a:cs typeface="Courier New" panose="02070309020205020404" pitchFamily="49" charset="0"/>
              </a:rPr>
              <a:t>与</a:t>
            </a:r>
            <a:r>
              <a:rPr lang="zh-CN" altLang="zh-CN" b="1" dirty="0">
                <a:solidFill>
                  <a:srgbClr val="0070C0"/>
                </a:solidFill>
                <a:latin typeface="Courier New" panose="02070309020205020404" pitchFamily="49" charset="0"/>
                <a:cs typeface="Courier New" panose="02070309020205020404" pitchFamily="49" charset="0"/>
              </a:rPr>
              <a:t>边数</a:t>
            </a:r>
            <a:endParaRPr lang="en-CN" altLang="zh-CN" b="1" dirty="0">
              <a:solidFill>
                <a:srgbClr val="0070C0"/>
              </a:solidFill>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GraphKind</a:t>
            </a:r>
            <a:r>
              <a:rPr lang="en-US" altLang="zh-CN" b="1" dirty="0">
                <a:latin typeface="Courier New" panose="02070309020205020404" pitchFamily="49" charset="0"/>
                <a:cs typeface="Courier New" panose="02070309020205020404" pitchFamily="49" charset="0"/>
              </a:rPr>
              <a:t>   kind;    </a:t>
            </a:r>
            <a:r>
              <a:rPr lang="en-US" altLang="zh-CN" dirty="0">
                <a:solidFill>
                  <a:srgbClr val="0070C0"/>
                </a:solidFill>
                <a:latin typeface="Courier New" panose="02070309020205020404" pitchFamily="49" charset="0"/>
                <a:cs typeface="Courier New" panose="02070309020205020404" pitchFamily="49" charset="0"/>
              </a:rPr>
              <a:t>// </a:t>
            </a:r>
            <a:r>
              <a:rPr lang="zh-CN" altLang="zh-CN" dirty="0">
                <a:solidFill>
                  <a:srgbClr val="0070C0"/>
                </a:solidFill>
                <a:latin typeface="Courier New" panose="02070309020205020404" pitchFamily="49" charset="0"/>
                <a:cs typeface="Courier New" panose="02070309020205020404" pitchFamily="49" charset="0"/>
              </a:rPr>
              <a:t>图的</a:t>
            </a:r>
            <a:r>
              <a:rPr lang="zh-CN" altLang="zh-CN" b="1" dirty="0">
                <a:solidFill>
                  <a:srgbClr val="0070C0"/>
                </a:solidFill>
                <a:latin typeface="Courier New" panose="02070309020205020404" pitchFamily="49" charset="0"/>
                <a:cs typeface="Courier New" panose="02070309020205020404" pitchFamily="49" charset="0"/>
              </a:rPr>
              <a:t>种类</a:t>
            </a:r>
            <a:r>
              <a:rPr lang="zh-CN" altLang="zh-CN" dirty="0">
                <a:solidFill>
                  <a:srgbClr val="0070C0"/>
                </a:solidFill>
                <a:latin typeface="Courier New" panose="02070309020205020404" pitchFamily="49" charset="0"/>
                <a:cs typeface="Courier New" panose="02070309020205020404" pitchFamily="49" charset="0"/>
              </a:rPr>
              <a:t>标志</a:t>
            </a:r>
            <a:endParaRPr lang="en-CN" altLang="zh-CN" dirty="0">
              <a:solidFill>
                <a:srgbClr val="0070C0"/>
              </a:solidFill>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int        </a:t>
            </a:r>
            <a:r>
              <a:rPr lang="en-US" altLang="zh-CN" b="1" dirty="0">
                <a:latin typeface="Courier New" panose="02070309020205020404" pitchFamily="49" charset="0"/>
                <a:cs typeface="Courier New" panose="02070309020205020404" pitchFamily="49" charset="0"/>
              </a:rPr>
              <a:t>*visited; </a:t>
            </a:r>
            <a:r>
              <a:rPr lang="en-US" altLang="zh-CN"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访问</a:t>
            </a:r>
            <a:r>
              <a:rPr lang="zh-CN" altLang="zh-CN" b="1" dirty="0">
                <a:solidFill>
                  <a:srgbClr val="0070C0"/>
                </a:solidFill>
                <a:latin typeface="Courier New" panose="02070309020205020404" pitchFamily="49" charset="0"/>
                <a:cs typeface="Courier New" panose="02070309020205020404" pitchFamily="49" charset="0"/>
              </a:rPr>
              <a:t>标志</a:t>
            </a:r>
            <a:r>
              <a:rPr lang="zh-CN" altLang="en-US" b="1" dirty="0">
                <a:solidFill>
                  <a:srgbClr val="0070C0"/>
                </a:solidFill>
                <a:latin typeface="Courier New" panose="02070309020205020404" pitchFamily="49" charset="0"/>
                <a:cs typeface="Courier New" panose="02070309020205020404" pitchFamily="49" charset="0"/>
              </a:rPr>
              <a:t>向量</a:t>
            </a:r>
            <a:r>
              <a:rPr lang="zh-CN" altLang="zh-CN" dirty="0">
                <a:solidFill>
                  <a:srgbClr val="0070C0"/>
                </a:solidFill>
                <a:latin typeface="Courier New" panose="02070309020205020404" pitchFamily="49" charset="0"/>
                <a:cs typeface="Courier New" panose="02070309020205020404" pitchFamily="49" charset="0"/>
              </a:rPr>
              <a:t>，可在使用时动态分配和回收</a:t>
            </a:r>
            <a:r>
              <a:rPr lang="zh-CN" altLang="en-US" dirty="0">
                <a:solidFill>
                  <a:srgbClr val="0070C0"/>
                </a:solidFill>
                <a:latin typeface="Courier New" panose="02070309020205020404" pitchFamily="49" charset="0"/>
                <a:cs typeface="Courier New" panose="02070309020205020404" pitchFamily="49" charset="0"/>
              </a:rPr>
              <a:t>，常用于图遍历时的访问标志</a:t>
            </a:r>
            <a:endParaRPr lang="en-US" altLang="zh-CN" dirty="0">
              <a:solidFill>
                <a:srgbClr val="0070C0"/>
              </a:solidFill>
              <a:latin typeface="Courier New" panose="02070309020205020404" pitchFamily="49" charset="0"/>
              <a:cs typeface="Courier New" panose="02070309020205020404" pitchFamily="49" charset="0"/>
            </a:endParaRPr>
          </a:p>
          <a:p>
            <a:r>
              <a:rPr lang="en-US" altLang="zh-CN" dirty="0">
                <a:solidFill>
                  <a:srgbClr val="0070C0"/>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dirty="0">
                <a:solidFill>
                  <a:srgbClr val="0070C0"/>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*curs;    </a:t>
            </a:r>
            <a:r>
              <a:rPr lang="en-US" altLang="zh-CN"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mn-ea"/>
                <a:cs typeface="Courier New" panose="02070309020205020404" pitchFamily="49" charset="0"/>
              </a:rPr>
              <a:t>迭代向量</a:t>
            </a:r>
            <a:r>
              <a:rPr lang="zh-CN" altLang="en-US" dirty="0">
                <a:solidFill>
                  <a:srgbClr val="0070C0"/>
                </a:solidFill>
                <a:latin typeface="Courier New" panose="02070309020205020404" pitchFamily="49" charset="0"/>
                <a:cs typeface="Courier New" panose="02070309020205020404" pitchFamily="49" charset="0"/>
              </a:rPr>
              <a:t>，支持</a:t>
            </a:r>
            <a:r>
              <a:rPr lang="en-US" altLang="zh-CN" b="1" dirty="0" err="1">
                <a:latin typeface="Courier New" panose="02070309020205020404" pitchFamily="49" charset="0"/>
                <a:cs typeface="Courier New" panose="02070309020205020404" pitchFamily="49" charset="0"/>
              </a:rPr>
              <a:t>FirstAdjVex</a:t>
            </a:r>
            <a:r>
              <a:rPr lang="zh-CN" altLang="en-US" b="1" dirty="0">
                <a:solidFill>
                  <a:srgbClr val="0070C0"/>
                </a:solidFill>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NextAdjVex</a:t>
            </a:r>
            <a:r>
              <a:rPr lang="zh-CN" altLang="en-US" dirty="0">
                <a:solidFill>
                  <a:srgbClr val="0070C0"/>
                </a:solidFill>
                <a:latin typeface="Courier New" panose="02070309020205020404" pitchFamily="49" charset="0"/>
                <a:cs typeface="Courier New" panose="02070309020205020404" pitchFamily="49" charset="0"/>
              </a:rPr>
              <a:t>等基本操作的实现</a:t>
            </a:r>
            <a:endParaRPr lang="en-CN" altLang="zh-CN" dirty="0">
              <a:solidFill>
                <a:srgbClr val="0070C0"/>
              </a:solidFill>
              <a:latin typeface="Courier New" panose="02070309020205020404" pitchFamily="49" charset="0"/>
              <a:cs typeface="Courier New" panose="02070309020205020404" pitchFamily="49" charset="0"/>
            </a:endParaRPr>
          </a:p>
          <a:p>
            <a:pPr>
              <a:buFont typeface="Arial" panose="020B0604020202020204" pitchFamily="34" charset="0"/>
              <a:buNone/>
            </a:pPr>
            <a:r>
              <a:rPr lang="en-US" altLang="zh-CN" b="1"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err="1">
                <a:solidFill>
                  <a:srgbClr val="000000"/>
                </a:solidFill>
                <a:latin typeface="Courier New" panose="02070309020205020404" pitchFamily="49" charset="0"/>
                <a:cs typeface="Courier New" panose="02070309020205020404" pitchFamily="49" charset="0"/>
              </a:rPr>
              <a:t>MGraph</a:t>
            </a:r>
            <a:r>
              <a:rPr lang="en-US" altLang="zh-CN" b="1" dirty="0">
                <a:solidFill>
                  <a:srgbClr val="000000"/>
                </a:solidFill>
                <a:latin typeface="Courier New" panose="02070309020205020404" pitchFamily="49" charset="0"/>
                <a:cs typeface="Courier New" panose="02070309020205020404" pitchFamily="49" charset="0"/>
              </a:rPr>
              <a:t>;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a:solidFill>
                  <a:srgbClr val="0070C0"/>
                </a:solidFill>
                <a:latin typeface="Courier New" panose="02070309020205020404" pitchFamily="49" charset="0"/>
                <a:cs typeface="Courier New" panose="02070309020205020404" pitchFamily="49" charset="0"/>
              </a:rPr>
              <a:t>// </a:t>
            </a:r>
            <a:r>
              <a:rPr lang="zh-CN" altLang="en-US" b="1" dirty="0">
                <a:solidFill>
                  <a:srgbClr val="0070C0"/>
                </a:solidFill>
                <a:latin typeface="Courier New" panose="02070309020205020404" pitchFamily="49" charset="0"/>
                <a:cs typeface="Courier New" panose="02070309020205020404" pitchFamily="49" charset="0"/>
              </a:rPr>
              <a:t>邻接矩阵类型</a:t>
            </a:r>
          </a:p>
        </p:txBody>
      </p:sp>
      <p:sp>
        <p:nvSpPr>
          <p:cNvPr id="3" name="矩形: 圆角 2">
            <a:extLst>
              <a:ext uri="{FF2B5EF4-FFF2-40B4-BE49-F238E27FC236}">
                <a16:creationId xmlns:a16="http://schemas.microsoft.com/office/drawing/2014/main" id="{D2339CAD-D6FB-435C-B6C4-72BA0AD3EFE5}"/>
              </a:ext>
            </a:extLst>
          </p:cNvPr>
          <p:cNvSpPr/>
          <p:nvPr/>
        </p:nvSpPr>
        <p:spPr>
          <a:xfrm>
            <a:off x="1383117" y="250806"/>
            <a:ext cx="5493543" cy="49958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7.1</a:t>
            </a:r>
            <a:r>
              <a:rPr lang="zh-CN" altLang="en-US" sz="2400" b="1" dirty="0">
                <a:solidFill>
                  <a:srgbClr val="C00000"/>
                </a:solidFill>
                <a:effectLst>
                  <a:outerShdw blurRad="38100" dist="38100" dir="2700000" algn="tl">
                    <a:srgbClr val="000000">
                      <a:alpha val="43137"/>
                    </a:srgbClr>
                  </a:outerShdw>
                </a:effectLst>
              </a:rPr>
              <a:t>和</a:t>
            </a:r>
            <a:r>
              <a:rPr lang="en-US" altLang="zh-CN" sz="2400" b="1" dirty="0">
                <a:solidFill>
                  <a:srgbClr val="C00000"/>
                </a:solidFill>
                <a:effectLst>
                  <a:outerShdw blurRad="38100" dist="38100" dir="2700000" algn="tl">
                    <a:srgbClr val="000000">
                      <a:alpha val="43137"/>
                    </a:srgbClr>
                  </a:outerShdw>
                </a:effectLst>
              </a:rPr>
              <a:t>7.2  </a:t>
            </a:r>
            <a:r>
              <a:rPr lang="zh-CN" altLang="en-US" sz="2400" b="1" dirty="0">
                <a:solidFill>
                  <a:srgbClr val="041ABC"/>
                </a:solidFill>
                <a:effectLst>
                  <a:outerShdw blurRad="38100" dist="38100" dir="2700000" algn="tl">
                    <a:srgbClr val="000000">
                      <a:alpha val="43137"/>
                    </a:srgbClr>
                  </a:outerShdw>
                </a:effectLst>
              </a:rPr>
              <a:t>无向网的邻接矩阵构造</a:t>
            </a:r>
          </a:p>
        </p:txBody>
      </p:sp>
      <p:sp>
        <p:nvSpPr>
          <p:cNvPr id="4" name="文本框 3">
            <a:extLst>
              <a:ext uri="{FF2B5EF4-FFF2-40B4-BE49-F238E27FC236}">
                <a16:creationId xmlns:a16="http://schemas.microsoft.com/office/drawing/2014/main" id="{E7033211-3EC2-452E-9487-6C832CBEE0C6}"/>
              </a:ext>
            </a:extLst>
          </p:cNvPr>
          <p:cNvSpPr txBox="1"/>
          <p:nvPr/>
        </p:nvSpPr>
        <p:spPr>
          <a:xfrm>
            <a:off x="601427" y="1017091"/>
            <a:ext cx="11003385" cy="1631280"/>
          </a:xfrm>
          <a:prstGeom prst="rect">
            <a:avLst/>
          </a:prstGeom>
          <a:noFill/>
        </p:spPr>
        <p:txBody>
          <a:bodyPr wrap="square" rtlCol="0">
            <a:spAutoFit/>
          </a:bodyPr>
          <a:lstStyle/>
          <a:p>
            <a:pPr>
              <a:lnSpc>
                <a:spcPct val="114000"/>
              </a:lnSpc>
            </a:pPr>
            <a:r>
              <a:rPr lang="zh-CN" altLang="en-US" b="1" dirty="0">
                <a:solidFill>
                  <a:srgbClr val="C00000"/>
                </a:solidFill>
                <a:latin typeface="宋体" panose="02010600030101010101" pitchFamily="2" charset="-122"/>
                <a:ea typeface="宋体" panose="02010600030101010101" pitchFamily="2" charset="-122"/>
              </a:rPr>
              <a:t>图</a:t>
            </a:r>
            <a:r>
              <a:rPr lang="zh-CN" altLang="en-US" b="1" dirty="0">
                <a:latin typeface="宋体" panose="02010600030101010101" pitchFamily="2" charset="-122"/>
                <a:ea typeface="宋体" panose="02010600030101010101" pitchFamily="2" charset="-122"/>
              </a:rPr>
              <a:t>有四种常用存储结构。第一种是</a:t>
            </a:r>
            <a:r>
              <a:rPr lang="zh-CN" altLang="en-US" b="1" dirty="0">
                <a:solidFill>
                  <a:srgbClr val="C00000"/>
                </a:solidFill>
                <a:latin typeface="宋体" panose="02010600030101010101" pitchFamily="2" charset="-122"/>
                <a:ea typeface="宋体" panose="02010600030101010101" pitchFamily="2" charset="-122"/>
              </a:rPr>
              <a:t>数组表示法</a:t>
            </a:r>
            <a:r>
              <a:rPr lang="zh-CN" altLang="en-US" b="1" dirty="0">
                <a:latin typeface="宋体" panose="02010600030101010101" pitchFamily="2" charset="-122"/>
                <a:ea typeface="宋体" panose="02010600030101010101" pitchFamily="2" charset="-122"/>
              </a:rPr>
              <a:t>，常称为</a:t>
            </a:r>
            <a:r>
              <a:rPr lang="zh-CN" altLang="en-US" b="1" dirty="0">
                <a:solidFill>
                  <a:srgbClr val="C00000"/>
                </a:solidFill>
                <a:latin typeface="宋体" panose="02010600030101010101" pitchFamily="2" charset="-122"/>
                <a:ea typeface="宋体" panose="02010600030101010101" pitchFamily="2" charset="-122"/>
              </a:rPr>
              <a:t>邻接矩阵</a:t>
            </a:r>
            <a:r>
              <a:rPr lang="zh-CN" altLang="en-US"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a:lnSpc>
                <a:spcPct val="114000"/>
              </a:lnSpc>
            </a:pPr>
            <a:r>
              <a:rPr lang="zh-CN" altLang="en-US" b="1" dirty="0">
                <a:latin typeface="宋体" panose="02010600030101010101" pitchFamily="2" charset="-122"/>
                <a:ea typeface="宋体" panose="02010600030101010101" pitchFamily="2" charset="-122"/>
              </a:rPr>
              <a:t>数组表示法的主要结构是顶点向量和邻接矩阵，都需要动态分配内存。</a:t>
            </a:r>
            <a:endParaRPr lang="en-US" altLang="zh-CN" b="1" dirty="0">
              <a:latin typeface="宋体" panose="02010600030101010101" pitchFamily="2" charset="-122"/>
              <a:ea typeface="宋体" panose="02010600030101010101" pitchFamily="2" charset="-122"/>
            </a:endParaRPr>
          </a:p>
          <a:p>
            <a:pPr>
              <a:lnSpc>
                <a:spcPct val="114000"/>
              </a:lnSpc>
            </a:pPr>
            <a:r>
              <a:rPr lang="zh-CN" altLang="en-US" b="1" dirty="0">
                <a:latin typeface="宋体" panose="02010600030101010101" pitchFamily="2" charset="-122"/>
                <a:ea typeface="宋体" panose="02010600030101010101" pitchFamily="2" charset="-122"/>
              </a:rPr>
              <a:t>每个顶点存储在一个结点，所有顶点结点构成顶点向量，其下标也作为顶点的序号，便于访问顶点以及在邻接矩阵中对应顶点之间的关系，即图的边或弧。顶点向量按顶点个数分配存储空间。</a:t>
            </a:r>
            <a:endParaRPr lang="en-US" altLang="zh-CN" b="1" dirty="0">
              <a:latin typeface="宋体" panose="02010600030101010101" pitchFamily="2" charset="-122"/>
              <a:ea typeface="宋体" panose="02010600030101010101" pitchFamily="2" charset="-122"/>
            </a:endParaRPr>
          </a:p>
          <a:p>
            <a:pPr>
              <a:lnSpc>
                <a:spcPct val="114000"/>
              </a:lnSpc>
            </a:pPr>
            <a:r>
              <a:rPr lang="zh-CN" altLang="en-US" b="1" dirty="0">
                <a:latin typeface="宋体" panose="02010600030101010101" pitchFamily="2" charset="-122"/>
                <a:ea typeface="宋体" panose="02010600030101010101" pitchFamily="2" charset="-122"/>
              </a:rPr>
              <a:t>常用的标志向量和迭代向量也封装在类型中，和顶点向量类似，也按顶点个数分配存储空间。</a:t>
            </a:r>
            <a:endParaRPr lang="en-US" altLang="zh-CN" b="1" dirty="0">
              <a:latin typeface="宋体" panose="02010600030101010101" pitchFamily="2" charset="-122"/>
              <a:ea typeface="宋体" panose="02010600030101010101" pitchFamily="2" charset="-122"/>
            </a:endParaRPr>
          </a:p>
        </p:txBody>
      </p:sp>
      <p:cxnSp>
        <p:nvCxnSpPr>
          <p:cNvPr id="6" name="直接连接符 5">
            <a:extLst>
              <a:ext uri="{FF2B5EF4-FFF2-40B4-BE49-F238E27FC236}">
                <a16:creationId xmlns:a16="http://schemas.microsoft.com/office/drawing/2014/main" id="{4AA4F078-B67D-4822-A788-E77B9D01342E}"/>
              </a:ext>
            </a:extLst>
          </p:cNvPr>
          <p:cNvCxnSpPr/>
          <p:nvPr/>
        </p:nvCxnSpPr>
        <p:spPr>
          <a:xfrm>
            <a:off x="928688" y="4787153"/>
            <a:ext cx="431566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1FEC7EB8-4EE3-4AC2-A996-92229BF1551E}"/>
              </a:ext>
            </a:extLst>
          </p:cNvPr>
          <p:cNvCxnSpPr/>
          <p:nvPr/>
        </p:nvCxnSpPr>
        <p:spPr>
          <a:xfrm>
            <a:off x="928688" y="5053853"/>
            <a:ext cx="431566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AE99EC53-F534-452D-B622-DE6146B90A40}"/>
              </a:ext>
            </a:extLst>
          </p:cNvPr>
          <p:cNvCxnSpPr/>
          <p:nvPr/>
        </p:nvCxnSpPr>
        <p:spPr>
          <a:xfrm>
            <a:off x="928688" y="5874124"/>
            <a:ext cx="431566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C19EEA59-14B2-403E-80F0-C84DC4EE066D}"/>
              </a:ext>
            </a:extLst>
          </p:cNvPr>
          <p:cNvCxnSpPr/>
          <p:nvPr/>
        </p:nvCxnSpPr>
        <p:spPr>
          <a:xfrm>
            <a:off x="928688" y="6156511"/>
            <a:ext cx="431566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8751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1000"/>
                                        <p:tgtEl>
                                          <p:spTgt spid="6"/>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1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xEl>
                                              <p:pRg st="2" end="2"/>
                                            </p:txEl>
                                          </p:spTgt>
                                        </p:tgtEl>
                                        <p:attrNameLst>
                                          <p:attrName>style.visibility</p:attrName>
                                        </p:attrNameLst>
                                      </p:cBhvr>
                                      <p:to>
                                        <p:strVal val="visible"/>
                                      </p:to>
                                    </p:set>
                                    <p:animEffect transition="in" filter="fade">
                                      <p:cBhvr>
                                        <p:cTn id="30" dur="1000"/>
                                        <p:tgtEl>
                                          <p:spTgt spid="4">
                                            <p:txEl>
                                              <p:pRg st="2" end="2"/>
                                            </p:txEl>
                                          </p:spTgt>
                                        </p:tgtEl>
                                      </p:cBhvr>
                                    </p:animEffect>
                                    <p:anim calcmode="lin" valueType="num">
                                      <p:cBhvr>
                                        <p:cTn id="31"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fade">
                                      <p:cBhvr>
                                        <p:cTn id="37" dur="1000"/>
                                        <p:tgtEl>
                                          <p:spTgt spid="4">
                                            <p:txEl>
                                              <p:pRg st="3" end="3"/>
                                            </p:txEl>
                                          </p:spTgt>
                                        </p:tgtEl>
                                      </p:cBhvr>
                                    </p:animEffect>
                                    <p:anim calcmode="lin" valueType="num">
                                      <p:cBhvr>
                                        <p:cTn id="3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1000"/>
                                        <p:tgtEl>
                                          <p:spTgt spid="8"/>
                                        </p:tgtEl>
                                      </p:cBhvr>
                                    </p:animEffect>
                                  </p:childTnLst>
                                </p:cTn>
                              </p:par>
                            </p:childTnLst>
                          </p:cTn>
                        </p:par>
                        <p:par>
                          <p:cTn id="44" fill="hold">
                            <p:stCondLst>
                              <p:cond delay="2000"/>
                            </p:stCondLst>
                            <p:childTnLst>
                              <p:par>
                                <p:cTn id="45" presetID="22" presetClass="entr" presetSubtype="8" fill="hold"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a:extLst>
              <a:ext uri="{FF2B5EF4-FFF2-40B4-BE49-F238E27FC236}">
                <a16:creationId xmlns:a16="http://schemas.microsoft.com/office/drawing/2014/main" id="{6FFA184F-7C6A-463E-92FD-8B31BBFCB3E2}"/>
              </a:ext>
            </a:extLst>
          </p:cNvPr>
          <p:cNvSpPr/>
          <p:nvPr/>
        </p:nvSpPr>
        <p:spPr>
          <a:xfrm>
            <a:off x="1431069" y="229658"/>
            <a:ext cx="5201678" cy="524030"/>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7.1</a:t>
            </a:r>
            <a:r>
              <a:rPr lang="zh-CN" altLang="en-US" sz="2400" b="1" dirty="0">
                <a:solidFill>
                  <a:srgbClr val="C00000"/>
                </a:solidFill>
                <a:effectLst>
                  <a:outerShdw blurRad="38100" dist="38100" dir="2700000" algn="tl">
                    <a:srgbClr val="000000">
                      <a:alpha val="43137"/>
                    </a:srgbClr>
                  </a:outerShdw>
                </a:effectLst>
              </a:rPr>
              <a:t>和</a:t>
            </a:r>
            <a:r>
              <a:rPr lang="en-US" altLang="zh-CN" sz="2400" b="1" dirty="0">
                <a:solidFill>
                  <a:srgbClr val="C00000"/>
                </a:solidFill>
                <a:effectLst>
                  <a:outerShdw blurRad="38100" dist="38100" dir="2700000" algn="tl">
                    <a:srgbClr val="000000">
                      <a:alpha val="43137"/>
                    </a:srgbClr>
                  </a:outerShdw>
                </a:effectLst>
              </a:rPr>
              <a:t>7.2  </a:t>
            </a:r>
            <a:r>
              <a:rPr lang="zh-CN" altLang="en-US" sz="2400" b="1" dirty="0">
                <a:solidFill>
                  <a:srgbClr val="041ABC"/>
                </a:solidFill>
                <a:effectLst>
                  <a:outerShdw blurRad="38100" dist="38100" dir="2700000" algn="tl">
                    <a:srgbClr val="000000">
                      <a:alpha val="43137"/>
                    </a:srgbClr>
                  </a:outerShdw>
                </a:effectLst>
              </a:rPr>
              <a:t>无向网的邻接矩阵构造</a:t>
            </a:r>
          </a:p>
        </p:txBody>
      </p:sp>
      <p:sp>
        <p:nvSpPr>
          <p:cNvPr id="4" name="文本框 3">
            <a:extLst>
              <a:ext uri="{FF2B5EF4-FFF2-40B4-BE49-F238E27FC236}">
                <a16:creationId xmlns:a16="http://schemas.microsoft.com/office/drawing/2014/main" id="{23490031-3BEA-4532-B0D5-F489BEDCC155}"/>
              </a:ext>
            </a:extLst>
          </p:cNvPr>
          <p:cNvSpPr txBox="1"/>
          <p:nvPr/>
        </p:nvSpPr>
        <p:spPr>
          <a:xfrm>
            <a:off x="469863" y="991701"/>
            <a:ext cx="6896625" cy="1695592"/>
          </a:xfrm>
          <a:prstGeom prst="rect">
            <a:avLst/>
          </a:prstGeom>
          <a:noFill/>
        </p:spPr>
        <p:txBody>
          <a:bodyPr wrap="square" rtlCol="0">
            <a:spAutoFit/>
          </a:bodyPr>
          <a:lstStyle/>
          <a:p>
            <a:pPr>
              <a:lnSpc>
                <a:spcPct val="114000"/>
              </a:lnSpc>
            </a:pPr>
            <a:r>
              <a:rPr lang="zh-CN" altLang="en-US" b="1" dirty="0">
                <a:latin typeface="+mn-ea"/>
                <a:cs typeface="Courier New" panose="02070309020205020404" pitchFamily="49" charset="0"/>
              </a:rPr>
              <a:t>邻接矩阵</a:t>
            </a:r>
            <a:r>
              <a:rPr lang="zh-CN" altLang="en-US" b="1" dirty="0">
                <a:latin typeface="Courier New" panose="02070309020205020404" pitchFamily="49" charset="0"/>
                <a:ea typeface="宋体" panose="02010600030101010101" pitchFamily="2" charset="-122"/>
                <a:cs typeface="Courier New" panose="02070309020205020404" pitchFamily="49" charset="0"/>
              </a:rPr>
              <a:t>定义为</a:t>
            </a:r>
            <a:r>
              <a:rPr lang="zh-CN" altLang="en-US" b="1" dirty="0">
                <a:latin typeface="+mn-ea"/>
                <a:cs typeface="Courier New" panose="02070309020205020404" pitchFamily="49" charset="0"/>
              </a:rPr>
              <a:t>二重指针类型</a:t>
            </a:r>
            <a:r>
              <a:rPr lang="zh-CN" altLang="en-US" b="1" dirty="0">
                <a:latin typeface="Courier New" panose="02070309020205020404" pitchFamily="49" charset="0"/>
                <a:ea typeface="宋体" panose="02010600030101010101" pitchFamily="2" charset="-122"/>
                <a:cs typeface="Courier New" panose="02070309020205020404" pitchFamily="49" charset="0"/>
              </a:rPr>
              <a:t>，由顶点个数作为邻接矩阵的行列数，可调用函数</a:t>
            </a:r>
            <a:r>
              <a:rPr lang="en-US" altLang="zh-CN" b="1" kern="100" dirty="0" err="1">
                <a:latin typeface="Courier New" panose="02070309020205020404" pitchFamily="49" charset="0"/>
                <a:ea typeface="宋体" panose="02010600030101010101" pitchFamily="2" charset="-122"/>
                <a:cs typeface="Courier New" panose="02070309020205020404" pitchFamily="49" charset="0"/>
              </a:rPr>
              <a:t>callocAdjMatrix</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为邻接矩阵</a:t>
            </a:r>
            <a:r>
              <a:rPr lang="zh-CN" altLang="en-US" b="1" dirty="0">
                <a:latin typeface="Courier New" panose="02070309020205020404" pitchFamily="49" charset="0"/>
                <a:ea typeface="宋体" panose="02010600030101010101" pitchFamily="2" charset="-122"/>
                <a:cs typeface="Courier New" panose="02070309020205020404" pitchFamily="49" charset="0"/>
              </a:rPr>
              <a:t>动态分配存储空间</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b="1" kern="10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en-US" b="1" kern="100" dirty="0">
                <a:latin typeface="Courier New" panose="02070309020205020404" pitchFamily="49" charset="0"/>
                <a:ea typeface="宋体" panose="02010600030101010101" pitchFamily="2" charset="-122"/>
                <a:cs typeface="Courier New" panose="02070309020205020404" pitchFamily="49" charset="0"/>
              </a:rPr>
              <a:t>例如，一个含有</a:t>
            </a:r>
            <a:r>
              <a:rPr lang="en-US" altLang="zh-CN" b="1"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5</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个顶点的无向图</a:t>
            </a:r>
            <a:r>
              <a:rPr lang="en-US" altLang="zh-CN" b="1"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G</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的邻接矩阵是一个</a:t>
            </a:r>
            <a:r>
              <a:rPr lang="en-US" altLang="zh-CN" b="1"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5</a:t>
            </a:r>
            <a:r>
              <a:rPr lang="zh-CN" altLang="en-US" b="1" kern="100" dirty="0">
                <a:solidFill>
                  <a:srgbClr val="C00000"/>
                </a:solidFill>
                <a:latin typeface="等线" panose="02010600030101010101" pitchFamily="2" charset="-122"/>
                <a:cs typeface="Courier New" panose="02070309020205020404" pitchFamily="49" charset="0"/>
              </a:rPr>
              <a:t>◊</a:t>
            </a:r>
            <a:r>
              <a:rPr lang="en-US" altLang="zh-CN" b="1"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5</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的方阵。</a:t>
            </a:r>
            <a:endParaRPr lang="en-US" altLang="zh-CN" b="1" kern="10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en-US" b="1" kern="100" dirty="0">
                <a:latin typeface="Courier New" panose="02070309020205020404" pitchFamily="49" charset="0"/>
                <a:ea typeface="宋体" panose="02010600030101010101" pitchFamily="2" charset="-122"/>
                <a:cs typeface="Courier New" panose="02070309020205020404" pitchFamily="49" charset="0"/>
              </a:rPr>
              <a:t>可观看以下调用的执行过程演示。</a:t>
            </a:r>
            <a:endParaRPr lang="en-US" altLang="zh-CN" b="1" kern="10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en-US" altLang="zh-CN" b="1" kern="100" dirty="0">
                <a:latin typeface="Courier New" panose="02070309020205020404" pitchFamily="49" charset="0"/>
                <a:ea typeface="宋体" panose="02010600030101010101" pitchFamily="2" charset="-122"/>
                <a:cs typeface="Courier New" panose="02070309020205020404" pitchFamily="49" charset="0"/>
              </a:rPr>
              <a:t>    </a:t>
            </a:r>
            <a:r>
              <a:rPr lang="en-US" altLang="zh-CN" sz="2000" b="1" kern="100" dirty="0">
                <a:latin typeface="Courier New" panose="02070309020205020404" pitchFamily="49" charset="0"/>
                <a:cs typeface="Courier New" panose="02070309020205020404" pitchFamily="49" charset="0"/>
              </a:rPr>
              <a:t>G-&gt;arcs = </a:t>
            </a:r>
            <a:r>
              <a:rPr lang="en-US" altLang="zh-CN" sz="2000" b="1" kern="100" dirty="0" err="1">
                <a:latin typeface="Courier New" panose="02070309020205020404" pitchFamily="49" charset="0"/>
                <a:ea typeface="宋体" panose="02010600030101010101" pitchFamily="2" charset="-122"/>
                <a:cs typeface="Courier New" panose="02070309020205020404" pitchFamily="49" charset="0"/>
              </a:rPr>
              <a:t>callocAdjMatrix</a:t>
            </a:r>
            <a:r>
              <a:rPr lang="en-US" altLang="zh-CN" sz="2000" b="1" kern="100" dirty="0">
                <a:latin typeface="Courier New" panose="02070309020205020404" pitchFamily="49" charset="0"/>
                <a:ea typeface="宋体" panose="02010600030101010101" pitchFamily="2" charset="-122"/>
                <a:cs typeface="Courier New" panose="02070309020205020404" pitchFamily="49" charset="0"/>
              </a:rPr>
              <a:t>(5);</a:t>
            </a:r>
            <a:endParaRPr lang="en-US" altLang="zh-CN" sz="2000" b="1" dirty="0">
              <a:latin typeface="Courier New" panose="02070309020205020404" pitchFamily="49" charset="0"/>
              <a:ea typeface="宋体" panose="02010600030101010101" pitchFamily="2" charset="-122"/>
              <a:cs typeface="Courier New" panose="02070309020205020404" pitchFamily="49" charset="0"/>
            </a:endParaRPr>
          </a:p>
        </p:txBody>
      </p:sp>
      <p:sp>
        <p:nvSpPr>
          <p:cNvPr id="5" name="文本框 4">
            <a:extLst>
              <a:ext uri="{FF2B5EF4-FFF2-40B4-BE49-F238E27FC236}">
                <a16:creationId xmlns:a16="http://schemas.microsoft.com/office/drawing/2014/main" id="{A5428882-B381-4FE5-87D4-A6594DF9102B}"/>
              </a:ext>
            </a:extLst>
          </p:cNvPr>
          <p:cNvSpPr txBox="1"/>
          <p:nvPr/>
        </p:nvSpPr>
        <p:spPr>
          <a:xfrm>
            <a:off x="469863" y="2684309"/>
            <a:ext cx="6997584" cy="2218300"/>
          </a:xfrm>
          <a:prstGeom prst="rect">
            <a:avLst/>
          </a:prstGeom>
          <a:solidFill>
            <a:schemeClr val="tx2">
              <a:lumMod val="10000"/>
              <a:lumOff val="90000"/>
            </a:schemeClr>
          </a:solidFill>
        </p:spPr>
        <p:txBody>
          <a:bodyPr wrap="square" rtlCol="0">
            <a:spAutoFit/>
          </a:bodyPr>
          <a:lstStyle/>
          <a:p>
            <a:pPr marL="72000">
              <a:lnSpc>
                <a:spcPct val="110000"/>
              </a:lnSpc>
            </a:pPr>
            <a:r>
              <a:rPr lang="en-US" altLang="zh-CN" b="1" kern="100" dirty="0" err="1">
                <a:latin typeface="Courier New" panose="02070309020205020404" pitchFamily="49" charset="0"/>
                <a:ea typeface="DengXian" panose="02010600030101010101" pitchFamily="2" charset="-122"/>
                <a:cs typeface="Courier New" panose="02070309020205020404" pitchFamily="49" charset="0"/>
              </a:rPr>
              <a:t>AdjMatrix</a:t>
            </a:r>
            <a:r>
              <a:rPr lang="en-US" altLang="zh-CN" sz="1800" b="1" kern="100" dirty="0">
                <a:effectLst/>
                <a:latin typeface="Courier New" panose="02070309020205020404" pitchFamily="49" charset="0"/>
                <a:ea typeface="DengXian" panose="02010600030101010101" pitchFamily="2" charset="-122"/>
                <a:cs typeface="Courier New" panose="02070309020205020404" pitchFamily="49" charset="0"/>
              </a:rPr>
              <a:t> </a:t>
            </a:r>
            <a:r>
              <a:rPr lang="en-US" altLang="zh-CN" sz="1800" b="1" kern="100" dirty="0" err="1">
                <a:effectLst/>
                <a:latin typeface="Courier New" panose="02070309020205020404" pitchFamily="49" charset="0"/>
                <a:ea typeface="DengXian" panose="02010600030101010101" pitchFamily="2" charset="-122"/>
                <a:cs typeface="Courier New" panose="02070309020205020404" pitchFamily="49" charset="0"/>
              </a:rPr>
              <a:t>callocAdjMatrix</a:t>
            </a:r>
            <a:r>
              <a:rPr lang="en-US" altLang="zh-CN" sz="1800" b="1" kern="100" dirty="0">
                <a:effectLst/>
                <a:latin typeface="Courier New" panose="02070309020205020404" pitchFamily="49" charset="0"/>
                <a:ea typeface="DengXian" panose="02010600030101010101" pitchFamily="2" charset="-122"/>
                <a:cs typeface="Courier New" panose="02070309020205020404" pitchFamily="49" charset="0"/>
              </a:rPr>
              <a:t>(</a:t>
            </a:r>
            <a:r>
              <a:rPr lang="en-US"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b="1" kern="100" dirty="0">
                <a:latin typeface="Courier New" panose="02070309020205020404" pitchFamily="49" charset="0"/>
                <a:ea typeface="DengXian" panose="02010600030101010101" pitchFamily="2" charset="-122"/>
                <a:cs typeface="Courier New" panose="02070309020205020404" pitchFamily="49" charset="0"/>
              </a:rPr>
              <a:t> n) </a:t>
            </a:r>
            <a:r>
              <a:rPr lang="en-US"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b="1" kern="100" dirty="0">
                <a:latin typeface="Courier New" panose="02070309020205020404" pitchFamily="49" charset="0"/>
                <a:ea typeface="DengXian" panose="02010600030101010101" pitchFamily="2" charset="-122"/>
                <a:cs typeface="Courier New" panose="02070309020205020404" pitchFamily="49" charset="0"/>
              </a:rPr>
              <a:t> </a:t>
            </a:r>
          </a:p>
          <a:p>
            <a:pPr marL="72000">
              <a:lnSpc>
                <a:spcPct val="110000"/>
              </a:lnSpc>
            </a:pPr>
            <a:r>
              <a:rPr lang="nb-NO" altLang="zh-CN" b="1" kern="100" dirty="0">
                <a:latin typeface="Courier New" panose="02070309020205020404" pitchFamily="49" charset="0"/>
                <a:ea typeface="DengXian" panose="02010600030101010101" pitchFamily="2" charset="-122"/>
                <a:cs typeface="Courier New" panose="02070309020205020404" pitchFamily="49" charset="0"/>
              </a:rPr>
              <a:t>  AdjMatrix p;</a:t>
            </a:r>
          </a:p>
          <a:p>
            <a:pPr marL="72000">
              <a:lnSpc>
                <a:spcPct val="110000"/>
              </a:lnSpc>
            </a:pPr>
            <a:r>
              <a:rPr lang="nb-NO" altLang="zh-CN" b="1" kern="100" dirty="0">
                <a:latin typeface="Courier New" panose="02070309020205020404" pitchFamily="49" charset="0"/>
                <a:ea typeface="DengXian" panose="02010600030101010101" pitchFamily="2" charset="-122"/>
                <a:cs typeface="Courier New" panose="02070309020205020404" pitchFamily="49" charset="0"/>
              </a:rPr>
              <a:t>  p = (</a:t>
            </a:r>
            <a:r>
              <a:rPr lang="nb-NO"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ArcCell</a:t>
            </a:r>
            <a:r>
              <a:rPr lang="nb-NO" altLang="zh-CN" b="1" kern="100" dirty="0">
                <a:latin typeface="Courier New" panose="02070309020205020404" pitchFamily="49" charset="0"/>
                <a:ea typeface="DengXian" panose="02010600030101010101" pitchFamily="2" charset="-122"/>
                <a:cs typeface="Courier New" panose="02070309020205020404" pitchFamily="49" charset="0"/>
              </a:rPr>
              <a:t>**)</a:t>
            </a:r>
            <a:r>
              <a:rPr lang="nb-NO"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malloc</a:t>
            </a:r>
            <a:r>
              <a:rPr lang="nb-NO" altLang="zh-CN" b="1" kern="100" dirty="0">
                <a:latin typeface="Courier New" panose="02070309020205020404" pitchFamily="49" charset="0"/>
                <a:ea typeface="DengXian" panose="02010600030101010101" pitchFamily="2" charset="-122"/>
                <a:cs typeface="Courier New" panose="02070309020205020404" pitchFamily="49" charset="0"/>
              </a:rPr>
              <a:t>(n*sizeof(</a:t>
            </a:r>
            <a:r>
              <a:rPr lang="nb-NO"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ArcCell</a:t>
            </a:r>
            <a:r>
              <a:rPr lang="nb-NO" altLang="zh-CN" b="1" kern="100" dirty="0">
                <a:latin typeface="Courier New" panose="02070309020205020404" pitchFamily="49" charset="0"/>
                <a:ea typeface="DengXian" panose="02010600030101010101" pitchFamily="2" charset="-122"/>
                <a:cs typeface="Courier New" panose="02070309020205020404" pitchFamily="49" charset="0"/>
              </a:rPr>
              <a:t>*)); </a:t>
            </a:r>
            <a:endParaRPr lang="nb-NO" altLang="zh-CN" b="1" kern="100" dirty="0">
              <a:solidFill>
                <a:srgbClr val="0070C0"/>
              </a:solidFill>
              <a:latin typeface="Courier New" panose="02070309020205020404" pitchFamily="49" charset="0"/>
              <a:ea typeface="DengXian" panose="02010600030101010101" pitchFamily="2" charset="-122"/>
              <a:cs typeface="Courier New" panose="02070309020205020404" pitchFamily="49" charset="0"/>
            </a:endParaRPr>
          </a:p>
          <a:p>
            <a:pPr marL="72000">
              <a:lnSpc>
                <a:spcPct val="110000"/>
              </a:lnSpc>
            </a:pPr>
            <a:r>
              <a:rPr lang="nb-NO"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for</a:t>
            </a:r>
            <a:r>
              <a:rPr lang="nb-NO" altLang="zh-CN" b="1" kern="100" dirty="0">
                <a:latin typeface="Courier New" panose="02070309020205020404" pitchFamily="49" charset="0"/>
                <a:ea typeface="DengXian" panose="02010600030101010101" pitchFamily="2" charset="-122"/>
                <a:cs typeface="Courier New" panose="02070309020205020404" pitchFamily="49" charset="0"/>
              </a:rPr>
              <a:t> (i=0; i&lt;n; ++i) </a:t>
            </a:r>
          </a:p>
          <a:p>
            <a:pPr marL="72000">
              <a:lnSpc>
                <a:spcPct val="110000"/>
              </a:lnSpc>
            </a:pPr>
            <a:r>
              <a:rPr lang="nb-NO" altLang="zh-CN" b="1" kern="100" dirty="0">
                <a:latin typeface="Courier New" panose="02070309020205020404" pitchFamily="49" charset="0"/>
                <a:ea typeface="DengXian" panose="02010600030101010101" pitchFamily="2" charset="-122"/>
                <a:cs typeface="Courier New" panose="02070309020205020404" pitchFamily="49" charset="0"/>
              </a:rPr>
              <a:t>    p[i]</a:t>
            </a:r>
            <a:r>
              <a:rPr lang="zh-CN" altLang="en-US" b="1" kern="100" dirty="0">
                <a:latin typeface="Courier New" panose="02070309020205020404" pitchFamily="49" charset="0"/>
                <a:ea typeface="DengXian" panose="02010600030101010101" pitchFamily="2" charset="-122"/>
                <a:cs typeface="Courier New" panose="02070309020205020404" pitchFamily="49" charset="0"/>
              </a:rPr>
              <a:t> </a:t>
            </a:r>
            <a:r>
              <a:rPr lang="nb-NO" altLang="zh-CN" b="1" kern="100" dirty="0">
                <a:latin typeface="Courier New" panose="02070309020205020404" pitchFamily="49" charset="0"/>
                <a:ea typeface="DengXian" panose="02010600030101010101" pitchFamily="2" charset="-122"/>
                <a:cs typeface="Courier New" panose="02070309020205020404" pitchFamily="49" charset="0"/>
              </a:rPr>
              <a:t>=</a:t>
            </a:r>
            <a:r>
              <a:rPr lang="zh-CN" altLang="en-US" b="1" kern="100" dirty="0">
                <a:latin typeface="Courier New" panose="02070309020205020404" pitchFamily="49" charset="0"/>
                <a:ea typeface="DengXian" panose="02010600030101010101" pitchFamily="2" charset="-122"/>
                <a:cs typeface="Courier New" panose="02070309020205020404" pitchFamily="49" charset="0"/>
              </a:rPr>
              <a:t> </a:t>
            </a:r>
            <a:r>
              <a:rPr lang="nb-NO" altLang="zh-CN" b="1" kern="100" dirty="0">
                <a:latin typeface="Courier New" panose="02070309020205020404" pitchFamily="49" charset="0"/>
                <a:ea typeface="DengXian" panose="02010600030101010101" pitchFamily="2" charset="-122"/>
                <a:cs typeface="Courier New" panose="02070309020205020404" pitchFamily="49" charset="0"/>
              </a:rPr>
              <a:t>(</a:t>
            </a:r>
            <a:r>
              <a:rPr lang="nb-NO"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ArcCell</a:t>
            </a:r>
            <a:r>
              <a:rPr lang="nb-NO" altLang="zh-CN" b="1" kern="100" dirty="0">
                <a:latin typeface="Courier New" panose="02070309020205020404" pitchFamily="49" charset="0"/>
                <a:ea typeface="DengXian" panose="02010600030101010101" pitchFamily="2" charset="-122"/>
                <a:cs typeface="Courier New" panose="02070309020205020404" pitchFamily="49" charset="0"/>
              </a:rPr>
              <a:t>*)</a:t>
            </a:r>
            <a:r>
              <a:rPr lang="nb-NO"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calloc</a:t>
            </a:r>
            <a:r>
              <a:rPr lang="nb-NO" altLang="zh-CN" b="1" kern="100" dirty="0">
                <a:latin typeface="Courier New" panose="02070309020205020404" pitchFamily="49" charset="0"/>
                <a:ea typeface="DengXian" panose="02010600030101010101" pitchFamily="2" charset="-122"/>
                <a:cs typeface="Courier New" panose="02070309020205020404" pitchFamily="49" charset="0"/>
              </a:rPr>
              <a:t>(n, </a:t>
            </a:r>
            <a:r>
              <a:rPr lang="nb-NO" altLang="zh-CN" b="1" dirty="0">
                <a:solidFill>
                  <a:srgbClr val="0000FF"/>
                </a:solidFill>
                <a:latin typeface="Courier New" panose="02070309020205020404" pitchFamily="49" charset="0"/>
                <a:cs typeface="Courier New" panose="02070309020205020404" pitchFamily="49" charset="0"/>
              </a:rPr>
              <a:t>s</a:t>
            </a:r>
            <a:r>
              <a:rPr lang="nb-NO"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izeof</a:t>
            </a:r>
            <a:r>
              <a:rPr lang="nb-NO" altLang="zh-CN" b="1" kern="100" dirty="0">
                <a:latin typeface="Courier New" panose="02070309020205020404" pitchFamily="49" charset="0"/>
                <a:ea typeface="DengXian" panose="02010600030101010101" pitchFamily="2" charset="-122"/>
                <a:cs typeface="Courier New" panose="02070309020205020404" pitchFamily="49" charset="0"/>
              </a:rPr>
              <a:t>(</a:t>
            </a:r>
            <a:r>
              <a:rPr lang="nb-NO"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ArcCell</a:t>
            </a:r>
            <a:r>
              <a:rPr lang="nb-NO" altLang="zh-CN" b="1" kern="100" dirty="0">
                <a:latin typeface="Courier New" panose="02070309020205020404" pitchFamily="49" charset="0"/>
                <a:ea typeface="DengXian" panose="02010600030101010101" pitchFamily="2" charset="-122"/>
                <a:cs typeface="Courier New" panose="02070309020205020404" pitchFamily="49" charset="0"/>
              </a:rPr>
              <a:t>));</a:t>
            </a:r>
            <a:endParaRPr lang="nb-NO" altLang="zh-CN" b="1" kern="100" dirty="0">
              <a:solidFill>
                <a:srgbClr val="0070C0"/>
              </a:solidFill>
              <a:latin typeface="Courier New" panose="02070309020205020404" pitchFamily="49" charset="0"/>
              <a:ea typeface="DengXian" panose="02010600030101010101" pitchFamily="2" charset="-122"/>
              <a:cs typeface="Courier New" panose="02070309020205020404" pitchFamily="49" charset="0"/>
            </a:endParaRPr>
          </a:p>
          <a:p>
            <a:pPr marL="72000">
              <a:lnSpc>
                <a:spcPct val="110000"/>
              </a:lnSpc>
            </a:pPr>
            <a:r>
              <a:rPr lang="en-US"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return </a:t>
            </a: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p;</a:t>
            </a:r>
          </a:p>
          <a:p>
            <a:pPr marL="72000">
              <a:lnSpc>
                <a:spcPct val="110000"/>
              </a:lnSpc>
            </a:pPr>
            <a:r>
              <a:rPr lang="en-US"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CN" altLang="zh-CN" b="1" dirty="0">
              <a:solidFill>
                <a:srgbClr val="0000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7" name="椭圆 36">
            <a:extLst>
              <a:ext uri="{FF2B5EF4-FFF2-40B4-BE49-F238E27FC236}">
                <a16:creationId xmlns:a16="http://schemas.microsoft.com/office/drawing/2014/main" id="{457271FA-0164-4445-8E69-8CB852403FF0}"/>
              </a:ext>
            </a:extLst>
          </p:cNvPr>
          <p:cNvSpPr>
            <a:spLocks noChangeArrowheads="1"/>
          </p:cNvSpPr>
          <p:nvPr/>
        </p:nvSpPr>
        <p:spPr bwMode="auto">
          <a:xfrm>
            <a:off x="9035586" y="601114"/>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A</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sp>
        <p:nvSpPr>
          <p:cNvPr id="8" name="椭圆 37">
            <a:extLst>
              <a:ext uri="{FF2B5EF4-FFF2-40B4-BE49-F238E27FC236}">
                <a16:creationId xmlns:a16="http://schemas.microsoft.com/office/drawing/2014/main" id="{3EC8F056-6971-4980-A4B5-1EA62F431BD0}"/>
              </a:ext>
            </a:extLst>
          </p:cNvPr>
          <p:cNvSpPr>
            <a:spLocks noChangeArrowheads="1"/>
          </p:cNvSpPr>
          <p:nvPr/>
        </p:nvSpPr>
        <p:spPr bwMode="auto">
          <a:xfrm>
            <a:off x="10309220" y="601114"/>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a:latin typeface="Courier New" panose="02070309020205020404" pitchFamily="49" charset="0"/>
                <a:cs typeface="Courier New" panose="02070309020205020404" pitchFamily="49" charset="0"/>
                <a:sym typeface="宋体" panose="02010600030101010101" pitchFamily="2" charset="-122"/>
              </a:rPr>
              <a:t>B</a:t>
            </a:r>
            <a:endParaRPr lang="zh-CN" altLang="en-US" sz="2400" b="1">
              <a:latin typeface="Courier New" panose="02070309020205020404" pitchFamily="49" charset="0"/>
              <a:cs typeface="Courier New" panose="02070309020205020404" pitchFamily="49" charset="0"/>
              <a:sym typeface="宋体" panose="02010600030101010101" pitchFamily="2" charset="-122"/>
            </a:endParaRPr>
          </a:p>
        </p:txBody>
      </p:sp>
      <p:sp>
        <p:nvSpPr>
          <p:cNvPr id="9" name="椭圆 38">
            <a:extLst>
              <a:ext uri="{FF2B5EF4-FFF2-40B4-BE49-F238E27FC236}">
                <a16:creationId xmlns:a16="http://schemas.microsoft.com/office/drawing/2014/main" id="{054E8786-F1C3-454D-97F5-08E248DD90A5}"/>
              </a:ext>
            </a:extLst>
          </p:cNvPr>
          <p:cNvSpPr>
            <a:spLocks noChangeArrowheads="1"/>
          </p:cNvSpPr>
          <p:nvPr/>
        </p:nvSpPr>
        <p:spPr bwMode="auto">
          <a:xfrm>
            <a:off x="9035586" y="1886022"/>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D</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sp>
        <p:nvSpPr>
          <p:cNvPr id="10" name="椭圆 39">
            <a:extLst>
              <a:ext uri="{FF2B5EF4-FFF2-40B4-BE49-F238E27FC236}">
                <a16:creationId xmlns:a16="http://schemas.microsoft.com/office/drawing/2014/main" id="{33525927-6F88-4C64-AAF2-0B88BA7524EE}"/>
              </a:ext>
            </a:extLst>
          </p:cNvPr>
          <p:cNvSpPr>
            <a:spLocks noChangeArrowheads="1"/>
          </p:cNvSpPr>
          <p:nvPr/>
        </p:nvSpPr>
        <p:spPr bwMode="auto">
          <a:xfrm>
            <a:off x="10309221" y="1886022"/>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E</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cxnSp>
        <p:nvCxnSpPr>
          <p:cNvPr id="11" name="直接连接符 40">
            <a:extLst>
              <a:ext uri="{FF2B5EF4-FFF2-40B4-BE49-F238E27FC236}">
                <a16:creationId xmlns:a16="http://schemas.microsoft.com/office/drawing/2014/main" id="{8096A62C-B823-4A25-BA59-C5A5B9D2234F}"/>
              </a:ext>
            </a:extLst>
          </p:cNvPr>
          <p:cNvCxnSpPr>
            <a:cxnSpLocks noChangeShapeType="1"/>
            <a:stCxn id="7" idx="6"/>
            <a:endCxn id="8" idx="2"/>
          </p:cNvCxnSpPr>
          <p:nvPr/>
        </p:nvCxnSpPr>
        <p:spPr bwMode="auto">
          <a:xfrm>
            <a:off x="9431586" y="799114"/>
            <a:ext cx="877634" cy="0"/>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12" name="直接连接符 41">
            <a:extLst>
              <a:ext uri="{FF2B5EF4-FFF2-40B4-BE49-F238E27FC236}">
                <a16:creationId xmlns:a16="http://schemas.microsoft.com/office/drawing/2014/main" id="{AECE22E3-38AA-4F5F-B438-05B3CFFEA2B2}"/>
              </a:ext>
            </a:extLst>
          </p:cNvPr>
          <p:cNvCxnSpPr>
            <a:cxnSpLocks noChangeShapeType="1"/>
            <a:stCxn id="19" idx="5"/>
            <a:endCxn id="10" idx="1"/>
          </p:cNvCxnSpPr>
          <p:nvPr/>
        </p:nvCxnSpPr>
        <p:spPr bwMode="auto">
          <a:xfrm>
            <a:off x="10024682" y="1551901"/>
            <a:ext cx="342532" cy="392114"/>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13" name="直接连接符 42">
            <a:extLst>
              <a:ext uri="{FF2B5EF4-FFF2-40B4-BE49-F238E27FC236}">
                <a16:creationId xmlns:a16="http://schemas.microsoft.com/office/drawing/2014/main" id="{DD116186-C7F7-44EE-9D51-6AD8C6B469E0}"/>
              </a:ext>
            </a:extLst>
          </p:cNvPr>
          <p:cNvCxnSpPr>
            <a:cxnSpLocks noChangeShapeType="1"/>
            <a:stCxn id="9" idx="7"/>
            <a:endCxn id="19" idx="3"/>
          </p:cNvCxnSpPr>
          <p:nvPr/>
        </p:nvCxnSpPr>
        <p:spPr bwMode="auto">
          <a:xfrm flipV="1">
            <a:off x="9373593" y="1551901"/>
            <a:ext cx="371075" cy="392114"/>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14" name="直接连接符 43">
            <a:extLst>
              <a:ext uri="{FF2B5EF4-FFF2-40B4-BE49-F238E27FC236}">
                <a16:creationId xmlns:a16="http://schemas.microsoft.com/office/drawing/2014/main" id="{DDF94F53-CF38-4DC6-A2A8-D9D95CFC0204}"/>
              </a:ext>
            </a:extLst>
          </p:cNvPr>
          <p:cNvCxnSpPr>
            <a:cxnSpLocks noChangeShapeType="1"/>
            <a:stCxn id="9" idx="0"/>
            <a:endCxn id="7" idx="4"/>
          </p:cNvCxnSpPr>
          <p:nvPr/>
        </p:nvCxnSpPr>
        <p:spPr bwMode="auto">
          <a:xfrm flipV="1">
            <a:off x="9233586" y="997114"/>
            <a:ext cx="0" cy="88890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15" name="直线连接符 15">
            <a:extLst>
              <a:ext uri="{FF2B5EF4-FFF2-40B4-BE49-F238E27FC236}">
                <a16:creationId xmlns:a16="http://schemas.microsoft.com/office/drawing/2014/main" id="{3DF2DA88-63A8-4632-975D-76E9D03A46CE}"/>
              </a:ext>
            </a:extLst>
          </p:cNvPr>
          <p:cNvCxnSpPr>
            <a:stCxn id="7" idx="6"/>
            <a:endCxn id="8" idx="2"/>
          </p:cNvCxnSpPr>
          <p:nvPr/>
        </p:nvCxnSpPr>
        <p:spPr>
          <a:xfrm>
            <a:off x="9431586" y="799114"/>
            <a:ext cx="877634" cy="0"/>
          </a:xfrm>
          <a:prstGeom prst="line">
            <a:avLst/>
          </a:prstGeom>
          <a:ln w="28575">
            <a:solidFill>
              <a:schemeClr val="tx1"/>
            </a:soli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cxnSp>
      <p:sp>
        <p:nvSpPr>
          <p:cNvPr id="19" name="椭圆 37">
            <a:extLst>
              <a:ext uri="{FF2B5EF4-FFF2-40B4-BE49-F238E27FC236}">
                <a16:creationId xmlns:a16="http://schemas.microsoft.com/office/drawing/2014/main" id="{15F4A356-1007-456D-86ED-842E6CB98260}"/>
              </a:ext>
            </a:extLst>
          </p:cNvPr>
          <p:cNvSpPr>
            <a:spLocks noChangeArrowheads="1"/>
          </p:cNvSpPr>
          <p:nvPr/>
        </p:nvSpPr>
        <p:spPr bwMode="auto">
          <a:xfrm>
            <a:off x="9686675" y="1213894"/>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C</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cxnSp>
        <p:nvCxnSpPr>
          <p:cNvPr id="22" name="直接连接符 43">
            <a:extLst>
              <a:ext uri="{FF2B5EF4-FFF2-40B4-BE49-F238E27FC236}">
                <a16:creationId xmlns:a16="http://schemas.microsoft.com/office/drawing/2014/main" id="{0A41BA86-68EB-4346-BF69-8DAA30C66051}"/>
              </a:ext>
            </a:extLst>
          </p:cNvPr>
          <p:cNvCxnSpPr>
            <a:cxnSpLocks noChangeShapeType="1"/>
          </p:cNvCxnSpPr>
          <p:nvPr/>
        </p:nvCxnSpPr>
        <p:spPr bwMode="auto">
          <a:xfrm flipV="1">
            <a:off x="10507220" y="997114"/>
            <a:ext cx="0" cy="88890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25" name="直接连接符 42">
            <a:extLst>
              <a:ext uri="{FF2B5EF4-FFF2-40B4-BE49-F238E27FC236}">
                <a16:creationId xmlns:a16="http://schemas.microsoft.com/office/drawing/2014/main" id="{131FB5E5-00B8-434D-AE5B-A46037113D3B}"/>
              </a:ext>
            </a:extLst>
          </p:cNvPr>
          <p:cNvCxnSpPr>
            <a:cxnSpLocks noChangeShapeType="1"/>
            <a:stCxn id="19" idx="7"/>
            <a:endCxn id="8" idx="3"/>
          </p:cNvCxnSpPr>
          <p:nvPr/>
        </p:nvCxnSpPr>
        <p:spPr bwMode="auto">
          <a:xfrm flipV="1">
            <a:off x="10024682" y="939121"/>
            <a:ext cx="342531" cy="332766"/>
          </a:xfrm>
          <a:prstGeom prst="line">
            <a:avLst/>
          </a:prstGeom>
          <a:noFill/>
          <a:ln w="28575">
            <a:solidFill>
              <a:schemeClr val="tx1"/>
            </a:solidFill>
            <a:round/>
          </a:ln>
          <a:extLst>
            <a:ext uri="{909E8E84-426E-40DD-AFC4-6F175D3DCCD1}">
              <a14:hiddenFill xmlns:a14="http://schemas.microsoft.com/office/drawing/2010/main">
                <a:noFill/>
              </a14:hiddenFill>
            </a:ext>
          </a:extLst>
        </p:spPr>
      </p:cxnSp>
      <p:grpSp>
        <p:nvGrpSpPr>
          <p:cNvPr id="57" name="组合 56">
            <a:extLst>
              <a:ext uri="{FF2B5EF4-FFF2-40B4-BE49-F238E27FC236}">
                <a16:creationId xmlns:a16="http://schemas.microsoft.com/office/drawing/2014/main" id="{57C4DDC6-A035-46E8-B2C8-210307620907}"/>
              </a:ext>
            </a:extLst>
          </p:cNvPr>
          <p:cNvGrpSpPr/>
          <p:nvPr/>
        </p:nvGrpSpPr>
        <p:grpSpPr>
          <a:xfrm>
            <a:off x="8681585" y="2927418"/>
            <a:ext cx="670074" cy="1715727"/>
            <a:chOff x="4147973" y="2833356"/>
            <a:chExt cx="759234" cy="1585834"/>
          </a:xfrm>
        </p:grpSpPr>
        <p:sp>
          <p:nvSpPr>
            <p:cNvPr id="32" name="文本框 31">
              <a:extLst>
                <a:ext uri="{FF2B5EF4-FFF2-40B4-BE49-F238E27FC236}">
                  <a16:creationId xmlns:a16="http://schemas.microsoft.com/office/drawing/2014/main" id="{8A1BCA62-63EB-4095-BB38-C0706683A06B}"/>
                </a:ext>
              </a:extLst>
            </p:cNvPr>
            <p:cNvSpPr txBox="1"/>
            <p:nvPr/>
          </p:nvSpPr>
          <p:spPr>
            <a:xfrm>
              <a:off x="4147973" y="2884207"/>
              <a:ext cx="346575" cy="1534983"/>
            </a:xfrm>
            <a:prstGeom prst="rect">
              <a:avLst/>
            </a:prstGeom>
            <a:noFill/>
          </p:spPr>
          <p:txBody>
            <a:bodyPr wrap="square" lIns="0" tIns="0" rIns="0" bIns="0" rtlCol="0">
              <a:spAutoFit/>
            </a:bodyPr>
            <a:lstStyle/>
            <a:p>
              <a:pPr algn="ctr">
                <a:lnSpc>
                  <a:spcPts val="2500"/>
                </a:lnSpc>
              </a:pPr>
              <a:r>
                <a:rPr lang="en-US" altLang="zh-CN" sz="2000" b="1" dirty="0">
                  <a:solidFill>
                    <a:srgbClr val="0000FF"/>
                  </a:solidFill>
                  <a:latin typeface="Courier New" panose="02070309020205020404" pitchFamily="49" charset="0"/>
                  <a:cs typeface="Courier New" panose="02070309020205020404" pitchFamily="49" charset="0"/>
                </a:rPr>
                <a:t>0</a:t>
              </a:r>
            </a:p>
            <a:p>
              <a:pPr algn="ctr">
                <a:lnSpc>
                  <a:spcPts val="2500"/>
                </a:lnSpc>
              </a:pPr>
              <a:r>
                <a:rPr lang="en-US" altLang="zh-CN" sz="2000" b="1" dirty="0">
                  <a:solidFill>
                    <a:srgbClr val="0000FF"/>
                  </a:solidFill>
                  <a:latin typeface="Courier New" panose="02070309020205020404" pitchFamily="49" charset="0"/>
                  <a:cs typeface="Courier New" panose="02070309020205020404" pitchFamily="49" charset="0"/>
                </a:rPr>
                <a:t>1</a:t>
              </a:r>
            </a:p>
            <a:p>
              <a:pPr algn="ctr">
                <a:lnSpc>
                  <a:spcPts val="2500"/>
                </a:lnSpc>
              </a:pPr>
              <a:r>
                <a:rPr lang="en-US" altLang="zh-CN" sz="2000" b="1" dirty="0">
                  <a:solidFill>
                    <a:srgbClr val="0000FF"/>
                  </a:solidFill>
                  <a:latin typeface="Courier New" panose="02070309020205020404" pitchFamily="49" charset="0"/>
                  <a:cs typeface="Courier New" panose="02070309020205020404" pitchFamily="49" charset="0"/>
                </a:rPr>
                <a:t>2</a:t>
              </a:r>
            </a:p>
            <a:p>
              <a:pPr algn="ctr">
                <a:lnSpc>
                  <a:spcPts val="2500"/>
                </a:lnSpc>
              </a:pPr>
              <a:r>
                <a:rPr lang="en-US" altLang="zh-CN" sz="2000" b="1" dirty="0">
                  <a:solidFill>
                    <a:srgbClr val="0000FF"/>
                  </a:solidFill>
                  <a:latin typeface="Courier New" panose="02070309020205020404" pitchFamily="49" charset="0"/>
                  <a:cs typeface="Courier New" panose="02070309020205020404" pitchFamily="49" charset="0"/>
                </a:rPr>
                <a:t>3</a:t>
              </a:r>
            </a:p>
            <a:p>
              <a:pPr algn="ctr">
                <a:lnSpc>
                  <a:spcPts val="2500"/>
                </a:lnSpc>
              </a:pPr>
              <a:r>
                <a:rPr lang="en-US" altLang="zh-CN" sz="2000" b="1" dirty="0">
                  <a:solidFill>
                    <a:srgbClr val="0000FF"/>
                  </a:solidFill>
                  <a:latin typeface="Courier New" panose="02070309020205020404" pitchFamily="49" charset="0"/>
                  <a:cs typeface="Courier New" panose="02070309020205020404" pitchFamily="49" charset="0"/>
                </a:rPr>
                <a:t>4</a:t>
              </a:r>
            </a:p>
          </p:txBody>
        </p:sp>
        <p:grpSp>
          <p:nvGrpSpPr>
            <p:cNvPr id="56" name="组合 55">
              <a:extLst>
                <a:ext uri="{FF2B5EF4-FFF2-40B4-BE49-F238E27FC236}">
                  <a16:creationId xmlns:a16="http://schemas.microsoft.com/office/drawing/2014/main" id="{A8331971-60C9-467E-91A8-DFDF74CF0B8F}"/>
                </a:ext>
              </a:extLst>
            </p:cNvPr>
            <p:cNvGrpSpPr/>
            <p:nvPr/>
          </p:nvGrpSpPr>
          <p:grpSpPr>
            <a:xfrm>
              <a:off x="4471987" y="2833356"/>
              <a:ext cx="435220" cy="1517902"/>
              <a:chOff x="4471987" y="2833356"/>
              <a:chExt cx="435220" cy="1517902"/>
            </a:xfrm>
          </p:grpSpPr>
          <p:sp>
            <p:nvSpPr>
              <p:cNvPr id="50" name="Text Box 3">
                <a:extLst>
                  <a:ext uri="{FF2B5EF4-FFF2-40B4-BE49-F238E27FC236}">
                    <a16:creationId xmlns:a16="http://schemas.microsoft.com/office/drawing/2014/main" id="{7A9B159A-5411-4EAE-8F11-787156751C0F}"/>
                  </a:ext>
                </a:extLst>
              </p:cNvPr>
              <p:cNvSpPr txBox="1">
                <a:spLocks noChangeArrowheads="1"/>
              </p:cNvSpPr>
              <p:nvPr/>
            </p:nvSpPr>
            <p:spPr bwMode="auto">
              <a:xfrm>
                <a:off x="4471988" y="2833356"/>
                <a:ext cx="435219"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52" name="Text Box 3">
                <a:extLst>
                  <a:ext uri="{FF2B5EF4-FFF2-40B4-BE49-F238E27FC236}">
                    <a16:creationId xmlns:a16="http://schemas.microsoft.com/office/drawing/2014/main" id="{FA0854E2-211F-4557-8863-92A07687436F}"/>
                  </a:ext>
                </a:extLst>
              </p:cNvPr>
              <p:cNvSpPr txBox="1">
                <a:spLocks noChangeArrowheads="1"/>
              </p:cNvSpPr>
              <p:nvPr/>
            </p:nvSpPr>
            <p:spPr bwMode="auto">
              <a:xfrm>
                <a:off x="4471987" y="3129912"/>
                <a:ext cx="435219"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53" name="Text Box 3">
                <a:extLst>
                  <a:ext uri="{FF2B5EF4-FFF2-40B4-BE49-F238E27FC236}">
                    <a16:creationId xmlns:a16="http://schemas.microsoft.com/office/drawing/2014/main" id="{7018178C-4553-41A3-945B-5129FD388E0A}"/>
                  </a:ext>
                </a:extLst>
              </p:cNvPr>
              <p:cNvSpPr txBox="1">
                <a:spLocks noChangeArrowheads="1"/>
              </p:cNvSpPr>
              <p:nvPr/>
            </p:nvSpPr>
            <p:spPr bwMode="auto">
              <a:xfrm>
                <a:off x="4471987" y="3436209"/>
                <a:ext cx="435219"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54" name="Text Box 3">
                <a:extLst>
                  <a:ext uri="{FF2B5EF4-FFF2-40B4-BE49-F238E27FC236}">
                    <a16:creationId xmlns:a16="http://schemas.microsoft.com/office/drawing/2014/main" id="{A043F74D-A640-46B0-A78C-8134133C8E61}"/>
                  </a:ext>
                </a:extLst>
              </p:cNvPr>
              <p:cNvSpPr txBox="1">
                <a:spLocks noChangeArrowheads="1"/>
              </p:cNvSpPr>
              <p:nvPr/>
            </p:nvSpPr>
            <p:spPr bwMode="auto">
              <a:xfrm>
                <a:off x="4471987" y="3737278"/>
                <a:ext cx="435219"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55" name="Text Box 3">
                <a:extLst>
                  <a:ext uri="{FF2B5EF4-FFF2-40B4-BE49-F238E27FC236}">
                    <a16:creationId xmlns:a16="http://schemas.microsoft.com/office/drawing/2014/main" id="{8D750DB8-09D3-45BB-8512-312DCD56E7B9}"/>
                  </a:ext>
                </a:extLst>
              </p:cNvPr>
              <p:cNvSpPr txBox="1">
                <a:spLocks noChangeArrowheads="1"/>
              </p:cNvSpPr>
              <p:nvPr/>
            </p:nvSpPr>
            <p:spPr bwMode="auto">
              <a:xfrm>
                <a:off x="4471987" y="4044051"/>
                <a:ext cx="435219"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grpSp>
        <p:nvGrpSpPr>
          <p:cNvPr id="62" name="组合 61">
            <a:extLst>
              <a:ext uri="{FF2B5EF4-FFF2-40B4-BE49-F238E27FC236}">
                <a16:creationId xmlns:a16="http://schemas.microsoft.com/office/drawing/2014/main" id="{D54F8BD7-3A42-4633-8656-D0818FD5CE61}"/>
              </a:ext>
            </a:extLst>
          </p:cNvPr>
          <p:cNvGrpSpPr/>
          <p:nvPr/>
        </p:nvGrpSpPr>
        <p:grpSpPr>
          <a:xfrm>
            <a:off x="9628072" y="2948851"/>
            <a:ext cx="1478281" cy="281162"/>
            <a:chOff x="3903826" y="4929335"/>
            <a:chExt cx="1478281" cy="307207"/>
          </a:xfrm>
        </p:grpSpPr>
        <p:sp>
          <p:nvSpPr>
            <p:cNvPr id="48" name="Text Box 3">
              <a:extLst>
                <a:ext uri="{FF2B5EF4-FFF2-40B4-BE49-F238E27FC236}">
                  <a16:creationId xmlns:a16="http://schemas.microsoft.com/office/drawing/2014/main" id="{77E44590-7903-4A82-BF88-244BEED5EDDC}"/>
                </a:ext>
              </a:extLst>
            </p:cNvPr>
            <p:cNvSpPr txBox="1">
              <a:spLocks noChangeArrowheads="1"/>
            </p:cNvSpPr>
            <p:nvPr/>
          </p:nvSpPr>
          <p:spPr bwMode="auto">
            <a:xfrm>
              <a:off x="3903826"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49" name="Text Box 3">
              <a:extLst>
                <a:ext uri="{FF2B5EF4-FFF2-40B4-BE49-F238E27FC236}">
                  <a16:creationId xmlns:a16="http://schemas.microsoft.com/office/drawing/2014/main" id="{744CD540-8387-4C87-BE84-1A021312247F}"/>
                </a:ext>
              </a:extLst>
            </p:cNvPr>
            <p:cNvSpPr txBox="1">
              <a:spLocks noChangeArrowheads="1"/>
            </p:cNvSpPr>
            <p:nvPr/>
          </p:nvSpPr>
          <p:spPr bwMode="auto">
            <a:xfrm>
              <a:off x="4197711"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58" name="Text Box 3">
              <a:extLst>
                <a:ext uri="{FF2B5EF4-FFF2-40B4-BE49-F238E27FC236}">
                  <a16:creationId xmlns:a16="http://schemas.microsoft.com/office/drawing/2014/main" id="{08019EF5-26D6-4EBC-94E5-49EE8244E3C3}"/>
                </a:ext>
              </a:extLst>
            </p:cNvPr>
            <p:cNvSpPr txBox="1">
              <a:spLocks noChangeArrowheads="1"/>
            </p:cNvSpPr>
            <p:nvPr/>
          </p:nvSpPr>
          <p:spPr bwMode="auto">
            <a:xfrm>
              <a:off x="4494548"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59" name="Text Box 3">
              <a:extLst>
                <a:ext uri="{FF2B5EF4-FFF2-40B4-BE49-F238E27FC236}">
                  <a16:creationId xmlns:a16="http://schemas.microsoft.com/office/drawing/2014/main" id="{E864306E-39D8-4493-B04B-26714AB6FE90}"/>
                </a:ext>
              </a:extLst>
            </p:cNvPr>
            <p:cNvSpPr txBox="1">
              <a:spLocks noChangeArrowheads="1"/>
            </p:cNvSpPr>
            <p:nvPr/>
          </p:nvSpPr>
          <p:spPr bwMode="auto">
            <a:xfrm>
              <a:off x="4788433"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61" name="Text Box 3">
              <a:extLst>
                <a:ext uri="{FF2B5EF4-FFF2-40B4-BE49-F238E27FC236}">
                  <a16:creationId xmlns:a16="http://schemas.microsoft.com/office/drawing/2014/main" id="{3A8B17AF-C90F-4F2E-862C-93FDD48CE15F}"/>
                </a:ext>
              </a:extLst>
            </p:cNvPr>
            <p:cNvSpPr txBox="1">
              <a:spLocks noChangeArrowheads="1"/>
            </p:cNvSpPr>
            <p:nvPr/>
          </p:nvSpPr>
          <p:spPr bwMode="auto">
            <a:xfrm>
              <a:off x="5085270"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63" name="组合 62">
            <a:extLst>
              <a:ext uri="{FF2B5EF4-FFF2-40B4-BE49-F238E27FC236}">
                <a16:creationId xmlns:a16="http://schemas.microsoft.com/office/drawing/2014/main" id="{B312C918-86DB-43B8-9DF3-D67BF59DBF35}"/>
              </a:ext>
            </a:extLst>
          </p:cNvPr>
          <p:cNvGrpSpPr/>
          <p:nvPr/>
        </p:nvGrpSpPr>
        <p:grpSpPr>
          <a:xfrm>
            <a:off x="9631674" y="3281485"/>
            <a:ext cx="1478281" cy="281162"/>
            <a:chOff x="3903826" y="4929335"/>
            <a:chExt cx="1478281" cy="307207"/>
          </a:xfrm>
        </p:grpSpPr>
        <p:sp>
          <p:nvSpPr>
            <p:cNvPr id="64" name="Text Box 3">
              <a:extLst>
                <a:ext uri="{FF2B5EF4-FFF2-40B4-BE49-F238E27FC236}">
                  <a16:creationId xmlns:a16="http://schemas.microsoft.com/office/drawing/2014/main" id="{CAC2DC05-9901-447E-9284-D2D619571640}"/>
                </a:ext>
              </a:extLst>
            </p:cNvPr>
            <p:cNvSpPr txBox="1">
              <a:spLocks noChangeArrowheads="1"/>
            </p:cNvSpPr>
            <p:nvPr/>
          </p:nvSpPr>
          <p:spPr bwMode="auto">
            <a:xfrm>
              <a:off x="3903826"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65" name="Text Box 3">
              <a:extLst>
                <a:ext uri="{FF2B5EF4-FFF2-40B4-BE49-F238E27FC236}">
                  <a16:creationId xmlns:a16="http://schemas.microsoft.com/office/drawing/2014/main" id="{A64294DA-A18F-4BAA-A722-C4CF4C27E648}"/>
                </a:ext>
              </a:extLst>
            </p:cNvPr>
            <p:cNvSpPr txBox="1">
              <a:spLocks noChangeArrowheads="1"/>
            </p:cNvSpPr>
            <p:nvPr/>
          </p:nvSpPr>
          <p:spPr bwMode="auto">
            <a:xfrm>
              <a:off x="4197711"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66" name="Text Box 3">
              <a:extLst>
                <a:ext uri="{FF2B5EF4-FFF2-40B4-BE49-F238E27FC236}">
                  <a16:creationId xmlns:a16="http://schemas.microsoft.com/office/drawing/2014/main" id="{AE6A81AE-9184-45B9-B72A-C81BDA89A0BD}"/>
                </a:ext>
              </a:extLst>
            </p:cNvPr>
            <p:cNvSpPr txBox="1">
              <a:spLocks noChangeArrowheads="1"/>
            </p:cNvSpPr>
            <p:nvPr/>
          </p:nvSpPr>
          <p:spPr bwMode="auto">
            <a:xfrm>
              <a:off x="4494548"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67" name="Text Box 3">
              <a:extLst>
                <a:ext uri="{FF2B5EF4-FFF2-40B4-BE49-F238E27FC236}">
                  <a16:creationId xmlns:a16="http://schemas.microsoft.com/office/drawing/2014/main" id="{8A45CAC7-DE15-4087-9913-CB21B2C9CF18}"/>
                </a:ext>
              </a:extLst>
            </p:cNvPr>
            <p:cNvSpPr txBox="1">
              <a:spLocks noChangeArrowheads="1"/>
            </p:cNvSpPr>
            <p:nvPr/>
          </p:nvSpPr>
          <p:spPr bwMode="auto">
            <a:xfrm>
              <a:off x="4788433"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68" name="Text Box 3">
              <a:extLst>
                <a:ext uri="{FF2B5EF4-FFF2-40B4-BE49-F238E27FC236}">
                  <a16:creationId xmlns:a16="http://schemas.microsoft.com/office/drawing/2014/main" id="{1D3FFD2D-3F53-49EF-AA23-0F65D66D2D8D}"/>
                </a:ext>
              </a:extLst>
            </p:cNvPr>
            <p:cNvSpPr txBox="1">
              <a:spLocks noChangeArrowheads="1"/>
            </p:cNvSpPr>
            <p:nvPr/>
          </p:nvSpPr>
          <p:spPr bwMode="auto">
            <a:xfrm>
              <a:off x="5085270"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69" name="组合 68">
            <a:extLst>
              <a:ext uri="{FF2B5EF4-FFF2-40B4-BE49-F238E27FC236}">
                <a16:creationId xmlns:a16="http://schemas.microsoft.com/office/drawing/2014/main" id="{D127C072-CC64-4F6F-9F61-D9AAA7AF4B6F}"/>
              </a:ext>
            </a:extLst>
          </p:cNvPr>
          <p:cNvGrpSpPr/>
          <p:nvPr/>
        </p:nvGrpSpPr>
        <p:grpSpPr>
          <a:xfrm>
            <a:off x="9623635" y="3616580"/>
            <a:ext cx="1478281" cy="281162"/>
            <a:chOff x="3903826" y="4929335"/>
            <a:chExt cx="1478281" cy="307207"/>
          </a:xfrm>
        </p:grpSpPr>
        <p:sp>
          <p:nvSpPr>
            <p:cNvPr id="70" name="Text Box 3">
              <a:extLst>
                <a:ext uri="{FF2B5EF4-FFF2-40B4-BE49-F238E27FC236}">
                  <a16:creationId xmlns:a16="http://schemas.microsoft.com/office/drawing/2014/main" id="{CC65689A-B4FA-4C55-B484-45DE7F8F50AE}"/>
                </a:ext>
              </a:extLst>
            </p:cNvPr>
            <p:cNvSpPr txBox="1">
              <a:spLocks noChangeArrowheads="1"/>
            </p:cNvSpPr>
            <p:nvPr/>
          </p:nvSpPr>
          <p:spPr bwMode="auto">
            <a:xfrm>
              <a:off x="3903826"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71" name="Text Box 3">
              <a:extLst>
                <a:ext uri="{FF2B5EF4-FFF2-40B4-BE49-F238E27FC236}">
                  <a16:creationId xmlns:a16="http://schemas.microsoft.com/office/drawing/2014/main" id="{DC5F09EC-086B-40FC-BF8C-76CAE68965F1}"/>
                </a:ext>
              </a:extLst>
            </p:cNvPr>
            <p:cNvSpPr txBox="1">
              <a:spLocks noChangeArrowheads="1"/>
            </p:cNvSpPr>
            <p:nvPr/>
          </p:nvSpPr>
          <p:spPr bwMode="auto">
            <a:xfrm>
              <a:off x="4197711"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72" name="Text Box 3">
              <a:extLst>
                <a:ext uri="{FF2B5EF4-FFF2-40B4-BE49-F238E27FC236}">
                  <a16:creationId xmlns:a16="http://schemas.microsoft.com/office/drawing/2014/main" id="{6C161A8C-88DE-47B3-A2D4-D4FCA1FABFDC}"/>
                </a:ext>
              </a:extLst>
            </p:cNvPr>
            <p:cNvSpPr txBox="1">
              <a:spLocks noChangeArrowheads="1"/>
            </p:cNvSpPr>
            <p:nvPr/>
          </p:nvSpPr>
          <p:spPr bwMode="auto">
            <a:xfrm>
              <a:off x="4494548"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73" name="Text Box 3">
              <a:extLst>
                <a:ext uri="{FF2B5EF4-FFF2-40B4-BE49-F238E27FC236}">
                  <a16:creationId xmlns:a16="http://schemas.microsoft.com/office/drawing/2014/main" id="{3ADF1071-5053-4EC1-B972-E994448D43C3}"/>
                </a:ext>
              </a:extLst>
            </p:cNvPr>
            <p:cNvSpPr txBox="1">
              <a:spLocks noChangeArrowheads="1"/>
            </p:cNvSpPr>
            <p:nvPr/>
          </p:nvSpPr>
          <p:spPr bwMode="auto">
            <a:xfrm>
              <a:off x="4788433"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74" name="Text Box 3">
              <a:extLst>
                <a:ext uri="{FF2B5EF4-FFF2-40B4-BE49-F238E27FC236}">
                  <a16:creationId xmlns:a16="http://schemas.microsoft.com/office/drawing/2014/main" id="{4D88C2B4-E54E-4AA0-A9D6-0BECE44A58FA}"/>
                </a:ext>
              </a:extLst>
            </p:cNvPr>
            <p:cNvSpPr txBox="1">
              <a:spLocks noChangeArrowheads="1"/>
            </p:cNvSpPr>
            <p:nvPr/>
          </p:nvSpPr>
          <p:spPr bwMode="auto">
            <a:xfrm>
              <a:off x="5085270"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75" name="组合 74">
            <a:extLst>
              <a:ext uri="{FF2B5EF4-FFF2-40B4-BE49-F238E27FC236}">
                <a16:creationId xmlns:a16="http://schemas.microsoft.com/office/drawing/2014/main" id="{F5F07476-2149-4A46-9E08-9312DB3EEE6A}"/>
              </a:ext>
            </a:extLst>
          </p:cNvPr>
          <p:cNvGrpSpPr/>
          <p:nvPr/>
        </p:nvGrpSpPr>
        <p:grpSpPr>
          <a:xfrm>
            <a:off x="9623634" y="3947750"/>
            <a:ext cx="1478281" cy="281162"/>
            <a:chOff x="3903826" y="4929335"/>
            <a:chExt cx="1478281" cy="307207"/>
          </a:xfrm>
        </p:grpSpPr>
        <p:sp>
          <p:nvSpPr>
            <p:cNvPr id="76" name="Text Box 3">
              <a:extLst>
                <a:ext uri="{FF2B5EF4-FFF2-40B4-BE49-F238E27FC236}">
                  <a16:creationId xmlns:a16="http://schemas.microsoft.com/office/drawing/2014/main" id="{C9F70730-BE05-4FE7-BB70-09828D187BD7}"/>
                </a:ext>
              </a:extLst>
            </p:cNvPr>
            <p:cNvSpPr txBox="1">
              <a:spLocks noChangeArrowheads="1"/>
            </p:cNvSpPr>
            <p:nvPr/>
          </p:nvSpPr>
          <p:spPr bwMode="auto">
            <a:xfrm>
              <a:off x="3903826"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77" name="Text Box 3">
              <a:extLst>
                <a:ext uri="{FF2B5EF4-FFF2-40B4-BE49-F238E27FC236}">
                  <a16:creationId xmlns:a16="http://schemas.microsoft.com/office/drawing/2014/main" id="{C7505EA3-3455-4B78-B18D-AF80393A0E72}"/>
                </a:ext>
              </a:extLst>
            </p:cNvPr>
            <p:cNvSpPr txBox="1">
              <a:spLocks noChangeArrowheads="1"/>
            </p:cNvSpPr>
            <p:nvPr/>
          </p:nvSpPr>
          <p:spPr bwMode="auto">
            <a:xfrm>
              <a:off x="4197711"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78" name="Text Box 3">
              <a:extLst>
                <a:ext uri="{FF2B5EF4-FFF2-40B4-BE49-F238E27FC236}">
                  <a16:creationId xmlns:a16="http://schemas.microsoft.com/office/drawing/2014/main" id="{E3CD508D-2C31-497E-9F06-C5551FBE1309}"/>
                </a:ext>
              </a:extLst>
            </p:cNvPr>
            <p:cNvSpPr txBox="1">
              <a:spLocks noChangeArrowheads="1"/>
            </p:cNvSpPr>
            <p:nvPr/>
          </p:nvSpPr>
          <p:spPr bwMode="auto">
            <a:xfrm>
              <a:off x="4494548"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79" name="Text Box 3">
              <a:extLst>
                <a:ext uri="{FF2B5EF4-FFF2-40B4-BE49-F238E27FC236}">
                  <a16:creationId xmlns:a16="http://schemas.microsoft.com/office/drawing/2014/main" id="{5A738BB7-7328-4C41-8DFF-DF8D1BB2D575}"/>
                </a:ext>
              </a:extLst>
            </p:cNvPr>
            <p:cNvSpPr txBox="1">
              <a:spLocks noChangeArrowheads="1"/>
            </p:cNvSpPr>
            <p:nvPr/>
          </p:nvSpPr>
          <p:spPr bwMode="auto">
            <a:xfrm>
              <a:off x="4788433"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80" name="Text Box 3">
              <a:extLst>
                <a:ext uri="{FF2B5EF4-FFF2-40B4-BE49-F238E27FC236}">
                  <a16:creationId xmlns:a16="http://schemas.microsoft.com/office/drawing/2014/main" id="{A3C59EB7-8BEF-49BF-8F4E-AA2B04FAAAA7}"/>
                </a:ext>
              </a:extLst>
            </p:cNvPr>
            <p:cNvSpPr txBox="1">
              <a:spLocks noChangeArrowheads="1"/>
            </p:cNvSpPr>
            <p:nvPr/>
          </p:nvSpPr>
          <p:spPr bwMode="auto">
            <a:xfrm>
              <a:off x="5085270"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81" name="组合 80">
            <a:extLst>
              <a:ext uri="{FF2B5EF4-FFF2-40B4-BE49-F238E27FC236}">
                <a16:creationId xmlns:a16="http://schemas.microsoft.com/office/drawing/2014/main" id="{4027DBCF-6DB4-4AF5-937F-CD8F356F4530}"/>
              </a:ext>
            </a:extLst>
          </p:cNvPr>
          <p:cNvGrpSpPr/>
          <p:nvPr/>
        </p:nvGrpSpPr>
        <p:grpSpPr>
          <a:xfrm>
            <a:off x="9623633" y="4278920"/>
            <a:ext cx="1478281" cy="281162"/>
            <a:chOff x="3903826" y="4929335"/>
            <a:chExt cx="1478281" cy="307207"/>
          </a:xfrm>
        </p:grpSpPr>
        <p:sp>
          <p:nvSpPr>
            <p:cNvPr id="82" name="Text Box 3">
              <a:extLst>
                <a:ext uri="{FF2B5EF4-FFF2-40B4-BE49-F238E27FC236}">
                  <a16:creationId xmlns:a16="http://schemas.microsoft.com/office/drawing/2014/main" id="{43E67EC6-A4F9-4B03-969C-146583A4BC92}"/>
                </a:ext>
              </a:extLst>
            </p:cNvPr>
            <p:cNvSpPr txBox="1">
              <a:spLocks noChangeArrowheads="1"/>
            </p:cNvSpPr>
            <p:nvPr/>
          </p:nvSpPr>
          <p:spPr bwMode="auto">
            <a:xfrm>
              <a:off x="3903826"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83" name="Text Box 3">
              <a:extLst>
                <a:ext uri="{FF2B5EF4-FFF2-40B4-BE49-F238E27FC236}">
                  <a16:creationId xmlns:a16="http://schemas.microsoft.com/office/drawing/2014/main" id="{4BB2FAE4-6ED4-4419-82B6-EFC64D3B601C}"/>
                </a:ext>
              </a:extLst>
            </p:cNvPr>
            <p:cNvSpPr txBox="1">
              <a:spLocks noChangeArrowheads="1"/>
            </p:cNvSpPr>
            <p:nvPr/>
          </p:nvSpPr>
          <p:spPr bwMode="auto">
            <a:xfrm>
              <a:off x="4197711"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84" name="Text Box 3">
              <a:extLst>
                <a:ext uri="{FF2B5EF4-FFF2-40B4-BE49-F238E27FC236}">
                  <a16:creationId xmlns:a16="http://schemas.microsoft.com/office/drawing/2014/main" id="{BDEF90FF-0C1A-4827-BD34-A669DDC958BB}"/>
                </a:ext>
              </a:extLst>
            </p:cNvPr>
            <p:cNvSpPr txBox="1">
              <a:spLocks noChangeArrowheads="1"/>
            </p:cNvSpPr>
            <p:nvPr/>
          </p:nvSpPr>
          <p:spPr bwMode="auto">
            <a:xfrm>
              <a:off x="4494548"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85" name="Text Box 3">
              <a:extLst>
                <a:ext uri="{FF2B5EF4-FFF2-40B4-BE49-F238E27FC236}">
                  <a16:creationId xmlns:a16="http://schemas.microsoft.com/office/drawing/2014/main" id="{53747514-8998-4C7C-863F-026541BF187C}"/>
                </a:ext>
              </a:extLst>
            </p:cNvPr>
            <p:cNvSpPr txBox="1">
              <a:spLocks noChangeArrowheads="1"/>
            </p:cNvSpPr>
            <p:nvPr/>
          </p:nvSpPr>
          <p:spPr bwMode="auto">
            <a:xfrm>
              <a:off x="4788433"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86" name="Text Box 3">
              <a:extLst>
                <a:ext uri="{FF2B5EF4-FFF2-40B4-BE49-F238E27FC236}">
                  <a16:creationId xmlns:a16="http://schemas.microsoft.com/office/drawing/2014/main" id="{0EF27689-0E09-4018-9725-32610642FA6F}"/>
                </a:ext>
              </a:extLst>
            </p:cNvPr>
            <p:cNvSpPr txBox="1">
              <a:spLocks noChangeArrowheads="1"/>
            </p:cNvSpPr>
            <p:nvPr/>
          </p:nvSpPr>
          <p:spPr bwMode="auto">
            <a:xfrm>
              <a:off x="5085270"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cxnSp>
        <p:nvCxnSpPr>
          <p:cNvPr id="88" name="直接箭头连接符 87">
            <a:extLst>
              <a:ext uri="{FF2B5EF4-FFF2-40B4-BE49-F238E27FC236}">
                <a16:creationId xmlns:a16="http://schemas.microsoft.com/office/drawing/2014/main" id="{7E02B197-DF9F-42E5-BE2D-99B9C31BD4DE}"/>
              </a:ext>
            </a:extLst>
          </p:cNvPr>
          <p:cNvCxnSpPr>
            <a:cxnSpLocks/>
          </p:cNvCxnSpPr>
          <p:nvPr/>
        </p:nvCxnSpPr>
        <p:spPr>
          <a:xfrm>
            <a:off x="9174106" y="3102351"/>
            <a:ext cx="468253" cy="0"/>
          </a:xfrm>
          <a:prstGeom prst="straightConnector1">
            <a:avLst/>
          </a:prstGeom>
          <a:ln w="28575">
            <a:solidFill>
              <a:srgbClr val="0070C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2C4D5075-2C3A-43CF-8FF6-46407036998E}"/>
              </a:ext>
            </a:extLst>
          </p:cNvPr>
          <p:cNvCxnSpPr>
            <a:cxnSpLocks/>
          </p:cNvCxnSpPr>
          <p:nvPr/>
        </p:nvCxnSpPr>
        <p:spPr>
          <a:xfrm>
            <a:off x="9174106" y="3440358"/>
            <a:ext cx="468253" cy="0"/>
          </a:xfrm>
          <a:prstGeom prst="straightConnector1">
            <a:avLst/>
          </a:prstGeom>
          <a:ln w="28575">
            <a:solidFill>
              <a:srgbClr val="0070C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5BF13798-8505-47F0-8A81-717B16B61090}"/>
              </a:ext>
            </a:extLst>
          </p:cNvPr>
          <p:cNvCxnSpPr>
            <a:cxnSpLocks/>
          </p:cNvCxnSpPr>
          <p:nvPr/>
        </p:nvCxnSpPr>
        <p:spPr>
          <a:xfrm>
            <a:off x="9174106" y="3773124"/>
            <a:ext cx="468253" cy="0"/>
          </a:xfrm>
          <a:prstGeom prst="straightConnector1">
            <a:avLst/>
          </a:prstGeom>
          <a:ln w="28575">
            <a:solidFill>
              <a:srgbClr val="0070C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7502D4A1-E2E0-4897-8D3B-88636FA74B0F}"/>
              </a:ext>
            </a:extLst>
          </p:cNvPr>
          <p:cNvCxnSpPr>
            <a:cxnSpLocks/>
          </p:cNvCxnSpPr>
          <p:nvPr/>
        </p:nvCxnSpPr>
        <p:spPr>
          <a:xfrm>
            <a:off x="9174106" y="4111131"/>
            <a:ext cx="468253" cy="0"/>
          </a:xfrm>
          <a:prstGeom prst="straightConnector1">
            <a:avLst/>
          </a:prstGeom>
          <a:ln w="28575">
            <a:solidFill>
              <a:srgbClr val="0070C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D55B9EA3-505F-433C-B62A-6F59F28A7AFE}"/>
              </a:ext>
            </a:extLst>
          </p:cNvPr>
          <p:cNvCxnSpPr>
            <a:cxnSpLocks/>
          </p:cNvCxnSpPr>
          <p:nvPr/>
        </p:nvCxnSpPr>
        <p:spPr>
          <a:xfrm>
            <a:off x="9174106" y="4391935"/>
            <a:ext cx="468253" cy="0"/>
          </a:xfrm>
          <a:prstGeom prst="straightConnector1">
            <a:avLst/>
          </a:prstGeom>
          <a:ln w="28575">
            <a:solidFill>
              <a:srgbClr val="0070C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96" name="组合 95">
            <a:extLst>
              <a:ext uri="{FF2B5EF4-FFF2-40B4-BE49-F238E27FC236}">
                <a16:creationId xmlns:a16="http://schemas.microsoft.com/office/drawing/2014/main" id="{290A7892-9697-4512-9D5A-694642E05202}"/>
              </a:ext>
            </a:extLst>
          </p:cNvPr>
          <p:cNvGrpSpPr/>
          <p:nvPr/>
        </p:nvGrpSpPr>
        <p:grpSpPr>
          <a:xfrm>
            <a:off x="8329868" y="2456635"/>
            <a:ext cx="635711" cy="492216"/>
            <a:chOff x="3549145" y="3228790"/>
            <a:chExt cx="500816" cy="505245"/>
          </a:xfrm>
        </p:grpSpPr>
        <p:cxnSp>
          <p:nvCxnSpPr>
            <p:cNvPr id="97" name="直接箭头连接符 96">
              <a:extLst>
                <a:ext uri="{FF2B5EF4-FFF2-40B4-BE49-F238E27FC236}">
                  <a16:creationId xmlns:a16="http://schemas.microsoft.com/office/drawing/2014/main" id="{3F60645B-6020-40B9-95E0-61BC7891D643}"/>
                </a:ext>
              </a:extLst>
            </p:cNvPr>
            <p:cNvCxnSpPr>
              <a:cxnSpLocks/>
            </p:cNvCxnSpPr>
            <p:nvPr/>
          </p:nvCxnSpPr>
          <p:spPr>
            <a:xfrm>
              <a:off x="3942551" y="3465608"/>
              <a:ext cx="107410" cy="268427"/>
            </a:xfrm>
            <a:prstGeom prst="straightConnector1">
              <a:avLst/>
            </a:prstGeom>
            <a:ln w="28575">
              <a:solidFill>
                <a:srgbClr val="C00000"/>
              </a:solidFill>
              <a:headEnd type="oval" w="med" len="med"/>
              <a:tailEnd type="stealth" w="med" len="lg"/>
            </a:ln>
          </p:spPr>
          <p:style>
            <a:lnRef idx="1">
              <a:schemeClr val="accent1"/>
            </a:lnRef>
            <a:fillRef idx="0">
              <a:schemeClr val="accent1"/>
            </a:fillRef>
            <a:effectRef idx="0">
              <a:schemeClr val="accent1"/>
            </a:effectRef>
            <a:fontRef idx="minor">
              <a:schemeClr val="tx1"/>
            </a:fontRef>
          </p:style>
        </p:cxnSp>
        <p:sp>
          <p:nvSpPr>
            <p:cNvPr id="98" name="文本框 97">
              <a:extLst>
                <a:ext uri="{FF2B5EF4-FFF2-40B4-BE49-F238E27FC236}">
                  <a16:creationId xmlns:a16="http://schemas.microsoft.com/office/drawing/2014/main" id="{BA542AE7-C581-4295-8F24-F9D8D18370A0}"/>
                </a:ext>
              </a:extLst>
            </p:cNvPr>
            <p:cNvSpPr txBox="1"/>
            <p:nvPr/>
          </p:nvSpPr>
          <p:spPr>
            <a:xfrm>
              <a:off x="3549145" y="3228790"/>
              <a:ext cx="405934" cy="268535"/>
            </a:xfrm>
            <a:prstGeom prst="rect">
              <a:avLst/>
            </a:prstGeom>
            <a:noFill/>
          </p:spPr>
          <p:txBody>
            <a:bodyPr wrap="square" lIns="0" tIns="0" rIns="0" bIns="0" rtlCol="0">
              <a:spAutoFit/>
            </a:bodyPr>
            <a:lstStyle/>
            <a:p>
              <a:pPr>
                <a:lnSpc>
                  <a:spcPct val="80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**p</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grpSp>
      <p:cxnSp>
        <p:nvCxnSpPr>
          <p:cNvPr id="101" name="直接连接符 100">
            <a:extLst>
              <a:ext uri="{FF2B5EF4-FFF2-40B4-BE49-F238E27FC236}">
                <a16:creationId xmlns:a16="http://schemas.microsoft.com/office/drawing/2014/main" id="{92A4B672-D67E-4C2E-8486-4530E5A4ED07}"/>
              </a:ext>
            </a:extLst>
          </p:cNvPr>
          <p:cNvCxnSpPr>
            <a:cxnSpLocks/>
          </p:cNvCxnSpPr>
          <p:nvPr/>
        </p:nvCxnSpPr>
        <p:spPr>
          <a:xfrm>
            <a:off x="790268" y="3626830"/>
            <a:ext cx="597075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D06A6077-5F33-4A44-8098-30BE821D588B}"/>
              </a:ext>
            </a:extLst>
          </p:cNvPr>
          <p:cNvCxnSpPr>
            <a:cxnSpLocks/>
          </p:cNvCxnSpPr>
          <p:nvPr/>
        </p:nvCxnSpPr>
        <p:spPr>
          <a:xfrm flipH="1">
            <a:off x="4782589" y="2591727"/>
            <a:ext cx="362634" cy="250378"/>
          </a:xfrm>
          <a:prstGeom prst="line">
            <a:avLst/>
          </a:prstGeom>
          <a:ln w="28575">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BBCDBF32-CEEB-42B7-A2AB-A45C4E08BC6E}"/>
              </a:ext>
            </a:extLst>
          </p:cNvPr>
          <p:cNvCxnSpPr>
            <a:cxnSpLocks/>
          </p:cNvCxnSpPr>
          <p:nvPr/>
        </p:nvCxnSpPr>
        <p:spPr>
          <a:xfrm>
            <a:off x="1457149" y="3893382"/>
            <a:ext cx="55893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45C357F7-6859-4DA3-B13F-301ADD895346}"/>
              </a:ext>
            </a:extLst>
          </p:cNvPr>
          <p:cNvCxnSpPr>
            <a:cxnSpLocks/>
          </p:cNvCxnSpPr>
          <p:nvPr/>
        </p:nvCxnSpPr>
        <p:spPr>
          <a:xfrm>
            <a:off x="1078399" y="4250847"/>
            <a:ext cx="606500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F1809410-C69A-4620-AEDE-87EB6FD56FEB}"/>
              </a:ext>
            </a:extLst>
          </p:cNvPr>
          <p:cNvCxnSpPr>
            <a:cxnSpLocks/>
          </p:cNvCxnSpPr>
          <p:nvPr/>
        </p:nvCxnSpPr>
        <p:spPr>
          <a:xfrm>
            <a:off x="2788268" y="3893382"/>
            <a:ext cx="55893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4" name="文本框 113">
            <a:extLst>
              <a:ext uri="{FF2B5EF4-FFF2-40B4-BE49-F238E27FC236}">
                <a16:creationId xmlns:a16="http://schemas.microsoft.com/office/drawing/2014/main" id="{EE671177-1E14-4295-8A07-A53B154A3077}"/>
              </a:ext>
            </a:extLst>
          </p:cNvPr>
          <p:cNvSpPr txBox="1"/>
          <p:nvPr/>
        </p:nvSpPr>
        <p:spPr>
          <a:xfrm>
            <a:off x="8345060" y="2955994"/>
            <a:ext cx="368691" cy="369332"/>
          </a:xfrm>
          <a:prstGeom prst="rect">
            <a:avLst/>
          </a:prstGeom>
          <a:noFill/>
        </p:spPr>
        <p:txBody>
          <a:bodyPr wrap="none" lIns="0" tIns="0" rIns="0" bIns="0" rtlCol="0">
            <a:spAutoFit/>
          </a:bodyPr>
          <a:lstStyle/>
          <a:p>
            <a:r>
              <a:rPr lang="en-US" altLang="zh-CN" sz="2400" b="1" dirty="0" err="1">
                <a:solidFill>
                  <a:srgbClr val="C00000"/>
                </a:solidFill>
                <a:latin typeface="Courier New" panose="02070309020205020404" pitchFamily="49" charset="0"/>
                <a:cs typeface="Courier New" panose="02070309020205020404" pitchFamily="49" charset="0"/>
              </a:rPr>
              <a:t>i</a:t>
            </a:r>
            <a:r>
              <a:rPr lang="en-US" altLang="zh-CN" sz="2400" b="1" dirty="0">
                <a:solidFill>
                  <a:srgbClr val="C00000"/>
                </a:solidFill>
                <a:latin typeface="Courier New" panose="02070309020205020404" pitchFamily="49" charset="0"/>
                <a:cs typeface="Courier New" panose="02070309020205020404" pitchFamily="49" charset="0"/>
              </a:rPr>
              <a:t>=</a:t>
            </a:r>
            <a:endParaRPr lang="zh-CN" altLang="en-US" sz="2400" b="1" dirty="0">
              <a:solidFill>
                <a:srgbClr val="C00000"/>
              </a:solidFill>
              <a:latin typeface="Courier New" panose="02070309020205020404" pitchFamily="49" charset="0"/>
              <a:cs typeface="Courier New" panose="02070309020205020404" pitchFamily="49" charset="0"/>
            </a:endParaRPr>
          </a:p>
        </p:txBody>
      </p:sp>
      <p:sp>
        <p:nvSpPr>
          <p:cNvPr id="117" name="文本框 116">
            <a:extLst>
              <a:ext uri="{FF2B5EF4-FFF2-40B4-BE49-F238E27FC236}">
                <a16:creationId xmlns:a16="http://schemas.microsoft.com/office/drawing/2014/main" id="{3E2ABB66-604A-41AE-AB9F-87A1EA939CA4}"/>
              </a:ext>
            </a:extLst>
          </p:cNvPr>
          <p:cNvSpPr txBox="1"/>
          <p:nvPr/>
        </p:nvSpPr>
        <p:spPr>
          <a:xfrm>
            <a:off x="535683" y="5022900"/>
            <a:ext cx="6896625" cy="1691169"/>
          </a:xfrm>
          <a:prstGeom prst="rect">
            <a:avLst/>
          </a:prstGeom>
          <a:noFill/>
        </p:spPr>
        <p:txBody>
          <a:bodyPr wrap="square" rtlCol="0">
            <a:spAutoFit/>
          </a:bodyPr>
          <a:lstStyle/>
          <a:p>
            <a:pPr>
              <a:lnSpc>
                <a:spcPct val="114000"/>
              </a:lnSpc>
            </a:pPr>
            <a:r>
              <a:rPr lang="en-US" altLang="zh-CN" b="1" kern="100" dirty="0">
                <a:latin typeface="Courier New" panose="02070309020205020404" pitchFamily="49" charset="0"/>
                <a:ea typeface="宋体" panose="02010600030101010101" pitchFamily="2" charset="-122"/>
                <a:cs typeface="Courier New" panose="02070309020205020404" pitchFamily="49" charset="0"/>
              </a:rPr>
              <a:t>C</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语言的二维数组是静态存储分配的，但与二重指针相似，差别只是它的每行空间是首尾依次相接连续的，但访问数组元素的机制和二重指针相同，因此，我们可以把上述动态分配的邻接矩阵看作二维数组，用行列下标访问元素。</a:t>
            </a:r>
            <a:endParaRPr lang="en-US" altLang="zh-CN" b="1" kern="100" dirty="0">
              <a:latin typeface="Courier New" panose="02070309020205020404" pitchFamily="49" charset="0"/>
              <a:ea typeface="宋体" panose="02010600030101010101" pitchFamily="2" charset="-122"/>
              <a:cs typeface="Courier New" panose="02070309020205020404" pitchFamily="49" charset="0"/>
            </a:endParaRPr>
          </a:p>
          <a:p>
            <a:pPr>
              <a:lnSpc>
                <a:spcPct val="114000"/>
              </a:lnSpc>
            </a:pPr>
            <a:r>
              <a:rPr lang="zh-CN" altLang="en-US" sz="2000" b="1" kern="100" dirty="0">
                <a:latin typeface="Courier New" panose="02070309020205020404" pitchFamily="49" charset="0"/>
                <a:ea typeface="宋体" panose="02010600030101010101" pitchFamily="2" charset="-122"/>
                <a:cs typeface="Courier New" panose="02070309020205020404" pitchFamily="49" charset="0"/>
              </a:rPr>
              <a:t>采用二重指针</a:t>
            </a:r>
            <a:r>
              <a:rPr lang="zh-CN" altLang="en-US" sz="2000" b="1" kern="100" dirty="0">
                <a:solidFill>
                  <a:srgbClr val="C00000"/>
                </a:solidFill>
                <a:latin typeface="+mn-ea"/>
                <a:cs typeface="Courier New" panose="02070309020205020404" pitchFamily="49" charset="0"/>
              </a:rPr>
              <a:t>优点</a:t>
            </a:r>
            <a:r>
              <a:rPr lang="zh-CN" altLang="en-US" sz="2000" b="1" kern="100" dirty="0">
                <a:latin typeface="Courier New" panose="02070309020205020404" pitchFamily="49" charset="0"/>
                <a:ea typeface="宋体" panose="02010600030101010101" pitchFamily="2" charset="-122"/>
                <a:cs typeface="Courier New" panose="02070309020205020404" pitchFamily="49" charset="0"/>
              </a:rPr>
              <a:t>：可以</a:t>
            </a:r>
            <a:r>
              <a:rPr lang="zh-CN" altLang="en-US" sz="2000" b="1" kern="100" dirty="0">
                <a:solidFill>
                  <a:srgbClr val="C00000"/>
                </a:solidFill>
                <a:latin typeface="+mn-ea"/>
                <a:cs typeface="Courier New" panose="02070309020205020404" pitchFamily="49" charset="0"/>
              </a:rPr>
              <a:t>按需分配</a:t>
            </a:r>
            <a:r>
              <a:rPr lang="zh-CN" altLang="en-US" sz="2000" b="1" kern="100" dirty="0">
                <a:latin typeface="Courier New" panose="02070309020205020404" pitchFamily="49" charset="0"/>
                <a:ea typeface="宋体" panose="02010600030101010101" pitchFamily="2" charset="-122"/>
                <a:cs typeface="Courier New" panose="02070309020205020404" pitchFamily="49" charset="0"/>
              </a:rPr>
              <a:t>存储空间。</a:t>
            </a:r>
            <a:endParaRPr lang="en-US" altLang="zh-CN" sz="2000" b="1" dirty="0">
              <a:latin typeface="Courier New" panose="02070309020205020404" pitchFamily="49" charset="0"/>
              <a:ea typeface="宋体" panose="02010600030101010101" pitchFamily="2" charset="-122"/>
              <a:cs typeface="Courier New" panose="02070309020205020404" pitchFamily="49" charset="0"/>
            </a:endParaRPr>
          </a:p>
        </p:txBody>
      </p:sp>
      <p:grpSp>
        <p:nvGrpSpPr>
          <p:cNvPr id="118" name="组合 117">
            <a:extLst>
              <a:ext uri="{FF2B5EF4-FFF2-40B4-BE49-F238E27FC236}">
                <a16:creationId xmlns:a16="http://schemas.microsoft.com/office/drawing/2014/main" id="{13D74C31-C56A-4D88-9408-7A087B476EEC}"/>
              </a:ext>
            </a:extLst>
          </p:cNvPr>
          <p:cNvGrpSpPr/>
          <p:nvPr/>
        </p:nvGrpSpPr>
        <p:grpSpPr>
          <a:xfrm>
            <a:off x="9620333" y="5138226"/>
            <a:ext cx="1478281" cy="281162"/>
            <a:chOff x="3903826" y="4929335"/>
            <a:chExt cx="1478281" cy="307207"/>
          </a:xfrm>
        </p:grpSpPr>
        <p:sp>
          <p:nvSpPr>
            <p:cNvPr id="119" name="Text Box 3">
              <a:extLst>
                <a:ext uri="{FF2B5EF4-FFF2-40B4-BE49-F238E27FC236}">
                  <a16:creationId xmlns:a16="http://schemas.microsoft.com/office/drawing/2014/main" id="{2633C93C-3945-4CC7-9FCE-1674F806E83A}"/>
                </a:ext>
              </a:extLst>
            </p:cNvPr>
            <p:cNvSpPr txBox="1">
              <a:spLocks noChangeArrowheads="1"/>
            </p:cNvSpPr>
            <p:nvPr/>
          </p:nvSpPr>
          <p:spPr bwMode="auto">
            <a:xfrm>
              <a:off x="3903826"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0" name="Text Box 3">
              <a:extLst>
                <a:ext uri="{FF2B5EF4-FFF2-40B4-BE49-F238E27FC236}">
                  <a16:creationId xmlns:a16="http://schemas.microsoft.com/office/drawing/2014/main" id="{ABD9C2FF-EEE0-415E-829B-4938C4DED6AC}"/>
                </a:ext>
              </a:extLst>
            </p:cNvPr>
            <p:cNvSpPr txBox="1">
              <a:spLocks noChangeArrowheads="1"/>
            </p:cNvSpPr>
            <p:nvPr/>
          </p:nvSpPr>
          <p:spPr bwMode="auto">
            <a:xfrm>
              <a:off x="4197711"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1" name="Text Box 3">
              <a:extLst>
                <a:ext uri="{FF2B5EF4-FFF2-40B4-BE49-F238E27FC236}">
                  <a16:creationId xmlns:a16="http://schemas.microsoft.com/office/drawing/2014/main" id="{50A8BFD8-D2CC-4832-BC92-DCD1BB9EAB2A}"/>
                </a:ext>
              </a:extLst>
            </p:cNvPr>
            <p:cNvSpPr txBox="1">
              <a:spLocks noChangeArrowheads="1"/>
            </p:cNvSpPr>
            <p:nvPr/>
          </p:nvSpPr>
          <p:spPr bwMode="auto">
            <a:xfrm>
              <a:off x="4494548"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2" name="Text Box 3">
              <a:extLst>
                <a:ext uri="{FF2B5EF4-FFF2-40B4-BE49-F238E27FC236}">
                  <a16:creationId xmlns:a16="http://schemas.microsoft.com/office/drawing/2014/main" id="{87CBD3AE-3019-44C0-9527-7626E24407D0}"/>
                </a:ext>
              </a:extLst>
            </p:cNvPr>
            <p:cNvSpPr txBox="1">
              <a:spLocks noChangeArrowheads="1"/>
            </p:cNvSpPr>
            <p:nvPr/>
          </p:nvSpPr>
          <p:spPr bwMode="auto">
            <a:xfrm>
              <a:off x="4788433"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3" name="Text Box 3">
              <a:extLst>
                <a:ext uri="{FF2B5EF4-FFF2-40B4-BE49-F238E27FC236}">
                  <a16:creationId xmlns:a16="http://schemas.microsoft.com/office/drawing/2014/main" id="{54BFD76F-3D2C-43CF-9860-0BC3FCD8F1CD}"/>
                </a:ext>
              </a:extLst>
            </p:cNvPr>
            <p:cNvSpPr txBox="1">
              <a:spLocks noChangeArrowheads="1"/>
            </p:cNvSpPr>
            <p:nvPr/>
          </p:nvSpPr>
          <p:spPr bwMode="auto">
            <a:xfrm>
              <a:off x="5085270"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24" name="组合 123">
            <a:extLst>
              <a:ext uri="{FF2B5EF4-FFF2-40B4-BE49-F238E27FC236}">
                <a16:creationId xmlns:a16="http://schemas.microsoft.com/office/drawing/2014/main" id="{7B1CFF17-F742-4FEA-90E5-1ECE2FDE7117}"/>
              </a:ext>
            </a:extLst>
          </p:cNvPr>
          <p:cNvGrpSpPr/>
          <p:nvPr/>
        </p:nvGrpSpPr>
        <p:grpSpPr>
          <a:xfrm>
            <a:off x="9624130" y="5418236"/>
            <a:ext cx="1478281" cy="281162"/>
            <a:chOff x="3903826" y="4929335"/>
            <a:chExt cx="1478281" cy="307207"/>
          </a:xfrm>
        </p:grpSpPr>
        <p:sp>
          <p:nvSpPr>
            <p:cNvPr id="125" name="Text Box 3">
              <a:extLst>
                <a:ext uri="{FF2B5EF4-FFF2-40B4-BE49-F238E27FC236}">
                  <a16:creationId xmlns:a16="http://schemas.microsoft.com/office/drawing/2014/main" id="{8D120F4D-279D-43E5-9EAA-9F5E63D6B93B}"/>
                </a:ext>
              </a:extLst>
            </p:cNvPr>
            <p:cNvSpPr txBox="1">
              <a:spLocks noChangeArrowheads="1"/>
            </p:cNvSpPr>
            <p:nvPr/>
          </p:nvSpPr>
          <p:spPr bwMode="auto">
            <a:xfrm>
              <a:off x="3903826"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6" name="Text Box 3">
              <a:extLst>
                <a:ext uri="{FF2B5EF4-FFF2-40B4-BE49-F238E27FC236}">
                  <a16:creationId xmlns:a16="http://schemas.microsoft.com/office/drawing/2014/main" id="{029DBD71-B62B-4CCA-A408-8D42A8236171}"/>
                </a:ext>
              </a:extLst>
            </p:cNvPr>
            <p:cNvSpPr txBox="1">
              <a:spLocks noChangeArrowheads="1"/>
            </p:cNvSpPr>
            <p:nvPr/>
          </p:nvSpPr>
          <p:spPr bwMode="auto">
            <a:xfrm>
              <a:off x="4197711"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7" name="Text Box 3">
              <a:extLst>
                <a:ext uri="{FF2B5EF4-FFF2-40B4-BE49-F238E27FC236}">
                  <a16:creationId xmlns:a16="http://schemas.microsoft.com/office/drawing/2014/main" id="{2BEDF507-544C-470F-849E-7479B64635AB}"/>
                </a:ext>
              </a:extLst>
            </p:cNvPr>
            <p:cNvSpPr txBox="1">
              <a:spLocks noChangeArrowheads="1"/>
            </p:cNvSpPr>
            <p:nvPr/>
          </p:nvSpPr>
          <p:spPr bwMode="auto">
            <a:xfrm>
              <a:off x="4494548"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8" name="Text Box 3">
              <a:extLst>
                <a:ext uri="{FF2B5EF4-FFF2-40B4-BE49-F238E27FC236}">
                  <a16:creationId xmlns:a16="http://schemas.microsoft.com/office/drawing/2014/main" id="{9AAEE583-8CE5-4CF3-A345-41887ABFA113}"/>
                </a:ext>
              </a:extLst>
            </p:cNvPr>
            <p:cNvSpPr txBox="1">
              <a:spLocks noChangeArrowheads="1"/>
            </p:cNvSpPr>
            <p:nvPr/>
          </p:nvSpPr>
          <p:spPr bwMode="auto">
            <a:xfrm>
              <a:off x="4788433"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9" name="Text Box 3">
              <a:extLst>
                <a:ext uri="{FF2B5EF4-FFF2-40B4-BE49-F238E27FC236}">
                  <a16:creationId xmlns:a16="http://schemas.microsoft.com/office/drawing/2014/main" id="{E9CD2157-6E26-45F6-A60D-100047309A7A}"/>
                </a:ext>
              </a:extLst>
            </p:cNvPr>
            <p:cNvSpPr txBox="1">
              <a:spLocks noChangeArrowheads="1"/>
            </p:cNvSpPr>
            <p:nvPr/>
          </p:nvSpPr>
          <p:spPr bwMode="auto">
            <a:xfrm>
              <a:off x="5085270"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30" name="组合 129">
            <a:extLst>
              <a:ext uri="{FF2B5EF4-FFF2-40B4-BE49-F238E27FC236}">
                <a16:creationId xmlns:a16="http://schemas.microsoft.com/office/drawing/2014/main" id="{76E3C559-FA96-419F-AAE4-1564F7141EF9}"/>
              </a:ext>
            </a:extLst>
          </p:cNvPr>
          <p:cNvGrpSpPr/>
          <p:nvPr/>
        </p:nvGrpSpPr>
        <p:grpSpPr>
          <a:xfrm>
            <a:off x="9622669" y="5694129"/>
            <a:ext cx="1478281" cy="281162"/>
            <a:chOff x="3903826" y="4929335"/>
            <a:chExt cx="1478281" cy="307207"/>
          </a:xfrm>
        </p:grpSpPr>
        <p:sp>
          <p:nvSpPr>
            <p:cNvPr id="131" name="Text Box 3">
              <a:extLst>
                <a:ext uri="{FF2B5EF4-FFF2-40B4-BE49-F238E27FC236}">
                  <a16:creationId xmlns:a16="http://schemas.microsoft.com/office/drawing/2014/main" id="{5AB2D07B-65CF-4B52-9BB4-4C32E9997375}"/>
                </a:ext>
              </a:extLst>
            </p:cNvPr>
            <p:cNvSpPr txBox="1">
              <a:spLocks noChangeArrowheads="1"/>
            </p:cNvSpPr>
            <p:nvPr/>
          </p:nvSpPr>
          <p:spPr bwMode="auto">
            <a:xfrm>
              <a:off x="3903826"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2" name="Text Box 3">
              <a:extLst>
                <a:ext uri="{FF2B5EF4-FFF2-40B4-BE49-F238E27FC236}">
                  <a16:creationId xmlns:a16="http://schemas.microsoft.com/office/drawing/2014/main" id="{4AA2DBF5-6E8A-4CF8-AF76-2BF5A823B0CF}"/>
                </a:ext>
              </a:extLst>
            </p:cNvPr>
            <p:cNvSpPr txBox="1">
              <a:spLocks noChangeArrowheads="1"/>
            </p:cNvSpPr>
            <p:nvPr/>
          </p:nvSpPr>
          <p:spPr bwMode="auto">
            <a:xfrm>
              <a:off x="4197711"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3" name="Text Box 3">
              <a:extLst>
                <a:ext uri="{FF2B5EF4-FFF2-40B4-BE49-F238E27FC236}">
                  <a16:creationId xmlns:a16="http://schemas.microsoft.com/office/drawing/2014/main" id="{E91FE394-6BB3-4921-BD2E-706917819B13}"/>
                </a:ext>
              </a:extLst>
            </p:cNvPr>
            <p:cNvSpPr txBox="1">
              <a:spLocks noChangeArrowheads="1"/>
            </p:cNvSpPr>
            <p:nvPr/>
          </p:nvSpPr>
          <p:spPr bwMode="auto">
            <a:xfrm>
              <a:off x="4494548"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4" name="Text Box 3">
              <a:extLst>
                <a:ext uri="{FF2B5EF4-FFF2-40B4-BE49-F238E27FC236}">
                  <a16:creationId xmlns:a16="http://schemas.microsoft.com/office/drawing/2014/main" id="{2B6306A2-2DFE-413F-AC09-93193B79309C}"/>
                </a:ext>
              </a:extLst>
            </p:cNvPr>
            <p:cNvSpPr txBox="1">
              <a:spLocks noChangeArrowheads="1"/>
            </p:cNvSpPr>
            <p:nvPr/>
          </p:nvSpPr>
          <p:spPr bwMode="auto">
            <a:xfrm>
              <a:off x="4788433"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5" name="Text Box 3">
              <a:extLst>
                <a:ext uri="{FF2B5EF4-FFF2-40B4-BE49-F238E27FC236}">
                  <a16:creationId xmlns:a16="http://schemas.microsoft.com/office/drawing/2014/main" id="{DC8CBDC2-F573-441C-9221-751409C651F8}"/>
                </a:ext>
              </a:extLst>
            </p:cNvPr>
            <p:cNvSpPr txBox="1">
              <a:spLocks noChangeArrowheads="1"/>
            </p:cNvSpPr>
            <p:nvPr/>
          </p:nvSpPr>
          <p:spPr bwMode="auto">
            <a:xfrm>
              <a:off x="5085270"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36" name="组合 135">
            <a:extLst>
              <a:ext uri="{FF2B5EF4-FFF2-40B4-BE49-F238E27FC236}">
                <a16:creationId xmlns:a16="http://schemas.microsoft.com/office/drawing/2014/main" id="{7638932F-25F0-4DF3-8D2E-DB09B93DC7BE}"/>
              </a:ext>
            </a:extLst>
          </p:cNvPr>
          <p:cNvGrpSpPr/>
          <p:nvPr/>
        </p:nvGrpSpPr>
        <p:grpSpPr>
          <a:xfrm>
            <a:off x="9622668" y="5972675"/>
            <a:ext cx="1478281" cy="281162"/>
            <a:chOff x="3903826" y="4929335"/>
            <a:chExt cx="1478281" cy="307207"/>
          </a:xfrm>
        </p:grpSpPr>
        <p:sp>
          <p:nvSpPr>
            <p:cNvPr id="137" name="Text Box 3">
              <a:extLst>
                <a:ext uri="{FF2B5EF4-FFF2-40B4-BE49-F238E27FC236}">
                  <a16:creationId xmlns:a16="http://schemas.microsoft.com/office/drawing/2014/main" id="{B9428BD2-F6BF-4EC0-BB71-BC85C3B02AE2}"/>
                </a:ext>
              </a:extLst>
            </p:cNvPr>
            <p:cNvSpPr txBox="1">
              <a:spLocks noChangeArrowheads="1"/>
            </p:cNvSpPr>
            <p:nvPr/>
          </p:nvSpPr>
          <p:spPr bwMode="auto">
            <a:xfrm>
              <a:off x="3903826"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8" name="Text Box 3">
              <a:extLst>
                <a:ext uri="{FF2B5EF4-FFF2-40B4-BE49-F238E27FC236}">
                  <a16:creationId xmlns:a16="http://schemas.microsoft.com/office/drawing/2014/main" id="{2DF3AC1A-25D2-4269-BE81-7E13DAA03BFE}"/>
                </a:ext>
              </a:extLst>
            </p:cNvPr>
            <p:cNvSpPr txBox="1">
              <a:spLocks noChangeArrowheads="1"/>
            </p:cNvSpPr>
            <p:nvPr/>
          </p:nvSpPr>
          <p:spPr bwMode="auto">
            <a:xfrm>
              <a:off x="4197711"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9" name="Text Box 3">
              <a:extLst>
                <a:ext uri="{FF2B5EF4-FFF2-40B4-BE49-F238E27FC236}">
                  <a16:creationId xmlns:a16="http://schemas.microsoft.com/office/drawing/2014/main" id="{5C0C04A7-9E50-4B38-9E33-EB26E85F6AC5}"/>
                </a:ext>
              </a:extLst>
            </p:cNvPr>
            <p:cNvSpPr txBox="1">
              <a:spLocks noChangeArrowheads="1"/>
            </p:cNvSpPr>
            <p:nvPr/>
          </p:nvSpPr>
          <p:spPr bwMode="auto">
            <a:xfrm>
              <a:off x="4494548"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0" name="Text Box 3">
              <a:extLst>
                <a:ext uri="{FF2B5EF4-FFF2-40B4-BE49-F238E27FC236}">
                  <a16:creationId xmlns:a16="http://schemas.microsoft.com/office/drawing/2014/main" id="{C24234BA-4EAD-421C-9F55-46CAB543CF17}"/>
                </a:ext>
              </a:extLst>
            </p:cNvPr>
            <p:cNvSpPr txBox="1">
              <a:spLocks noChangeArrowheads="1"/>
            </p:cNvSpPr>
            <p:nvPr/>
          </p:nvSpPr>
          <p:spPr bwMode="auto">
            <a:xfrm>
              <a:off x="4788433"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1" name="Text Box 3">
              <a:extLst>
                <a:ext uri="{FF2B5EF4-FFF2-40B4-BE49-F238E27FC236}">
                  <a16:creationId xmlns:a16="http://schemas.microsoft.com/office/drawing/2014/main" id="{BB70C8EB-EBB7-4793-87B3-710B996E1838}"/>
                </a:ext>
              </a:extLst>
            </p:cNvPr>
            <p:cNvSpPr txBox="1">
              <a:spLocks noChangeArrowheads="1"/>
            </p:cNvSpPr>
            <p:nvPr/>
          </p:nvSpPr>
          <p:spPr bwMode="auto">
            <a:xfrm>
              <a:off x="5085270"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42" name="组合 141">
            <a:extLst>
              <a:ext uri="{FF2B5EF4-FFF2-40B4-BE49-F238E27FC236}">
                <a16:creationId xmlns:a16="http://schemas.microsoft.com/office/drawing/2014/main" id="{D62091FF-5771-4745-8262-64BC909BF48D}"/>
              </a:ext>
            </a:extLst>
          </p:cNvPr>
          <p:cNvGrpSpPr/>
          <p:nvPr/>
        </p:nvGrpSpPr>
        <p:grpSpPr>
          <a:xfrm>
            <a:off x="9622667" y="6257799"/>
            <a:ext cx="1478281" cy="281162"/>
            <a:chOff x="3903826" y="4929335"/>
            <a:chExt cx="1478281" cy="307207"/>
          </a:xfrm>
        </p:grpSpPr>
        <p:sp>
          <p:nvSpPr>
            <p:cNvPr id="143" name="Text Box 3">
              <a:extLst>
                <a:ext uri="{FF2B5EF4-FFF2-40B4-BE49-F238E27FC236}">
                  <a16:creationId xmlns:a16="http://schemas.microsoft.com/office/drawing/2014/main" id="{534AFB42-A8AC-429E-A806-959F7CA514AE}"/>
                </a:ext>
              </a:extLst>
            </p:cNvPr>
            <p:cNvSpPr txBox="1">
              <a:spLocks noChangeArrowheads="1"/>
            </p:cNvSpPr>
            <p:nvPr/>
          </p:nvSpPr>
          <p:spPr bwMode="auto">
            <a:xfrm>
              <a:off x="3903826"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4" name="Text Box 3">
              <a:extLst>
                <a:ext uri="{FF2B5EF4-FFF2-40B4-BE49-F238E27FC236}">
                  <a16:creationId xmlns:a16="http://schemas.microsoft.com/office/drawing/2014/main" id="{00A0EB7B-A83A-47E9-A0DF-BA7176E7C344}"/>
                </a:ext>
              </a:extLst>
            </p:cNvPr>
            <p:cNvSpPr txBox="1">
              <a:spLocks noChangeArrowheads="1"/>
            </p:cNvSpPr>
            <p:nvPr/>
          </p:nvSpPr>
          <p:spPr bwMode="auto">
            <a:xfrm>
              <a:off x="4197711"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5" name="Text Box 3">
              <a:extLst>
                <a:ext uri="{FF2B5EF4-FFF2-40B4-BE49-F238E27FC236}">
                  <a16:creationId xmlns:a16="http://schemas.microsoft.com/office/drawing/2014/main" id="{9554EB7C-AC00-4D76-997E-A3CF4084773C}"/>
                </a:ext>
              </a:extLst>
            </p:cNvPr>
            <p:cNvSpPr txBox="1">
              <a:spLocks noChangeArrowheads="1"/>
            </p:cNvSpPr>
            <p:nvPr/>
          </p:nvSpPr>
          <p:spPr bwMode="auto">
            <a:xfrm>
              <a:off x="4494548"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6" name="Text Box 3">
              <a:extLst>
                <a:ext uri="{FF2B5EF4-FFF2-40B4-BE49-F238E27FC236}">
                  <a16:creationId xmlns:a16="http://schemas.microsoft.com/office/drawing/2014/main" id="{F5357A34-D68A-45CC-9F88-A9924C4239EE}"/>
                </a:ext>
              </a:extLst>
            </p:cNvPr>
            <p:cNvSpPr txBox="1">
              <a:spLocks noChangeArrowheads="1"/>
            </p:cNvSpPr>
            <p:nvPr/>
          </p:nvSpPr>
          <p:spPr bwMode="auto">
            <a:xfrm>
              <a:off x="4788433"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7" name="Text Box 3">
              <a:extLst>
                <a:ext uri="{FF2B5EF4-FFF2-40B4-BE49-F238E27FC236}">
                  <a16:creationId xmlns:a16="http://schemas.microsoft.com/office/drawing/2014/main" id="{C275A86F-DE12-4D18-ACC8-BB4BD6C75378}"/>
                </a:ext>
              </a:extLst>
            </p:cNvPr>
            <p:cNvSpPr txBox="1">
              <a:spLocks noChangeArrowheads="1"/>
            </p:cNvSpPr>
            <p:nvPr/>
          </p:nvSpPr>
          <p:spPr bwMode="auto">
            <a:xfrm>
              <a:off x="5085270" y="4929335"/>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sp>
        <p:nvSpPr>
          <p:cNvPr id="148" name="文本框 147">
            <a:extLst>
              <a:ext uri="{FF2B5EF4-FFF2-40B4-BE49-F238E27FC236}">
                <a16:creationId xmlns:a16="http://schemas.microsoft.com/office/drawing/2014/main" id="{A2DB8864-3AC7-4C50-B218-0ECC8518AF86}"/>
              </a:ext>
            </a:extLst>
          </p:cNvPr>
          <p:cNvSpPr txBox="1"/>
          <p:nvPr/>
        </p:nvSpPr>
        <p:spPr>
          <a:xfrm>
            <a:off x="9310265" y="5182821"/>
            <a:ext cx="305875" cy="1356140"/>
          </a:xfrm>
          <a:prstGeom prst="rect">
            <a:avLst/>
          </a:prstGeom>
          <a:noFill/>
        </p:spPr>
        <p:txBody>
          <a:bodyPr wrap="square" lIns="0" tIns="0" rIns="0" bIns="0" rtlCol="0">
            <a:spAutoFit/>
          </a:bodyPr>
          <a:lstStyle/>
          <a:p>
            <a:pPr algn="ctr">
              <a:lnSpc>
                <a:spcPts val="2100"/>
              </a:lnSpc>
            </a:pPr>
            <a:r>
              <a:rPr lang="en-US" altLang="zh-CN" sz="2000" b="1" dirty="0">
                <a:solidFill>
                  <a:srgbClr val="0000FF"/>
                </a:solidFill>
                <a:latin typeface="Courier New" panose="02070309020205020404" pitchFamily="49" charset="0"/>
                <a:cs typeface="Courier New" panose="02070309020205020404" pitchFamily="49" charset="0"/>
              </a:rPr>
              <a:t>0</a:t>
            </a:r>
          </a:p>
          <a:p>
            <a:pPr algn="ctr">
              <a:lnSpc>
                <a:spcPts val="2100"/>
              </a:lnSpc>
            </a:pPr>
            <a:r>
              <a:rPr lang="en-US" altLang="zh-CN" sz="2000" b="1" dirty="0">
                <a:solidFill>
                  <a:srgbClr val="0000FF"/>
                </a:solidFill>
                <a:latin typeface="Courier New" panose="02070309020205020404" pitchFamily="49" charset="0"/>
                <a:cs typeface="Courier New" panose="02070309020205020404" pitchFamily="49" charset="0"/>
              </a:rPr>
              <a:t>1</a:t>
            </a:r>
          </a:p>
          <a:p>
            <a:pPr algn="ctr">
              <a:lnSpc>
                <a:spcPts val="2100"/>
              </a:lnSpc>
            </a:pPr>
            <a:r>
              <a:rPr lang="en-US" altLang="zh-CN" sz="2000" b="1" dirty="0">
                <a:solidFill>
                  <a:srgbClr val="0000FF"/>
                </a:solidFill>
                <a:latin typeface="Courier New" panose="02070309020205020404" pitchFamily="49" charset="0"/>
                <a:cs typeface="Courier New" panose="02070309020205020404" pitchFamily="49" charset="0"/>
              </a:rPr>
              <a:t>2</a:t>
            </a:r>
          </a:p>
          <a:p>
            <a:pPr algn="ctr">
              <a:lnSpc>
                <a:spcPts val="2100"/>
              </a:lnSpc>
            </a:pPr>
            <a:r>
              <a:rPr lang="en-US" altLang="zh-CN" sz="2000" b="1" dirty="0">
                <a:solidFill>
                  <a:srgbClr val="0000FF"/>
                </a:solidFill>
                <a:latin typeface="Courier New" panose="02070309020205020404" pitchFamily="49" charset="0"/>
                <a:cs typeface="Courier New" panose="02070309020205020404" pitchFamily="49" charset="0"/>
              </a:rPr>
              <a:t>3</a:t>
            </a:r>
          </a:p>
          <a:p>
            <a:pPr algn="ctr">
              <a:lnSpc>
                <a:spcPts val="2100"/>
              </a:lnSpc>
            </a:pPr>
            <a:r>
              <a:rPr lang="en-US" altLang="zh-CN" sz="2000" b="1" dirty="0">
                <a:solidFill>
                  <a:srgbClr val="0000FF"/>
                </a:solidFill>
                <a:latin typeface="Courier New" panose="02070309020205020404" pitchFamily="49" charset="0"/>
                <a:cs typeface="Courier New" panose="02070309020205020404" pitchFamily="49" charset="0"/>
              </a:rPr>
              <a:t>4</a:t>
            </a:r>
          </a:p>
        </p:txBody>
      </p:sp>
      <p:sp>
        <p:nvSpPr>
          <p:cNvPr id="149" name="文本框 148">
            <a:extLst>
              <a:ext uri="{FF2B5EF4-FFF2-40B4-BE49-F238E27FC236}">
                <a16:creationId xmlns:a16="http://schemas.microsoft.com/office/drawing/2014/main" id="{D92D5F23-290E-4D4C-A52E-45105D5C2CA3}"/>
              </a:ext>
            </a:extLst>
          </p:cNvPr>
          <p:cNvSpPr txBox="1"/>
          <p:nvPr/>
        </p:nvSpPr>
        <p:spPr>
          <a:xfrm>
            <a:off x="9542665" y="4894908"/>
            <a:ext cx="1638283" cy="278923"/>
          </a:xfrm>
          <a:prstGeom prst="rect">
            <a:avLst/>
          </a:prstGeom>
          <a:noFill/>
        </p:spPr>
        <p:txBody>
          <a:bodyPr wrap="square" lIns="0" tIns="0" rIns="0" bIns="0" rtlCol="0">
            <a:spAutoFit/>
          </a:bodyPr>
          <a:lstStyle/>
          <a:p>
            <a:pPr algn="ctr">
              <a:lnSpc>
                <a:spcPts val="2100"/>
              </a:lnSpc>
            </a:pPr>
            <a:r>
              <a:rPr lang="en-US" altLang="zh-CN" sz="2000" b="1" dirty="0">
                <a:solidFill>
                  <a:srgbClr val="0000FF"/>
                </a:solidFill>
                <a:latin typeface="Courier New" panose="02070309020205020404" pitchFamily="49" charset="0"/>
                <a:cs typeface="Courier New" panose="02070309020205020404" pitchFamily="49" charset="0"/>
              </a:rPr>
              <a:t>0 1 2 3 4</a:t>
            </a:r>
          </a:p>
        </p:txBody>
      </p:sp>
      <p:sp>
        <p:nvSpPr>
          <p:cNvPr id="154" name="文本框 153">
            <a:extLst>
              <a:ext uri="{FF2B5EF4-FFF2-40B4-BE49-F238E27FC236}">
                <a16:creationId xmlns:a16="http://schemas.microsoft.com/office/drawing/2014/main" id="{1AB185F2-8925-46CA-9880-6174ED6D85BD}"/>
              </a:ext>
            </a:extLst>
          </p:cNvPr>
          <p:cNvSpPr txBox="1"/>
          <p:nvPr/>
        </p:nvSpPr>
        <p:spPr>
          <a:xfrm>
            <a:off x="8435211" y="4928481"/>
            <a:ext cx="1149674" cy="261610"/>
          </a:xfrm>
          <a:prstGeom prst="rect">
            <a:avLst/>
          </a:prstGeom>
          <a:noFill/>
        </p:spPr>
        <p:txBody>
          <a:bodyPr wrap="square" lIns="0" tIns="0" rIns="0" bIns="0" rtlCol="0">
            <a:spAutoFit/>
          </a:bodyPr>
          <a:lstStyle/>
          <a:p>
            <a:pPr>
              <a:lnSpc>
                <a:spcPct val="80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p[5][5]</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155" name="文本框 154">
            <a:extLst>
              <a:ext uri="{FF2B5EF4-FFF2-40B4-BE49-F238E27FC236}">
                <a16:creationId xmlns:a16="http://schemas.microsoft.com/office/drawing/2014/main" id="{981C1FD8-CF38-4C77-BAB5-1C3A8D0AF7B5}"/>
              </a:ext>
            </a:extLst>
          </p:cNvPr>
          <p:cNvSpPr txBox="1"/>
          <p:nvPr/>
        </p:nvSpPr>
        <p:spPr>
          <a:xfrm>
            <a:off x="9149623" y="2509196"/>
            <a:ext cx="2492990" cy="369332"/>
          </a:xfrm>
          <a:prstGeom prst="rect">
            <a:avLst/>
          </a:prstGeom>
          <a:noFill/>
        </p:spPr>
        <p:txBody>
          <a:bodyPr wrap="none" rtlCol="0">
            <a:spAutoFit/>
          </a:bodyPr>
          <a:lstStyle/>
          <a:p>
            <a:r>
              <a:rPr lang="zh-CN" altLang="en-US" b="1" dirty="0">
                <a:solidFill>
                  <a:srgbClr val="0000FF"/>
                </a:solidFill>
              </a:rPr>
              <a:t>二重指针动态分配空间</a:t>
            </a:r>
          </a:p>
        </p:txBody>
      </p:sp>
      <p:sp>
        <p:nvSpPr>
          <p:cNvPr id="156" name="文本框 155">
            <a:extLst>
              <a:ext uri="{FF2B5EF4-FFF2-40B4-BE49-F238E27FC236}">
                <a16:creationId xmlns:a16="http://schemas.microsoft.com/office/drawing/2014/main" id="{FD84C850-ADCC-4934-93E6-3E6996365949}"/>
              </a:ext>
            </a:extLst>
          </p:cNvPr>
          <p:cNvSpPr txBox="1"/>
          <p:nvPr/>
        </p:nvSpPr>
        <p:spPr>
          <a:xfrm>
            <a:off x="7999069" y="5440239"/>
            <a:ext cx="1149674" cy="923330"/>
          </a:xfrm>
          <a:prstGeom prst="rect">
            <a:avLst/>
          </a:prstGeom>
          <a:noFill/>
        </p:spPr>
        <p:txBody>
          <a:bodyPr wrap="none" rtlCol="0">
            <a:spAutoFit/>
          </a:bodyPr>
          <a:lstStyle/>
          <a:p>
            <a:pPr algn="ctr"/>
            <a:r>
              <a:rPr lang="zh-CN" altLang="en-US" b="1" dirty="0">
                <a:solidFill>
                  <a:srgbClr val="0000FF"/>
                </a:solidFill>
              </a:rPr>
              <a:t>使用如同</a:t>
            </a:r>
            <a:endParaRPr lang="en-US" altLang="zh-CN" b="1" dirty="0">
              <a:solidFill>
                <a:srgbClr val="0000FF"/>
              </a:solidFill>
            </a:endParaRPr>
          </a:p>
          <a:p>
            <a:pPr algn="ctr"/>
            <a:r>
              <a:rPr lang="zh-CN" altLang="en-US" b="1" dirty="0">
                <a:solidFill>
                  <a:srgbClr val="0000FF"/>
                </a:solidFill>
              </a:rPr>
              <a:t>二维数组</a:t>
            </a:r>
            <a:endParaRPr lang="en-US" altLang="zh-CN" b="1" dirty="0">
              <a:solidFill>
                <a:srgbClr val="0000FF"/>
              </a:solidFill>
            </a:endParaRPr>
          </a:p>
          <a:p>
            <a:pPr algn="ctr"/>
            <a:r>
              <a:rPr lang="en-US" altLang="zh-CN" b="1" dirty="0">
                <a:solidFill>
                  <a:srgbClr val="C00000"/>
                </a:solidFill>
                <a:latin typeface="Courier New" panose="02070309020205020404" pitchFamily="49" charset="0"/>
                <a:cs typeface="Courier New" panose="02070309020205020404" pitchFamily="49" charset="0"/>
              </a:rPr>
              <a:t>p[</a:t>
            </a:r>
            <a:r>
              <a:rPr lang="en-US" altLang="zh-CN" b="1" dirty="0" err="1">
                <a:solidFill>
                  <a:srgbClr val="C00000"/>
                </a:solidFill>
                <a:latin typeface="Courier New" panose="02070309020205020404" pitchFamily="49" charset="0"/>
                <a:cs typeface="Courier New" panose="02070309020205020404" pitchFamily="49" charset="0"/>
              </a:rPr>
              <a:t>i</a:t>
            </a:r>
            <a:r>
              <a:rPr lang="en-US" altLang="zh-CN" b="1" dirty="0">
                <a:solidFill>
                  <a:srgbClr val="C00000"/>
                </a:solidFill>
                <a:latin typeface="Courier New" panose="02070309020205020404" pitchFamily="49" charset="0"/>
                <a:cs typeface="Courier New" panose="02070309020205020404" pitchFamily="49" charset="0"/>
              </a:rPr>
              <a:t>][j]</a:t>
            </a:r>
          </a:p>
        </p:txBody>
      </p:sp>
    </p:spTree>
    <p:extLst>
      <p:ext uri="{BB962C8B-B14F-4D97-AF65-F5344CB8AC3E}">
        <p14:creationId xmlns:p14="http://schemas.microsoft.com/office/powerpoint/2010/main" val="82214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par>
                          <p:cTn id="37" fill="hold">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4">
                                            <p:txEl>
                                              <p:pRg st="1" end="1"/>
                                            </p:txEl>
                                          </p:spTgt>
                                        </p:tgtEl>
                                        <p:attrNameLst>
                                          <p:attrName>style.visibility</p:attrName>
                                        </p:attrNameLst>
                                      </p:cBhvr>
                                      <p:to>
                                        <p:strVal val="visible"/>
                                      </p:to>
                                    </p:set>
                                    <p:animEffect transition="in" filter="wipe(up)">
                                      <p:cBhvr>
                                        <p:cTn id="40" dur="500"/>
                                        <p:tgtEl>
                                          <p:spTgt spid="4">
                                            <p:txEl>
                                              <p:pRg st="1" end="1"/>
                                            </p:txEl>
                                          </p:spTgt>
                                        </p:tgtEl>
                                      </p:cBhvr>
                                    </p:animEffect>
                                  </p:childTnLst>
                                </p:cTn>
                              </p:par>
                            </p:childTnLst>
                          </p:cTn>
                        </p:par>
                        <p:par>
                          <p:cTn id="41" fill="hold">
                            <p:stCondLst>
                              <p:cond delay="1000"/>
                            </p:stCondLst>
                            <p:childTnLst>
                              <p:par>
                                <p:cTn id="42" presetID="22" presetClass="entr" presetSubtype="1" fill="hold" grpId="0" nodeType="afterEffect">
                                  <p:stCondLst>
                                    <p:cond delay="0"/>
                                  </p:stCondLst>
                                  <p:childTnLst>
                                    <p:set>
                                      <p:cBhvr>
                                        <p:cTn id="43" dur="1" fill="hold">
                                          <p:stCondLst>
                                            <p:cond delay="0"/>
                                          </p:stCondLst>
                                        </p:cTn>
                                        <p:tgtEl>
                                          <p:spTgt spid="4">
                                            <p:txEl>
                                              <p:pRg st="2" end="2"/>
                                            </p:txEl>
                                          </p:spTgt>
                                        </p:tgtEl>
                                        <p:attrNameLst>
                                          <p:attrName>style.visibility</p:attrName>
                                        </p:attrNameLst>
                                      </p:cBhvr>
                                      <p:to>
                                        <p:strVal val="visible"/>
                                      </p:to>
                                    </p:set>
                                    <p:animEffect transition="in" filter="wipe(up)">
                                      <p:cBhvr>
                                        <p:cTn id="44" dur="500"/>
                                        <p:tgtEl>
                                          <p:spTgt spid="4">
                                            <p:txEl>
                                              <p:pRg st="2" end="2"/>
                                            </p:txEl>
                                          </p:spTgt>
                                        </p:tgtEl>
                                      </p:cBhvr>
                                    </p:animEffect>
                                  </p:childTnLst>
                                </p:cTn>
                              </p:par>
                            </p:childTnLst>
                          </p:cTn>
                        </p:par>
                        <p:par>
                          <p:cTn id="45" fill="hold">
                            <p:stCondLst>
                              <p:cond delay="1500"/>
                            </p:stCondLst>
                            <p:childTnLst>
                              <p:par>
                                <p:cTn id="46" presetID="22" presetClass="entr" presetSubtype="1" fill="hold" grpId="0" nodeType="afterEffect">
                                  <p:stCondLst>
                                    <p:cond delay="0"/>
                                  </p:stCondLst>
                                  <p:childTnLst>
                                    <p:set>
                                      <p:cBhvr>
                                        <p:cTn id="47" dur="1" fill="hold">
                                          <p:stCondLst>
                                            <p:cond delay="0"/>
                                          </p:stCondLst>
                                        </p:cTn>
                                        <p:tgtEl>
                                          <p:spTgt spid="4">
                                            <p:txEl>
                                              <p:pRg st="3" end="3"/>
                                            </p:txEl>
                                          </p:spTgt>
                                        </p:tgtEl>
                                        <p:attrNameLst>
                                          <p:attrName>style.visibility</p:attrName>
                                        </p:attrNameLst>
                                      </p:cBhvr>
                                      <p:to>
                                        <p:strVal val="visible"/>
                                      </p:to>
                                    </p:set>
                                    <p:animEffect transition="in" filter="wipe(up)">
                                      <p:cBhvr>
                                        <p:cTn id="48" dur="500"/>
                                        <p:tgtEl>
                                          <p:spTgt spid="4">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104"/>
                                        </p:tgtEl>
                                        <p:attrNameLst>
                                          <p:attrName>style.visibility</p:attrName>
                                        </p:attrNameLst>
                                      </p:cBhvr>
                                      <p:to>
                                        <p:strVal val="visible"/>
                                      </p:to>
                                    </p:set>
                                    <p:animEffect transition="in" filter="wipe(up)">
                                      <p:cBhvr>
                                        <p:cTn id="53" dur="500"/>
                                        <p:tgtEl>
                                          <p:spTgt spid="10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101"/>
                                        </p:tgtEl>
                                        <p:attrNameLst>
                                          <p:attrName>style.visibility</p:attrName>
                                        </p:attrNameLst>
                                      </p:cBhvr>
                                      <p:to>
                                        <p:strVal val="visible"/>
                                      </p:to>
                                    </p:set>
                                    <p:animEffect transition="in" filter="wipe(down)">
                                      <p:cBhvr>
                                        <p:cTn id="58" dur="500"/>
                                        <p:tgtEl>
                                          <p:spTgt spid="10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96"/>
                                        </p:tgtEl>
                                        <p:attrNameLst>
                                          <p:attrName>style.visibility</p:attrName>
                                        </p:attrNameLst>
                                      </p:cBhvr>
                                      <p:to>
                                        <p:strVal val="visible"/>
                                      </p:to>
                                    </p:set>
                                    <p:animEffect transition="in" filter="wipe(up)">
                                      <p:cBhvr>
                                        <p:cTn id="63" dur="500"/>
                                        <p:tgtEl>
                                          <p:spTgt spid="96"/>
                                        </p:tgtEl>
                                      </p:cBhvr>
                                    </p:animEffect>
                                  </p:childTnLst>
                                </p:cTn>
                              </p:par>
                            </p:childTnLst>
                          </p:cTn>
                        </p:par>
                        <p:par>
                          <p:cTn id="64" fill="hold">
                            <p:stCondLst>
                              <p:cond delay="500"/>
                            </p:stCondLst>
                            <p:childTnLst>
                              <p:par>
                                <p:cTn id="65" presetID="22" presetClass="entr" presetSubtype="1" fill="hold" grpId="0" nodeType="afterEffect">
                                  <p:stCondLst>
                                    <p:cond delay="0"/>
                                  </p:stCondLst>
                                  <p:childTnLst>
                                    <p:set>
                                      <p:cBhvr>
                                        <p:cTn id="66" dur="1" fill="hold">
                                          <p:stCondLst>
                                            <p:cond delay="0"/>
                                          </p:stCondLst>
                                        </p:cTn>
                                        <p:tgtEl>
                                          <p:spTgt spid="155"/>
                                        </p:tgtEl>
                                        <p:attrNameLst>
                                          <p:attrName>style.visibility</p:attrName>
                                        </p:attrNameLst>
                                      </p:cBhvr>
                                      <p:to>
                                        <p:strVal val="visible"/>
                                      </p:to>
                                    </p:set>
                                    <p:animEffect transition="in" filter="wipe(up)">
                                      <p:cBhvr>
                                        <p:cTn id="67" dur="500"/>
                                        <p:tgtEl>
                                          <p:spTgt spid="155"/>
                                        </p:tgtEl>
                                      </p:cBhvr>
                                    </p:animEffect>
                                  </p:childTnLst>
                                </p:cTn>
                              </p:par>
                            </p:childTnLst>
                          </p:cTn>
                        </p:par>
                        <p:par>
                          <p:cTn id="68" fill="hold">
                            <p:stCondLst>
                              <p:cond delay="1000"/>
                            </p:stCondLst>
                            <p:childTnLst>
                              <p:par>
                                <p:cTn id="69" presetID="22" presetClass="entr" presetSubtype="1" fill="hold" nodeType="afterEffect">
                                  <p:stCondLst>
                                    <p:cond delay="0"/>
                                  </p:stCondLst>
                                  <p:childTnLst>
                                    <p:set>
                                      <p:cBhvr>
                                        <p:cTn id="70" dur="1" fill="hold">
                                          <p:stCondLst>
                                            <p:cond delay="0"/>
                                          </p:stCondLst>
                                        </p:cTn>
                                        <p:tgtEl>
                                          <p:spTgt spid="57"/>
                                        </p:tgtEl>
                                        <p:attrNameLst>
                                          <p:attrName>style.visibility</p:attrName>
                                        </p:attrNameLst>
                                      </p:cBhvr>
                                      <p:to>
                                        <p:strVal val="visible"/>
                                      </p:to>
                                    </p:set>
                                    <p:animEffect transition="in" filter="wipe(up)">
                                      <p:cBhvr>
                                        <p:cTn id="71" dur="1000"/>
                                        <p:tgtEl>
                                          <p:spTgt spid="57"/>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xit" presetSubtype="1" fill="hold" nodeType="clickEffect">
                                  <p:stCondLst>
                                    <p:cond delay="0"/>
                                  </p:stCondLst>
                                  <p:childTnLst>
                                    <p:animEffect transition="out" filter="wipe(up)">
                                      <p:cBhvr>
                                        <p:cTn id="75" dur="500"/>
                                        <p:tgtEl>
                                          <p:spTgt spid="101"/>
                                        </p:tgtEl>
                                      </p:cBhvr>
                                    </p:animEffect>
                                    <p:set>
                                      <p:cBhvr>
                                        <p:cTn id="76" dur="1" fill="hold">
                                          <p:stCondLst>
                                            <p:cond delay="499"/>
                                          </p:stCondLst>
                                        </p:cTn>
                                        <p:tgtEl>
                                          <p:spTgt spid="101"/>
                                        </p:tgtEl>
                                        <p:attrNameLst>
                                          <p:attrName>style.visibility</p:attrName>
                                        </p:attrNameLst>
                                      </p:cBhvr>
                                      <p:to>
                                        <p:strVal val="hidden"/>
                                      </p:to>
                                    </p:set>
                                  </p:childTnLst>
                                </p:cTn>
                              </p:par>
                            </p:childTnLst>
                          </p:cTn>
                        </p:par>
                        <p:par>
                          <p:cTn id="77" fill="hold">
                            <p:stCondLst>
                              <p:cond delay="500"/>
                            </p:stCondLst>
                            <p:childTnLst>
                              <p:par>
                                <p:cTn id="78" presetID="22" presetClass="entr" presetSubtype="4" fill="hold" nodeType="afterEffect">
                                  <p:stCondLst>
                                    <p:cond delay="0"/>
                                  </p:stCondLst>
                                  <p:childTnLst>
                                    <p:set>
                                      <p:cBhvr>
                                        <p:cTn id="79" dur="1" fill="hold">
                                          <p:stCondLst>
                                            <p:cond delay="0"/>
                                          </p:stCondLst>
                                        </p:cTn>
                                        <p:tgtEl>
                                          <p:spTgt spid="110"/>
                                        </p:tgtEl>
                                        <p:attrNameLst>
                                          <p:attrName>style.visibility</p:attrName>
                                        </p:attrNameLst>
                                      </p:cBhvr>
                                      <p:to>
                                        <p:strVal val="visible"/>
                                      </p:to>
                                    </p:set>
                                    <p:animEffect transition="in" filter="wipe(down)">
                                      <p:cBhvr>
                                        <p:cTn id="80" dur="500"/>
                                        <p:tgtEl>
                                          <p:spTgt spid="110"/>
                                        </p:tgtEl>
                                      </p:cBhvr>
                                    </p:animEffect>
                                  </p:childTnLst>
                                </p:cTn>
                              </p:par>
                            </p:childTnLst>
                          </p:cTn>
                        </p:par>
                      </p:childTnLst>
                    </p:cTn>
                  </p:par>
                  <p:par>
                    <p:cTn id="81" fill="hold">
                      <p:stCondLst>
                        <p:cond delay="indefinite"/>
                      </p:stCondLst>
                      <p:childTnLst>
                        <p:par>
                          <p:cTn id="82" fill="hold">
                            <p:stCondLst>
                              <p:cond delay="0"/>
                            </p:stCondLst>
                            <p:childTnLst>
                              <p:par>
                                <p:cTn id="83" presetID="31" presetClass="entr" presetSubtype="0" fill="hold" grpId="0" nodeType="clickEffect">
                                  <p:stCondLst>
                                    <p:cond delay="0"/>
                                  </p:stCondLst>
                                  <p:childTnLst>
                                    <p:set>
                                      <p:cBhvr>
                                        <p:cTn id="84" dur="1" fill="hold">
                                          <p:stCondLst>
                                            <p:cond delay="0"/>
                                          </p:stCondLst>
                                        </p:cTn>
                                        <p:tgtEl>
                                          <p:spTgt spid="114"/>
                                        </p:tgtEl>
                                        <p:attrNameLst>
                                          <p:attrName>style.visibility</p:attrName>
                                        </p:attrNameLst>
                                      </p:cBhvr>
                                      <p:to>
                                        <p:strVal val="visible"/>
                                      </p:to>
                                    </p:set>
                                    <p:anim calcmode="lin" valueType="num">
                                      <p:cBhvr>
                                        <p:cTn id="85" dur="1000" fill="hold"/>
                                        <p:tgtEl>
                                          <p:spTgt spid="114"/>
                                        </p:tgtEl>
                                        <p:attrNameLst>
                                          <p:attrName>ppt_w</p:attrName>
                                        </p:attrNameLst>
                                      </p:cBhvr>
                                      <p:tavLst>
                                        <p:tav tm="0">
                                          <p:val>
                                            <p:fltVal val="0"/>
                                          </p:val>
                                        </p:tav>
                                        <p:tav tm="100000">
                                          <p:val>
                                            <p:strVal val="#ppt_w"/>
                                          </p:val>
                                        </p:tav>
                                      </p:tavLst>
                                    </p:anim>
                                    <p:anim calcmode="lin" valueType="num">
                                      <p:cBhvr>
                                        <p:cTn id="86" dur="1000" fill="hold"/>
                                        <p:tgtEl>
                                          <p:spTgt spid="114"/>
                                        </p:tgtEl>
                                        <p:attrNameLst>
                                          <p:attrName>ppt_h</p:attrName>
                                        </p:attrNameLst>
                                      </p:cBhvr>
                                      <p:tavLst>
                                        <p:tav tm="0">
                                          <p:val>
                                            <p:fltVal val="0"/>
                                          </p:val>
                                        </p:tav>
                                        <p:tav tm="100000">
                                          <p:val>
                                            <p:strVal val="#ppt_h"/>
                                          </p:val>
                                        </p:tav>
                                      </p:tavLst>
                                    </p:anim>
                                    <p:anim calcmode="lin" valueType="num">
                                      <p:cBhvr>
                                        <p:cTn id="87" dur="1000" fill="hold"/>
                                        <p:tgtEl>
                                          <p:spTgt spid="114"/>
                                        </p:tgtEl>
                                        <p:attrNameLst>
                                          <p:attrName>style.rotation</p:attrName>
                                        </p:attrNameLst>
                                      </p:cBhvr>
                                      <p:tavLst>
                                        <p:tav tm="0">
                                          <p:val>
                                            <p:fltVal val="90"/>
                                          </p:val>
                                        </p:tav>
                                        <p:tav tm="100000">
                                          <p:val>
                                            <p:fltVal val="0"/>
                                          </p:val>
                                        </p:tav>
                                      </p:tavLst>
                                    </p:anim>
                                    <p:animEffect transition="in" filter="fade">
                                      <p:cBhvr>
                                        <p:cTn id="88" dur="1000"/>
                                        <p:tgtEl>
                                          <p:spTgt spid="114"/>
                                        </p:tgtEl>
                                      </p:cBhvr>
                                    </p:animEffect>
                                  </p:childTnLst>
                                </p:cTn>
                              </p:par>
                            </p:childTnLst>
                          </p:cTn>
                        </p:par>
                        <p:par>
                          <p:cTn id="89" fill="hold">
                            <p:stCondLst>
                              <p:cond delay="1000"/>
                            </p:stCondLst>
                            <p:childTnLst>
                              <p:par>
                                <p:cTn id="90" presetID="22" presetClass="exit" presetSubtype="1" fill="hold" nodeType="afterEffect">
                                  <p:stCondLst>
                                    <p:cond delay="0"/>
                                  </p:stCondLst>
                                  <p:childTnLst>
                                    <p:animEffect transition="out" filter="wipe(up)">
                                      <p:cBhvr>
                                        <p:cTn id="91" dur="500"/>
                                        <p:tgtEl>
                                          <p:spTgt spid="110"/>
                                        </p:tgtEl>
                                      </p:cBhvr>
                                    </p:animEffect>
                                    <p:set>
                                      <p:cBhvr>
                                        <p:cTn id="92" dur="1" fill="hold">
                                          <p:stCondLst>
                                            <p:cond delay="499"/>
                                          </p:stCondLst>
                                        </p:cTn>
                                        <p:tgtEl>
                                          <p:spTgt spid="110"/>
                                        </p:tgtEl>
                                        <p:attrNameLst>
                                          <p:attrName>style.visibility</p:attrName>
                                        </p:attrNameLst>
                                      </p:cBhvr>
                                      <p:to>
                                        <p:strVal val="hidden"/>
                                      </p:to>
                                    </p:set>
                                  </p:childTnLst>
                                </p:cTn>
                              </p:par>
                            </p:childTnLst>
                          </p:cTn>
                        </p:par>
                        <p:par>
                          <p:cTn id="93" fill="hold">
                            <p:stCondLst>
                              <p:cond delay="1500"/>
                            </p:stCondLst>
                            <p:childTnLst>
                              <p:par>
                                <p:cTn id="94" presetID="22" presetClass="entr" presetSubtype="4" fill="hold" nodeType="afterEffect">
                                  <p:stCondLst>
                                    <p:cond delay="0"/>
                                  </p:stCondLst>
                                  <p:childTnLst>
                                    <p:set>
                                      <p:cBhvr>
                                        <p:cTn id="95" dur="1" fill="hold">
                                          <p:stCondLst>
                                            <p:cond delay="0"/>
                                          </p:stCondLst>
                                        </p:cTn>
                                        <p:tgtEl>
                                          <p:spTgt spid="112"/>
                                        </p:tgtEl>
                                        <p:attrNameLst>
                                          <p:attrName>style.visibility</p:attrName>
                                        </p:attrNameLst>
                                      </p:cBhvr>
                                      <p:to>
                                        <p:strVal val="visible"/>
                                      </p:to>
                                    </p:set>
                                    <p:animEffect transition="in" filter="wipe(down)">
                                      <p:cBhvr>
                                        <p:cTn id="96" dur="500"/>
                                        <p:tgtEl>
                                          <p:spTgt spid="112"/>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88"/>
                                        </p:tgtEl>
                                        <p:attrNameLst>
                                          <p:attrName>style.visibility</p:attrName>
                                        </p:attrNameLst>
                                      </p:cBhvr>
                                      <p:to>
                                        <p:strVal val="visible"/>
                                      </p:to>
                                    </p:set>
                                    <p:animEffect transition="in" filter="wipe(left)">
                                      <p:cBhvr>
                                        <p:cTn id="101" dur="500"/>
                                        <p:tgtEl>
                                          <p:spTgt spid="88"/>
                                        </p:tgtEl>
                                      </p:cBhvr>
                                    </p:animEffect>
                                  </p:childTnLst>
                                </p:cTn>
                              </p:par>
                            </p:childTnLst>
                          </p:cTn>
                        </p:par>
                        <p:par>
                          <p:cTn id="102" fill="hold">
                            <p:stCondLst>
                              <p:cond delay="500"/>
                            </p:stCondLst>
                            <p:childTnLst>
                              <p:par>
                                <p:cTn id="103" presetID="22" presetClass="entr" presetSubtype="8" fill="hold" nodeType="afterEffect">
                                  <p:stCondLst>
                                    <p:cond delay="0"/>
                                  </p:stCondLst>
                                  <p:childTnLst>
                                    <p:set>
                                      <p:cBhvr>
                                        <p:cTn id="104" dur="1" fill="hold">
                                          <p:stCondLst>
                                            <p:cond delay="0"/>
                                          </p:stCondLst>
                                        </p:cTn>
                                        <p:tgtEl>
                                          <p:spTgt spid="62"/>
                                        </p:tgtEl>
                                        <p:attrNameLst>
                                          <p:attrName>style.visibility</p:attrName>
                                        </p:attrNameLst>
                                      </p:cBhvr>
                                      <p:to>
                                        <p:strVal val="visible"/>
                                      </p:to>
                                    </p:set>
                                    <p:animEffect transition="in" filter="wipe(left)">
                                      <p:cBhvr>
                                        <p:cTn id="105" dur="500"/>
                                        <p:tgtEl>
                                          <p:spTgt spid="62"/>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xit" presetSubtype="1" fill="hold" nodeType="clickEffect">
                                  <p:stCondLst>
                                    <p:cond delay="0"/>
                                  </p:stCondLst>
                                  <p:childTnLst>
                                    <p:animEffect transition="out" filter="wipe(up)">
                                      <p:cBhvr>
                                        <p:cTn id="109" dur="500"/>
                                        <p:tgtEl>
                                          <p:spTgt spid="112"/>
                                        </p:tgtEl>
                                      </p:cBhvr>
                                    </p:animEffect>
                                    <p:set>
                                      <p:cBhvr>
                                        <p:cTn id="110" dur="1" fill="hold">
                                          <p:stCondLst>
                                            <p:cond delay="499"/>
                                          </p:stCondLst>
                                        </p:cTn>
                                        <p:tgtEl>
                                          <p:spTgt spid="112"/>
                                        </p:tgtEl>
                                        <p:attrNameLst>
                                          <p:attrName>style.visibility</p:attrName>
                                        </p:attrNameLst>
                                      </p:cBhvr>
                                      <p:to>
                                        <p:strVal val="hidden"/>
                                      </p:to>
                                    </p:set>
                                  </p:childTnLst>
                                </p:cTn>
                              </p:par>
                            </p:childTnLst>
                          </p:cTn>
                        </p:par>
                        <p:par>
                          <p:cTn id="111" fill="hold">
                            <p:stCondLst>
                              <p:cond delay="500"/>
                            </p:stCondLst>
                            <p:childTnLst>
                              <p:par>
                                <p:cTn id="112" presetID="22" presetClass="entr" presetSubtype="4" fill="hold" nodeType="afterEffect">
                                  <p:stCondLst>
                                    <p:cond delay="0"/>
                                  </p:stCondLst>
                                  <p:childTnLst>
                                    <p:set>
                                      <p:cBhvr>
                                        <p:cTn id="113" dur="1" fill="hold">
                                          <p:stCondLst>
                                            <p:cond delay="0"/>
                                          </p:stCondLst>
                                        </p:cTn>
                                        <p:tgtEl>
                                          <p:spTgt spid="113"/>
                                        </p:tgtEl>
                                        <p:attrNameLst>
                                          <p:attrName>style.visibility</p:attrName>
                                        </p:attrNameLst>
                                      </p:cBhvr>
                                      <p:to>
                                        <p:strVal val="visible"/>
                                      </p:to>
                                    </p:set>
                                    <p:animEffect transition="in" filter="wipe(down)">
                                      <p:cBhvr>
                                        <p:cTn id="114" dur="500"/>
                                        <p:tgtEl>
                                          <p:spTgt spid="113"/>
                                        </p:tgtEl>
                                      </p:cBhvr>
                                    </p:animEffect>
                                  </p:childTnLst>
                                </p:cTn>
                              </p:par>
                            </p:childTnLst>
                          </p:cTn>
                        </p:par>
                      </p:childTnLst>
                    </p:cTn>
                  </p:par>
                  <p:par>
                    <p:cTn id="115" fill="hold">
                      <p:stCondLst>
                        <p:cond delay="indefinite"/>
                      </p:stCondLst>
                      <p:childTnLst>
                        <p:par>
                          <p:cTn id="116" fill="hold">
                            <p:stCondLst>
                              <p:cond delay="0"/>
                            </p:stCondLst>
                            <p:childTnLst>
                              <p:par>
                                <p:cTn id="117" presetID="42" presetClass="path" presetSubtype="0" accel="50000" decel="50000" fill="hold" grpId="1" nodeType="clickEffect">
                                  <p:stCondLst>
                                    <p:cond delay="0"/>
                                  </p:stCondLst>
                                  <p:childTnLst>
                                    <p:animMotion origin="layout" path="M 6.25E-7 -3.7037E-7 L 0.00013 0.04745 " pathEditMode="relative" rAng="0" ptsTypes="AA">
                                      <p:cBhvr>
                                        <p:cTn id="118" dur="2000" fill="hold"/>
                                        <p:tgtEl>
                                          <p:spTgt spid="114"/>
                                        </p:tgtEl>
                                        <p:attrNameLst>
                                          <p:attrName>ppt_x</p:attrName>
                                          <p:attrName>ppt_y</p:attrName>
                                        </p:attrNameLst>
                                      </p:cBhvr>
                                      <p:rCtr x="0" y="2361"/>
                                    </p:animMotion>
                                  </p:childTnLst>
                                </p:cTn>
                              </p:par>
                            </p:childTnLst>
                          </p:cTn>
                        </p:par>
                        <p:par>
                          <p:cTn id="119" fill="hold">
                            <p:stCondLst>
                              <p:cond delay="2000"/>
                            </p:stCondLst>
                            <p:childTnLst>
                              <p:par>
                                <p:cTn id="120" presetID="22" presetClass="exit" presetSubtype="1" fill="hold" nodeType="afterEffect">
                                  <p:stCondLst>
                                    <p:cond delay="0"/>
                                  </p:stCondLst>
                                  <p:childTnLst>
                                    <p:animEffect transition="out" filter="wipe(up)">
                                      <p:cBhvr>
                                        <p:cTn id="121" dur="500"/>
                                        <p:tgtEl>
                                          <p:spTgt spid="113"/>
                                        </p:tgtEl>
                                      </p:cBhvr>
                                    </p:animEffect>
                                    <p:set>
                                      <p:cBhvr>
                                        <p:cTn id="122" dur="1" fill="hold">
                                          <p:stCondLst>
                                            <p:cond delay="499"/>
                                          </p:stCondLst>
                                        </p:cTn>
                                        <p:tgtEl>
                                          <p:spTgt spid="113"/>
                                        </p:tgtEl>
                                        <p:attrNameLst>
                                          <p:attrName>style.visibility</p:attrName>
                                        </p:attrNameLst>
                                      </p:cBhvr>
                                      <p:to>
                                        <p:strVal val="hidden"/>
                                      </p:to>
                                    </p:set>
                                  </p:childTnLst>
                                </p:cTn>
                              </p:par>
                            </p:childTnLst>
                          </p:cTn>
                        </p:par>
                        <p:par>
                          <p:cTn id="123" fill="hold">
                            <p:stCondLst>
                              <p:cond delay="2500"/>
                            </p:stCondLst>
                            <p:childTnLst>
                              <p:par>
                                <p:cTn id="124" presetID="22" presetClass="entr" presetSubtype="4" fill="hold" nodeType="afterEffect">
                                  <p:stCondLst>
                                    <p:cond delay="0"/>
                                  </p:stCondLst>
                                  <p:childTnLst>
                                    <p:set>
                                      <p:cBhvr>
                                        <p:cTn id="125" dur="1" fill="hold">
                                          <p:stCondLst>
                                            <p:cond delay="0"/>
                                          </p:stCondLst>
                                        </p:cTn>
                                        <p:tgtEl>
                                          <p:spTgt spid="112"/>
                                        </p:tgtEl>
                                        <p:attrNameLst>
                                          <p:attrName>style.visibility</p:attrName>
                                        </p:attrNameLst>
                                      </p:cBhvr>
                                      <p:to>
                                        <p:strVal val="visible"/>
                                      </p:to>
                                    </p:set>
                                    <p:animEffect transition="in" filter="wipe(down)">
                                      <p:cBhvr>
                                        <p:cTn id="126" dur="500"/>
                                        <p:tgtEl>
                                          <p:spTgt spid="112"/>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92"/>
                                        </p:tgtEl>
                                        <p:attrNameLst>
                                          <p:attrName>style.visibility</p:attrName>
                                        </p:attrNameLst>
                                      </p:cBhvr>
                                      <p:to>
                                        <p:strVal val="visible"/>
                                      </p:to>
                                    </p:set>
                                    <p:animEffect transition="in" filter="wipe(left)">
                                      <p:cBhvr>
                                        <p:cTn id="131" dur="500"/>
                                        <p:tgtEl>
                                          <p:spTgt spid="92"/>
                                        </p:tgtEl>
                                      </p:cBhvr>
                                    </p:animEffect>
                                  </p:childTnLst>
                                </p:cTn>
                              </p:par>
                            </p:childTnLst>
                          </p:cTn>
                        </p:par>
                        <p:par>
                          <p:cTn id="132" fill="hold">
                            <p:stCondLst>
                              <p:cond delay="500"/>
                            </p:stCondLst>
                            <p:childTnLst>
                              <p:par>
                                <p:cTn id="133" presetID="22" presetClass="entr" presetSubtype="8" fill="hold" nodeType="afterEffect">
                                  <p:stCondLst>
                                    <p:cond delay="0"/>
                                  </p:stCondLst>
                                  <p:childTnLst>
                                    <p:set>
                                      <p:cBhvr>
                                        <p:cTn id="134" dur="1" fill="hold">
                                          <p:stCondLst>
                                            <p:cond delay="0"/>
                                          </p:stCondLst>
                                        </p:cTn>
                                        <p:tgtEl>
                                          <p:spTgt spid="63"/>
                                        </p:tgtEl>
                                        <p:attrNameLst>
                                          <p:attrName>style.visibility</p:attrName>
                                        </p:attrNameLst>
                                      </p:cBhvr>
                                      <p:to>
                                        <p:strVal val="visible"/>
                                      </p:to>
                                    </p:set>
                                    <p:animEffect transition="in" filter="wipe(left)">
                                      <p:cBhvr>
                                        <p:cTn id="135" dur="500"/>
                                        <p:tgtEl>
                                          <p:spTgt spid="63"/>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xit" presetSubtype="1" fill="hold" nodeType="clickEffect">
                                  <p:stCondLst>
                                    <p:cond delay="0"/>
                                  </p:stCondLst>
                                  <p:childTnLst>
                                    <p:animEffect transition="out" filter="wipe(up)">
                                      <p:cBhvr>
                                        <p:cTn id="139" dur="500"/>
                                        <p:tgtEl>
                                          <p:spTgt spid="112"/>
                                        </p:tgtEl>
                                      </p:cBhvr>
                                    </p:animEffect>
                                    <p:set>
                                      <p:cBhvr>
                                        <p:cTn id="140" dur="1" fill="hold">
                                          <p:stCondLst>
                                            <p:cond delay="499"/>
                                          </p:stCondLst>
                                        </p:cTn>
                                        <p:tgtEl>
                                          <p:spTgt spid="112"/>
                                        </p:tgtEl>
                                        <p:attrNameLst>
                                          <p:attrName>style.visibility</p:attrName>
                                        </p:attrNameLst>
                                      </p:cBhvr>
                                      <p:to>
                                        <p:strVal val="hidden"/>
                                      </p:to>
                                    </p:set>
                                  </p:childTnLst>
                                </p:cTn>
                              </p:par>
                            </p:childTnLst>
                          </p:cTn>
                        </p:par>
                        <p:par>
                          <p:cTn id="141" fill="hold">
                            <p:stCondLst>
                              <p:cond delay="500"/>
                            </p:stCondLst>
                            <p:childTnLst>
                              <p:par>
                                <p:cTn id="142" presetID="22" presetClass="entr" presetSubtype="4" fill="hold" nodeType="afterEffect">
                                  <p:stCondLst>
                                    <p:cond delay="0"/>
                                  </p:stCondLst>
                                  <p:childTnLst>
                                    <p:set>
                                      <p:cBhvr>
                                        <p:cTn id="143" dur="1" fill="hold">
                                          <p:stCondLst>
                                            <p:cond delay="0"/>
                                          </p:stCondLst>
                                        </p:cTn>
                                        <p:tgtEl>
                                          <p:spTgt spid="113"/>
                                        </p:tgtEl>
                                        <p:attrNameLst>
                                          <p:attrName>style.visibility</p:attrName>
                                        </p:attrNameLst>
                                      </p:cBhvr>
                                      <p:to>
                                        <p:strVal val="visible"/>
                                      </p:to>
                                    </p:set>
                                    <p:animEffect transition="in" filter="wipe(down)">
                                      <p:cBhvr>
                                        <p:cTn id="144" dur="500"/>
                                        <p:tgtEl>
                                          <p:spTgt spid="113"/>
                                        </p:tgtEl>
                                      </p:cBhvr>
                                    </p:animEffect>
                                  </p:childTnLst>
                                </p:cTn>
                              </p:par>
                            </p:childTnLst>
                          </p:cTn>
                        </p:par>
                      </p:childTnLst>
                    </p:cTn>
                  </p:par>
                  <p:par>
                    <p:cTn id="145" fill="hold">
                      <p:stCondLst>
                        <p:cond delay="indefinite"/>
                      </p:stCondLst>
                      <p:childTnLst>
                        <p:par>
                          <p:cTn id="146" fill="hold">
                            <p:stCondLst>
                              <p:cond delay="0"/>
                            </p:stCondLst>
                            <p:childTnLst>
                              <p:par>
                                <p:cTn id="147" presetID="42" presetClass="path" presetSubtype="0" accel="50000" decel="50000" fill="hold" grpId="2" nodeType="clickEffect">
                                  <p:stCondLst>
                                    <p:cond delay="0"/>
                                  </p:stCondLst>
                                  <p:childTnLst>
                                    <p:animMotion origin="layout" path="M 0.00013 0.04745 L 6.25E-7 0.09236 " pathEditMode="relative" rAng="0" ptsTypes="AA">
                                      <p:cBhvr>
                                        <p:cTn id="148" dur="2000" fill="hold"/>
                                        <p:tgtEl>
                                          <p:spTgt spid="114"/>
                                        </p:tgtEl>
                                        <p:attrNameLst>
                                          <p:attrName>ppt_x</p:attrName>
                                          <p:attrName>ppt_y</p:attrName>
                                        </p:attrNameLst>
                                      </p:cBhvr>
                                      <p:rCtr x="-13" y="2245"/>
                                    </p:animMotion>
                                  </p:childTnLst>
                                </p:cTn>
                              </p:par>
                            </p:childTnLst>
                          </p:cTn>
                        </p:par>
                        <p:par>
                          <p:cTn id="149" fill="hold">
                            <p:stCondLst>
                              <p:cond delay="2000"/>
                            </p:stCondLst>
                            <p:childTnLst>
                              <p:par>
                                <p:cTn id="150" presetID="22" presetClass="exit" presetSubtype="1" fill="hold" nodeType="afterEffect">
                                  <p:stCondLst>
                                    <p:cond delay="0"/>
                                  </p:stCondLst>
                                  <p:childTnLst>
                                    <p:animEffect transition="out" filter="wipe(up)">
                                      <p:cBhvr>
                                        <p:cTn id="151" dur="500"/>
                                        <p:tgtEl>
                                          <p:spTgt spid="113"/>
                                        </p:tgtEl>
                                      </p:cBhvr>
                                    </p:animEffect>
                                    <p:set>
                                      <p:cBhvr>
                                        <p:cTn id="152" dur="1" fill="hold">
                                          <p:stCondLst>
                                            <p:cond delay="499"/>
                                          </p:stCondLst>
                                        </p:cTn>
                                        <p:tgtEl>
                                          <p:spTgt spid="113"/>
                                        </p:tgtEl>
                                        <p:attrNameLst>
                                          <p:attrName>style.visibility</p:attrName>
                                        </p:attrNameLst>
                                      </p:cBhvr>
                                      <p:to>
                                        <p:strVal val="hidden"/>
                                      </p:to>
                                    </p:set>
                                  </p:childTnLst>
                                </p:cTn>
                              </p:par>
                            </p:childTnLst>
                          </p:cTn>
                        </p:par>
                        <p:par>
                          <p:cTn id="153" fill="hold">
                            <p:stCondLst>
                              <p:cond delay="2500"/>
                            </p:stCondLst>
                            <p:childTnLst>
                              <p:par>
                                <p:cTn id="154" presetID="22" presetClass="entr" presetSubtype="4" fill="hold" nodeType="afterEffect">
                                  <p:stCondLst>
                                    <p:cond delay="0"/>
                                  </p:stCondLst>
                                  <p:childTnLst>
                                    <p:set>
                                      <p:cBhvr>
                                        <p:cTn id="155" dur="1" fill="hold">
                                          <p:stCondLst>
                                            <p:cond delay="0"/>
                                          </p:stCondLst>
                                        </p:cTn>
                                        <p:tgtEl>
                                          <p:spTgt spid="112"/>
                                        </p:tgtEl>
                                        <p:attrNameLst>
                                          <p:attrName>style.visibility</p:attrName>
                                        </p:attrNameLst>
                                      </p:cBhvr>
                                      <p:to>
                                        <p:strVal val="visible"/>
                                      </p:to>
                                    </p:set>
                                    <p:animEffect transition="in" filter="wipe(down)">
                                      <p:cBhvr>
                                        <p:cTn id="156" dur="500"/>
                                        <p:tgtEl>
                                          <p:spTgt spid="112"/>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nodeType="clickEffect">
                                  <p:stCondLst>
                                    <p:cond delay="0"/>
                                  </p:stCondLst>
                                  <p:childTnLst>
                                    <p:set>
                                      <p:cBhvr>
                                        <p:cTn id="160" dur="1" fill="hold">
                                          <p:stCondLst>
                                            <p:cond delay="0"/>
                                          </p:stCondLst>
                                        </p:cTn>
                                        <p:tgtEl>
                                          <p:spTgt spid="93"/>
                                        </p:tgtEl>
                                        <p:attrNameLst>
                                          <p:attrName>style.visibility</p:attrName>
                                        </p:attrNameLst>
                                      </p:cBhvr>
                                      <p:to>
                                        <p:strVal val="visible"/>
                                      </p:to>
                                    </p:set>
                                    <p:animEffect transition="in" filter="wipe(left)">
                                      <p:cBhvr>
                                        <p:cTn id="161" dur="500"/>
                                        <p:tgtEl>
                                          <p:spTgt spid="93"/>
                                        </p:tgtEl>
                                      </p:cBhvr>
                                    </p:animEffect>
                                  </p:childTnLst>
                                </p:cTn>
                              </p:par>
                              <p:par>
                                <p:cTn id="162" presetID="22" presetClass="entr" presetSubtype="8" fill="hold" nodeType="withEffect">
                                  <p:stCondLst>
                                    <p:cond delay="0"/>
                                  </p:stCondLst>
                                  <p:childTnLst>
                                    <p:set>
                                      <p:cBhvr>
                                        <p:cTn id="163" dur="1" fill="hold">
                                          <p:stCondLst>
                                            <p:cond delay="0"/>
                                          </p:stCondLst>
                                        </p:cTn>
                                        <p:tgtEl>
                                          <p:spTgt spid="69"/>
                                        </p:tgtEl>
                                        <p:attrNameLst>
                                          <p:attrName>style.visibility</p:attrName>
                                        </p:attrNameLst>
                                      </p:cBhvr>
                                      <p:to>
                                        <p:strVal val="visible"/>
                                      </p:to>
                                    </p:set>
                                    <p:animEffect transition="in" filter="wipe(left)">
                                      <p:cBhvr>
                                        <p:cTn id="164" dur="500"/>
                                        <p:tgtEl>
                                          <p:spTgt spid="69"/>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xit" presetSubtype="1" fill="hold" nodeType="clickEffect">
                                  <p:stCondLst>
                                    <p:cond delay="0"/>
                                  </p:stCondLst>
                                  <p:childTnLst>
                                    <p:animEffect transition="out" filter="wipe(up)">
                                      <p:cBhvr>
                                        <p:cTn id="168" dur="500"/>
                                        <p:tgtEl>
                                          <p:spTgt spid="112"/>
                                        </p:tgtEl>
                                      </p:cBhvr>
                                    </p:animEffect>
                                    <p:set>
                                      <p:cBhvr>
                                        <p:cTn id="169" dur="1" fill="hold">
                                          <p:stCondLst>
                                            <p:cond delay="499"/>
                                          </p:stCondLst>
                                        </p:cTn>
                                        <p:tgtEl>
                                          <p:spTgt spid="112"/>
                                        </p:tgtEl>
                                        <p:attrNameLst>
                                          <p:attrName>style.visibility</p:attrName>
                                        </p:attrNameLst>
                                      </p:cBhvr>
                                      <p:to>
                                        <p:strVal val="hidden"/>
                                      </p:to>
                                    </p:set>
                                  </p:childTnLst>
                                </p:cTn>
                              </p:par>
                              <p:par>
                                <p:cTn id="170" presetID="22" presetClass="entr" presetSubtype="4" fill="hold" nodeType="withEffect">
                                  <p:stCondLst>
                                    <p:cond delay="0"/>
                                  </p:stCondLst>
                                  <p:childTnLst>
                                    <p:set>
                                      <p:cBhvr>
                                        <p:cTn id="171" dur="1" fill="hold">
                                          <p:stCondLst>
                                            <p:cond delay="0"/>
                                          </p:stCondLst>
                                        </p:cTn>
                                        <p:tgtEl>
                                          <p:spTgt spid="113"/>
                                        </p:tgtEl>
                                        <p:attrNameLst>
                                          <p:attrName>style.visibility</p:attrName>
                                        </p:attrNameLst>
                                      </p:cBhvr>
                                      <p:to>
                                        <p:strVal val="visible"/>
                                      </p:to>
                                    </p:set>
                                    <p:animEffect transition="in" filter="wipe(down)">
                                      <p:cBhvr>
                                        <p:cTn id="172" dur="500"/>
                                        <p:tgtEl>
                                          <p:spTgt spid="113"/>
                                        </p:tgtEl>
                                      </p:cBhvr>
                                    </p:animEffect>
                                  </p:childTnLst>
                                </p:cTn>
                              </p:par>
                            </p:childTnLst>
                          </p:cTn>
                        </p:par>
                      </p:childTnLst>
                    </p:cTn>
                  </p:par>
                  <p:par>
                    <p:cTn id="173" fill="hold">
                      <p:stCondLst>
                        <p:cond delay="indefinite"/>
                      </p:stCondLst>
                      <p:childTnLst>
                        <p:par>
                          <p:cTn id="174" fill="hold">
                            <p:stCondLst>
                              <p:cond delay="0"/>
                            </p:stCondLst>
                            <p:childTnLst>
                              <p:par>
                                <p:cTn id="175" presetID="42" presetClass="path" presetSubtype="0" accel="50000" decel="50000" fill="hold" grpId="3" nodeType="clickEffect">
                                  <p:stCondLst>
                                    <p:cond delay="0"/>
                                  </p:stCondLst>
                                  <p:childTnLst>
                                    <p:animMotion origin="layout" path="M 6.25E-7 0.09236 L 6.25E-7 0.13889 " pathEditMode="relative" rAng="0" ptsTypes="AA">
                                      <p:cBhvr>
                                        <p:cTn id="176" dur="2000" fill="hold"/>
                                        <p:tgtEl>
                                          <p:spTgt spid="114"/>
                                        </p:tgtEl>
                                        <p:attrNameLst>
                                          <p:attrName>ppt_x</p:attrName>
                                          <p:attrName>ppt_y</p:attrName>
                                        </p:attrNameLst>
                                      </p:cBhvr>
                                      <p:rCtr x="0" y="2315"/>
                                    </p:animMotion>
                                  </p:childTnLst>
                                </p:cTn>
                              </p:par>
                            </p:childTnLst>
                          </p:cTn>
                        </p:par>
                        <p:par>
                          <p:cTn id="177" fill="hold">
                            <p:stCondLst>
                              <p:cond delay="2000"/>
                            </p:stCondLst>
                            <p:childTnLst>
                              <p:par>
                                <p:cTn id="178" presetID="22" presetClass="exit" presetSubtype="1" fill="hold" nodeType="afterEffect">
                                  <p:stCondLst>
                                    <p:cond delay="0"/>
                                  </p:stCondLst>
                                  <p:childTnLst>
                                    <p:animEffect transition="out" filter="wipe(up)">
                                      <p:cBhvr>
                                        <p:cTn id="179" dur="500"/>
                                        <p:tgtEl>
                                          <p:spTgt spid="113"/>
                                        </p:tgtEl>
                                      </p:cBhvr>
                                    </p:animEffect>
                                    <p:set>
                                      <p:cBhvr>
                                        <p:cTn id="180" dur="1" fill="hold">
                                          <p:stCondLst>
                                            <p:cond delay="499"/>
                                          </p:stCondLst>
                                        </p:cTn>
                                        <p:tgtEl>
                                          <p:spTgt spid="113"/>
                                        </p:tgtEl>
                                        <p:attrNameLst>
                                          <p:attrName>style.visibility</p:attrName>
                                        </p:attrNameLst>
                                      </p:cBhvr>
                                      <p:to>
                                        <p:strVal val="hidden"/>
                                      </p:to>
                                    </p:set>
                                  </p:childTnLst>
                                </p:cTn>
                              </p:par>
                            </p:childTnLst>
                          </p:cTn>
                        </p:par>
                        <p:par>
                          <p:cTn id="181" fill="hold">
                            <p:stCondLst>
                              <p:cond delay="2500"/>
                            </p:stCondLst>
                            <p:childTnLst>
                              <p:par>
                                <p:cTn id="182" presetID="22" presetClass="entr" presetSubtype="4" fill="hold" nodeType="afterEffect">
                                  <p:stCondLst>
                                    <p:cond delay="0"/>
                                  </p:stCondLst>
                                  <p:childTnLst>
                                    <p:set>
                                      <p:cBhvr>
                                        <p:cTn id="183" dur="1" fill="hold">
                                          <p:stCondLst>
                                            <p:cond delay="0"/>
                                          </p:stCondLst>
                                        </p:cTn>
                                        <p:tgtEl>
                                          <p:spTgt spid="112"/>
                                        </p:tgtEl>
                                        <p:attrNameLst>
                                          <p:attrName>style.visibility</p:attrName>
                                        </p:attrNameLst>
                                      </p:cBhvr>
                                      <p:to>
                                        <p:strVal val="visible"/>
                                      </p:to>
                                    </p:set>
                                    <p:animEffect transition="in" filter="wipe(down)">
                                      <p:cBhvr>
                                        <p:cTn id="184" dur="500"/>
                                        <p:tgtEl>
                                          <p:spTgt spid="112"/>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8" fill="hold" nodeType="clickEffect">
                                  <p:stCondLst>
                                    <p:cond delay="0"/>
                                  </p:stCondLst>
                                  <p:childTnLst>
                                    <p:set>
                                      <p:cBhvr>
                                        <p:cTn id="188" dur="1" fill="hold">
                                          <p:stCondLst>
                                            <p:cond delay="0"/>
                                          </p:stCondLst>
                                        </p:cTn>
                                        <p:tgtEl>
                                          <p:spTgt spid="94"/>
                                        </p:tgtEl>
                                        <p:attrNameLst>
                                          <p:attrName>style.visibility</p:attrName>
                                        </p:attrNameLst>
                                      </p:cBhvr>
                                      <p:to>
                                        <p:strVal val="visible"/>
                                      </p:to>
                                    </p:set>
                                    <p:animEffect transition="in" filter="wipe(left)">
                                      <p:cBhvr>
                                        <p:cTn id="189" dur="500"/>
                                        <p:tgtEl>
                                          <p:spTgt spid="94"/>
                                        </p:tgtEl>
                                      </p:cBhvr>
                                    </p:animEffect>
                                  </p:childTnLst>
                                </p:cTn>
                              </p:par>
                            </p:childTnLst>
                          </p:cTn>
                        </p:par>
                        <p:par>
                          <p:cTn id="190" fill="hold">
                            <p:stCondLst>
                              <p:cond delay="500"/>
                            </p:stCondLst>
                            <p:childTnLst>
                              <p:par>
                                <p:cTn id="191" presetID="22" presetClass="entr" presetSubtype="8" fill="hold" nodeType="afterEffect">
                                  <p:stCondLst>
                                    <p:cond delay="0"/>
                                  </p:stCondLst>
                                  <p:childTnLst>
                                    <p:set>
                                      <p:cBhvr>
                                        <p:cTn id="192" dur="1" fill="hold">
                                          <p:stCondLst>
                                            <p:cond delay="0"/>
                                          </p:stCondLst>
                                        </p:cTn>
                                        <p:tgtEl>
                                          <p:spTgt spid="75"/>
                                        </p:tgtEl>
                                        <p:attrNameLst>
                                          <p:attrName>style.visibility</p:attrName>
                                        </p:attrNameLst>
                                      </p:cBhvr>
                                      <p:to>
                                        <p:strVal val="visible"/>
                                      </p:to>
                                    </p:set>
                                    <p:animEffect transition="in" filter="wipe(left)">
                                      <p:cBhvr>
                                        <p:cTn id="193" dur="500"/>
                                        <p:tgtEl>
                                          <p:spTgt spid="75"/>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xit" presetSubtype="1" fill="hold" nodeType="clickEffect">
                                  <p:stCondLst>
                                    <p:cond delay="0"/>
                                  </p:stCondLst>
                                  <p:childTnLst>
                                    <p:animEffect transition="out" filter="wipe(up)">
                                      <p:cBhvr>
                                        <p:cTn id="197" dur="500"/>
                                        <p:tgtEl>
                                          <p:spTgt spid="112"/>
                                        </p:tgtEl>
                                      </p:cBhvr>
                                    </p:animEffect>
                                    <p:set>
                                      <p:cBhvr>
                                        <p:cTn id="198" dur="1" fill="hold">
                                          <p:stCondLst>
                                            <p:cond delay="499"/>
                                          </p:stCondLst>
                                        </p:cTn>
                                        <p:tgtEl>
                                          <p:spTgt spid="112"/>
                                        </p:tgtEl>
                                        <p:attrNameLst>
                                          <p:attrName>style.visibility</p:attrName>
                                        </p:attrNameLst>
                                      </p:cBhvr>
                                      <p:to>
                                        <p:strVal val="hidden"/>
                                      </p:to>
                                    </p:set>
                                  </p:childTnLst>
                                </p:cTn>
                              </p:par>
                              <p:par>
                                <p:cTn id="199" presetID="22" presetClass="entr" presetSubtype="4" fill="hold" nodeType="withEffect">
                                  <p:stCondLst>
                                    <p:cond delay="0"/>
                                  </p:stCondLst>
                                  <p:childTnLst>
                                    <p:set>
                                      <p:cBhvr>
                                        <p:cTn id="200" dur="1" fill="hold">
                                          <p:stCondLst>
                                            <p:cond delay="0"/>
                                          </p:stCondLst>
                                        </p:cTn>
                                        <p:tgtEl>
                                          <p:spTgt spid="113"/>
                                        </p:tgtEl>
                                        <p:attrNameLst>
                                          <p:attrName>style.visibility</p:attrName>
                                        </p:attrNameLst>
                                      </p:cBhvr>
                                      <p:to>
                                        <p:strVal val="visible"/>
                                      </p:to>
                                    </p:set>
                                    <p:animEffect transition="in" filter="wipe(down)">
                                      <p:cBhvr>
                                        <p:cTn id="201" dur="500"/>
                                        <p:tgtEl>
                                          <p:spTgt spid="113"/>
                                        </p:tgtEl>
                                      </p:cBhvr>
                                    </p:animEffect>
                                  </p:childTnLst>
                                </p:cTn>
                              </p:par>
                            </p:childTnLst>
                          </p:cTn>
                        </p:par>
                      </p:childTnLst>
                    </p:cTn>
                  </p:par>
                  <p:par>
                    <p:cTn id="202" fill="hold">
                      <p:stCondLst>
                        <p:cond delay="indefinite"/>
                      </p:stCondLst>
                      <p:childTnLst>
                        <p:par>
                          <p:cTn id="203" fill="hold">
                            <p:stCondLst>
                              <p:cond delay="0"/>
                            </p:stCondLst>
                            <p:childTnLst>
                              <p:par>
                                <p:cTn id="204" presetID="42" presetClass="path" presetSubtype="0" accel="50000" decel="50000" fill="hold" grpId="4" nodeType="clickEffect">
                                  <p:stCondLst>
                                    <p:cond delay="0"/>
                                  </p:stCondLst>
                                  <p:childTnLst>
                                    <p:animMotion origin="layout" path="M 6.25E-7 0.13889 L 6.25E-7 0.18495 " pathEditMode="relative" rAng="0" ptsTypes="AA">
                                      <p:cBhvr>
                                        <p:cTn id="205" dur="2000" fill="hold"/>
                                        <p:tgtEl>
                                          <p:spTgt spid="114"/>
                                        </p:tgtEl>
                                        <p:attrNameLst>
                                          <p:attrName>ppt_x</p:attrName>
                                          <p:attrName>ppt_y</p:attrName>
                                        </p:attrNameLst>
                                      </p:cBhvr>
                                      <p:rCtr x="0" y="2292"/>
                                    </p:animMotion>
                                  </p:childTnLst>
                                </p:cTn>
                              </p:par>
                            </p:childTnLst>
                          </p:cTn>
                        </p:par>
                        <p:par>
                          <p:cTn id="206" fill="hold">
                            <p:stCondLst>
                              <p:cond delay="2000"/>
                            </p:stCondLst>
                            <p:childTnLst>
                              <p:par>
                                <p:cTn id="207" presetID="22" presetClass="exit" presetSubtype="1" fill="hold" nodeType="afterEffect">
                                  <p:stCondLst>
                                    <p:cond delay="0"/>
                                  </p:stCondLst>
                                  <p:childTnLst>
                                    <p:animEffect transition="out" filter="wipe(up)">
                                      <p:cBhvr>
                                        <p:cTn id="208" dur="500"/>
                                        <p:tgtEl>
                                          <p:spTgt spid="113"/>
                                        </p:tgtEl>
                                      </p:cBhvr>
                                    </p:animEffect>
                                    <p:set>
                                      <p:cBhvr>
                                        <p:cTn id="209" dur="1" fill="hold">
                                          <p:stCondLst>
                                            <p:cond delay="499"/>
                                          </p:stCondLst>
                                        </p:cTn>
                                        <p:tgtEl>
                                          <p:spTgt spid="113"/>
                                        </p:tgtEl>
                                        <p:attrNameLst>
                                          <p:attrName>style.visibility</p:attrName>
                                        </p:attrNameLst>
                                      </p:cBhvr>
                                      <p:to>
                                        <p:strVal val="hidden"/>
                                      </p:to>
                                    </p:set>
                                  </p:childTnLst>
                                </p:cTn>
                              </p:par>
                            </p:childTnLst>
                          </p:cTn>
                        </p:par>
                        <p:par>
                          <p:cTn id="210" fill="hold">
                            <p:stCondLst>
                              <p:cond delay="2500"/>
                            </p:stCondLst>
                            <p:childTnLst>
                              <p:par>
                                <p:cTn id="211" presetID="22" presetClass="entr" presetSubtype="4" fill="hold" nodeType="afterEffect">
                                  <p:stCondLst>
                                    <p:cond delay="0"/>
                                  </p:stCondLst>
                                  <p:childTnLst>
                                    <p:set>
                                      <p:cBhvr>
                                        <p:cTn id="212" dur="1" fill="hold">
                                          <p:stCondLst>
                                            <p:cond delay="0"/>
                                          </p:stCondLst>
                                        </p:cTn>
                                        <p:tgtEl>
                                          <p:spTgt spid="112"/>
                                        </p:tgtEl>
                                        <p:attrNameLst>
                                          <p:attrName>style.visibility</p:attrName>
                                        </p:attrNameLst>
                                      </p:cBhvr>
                                      <p:to>
                                        <p:strVal val="visible"/>
                                      </p:to>
                                    </p:set>
                                    <p:animEffect transition="in" filter="wipe(down)">
                                      <p:cBhvr>
                                        <p:cTn id="213" dur="500"/>
                                        <p:tgtEl>
                                          <p:spTgt spid="112"/>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8" fill="hold" nodeType="clickEffect">
                                  <p:stCondLst>
                                    <p:cond delay="0"/>
                                  </p:stCondLst>
                                  <p:childTnLst>
                                    <p:set>
                                      <p:cBhvr>
                                        <p:cTn id="217" dur="1" fill="hold">
                                          <p:stCondLst>
                                            <p:cond delay="0"/>
                                          </p:stCondLst>
                                        </p:cTn>
                                        <p:tgtEl>
                                          <p:spTgt spid="95"/>
                                        </p:tgtEl>
                                        <p:attrNameLst>
                                          <p:attrName>style.visibility</p:attrName>
                                        </p:attrNameLst>
                                      </p:cBhvr>
                                      <p:to>
                                        <p:strVal val="visible"/>
                                      </p:to>
                                    </p:set>
                                    <p:animEffect transition="in" filter="wipe(left)">
                                      <p:cBhvr>
                                        <p:cTn id="218" dur="500"/>
                                        <p:tgtEl>
                                          <p:spTgt spid="95"/>
                                        </p:tgtEl>
                                      </p:cBhvr>
                                    </p:animEffect>
                                  </p:childTnLst>
                                </p:cTn>
                              </p:par>
                            </p:childTnLst>
                          </p:cTn>
                        </p:par>
                        <p:par>
                          <p:cTn id="219" fill="hold">
                            <p:stCondLst>
                              <p:cond delay="500"/>
                            </p:stCondLst>
                            <p:childTnLst>
                              <p:par>
                                <p:cTn id="220" presetID="22" presetClass="entr" presetSubtype="8" fill="hold" nodeType="afterEffect">
                                  <p:stCondLst>
                                    <p:cond delay="0"/>
                                  </p:stCondLst>
                                  <p:childTnLst>
                                    <p:set>
                                      <p:cBhvr>
                                        <p:cTn id="221" dur="1" fill="hold">
                                          <p:stCondLst>
                                            <p:cond delay="0"/>
                                          </p:stCondLst>
                                        </p:cTn>
                                        <p:tgtEl>
                                          <p:spTgt spid="81"/>
                                        </p:tgtEl>
                                        <p:attrNameLst>
                                          <p:attrName>style.visibility</p:attrName>
                                        </p:attrNameLst>
                                      </p:cBhvr>
                                      <p:to>
                                        <p:strVal val="visible"/>
                                      </p:to>
                                    </p:set>
                                    <p:animEffect transition="in" filter="wipe(left)">
                                      <p:cBhvr>
                                        <p:cTn id="222" dur="500"/>
                                        <p:tgtEl>
                                          <p:spTgt spid="81"/>
                                        </p:tgtEl>
                                      </p:cBhvr>
                                    </p:animEffect>
                                  </p:childTnLst>
                                </p:cTn>
                              </p:par>
                            </p:childTnLst>
                          </p:cTn>
                        </p:par>
                      </p:childTnLst>
                    </p:cTn>
                  </p:par>
                  <p:par>
                    <p:cTn id="223" fill="hold">
                      <p:stCondLst>
                        <p:cond delay="indefinite"/>
                      </p:stCondLst>
                      <p:childTnLst>
                        <p:par>
                          <p:cTn id="224" fill="hold">
                            <p:stCondLst>
                              <p:cond delay="0"/>
                            </p:stCondLst>
                            <p:childTnLst>
                              <p:par>
                                <p:cTn id="225" presetID="22" presetClass="exit" presetSubtype="4" fill="hold" nodeType="clickEffect">
                                  <p:stCondLst>
                                    <p:cond delay="0"/>
                                  </p:stCondLst>
                                  <p:childTnLst>
                                    <p:animEffect transition="out" filter="wipe(down)">
                                      <p:cBhvr>
                                        <p:cTn id="226" dur="500"/>
                                        <p:tgtEl>
                                          <p:spTgt spid="112"/>
                                        </p:tgtEl>
                                      </p:cBhvr>
                                    </p:animEffect>
                                    <p:set>
                                      <p:cBhvr>
                                        <p:cTn id="227" dur="1" fill="hold">
                                          <p:stCondLst>
                                            <p:cond delay="499"/>
                                          </p:stCondLst>
                                        </p:cTn>
                                        <p:tgtEl>
                                          <p:spTgt spid="112"/>
                                        </p:tgtEl>
                                        <p:attrNameLst>
                                          <p:attrName>style.visibility</p:attrName>
                                        </p:attrNameLst>
                                      </p:cBhvr>
                                      <p:to>
                                        <p:strVal val="hidden"/>
                                      </p:to>
                                    </p:set>
                                  </p:childTnLst>
                                </p:cTn>
                              </p:par>
                            </p:childTnLst>
                          </p:cTn>
                        </p:par>
                        <p:par>
                          <p:cTn id="228" fill="hold">
                            <p:stCondLst>
                              <p:cond delay="500"/>
                            </p:stCondLst>
                            <p:childTnLst>
                              <p:par>
                                <p:cTn id="229" presetID="22" presetClass="entr" presetSubtype="4" fill="hold" nodeType="afterEffect">
                                  <p:stCondLst>
                                    <p:cond delay="0"/>
                                  </p:stCondLst>
                                  <p:childTnLst>
                                    <p:set>
                                      <p:cBhvr>
                                        <p:cTn id="230" dur="1" fill="hold">
                                          <p:stCondLst>
                                            <p:cond delay="0"/>
                                          </p:stCondLst>
                                        </p:cTn>
                                        <p:tgtEl>
                                          <p:spTgt spid="113"/>
                                        </p:tgtEl>
                                        <p:attrNameLst>
                                          <p:attrName>style.visibility</p:attrName>
                                        </p:attrNameLst>
                                      </p:cBhvr>
                                      <p:to>
                                        <p:strVal val="visible"/>
                                      </p:to>
                                    </p:set>
                                    <p:animEffect transition="in" filter="wipe(down)">
                                      <p:cBhvr>
                                        <p:cTn id="231" dur="500"/>
                                        <p:tgtEl>
                                          <p:spTgt spid="113"/>
                                        </p:tgtEl>
                                      </p:cBhvr>
                                    </p:animEffect>
                                  </p:childTnLst>
                                </p:cTn>
                              </p:par>
                            </p:childTnLst>
                          </p:cTn>
                        </p:par>
                      </p:childTnLst>
                    </p:cTn>
                  </p:par>
                  <p:par>
                    <p:cTn id="232" fill="hold">
                      <p:stCondLst>
                        <p:cond delay="indefinite"/>
                      </p:stCondLst>
                      <p:childTnLst>
                        <p:par>
                          <p:cTn id="233" fill="hold">
                            <p:stCondLst>
                              <p:cond delay="0"/>
                            </p:stCondLst>
                            <p:childTnLst>
                              <p:par>
                                <p:cTn id="234" presetID="42" presetClass="path" presetSubtype="0" accel="50000" decel="50000" fill="hold" grpId="5" nodeType="clickEffect">
                                  <p:stCondLst>
                                    <p:cond delay="0"/>
                                  </p:stCondLst>
                                  <p:childTnLst>
                                    <p:animMotion origin="layout" path="M 6.25E-7 0.18495 L 6.25E-7 0.23009 " pathEditMode="relative" rAng="0" ptsTypes="AA">
                                      <p:cBhvr>
                                        <p:cTn id="235" dur="2000" fill="hold"/>
                                        <p:tgtEl>
                                          <p:spTgt spid="114"/>
                                        </p:tgtEl>
                                        <p:attrNameLst>
                                          <p:attrName>ppt_x</p:attrName>
                                          <p:attrName>ppt_y</p:attrName>
                                        </p:attrNameLst>
                                      </p:cBhvr>
                                      <p:rCtr x="0" y="2245"/>
                                    </p:animMotion>
                                  </p:childTnLst>
                                </p:cTn>
                              </p:par>
                            </p:childTnLst>
                          </p:cTn>
                        </p:par>
                        <p:par>
                          <p:cTn id="236" fill="hold">
                            <p:stCondLst>
                              <p:cond delay="2000"/>
                            </p:stCondLst>
                            <p:childTnLst>
                              <p:par>
                                <p:cTn id="237" presetID="22" presetClass="exit" presetSubtype="4" fill="hold" nodeType="afterEffect">
                                  <p:stCondLst>
                                    <p:cond delay="0"/>
                                  </p:stCondLst>
                                  <p:childTnLst>
                                    <p:animEffect transition="out" filter="wipe(down)">
                                      <p:cBhvr>
                                        <p:cTn id="238" dur="500"/>
                                        <p:tgtEl>
                                          <p:spTgt spid="113"/>
                                        </p:tgtEl>
                                      </p:cBhvr>
                                    </p:animEffect>
                                    <p:set>
                                      <p:cBhvr>
                                        <p:cTn id="239" dur="1" fill="hold">
                                          <p:stCondLst>
                                            <p:cond delay="499"/>
                                          </p:stCondLst>
                                        </p:cTn>
                                        <p:tgtEl>
                                          <p:spTgt spid="113"/>
                                        </p:tgtEl>
                                        <p:attrNameLst>
                                          <p:attrName>style.visibility</p:attrName>
                                        </p:attrNameLst>
                                      </p:cBhvr>
                                      <p:to>
                                        <p:strVal val="hidden"/>
                                      </p:to>
                                    </p:set>
                                  </p:childTnLst>
                                </p:cTn>
                              </p:par>
                            </p:childTnLst>
                          </p:cTn>
                        </p:par>
                        <p:par>
                          <p:cTn id="240" fill="hold">
                            <p:stCondLst>
                              <p:cond delay="2500"/>
                            </p:stCondLst>
                            <p:childTnLst>
                              <p:par>
                                <p:cTn id="241" presetID="22" presetClass="entr" presetSubtype="1" fill="hold" grpId="0" nodeType="afterEffect">
                                  <p:stCondLst>
                                    <p:cond delay="0"/>
                                  </p:stCondLst>
                                  <p:childTnLst>
                                    <p:set>
                                      <p:cBhvr>
                                        <p:cTn id="242" dur="1" fill="hold">
                                          <p:stCondLst>
                                            <p:cond delay="0"/>
                                          </p:stCondLst>
                                        </p:cTn>
                                        <p:tgtEl>
                                          <p:spTgt spid="117">
                                            <p:txEl>
                                              <p:pRg st="0" end="0"/>
                                            </p:txEl>
                                          </p:spTgt>
                                        </p:tgtEl>
                                        <p:attrNameLst>
                                          <p:attrName>style.visibility</p:attrName>
                                        </p:attrNameLst>
                                      </p:cBhvr>
                                      <p:to>
                                        <p:strVal val="visible"/>
                                      </p:to>
                                    </p:set>
                                    <p:animEffect transition="in" filter="wipe(up)">
                                      <p:cBhvr>
                                        <p:cTn id="243" dur="500"/>
                                        <p:tgtEl>
                                          <p:spTgt spid="117">
                                            <p:txEl>
                                              <p:pRg st="0" end="0"/>
                                            </p:txEl>
                                          </p:spTgt>
                                        </p:tgtEl>
                                      </p:cBhvr>
                                    </p:animEffect>
                                  </p:childTnLst>
                                </p:cTn>
                              </p:par>
                            </p:childTnLst>
                          </p:cTn>
                        </p:par>
                        <p:par>
                          <p:cTn id="244" fill="hold">
                            <p:stCondLst>
                              <p:cond delay="3000"/>
                            </p:stCondLst>
                            <p:childTnLst>
                              <p:par>
                                <p:cTn id="245" presetID="22" presetClass="entr" presetSubtype="8" fill="hold" nodeType="afterEffect">
                                  <p:stCondLst>
                                    <p:cond delay="0"/>
                                  </p:stCondLst>
                                  <p:childTnLst>
                                    <p:set>
                                      <p:cBhvr>
                                        <p:cTn id="246" dur="1" fill="hold">
                                          <p:stCondLst>
                                            <p:cond delay="0"/>
                                          </p:stCondLst>
                                        </p:cTn>
                                        <p:tgtEl>
                                          <p:spTgt spid="118"/>
                                        </p:tgtEl>
                                        <p:attrNameLst>
                                          <p:attrName>style.visibility</p:attrName>
                                        </p:attrNameLst>
                                      </p:cBhvr>
                                      <p:to>
                                        <p:strVal val="visible"/>
                                      </p:to>
                                    </p:set>
                                    <p:animEffect transition="in" filter="wipe(left)">
                                      <p:cBhvr>
                                        <p:cTn id="247" dur="500"/>
                                        <p:tgtEl>
                                          <p:spTgt spid="118"/>
                                        </p:tgtEl>
                                      </p:cBhvr>
                                    </p:animEffect>
                                  </p:childTnLst>
                                </p:cTn>
                              </p:par>
                            </p:childTnLst>
                          </p:cTn>
                        </p:par>
                        <p:par>
                          <p:cTn id="248" fill="hold">
                            <p:stCondLst>
                              <p:cond delay="3500"/>
                            </p:stCondLst>
                            <p:childTnLst>
                              <p:par>
                                <p:cTn id="249" presetID="22" presetClass="entr" presetSubtype="8" fill="hold" nodeType="afterEffect">
                                  <p:stCondLst>
                                    <p:cond delay="0"/>
                                  </p:stCondLst>
                                  <p:childTnLst>
                                    <p:set>
                                      <p:cBhvr>
                                        <p:cTn id="250" dur="1" fill="hold">
                                          <p:stCondLst>
                                            <p:cond delay="0"/>
                                          </p:stCondLst>
                                        </p:cTn>
                                        <p:tgtEl>
                                          <p:spTgt spid="124"/>
                                        </p:tgtEl>
                                        <p:attrNameLst>
                                          <p:attrName>style.visibility</p:attrName>
                                        </p:attrNameLst>
                                      </p:cBhvr>
                                      <p:to>
                                        <p:strVal val="visible"/>
                                      </p:to>
                                    </p:set>
                                    <p:animEffect transition="in" filter="wipe(left)">
                                      <p:cBhvr>
                                        <p:cTn id="251" dur="500"/>
                                        <p:tgtEl>
                                          <p:spTgt spid="124"/>
                                        </p:tgtEl>
                                      </p:cBhvr>
                                    </p:animEffect>
                                  </p:childTnLst>
                                </p:cTn>
                              </p:par>
                              <p:par>
                                <p:cTn id="252" presetID="22" presetClass="entr" presetSubtype="8" fill="hold" nodeType="withEffect">
                                  <p:stCondLst>
                                    <p:cond delay="0"/>
                                  </p:stCondLst>
                                  <p:childTnLst>
                                    <p:set>
                                      <p:cBhvr>
                                        <p:cTn id="253" dur="1" fill="hold">
                                          <p:stCondLst>
                                            <p:cond delay="0"/>
                                          </p:stCondLst>
                                        </p:cTn>
                                        <p:tgtEl>
                                          <p:spTgt spid="130"/>
                                        </p:tgtEl>
                                        <p:attrNameLst>
                                          <p:attrName>style.visibility</p:attrName>
                                        </p:attrNameLst>
                                      </p:cBhvr>
                                      <p:to>
                                        <p:strVal val="visible"/>
                                      </p:to>
                                    </p:set>
                                    <p:animEffect transition="in" filter="wipe(left)">
                                      <p:cBhvr>
                                        <p:cTn id="254" dur="500"/>
                                        <p:tgtEl>
                                          <p:spTgt spid="130"/>
                                        </p:tgtEl>
                                      </p:cBhvr>
                                    </p:animEffect>
                                  </p:childTnLst>
                                </p:cTn>
                              </p:par>
                            </p:childTnLst>
                          </p:cTn>
                        </p:par>
                        <p:par>
                          <p:cTn id="255" fill="hold">
                            <p:stCondLst>
                              <p:cond delay="4000"/>
                            </p:stCondLst>
                            <p:childTnLst>
                              <p:par>
                                <p:cTn id="256" presetID="22" presetClass="entr" presetSubtype="8" fill="hold" nodeType="afterEffect">
                                  <p:stCondLst>
                                    <p:cond delay="0"/>
                                  </p:stCondLst>
                                  <p:childTnLst>
                                    <p:set>
                                      <p:cBhvr>
                                        <p:cTn id="257" dur="1" fill="hold">
                                          <p:stCondLst>
                                            <p:cond delay="0"/>
                                          </p:stCondLst>
                                        </p:cTn>
                                        <p:tgtEl>
                                          <p:spTgt spid="136"/>
                                        </p:tgtEl>
                                        <p:attrNameLst>
                                          <p:attrName>style.visibility</p:attrName>
                                        </p:attrNameLst>
                                      </p:cBhvr>
                                      <p:to>
                                        <p:strVal val="visible"/>
                                      </p:to>
                                    </p:set>
                                    <p:animEffect transition="in" filter="wipe(left)">
                                      <p:cBhvr>
                                        <p:cTn id="258" dur="500"/>
                                        <p:tgtEl>
                                          <p:spTgt spid="136"/>
                                        </p:tgtEl>
                                      </p:cBhvr>
                                    </p:animEffect>
                                  </p:childTnLst>
                                </p:cTn>
                              </p:par>
                            </p:childTnLst>
                          </p:cTn>
                        </p:par>
                        <p:par>
                          <p:cTn id="259" fill="hold">
                            <p:stCondLst>
                              <p:cond delay="4500"/>
                            </p:stCondLst>
                            <p:childTnLst>
                              <p:par>
                                <p:cTn id="260" presetID="22" presetClass="entr" presetSubtype="8" fill="hold" nodeType="afterEffect">
                                  <p:stCondLst>
                                    <p:cond delay="0"/>
                                  </p:stCondLst>
                                  <p:childTnLst>
                                    <p:set>
                                      <p:cBhvr>
                                        <p:cTn id="261" dur="1" fill="hold">
                                          <p:stCondLst>
                                            <p:cond delay="0"/>
                                          </p:stCondLst>
                                        </p:cTn>
                                        <p:tgtEl>
                                          <p:spTgt spid="142"/>
                                        </p:tgtEl>
                                        <p:attrNameLst>
                                          <p:attrName>style.visibility</p:attrName>
                                        </p:attrNameLst>
                                      </p:cBhvr>
                                      <p:to>
                                        <p:strVal val="visible"/>
                                      </p:to>
                                    </p:set>
                                    <p:animEffect transition="in" filter="wipe(left)">
                                      <p:cBhvr>
                                        <p:cTn id="262" dur="500"/>
                                        <p:tgtEl>
                                          <p:spTgt spid="142"/>
                                        </p:tgtEl>
                                      </p:cBhvr>
                                    </p:animEffect>
                                  </p:childTnLst>
                                </p:cTn>
                              </p:par>
                            </p:childTnLst>
                          </p:cTn>
                        </p:par>
                      </p:childTnLst>
                    </p:cTn>
                  </p:par>
                  <p:par>
                    <p:cTn id="263" fill="hold">
                      <p:stCondLst>
                        <p:cond delay="indefinite"/>
                      </p:stCondLst>
                      <p:childTnLst>
                        <p:par>
                          <p:cTn id="264" fill="hold">
                            <p:stCondLst>
                              <p:cond delay="0"/>
                            </p:stCondLst>
                            <p:childTnLst>
                              <p:par>
                                <p:cTn id="265" presetID="22" presetClass="entr" presetSubtype="8" fill="hold" grpId="0" nodeType="clickEffect">
                                  <p:stCondLst>
                                    <p:cond delay="0"/>
                                  </p:stCondLst>
                                  <p:childTnLst>
                                    <p:set>
                                      <p:cBhvr>
                                        <p:cTn id="266" dur="1" fill="hold">
                                          <p:stCondLst>
                                            <p:cond delay="0"/>
                                          </p:stCondLst>
                                        </p:cTn>
                                        <p:tgtEl>
                                          <p:spTgt spid="154"/>
                                        </p:tgtEl>
                                        <p:attrNameLst>
                                          <p:attrName>style.visibility</p:attrName>
                                        </p:attrNameLst>
                                      </p:cBhvr>
                                      <p:to>
                                        <p:strVal val="visible"/>
                                      </p:to>
                                    </p:set>
                                    <p:animEffect transition="in" filter="wipe(left)">
                                      <p:cBhvr>
                                        <p:cTn id="267" dur="500"/>
                                        <p:tgtEl>
                                          <p:spTgt spid="154"/>
                                        </p:tgtEl>
                                      </p:cBhvr>
                                    </p:animEffect>
                                  </p:childTnLst>
                                </p:cTn>
                              </p:par>
                            </p:childTnLst>
                          </p:cTn>
                        </p:par>
                        <p:par>
                          <p:cTn id="268" fill="hold">
                            <p:stCondLst>
                              <p:cond delay="500"/>
                            </p:stCondLst>
                            <p:childTnLst>
                              <p:par>
                                <p:cTn id="269" presetID="22" presetClass="entr" presetSubtype="1" fill="hold" grpId="0" nodeType="afterEffect">
                                  <p:stCondLst>
                                    <p:cond delay="0"/>
                                  </p:stCondLst>
                                  <p:childTnLst>
                                    <p:set>
                                      <p:cBhvr>
                                        <p:cTn id="270" dur="1" fill="hold">
                                          <p:stCondLst>
                                            <p:cond delay="0"/>
                                          </p:stCondLst>
                                        </p:cTn>
                                        <p:tgtEl>
                                          <p:spTgt spid="148"/>
                                        </p:tgtEl>
                                        <p:attrNameLst>
                                          <p:attrName>style.visibility</p:attrName>
                                        </p:attrNameLst>
                                      </p:cBhvr>
                                      <p:to>
                                        <p:strVal val="visible"/>
                                      </p:to>
                                    </p:set>
                                    <p:animEffect transition="in" filter="wipe(up)">
                                      <p:cBhvr>
                                        <p:cTn id="271" dur="2000"/>
                                        <p:tgtEl>
                                          <p:spTgt spid="148"/>
                                        </p:tgtEl>
                                      </p:cBhvr>
                                    </p:animEffect>
                                  </p:childTnLst>
                                </p:cTn>
                              </p:par>
                              <p:par>
                                <p:cTn id="272" presetID="47" presetClass="entr" presetSubtype="0" fill="hold" nodeType="withEffect">
                                  <p:stCondLst>
                                    <p:cond delay="0"/>
                                  </p:stCondLst>
                                  <p:childTnLst>
                                    <p:set>
                                      <p:cBhvr>
                                        <p:cTn id="273" dur="1" fill="hold">
                                          <p:stCondLst>
                                            <p:cond delay="0"/>
                                          </p:stCondLst>
                                        </p:cTn>
                                        <p:tgtEl>
                                          <p:spTgt spid="142"/>
                                        </p:tgtEl>
                                        <p:attrNameLst>
                                          <p:attrName>style.visibility</p:attrName>
                                        </p:attrNameLst>
                                      </p:cBhvr>
                                      <p:to>
                                        <p:strVal val="visible"/>
                                      </p:to>
                                    </p:set>
                                    <p:animEffect transition="in" filter="fade">
                                      <p:cBhvr>
                                        <p:cTn id="274" dur="1000"/>
                                        <p:tgtEl>
                                          <p:spTgt spid="142"/>
                                        </p:tgtEl>
                                      </p:cBhvr>
                                    </p:animEffect>
                                    <p:anim calcmode="lin" valueType="num">
                                      <p:cBhvr>
                                        <p:cTn id="275" dur="1000" fill="hold"/>
                                        <p:tgtEl>
                                          <p:spTgt spid="142"/>
                                        </p:tgtEl>
                                        <p:attrNameLst>
                                          <p:attrName>ppt_x</p:attrName>
                                        </p:attrNameLst>
                                      </p:cBhvr>
                                      <p:tavLst>
                                        <p:tav tm="0">
                                          <p:val>
                                            <p:strVal val="#ppt_x"/>
                                          </p:val>
                                        </p:tav>
                                        <p:tav tm="100000">
                                          <p:val>
                                            <p:strVal val="#ppt_x"/>
                                          </p:val>
                                        </p:tav>
                                      </p:tavLst>
                                    </p:anim>
                                    <p:anim calcmode="lin" valueType="num">
                                      <p:cBhvr>
                                        <p:cTn id="276" dur="1000" fill="hold"/>
                                        <p:tgtEl>
                                          <p:spTgt spid="142"/>
                                        </p:tgtEl>
                                        <p:attrNameLst>
                                          <p:attrName>ppt_y</p:attrName>
                                        </p:attrNameLst>
                                      </p:cBhvr>
                                      <p:tavLst>
                                        <p:tav tm="0">
                                          <p:val>
                                            <p:strVal val="#ppt_y-.1"/>
                                          </p:val>
                                        </p:tav>
                                        <p:tav tm="100000">
                                          <p:val>
                                            <p:strVal val="#ppt_y"/>
                                          </p:val>
                                        </p:tav>
                                      </p:tavLst>
                                    </p:anim>
                                  </p:childTnLst>
                                </p:cTn>
                              </p:par>
                              <p:par>
                                <p:cTn id="277" presetID="47" presetClass="entr" presetSubtype="0" fill="hold" nodeType="withEffect">
                                  <p:stCondLst>
                                    <p:cond delay="250"/>
                                  </p:stCondLst>
                                  <p:childTnLst>
                                    <p:set>
                                      <p:cBhvr>
                                        <p:cTn id="278" dur="1" fill="hold">
                                          <p:stCondLst>
                                            <p:cond delay="0"/>
                                          </p:stCondLst>
                                        </p:cTn>
                                        <p:tgtEl>
                                          <p:spTgt spid="136"/>
                                        </p:tgtEl>
                                        <p:attrNameLst>
                                          <p:attrName>style.visibility</p:attrName>
                                        </p:attrNameLst>
                                      </p:cBhvr>
                                      <p:to>
                                        <p:strVal val="visible"/>
                                      </p:to>
                                    </p:set>
                                    <p:animEffect transition="in" filter="fade">
                                      <p:cBhvr>
                                        <p:cTn id="279" dur="1000"/>
                                        <p:tgtEl>
                                          <p:spTgt spid="136"/>
                                        </p:tgtEl>
                                      </p:cBhvr>
                                    </p:animEffect>
                                    <p:anim calcmode="lin" valueType="num">
                                      <p:cBhvr>
                                        <p:cTn id="280" dur="1000" fill="hold"/>
                                        <p:tgtEl>
                                          <p:spTgt spid="136"/>
                                        </p:tgtEl>
                                        <p:attrNameLst>
                                          <p:attrName>ppt_x</p:attrName>
                                        </p:attrNameLst>
                                      </p:cBhvr>
                                      <p:tavLst>
                                        <p:tav tm="0">
                                          <p:val>
                                            <p:strVal val="#ppt_x"/>
                                          </p:val>
                                        </p:tav>
                                        <p:tav tm="100000">
                                          <p:val>
                                            <p:strVal val="#ppt_x"/>
                                          </p:val>
                                        </p:tav>
                                      </p:tavLst>
                                    </p:anim>
                                    <p:anim calcmode="lin" valueType="num">
                                      <p:cBhvr>
                                        <p:cTn id="281" dur="1000" fill="hold"/>
                                        <p:tgtEl>
                                          <p:spTgt spid="136"/>
                                        </p:tgtEl>
                                        <p:attrNameLst>
                                          <p:attrName>ppt_y</p:attrName>
                                        </p:attrNameLst>
                                      </p:cBhvr>
                                      <p:tavLst>
                                        <p:tav tm="0">
                                          <p:val>
                                            <p:strVal val="#ppt_y-.1"/>
                                          </p:val>
                                        </p:tav>
                                        <p:tav tm="100000">
                                          <p:val>
                                            <p:strVal val="#ppt_y"/>
                                          </p:val>
                                        </p:tav>
                                      </p:tavLst>
                                    </p:anim>
                                  </p:childTnLst>
                                </p:cTn>
                              </p:par>
                              <p:par>
                                <p:cTn id="282" presetID="47" presetClass="entr" presetSubtype="0" fill="hold" nodeType="withEffect">
                                  <p:stCondLst>
                                    <p:cond delay="500"/>
                                  </p:stCondLst>
                                  <p:childTnLst>
                                    <p:set>
                                      <p:cBhvr>
                                        <p:cTn id="283" dur="1" fill="hold">
                                          <p:stCondLst>
                                            <p:cond delay="0"/>
                                          </p:stCondLst>
                                        </p:cTn>
                                        <p:tgtEl>
                                          <p:spTgt spid="130"/>
                                        </p:tgtEl>
                                        <p:attrNameLst>
                                          <p:attrName>style.visibility</p:attrName>
                                        </p:attrNameLst>
                                      </p:cBhvr>
                                      <p:to>
                                        <p:strVal val="visible"/>
                                      </p:to>
                                    </p:set>
                                    <p:animEffect transition="in" filter="fade">
                                      <p:cBhvr>
                                        <p:cTn id="284" dur="1000"/>
                                        <p:tgtEl>
                                          <p:spTgt spid="130"/>
                                        </p:tgtEl>
                                      </p:cBhvr>
                                    </p:animEffect>
                                    <p:anim calcmode="lin" valueType="num">
                                      <p:cBhvr>
                                        <p:cTn id="285" dur="1000" fill="hold"/>
                                        <p:tgtEl>
                                          <p:spTgt spid="130"/>
                                        </p:tgtEl>
                                        <p:attrNameLst>
                                          <p:attrName>ppt_x</p:attrName>
                                        </p:attrNameLst>
                                      </p:cBhvr>
                                      <p:tavLst>
                                        <p:tav tm="0">
                                          <p:val>
                                            <p:strVal val="#ppt_x"/>
                                          </p:val>
                                        </p:tav>
                                        <p:tav tm="100000">
                                          <p:val>
                                            <p:strVal val="#ppt_x"/>
                                          </p:val>
                                        </p:tav>
                                      </p:tavLst>
                                    </p:anim>
                                    <p:anim calcmode="lin" valueType="num">
                                      <p:cBhvr>
                                        <p:cTn id="286" dur="1000" fill="hold"/>
                                        <p:tgtEl>
                                          <p:spTgt spid="130"/>
                                        </p:tgtEl>
                                        <p:attrNameLst>
                                          <p:attrName>ppt_y</p:attrName>
                                        </p:attrNameLst>
                                      </p:cBhvr>
                                      <p:tavLst>
                                        <p:tav tm="0">
                                          <p:val>
                                            <p:strVal val="#ppt_y-.1"/>
                                          </p:val>
                                        </p:tav>
                                        <p:tav tm="100000">
                                          <p:val>
                                            <p:strVal val="#ppt_y"/>
                                          </p:val>
                                        </p:tav>
                                      </p:tavLst>
                                    </p:anim>
                                  </p:childTnLst>
                                </p:cTn>
                              </p:par>
                              <p:par>
                                <p:cTn id="287" presetID="47" presetClass="entr" presetSubtype="0" fill="hold" nodeType="withEffect">
                                  <p:stCondLst>
                                    <p:cond delay="750"/>
                                  </p:stCondLst>
                                  <p:childTnLst>
                                    <p:set>
                                      <p:cBhvr>
                                        <p:cTn id="288" dur="1" fill="hold">
                                          <p:stCondLst>
                                            <p:cond delay="0"/>
                                          </p:stCondLst>
                                        </p:cTn>
                                        <p:tgtEl>
                                          <p:spTgt spid="124"/>
                                        </p:tgtEl>
                                        <p:attrNameLst>
                                          <p:attrName>style.visibility</p:attrName>
                                        </p:attrNameLst>
                                      </p:cBhvr>
                                      <p:to>
                                        <p:strVal val="visible"/>
                                      </p:to>
                                    </p:set>
                                    <p:animEffect transition="in" filter="fade">
                                      <p:cBhvr>
                                        <p:cTn id="289" dur="1000"/>
                                        <p:tgtEl>
                                          <p:spTgt spid="124"/>
                                        </p:tgtEl>
                                      </p:cBhvr>
                                    </p:animEffect>
                                    <p:anim calcmode="lin" valueType="num">
                                      <p:cBhvr>
                                        <p:cTn id="290" dur="1000" fill="hold"/>
                                        <p:tgtEl>
                                          <p:spTgt spid="124"/>
                                        </p:tgtEl>
                                        <p:attrNameLst>
                                          <p:attrName>ppt_x</p:attrName>
                                        </p:attrNameLst>
                                      </p:cBhvr>
                                      <p:tavLst>
                                        <p:tav tm="0">
                                          <p:val>
                                            <p:strVal val="#ppt_x"/>
                                          </p:val>
                                        </p:tav>
                                        <p:tav tm="100000">
                                          <p:val>
                                            <p:strVal val="#ppt_x"/>
                                          </p:val>
                                        </p:tav>
                                      </p:tavLst>
                                    </p:anim>
                                    <p:anim calcmode="lin" valueType="num">
                                      <p:cBhvr>
                                        <p:cTn id="291" dur="1000" fill="hold"/>
                                        <p:tgtEl>
                                          <p:spTgt spid="124"/>
                                        </p:tgtEl>
                                        <p:attrNameLst>
                                          <p:attrName>ppt_y</p:attrName>
                                        </p:attrNameLst>
                                      </p:cBhvr>
                                      <p:tavLst>
                                        <p:tav tm="0">
                                          <p:val>
                                            <p:strVal val="#ppt_y-.1"/>
                                          </p:val>
                                        </p:tav>
                                        <p:tav tm="100000">
                                          <p:val>
                                            <p:strVal val="#ppt_y"/>
                                          </p:val>
                                        </p:tav>
                                      </p:tavLst>
                                    </p:anim>
                                  </p:childTnLst>
                                </p:cTn>
                              </p:par>
                              <p:par>
                                <p:cTn id="292" presetID="47" presetClass="entr" presetSubtype="0" fill="hold" nodeType="withEffect">
                                  <p:stCondLst>
                                    <p:cond delay="1000"/>
                                  </p:stCondLst>
                                  <p:childTnLst>
                                    <p:set>
                                      <p:cBhvr>
                                        <p:cTn id="293" dur="1" fill="hold">
                                          <p:stCondLst>
                                            <p:cond delay="0"/>
                                          </p:stCondLst>
                                        </p:cTn>
                                        <p:tgtEl>
                                          <p:spTgt spid="118"/>
                                        </p:tgtEl>
                                        <p:attrNameLst>
                                          <p:attrName>style.visibility</p:attrName>
                                        </p:attrNameLst>
                                      </p:cBhvr>
                                      <p:to>
                                        <p:strVal val="visible"/>
                                      </p:to>
                                    </p:set>
                                    <p:animEffect transition="in" filter="fade">
                                      <p:cBhvr>
                                        <p:cTn id="294" dur="1000"/>
                                        <p:tgtEl>
                                          <p:spTgt spid="118"/>
                                        </p:tgtEl>
                                      </p:cBhvr>
                                    </p:animEffect>
                                    <p:anim calcmode="lin" valueType="num">
                                      <p:cBhvr>
                                        <p:cTn id="295" dur="1000" fill="hold"/>
                                        <p:tgtEl>
                                          <p:spTgt spid="118"/>
                                        </p:tgtEl>
                                        <p:attrNameLst>
                                          <p:attrName>ppt_x</p:attrName>
                                        </p:attrNameLst>
                                      </p:cBhvr>
                                      <p:tavLst>
                                        <p:tav tm="0">
                                          <p:val>
                                            <p:strVal val="#ppt_x"/>
                                          </p:val>
                                        </p:tav>
                                        <p:tav tm="100000">
                                          <p:val>
                                            <p:strVal val="#ppt_x"/>
                                          </p:val>
                                        </p:tav>
                                      </p:tavLst>
                                    </p:anim>
                                    <p:anim calcmode="lin" valueType="num">
                                      <p:cBhvr>
                                        <p:cTn id="296" dur="1000" fill="hold"/>
                                        <p:tgtEl>
                                          <p:spTgt spid="118"/>
                                        </p:tgtEl>
                                        <p:attrNameLst>
                                          <p:attrName>ppt_y</p:attrName>
                                        </p:attrNameLst>
                                      </p:cBhvr>
                                      <p:tavLst>
                                        <p:tav tm="0">
                                          <p:val>
                                            <p:strVal val="#ppt_y-.1"/>
                                          </p:val>
                                        </p:tav>
                                        <p:tav tm="100000">
                                          <p:val>
                                            <p:strVal val="#ppt_y"/>
                                          </p:val>
                                        </p:tav>
                                      </p:tavLst>
                                    </p:anim>
                                  </p:childTnLst>
                                </p:cTn>
                              </p:par>
                            </p:childTnLst>
                          </p:cTn>
                        </p:par>
                        <p:par>
                          <p:cTn id="297" fill="hold">
                            <p:stCondLst>
                              <p:cond delay="2500"/>
                            </p:stCondLst>
                            <p:childTnLst>
                              <p:par>
                                <p:cTn id="298" presetID="22" presetClass="entr" presetSubtype="1" fill="hold" grpId="0" nodeType="afterEffect">
                                  <p:stCondLst>
                                    <p:cond delay="0"/>
                                  </p:stCondLst>
                                  <p:childTnLst>
                                    <p:set>
                                      <p:cBhvr>
                                        <p:cTn id="299" dur="1" fill="hold">
                                          <p:stCondLst>
                                            <p:cond delay="0"/>
                                          </p:stCondLst>
                                        </p:cTn>
                                        <p:tgtEl>
                                          <p:spTgt spid="149"/>
                                        </p:tgtEl>
                                        <p:attrNameLst>
                                          <p:attrName>style.visibility</p:attrName>
                                        </p:attrNameLst>
                                      </p:cBhvr>
                                      <p:to>
                                        <p:strVal val="visible"/>
                                      </p:to>
                                    </p:set>
                                    <p:animEffect transition="in" filter="wipe(up)">
                                      <p:cBhvr>
                                        <p:cTn id="300" dur="500"/>
                                        <p:tgtEl>
                                          <p:spTgt spid="149"/>
                                        </p:tgtEl>
                                      </p:cBhvr>
                                    </p:animEffect>
                                  </p:childTnLst>
                                </p:cTn>
                              </p:par>
                            </p:childTnLst>
                          </p:cTn>
                        </p:par>
                        <p:par>
                          <p:cTn id="301" fill="hold">
                            <p:stCondLst>
                              <p:cond delay="3000"/>
                            </p:stCondLst>
                            <p:childTnLst>
                              <p:par>
                                <p:cTn id="302" presetID="22" presetClass="entr" presetSubtype="1" fill="hold" grpId="0" nodeType="afterEffect">
                                  <p:stCondLst>
                                    <p:cond delay="0"/>
                                  </p:stCondLst>
                                  <p:childTnLst>
                                    <p:set>
                                      <p:cBhvr>
                                        <p:cTn id="303" dur="1" fill="hold">
                                          <p:stCondLst>
                                            <p:cond delay="0"/>
                                          </p:stCondLst>
                                        </p:cTn>
                                        <p:tgtEl>
                                          <p:spTgt spid="156"/>
                                        </p:tgtEl>
                                        <p:attrNameLst>
                                          <p:attrName>style.visibility</p:attrName>
                                        </p:attrNameLst>
                                      </p:cBhvr>
                                      <p:to>
                                        <p:strVal val="visible"/>
                                      </p:to>
                                    </p:set>
                                    <p:animEffect transition="in" filter="wipe(up)">
                                      <p:cBhvr>
                                        <p:cTn id="304" dur="500"/>
                                        <p:tgtEl>
                                          <p:spTgt spid="156"/>
                                        </p:tgtEl>
                                      </p:cBhvr>
                                    </p:animEffect>
                                  </p:childTnLst>
                                </p:cTn>
                              </p:par>
                            </p:childTnLst>
                          </p:cTn>
                        </p:par>
                      </p:childTnLst>
                    </p:cTn>
                  </p:par>
                  <p:par>
                    <p:cTn id="305" fill="hold">
                      <p:stCondLst>
                        <p:cond delay="indefinite"/>
                      </p:stCondLst>
                      <p:childTnLst>
                        <p:par>
                          <p:cTn id="306" fill="hold">
                            <p:stCondLst>
                              <p:cond delay="0"/>
                            </p:stCondLst>
                            <p:childTnLst>
                              <p:par>
                                <p:cTn id="307" presetID="22" presetClass="entr" presetSubtype="1" fill="hold" grpId="0" nodeType="clickEffect">
                                  <p:stCondLst>
                                    <p:cond delay="0"/>
                                  </p:stCondLst>
                                  <p:childTnLst>
                                    <p:set>
                                      <p:cBhvr>
                                        <p:cTn id="308" dur="1" fill="hold">
                                          <p:stCondLst>
                                            <p:cond delay="0"/>
                                          </p:stCondLst>
                                        </p:cTn>
                                        <p:tgtEl>
                                          <p:spTgt spid="117">
                                            <p:txEl>
                                              <p:pRg st="1" end="1"/>
                                            </p:txEl>
                                          </p:spTgt>
                                        </p:tgtEl>
                                        <p:attrNameLst>
                                          <p:attrName>style.visibility</p:attrName>
                                        </p:attrNameLst>
                                      </p:cBhvr>
                                      <p:to>
                                        <p:strVal val="visible"/>
                                      </p:to>
                                    </p:set>
                                    <p:animEffect transition="in" filter="wipe(up)">
                                      <p:cBhvr>
                                        <p:cTn id="309" dur="500"/>
                                        <p:tgtEl>
                                          <p:spTgt spid="1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animBg="1"/>
      <p:bldP spid="7" grpId="0" animBg="1"/>
      <p:bldP spid="8" grpId="0" animBg="1"/>
      <p:bldP spid="9" grpId="0" animBg="1"/>
      <p:bldP spid="10" grpId="0" animBg="1"/>
      <p:bldP spid="19" grpId="0" animBg="1"/>
      <p:bldP spid="114" grpId="0"/>
      <p:bldP spid="114" grpId="1"/>
      <p:bldP spid="114" grpId="2"/>
      <p:bldP spid="114" grpId="3"/>
      <p:bldP spid="114" grpId="4"/>
      <p:bldP spid="114" grpId="5"/>
      <p:bldP spid="117" grpId="0" uiExpand="1" build="p"/>
      <p:bldP spid="148" grpId="0"/>
      <p:bldP spid="149" grpId="0"/>
      <p:bldP spid="154" grpId="0"/>
      <p:bldP spid="155" grpId="0"/>
      <p:bldP spid="15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36DB7AD-0BD8-4025-833F-B4E8771E663C}"/>
              </a:ext>
            </a:extLst>
          </p:cNvPr>
          <p:cNvSpPr txBox="1"/>
          <p:nvPr/>
        </p:nvSpPr>
        <p:spPr>
          <a:xfrm>
            <a:off x="474496" y="2321249"/>
            <a:ext cx="11159031" cy="4524315"/>
          </a:xfrm>
          <a:prstGeom prst="rect">
            <a:avLst/>
          </a:prstGeom>
          <a:solidFill>
            <a:srgbClr val="EAF2FD"/>
          </a:solidFill>
        </p:spPr>
        <p:txBody>
          <a:bodyPr wrap="square">
            <a:spAutoFit/>
          </a:bodyPr>
          <a:lstStyle/>
          <a:p>
            <a:r>
              <a:rPr lang="en-US" altLang="zh-CN" sz="1600" b="1" dirty="0" err="1">
                <a:solidFill>
                  <a:srgbClr val="236EBF"/>
                </a:solidFill>
                <a:latin typeface="Courier New" panose="02070309020205020404" pitchFamily="49" charset="0"/>
                <a:cs typeface="Courier New" panose="02070309020205020404" pitchFamily="49" charset="0"/>
              </a:rPr>
              <a:t>MGraph</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err="1">
                <a:solidFill>
                  <a:srgbClr val="B1108E"/>
                </a:solidFill>
                <a:effectLst/>
                <a:latin typeface="Courier New" panose="02070309020205020404" pitchFamily="49" charset="0"/>
                <a:cs typeface="Courier New" panose="02070309020205020404" pitchFamily="49" charset="0"/>
              </a:rPr>
              <a:t>CreateUDN</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err="1">
                <a:solidFill>
                  <a:srgbClr val="236EBF"/>
                </a:solidFill>
                <a:effectLst/>
                <a:latin typeface="Courier New" panose="02070309020205020404" pitchFamily="49" charset="0"/>
                <a:cs typeface="Courier New" panose="02070309020205020404" pitchFamily="49" charset="0"/>
              </a:rPr>
              <a:t>VexType</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B1108E"/>
                </a:solidFill>
                <a:effectLst/>
                <a:latin typeface="Courier New" panose="02070309020205020404" pitchFamily="49" charset="0"/>
                <a:cs typeface="Courier New" panose="02070309020205020404" pitchFamily="49" charset="0"/>
              </a:rPr>
              <a:t>V</a:t>
            </a:r>
            <a:r>
              <a:rPr lang="en-US" altLang="zh-CN" sz="1600" b="1" dirty="0">
                <a:solidFill>
                  <a:srgbClr val="236EBF"/>
                </a:solidFill>
                <a:latin typeface="Courier New" panose="02070309020205020404" pitchFamily="49" charset="0"/>
                <a:cs typeface="Courier New" panose="02070309020205020404" pitchFamily="49" charset="0"/>
              </a:rPr>
              <a:t>,</a:t>
            </a:r>
            <a:r>
              <a:rPr lang="en-US" altLang="zh-CN" sz="1600" b="1" dirty="0">
                <a:solidFill>
                  <a:srgbClr val="B1108E"/>
                </a:solidFill>
                <a:effectLst/>
                <a:latin typeface="Courier New" panose="02070309020205020404" pitchFamily="49" charset="0"/>
                <a:cs typeface="Courier New" panose="02070309020205020404" pitchFamily="49" charset="0"/>
              </a:rPr>
              <a:t> </a:t>
            </a:r>
            <a:r>
              <a:rPr lang="en-US" altLang="zh-CN" sz="1600" b="1" dirty="0">
                <a:solidFill>
                  <a:srgbClr val="0991B6"/>
                </a:solidFill>
                <a:latin typeface="Courier New" panose="02070309020205020404" pitchFamily="49" charset="0"/>
                <a:cs typeface="Courier New" panose="02070309020205020404" pitchFamily="49" charset="0"/>
              </a:rPr>
              <a:t>int</a:t>
            </a:r>
            <a:r>
              <a:rPr lang="en-US" altLang="zh-CN" sz="1600" b="1" dirty="0">
                <a:solidFill>
                  <a:srgbClr val="236EBF"/>
                </a:solidFill>
                <a:latin typeface="Courier New" panose="02070309020205020404" pitchFamily="49" charset="0"/>
                <a:cs typeface="Courier New" panose="02070309020205020404" pitchFamily="49" charset="0"/>
              </a:rPr>
              <a:t> </a:t>
            </a:r>
            <a:r>
              <a:rPr lang="en-US" altLang="zh-CN" sz="1600" b="1" dirty="0">
                <a:solidFill>
                  <a:srgbClr val="B1108E"/>
                </a:solidFill>
                <a:latin typeface="Courier New" panose="02070309020205020404" pitchFamily="49" charset="0"/>
                <a:cs typeface="Courier New" panose="02070309020205020404" pitchFamily="49" charset="0"/>
              </a:rPr>
              <a:t>n</a:t>
            </a:r>
            <a:r>
              <a:rPr lang="en-US" altLang="zh-CN" sz="1600" b="1" dirty="0">
                <a:solidFill>
                  <a:srgbClr val="236EBF"/>
                </a:solidFill>
                <a:latin typeface="Courier New" panose="02070309020205020404" pitchFamily="49" charset="0"/>
                <a:cs typeface="Courier New" panose="02070309020205020404" pitchFamily="49" charset="0"/>
              </a:rPr>
              <a:t>,</a:t>
            </a:r>
            <a:r>
              <a:rPr lang="en-US" altLang="zh-CN" sz="1600" b="1" dirty="0">
                <a:solidFill>
                  <a:srgbClr val="B1108E"/>
                </a:solidFill>
                <a:latin typeface="Courier New" panose="02070309020205020404" pitchFamily="49" charset="0"/>
                <a:cs typeface="Courier New" panose="02070309020205020404" pitchFamily="49" charset="0"/>
              </a:rPr>
              <a:t> </a:t>
            </a:r>
            <a:r>
              <a:rPr lang="en-US" altLang="zh-CN" sz="1600" b="1" dirty="0" err="1">
                <a:solidFill>
                  <a:srgbClr val="236EBF"/>
                </a:solidFill>
                <a:latin typeface="Courier New" panose="02070309020205020404" pitchFamily="49" charset="0"/>
                <a:cs typeface="Courier New" panose="02070309020205020404" pitchFamily="49" charset="0"/>
              </a:rPr>
              <a:t>ArcInfo</a:t>
            </a:r>
            <a:r>
              <a:rPr lang="en-US" altLang="zh-CN" sz="1600" b="1" dirty="0">
                <a:solidFill>
                  <a:srgbClr val="236EBF"/>
                </a:solidFill>
                <a:latin typeface="Courier New" panose="02070309020205020404" pitchFamily="49" charset="0"/>
                <a:cs typeface="Courier New" panose="02070309020205020404" pitchFamily="49" charset="0"/>
              </a:rPr>
              <a:t> </a:t>
            </a:r>
            <a:r>
              <a:rPr lang="en-US" altLang="zh-CN" sz="1600" b="1" dirty="0">
                <a:solidFill>
                  <a:srgbClr val="7B30D0"/>
                </a:solidFill>
                <a:latin typeface="Courier New" panose="02070309020205020404" pitchFamily="49" charset="0"/>
                <a:cs typeface="Courier New" panose="02070309020205020404" pitchFamily="49" charset="0"/>
              </a:rPr>
              <a:t>*A</a:t>
            </a:r>
            <a:r>
              <a:rPr lang="en-US" altLang="zh-CN" sz="1600" b="1" dirty="0">
                <a:solidFill>
                  <a:srgbClr val="236EBF"/>
                </a:solidFill>
                <a:latin typeface="Courier New" panose="02070309020205020404" pitchFamily="49" charset="0"/>
                <a:cs typeface="Courier New" panose="02070309020205020404" pitchFamily="49" charset="0"/>
              </a:rPr>
              <a:t>, </a:t>
            </a:r>
            <a:r>
              <a:rPr lang="en-US" altLang="zh-CN" sz="1600" b="1" dirty="0">
                <a:solidFill>
                  <a:srgbClr val="0991B6"/>
                </a:solidFill>
                <a:latin typeface="Courier New" panose="02070309020205020404" pitchFamily="49" charset="0"/>
                <a:cs typeface="Courier New" panose="02070309020205020404" pitchFamily="49" charset="0"/>
              </a:rPr>
              <a:t>int</a:t>
            </a:r>
            <a:r>
              <a:rPr lang="en-US" altLang="zh-CN" sz="1600" b="1" dirty="0">
                <a:solidFill>
                  <a:srgbClr val="236EBF"/>
                </a:solidFill>
                <a:latin typeface="Courier New" panose="02070309020205020404" pitchFamily="49" charset="0"/>
                <a:cs typeface="Courier New" panose="02070309020205020404" pitchFamily="49" charset="0"/>
              </a:rPr>
              <a:t> </a:t>
            </a:r>
            <a:r>
              <a:rPr lang="en-US" altLang="zh-CN" sz="1600" b="1" dirty="0">
                <a:solidFill>
                  <a:srgbClr val="B1108E"/>
                </a:solidFill>
                <a:latin typeface="Courier New" panose="02070309020205020404" pitchFamily="49" charset="0"/>
                <a:cs typeface="Courier New" panose="02070309020205020404" pitchFamily="49" charset="0"/>
              </a:rPr>
              <a:t>e</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solidFill>
                  <a:srgbClr val="357B42"/>
                </a:solidFill>
                <a:effectLst/>
                <a:latin typeface="Courier New" panose="02070309020205020404" pitchFamily="49" charset="0"/>
                <a:cs typeface="Courier New" panose="02070309020205020404" pitchFamily="49" charset="0"/>
              </a:rPr>
              <a:t>// </a:t>
            </a:r>
            <a:r>
              <a:rPr lang="zh-CN" altLang="en-US" sz="1600" b="1" dirty="0">
                <a:solidFill>
                  <a:srgbClr val="357B42"/>
                </a:solidFill>
                <a:effectLst/>
                <a:latin typeface="Courier New" panose="02070309020205020404" pitchFamily="49" charset="0"/>
                <a:cs typeface="Courier New" panose="02070309020205020404" pitchFamily="49" charset="0"/>
              </a:rPr>
              <a:t>采用数组（邻接矩阵）表示法，构造无向网。</a:t>
            </a:r>
            <a:r>
              <a:rPr lang="en-US" altLang="zh-CN" sz="1600" b="1" dirty="0">
                <a:solidFill>
                  <a:srgbClr val="357B42"/>
                </a:solidFill>
                <a:effectLst/>
                <a:latin typeface="Courier New" panose="02070309020205020404" pitchFamily="49" charset="0"/>
                <a:cs typeface="Courier New" panose="02070309020205020404" pitchFamily="49" charset="0"/>
              </a:rPr>
              <a:t>v</a:t>
            </a:r>
            <a:r>
              <a:rPr lang="zh-CN" altLang="en-US" sz="1600" b="1" dirty="0">
                <a:solidFill>
                  <a:srgbClr val="357B42"/>
                </a:solidFill>
                <a:effectLst/>
                <a:latin typeface="Courier New" panose="02070309020205020404" pitchFamily="49" charset="0"/>
                <a:cs typeface="Courier New" panose="02070309020205020404" pitchFamily="49" charset="0"/>
              </a:rPr>
              <a:t>含</a:t>
            </a:r>
            <a:r>
              <a:rPr lang="en-US" altLang="zh-CN" sz="1600" b="1" dirty="0">
                <a:solidFill>
                  <a:srgbClr val="357B42"/>
                </a:solidFill>
                <a:effectLst/>
                <a:latin typeface="Courier New" panose="02070309020205020404" pitchFamily="49" charset="0"/>
                <a:cs typeface="Courier New" panose="02070309020205020404" pitchFamily="49" charset="0"/>
              </a:rPr>
              <a:t>n</a:t>
            </a:r>
            <a:r>
              <a:rPr lang="zh-CN" altLang="en-US" sz="1600" b="1" dirty="0">
                <a:solidFill>
                  <a:srgbClr val="357B42"/>
                </a:solidFill>
                <a:effectLst/>
                <a:latin typeface="Courier New" panose="02070309020205020404" pitchFamily="49" charset="0"/>
                <a:cs typeface="Courier New" panose="02070309020205020404" pitchFamily="49" charset="0"/>
              </a:rPr>
              <a:t>个顶点，</a:t>
            </a:r>
            <a:r>
              <a:rPr lang="en-US" altLang="zh-CN" sz="1600" b="1" dirty="0">
                <a:solidFill>
                  <a:srgbClr val="357B42"/>
                </a:solidFill>
                <a:effectLst/>
                <a:latin typeface="Courier New" panose="02070309020205020404" pitchFamily="49" charset="0"/>
                <a:cs typeface="Courier New" panose="02070309020205020404" pitchFamily="49" charset="0"/>
              </a:rPr>
              <a:t>a</a:t>
            </a:r>
            <a:r>
              <a:rPr lang="zh-CN" altLang="en-US" sz="1600" b="1" dirty="0">
                <a:solidFill>
                  <a:srgbClr val="357B42"/>
                </a:solidFill>
                <a:effectLst/>
                <a:latin typeface="Courier New" panose="02070309020205020404" pitchFamily="49" charset="0"/>
                <a:cs typeface="Courier New" panose="02070309020205020404" pitchFamily="49" charset="0"/>
              </a:rPr>
              <a:t>含</a:t>
            </a:r>
            <a:r>
              <a:rPr lang="en-US" altLang="zh-CN" sz="1600" b="1" dirty="0">
                <a:solidFill>
                  <a:srgbClr val="357B42"/>
                </a:solidFill>
                <a:effectLst/>
                <a:latin typeface="Courier New" panose="02070309020205020404" pitchFamily="49" charset="0"/>
                <a:cs typeface="Courier New" panose="02070309020205020404" pitchFamily="49" charset="0"/>
              </a:rPr>
              <a:t>e</a:t>
            </a:r>
            <a:r>
              <a:rPr lang="zh-CN" altLang="en-US" sz="1600" b="1" dirty="0">
                <a:solidFill>
                  <a:srgbClr val="357B42"/>
                </a:solidFill>
                <a:effectLst/>
                <a:latin typeface="Courier New" panose="02070309020205020404" pitchFamily="49" charset="0"/>
                <a:cs typeface="Courier New" panose="02070309020205020404" pitchFamily="49" charset="0"/>
              </a:rPr>
              <a:t>条</a:t>
            </a:r>
            <a:r>
              <a:rPr lang="zh-CN" altLang="en-US" sz="1600" b="1" dirty="0">
                <a:solidFill>
                  <a:srgbClr val="357B42"/>
                </a:solidFill>
                <a:latin typeface="Courier New" panose="02070309020205020404" pitchFamily="49" charset="0"/>
                <a:cs typeface="Courier New" panose="02070309020205020404" pitchFamily="49" charset="0"/>
              </a:rPr>
              <a:t>边</a:t>
            </a:r>
            <a:r>
              <a:rPr lang="zh-CN" altLang="en-US" sz="1600" b="1" dirty="0">
                <a:solidFill>
                  <a:srgbClr val="357B42"/>
                </a:solidFill>
                <a:effectLst/>
                <a:latin typeface="Courier New" panose="02070309020205020404" pitchFamily="49" charset="0"/>
                <a:cs typeface="Courier New" panose="02070309020205020404" pitchFamily="49" charset="0"/>
              </a:rPr>
              <a:t>及权值。</a:t>
            </a:r>
            <a:endParaRPr lang="zh-CN" altLang="en-US" sz="1600" b="1" dirty="0">
              <a:solidFill>
                <a:srgbClr val="236EBF"/>
              </a:solidFill>
              <a:effectLst/>
              <a:latin typeface="Courier New" panose="02070309020205020404" pitchFamily="49" charset="0"/>
              <a:cs typeface="Courier New" panose="02070309020205020404" pitchFamily="49" charset="0"/>
            </a:endParaRPr>
          </a:p>
          <a:p>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err="1">
                <a:solidFill>
                  <a:srgbClr val="236EBF"/>
                </a:solidFill>
                <a:latin typeface="Courier New" panose="02070309020205020404" pitchFamily="49" charset="0"/>
                <a:cs typeface="Courier New" panose="02070309020205020404" pitchFamily="49" charset="0"/>
              </a:rPr>
              <a:t>MGraph</a:t>
            </a:r>
            <a:r>
              <a:rPr lang="en-US" altLang="zh-CN" sz="1600" b="1" dirty="0">
                <a:solidFill>
                  <a:srgbClr val="236EBF"/>
                </a:solidFill>
                <a:latin typeface="Courier New" panose="02070309020205020404" pitchFamily="49" charset="0"/>
                <a:cs typeface="Courier New" panose="02070309020205020404" pitchFamily="49" charset="0"/>
              </a:rPr>
              <a:t> G;   </a:t>
            </a:r>
            <a:r>
              <a:rPr lang="en-US" altLang="zh-CN" sz="1600" b="1" dirty="0">
                <a:solidFill>
                  <a:srgbClr val="236EB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solidFill>
                  <a:srgbClr val="236EBF"/>
                </a:solidFill>
                <a:latin typeface="Courier New" panose="02070309020205020404" pitchFamily="49" charset="0"/>
                <a:cs typeface="Courier New" panose="02070309020205020404" pitchFamily="49" charset="0"/>
              </a:rPr>
              <a:t> </a:t>
            </a:r>
            <a:r>
              <a:rPr lang="en-US" altLang="zh-CN" sz="1600" b="1" dirty="0" err="1">
                <a:solidFill>
                  <a:srgbClr val="236EBF"/>
                </a:solidFill>
                <a:latin typeface="Courier New" panose="02070309020205020404" pitchFamily="49" charset="0"/>
                <a:cs typeface="Courier New" panose="02070309020205020404" pitchFamily="49" charset="0"/>
              </a:rPr>
              <a:t>i</a:t>
            </a:r>
            <a:r>
              <a:rPr lang="en-US" altLang="zh-CN" sz="1600" b="1" dirty="0">
                <a:solidFill>
                  <a:srgbClr val="236EBF"/>
                </a:solidFill>
                <a:latin typeface="Courier New" panose="02070309020205020404" pitchFamily="49" charset="0"/>
                <a:cs typeface="Courier New" panose="02070309020205020404" pitchFamily="49" charset="0"/>
              </a:rPr>
              <a:t>, j, k;</a:t>
            </a:r>
          </a:p>
          <a:p>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solidFill>
                  <a:srgbClr val="236EBF"/>
                </a:solidFill>
                <a:effectLst/>
                <a:latin typeface="Courier New" panose="02070309020205020404" pitchFamily="49" charset="0"/>
                <a:cs typeface="Courier New" panose="02070309020205020404" pitchFamily="49" charset="0"/>
              </a:rPr>
              <a:t>(!(G = (</a:t>
            </a:r>
            <a:r>
              <a:rPr lang="en-US" altLang="zh-CN" sz="1600" b="1" dirty="0" err="1">
                <a:solidFill>
                  <a:srgbClr val="236EBF"/>
                </a:solidFill>
                <a:effectLst/>
                <a:latin typeface="Courier New" panose="02070309020205020404" pitchFamily="49" charset="0"/>
                <a:cs typeface="Courier New" panose="02070309020205020404" pitchFamily="49" charset="0"/>
              </a:rPr>
              <a:t>MGraph</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malloc</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600" b="1" dirty="0">
                <a:solidFill>
                  <a:srgbClr val="236EBF"/>
                </a:solidFill>
                <a:effectLst/>
                <a:latin typeface="Courier New" panose="02070309020205020404" pitchFamily="49" charset="0"/>
                <a:cs typeface="Courier New" panose="02070309020205020404" pitchFamily="49" charset="0"/>
              </a:rPr>
              <a:t>(*G))))</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a:solidFill>
                  <a:srgbClr val="236EBF"/>
                </a:solidFill>
                <a:latin typeface="Courier New" panose="02070309020205020404" pitchFamily="49" charset="0"/>
                <a:cs typeface="Courier New" panose="02070309020205020404" pitchFamily="49" charset="0"/>
              </a:rPr>
              <a:t>O</a:t>
            </a:r>
            <a:r>
              <a:rPr lang="en-US" altLang="zh-CN" sz="1600" b="1" dirty="0">
                <a:solidFill>
                  <a:srgbClr val="236EBF"/>
                </a:solidFill>
                <a:effectLst/>
                <a:latin typeface="Courier New" panose="02070309020205020404" pitchFamily="49" charset="0"/>
                <a:cs typeface="Courier New" panose="02070309020205020404" pitchFamily="49" charset="0"/>
              </a:rPr>
              <a:t>VERFLOW);</a:t>
            </a:r>
          </a:p>
          <a:p>
            <a:r>
              <a:rPr lang="zh-CN" altLang="en-US" sz="1600" b="1" dirty="0">
                <a:solidFill>
                  <a:srgbClr val="236EBF"/>
                </a:solidFill>
                <a:latin typeface="Courier New" panose="02070309020205020404" pitchFamily="49" charset="0"/>
                <a:cs typeface="Courier New" panose="02070309020205020404" pitchFamily="49" charset="0"/>
              </a:rPr>
              <a:t>   </a:t>
            </a:r>
            <a:r>
              <a:rPr lang="en-US" altLang="zh-CN" sz="1600" b="1" dirty="0">
                <a:solidFill>
                  <a:srgbClr val="2F86D2"/>
                </a:solidFill>
                <a:latin typeface="Courier New" panose="02070309020205020404" pitchFamily="49" charset="0"/>
                <a:cs typeface="Courier New" panose="02070309020205020404" pitchFamily="49" charset="0"/>
              </a:rPr>
              <a:t>G</a:t>
            </a:r>
            <a:r>
              <a:rPr lang="en-US" altLang="zh-CN" sz="1600" b="1" dirty="0">
                <a:solidFill>
                  <a:srgbClr val="236EBF"/>
                </a:solidFill>
                <a:latin typeface="Courier New" panose="02070309020205020404" pitchFamily="49" charset="0"/>
                <a:cs typeface="Courier New" panose="02070309020205020404" pitchFamily="49" charset="0"/>
              </a:rPr>
              <a:t>-&gt;n </a:t>
            </a:r>
            <a:r>
              <a:rPr lang="en-US" altLang="zh-CN" sz="1600" b="1" dirty="0">
                <a:solidFill>
                  <a:srgbClr val="7B30D0"/>
                </a:solidFill>
                <a:latin typeface="Courier New" panose="02070309020205020404" pitchFamily="49" charset="0"/>
                <a:cs typeface="Courier New" panose="02070309020205020404" pitchFamily="49" charset="0"/>
              </a:rPr>
              <a:t>=</a:t>
            </a:r>
            <a:r>
              <a:rPr lang="en-US" altLang="zh-CN" sz="1600" b="1" dirty="0">
                <a:solidFill>
                  <a:srgbClr val="236EBF"/>
                </a:solidFill>
                <a:latin typeface="Courier New" panose="02070309020205020404" pitchFamily="49" charset="0"/>
                <a:cs typeface="Courier New" panose="02070309020205020404" pitchFamily="49" charset="0"/>
              </a:rPr>
              <a:t> n;  </a:t>
            </a:r>
            <a:r>
              <a:rPr lang="en-US" altLang="zh-CN" sz="1600" b="1" dirty="0">
                <a:solidFill>
                  <a:srgbClr val="2F86D2"/>
                </a:solidFill>
                <a:latin typeface="Courier New" panose="02070309020205020404" pitchFamily="49" charset="0"/>
                <a:cs typeface="Courier New" panose="02070309020205020404" pitchFamily="49" charset="0"/>
              </a:rPr>
              <a:t>G</a:t>
            </a:r>
            <a:r>
              <a:rPr lang="en-US" altLang="zh-CN" sz="1600" b="1" dirty="0">
                <a:solidFill>
                  <a:srgbClr val="236EBF"/>
                </a:solidFill>
                <a:latin typeface="Courier New" panose="02070309020205020404" pitchFamily="49" charset="0"/>
                <a:cs typeface="Courier New" panose="02070309020205020404" pitchFamily="49" charset="0"/>
              </a:rPr>
              <a:t>-&gt;</a:t>
            </a:r>
            <a:r>
              <a:rPr lang="en-US" altLang="zh-CN" sz="1600" b="1" dirty="0">
                <a:solidFill>
                  <a:srgbClr val="2F86D2"/>
                </a:solidFill>
                <a:latin typeface="Courier New" panose="02070309020205020404" pitchFamily="49" charset="0"/>
                <a:cs typeface="Courier New" panose="02070309020205020404" pitchFamily="49" charset="0"/>
              </a:rPr>
              <a:t>a</a:t>
            </a:r>
            <a:r>
              <a:rPr lang="en-US" altLang="zh-CN" sz="1600" b="1" dirty="0">
                <a:solidFill>
                  <a:srgbClr val="236EBF"/>
                </a:solidFill>
                <a:latin typeface="Courier New" panose="02070309020205020404" pitchFamily="49" charset="0"/>
                <a:cs typeface="Courier New" panose="02070309020205020404" pitchFamily="49" charset="0"/>
              </a:rPr>
              <a:t> </a:t>
            </a:r>
            <a:r>
              <a:rPr lang="en-US" altLang="zh-CN" sz="1600" b="1" dirty="0">
                <a:solidFill>
                  <a:srgbClr val="7B30D0"/>
                </a:solidFill>
                <a:latin typeface="Courier New" panose="02070309020205020404" pitchFamily="49" charset="0"/>
                <a:cs typeface="Courier New" panose="02070309020205020404" pitchFamily="49" charset="0"/>
              </a:rPr>
              <a:t>=</a:t>
            </a:r>
            <a:r>
              <a:rPr lang="en-US" altLang="zh-CN" sz="1600" b="1" dirty="0">
                <a:solidFill>
                  <a:srgbClr val="236EBF"/>
                </a:solidFill>
                <a:latin typeface="Courier New" panose="02070309020205020404" pitchFamily="49" charset="0"/>
                <a:cs typeface="Courier New" panose="02070309020205020404" pitchFamily="49" charset="0"/>
              </a:rPr>
              <a:t> e;  G-&gt;kind = </a:t>
            </a:r>
            <a:r>
              <a:rPr lang="en-US" altLang="zh-CN" sz="1600" b="1" dirty="0" err="1">
                <a:solidFill>
                  <a:srgbClr val="236EBF"/>
                </a:solidFill>
                <a:latin typeface="Courier New" panose="02070309020205020404" pitchFamily="49" charset="0"/>
                <a:cs typeface="Courier New" panose="02070309020205020404" pitchFamily="49" charset="0"/>
              </a:rPr>
              <a:t>UDN</a:t>
            </a:r>
            <a:r>
              <a:rPr lang="en-US" altLang="zh-CN" sz="1600" b="1" dirty="0">
                <a:solidFill>
                  <a:srgbClr val="236EBF"/>
                </a:solidFill>
                <a:latin typeface="Courier New" panose="02070309020205020404" pitchFamily="49" charset="0"/>
                <a:cs typeface="Courier New" panose="02070309020205020404" pitchFamily="49" charset="0"/>
              </a:rPr>
              <a:t>;</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err="1">
                <a:solidFill>
                  <a:srgbClr val="2F86D2"/>
                </a:solidFill>
                <a:effectLst/>
                <a:latin typeface="Courier New" panose="02070309020205020404" pitchFamily="49" charset="0"/>
                <a:cs typeface="Courier New" panose="02070309020205020404" pitchFamily="49" charset="0"/>
              </a:rPr>
              <a:t>G</a:t>
            </a:r>
            <a:r>
              <a:rPr lang="en-US" altLang="zh-CN" sz="1600" b="1" dirty="0" err="1">
                <a:solidFill>
                  <a:srgbClr val="236EBF"/>
                </a:solidFill>
                <a:effectLst/>
                <a:latin typeface="Courier New" panose="02070309020205020404" pitchFamily="49" charset="0"/>
                <a:cs typeface="Courier New" panose="02070309020205020404" pitchFamily="49" charset="0"/>
              </a:rPr>
              <a:t>.</a:t>
            </a:r>
            <a:r>
              <a:rPr lang="en-US" altLang="zh-CN" sz="1600" b="1" dirty="0" err="1">
                <a:solidFill>
                  <a:srgbClr val="2F86D2"/>
                </a:solidFill>
                <a:effectLst/>
                <a:latin typeface="Courier New" panose="02070309020205020404" pitchFamily="49" charset="0"/>
                <a:cs typeface="Courier New" panose="02070309020205020404" pitchFamily="49" charset="0"/>
              </a:rPr>
              <a:t>vexs</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err="1">
                <a:solidFill>
                  <a:srgbClr val="236EBF"/>
                </a:solidFill>
                <a:effectLst/>
                <a:latin typeface="Courier New" panose="02070309020205020404" pitchFamily="49" charset="0"/>
                <a:cs typeface="Courier New" panose="02070309020205020404" pitchFamily="49" charset="0"/>
              </a:rPr>
              <a:t>VexType</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calloc</a:t>
            </a:r>
            <a:r>
              <a:rPr lang="en-US" altLang="zh-CN" sz="1600" b="1" dirty="0">
                <a:solidFill>
                  <a:srgbClr val="236EBF"/>
                </a:solidFill>
                <a:effectLst/>
                <a:latin typeface="Courier New" panose="02070309020205020404" pitchFamily="49" charset="0"/>
                <a:cs typeface="Courier New" panose="02070309020205020404" pitchFamily="49" charset="0"/>
              </a:rPr>
              <a:t>(n, </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err="1">
                <a:solidFill>
                  <a:srgbClr val="236EBF"/>
                </a:solidFill>
                <a:effectLst/>
                <a:latin typeface="Courier New" panose="02070309020205020404" pitchFamily="49" charset="0"/>
                <a:cs typeface="Courier New" panose="02070309020205020404" pitchFamily="49" charset="0"/>
              </a:rPr>
              <a:t>VexType</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600" b="1" dirty="0">
                <a:solidFill>
                  <a:srgbClr val="236EBF"/>
                </a:solidFill>
                <a:effectLst/>
                <a:latin typeface="Courier New" panose="02070309020205020404" pitchFamily="49" charset="0"/>
                <a:cs typeface="Courier New" panose="02070309020205020404" pitchFamily="49" charset="0"/>
              </a:rPr>
              <a:t>(OVERFLOW);</a:t>
            </a:r>
            <a:r>
              <a:rPr lang="en-US" altLang="zh-CN" sz="1600" b="1" dirty="0">
                <a:solidFill>
                  <a:srgbClr val="357B42"/>
                </a:solidFill>
                <a:effectLst/>
                <a:latin typeface="Courier New" panose="02070309020205020404" pitchFamily="49" charset="0"/>
                <a:cs typeface="Courier New" panose="02070309020205020404" pitchFamily="49" charset="0"/>
              </a:rPr>
              <a:t> // </a:t>
            </a:r>
            <a:r>
              <a:rPr lang="zh-CN" altLang="en-US" sz="1600" b="1" dirty="0">
                <a:solidFill>
                  <a:srgbClr val="357B42"/>
                </a:solidFill>
                <a:effectLst/>
                <a:latin typeface="Courier New" panose="02070309020205020404" pitchFamily="49" charset="0"/>
                <a:cs typeface="Courier New" panose="02070309020205020404" pitchFamily="49" charset="0"/>
              </a:rPr>
              <a:t>分配顶点向量空间</a:t>
            </a:r>
            <a:endParaRPr lang="zh-CN" altLang="en-US" sz="1600" b="1" dirty="0">
              <a:solidFill>
                <a:srgbClr val="236EBF"/>
              </a:solidFill>
              <a:effectLst/>
              <a:latin typeface="Courier New" panose="02070309020205020404" pitchFamily="49" charset="0"/>
              <a:cs typeface="Courier New" panose="02070309020205020404" pitchFamily="49" charset="0"/>
            </a:endParaRP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for</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174781"/>
                </a:solidFill>
                <a:effectLst/>
                <a:latin typeface="Courier New" panose="02070309020205020404" pitchFamily="49" charset="0"/>
                <a:cs typeface="Courier New" panose="02070309020205020404" pitchFamily="49" charset="0"/>
              </a:rPr>
              <a:t>0</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7B30D0"/>
                </a:solidFill>
                <a:effectLst/>
                <a:latin typeface="Courier New" panose="02070309020205020404" pitchFamily="49" charset="0"/>
                <a:cs typeface="Courier New" panose="02070309020205020404" pitchFamily="49" charset="0"/>
              </a:rPr>
              <a:t>&lt;</a:t>
            </a:r>
            <a:r>
              <a:rPr lang="en-US" altLang="zh-CN" sz="1600" b="1" dirty="0">
                <a:solidFill>
                  <a:srgbClr val="236EBF"/>
                </a:solidFill>
                <a:effectLst/>
                <a:latin typeface="Courier New" panose="02070309020205020404" pitchFamily="49" charset="0"/>
                <a:cs typeface="Courier New" panose="02070309020205020404" pitchFamily="49" charset="0"/>
              </a:rPr>
              <a:t>n;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solidFill>
                  <a:srgbClr val="2F86D2"/>
                </a:solidFill>
                <a:effectLst/>
                <a:latin typeface="Courier New" panose="02070309020205020404" pitchFamily="49" charset="0"/>
                <a:cs typeface="Courier New" panose="02070309020205020404" pitchFamily="49" charset="0"/>
              </a:rPr>
              <a:t>G</a:t>
            </a:r>
            <a:r>
              <a:rPr lang="en-US" altLang="zh-CN" sz="1600" b="1" dirty="0">
                <a:solidFill>
                  <a:srgbClr val="236EBF"/>
                </a:solidFill>
                <a:effectLst/>
                <a:latin typeface="Courier New" panose="02070309020205020404" pitchFamily="49" charset="0"/>
                <a:cs typeface="Courier New" panose="02070309020205020404" pitchFamily="49" charset="0"/>
              </a:rPr>
              <a:t>-&gt;</a:t>
            </a:r>
            <a:r>
              <a:rPr lang="en-US" altLang="zh-CN" sz="1600" b="1" dirty="0" err="1">
                <a:solidFill>
                  <a:srgbClr val="2F86D2"/>
                </a:solidFill>
                <a:effectLst/>
                <a:latin typeface="Courier New" panose="02070309020205020404" pitchFamily="49" charset="0"/>
                <a:cs typeface="Courier New" panose="02070309020205020404" pitchFamily="49" charset="0"/>
              </a:rPr>
              <a:t>vexs</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solidFill>
                  <a:srgbClr val="2F86D2"/>
                </a:solidFill>
                <a:effectLst/>
                <a:latin typeface="Courier New" panose="02070309020205020404" pitchFamily="49" charset="0"/>
                <a:cs typeface="Courier New" panose="02070309020205020404" pitchFamily="49" charset="0"/>
              </a:rPr>
              <a:t>V</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a:solidFill>
                  <a:srgbClr val="357B42"/>
                </a:solidFill>
                <a:effectLst/>
                <a:latin typeface="Courier New" panose="02070309020205020404" pitchFamily="49" charset="0"/>
                <a:cs typeface="Courier New" panose="02070309020205020404" pitchFamily="49" charset="0"/>
              </a:rPr>
              <a:t>   // </a:t>
            </a:r>
            <a:r>
              <a:rPr lang="zh-CN" altLang="en-US" sz="1600" b="1" dirty="0">
                <a:solidFill>
                  <a:srgbClr val="357B42"/>
                </a:solidFill>
                <a:effectLst/>
                <a:latin typeface="Courier New" panose="02070309020205020404" pitchFamily="49" charset="0"/>
                <a:cs typeface="Courier New" panose="02070309020205020404" pitchFamily="49" charset="0"/>
              </a:rPr>
              <a:t>构造</a:t>
            </a:r>
            <a:r>
              <a:rPr lang="en-US" altLang="zh-CN" sz="1600" b="1" dirty="0">
                <a:solidFill>
                  <a:srgbClr val="357B42"/>
                </a:solidFill>
                <a:effectLst/>
                <a:latin typeface="Courier New" panose="02070309020205020404" pitchFamily="49" charset="0"/>
                <a:cs typeface="Courier New" panose="02070309020205020404" pitchFamily="49" charset="0"/>
              </a:rPr>
              <a:t>G</a:t>
            </a:r>
            <a:r>
              <a:rPr lang="zh-CN" altLang="en-US" sz="1600" b="1" dirty="0">
                <a:solidFill>
                  <a:srgbClr val="357B42"/>
                </a:solidFill>
                <a:effectLst/>
                <a:latin typeface="Courier New" panose="02070309020205020404" pitchFamily="49" charset="0"/>
                <a:cs typeface="Courier New" panose="02070309020205020404" pitchFamily="49" charset="0"/>
              </a:rPr>
              <a:t>的顶点向量</a:t>
            </a:r>
            <a:endParaRPr lang="zh-CN" altLang="en-US" sz="1600" b="1" dirty="0">
              <a:solidFill>
                <a:srgbClr val="236EBF"/>
              </a:solidFill>
              <a:effectLst/>
              <a:latin typeface="Courier New" panose="02070309020205020404" pitchFamily="49" charset="0"/>
              <a:cs typeface="Courier New" panose="02070309020205020404" pitchFamily="49" charset="0"/>
            </a:endParaRPr>
          </a:p>
          <a:p>
            <a:r>
              <a:rPr lang="zh-CN" altLang="en-US" sz="1600" b="1" dirty="0">
                <a:solidFill>
                  <a:srgbClr val="236EBF"/>
                </a:solidFill>
                <a:latin typeface="Courier New" panose="02070309020205020404" pitchFamily="49" charset="0"/>
                <a:cs typeface="Courier New" panose="02070309020205020404" pitchFamily="49" charset="0"/>
              </a:rPr>
              <a:t>   </a:t>
            </a:r>
            <a:r>
              <a:rPr lang="en-US" altLang="zh-CN" sz="1600" b="1" dirty="0">
                <a:solidFill>
                  <a:srgbClr val="2F86D2"/>
                </a:solidFill>
                <a:latin typeface="Courier New" panose="02070309020205020404" pitchFamily="49" charset="0"/>
                <a:cs typeface="Courier New" panose="02070309020205020404" pitchFamily="49" charset="0"/>
              </a:rPr>
              <a:t>G</a:t>
            </a:r>
            <a:r>
              <a:rPr lang="en-US" altLang="zh-CN" sz="1600" b="1" dirty="0">
                <a:solidFill>
                  <a:srgbClr val="236EBF"/>
                </a:solidFill>
                <a:latin typeface="Courier New" panose="02070309020205020404" pitchFamily="49" charset="0"/>
                <a:cs typeface="Courier New" panose="02070309020205020404" pitchFamily="49" charset="0"/>
              </a:rPr>
              <a:t>-&gt;</a:t>
            </a:r>
            <a:r>
              <a:rPr lang="en-US" altLang="zh-CN" sz="1600" b="1" dirty="0">
                <a:solidFill>
                  <a:srgbClr val="2F86D2"/>
                </a:solidFill>
                <a:latin typeface="Courier New" panose="02070309020205020404" pitchFamily="49" charset="0"/>
                <a:cs typeface="Courier New" panose="02070309020205020404" pitchFamily="49" charset="0"/>
              </a:rPr>
              <a:t>arcs = </a:t>
            </a:r>
            <a:r>
              <a:rPr lang="en-US" altLang="zh-CN" sz="1600" b="1" dirty="0" err="1">
                <a:solidFill>
                  <a:srgbClr val="B1108E"/>
                </a:solidFill>
                <a:latin typeface="Courier New" panose="02070309020205020404" pitchFamily="49" charset="0"/>
                <a:cs typeface="Courier New" panose="02070309020205020404" pitchFamily="49" charset="0"/>
              </a:rPr>
              <a:t>callocAdjMatrix</a:t>
            </a:r>
            <a:r>
              <a:rPr lang="en-US" altLang="zh-CN" sz="1600" b="1" dirty="0">
                <a:solidFill>
                  <a:srgbClr val="236EBF"/>
                </a:solidFill>
                <a:latin typeface="Courier New" panose="02070309020205020404" pitchFamily="49" charset="0"/>
                <a:cs typeface="Courier New" panose="02070309020205020404" pitchFamily="49" charset="0"/>
              </a:rPr>
              <a:t>(n);</a:t>
            </a:r>
            <a:r>
              <a:rPr lang="en-US" altLang="zh-CN" sz="1600" b="1" dirty="0">
                <a:solidFill>
                  <a:srgbClr val="357B42"/>
                </a:solidFill>
                <a:latin typeface="Courier New" panose="02070309020205020404" pitchFamily="49" charset="0"/>
                <a:cs typeface="Courier New" panose="02070309020205020404" pitchFamily="49" charset="0"/>
              </a:rPr>
              <a:t>             // </a:t>
            </a:r>
            <a:r>
              <a:rPr lang="zh-CN" altLang="en-US" sz="1600" b="1" dirty="0">
                <a:solidFill>
                  <a:srgbClr val="357B42"/>
                </a:solidFill>
                <a:latin typeface="Courier New" panose="02070309020205020404" pitchFamily="49" charset="0"/>
                <a:cs typeface="Courier New" panose="02070309020205020404" pitchFamily="49" charset="0"/>
              </a:rPr>
              <a:t>邻接矩阵动态分配空间 </a:t>
            </a:r>
            <a:endParaRPr lang="zh-CN" altLang="en-US" sz="1600" b="1" dirty="0">
              <a:solidFill>
                <a:srgbClr val="236EBF"/>
              </a:solidFill>
              <a:latin typeface="Courier New" panose="02070309020205020404" pitchFamily="49" charset="0"/>
              <a:cs typeface="Courier New" panose="02070309020205020404" pitchFamily="49" charset="0"/>
            </a:endParaRPr>
          </a:p>
          <a:p>
            <a:r>
              <a:rPr lang="zh-CN" altLang="en-US"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a:solidFill>
                  <a:srgbClr val="2F86D2"/>
                </a:solidFill>
                <a:effectLst/>
                <a:latin typeface="Courier New" panose="02070309020205020404" pitchFamily="49" charset="0"/>
                <a:cs typeface="Courier New" panose="02070309020205020404" pitchFamily="49" charset="0"/>
              </a:rPr>
              <a:t>G</a:t>
            </a:r>
            <a:r>
              <a:rPr lang="en-US" altLang="zh-CN" sz="1600" b="1" dirty="0">
                <a:solidFill>
                  <a:srgbClr val="236EBF"/>
                </a:solidFill>
                <a:effectLst/>
                <a:latin typeface="Courier New" panose="02070309020205020404" pitchFamily="49" charset="0"/>
                <a:cs typeface="Courier New" panose="02070309020205020404" pitchFamily="49" charset="0"/>
              </a:rPr>
              <a:t>-&gt;</a:t>
            </a:r>
            <a:r>
              <a:rPr lang="en-US" altLang="zh-CN" sz="1600" b="1" dirty="0">
                <a:solidFill>
                  <a:srgbClr val="2F86D2"/>
                </a:solidFill>
                <a:effectLst/>
                <a:latin typeface="Courier New" panose="02070309020205020404" pitchFamily="49" charset="0"/>
                <a:cs typeface="Courier New" panose="02070309020205020404" pitchFamily="49" charset="0"/>
              </a:rPr>
              <a:t>visited</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calloc</a:t>
            </a:r>
            <a:r>
              <a:rPr lang="en-US" altLang="zh-CN" sz="1600" b="1" dirty="0">
                <a:solidFill>
                  <a:srgbClr val="236EBF"/>
                </a:solidFill>
                <a:latin typeface="Courier New" panose="02070309020205020404" pitchFamily="49" charset="0"/>
                <a:cs typeface="Courier New" panose="02070309020205020404" pitchFamily="49" charset="0"/>
              </a:rPr>
              <a:t>(n, </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eixt</a:t>
            </a:r>
            <a:r>
              <a:rPr lang="en-US" altLang="zh-CN" sz="1600" b="1" dirty="0">
                <a:solidFill>
                  <a:srgbClr val="236EBF"/>
                </a:solidFill>
                <a:effectLst/>
                <a:latin typeface="Courier New" panose="02070309020205020404" pitchFamily="49" charset="0"/>
                <a:cs typeface="Courier New" panose="02070309020205020404" pitchFamily="49" charset="0"/>
              </a:rPr>
              <a:t>(OVERFLOW);</a:t>
            </a:r>
            <a:r>
              <a:rPr lang="en-US" altLang="zh-CN" sz="1600" b="1" dirty="0">
                <a:solidFill>
                  <a:srgbClr val="357B42"/>
                </a:solidFill>
                <a:effectLst/>
                <a:latin typeface="Courier New" panose="02070309020205020404" pitchFamily="49" charset="0"/>
                <a:cs typeface="Courier New" panose="02070309020205020404" pitchFamily="49" charset="0"/>
              </a:rPr>
              <a:t> // </a:t>
            </a:r>
            <a:r>
              <a:rPr lang="zh-CN" altLang="en-US" sz="1600" b="1" dirty="0">
                <a:solidFill>
                  <a:srgbClr val="357B42"/>
                </a:solidFill>
                <a:effectLst/>
                <a:latin typeface="Courier New" panose="02070309020205020404" pitchFamily="49" charset="0"/>
                <a:cs typeface="Courier New" panose="02070309020205020404" pitchFamily="49" charset="0"/>
              </a:rPr>
              <a:t>为</a:t>
            </a:r>
            <a:r>
              <a:rPr lang="zh-CN" altLang="en-US" sz="1600" b="1" dirty="0">
                <a:solidFill>
                  <a:srgbClr val="357B42"/>
                </a:solidFill>
                <a:latin typeface="Courier New" panose="02070309020205020404" pitchFamily="49" charset="0"/>
                <a:cs typeface="Courier New" panose="02070309020205020404" pitchFamily="49" charset="0"/>
              </a:rPr>
              <a:t>访问</a:t>
            </a:r>
            <a:r>
              <a:rPr lang="zh-CN" altLang="en-US" sz="1600" b="1" dirty="0">
                <a:solidFill>
                  <a:srgbClr val="357B42"/>
                </a:solidFill>
                <a:effectLst/>
                <a:latin typeface="Courier New" panose="02070309020205020404" pitchFamily="49" charset="0"/>
                <a:cs typeface="Courier New" panose="02070309020205020404" pitchFamily="49" charset="0"/>
              </a:rPr>
              <a:t>标志数组分配空间</a:t>
            </a:r>
            <a:endParaRPr lang="zh-CN" altLang="en-US" sz="1600" b="1" dirty="0">
              <a:solidFill>
                <a:srgbClr val="236EBF"/>
              </a:solidFill>
              <a:effectLst/>
              <a:latin typeface="Courier New" panose="02070309020205020404" pitchFamily="49" charset="0"/>
              <a:cs typeface="Courier New" panose="02070309020205020404" pitchFamily="49" charset="0"/>
            </a:endParaRPr>
          </a:p>
          <a:p>
            <a:r>
              <a:rPr lang="zh-CN" altLang="en-US" sz="1600" b="1" dirty="0">
                <a:solidFill>
                  <a:srgbClr val="236EBF"/>
                </a:solidFill>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solidFill>
                  <a:srgbClr val="236EBF"/>
                </a:solidFill>
                <a:latin typeface="Courier New" panose="02070309020205020404" pitchFamily="49" charset="0"/>
                <a:cs typeface="Courier New" panose="02070309020205020404" pitchFamily="49" charset="0"/>
              </a:rPr>
              <a:t>(!(</a:t>
            </a:r>
            <a:r>
              <a:rPr lang="en-US" altLang="zh-CN" sz="1600" b="1" dirty="0">
                <a:solidFill>
                  <a:srgbClr val="2F86D2"/>
                </a:solidFill>
                <a:latin typeface="Courier New" panose="02070309020205020404" pitchFamily="49" charset="0"/>
                <a:cs typeface="Courier New" panose="02070309020205020404" pitchFamily="49" charset="0"/>
              </a:rPr>
              <a:t>G</a:t>
            </a:r>
            <a:r>
              <a:rPr lang="en-US" altLang="zh-CN" sz="1600" b="1" dirty="0">
                <a:solidFill>
                  <a:srgbClr val="236EBF"/>
                </a:solidFill>
                <a:latin typeface="Courier New" panose="02070309020205020404" pitchFamily="49" charset="0"/>
                <a:cs typeface="Courier New" panose="02070309020205020404" pitchFamily="49" charset="0"/>
              </a:rPr>
              <a:t>-&gt;</a:t>
            </a:r>
            <a:r>
              <a:rPr lang="en-US" altLang="zh-CN" sz="1600" b="1" dirty="0">
                <a:solidFill>
                  <a:srgbClr val="2F86D2"/>
                </a:solidFill>
                <a:latin typeface="Courier New" panose="02070309020205020404" pitchFamily="49" charset="0"/>
                <a:cs typeface="Courier New" panose="02070309020205020404" pitchFamily="49" charset="0"/>
              </a:rPr>
              <a:t>curs</a:t>
            </a:r>
            <a:r>
              <a:rPr lang="en-US" altLang="zh-CN" sz="1600" b="1" dirty="0">
                <a:solidFill>
                  <a:srgbClr val="236EBF"/>
                </a:solidFill>
                <a:latin typeface="Courier New" panose="02070309020205020404" pitchFamily="49" charset="0"/>
                <a:cs typeface="Courier New" panose="02070309020205020404" pitchFamily="49" charset="0"/>
              </a:rPr>
              <a:t> </a:t>
            </a:r>
            <a:r>
              <a:rPr lang="en-US" altLang="zh-CN" sz="1600" b="1" dirty="0">
                <a:solidFill>
                  <a:srgbClr val="7B30D0"/>
                </a:solidFill>
                <a:latin typeface="Courier New" panose="02070309020205020404" pitchFamily="49" charset="0"/>
                <a:cs typeface="Courier New" panose="02070309020205020404" pitchFamily="49" charset="0"/>
              </a:rPr>
              <a:t>=</a:t>
            </a:r>
            <a:r>
              <a:rPr lang="en-US" altLang="zh-CN" sz="1600" b="1" dirty="0">
                <a:solidFill>
                  <a:srgbClr val="236EBF"/>
                </a:solidFill>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solidFill>
                  <a:srgbClr val="7B30D0"/>
                </a:solidFill>
                <a:latin typeface="Courier New" panose="02070309020205020404" pitchFamily="49" charset="0"/>
                <a:cs typeface="Courier New" panose="02070309020205020404" pitchFamily="49" charset="0"/>
              </a:rPr>
              <a:t>*</a:t>
            </a:r>
            <a:r>
              <a:rPr lang="en-US" altLang="zh-CN" sz="1600" b="1" dirty="0">
                <a:solidFill>
                  <a:srgbClr val="236EBF"/>
                </a:solidFill>
                <a:latin typeface="Courier New" panose="02070309020205020404" pitchFamily="49" charset="0"/>
                <a:cs typeface="Courier New" panose="02070309020205020404" pitchFamily="49" charset="0"/>
              </a:rPr>
              <a:t>)</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calloc</a:t>
            </a:r>
            <a:r>
              <a:rPr lang="en-US" altLang="zh-CN" sz="1600" b="1" dirty="0">
                <a:solidFill>
                  <a:srgbClr val="236EBF"/>
                </a:solidFill>
                <a:latin typeface="Courier New" panose="02070309020205020404" pitchFamily="49" charset="0"/>
                <a:cs typeface="Courier New" panose="02070309020205020404" pitchFamily="49" charset="0"/>
              </a:rPr>
              <a:t>(n, </a:t>
            </a:r>
            <a:r>
              <a:rPr lang="en-US" altLang="zh-CN" sz="16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600" b="1" dirty="0">
                <a:solidFill>
                  <a:srgbClr val="236EBF"/>
                </a:solidFill>
                <a:latin typeface="Courier New" panose="02070309020205020404" pitchFamily="49" charset="0"/>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solidFill>
                  <a:srgbClr val="236EBF"/>
                </a:solidFill>
                <a:latin typeface="Courier New" panose="02070309020205020404" pitchFamily="49" charset="0"/>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600" b="1" dirty="0">
                <a:solidFill>
                  <a:srgbClr val="236EBF"/>
                </a:solidFill>
                <a:latin typeface="Courier New" panose="02070309020205020404" pitchFamily="49" charset="0"/>
                <a:cs typeface="Courier New" panose="02070309020205020404" pitchFamily="49" charset="0"/>
              </a:rPr>
              <a:t>(OVERFLOW);</a:t>
            </a:r>
            <a:r>
              <a:rPr lang="en-US" altLang="zh-CN" sz="1600" b="1" dirty="0">
                <a:solidFill>
                  <a:srgbClr val="357B42"/>
                </a:solidFill>
                <a:latin typeface="Courier New" panose="02070309020205020404" pitchFamily="49" charset="0"/>
                <a:cs typeface="Courier New" panose="02070309020205020404" pitchFamily="49" charset="0"/>
              </a:rPr>
              <a:t>  // </a:t>
            </a:r>
            <a:r>
              <a:rPr lang="zh-CN" altLang="en-US" sz="1600" b="1" dirty="0">
                <a:solidFill>
                  <a:srgbClr val="357B42"/>
                </a:solidFill>
                <a:latin typeface="Courier New" panose="02070309020205020404" pitchFamily="49" charset="0"/>
                <a:cs typeface="Courier New" panose="02070309020205020404" pitchFamily="49" charset="0"/>
              </a:rPr>
              <a:t>为迭代数组分配空间</a:t>
            </a:r>
            <a:endParaRPr lang="zh-CN" altLang="en-US" sz="1600" b="1" dirty="0">
              <a:solidFill>
                <a:srgbClr val="236EBF"/>
              </a:solidFill>
              <a:latin typeface="Courier New" panose="02070309020205020404" pitchFamily="49" charset="0"/>
              <a:cs typeface="Courier New" panose="02070309020205020404" pitchFamily="49" charset="0"/>
            </a:endParaRPr>
          </a:p>
          <a:p>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174781"/>
                </a:solidFill>
                <a:effectLst/>
                <a:latin typeface="Courier New" panose="02070309020205020404" pitchFamily="49" charset="0"/>
                <a:cs typeface="Courier New" panose="02070309020205020404" pitchFamily="49" charset="0"/>
              </a:rPr>
              <a:t>0</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7B30D0"/>
                </a:solidFill>
                <a:effectLst/>
                <a:latin typeface="Courier New" panose="02070309020205020404" pitchFamily="49" charset="0"/>
                <a:cs typeface="Courier New" panose="02070309020205020404" pitchFamily="49" charset="0"/>
              </a:rPr>
              <a:t>&lt;</a:t>
            </a:r>
            <a:r>
              <a:rPr lang="en-US" altLang="zh-CN" sz="1600" b="1" dirty="0">
                <a:solidFill>
                  <a:srgbClr val="236EBF"/>
                </a:solidFill>
                <a:effectLst/>
                <a:latin typeface="Courier New" panose="02070309020205020404" pitchFamily="49" charset="0"/>
                <a:cs typeface="Courier New" panose="02070309020205020404" pitchFamily="49" charset="0"/>
              </a:rPr>
              <a:t>n;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236EBF"/>
                </a:solidFill>
                <a:effectLst/>
                <a:latin typeface="Courier New" panose="02070309020205020404" pitchFamily="49" charset="0"/>
                <a:cs typeface="Courier New" panose="02070309020205020404" pitchFamily="49" charset="0"/>
              </a:rPr>
              <a:t>) </a:t>
            </a:r>
          </a:p>
          <a:p>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solidFill>
                  <a:srgbClr val="236EBF"/>
                </a:solidFill>
                <a:effectLst/>
                <a:latin typeface="Courier New" panose="02070309020205020404" pitchFamily="49" charset="0"/>
                <a:cs typeface="Courier New" panose="02070309020205020404" pitchFamily="49" charset="0"/>
              </a:rPr>
              <a:t> (j</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174781"/>
                </a:solidFill>
                <a:effectLst/>
                <a:latin typeface="Courier New" panose="02070309020205020404" pitchFamily="49" charset="0"/>
                <a:cs typeface="Courier New" panose="02070309020205020404" pitchFamily="49" charset="0"/>
              </a:rPr>
              <a:t>0</a:t>
            </a:r>
            <a:r>
              <a:rPr lang="en-US" altLang="zh-CN" sz="1600" b="1" dirty="0">
                <a:solidFill>
                  <a:srgbClr val="236EBF"/>
                </a:solidFill>
                <a:effectLst/>
                <a:latin typeface="Courier New" panose="02070309020205020404" pitchFamily="49" charset="0"/>
                <a:cs typeface="Courier New" panose="02070309020205020404" pitchFamily="49" charset="0"/>
              </a:rPr>
              <a:t>; j</a:t>
            </a:r>
            <a:r>
              <a:rPr lang="en-US" altLang="zh-CN" sz="1600" b="1" dirty="0">
                <a:solidFill>
                  <a:srgbClr val="7B30D0"/>
                </a:solidFill>
                <a:effectLst/>
                <a:latin typeface="Courier New" panose="02070309020205020404" pitchFamily="49" charset="0"/>
                <a:cs typeface="Courier New" panose="02070309020205020404" pitchFamily="49" charset="0"/>
              </a:rPr>
              <a:t>&lt;</a:t>
            </a:r>
            <a:r>
              <a:rPr lang="en-US" altLang="zh-CN" sz="1600" b="1" dirty="0">
                <a:solidFill>
                  <a:srgbClr val="236EBF"/>
                </a:solidFill>
                <a:effectLst/>
                <a:latin typeface="Courier New" panose="02070309020205020404" pitchFamily="49" charset="0"/>
                <a:cs typeface="Courier New" panose="02070309020205020404" pitchFamily="49" charset="0"/>
              </a:rPr>
              <a:t>n;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j) </a:t>
            </a:r>
            <a:r>
              <a:rPr lang="en-US" altLang="zh-CN" sz="1600" b="1" dirty="0">
                <a:solidFill>
                  <a:srgbClr val="2F86D2"/>
                </a:solidFill>
                <a:effectLst/>
                <a:latin typeface="Courier New" panose="02070309020205020404" pitchFamily="49" charset="0"/>
                <a:cs typeface="Courier New" panose="02070309020205020404" pitchFamily="49" charset="0"/>
              </a:rPr>
              <a:t>G</a:t>
            </a:r>
            <a:r>
              <a:rPr lang="en-US" altLang="zh-CN" sz="1600" b="1" dirty="0">
                <a:solidFill>
                  <a:srgbClr val="236EBF"/>
                </a:solidFill>
                <a:latin typeface="Courier New" panose="02070309020205020404" pitchFamily="49" charset="0"/>
                <a:cs typeface="Courier New" panose="02070309020205020404" pitchFamily="49" charset="0"/>
              </a:rPr>
              <a:t>-&gt;</a:t>
            </a:r>
            <a:r>
              <a:rPr lang="en-US" altLang="zh-CN" sz="1600" b="1" dirty="0">
                <a:solidFill>
                  <a:srgbClr val="2F86D2"/>
                </a:solidFill>
                <a:effectLst/>
                <a:latin typeface="Courier New" panose="02070309020205020404" pitchFamily="49" charset="0"/>
                <a:cs typeface="Courier New" panose="02070309020205020404" pitchFamily="49" charset="0"/>
              </a:rPr>
              <a:t>arcs</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236EBF"/>
                </a:solidFill>
                <a:effectLst/>
                <a:latin typeface="Courier New" panose="02070309020205020404" pitchFamily="49" charset="0"/>
                <a:cs typeface="Courier New" panose="02070309020205020404" pitchFamily="49" charset="0"/>
              </a:rPr>
              <a:t>][j].adj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 INFINITY;</a:t>
            </a:r>
            <a:r>
              <a:rPr lang="en-US" altLang="zh-CN" sz="1600" b="1" dirty="0">
                <a:solidFill>
                  <a:srgbClr val="357B42"/>
                </a:solidFill>
                <a:effectLst/>
                <a:latin typeface="Courier New" panose="02070309020205020404" pitchFamily="49" charset="0"/>
                <a:cs typeface="Courier New" panose="02070309020205020404" pitchFamily="49" charset="0"/>
              </a:rPr>
              <a:t>  // </a:t>
            </a:r>
            <a:r>
              <a:rPr lang="zh-CN" altLang="en-US" sz="1600" b="1" dirty="0">
                <a:solidFill>
                  <a:srgbClr val="357B42"/>
                </a:solidFill>
                <a:effectLst/>
                <a:latin typeface="Courier New" panose="02070309020205020404" pitchFamily="49" charset="0"/>
                <a:cs typeface="Courier New" panose="02070309020205020404" pitchFamily="49" charset="0"/>
              </a:rPr>
              <a:t>初始化邻接矩阵 ∞</a:t>
            </a:r>
            <a:endParaRPr lang="zh-CN" altLang="en-US" sz="1600" b="1" dirty="0">
              <a:solidFill>
                <a:srgbClr val="236EBF"/>
              </a:solidFill>
              <a:effectLst/>
              <a:latin typeface="Courier New" panose="02070309020205020404" pitchFamily="49" charset="0"/>
              <a:cs typeface="Courier New" panose="02070309020205020404" pitchFamily="49" charset="0"/>
            </a:endParaRPr>
          </a:p>
          <a:p>
            <a:r>
              <a:rPr lang="zh-CN" altLang="en-US"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solidFill>
                  <a:srgbClr val="236EBF"/>
                </a:solidFill>
                <a:effectLst/>
                <a:latin typeface="Courier New" panose="02070309020205020404" pitchFamily="49" charset="0"/>
                <a:cs typeface="Courier New" panose="02070309020205020404" pitchFamily="49" charset="0"/>
              </a:rPr>
              <a:t> (k</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174781"/>
                </a:solidFill>
                <a:effectLst/>
                <a:latin typeface="Courier New" panose="02070309020205020404" pitchFamily="49" charset="0"/>
                <a:cs typeface="Courier New" panose="02070309020205020404" pitchFamily="49" charset="0"/>
              </a:rPr>
              <a:t>0</a:t>
            </a:r>
            <a:r>
              <a:rPr lang="en-US" altLang="zh-CN" sz="1600" b="1" dirty="0">
                <a:solidFill>
                  <a:srgbClr val="236EBF"/>
                </a:solidFill>
                <a:effectLst/>
                <a:latin typeface="Courier New" panose="02070309020205020404" pitchFamily="49" charset="0"/>
                <a:cs typeface="Courier New" panose="02070309020205020404" pitchFamily="49" charset="0"/>
              </a:rPr>
              <a:t>; k</a:t>
            </a:r>
            <a:r>
              <a:rPr lang="en-US" altLang="zh-CN" sz="1600" b="1" dirty="0">
                <a:solidFill>
                  <a:srgbClr val="7B30D0"/>
                </a:solidFill>
                <a:effectLst/>
                <a:latin typeface="Courier New" panose="02070309020205020404" pitchFamily="49" charset="0"/>
                <a:cs typeface="Courier New" panose="02070309020205020404" pitchFamily="49" charset="0"/>
              </a:rPr>
              <a:t>&lt;</a:t>
            </a:r>
            <a:r>
              <a:rPr lang="en-US" altLang="zh-CN" sz="1600" b="1" dirty="0">
                <a:solidFill>
                  <a:srgbClr val="236EBF"/>
                </a:solidFill>
                <a:effectLst/>
                <a:latin typeface="Courier New" panose="02070309020205020404" pitchFamily="49" charset="0"/>
                <a:cs typeface="Courier New" panose="02070309020205020404" pitchFamily="49" charset="0"/>
              </a:rPr>
              <a:t>e;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k)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solidFill>
                  <a:srgbClr val="357B42"/>
                </a:solidFill>
                <a:effectLst/>
                <a:latin typeface="Courier New" panose="02070309020205020404" pitchFamily="49" charset="0"/>
                <a:cs typeface="Courier New" panose="02070309020205020404" pitchFamily="49" charset="0"/>
              </a:rPr>
              <a:t>  // </a:t>
            </a:r>
            <a:r>
              <a:rPr lang="zh-CN" altLang="en-US" sz="1600" b="1" dirty="0">
                <a:solidFill>
                  <a:srgbClr val="357B42"/>
                </a:solidFill>
                <a:effectLst/>
                <a:latin typeface="Courier New" panose="02070309020205020404" pitchFamily="49" charset="0"/>
                <a:cs typeface="Courier New" panose="02070309020205020404" pitchFamily="49" charset="0"/>
              </a:rPr>
              <a:t>构造邻接矩阵</a:t>
            </a:r>
            <a:endParaRPr lang="zh-CN" altLang="en-US" sz="1600" b="1" dirty="0">
              <a:solidFill>
                <a:srgbClr val="236EBF"/>
              </a:solidFill>
              <a:effectLst/>
              <a:latin typeface="Courier New" panose="02070309020205020404" pitchFamily="49" charset="0"/>
              <a:cs typeface="Courier New" panose="02070309020205020404" pitchFamily="49" charset="0"/>
            </a:endParaRPr>
          </a:p>
          <a:p>
            <a:r>
              <a:rPr lang="zh-CN" altLang="en-US"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err="1">
                <a:solidFill>
                  <a:srgbClr val="B1108E"/>
                </a:solidFill>
                <a:effectLst/>
                <a:latin typeface="Courier New" panose="02070309020205020404" pitchFamily="49" charset="0"/>
                <a:cs typeface="Courier New" panose="02070309020205020404" pitchFamily="49" charset="0"/>
              </a:rPr>
              <a:t>LocateVex</a:t>
            </a:r>
            <a:r>
              <a:rPr lang="en-US" altLang="zh-CN" sz="1600" b="1" dirty="0">
                <a:solidFill>
                  <a:srgbClr val="236EBF"/>
                </a:solidFill>
                <a:effectLst/>
                <a:latin typeface="Courier New" panose="02070309020205020404" pitchFamily="49" charset="0"/>
                <a:cs typeface="Courier New" panose="02070309020205020404" pitchFamily="49" charset="0"/>
              </a:rPr>
              <a:t>(G, </a:t>
            </a:r>
            <a:r>
              <a:rPr lang="en-US" altLang="zh-CN" sz="1600" b="1" dirty="0">
                <a:solidFill>
                  <a:srgbClr val="2F86D2"/>
                </a:solidFill>
                <a:effectLst/>
                <a:latin typeface="Courier New" panose="02070309020205020404" pitchFamily="49" charset="0"/>
                <a:cs typeface="Courier New" panose="02070309020205020404" pitchFamily="49" charset="0"/>
              </a:rPr>
              <a:t>A</a:t>
            </a:r>
            <a:r>
              <a:rPr lang="en-US" altLang="zh-CN" sz="1600" b="1" dirty="0">
                <a:solidFill>
                  <a:srgbClr val="236EBF"/>
                </a:solidFill>
                <a:effectLst/>
                <a:latin typeface="Courier New" panose="02070309020205020404" pitchFamily="49" charset="0"/>
                <a:cs typeface="Courier New" panose="02070309020205020404" pitchFamily="49" charset="0"/>
              </a:rPr>
              <a:t>[k].</a:t>
            </a:r>
            <a:r>
              <a:rPr lang="en-US" altLang="zh-CN" sz="1600" b="1" dirty="0" err="1">
                <a:solidFill>
                  <a:srgbClr val="2F86D2"/>
                </a:solidFill>
                <a:effectLst/>
                <a:latin typeface="Courier New" panose="02070309020205020404" pitchFamily="49" charset="0"/>
                <a:cs typeface="Courier New" panose="02070309020205020404" pitchFamily="49" charset="0"/>
              </a:rPr>
              <a:t>v1</a:t>
            </a:r>
            <a:r>
              <a:rPr lang="en-US" altLang="zh-CN" sz="1600" b="1" dirty="0">
                <a:solidFill>
                  <a:srgbClr val="236EBF"/>
                </a:solidFill>
                <a:effectLst/>
                <a:latin typeface="Courier New" panose="02070309020205020404" pitchFamily="49" charset="0"/>
                <a:cs typeface="Courier New" panose="02070309020205020404" pitchFamily="49" charset="0"/>
              </a:rPr>
              <a:t>);  j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err="1">
                <a:solidFill>
                  <a:srgbClr val="B1108E"/>
                </a:solidFill>
                <a:effectLst/>
                <a:latin typeface="Courier New" panose="02070309020205020404" pitchFamily="49" charset="0"/>
                <a:cs typeface="Courier New" panose="02070309020205020404" pitchFamily="49" charset="0"/>
              </a:rPr>
              <a:t>LocateVex</a:t>
            </a:r>
            <a:r>
              <a:rPr lang="en-US" altLang="zh-CN" sz="1600" b="1" dirty="0">
                <a:solidFill>
                  <a:srgbClr val="236EBF"/>
                </a:solidFill>
                <a:effectLst/>
                <a:latin typeface="Courier New" panose="02070309020205020404" pitchFamily="49" charset="0"/>
                <a:cs typeface="Courier New" panose="02070309020205020404" pitchFamily="49" charset="0"/>
              </a:rPr>
              <a:t>(G, </a:t>
            </a:r>
            <a:r>
              <a:rPr lang="en-US" altLang="zh-CN" sz="1600" b="1" dirty="0">
                <a:solidFill>
                  <a:srgbClr val="2F86D2"/>
                </a:solidFill>
                <a:effectLst/>
                <a:latin typeface="Courier New" panose="02070309020205020404" pitchFamily="49" charset="0"/>
                <a:cs typeface="Courier New" panose="02070309020205020404" pitchFamily="49" charset="0"/>
              </a:rPr>
              <a:t>A</a:t>
            </a:r>
            <a:r>
              <a:rPr lang="en-US" altLang="zh-CN" sz="1600" b="1" dirty="0">
                <a:solidFill>
                  <a:srgbClr val="236EBF"/>
                </a:solidFill>
                <a:effectLst/>
                <a:latin typeface="Courier New" panose="02070309020205020404" pitchFamily="49" charset="0"/>
                <a:cs typeface="Courier New" panose="02070309020205020404" pitchFamily="49" charset="0"/>
              </a:rPr>
              <a:t>[k].</a:t>
            </a:r>
            <a:r>
              <a:rPr lang="en-US" altLang="zh-CN" sz="1600" b="1" dirty="0" err="1">
                <a:solidFill>
                  <a:srgbClr val="2F86D2"/>
                </a:solidFill>
                <a:effectLst/>
                <a:latin typeface="Courier New" panose="02070309020205020404" pitchFamily="49" charset="0"/>
                <a:cs typeface="Courier New" panose="02070309020205020404" pitchFamily="49" charset="0"/>
              </a:rPr>
              <a:t>v2</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a:solidFill>
                  <a:srgbClr val="357B42"/>
                </a:solidFill>
                <a:effectLst/>
                <a:latin typeface="Courier New" panose="02070309020205020404" pitchFamily="49" charset="0"/>
                <a:cs typeface="Courier New" panose="02070309020205020404" pitchFamily="49" charset="0"/>
              </a:rPr>
              <a:t>  // </a:t>
            </a:r>
            <a:r>
              <a:rPr lang="zh-CN" altLang="en-US" sz="1600" b="1" dirty="0">
                <a:solidFill>
                  <a:srgbClr val="357B42"/>
                </a:solidFill>
                <a:effectLst/>
                <a:latin typeface="Courier New" panose="02070309020205020404" pitchFamily="49" charset="0"/>
                <a:cs typeface="Courier New" panose="02070309020205020404" pitchFamily="49" charset="0"/>
              </a:rPr>
              <a:t>确定两个顶点的序号</a:t>
            </a:r>
            <a:endParaRPr lang="zh-CN" altLang="en-US" sz="1600" b="1" dirty="0">
              <a:solidFill>
                <a:srgbClr val="236EBF"/>
              </a:solidFill>
              <a:effectLst/>
              <a:latin typeface="Courier New" panose="02070309020205020404" pitchFamily="49" charset="0"/>
              <a:cs typeface="Courier New" panose="02070309020205020404" pitchFamily="49" charset="0"/>
            </a:endParaRPr>
          </a:p>
          <a:p>
            <a:r>
              <a:rPr lang="zh-CN" altLang="en-US"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solidFill>
                  <a:srgbClr val="2F86D2"/>
                </a:solidFill>
                <a:effectLst/>
                <a:latin typeface="Courier New" panose="02070309020205020404" pitchFamily="49" charset="0"/>
                <a:cs typeface="Courier New" panose="02070309020205020404" pitchFamily="49" charset="0"/>
              </a:rPr>
              <a:t>G</a:t>
            </a:r>
            <a:r>
              <a:rPr lang="en-US" altLang="zh-CN" sz="1600" b="1" dirty="0">
                <a:solidFill>
                  <a:srgbClr val="236EBF"/>
                </a:solidFill>
                <a:latin typeface="Courier New" panose="02070309020205020404" pitchFamily="49" charset="0"/>
                <a:cs typeface="Courier New" panose="02070309020205020404" pitchFamily="49" charset="0"/>
              </a:rPr>
              <a:t>-&gt;</a:t>
            </a:r>
            <a:r>
              <a:rPr lang="en-US" altLang="zh-CN" sz="1600" b="1" dirty="0">
                <a:solidFill>
                  <a:srgbClr val="2F86D2"/>
                </a:solidFill>
                <a:effectLst/>
                <a:latin typeface="Courier New" panose="02070309020205020404" pitchFamily="49" charset="0"/>
                <a:cs typeface="Courier New" panose="02070309020205020404" pitchFamily="49" charset="0"/>
              </a:rPr>
              <a:t>arcs</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236EBF"/>
                </a:solidFill>
                <a:effectLst/>
                <a:latin typeface="Courier New" panose="02070309020205020404" pitchFamily="49" charset="0"/>
                <a:cs typeface="Courier New" panose="02070309020205020404" pitchFamily="49" charset="0"/>
              </a:rPr>
              <a:t>][j].adj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solidFill>
                  <a:srgbClr val="2F86D2"/>
                </a:solidFill>
                <a:effectLst/>
                <a:latin typeface="Courier New" panose="02070309020205020404" pitchFamily="49" charset="0"/>
                <a:cs typeface="Courier New" panose="02070309020205020404" pitchFamily="49" charset="0"/>
              </a:rPr>
              <a:t>G</a:t>
            </a:r>
            <a:r>
              <a:rPr lang="en-US" altLang="zh-CN" sz="1600" b="1" dirty="0">
                <a:solidFill>
                  <a:srgbClr val="236EBF"/>
                </a:solidFill>
                <a:latin typeface="Courier New" panose="02070309020205020404" pitchFamily="49" charset="0"/>
                <a:cs typeface="Courier New" panose="02070309020205020404" pitchFamily="49" charset="0"/>
              </a:rPr>
              <a:t>-&gt;</a:t>
            </a:r>
            <a:r>
              <a:rPr lang="en-US" altLang="zh-CN" sz="1600" b="1" dirty="0">
                <a:solidFill>
                  <a:srgbClr val="2F86D2"/>
                </a:solidFill>
                <a:effectLst/>
                <a:latin typeface="Courier New" panose="02070309020205020404" pitchFamily="49" charset="0"/>
                <a:cs typeface="Courier New" panose="02070309020205020404" pitchFamily="49" charset="0"/>
              </a:rPr>
              <a:t>arcs</a:t>
            </a:r>
            <a:r>
              <a:rPr lang="en-US" altLang="zh-CN" sz="1600" b="1" dirty="0">
                <a:solidFill>
                  <a:srgbClr val="236EBF"/>
                </a:solidFill>
                <a:effectLst/>
                <a:latin typeface="Courier New" panose="02070309020205020404" pitchFamily="49" charset="0"/>
                <a:cs typeface="Courier New" panose="02070309020205020404" pitchFamily="49" charset="0"/>
              </a:rPr>
              <a:t>[j][</a:t>
            </a:r>
            <a:r>
              <a:rPr lang="en-US" altLang="zh-CN" sz="1600" b="1" dirty="0" err="1">
                <a:solidFill>
                  <a:srgbClr val="236EBF"/>
                </a:solidFill>
                <a:effectLst/>
                <a:latin typeface="Courier New" panose="02070309020205020404" pitchFamily="49" charset="0"/>
                <a:cs typeface="Courier New" panose="02070309020205020404" pitchFamily="49" charset="0"/>
              </a:rPr>
              <a:t>i</a:t>
            </a:r>
            <a:r>
              <a:rPr lang="en-US" altLang="zh-CN" sz="1600" b="1" dirty="0">
                <a:solidFill>
                  <a:srgbClr val="236EBF"/>
                </a:solidFill>
                <a:effectLst/>
                <a:latin typeface="Courier New" panose="02070309020205020404" pitchFamily="49" charset="0"/>
                <a:cs typeface="Courier New" panose="02070309020205020404" pitchFamily="49" charset="0"/>
              </a:rPr>
              <a:t>].adj </a:t>
            </a:r>
            <a:r>
              <a:rPr lang="en-US" altLang="zh-CN" sz="1600" b="1" dirty="0">
                <a:solidFill>
                  <a:srgbClr val="7B30D0"/>
                </a:solidFill>
                <a:effectLst/>
                <a:latin typeface="Courier New" panose="02070309020205020404" pitchFamily="49" charset="0"/>
                <a:cs typeface="Courier New" panose="02070309020205020404" pitchFamily="49" charset="0"/>
              </a:rPr>
              <a:t>=</a:t>
            </a:r>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solidFill>
                  <a:srgbClr val="2F86D2"/>
                </a:solidFill>
                <a:effectLst/>
                <a:latin typeface="Courier New" panose="02070309020205020404" pitchFamily="49" charset="0"/>
                <a:cs typeface="Courier New" panose="02070309020205020404" pitchFamily="49" charset="0"/>
              </a:rPr>
              <a:t>A</a:t>
            </a:r>
            <a:r>
              <a:rPr lang="en-US" altLang="zh-CN" sz="1600" b="1" dirty="0">
                <a:solidFill>
                  <a:srgbClr val="236EBF"/>
                </a:solidFill>
                <a:effectLst/>
                <a:latin typeface="Courier New" panose="02070309020205020404" pitchFamily="49" charset="0"/>
                <a:cs typeface="Courier New" panose="02070309020205020404" pitchFamily="49" charset="0"/>
              </a:rPr>
              <a:t>[k].</a:t>
            </a:r>
            <a:r>
              <a:rPr lang="en-US" altLang="zh-CN" sz="1600" b="1" dirty="0">
                <a:solidFill>
                  <a:srgbClr val="2F86D2"/>
                </a:solidFill>
                <a:latin typeface="Courier New" panose="02070309020205020404" pitchFamily="49" charset="0"/>
                <a:cs typeface="Courier New" panose="02070309020205020404" pitchFamily="49" charset="0"/>
              </a:rPr>
              <a:t>weight</a:t>
            </a:r>
            <a:r>
              <a:rPr lang="en-US" altLang="zh-CN" sz="1600" b="1" dirty="0">
                <a:solidFill>
                  <a:srgbClr val="236EBF"/>
                </a:solidFill>
                <a:effectLst/>
                <a:latin typeface="Courier New" panose="02070309020205020404" pitchFamily="49" charset="0"/>
                <a:cs typeface="Courier New" panose="02070309020205020404" pitchFamily="49" charset="0"/>
              </a:rPr>
              <a:t>;</a:t>
            </a:r>
            <a:r>
              <a:rPr lang="en-US" altLang="zh-CN" sz="1600" b="1" dirty="0">
                <a:solidFill>
                  <a:srgbClr val="357B42"/>
                </a:solidFill>
                <a:effectLst/>
                <a:latin typeface="Courier New" panose="02070309020205020404" pitchFamily="49" charset="0"/>
                <a:cs typeface="Courier New" panose="02070309020205020404" pitchFamily="49" charset="0"/>
              </a:rPr>
              <a:t>    // </a:t>
            </a:r>
            <a:r>
              <a:rPr lang="zh-CN" altLang="en-US" sz="1600" b="1" dirty="0">
                <a:solidFill>
                  <a:srgbClr val="357B42"/>
                </a:solidFill>
                <a:effectLst/>
                <a:latin typeface="Courier New" panose="02070309020205020404" pitchFamily="49" charset="0"/>
                <a:cs typeface="Courier New" panose="02070309020205020404" pitchFamily="49" charset="0"/>
              </a:rPr>
              <a:t>在邻接矩阵置一对对称弧权值</a:t>
            </a:r>
            <a:endParaRPr lang="zh-CN" altLang="en-US" sz="1600" b="1" dirty="0">
              <a:solidFill>
                <a:srgbClr val="236EBF"/>
              </a:solidFill>
              <a:effectLst/>
              <a:latin typeface="Courier New" panose="02070309020205020404" pitchFamily="49" charset="0"/>
              <a:cs typeface="Courier New" panose="02070309020205020404" pitchFamily="49" charset="0"/>
            </a:endParaRPr>
          </a:p>
          <a:p>
            <a:r>
              <a:rPr lang="zh-CN" altLang="en-US"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600" b="1" dirty="0">
                <a:solidFill>
                  <a:srgbClr val="236EBF"/>
                </a:solidFill>
                <a:effectLst/>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600" b="1" dirty="0">
                <a:solidFill>
                  <a:srgbClr val="236EBF"/>
                </a:solidFill>
                <a:effectLst/>
                <a:latin typeface="Courier New" panose="02070309020205020404" pitchFamily="49" charset="0"/>
                <a:cs typeface="Courier New" panose="02070309020205020404" pitchFamily="49" charset="0"/>
              </a:rPr>
              <a:t> G;</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600" b="1" dirty="0">
              <a:solidFill>
                <a:srgbClr val="236EBF"/>
              </a:solidFill>
              <a:latin typeface="Courier New" panose="02070309020205020404" pitchFamily="49" charset="0"/>
              <a:cs typeface="Courier New" panose="02070309020205020404" pitchFamily="49" charset="0"/>
            </a:endParaRPr>
          </a:p>
        </p:txBody>
      </p:sp>
      <p:grpSp>
        <p:nvGrpSpPr>
          <p:cNvPr id="49" name="组合 48">
            <a:extLst>
              <a:ext uri="{FF2B5EF4-FFF2-40B4-BE49-F238E27FC236}">
                <a16:creationId xmlns:a16="http://schemas.microsoft.com/office/drawing/2014/main" id="{96F15F31-B232-43CD-8EC2-0ACAAF12CA77}"/>
              </a:ext>
            </a:extLst>
          </p:cNvPr>
          <p:cNvGrpSpPr/>
          <p:nvPr/>
        </p:nvGrpSpPr>
        <p:grpSpPr>
          <a:xfrm>
            <a:off x="10285279" y="1671569"/>
            <a:ext cx="1479744" cy="1540590"/>
            <a:chOff x="10279680" y="714628"/>
            <a:chExt cx="1479744" cy="1540590"/>
          </a:xfrm>
          <a:solidFill>
            <a:schemeClr val="accent2">
              <a:lumMod val="20000"/>
              <a:lumOff val="80000"/>
            </a:schemeClr>
          </a:solidFill>
        </p:grpSpPr>
        <p:grpSp>
          <p:nvGrpSpPr>
            <p:cNvPr id="6" name="组合 5">
              <a:extLst>
                <a:ext uri="{FF2B5EF4-FFF2-40B4-BE49-F238E27FC236}">
                  <a16:creationId xmlns:a16="http://schemas.microsoft.com/office/drawing/2014/main" id="{7D021050-A690-44C4-99A3-FB2794F9A1EB}"/>
                </a:ext>
              </a:extLst>
            </p:cNvPr>
            <p:cNvGrpSpPr/>
            <p:nvPr/>
          </p:nvGrpSpPr>
          <p:grpSpPr>
            <a:xfrm>
              <a:off x="10280522" y="714628"/>
              <a:ext cx="1478281" cy="307777"/>
              <a:chOff x="3903826" y="4926821"/>
              <a:chExt cx="1478281" cy="312235"/>
            </a:xfrm>
            <a:grpFill/>
          </p:grpSpPr>
          <p:sp>
            <p:nvSpPr>
              <p:cNvPr id="7" name="Text Box 3">
                <a:extLst>
                  <a:ext uri="{FF2B5EF4-FFF2-40B4-BE49-F238E27FC236}">
                    <a16:creationId xmlns:a16="http://schemas.microsoft.com/office/drawing/2014/main" id="{18F85514-13A6-4560-A411-AD06936EAEC7}"/>
                  </a:ext>
                </a:extLst>
              </p:cNvPr>
              <p:cNvSpPr txBox="1">
                <a:spLocks noChangeArrowheads="1"/>
              </p:cNvSpPr>
              <p:nvPr/>
            </p:nvSpPr>
            <p:spPr bwMode="auto">
              <a:xfrm>
                <a:off x="3903826"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8" name="Text Box 3">
                <a:extLst>
                  <a:ext uri="{FF2B5EF4-FFF2-40B4-BE49-F238E27FC236}">
                    <a16:creationId xmlns:a16="http://schemas.microsoft.com/office/drawing/2014/main" id="{A5479986-F915-40CD-BDAB-54803F085AAB}"/>
                  </a:ext>
                </a:extLst>
              </p:cNvPr>
              <p:cNvSpPr txBox="1">
                <a:spLocks noChangeArrowheads="1"/>
              </p:cNvSpPr>
              <p:nvPr/>
            </p:nvSpPr>
            <p:spPr bwMode="auto">
              <a:xfrm>
                <a:off x="4197711"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9" name="Text Box 3">
                <a:extLst>
                  <a:ext uri="{FF2B5EF4-FFF2-40B4-BE49-F238E27FC236}">
                    <a16:creationId xmlns:a16="http://schemas.microsoft.com/office/drawing/2014/main" id="{9EA98282-548C-4CE5-B03A-E76C75E32B09}"/>
                  </a:ext>
                </a:extLst>
              </p:cNvPr>
              <p:cNvSpPr txBox="1">
                <a:spLocks noChangeArrowheads="1"/>
              </p:cNvSpPr>
              <p:nvPr/>
            </p:nvSpPr>
            <p:spPr bwMode="auto">
              <a:xfrm>
                <a:off x="4494548"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0" name="Text Box 3">
                <a:extLst>
                  <a:ext uri="{FF2B5EF4-FFF2-40B4-BE49-F238E27FC236}">
                    <a16:creationId xmlns:a16="http://schemas.microsoft.com/office/drawing/2014/main" id="{E83DC5E4-E41B-4474-848A-819FC239FD6F}"/>
                  </a:ext>
                </a:extLst>
              </p:cNvPr>
              <p:cNvSpPr txBox="1">
                <a:spLocks noChangeArrowheads="1"/>
              </p:cNvSpPr>
              <p:nvPr/>
            </p:nvSpPr>
            <p:spPr bwMode="auto">
              <a:xfrm>
                <a:off x="4788433"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1" name="Text Box 3">
                <a:extLst>
                  <a:ext uri="{FF2B5EF4-FFF2-40B4-BE49-F238E27FC236}">
                    <a16:creationId xmlns:a16="http://schemas.microsoft.com/office/drawing/2014/main" id="{212E9E20-D041-4A8B-8234-58FBBF670D46}"/>
                  </a:ext>
                </a:extLst>
              </p:cNvPr>
              <p:cNvSpPr txBox="1">
                <a:spLocks noChangeArrowheads="1"/>
              </p:cNvSpPr>
              <p:nvPr/>
            </p:nvSpPr>
            <p:spPr bwMode="auto">
              <a:xfrm>
                <a:off x="5085270"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2" name="组合 11">
              <a:extLst>
                <a:ext uri="{FF2B5EF4-FFF2-40B4-BE49-F238E27FC236}">
                  <a16:creationId xmlns:a16="http://schemas.microsoft.com/office/drawing/2014/main" id="{80A70E2E-AB2C-40E0-858C-089CF8D71198}"/>
                </a:ext>
              </a:extLst>
            </p:cNvPr>
            <p:cNvGrpSpPr/>
            <p:nvPr/>
          </p:nvGrpSpPr>
          <p:grpSpPr>
            <a:xfrm>
              <a:off x="10281143" y="1024148"/>
              <a:ext cx="1478281" cy="307777"/>
              <a:chOff x="3903826" y="4926821"/>
              <a:chExt cx="1478281" cy="312235"/>
            </a:xfrm>
            <a:grpFill/>
          </p:grpSpPr>
          <p:sp>
            <p:nvSpPr>
              <p:cNvPr id="13" name="Text Box 3">
                <a:extLst>
                  <a:ext uri="{FF2B5EF4-FFF2-40B4-BE49-F238E27FC236}">
                    <a16:creationId xmlns:a16="http://schemas.microsoft.com/office/drawing/2014/main" id="{B0F8B534-6471-4FF5-95DD-C05F1C061C24}"/>
                  </a:ext>
                </a:extLst>
              </p:cNvPr>
              <p:cNvSpPr txBox="1">
                <a:spLocks noChangeArrowheads="1"/>
              </p:cNvSpPr>
              <p:nvPr/>
            </p:nvSpPr>
            <p:spPr bwMode="auto">
              <a:xfrm>
                <a:off x="3903826"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 name="Text Box 3">
                <a:extLst>
                  <a:ext uri="{FF2B5EF4-FFF2-40B4-BE49-F238E27FC236}">
                    <a16:creationId xmlns:a16="http://schemas.microsoft.com/office/drawing/2014/main" id="{B96E3B07-4624-4F64-A922-28B87420C32C}"/>
                  </a:ext>
                </a:extLst>
              </p:cNvPr>
              <p:cNvSpPr txBox="1">
                <a:spLocks noChangeArrowheads="1"/>
              </p:cNvSpPr>
              <p:nvPr/>
            </p:nvSpPr>
            <p:spPr bwMode="auto">
              <a:xfrm>
                <a:off x="4197711"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5" name="Text Box 3">
                <a:extLst>
                  <a:ext uri="{FF2B5EF4-FFF2-40B4-BE49-F238E27FC236}">
                    <a16:creationId xmlns:a16="http://schemas.microsoft.com/office/drawing/2014/main" id="{000E5057-B7C5-4ACB-A5D0-421BF97083B0}"/>
                  </a:ext>
                </a:extLst>
              </p:cNvPr>
              <p:cNvSpPr txBox="1">
                <a:spLocks noChangeArrowheads="1"/>
              </p:cNvSpPr>
              <p:nvPr/>
            </p:nvSpPr>
            <p:spPr bwMode="auto">
              <a:xfrm>
                <a:off x="4494548"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6" name="Text Box 3">
                <a:extLst>
                  <a:ext uri="{FF2B5EF4-FFF2-40B4-BE49-F238E27FC236}">
                    <a16:creationId xmlns:a16="http://schemas.microsoft.com/office/drawing/2014/main" id="{4E470CFB-6206-4E08-8698-25AECE4C2D50}"/>
                  </a:ext>
                </a:extLst>
              </p:cNvPr>
              <p:cNvSpPr txBox="1">
                <a:spLocks noChangeArrowheads="1"/>
              </p:cNvSpPr>
              <p:nvPr/>
            </p:nvSpPr>
            <p:spPr bwMode="auto">
              <a:xfrm>
                <a:off x="4788433"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7" name="Text Box 3">
                <a:extLst>
                  <a:ext uri="{FF2B5EF4-FFF2-40B4-BE49-F238E27FC236}">
                    <a16:creationId xmlns:a16="http://schemas.microsoft.com/office/drawing/2014/main" id="{BE2BB6B6-C3ED-4BAF-AAF9-155BBD02FF4D}"/>
                  </a:ext>
                </a:extLst>
              </p:cNvPr>
              <p:cNvSpPr txBox="1">
                <a:spLocks noChangeArrowheads="1"/>
              </p:cNvSpPr>
              <p:nvPr/>
            </p:nvSpPr>
            <p:spPr bwMode="auto">
              <a:xfrm>
                <a:off x="5085270"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8" name="组合 17">
              <a:extLst>
                <a:ext uri="{FF2B5EF4-FFF2-40B4-BE49-F238E27FC236}">
                  <a16:creationId xmlns:a16="http://schemas.microsoft.com/office/drawing/2014/main" id="{1AD54418-630B-487C-9EF9-92619FCF4986}"/>
                </a:ext>
              </a:extLst>
            </p:cNvPr>
            <p:cNvGrpSpPr/>
            <p:nvPr/>
          </p:nvGrpSpPr>
          <p:grpSpPr>
            <a:xfrm>
              <a:off x="10279682" y="1332410"/>
              <a:ext cx="1478281" cy="307777"/>
              <a:chOff x="3903826" y="4926821"/>
              <a:chExt cx="1478281" cy="312235"/>
            </a:xfrm>
            <a:grpFill/>
          </p:grpSpPr>
          <p:sp>
            <p:nvSpPr>
              <p:cNvPr id="19" name="Text Box 3">
                <a:extLst>
                  <a:ext uri="{FF2B5EF4-FFF2-40B4-BE49-F238E27FC236}">
                    <a16:creationId xmlns:a16="http://schemas.microsoft.com/office/drawing/2014/main" id="{1FA4AFC8-A3C9-431E-8139-C6B4662C527D}"/>
                  </a:ext>
                </a:extLst>
              </p:cNvPr>
              <p:cNvSpPr txBox="1">
                <a:spLocks noChangeArrowheads="1"/>
              </p:cNvSpPr>
              <p:nvPr/>
            </p:nvSpPr>
            <p:spPr bwMode="auto">
              <a:xfrm>
                <a:off x="3903826"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20" name="Text Box 3">
                <a:extLst>
                  <a:ext uri="{FF2B5EF4-FFF2-40B4-BE49-F238E27FC236}">
                    <a16:creationId xmlns:a16="http://schemas.microsoft.com/office/drawing/2014/main" id="{549594F4-A8EB-4D50-89C6-1091205C9CBA}"/>
                  </a:ext>
                </a:extLst>
              </p:cNvPr>
              <p:cNvSpPr txBox="1">
                <a:spLocks noChangeArrowheads="1"/>
              </p:cNvSpPr>
              <p:nvPr/>
            </p:nvSpPr>
            <p:spPr bwMode="auto">
              <a:xfrm>
                <a:off x="4197711"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21" name="Text Box 3">
                <a:extLst>
                  <a:ext uri="{FF2B5EF4-FFF2-40B4-BE49-F238E27FC236}">
                    <a16:creationId xmlns:a16="http://schemas.microsoft.com/office/drawing/2014/main" id="{BEC94E90-FBAD-44BC-943C-5A17C47EF810}"/>
                  </a:ext>
                </a:extLst>
              </p:cNvPr>
              <p:cNvSpPr txBox="1">
                <a:spLocks noChangeArrowheads="1"/>
              </p:cNvSpPr>
              <p:nvPr/>
            </p:nvSpPr>
            <p:spPr bwMode="auto">
              <a:xfrm>
                <a:off x="4494548"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22" name="Text Box 3">
                <a:extLst>
                  <a:ext uri="{FF2B5EF4-FFF2-40B4-BE49-F238E27FC236}">
                    <a16:creationId xmlns:a16="http://schemas.microsoft.com/office/drawing/2014/main" id="{E8706C85-0002-456D-B974-49BE00791878}"/>
                  </a:ext>
                </a:extLst>
              </p:cNvPr>
              <p:cNvSpPr txBox="1">
                <a:spLocks noChangeArrowheads="1"/>
              </p:cNvSpPr>
              <p:nvPr/>
            </p:nvSpPr>
            <p:spPr bwMode="auto">
              <a:xfrm>
                <a:off x="4788433"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23" name="Text Box 3">
                <a:extLst>
                  <a:ext uri="{FF2B5EF4-FFF2-40B4-BE49-F238E27FC236}">
                    <a16:creationId xmlns:a16="http://schemas.microsoft.com/office/drawing/2014/main" id="{CAE9C9D0-55A2-4145-B6B2-5AA4E885AB9A}"/>
                  </a:ext>
                </a:extLst>
              </p:cNvPr>
              <p:cNvSpPr txBox="1">
                <a:spLocks noChangeArrowheads="1"/>
              </p:cNvSpPr>
              <p:nvPr/>
            </p:nvSpPr>
            <p:spPr bwMode="auto">
              <a:xfrm>
                <a:off x="5085270"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24" name="组合 23">
              <a:extLst>
                <a:ext uri="{FF2B5EF4-FFF2-40B4-BE49-F238E27FC236}">
                  <a16:creationId xmlns:a16="http://schemas.microsoft.com/office/drawing/2014/main" id="{A100144B-5AEA-40A6-B54C-2F8673A9CB8C}"/>
                </a:ext>
              </a:extLst>
            </p:cNvPr>
            <p:cNvGrpSpPr/>
            <p:nvPr/>
          </p:nvGrpSpPr>
          <p:grpSpPr>
            <a:xfrm>
              <a:off x="10279681" y="1640353"/>
              <a:ext cx="1478281" cy="307777"/>
              <a:chOff x="3903826" y="4926821"/>
              <a:chExt cx="1478281" cy="312235"/>
            </a:xfrm>
            <a:grpFill/>
          </p:grpSpPr>
          <p:sp>
            <p:nvSpPr>
              <p:cNvPr id="25" name="Text Box 3">
                <a:extLst>
                  <a:ext uri="{FF2B5EF4-FFF2-40B4-BE49-F238E27FC236}">
                    <a16:creationId xmlns:a16="http://schemas.microsoft.com/office/drawing/2014/main" id="{8DEF779F-6B5D-46F8-8451-5E9F049BBD7B}"/>
                  </a:ext>
                </a:extLst>
              </p:cNvPr>
              <p:cNvSpPr txBox="1">
                <a:spLocks noChangeArrowheads="1"/>
              </p:cNvSpPr>
              <p:nvPr/>
            </p:nvSpPr>
            <p:spPr bwMode="auto">
              <a:xfrm>
                <a:off x="3903826"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26" name="Text Box 3">
                <a:extLst>
                  <a:ext uri="{FF2B5EF4-FFF2-40B4-BE49-F238E27FC236}">
                    <a16:creationId xmlns:a16="http://schemas.microsoft.com/office/drawing/2014/main" id="{69548C65-BB45-42B5-8E61-664F36792CAD}"/>
                  </a:ext>
                </a:extLst>
              </p:cNvPr>
              <p:cNvSpPr txBox="1">
                <a:spLocks noChangeArrowheads="1"/>
              </p:cNvSpPr>
              <p:nvPr/>
            </p:nvSpPr>
            <p:spPr bwMode="auto">
              <a:xfrm>
                <a:off x="4197711"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27" name="Text Box 3">
                <a:extLst>
                  <a:ext uri="{FF2B5EF4-FFF2-40B4-BE49-F238E27FC236}">
                    <a16:creationId xmlns:a16="http://schemas.microsoft.com/office/drawing/2014/main" id="{E49DE573-6067-4827-8DE2-362AB7B93A89}"/>
                  </a:ext>
                </a:extLst>
              </p:cNvPr>
              <p:cNvSpPr txBox="1">
                <a:spLocks noChangeArrowheads="1"/>
              </p:cNvSpPr>
              <p:nvPr/>
            </p:nvSpPr>
            <p:spPr bwMode="auto">
              <a:xfrm>
                <a:off x="4494548"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28" name="Text Box 3">
                <a:extLst>
                  <a:ext uri="{FF2B5EF4-FFF2-40B4-BE49-F238E27FC236}">
                    <a16:creationId xmlns:a16="http://schemas.microsoft.com/office/drawing/2014/main" id="{F88AD59C-0696-4A9D-A7DE-CA7189B00E28}"/>
                  </a:ext>
                </a:extLst>
              </p:cNvPr>
              <p:cNvSpPr txBox="1">
                <a:spLocks noChangeArrowheads="1"/>
              </p:cNvSpPr>
              <p:nvPr/>
            </p:nvSpPr>
            <p:spPr bwMode="auto">
              <a:xfrm>
                <a:off x="4788433"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29" name="Text Box 3">
                <a:extLst>
                  <a:ext uri="{FF2B5EF4-FFF2-40B4-BE49-F238E27FC236}">
                    <a16:creationId xmlns:a16="http://schemas.microsoft.com/office/drawing/2014/main" id="{546F0335-DD10-4791-8C79-472B0FDEB02B}"/>
                  </a:ext>
                </a:extLst>
              </p:cNvPr>
              <p:cNvSpPr txBox="1">
                <a:spLocks noChangeArrowheads="1"/>
              </p:cNvSpPr>
              <p:nvPr/>
            </p:nvSpPr>
            <p:spPr bwMode="auto">
              <a:xfrm>
                <a:off x="5085270"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30" name="组合 29">
              <a:extLst>
                <a:ext uri="{FF2B5EF4-FFF2-40B4-BE49-F238E27FC236}">
                  <a16:creationId xmlns:a16="http://schemas.microsoft.com/office/drawing/2014/main" id="{3F3A188B-F429-4242-9688-1CA3741C5BD1}"/>
                </a:ext>
              </a:extLst>
            </p:cNvPr>
            <p:cNvGrpSpPr/>
            <p:nvPr/>
          </p:nvGrpSpPr>
          <p:grpSpPr>
            <a:xfrm>
              <a:off x="10279680" y="1947441"/>
              <a:ext cx="1478281" cy="307777"/>
              <a:chOff x="3903826" y="4926821"/>
              <a:chExt cx="1478281" cy="312235"/>
            </a:xfrm>
            <a:grpFill/>
          </p:grpSpPr>
          <p:sp>
            <p:nvSpPr>
              <p:cNvPr id="31" name="Text Box 3">
                <a:extLst>
                  <a:ext uri="{FF2B5EF4-FFF2-40B4-BE49-F238E27FC236}">
                    <a16:creationId xmlns:a16="http://schemas.microsoft.com/office/drawing/2014/main" id="{08F2B69E-C61C-4EC3-9627-3F8A94F5491A}"/>
                  </a:ext>
                </a:extLst>
              </p:cNvPr>
              <p:cNvSpPr txBox="1">
                <a:spLocks noChangeArrowheads="1"/>
              </p:cNvSpPr>
              <p:nvPr/>
            </p:nvSpPr>
            <p:spPr bwMode="auto">
              <a:xfrm>
                <a:off x="3903826"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32" name="Text Box 3">
                <a:extLst>
                  <a:ext uri="{FF2B5EF4-FFF2-40B4-BE49-F238E27FC236}">
                    <a16:creationId xmlns:a16="http://schemas.microsoft.com/office/drawing/2014/main" id="{CB946A59-E4CB-4888-BE9C-1A4AA81939CA}"/>
                  </a:ext>
                </a:extLst>
              </p:cNvPr>
              <p:cNvSpPr txBox="1">
                <a:spLocks noChangeArrowheads="1"/>
              </p:cNvSpPr>
              <p:nvPr/>
            </p:nvSpPr>
            <p:spPr bwMode="auto">
              <a:xfrm>
                <a:off x="4197711"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33" name="Text Box 3">
                <a:extLst>
                  <a:ext uri="{FF2B5EF4-FFF2-40B4-BE49-F238E27FC236}">
                    <a16:creationId xmlns:a16="http://schemas.microsoft.com/office/drawing/2014/main" id="{B269FDC5-1263-4B34-A9C2-9E6BEFBE310B}"/>
                  </a:ext>
                </a:extLst>
              </p:cNvPr>
              <p:cNvSpPr txBox="1">
                <a:spLocks noChangeArrowheads="1"/>
              </p:cNvSpPr>
              <p:nvPr/>
            </p:nvSpPr>
            <p:spPr bwMode="auto">
              <a:xfrm>
                <a:off x="4494548"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34" name="Text Box 3">
                <a:extLst>
                  <a:ext uri="{FF2B5EF4-FFF2-40B4-BE49-F238E27FC236}">
                    <a16:creationId xmlns:a16="http://schemas.microsoft.com/office/drawing/2014/main" id="{D5C057B2-ECA4-4B26-B5E6-FEE532E47DBE}"/>
                  </a:ext>
                </a:extLst>
              </p:cNvPr>
              <p:cNvSpPr txBox="1">
                <a:spLocks noChangeArrowheads="1"/>
              </p:cNvSpPr>
              <p:nvPr/>
            </p:nvSpPr>
            <p:spPr bwMode="auto">
              <a:xfrm>
                <a:off x="4788433"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35" name="Text Box 3">
                <a:extLst>
                  <a:ext uri="{FF2B5EF4-FFF2-40B4-BE49-F238E27FC236}">
                    <a16:creationId xmlns:a16="http://schemas.microsoft.com/office/drawing/2014/main" id="{89E6FC4D-8346-4224-8626-548F55D82128}"/>
                  </a:ext>
                </a:extLst>
              </p:cNvPr>
              <p:cNvSpPr txBox="1">
                <a:spLocks noChangeArrowheads="1"/>
              </p:cNvSpPr>
              <p:nvPr/>
            </p:nvSpPr>
            <p:spPr bwMode="auto">
              <a:xfrm>
                <a:off x="5085270" y="4926821"/>
                <a:ext cx="296837" cy="312235"/>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sp>
        <p:nvSpPr>
          <p:cNvPr id="37" name="文本框 36">
            <a:extLst>
              <a:ext uri="{FF2B5EF4-FFF2-40B4-BE49-F238E27FC236}">
                <a16:creationId xmlns:a16="http://schemas.microsoft.com/office/drawing/2014/main" id="{34474893-5DF9-479E-85C6-11325F58B23F}"/>
              </a:ext>
            </a:extLst>
          </p:cNvPr>
          <p:cNvSpPr txBox="1"/>
          <p:nvPr/>
        </p:nvSpPr>
        <p:spPr>
          <a:xfrm>
            <a:off x="10205277" y="1432881"/>
            <a:ext cx="1638283" cy="278923"/>
          </a:xfrm>
          <a:prstGeom prst="rect">
            <a:avLst/>
          </a:prstGeom>
          <a:noFill/>
        </p:spPr>
        <p:txBody>
          <a:bodyPr wrap="square" lIns="0" tIns="0" rIns="0" bIns="0" rtlCol="0">
            <a:spAutoFit/>
          </a:bodyPr>
          <a:lstStyle/>
          <a:p>
            <a:pPr algn="ctr">
              <a:lnSpc>
                <a:spcPts val="2100"/>
              </a:lnSpc>
            </a:pPr>
            <a:r>
              <a:rPr lang="en-US" altLang="zh-CN" sz="2000" b="1" dirty="0">
                <a:solidFill>
                  <a:srgbClr val="0000FF"/>
                </a:solidFill>
                <a:latin typeface="Courier New" panose="02070309020205020404" pitchFamily="49" charset="0"/>
                <a:cs typeface="Courier New" panose="02070309020205020404" pitchFamily="49" charset="0"/>
              </a:rPr>
              <a:t>0 1 2 3 4</a:t>
            </a:r>
          </a:p>
        </p:txBody>
      </p:sp>
      <p:grpSp>
        <p:nvGrpSpPr>
          <p:cNvPr id="50" name="组合 49">
            <a:extLst>
              <a:ext uri="{FF2B5EF4-FFF2-40B4-BE49-F238E27FC236}">
                <a16:creationId xmlns:a16="http://schemas.microsoft.com/office/drawing/2014/main" id="{21FB0A7C-8ADF-4498-B7BD-E3AC18792BD8}"/>
              </a:ext>
            </a:extLst>
          </p:cNvPr>
          <p:cNvGrpSpPr/>
          <p:nvPr/>
        </p:nvGrpSpPr>
        <p:grpSpPr>
          <a:xfrm>
            <a:off x="9506748" y="1672426"/>
            <a:ext cx="647217" cy="1547599"/>
            <a:chOff x="9501149" y="715485"/>
            <a:chExt cx="647217" cy="1547599"/>
          </a:xfrm>
        </p:grpSpPr>
        <p:sp>
          <p:nvSpPr>
            <p:cNvPr id="39" name="文本框 38">
              <a:extLst>
                <a:ext uri="{FF2B5EF4-FFF2-40B4-BE49-F238E27FC236}">
                  <a16:creationId xmlns:a16="http://schemas.microsoft.com/office/drawing/2014/main" id="{8D20886B-E44A-4877-8BAE-DD24CE3A378E}"/>
                </a:ext>
              </a:extLst>
            </p:cNvPr>
            <p:cNvSpPr txBox="1"/>
            <p:nvPr/>
          </p:nvSpPr>
          <p:spPr>
            <a:xfrm>
              <a:off x="9501149" y="724201"/>
              <a:ext cx="292474" cy="1538883"/>
            </a:xfrm>
            <a:prstGeom prst="rect">
              <a:avLst/>
            </a:prstGeom>
            <a:noFill/>
          </p:spPr>
          <p:txBody>
            <a:bodyPr wrap="square" lIns="0" tIns="0" rIns="0" bIns="0" rtlCol="0">
              <a:spAutoFit/>
            </a:bodyPr>
            <a:lstStyle/>
            <a:p>
              <a:pPr algn="ctr">
                <a:lnSpc>
                  <a:spcPts val="2400"/>
                </a:lnSpc>
              </a:pPr>
              <a:r>
                <a:rPr lang="en-US" altLang="zh-CN" sz="2000" b="1" dirty="0">
                  <a:solidFill>
                    <a:srgbClr val="0000FF"/>
                  </a:solidFill>
                  <a:latin typeface="Courier New" panose="02070309020205020404" pitchFamily="49" charset="0"/>
                  <a:cs typeface="Courier New" panose="02070309020205020404" pitchFamily="49" charset="0"/>
                </a:rPr>
                <a:t>0</a:t>
              </a:r>
            </a:p>
            <a:p>
              <a:pPr algn="ctr">
                <a:lnSpc>
                  <a:spcPts val="2400"/>
                </a:lnSpc>
              </a:pPr>
              <a:r>
                <a:rPr lang="en-US" altLang="zh-CN" sz="2000" b="1" dirty="0">
                  <a:solidFill>
                    <a:srgbClr val="0000FF"/>
                  </a:solidFill>
                  <a:latin typeface="Courier New" panose="02070309020205020404" pitchFamily="49" charset="0"/>
                  <a:cs typeface="Courier New" panose="02070309020205020404" pitchFamily="49" charset="0"/>
                </a:rPr>
                <a:t>1</a:t>
              </a:r>
            </a:p>
            <a:p>
              <a:pPr algn="ctr">
                <a:lnSpc>
                  <a:spcPts val="2400"/>
                </a:lnSpc>
              </a:pPr>
              <a:r>
                <a:rPr lang="en-US" altLang="zh-CN" sz="2000" b="1" dirty="0">
                  <a:solidFill>
                    <a:srgbClr val="0000FF"/>
                  </a:solidFill>
                  <a:latin typeface="Courier New" panose="02070309020205020404" pitchFamily="49" charset="0"/>
                  <a:cs typeface="Courier New" panose="02070309020205020404" pitchFamily="49" charset="0"/>
                </a:rPr>
                <a:t>2</a:t>
              </a:r>
            </a:p>
            <a:p>
              <a:pPr algn="ctr">
                <a:lnSpc>
                  <a:spcPts val="2400"/>
                </a:lnSpc>
              </a:pPr>
              <a:r>
                <a:rPr lang="en-US" altLang="zh-CN" sz="2000" b="1" dirty="0">
                  <a:solidFill>
                    <a:srgbClr val="0000FF"/>
                  </a:solidFill>
                  <a:latin typeface="Courier New" panose="02070309020205020404" pitchFamily="49" charset="0"/>
                  <a:cs typeface="Courier New" panose="02070309020205020404" pitchFamily="49" charset="0"/>
                </a:rPr>
                <a:t>3</a:t>
              </a:r>
            </a:p>
            <a:p>
              <a:pPr algn="ctr">
                <a:lnSpc>
                  <a:spcPts val="2400"/>
                </a:lnSpc>
              </a:pPr>
              <a:r>
                <a:rPr lang="en-US" altLang="zh-CN" sz="2000" b="1" dirty="0">
                  <a:solidFill>
                    <a:srgbClr val="0000FF"/>
                  </a:solidFill>
                  <a:latin typeface="Courier New" panose="02070309020205020404" pitchFamily="49" charset="0"/>
                  <a:cs typeface="Courier New" panose="02070309020205020404" pitchFamily="49" charset="0"/>
                </a:rPr>
                <a:t>4</a:t>
              </a:r>
            </a:p>
          </p:txBody>
        </p:sp>
        <p:grpSp>
          <p:nvGrpSpPr>
            <p:cNvPr id="48" name="组合 47">
              <a:extLst>
                <a:ext uri="{FF2B5EF4-FFF2-40B4-BE49-F238E27FC236}">
                  <a16:creationId xmlns:a16="http://schemas.microsoft.com/office/drawing/2014/main" id="{27AF3D53-97BA-40E1-98F2-9466F8F5711B}"/>
                </a:ext>
              </a:extLst>
            </p:cNvPr>
            <p:cNvGrpSpPr/>
            <p:nvPr/>
          </p:nvGrpSpPr>
          <p:grpSpPr>
            <a:xfrm>
              <a:off x="9781074" y="715485"/>
              <a:ext cx="367292" cy="1537303"/>
              <a:chOff x="9719189" y="378512"/>
              <a:chExt cx="367292" cy="1537303"/>
            </a:xfrm>
          </p:grpSpPr>
          <p:sp>
            <p:nvSpPr>
              <p:cNvPr id="41" name="Text Box 3">
                <a:extLst>
                  <a:ext uri="{FF2B5EF4-FFF2-40B4-BE49-F238E27FC236}">
                    <a16:creationId xmlns:a16="http://schemas.microsoft.com/office/drawing/2014/main" id="{F8DBD348-26C2-4BC0-B661-B557AD22C5B5}"/>
                  </a:ext>
                </a:extLst>
              </p:cNvPr>
              <p:cNvSpPr txBox="1">
                <a:spLocks noChangeArrowheads="1"/>
              </p:cNvSpPr>
              <p:nvPr/>
            </p:nvSpPr>
            <p:spPr bwMode="auto">
              <a:xfrm>
                <a:off x="9719200" y="378512"/>
                <a:ext cx="367281" cy="30777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42" name="Text Box 3">
                <a:extLst>
                  <a:ext uri="{FF2B5EF4-FFF2-40B4-BE49-F238E27FC236}">
                    <a16:creationId xmlns:a16="http://schemas.microsoft.com/office/drawing/2014/main" id="{94E08595-A44B-4584-B48D-4D5C49F6932B}"/>
                  </a:ext>
                </a:extLst>
              </p:cNvPr>
              <p:cNvSpPr txBox="1">
                <a:spLocks noChangeArrowheads="1"/>
              </p:cNvSpPr>
              <p:nvPr/>
            </p:nvSpPr>
            <p:spPr bwMode="auto">
              <a:xfrm>
                <a:off x="9719191" y="685498"/>
                <a:ext cx="367281" cy="30777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43" name="Text Box 3">
                <a:extLst>
                  <a:ext uri="{FF2B5EF4-FFF2-40B4-BE49-F238E27FC236}">
                    <a16:creationId xmlns:a16="http://schemas.microsoft.com/office/drawing/2014/main" id="{0B8EBFE6-3AA8-4526-815D-C64F19BEFB62}"/>
                  </a:ext>
                </a:extLst>
              </p:cNvPr>
              <p:cNvSpPr txBox="1">
                <a:spLocks noChangeArrowheads="1"/>
              </p:cNvSpPr>
              <p:nvPr/>
            </p:nvSpPr>
            <p:spPr bwMode="auto">
              <a:xfrm>
                <a:off x="9719190" y="993539"/>
                <a:ext cx="367281" cy="30777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45" name="Text Box 3">
                <a:extLst>
                  <a:ext uri="{FF2B5EF4-FFF2-40B4-BE49-F238E27FC236}">
                    <a16:creationId xmlns:a16="http://schemas.microsoft.com/office/drawing/2014/main" id="{3CBCFF4A-6E02-4B22-A1EF-D88CCDFCBDA4}"/>
                  </a:ext>
                </a:extLst>
              </p:cNvPr>
              <p:cNvSpPr txBox="1">
                <a:spLocks noChangeArrowheads="1"/>
              </p:cNvSpPr>
              <p:nvPr/>
            </p:nvSpPr>
            <p:spPr bwMode="auto">
              <a:xfrm>
                <a:off x="9719189" y="1608038"/>
                <a:ext cx="367281" cy="30777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44" name="Text Box 3">
                <a:extLst>
                  <a:ext uri="{FF2B5EF4-FFF2-40B4-BE49-F238E27FC236}">
                    <a16:creationId xmlns:a16="http://schemas.microsoft.com/office/drawing/2014/main" id="{AC47B8D2-A950-4EAF-9AAF-CC8714E5E5CE}"/>
                  </a:ext>
                </a:extLst>
              </p:cNvPr>
              <p:cNvSpPr txBox="1">
                <a:spLocks noChangeArrowheads="1"/>
              </p:cNvSpPr>
              <p:nvPr/>
            </p:nvSpPr>
            <p:spPr bwMode="auto">
              <a:xfrm>
                <a:off x="9719190" y="1300261"/>
                <a:ext cx="367281" cy="30777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sp>
        <p:nvSpPr>
          <p:cNvPr id="47" name="文本框 46">
            <a:extLst>
              <a:ext uri="{FF2B5EF4-FFF2-40B4-BE49-F238E27FC236}">
                <a16:creationId xmlns:a16="http://schemas.microsoft.com/office/drawing/2014/main" id="{3237376F-CE99-43D0-810A-14C85ADDC1B0}"/>
              </a:ext>
            </a:extLst>
          </p:cNvPr>
          <p:cNvSpPr txBox="1"/>
          <p:nvPr/>
        </p:nvSpPr>
        <p:spPr>
          <a:xfrm>
            <a:off x="9884142" y="1710895"/>
            <a:ext cx="184346" cy="313932"/>
          </a:xfrm>
          <a:prstGeom prst="rect">
            <a:avLst/>
          </a:prstGeom>
          <a:noFill/>
        </p:spPr>
        <p:txBody>
          <a:bodyPr wrap="none" lIns="0" tIns="0" rIns="0" bIns="0" rtlCol="0" anchor="ctr" anchorCtr="1">
            <a:spAutoFit/>
          </a:bodyPr>
          <a:lstStyle/>
          <a:p>
            <a:pPr>
              <a:lnSpc>
                <a:spcPct val="80000"/>
              </a:lnSpc>
            </a:pPr>
            <a:r>
              <a:rPr lang="en-US" altLang="zh-CN" sz="2400" b="1" dirty="0">
                <a:latin typeface="Courier New" panose="02070309020205020404" pitchFamily="49" charset="0"/>
                <a:cs typeface="Courier New" panose="02070309020205020404" pitchFamily="49" charset="0"/>
              </a:rPr>
              <a:t>A</a:t>
            </a:r>
            <a:endParaRPr lang="zh-CN" altLang="en-US" sz="2400" b="1" dirty="0">
              <a:latin typeface="Courier New" panose="02070309020205020404" pitchFamily="49" charset="0"/>
              <a:cs typeface="Courier New" panose="02070309020205020404" pitchFamily="49" charset="0"/>
            </a:endParaRPr>
          </a:p>
        </p:txBody>
      </p:sp>
      <p:sp>
        <p:nvSpPr>
          <p:cNvPr id="51" name="文本框 50">
            <a:extLst>
              <a:ext uri="{FF2B5EF4-FFF2-40B4-BE49-F238E27FC236}">
                <a16:creationId xmlns:a16="http://schemas.microsoft.com/office/drawing/2014/main" id="{6516D2DF-6105-492F-893F-017501C02CE3}"/>
              </a:ext>
            </a:extLst>
          </p:cNvPr>
          <p:cNvSpPr txBox="1"/>
          <p:nvPr/>
        </p:nvSpPr>
        <p:spPr>
          <a:xfrm>
            <a:off x="9878140" y="1999674"/>
            <a:ext cx="184346" cy="313932"/>
          </a:xfrm>
          <a:prstGeom prst="rect">
            <a:avLst/>
          </a:prstGeom>
          <a:noFill/>
        </p:spPr>
        <p:txBody>
          <a:bodyPr wrap="none" lIns="0" tIns="0" rIns="0" bIns="0" rtlCol="0" anchor="ctr" anchorCtr="1">
            <a:spAutoFit/>
          </a:bodyPr>
          <a:lstStyle/>
          <a:p>
            <a:pPr>
              <a:lnSpc>
                <a:spcPct val="80000"/>
              </a:lnSpc>
            </a:pPr>
            <a:r>
              <a:rPr lang="en-US" altLang="zh-CN" sz="2400" b="1" dirty="0">
                <a:latin typeface="Courier New" panose="02070309020205020404" pitchFamily="49" charset="0"/>
                <a:cs typeface="Courier New" panose="02070309020205020404" pitchFamily="49" charset="0"/>
              </a:rPr>
              <a:t>B</a:t>
            </a:r>
            <a:endParaRPr lang="zh-CN" altLang="en-US" sz="2400" b="1" dirty="0">
              <a:latin typeface="Courier New" panose="02070309020205020404" pitchFamily="49" charset="0"/>
              <a:cs typeface="Courier New" panose="02070309020205020404" pitchFamily="49" charset="0"/>
            </a:endParaRPr>
          </a:p>
        </p:txBody>
      </p:sp>
      <p:sp>
        <p:nvSpPr>
          <p:cNvPr id="52" name="文本框 51">
            <a:extLst>
              <a:ext uri="{FF2B5EF4-FFF2-40B4-BE49-F238E27FC236}">
                <a16:creationId xmlns:a16="http://schemas.microsoft.com/office/drawing/2014/main" id="{A04BD3E8-DE32-496D-A6E3-6E0F7BC3F816}"/>
              </a:ext>
            </a:extLst>
          </p:cNvPr>
          <p:cNvSpPr txBox="1"/>
          <p:nvPr/>
        </p:nvSpPr>
        <p:spPr>
          <a:xfrm>
            <a:off x="9884142" y="2317206"/>
            <a:ext cx="184346" cy="313932"/>
          </a:xfrm>
          <a:prstGeom prst="rect">
            <a:avLst/>
          </a:prstGeom>
          <a:noFill/>
        </p:spPr>
        <p:txBody>
          <a:bodyPr wrap="none" lIns="0" tIns="0" rIns="0" bIns="0" rtlCol="0" anchor="ctr" anchorCtr="1">
            <a:spAutoFit/>
          </a:bodyPr>
          <a:lstStyle/>
          <a:p>
            <a:pPr>
              <a:lnSpc>
                <a:spcPct val="80000"/>
              </a:lnSpc>
            </a:pPr>
            <a:r>
              <a:rPr lang="en-US" altLang="zh-CN" sz="2400" b="1" dirty="0">
                <a:latin typeface="Courier New" panose="02070309020205020404" pitchFamily="49" charset="0"/>
                <a:cs typeface="Courier New" panose="02070309020205020404" pitchFamily="49" charset="0"/>
              </a:rPr>
              <a:t>C</a:t>
            </a:r>
            <a:endParaRPr lang="zh-CN" altLang="en-US" sz="2400" b="1" dirty="0">
              <a:latin typeface="Courier New" panose="02070309020205020404" pitchFamily="49" charset="0"/>
              <a:cs typeface="Courier New" panose="02070309020205020404" pitchFamily="49" charset="0"/>
            </a:endParaRPr>
          </a:p>
        </p:txBody>
      </p:sp>
      <p:sp>
        <p:nvSpPr>
          <p:cNvPr id="53" name="文本框 52">
            <a:extLst>
              <a:ext uri="{FF2B5EF4-FFF2-40B4-BE49-F238E27FC236}">
                <a16:creationId xmlns:a16="http://schemas.microsoft.com/office/drawing/2014/main" id="{AC5D1727-7DBE-4789-B910-C1D9435E10A6}"/>
              </a:ext>
            </a:extLst>
          </p:cNvPr>
          <p:cNvSpPr txBox="1"/>
          <p:nvPr/>
        </p:nvSpPr>
        <p:spPr>
          <a:xfrm>
            <a:off x="9894563" y="2618444"/>
            <a:ext cx="184346" cy="313932"/>
          </a:xfrm>
          <a:prstGeom prst="rect">
            <a:avLst/>
          </a:prstGeom>
          <a:noFill/>
        </p:spPr>
        <p:txBody>
          <a:bodyPr wrap="none" lIns="0" tIns="0" rIns="0" bIns="0" rtlCol="0" anchor="ctr" anchorCtr="1">
            <a:spAutoFit/>
          </a:bodyPr>
          <a:lstStyle/>
          <a:p>
            <a:pPr>
              <a:lnSpc>
                <a:spcPct val="80000"/>
              </a:lnSpc>
            </a:pPr>
            <a:r>
              <a:rPr lang="en-US" altLang="zh-CN" sz="2400" b="1" dirty="0">
                <a:latin typeface="Courier New" panose="02070309020205020404" pitchFamily="49" charset="0"/>
                <a:cs typeface="Courier New" panose="02070309020205020404" pitchFamily="49" charset="0"/>
              </a:rPr>
              <a:t>D</a:t>
            </a:r>
            <a:endParaRPr lang="zh-CN" altLang="en-US" sz="2400" b="1" dirty="0">
              <a:latin typeface="Courier New" panose="02070309020205020404" pitchFamily="49" charset="0"/>
              <a:cs typeface="Courier New" panose="02070309020205020404" pitchFamily="49" charset="0"/>
            </a:endParaRPr>
          </a:p>
        </p:txBody>
      </p:sp>
      <p:sp>
        <p:nvSpPr>
          <p:cNvPr id="54" name="文本框 53">
            <a:extLst>
              <a:ext uri="{FF2B5EF4-FFF2-40B4-BE49-F238E27FC236}">
                <a16:creationId xmlns:a16="http://schemas.microsoft.com/office/drawing/2014/main" id="{9E547AAD-B57D-4391-B5A0-95E30FCE1030}"/>
              </a:ext>
            </a:extLst>
          </p:cNvPr>
          <p:cNvSpPr txBox="1"/>
          <p:nvPr/>
        </p:nvSpPr>
        <p:spPr>
          <a:xfrm>
            <a:off x="9894562" y="2928582"/>
            <a:ext cx="184346" cy="313932"/>
          </a:xfrm>
          <a:prstGeom prst="rect">
            <a:avLst/>
          </a:prstGeom>
          <a:noFill/>
        </p:spPr>
        <p:txBody>
          <a:bodyPr wrap="none" lIns="0" tIns="0" rIns="0" bIns="0" rtlCol="0" anchor="ctr" anchorCtr="1">
            <a:spAutoFit/>
          </a:bodyPr>
          <a:lstStyle/>
          <a:p>
            <a:pPr>
              <a:lnSpc>
                <a:spcPct val="80000"/>
              </a:lnSpc>
            </a:pPr>
            <a:r>
              <a:rPr lang="en-US" altLang="zh-CN" sz="2400" b="1" dirty="0">
                <a:latin typeface="Courier New" panose="02070309020205020404" pitchFamily="49" charset="0"/>
                <a:cs typeface="Courier New" panose="02070309020205020404" pitchFamily="49" charset="0"/>
              </a:rPr>
              <a:t>E</a:t>
            </a:r>
            <a:endParaRPr lang="zh-CN" altLang="en-US" sz="2400" b="1" dirty="0">
              <a:latin typeface="Courier New" panose="02070309020205020404" pitchFamily="49" charset="0"/>
              <a:cs typeface="Courier New" panose="02070309020205020404" pitchFamily="49" charset="0"/>
            </a:endParaRPr>
          </a:p>
        </p:txBody>
      </p:sp>
      <p:grpSp>
        <p:nvGrpSpPr>
          <p:cNvPr id="88" name="组合 87">
            <a:extLst>
              <a:ext uri="{FF2B5EF4-FFF2-40B4-BE49-F238E27FC236}">
                <a16:creationId xmlns:a16="http://schemas.microsoft.com/office/drawing/2014/main" id="{4D6997C7-D177-4186-BCD9-153F45FE49E3}"/>
              </a:ext>
            </a:extLst>
          </p:cNvPr>
          <p:cNvGrpSpPr/>
          <p:nvPr/>
        </p:nvGrpSpPr>
        <p:grpSpPr>
          <a:xfrm>
            <a:off x="7394332" y="474630"/>
            <a:ext cx="1678086" cy="1741075"/>
            <a:chOff x="7526226" y="566238"/>
            <a:chExt cx="1678086" cy="1741075"/>
          </a:xfrm>
        </p:grpSpPr>
        <p:sp>
          <p:nvSpPr>
            <p:cNvPr id="55" name="椭圆 36">
              <a:extLst>
                <a:ext uri="{FF2B5EF4-FFF2-40B4-BE49-F238E27FC236}">
                  <a16:creationId xmlns:a16="http://schemas.microsoft.com/office/drawing/2014/main" id="{8005CC83-951B-43FB-9830-A068E465917D}"/>
                </a:ext>
              </a:extLst>
            </p:cNvPr>
            <p:cNvSpPr>
              <a:spLocks noChangeArrowheads="1"/>
            </p:cNvSpPr>
            <p:nvPr/>
          </p:nvSpPr>
          <p:spPr bwMode="auto">
            <a:xfrm>
              <a:off x="7534677" y="626405"/>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A</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sp>
          <p:nvSpPr>
            <p:cNvPr id="56" name="椭圆 37">
              <a:extLst>
                <a:ext uri="{FF2B5EF4-FFF2-40B4-BE49-F238E27FC236}">
                  <a16:creationId xmlns:a16="http://schemas.microsoft.com/office/drawing/2014/main" id="{8DF7E2DA-552B-479A-ABAC-6636C628497B}"/>
                </a:ext>
              </a:extLst>
            </p:cNvPr>
            <p:cNvSpPr>
              <a:spLocks noChangeArrowheads="1"/>
            </p:cNvSpPr>
            <p:nvPr/>
          </p:nvSpPr>
          <p:spPr bwMode="auto">
            <a:xfrm>
              <a:off x="8808311" y="626405"/>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a:latin typeface="Courier New" panose="02070309020205020404" pitchFamily="49" charset="0"/>
                  <a:cs typeface="Courier New" panose="02070309020205020404" pitchFamily="49" charset="0"/>
                  <a:sym typeface="宋体" panose="02010600030101010101" pitchFamily="2" charset="-122"/>
                </a:rPr>
                <a:t>B</a:t>
              </a:r>
              <a:endParaRPr lang="zh-CN" altLang="en-US" sz="2400" b="1">
                <a:latin typeface="Courier New" panose="02070309020205020404" pitchFamily="49" charset="0"/>
                <a:cs typeface="Courier New" panose="02070309020205020404" pitchFamily="49" charset="0"/>
                <a:sym typeface="宋体" panose="02010600030101010101" pitchFamily="2" charset="-122"/>
              </a:endParaRPr>
            </a:p>
          </p:txBody>
        </p:sp>
        <p:sp>
          <p:nvSpPr>
            <p:cNvPr id="57" name="椭圆 38">
              <a:extLst>
                <a:ext uri="{FF2B5EF4-FFF2-40B4-BE49-F238E27FC236}">
                  <a16:creationId xmlns:a16="http://schemas.microsoft.com/office/drawing/2014/main" id="{931B5C59-A6CD-4AE0-BAEF-4EE8D59EE777}"/>
                </a:ext>
              </a:extLst>
            </p:cNvPr>
            <p:cNvSpPr>
              <a:spLocks noChangeArrowheads="1"/>
            </p:cNvSpPr>
            <p:nvPr/>
          </p:nvSpPr>
          <p:spPr bwMode="auto">
            <a:xfrm>
              <a:off x="7534677" y="1911313"/>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D</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sp>
          <p:nvSpPr>
            <p:cNvPr id="58" name="椭圆 39">
              <a:extLst>
                <a:ext uri="{FF2B5EF4-FFF2-40B4-BE49-F238E27FC236}">
                  <a16:creationId xmlns:a16="http://schemas.microsoft.com/office/drawing/2014/main" id="{6407AB90-DBBA-4A34-B7D1-8BA8D72BC5C6}"/>
                </a:ext>
              </a:extLst>
            </p:cNvPr>
            <p:cNvSpPr>
              <a:spLocks noChangeArrowheads="1"/>
            </p:cNvSpPr>
            <p:nvPr/>
          </p:nvSpPr>
          <p:spPr bwMode="auto">
            <a:xfrm>
              <a:off x="8808312" y="1911313"/>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E</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cxnSp>
          <p:nvCxnSpPr>
            <p:cNvPr id="59" name="直接连接符 40">
              <a:extLst>
                <a:ext uri="{FF2B5EF4-FFF2-40B4-BE49-F238E27FC236}">
                  <a16:creationId xmlns:a16="http://schemas.microsoft.com/office/drawing/2014/main" id="{A59CB46F-1713-4733-833C-94C2162F8EDF}"/>
                </a:ext>
              </a:extLst>
            </p:cNvPr>
            <p:cNvCxnSpPr>
              <a:cxnSpLocks noChangeShapeType="1"/>
              <a:stCxn id="55" idx="6"/>
              <a:endCxn id="56" idx="2"/>
            </p:cNvCxnSpPr>
            <p:nvPr/>
          </p:nvCxnSpPr>
          <p:spPr bwMode="auto">
            <a:xfrm>
              <a:off x="7930677" y="824405"/>
              <a:ext cx="877634" cy="0"/>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60" name="直接连接符 41">
              <a:extLst>
                <a:ext uri="{FF2B5EF4-FFF2-40B4-BE49-F238E27FC236}">
                  <a16:creationId xmlns:a16="http://schemas.microsoft.com/office/drawing/2014/main" id="{070972E9-A456-46C7-974A-F6761166D00A}"/>
                </a:ext>
              </a:extLst>
            </p:cNvPr>
            <p:cNvCxnSpPr>
              <a:cxnSpLocks noChangeShapeType="1"/>
              <a:stCxn id="64" idx="5"/>
              <a:endCxn id="58" idx="1"/>
            </p:cNvCxnSpPr>
            <p:nvPr/>
          </p:nvCxnSpPr>
          <p:spPr bwMode="auto">
            <a:xfrm>
              <a:off x="8523773" y="1577192"/>
              <a:ext cx="342532" cy="392114"/>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61" name="直接连接符 42">
              <a:extLst>
                <a:ext uri="{FF2B5EF4-FFF2-40B4-BE49-F238E27FC236}">
                  <a16:creationId xmlns:a16="http://schemas.microsoft.com/office/drawing/2014/main" id="{6CDB8FA3-7707-4270-BD64-766E5F57F136}"/>
                </a:ext>
              </a:extLst>
            </p:cNvPr>
            <p:cNvCxnSpPr>
              <a:cxnSpLocks noChangeShapeType="1"/>
              <a:stCxn id="57" idx="7"/>
              <a:endCxn id="64" idx="3"/>
            </p:cNvCxnSpPr>
            <p:nvPr/>
          </p:nvCxnSpPr>
          <p:spPr bwMode="auto">
            <a:xfrm flipV="1">
              <a:off x="7872684" y="1577192"/>
              <a:ext cx="371075" cy="392114"/>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62" name="直接连接符 43">
              <a:extLst>
                <a:ext uri="{FF2B5EF4-FFF2-40B4-BE49-F238E27FC236}">
                  <a16:creationId xmlns:a16="http://schemas.microsoft.com/office/drawing/2014/main" id="{024B6556-351F-4916-93FA-A28F92F28539}"/>
                </a:ext>
              </a:extLst>
            </p:cNvPr>
            <p:cNvCxnSpPr>
              <a:cxnSpLocks noChangeShapeType="1"/>
              <a:stCxn id="57" idx="0"/>
              <a:endCxn id="55" idx="4"/>
            </p:cNvCxnSpPr>
            <p:nvPr/>
          </p:nvCxnSpPr>
          <p:spPr bwMode="auto">
            <a:xfrm flipV="1">
              <a:off x="7732677" y="1022405"/>
              <a:ext cx="0" cy="88890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63" name="直线连接符 15">
              <a:extLst>
                <a:ext uri="{FF2B5EF4-FFF2-40B4-BE49-F238E27FC236}">
                  <a16:creationId xmlns:a16="http://schemas.microsoft.com/office/drawing/2014/main" id="{16911847-B112-4176-9745-813145FA5C2B}"/>
                </a:ext>
              </a:extLst>
            </p:cNvPr>
            <p:cNvCxnSpPr>
              <a:stCxn id="55" idx="6"/>
              <a:endCxn id="56" idx="2"/>
            </p:cNvCxnSpPr>
            <p:nvPr/>
          </p:nvCxnSpPr>
          <p:spPr>
            <a:xfrm>
              <a:off x="7930677" y="824405"/>
              <a:ext cx="877634" cy="0"/>
            </a:xfrm>
            <a:prstGeom prst="line">
              <a:avLst/>
            </a:prstGeom>
            <a:ln w="28575">
              <a:solidFill>
                <a:schemeClr val="tx1"/>
              </a:soli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cxnSp>
        <p:sp>
          <p:nvSpPr>
            <p:cNvPr id="64" name="椭圆 37">
              <a:extLst>
                <a:ext uri="{FF2B5EF4-FFF2-40B4-BE49-F238E27FC236}">
                  <a16:creationId xmlns:a16="http://schemas.microsoft.com/office/drawing/2014/main" id="{5ABC50F4-9642-4CD8-BBC9-1709E34FEDA1}"/>
                </a:ext>
              </a:extLst>
            </p:cNvPr>
            <p:cNvSpPr>
              <a:spLocks noChangeArrowheads="1"/>
            </p:cNvSpPr>
            <p:nvPr/>
          </p:nvSpPr>
          <p:spPr bwMode="auto">
            <a:xfrm>
              <a:off x="8185766" y="1239185"/>
              <a:ext cx="396000" cy="396000"/>
            </a:xfrm>
            <a:prstGeom prst="ellipse">
              <a:avLst/>
            </a:prstGeom>
            <a:solidFill>
              <a:srgbClr val="CCFFFF"/>
            </a:solidFill>
            <a:ln w="25400">
              <a:solidFill>
                <a:schemeClr val="accent5">
                  <a:lumMod val="75000"/>
                </a:schemeClr>
              </a:solidFill>
              <a:round/>
            </a:ln>
          </p:spPr>
          <p:txBody>
            <a:bodyPr lIns="90169" tIns="46989" rIns="90169" bIns="46989" anchor="ct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en-US" altLang="zh-CN" sz="2400" b="1" dirty="0">
                  <a:latin typeface="Courier New" panose="02070309020205020404" pitchFamily="49" charset="0"/>
                  <a:cs typeface="Courier New" panose="02070309020205020404" pitchFamily="49" charset="0"/>
                  <a:sym typeface="宋体" panose="02010600030101010101" pitchFamily="2" charset="-122"/>
                </a:rPr>
                <a:t>C</a:t>
              </a:r>
              <a:endParaRPr lang="zh-CN" altLang="en-US" sz="2400" b="1" dirty="0">
                <a:latin typeface="Courier New" panose="02070309020205020404" pitchFamily="49" charset="0"/>
                <a:cs typeface="Courier New" panose="02070309020205020404" pitchFamily="49" charset="0"/>
                <a:sym typeface="宋体" panose="02010600030101010101" pitchFamily="2" charset="-122"/>
              </a:endParaRPr>
            </a:p>
          </p:txBody>
        </p:sp>
        <p:cxnSp>
          <p:nvCxnSpPr>
            <p:cNvPr id="65" name="直接连接符 43">
              <a:extLst>
                <a:ext uri="{FF2B5EF4-FFF2-40B4-BE49-F238E27FC236}">
                  <a16:creationId xmlns:a16="http://schemas.microsoft.com/office/drawing/2014/main" id="{77C9580C-317C-47AE-9CD2-F34FD964725E}"/>
                </a:ext>
              </a:extLst>
            </p:cNvPr>
            <p:cNvCxnSpPr>
              <a:cxnSpLocks noChangeShapeType="1"/>
            </p:cNvCxnSpPr>
            <p:nvPr/>
          </p:nvCxnSpPr>
          <p:spPr bwMode="auto">
            <a:xfrm flipV="1">
              <a:off x="9006311" y="1022405"/>
              <a:ext cx="0" cy="888908"/>
            </a:xfrm>
            <a:prstGeom prst="line">
              <a:avLst/>
            </a:prstGeom>
            <a:noFill/>
            <a:ln w="28575">
              <a:solidFill>
                <a:schemeClr val="tx1"/>
              </a:solidFill>
              <a:round/>
            </a:ln>
            <a:extLst>
              <a:ext uri="{909E8E84-426E-40DD-AFC4-6F175D3DCCD1}">
                <a14:hiddenFill xmlns:a14="http://schemas.microsoft.com/office/drawing/2010/main">
                  <a:noFill/>
                </a14:hiddenFill>
              </a:ext>
            </a:extLst>
          </p:spPr>
        </p:cxnSp>
        <p:cxnSp>
          <p:nvCxnSpPr>
            <p:cNvPr id="66" name="直接连接符 42">
              <a:extLst>
                <a:ext uri="{FF2B5EF4-FFF2-40B4-BE49-F238E27FC236}">
                  <a16:creationId xmlns:a16="http://schemas.microsoft.com/office/drawing/2014/main" id="{CA96E298-F265-43B9-8B36-0E154898CE52}"/>
                </a:ext>
              </a:extLst>
            </p:cNvPr>
            <p:cNvCxnSpPr>
              <a:cxnSpLocks noChangeShapeType="1"/>
              <a:stCxn id="64" idx="7"/>
              <a:endCxn id="56" idx="3"/>
            </p:cNvCxnSpPr>
            <p:nvPr/>
          </p:nvCxnSpPr>
          <p:spPr bwMode="auto">
            <a:xfrm flipV="1">
              <a:off x="8523773" y="964412"/>
              <a:ext cx="342531" cy="332766"/>
            </a:xfrm>
            <a:prstGeom prst="line">
              <a:avLst/>
            </a:prstGeom>
            <a:noFill/>
            <a:ln w="28575">
              <a:solidFill>
                <a:schemeClr val="tx1"/>
              </a:solidFill>
              <a:round/>
            </a:ln>
            <a:extLst>
              <a:ext uri="{909E8E84-426E-40DD-AFC4-6F175D3DCCD1}">
                <a14:hiddenFill xmlns:a14="http://schemas.microsoft.com/office/drawing/2010/main">
                  <a:noFill/>
                </a14:hiddenFill>
              </a:ext>
            </a:extLst>
          </p:spPr>
        </p:cxnSp>
        <p:sp>
          <p:nvSpPr>
            <p:cNvPr id="67" name="文本框 66">
              <a:extLst>
                <a:ext uri="{FF2B5EF4-FFF2-40B4-BE49-F238E27FC236}">
                  <a16:creationId xmlns:a16="http://schemas.microsoft.com/office/drawing/2014/main" id="{AF6167BD-709B-45A5-8259-9FB6AA620A46}"/>
                </a:ext>
              </a:extLst>
            </p:cNvPr>
            <p:cNvSpPr txBox="1"/>
            <p:nvPr/>
          </p:nvSpPr>
          <p:spPr>
            <a:xfrm>
              <a:off x="8329970" y="566238"/>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5</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68" name="文本框 67">
              <a:extLst>
                <a:ext uri="{FF2B5EF4-FFF2-40B4-BE49-F238E27FC236}">
                  <a16:creationId xmlns:a16="http://schemas.microsoft.com/office/drawing/2014/main" id="{2CE6C530-436D-4BC4-A099-D9238C60CC90}"/>
                </a:ext>
              </a:extLst>
            </p:cNvPr>
            <p:cNvSpPr txBox="1"/>
            <p:nvPr/>
          </p:nvSpPr>
          <p:spPr>
            <a:xfrm>
              <a:off x="7526226" y="1310277"/>
              <a:ext cx="16468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8</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69" name="文本框 68">
              <a:extLst>
                <a:ext uri="{FF2B5EF4-FFF2-40B4-BE49-F238E27FC236}">
                  <a16:creationId xmlns:a16="http://schemas.microsoft.com/office/drawing/2014/main" id="{787AA995-987B-4DCD-867E-4221DEFFA580}"/>
                </a:ext>
              </a:extLst>
            </p:cNvPr>
            <p:cNvSpPr txBox="1"/>
            <p:nvPr/>
          </p:nvSpPr>
          <p:spPr>
            <a:xfrm>
              <a:off x="8475428" y="942597"/>
              <a:ext cx="16468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2</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70" name="文本框 69">
              <a:extLst>
                <a:ext uri="{FF2B5EF4-FFF2-40B4-BE49-F238E27FC236}">
                  <a16:creationId xmlns:a16="http://schemas.microsoft.com/office/drawing/2014/main" id="{5FD27584-3EC6-4D56-92FD-D69A7A76FF8C}"/>
                </a:ext>
              </a:extLst>
            </p:cNvPr>
            <p:cNvSpPr txBox="1"/>
            <p:nvPr/>
          </p:nvSpPr>
          <p:spPr>
            <a:xfrm>
              <a:off x="8059240" y="1738494"/>
              <a:ext cx="16468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3</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71" name="文本框 70">
              <a:extLst>
                <a:ext uri="{FF2B5EF4-FFF2-40B4-BE49-F238E27FC236}">
                  <a16:creationId xmlns:a16="http://schemas.microsoft.com/office/drawing/2014/main" id="{DF46A26D-5282-4AAE-BA47-A8A1A6F90CC9}"/>
                </a:ext>
              </a:extLst>
            </p:cNvPr>
            <p:cNvSpPr txBox="1"/>
            <p:nvPr/>
          </p:nvSpPr>
          <p:spPr>
            <a:xfrm>
              <a:off x="8475428" y="1731816"/>
              <a:ext cx="16468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4</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72" name="文本框 71">
              <a:extLst>
                <a:ext uri="{FF2B5EF4-FFF2-40B4-BE49-F238E27FC236}">
                  <a16:creationId xmlns:a16="http://schemas.microsoft.com/office/drawing/2014/main" id="{F9623D90-46C9-4A20-ABCD-2EC774D6C23A}"/>
                </a:ext>
              </a:extLst>
            </p:cNvPr>
            <p:cNvSpPr txBox="1"/>
            <p:nvPr/>
          </p:nvSpPr>
          <p:spPr>
            <a:xfrm>
              <a:off x="8794999" y="1325126"/>
              <a:ext cx="16468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7</a:t>
              </a:r>
              <a:endParaRPr lang="zh-CN" altLang="en-US" sz="2200" b="1" dirty="0">
                <a:solidFill>
                  <a:srgbClr val="0000FF"/>
                </a:solidFill>
                <a:latin typeface="Courier New" panose="02070309020205020404" pitchFamily="49" charset="0"/>
                <a:cs typeface="Courier New" panose="02070309020205020404" pitchFamily="49" charset="0"/>
              </a:endParaRPr>
            </a:p>
          </p:txBody>
        </p:sp>
      </p:grpSp>
      <p:sp>
        <p:nvSpPr>
          <p:cNvPr id="74" name="文本框 73">
            <a:extLst>
              <a:ext uri="{FF2B5EF4-FFF2-40B4-BE49-F238E27FC236}">
                <a16:creationId xmlns:a16="http://schemas.microsoft.com/office/drawing/2014/main" id="{D0715EB5-4571-47C5-B98A-55D0C177D7D9}"/>
              </a:ext>
            </a:extLst>
          </p:cNvPr>
          <p:cNvSpPr txBox="1"/>
          <p:nvPr/>
        </p:nvSpPr>
        <p:spPr>
          <a:xfrm>
            <a:off x="1497153" y="2049626"/>
            <a:ext cx="2286203" cy="369332"/>
          </a:xfrm>
          <a:prstGeom prst="rect">
            <a:avLst/>
          </a:prstGeom>
          <a:noFill/>
        </p:spPr>
        <p:txBody>
          <a:bodyPr wrap="none" rtlCol="0">
            <a:spAutoFit/>
          </a:bodyPr>
          <a:lstStyle/>
          <a:p>
            <a:r>
              <a:rPr lang="en-US" altLang="zh-CN"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个顶点</a:t>
            </a:r>
            <a:r>
              <a:rPr lang="en-US" altLang="zh-CN"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{A,B,C,D,E}</a:t>
            </a:r>
            <a:endPar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grpSp>
        <p:nvGrpSpPr>
          <p:cNvPr id="76" name="组合 75">
            <a:extLst>
              <a:ext uri="{FF2B5EF4-FFF2-40B4-BE49-F238E27FC236}">
                <a16:creationId xmlns:a16="http://schemas.microsoft.com/office/drawing/2014/main" id="{E9F0B968-794D-416E-AED1-162C32E66275}"/>
              </a:ext>
            </a:extLst>
          </p:cNvPr>
          <p:cNvGrpSpPr/>
          <p:nvPr/>
        </p:nvGrpSpPr>
        <p:grpSpPr>
          <a:xfrm>
            <a:off x="3139485" y="1747543"/>
            <a:ext cx="4178378" cy="650863"/>
            <a:chOff x="7224488" y="3052411"/>
            <a:chExt cx="4178378" cy="650863"/>
          </a:xfrm>
        </p:grpSpPr>
        <p:sp>
          <p:nvSpPr>
            <p:cNvPr id="77" name="文本框 76">
              <a:extLst>
                <a:ext uri="{FF2B5EF4-FFF2-40B4-BE49-F238E27FC236}">
                  <a16:creationId xmlns:a16="http://schemas.microsoft.com/office/drawing/2014/main" id="{FAF6569E-E720-45BA-AB45-6CE516C8D9DA}"/>
                </a:ext>
              </a:extLst>
            </p:cNvPr>
            <p:cNvSpPr txBox="1"/>
            <p:nvPr/>
          </p:nvSpPr>
          <p:spPr>
            <a:xfrm>
              <a:off x="7224488" y="3052411"/>
              <a:ext cx="795631" cy="369332"/>
            </a:xfrm>
            <a:prstGeom prst="rect">
              <a:avLst/>
            </a:prstGeom>
            <a:noFill/>
          </p:spPr>
          <p:txBody>
            <a:bodyPr wrap="square" rtlCol="0">
              <a:spAutoFit/>
            </a:bodyPr>
            <a:lstStyle/>
            <a:p>
              <a:r>
                <a:rPr lang="en-US" altLang="zh-CN"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6</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条边</a:t>
              </a:r>
            </a:p>
          </p:txBody>
        </p:sp>
        <p:sp>
          <p:nvSpPr>
            <p:cNvPr id="79" name="文本框 78">
              <a:extLst>
                <a:ext uri="{FF2B5EF4-FFF2-40B4-BE49-F238E27FC236}">
                  <a16:creationId xmlns:a16="http://schemas.microsoft.com/office/drawing/2014/main" id="{A5F38C70-1E53-4617-87B0-C77FFD46F8CC}"/>
                </a:ext>
              </a:extLst>
            </p:cNvPr>
            <p:cNvSpPr txBox="1"/>
            <p:nvPr/>
          </p:nvSpPr>
          <p:spPr>
            <a:xfrm>
              <a:off x="7794110" y="3056943"/>
              <a:ext cx="3608756" cy="646331"/>
            </a:xfrm>
            <a:prstGeom prst="rect">
              <a:avLst/>
            </a:prstGeom>
            <a:noFill/>
          </p:spPr>
          <p:txBody>
            <a:bodyPr wrap="squar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{{A,B,5},{E,C,4},{C,D,3},</a:t>
              </a:r>
            </a:p>
            <a:p>
              <a:r>
                <a:rPr lang="en-US" altLang="zh-CN" b="1" dirty="0">
                  <a:solidFill>
                    <a:srgbClr val="C00000"/>
                  </a:solidFill>
                  <a:latin typeface="Courier New" panose="02070309020205020404" pitchFamily="49" charset="0"/>
                  <a:cs typeface="Courier New" panose="02070309020205020404" pitchFamily="49" charset="0"/>
                </a:rPr>
                <a:t> {D,A,8},{B,C,2},{E,B,7}}</a:t>
              </a:r>
              <a:endParaRPr lang="zh-CN" altLang="en-US" b="1" dirty="0">
                <a:solidFill>
                  <a:srgbClr val="C00000"/>
                </a:solidFill>
                <a:latin typeface="Courier New" panose="02070309020205020404" pitchFamily="49" charset="0"/>
                <a:cs typeface="Courier New" panose="02070309020205020404" pitchFamily="49" charset="0"/>
              </a:endParaRPr>
            </a:p>
          </p:txBody>
        </p:sp>
      </p:grpSp>
      <p:sp>
        <p:nvSpPr>
          <p:cNvPr id="87" name="矩形: 圆角 86">
            <a:extLst>
              <a:ext uri="{FF2B5EF4-FFF2-40B4-BE49-F238E27FC236}">
                <a16:creationId xmlns:a16="http://schemas.microsoft.com/office/drawing/2014/main" id="{C36B69A3-28D0-4EB0-8D06-CB6E763A89FC}"/>
              </a:ext>
            </a:extLst>
          </p:cNvPr>
          <p:cNvSpPr/>
          <p:nvPr/>
        </p:nvSpPr>
        <p:spPr>
          <a:xfrm>
            <a:off x="1397857" y="224975"/>
            <a:ext cx="5493543" cy="515848"/>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7.1</a:t>
            </a:r>
            <a:r>
              <a:rPr lang="zh-CN" altLang="en-US" sz="2400" b="1" dirty="0">
                <a:solidFill>
                  <a:srgbClr val="C00000"/>
                </a:solidFill>
                <a:effectLst>
                  <a:outerShdw blurRad="38100" dist="38100" dir="2700000" algn="tl">
                    <a:srgbClr val="000000">
                      <a:alpha val="43137"/>
                    </a:srgbClr>
                  </a:outerShdw>
                </a:effectLst>
              </a:rPr>
              <a:t>和</a:t>
            </a:r>
            <a:r>
              <a:rPr lang="en-US" altLang="zh-CN" sz="2400" b="1" dirty="0">
                <a:solidFill>
                  <a:srgbClr val="C00000"/>
                </a:solidFill>
                <a:effectLst>
                  <a:outerShdw blurRad="38100" dist="38100" dir="2700000" algn="tl">
                    <a:srgbClr val="000000">
                      <a:alpha val="43137"/>
                    </a:srgbClr>
                  </a:outerShdw>
                </a:effectLst>
              </a:rPr>
              <a:t>7.2  </a:t>
            </a:r>
            <a:r>
              <a:rPr lang="zh-CN" altLang="en-US" sz="2400" b="1" dirty="0">
                <a:solidFill>
                  <a:srgbClr val="041ABC"/>
                </a:solidFill>
                <a:effectLst>
                  <a:outerShdw blurRad="38100" dist="38100" dir="2700000" algn="tl">
                    <a:srgbClr val="000000">
                      <a:alpha val="43137"/>
                    </a:srgbClr>
                  </a:outerShdw>
                </a:effectLst>
              </a:rPr>
              <a:t>无向网的邻接矩阵构造</a:t>
            </a:r>
          </a:p>
        </p:txBody>
      </p:sp>
      <p:sp>
        <p:nvSpPr>
          <p:cNvPr id="89" name="文本框 88">
            <a:extLst>
              <a:ext uri="{FF2B5EF4-FFF2-40B4-BE49-F238E27FC236}">
                <a16:creationId xmlns:a16="http://schemas.microsoft.com/office/drawing/2014/main" id="{8CB88939-2B21-4117-91FD-93859CF886DD}"/>
              </a:ext>
            </a:extLst>
          </p:cNvPr>
          <p:cNvSpPr txBox="1"/>
          <p:nvPr/>
        </p:nvSpPr>
        <p:spPr>
          <a:xfrm>
            <a:off x="10309112" y="1710895"/>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92" name="文本框 91">
            <a:extLst>
              <a:ext uri="{FF2B5EF4-FFF2-40B4-BE49-F238E27FC236}">
                <a16:creationId xmlns:a16="http://schemas.microsoft.com/office/drawing/2014/main" id="{31C66B57-F4CC-48A0-8FAC-40F3702BFAE1}"/>
              </a:ext>
            </a:extLst>
          </p:cNvPr>
          <p:cNvSpPr txBox="1"/>
          <p:nvPr/>
        </p:nvSpPr>
        <p:spPr>
          <a:xfrm>
            <a:off x="10606719" y="1712200"/>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93" name="文本框 92">
            <a:extLst>
              <a:ext uri="{FF2B5EF4-FFF2-40B4-BE49-F238E27FC236}">
                <a16:creationId xmlns:a16="http://schemas.microsoft.com/office/drawing/2014/main" id="{42779F3F-8B20-4C67-957A-EB39E305AC8E}"/>
              </a:ext>
            </a:extLst>
          </p:cNvPr>
          <p:cNvSpPr txBox="1"/>
          <p:nvPr/>
        </p:nvSpPr>
        <p:spPr>
          <a:xfrm>
            <a:off x="10900375" y="1712200"/>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94" name="文本框 93">
            <a:extLst>
              <a:ext uri="{FF2B5EF4-FFF2-40B4-BE49-F238E27FC236}">
                <a16:creationId xmlns:a16="http://schemas.microsoft.com/office/drawing/2014/main" id="{A662E5DA-1692-4418-A026-255C8002520D}"/>
              </a:ext>
            </a:extLst>
          </p:cNvPr>
          <p:cNvSpPr txBox="1"/>
          <p:nvPr/>
        </p:nvSpPr>
        <p:spPr>
          <a:xfrm>
            <a:off x="11197982" y="1713505"/>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95" name="文本框 94">
            <a:extLst>
              <a:ext uri="{FF2B5EF4-FFF2-40B4-BE49-F238E27FC236}">
                <a16:creationId xmlns:a16="http://schemas.microsoft.com/office/drawing/2014/main" id="{99B01F97-46AF-4D03-9D0C-3C3D89884659}"/>
              </a:ext>
            </a:extLst>
          </p:cNvPr>
          <p:cNvSpPr txBox="1"/>
          <p:nvPr/>
        </p:nvSpPr>
        <p:spPr>
          <a:xfrm>
            <a:off x="11489363" y="1713803"/>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97" name="文本框 96">
            <a:extLst>
              <a:ext uri="{FF2B5EF4-FFF2-40B4-BE49-F238E27FC236}">
                <a16:creationId xmlns:a16="http://schemas.microsoft.com/office/drawing/2014/main" id="{3FB54161-B91C-428C-8CB7-39D74FB11B27}"/>
              </a:ext>
            </a:extLst>
          </p:cNvPr>
          <p:cNvSpPr txBox="1"/>
          <p:nvPr/>
        </p:nvSpPr>
        <p:spPr>
          <a:xfrm>
            <a:off x="10324680" y="2018901"/>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98" name="文本框 97">
            <a:extLst>
              <a:ext uri="{FF2B5EF4-FFF2-40B4-BE49-F238E27FC236}">
                <a16:creationId xmlns:a16="http://schemas.microsoft.com/office/drawing/2014/main" id="{4AB96ED0-6321-4108-90F9-8AAF4A787D09}"/>
              </a:ext>
            </a:extLst>
          </p:cNvPr>
          <p:cNvSpPr txBox="1"/>
          <p:nvPr/>
        </p:nvSpPr>
        <p:spPr>
          <a:xfrm>
            <a:off x="10622287" y="2020206"/>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99" name="文本框 98">
            <a:extLst>
              <a:ext uri="{FF2B5EF4-FFF2-40B4-BE49-F238E27FC236}">
                <a16:creationId xmlns:a16="http://schemas.microsoft.com/office/drawing/2014/main" id="{508023C9-2FF0-4F4C-A03D-798FF91882FD}"/>
              </a:ext>
            </a:extLst>
          </p:cNvPr>
          <p:cNvSpPr txBox="1"/>
          <p:nvPr/>
        </p:nvSpPr>
        <p:spPr>
          <a:xfrm>
            <a:off x="10915943" y="2020206"/>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00" name="文本框 99">
            <a:extLst>
              <a:ext uri="{FF2B5EF4-FFF2-40B4-BE49-F238E27FC236}">
                <a16:creationId xmlns:a16="http://schemas.microsoft.com/office/drawing/2014/main" id="{7D00E1B3-BAD5-406F-9C62-2FC632DCCC21}"/>
              </a:ext>
            </a:extLst>
          </p:cNvPr>
          <p:cNvSpPr txBox="1"/>
          <p:nvPr/>
        </p:nvSpPr>
        <p:spPr>
          <a:xfrm>
            <a:off x="11213550" y="2021511"/>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01" name="文本框 100">
            <a:extLst>
              <a:ext uri="{FF2B5EF4-FFF2-40B4-BE49-F238E27FC236}">
                <a16:creationId xmlns:a16="http://schemas.microsoft.com/office/drawing/2014/main" id="{2137BD77-B7F8-4949-BD37-A531E690C186}"/>
              </a:ext>
            </a:extLst>
          </p:cNvPr>
          <p:cNvSpPr txBox="1"/>
          <p:nvPr/>
        </p:nvSpPr>
        <p:spPr>
          <a:xfrm>
            <a:off x="11504931" y="2021809"/>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02" name="文本框 101">
            <a:extLst>
              <a:ext uri="{FF2B5EF4-FFF2-40B4-BE49-F238E27FC236}">
                <a16:creationId xmlns:a16="http://schemas.microsoft.com/office/drawing/2014/main" id="{E7BC4BC1-23D1-4869-B651-93CB7DEDEF3B}"/>
              </a:ext>
            </a:extLst>
          </p:cNvPr>
          <p:cNvSpPr txBox="1"/>
          <p:nvPr/>
        </p:nvSpPr>
        <p:spPr>
          <a:xfrm>
            <a:off x="10309112" y="2325304"/>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03" name="文本框 102">
            <a:extLst>
              <a:ext uri="{FF2B5EF4-FFF2-40B4-BE49-F238E27FC236}">
                <a16:creationId xmlns:a16="http://schemas.microsoft.com/office/drawing/2014/main" id="{CA39B6D0-6C0A-4E42-B262-5FFB30463212}"/>
              </a:ext>
            </a:extLst>
          </p:cNvPr>
          <p:cNvSpPr txBox="1"/>
          <p:nvPr/>
        </p:nvSpPr>
        <p:spPr>
          <a:xfrm>
            <a:off x="10606719" y="2326609"/>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04" name="文本框 103">
            <a:extLst>
              <a:ext uri="{FF2B5EF4-FFF2-40B4-BE49-F238E27FC236}">
                <a16:creationId xmlns:a16="http://schemas.microsoft.com/office/drawing/2014/main" id="{69C015FB-8073-40CB-847A-FBCE440028CA}"/>
              </a:ext>
            </a:extLst>
          </p:cNvPr>
          <p:cNvSpPr txBox="1"/>
          <p:nvPr/>
        </p:nvSpPr>
        <p:spPr>
          <a:xfrm>
            <a:off x="10900375" y="2326609"/>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05" name="文本框 104">
            <a:extLst>
              <a:ext uri="{FF2B5EF4-FFF2-40B4-BE49-F238E27FC236}">
                <a16:creationId xmlns:a16="http://schemas.microsoft.com/office/drawing/2014/main" id="{95F283FF-2B8E-4FAE-839F-1EBF43305821}"/>
              </a:ext>
            </a:extLst>
          </p:cNvPr>
          <p:cNvSpPr txBox="1"/>
          <p:nvPr/>
        </p:nvSpPr>
        <p:spPr>
          <a:xfrm>
            <a:off x="11197982" y="2327914"/>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06" name="文本框 105">
            <a:extLst>
              <a:ext uri="{FF2B5EF4-FFF2-40B4-BE49-F238E27FC236}">
                <a16:creationId xmlns:a16="http://schemas.microsoft.com/office/drawing/2014/main" id="{0625D464-FFB5-46A7-A9EE-B5FFA87C0D5A}"/>
              </a:ext>
            </a:extLst>
          </p:cNvPr>
          <p:cNvSpPr txBox="1"/>
          <p:nvPr/>
        </p:nvSpPr>
        <p:spPr>
          <a:xfrm>
            <a:off x="11489363" y="2328212"/>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07" name="文本框 106">
            <a:extLst>
              <a:ext uri="{FF2B5EF4-FFF2-40B4-BE49-F238E27FC236}">
                <a16:creationId xmlns:a16="http://schemas.microsoft.com/office/drawing/2014/main" id="{FD56010F-22B9-4B0A-AC53-9A49EF0642B6}"/>
              </a:ext>
            </a:extLst>
          </p:cNvPr>
          <p:cNvSpPr txBox="1"/>
          <p:nvPr/>
        </p:nvSpPr>
        <p:spPr>
          <a:xfrm>
            <a:off x="10309112" y="2628926"/>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08" name="文本框 107">
            <a:extLst>
              <a:ext uri="{FF2B5EF4-FFF2-40B4-BE49-F238E27FC236}">
                <a16:creationId xmlns:a16="http://schemas.microsoft.com/office/drawing/2014/main" id="{1D313EAB-BF9E-40B0-AB1D-B2829892CB18}"/>
              </a:ext>
            </a:extLst>
          </p:cNvPr>
          <p:cNvSpPr txBox="1"/>
          <p:nvPr/>
        </p:nvSpPr>
        <p:spPr>
          <a:xfrm>
            <a:off x="10606719" y="2630231"/>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09" name="文本框 108">
            <a:extLst>
              <a:ext uri="{FF2B5EF4-FFF2-40B4-BE49-F238E27FC236}">
                <a16:creationId xmlns:a16="http://schemas.microsoft.com/office/drawing/2014/main" id="{CC81B6C6-3EAF-4A08-92BB-5D9B52A7C157}"/>
              </a:ext>
            </a:extLst>
          </p:cNvPr>
          <p:cNvSpPr txBox="1"/>
          <p:nvPr/>
        </p:nvSpPr>
        <p:spPr>
          <a:xfrm>
            <a:off x="10900375" y="2630231"/>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10" name="文本框 109">
            <a:extLst>
              <a:ext uri="{FF2B5EF4-FFF2-40B4-BE49-F238E27FC236}">
                <a16:creationId xmlns:a16="http://schemas.microsoft.com/office/drawing/2014/main" id="{0D5ECADD-0ADE-4DCC-B446-EBA806803E34}"/>
              </a:ext>
            </a:extLst>
          </p:cNvPr>
          <p:cNvSpPr txBox="1"/>
          <p:nvPr/>
        </p:nvSpPr>
        <p:spPr>
          <a:xfrm>
            <a:off x="11197982" y="2631536"/>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11" name="文本框 110">
            <a:extLst>
              <a:ext uri="{FF2B5EF4-FFF2-40B4-BE49-F238E27FC236}">
                <a16:creationId xmlns:a16="http://schemas.microsoft.com/office/drawing/2014/main" id="{D5F34BA6-77B6-4684-8E9B-5629DE48CCEF}"/>
              </a:ext>
            </a:extLst>
          </p:cNvPr>
          <p:cNvSpPr txBox="1"/>
          <p:nvPr/>
        </p:nvSpPr>
        <p:spPr>
          <a:xfrm>
            <a:off x="11489363" y="2631834"/>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12" name="文本框 111">
            <a:extLst>
              <a:ext uri="{FF2B5EF4-FFF2-40B4-BE49-F238E27FC236}">
                <a16:creationId xmlns:a16="http://schemas.microsoft.com/office/drawing/2014/main" id="{A75DFF5A-05E6-4BB7-BC9D-C2F1CC843527}"/>
              </a:ext>
            </a:extLst>
          </p:cNvPr>
          <p:cNvSpPr txBox="1"/>
          <p:nvPr/>
        </p:nvSpPr>
        <p:spPr>
          <a:xfrm>
            <a:off x="10309112" y="2938517"/>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13" name="文本框 112">
            <a:extLst>
              <a:ext uri="{FF2B5EF4-FFF2-40B4-BE49-F238E27FC236}">
                <a16:creationId xmlns:a16="http://schemas.microsoft.com/office/drawing/2014/main" id="{924CD6FB-EB1F-4739-ADF5-E119A8DA006E}"/>
              </a:ext>
            </a:extLst>
          </p:cNvPr>
          <p:cNvSpPr txBox="1"/>
          <p:nvPr/>
        </p:nvSpPr>
        <p:spPr>
          <a:xfrm>
            <a:off x="10606719" y="2939822"/>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14" name="文本框 113">
            <a:extLst>
              <a:ext uri="{FF2B5EF4-FFF2-40B4-BE49-F238E27FC236}">
                <a16:creationId xmlns:a16="http://schemas.microsoft.com/office/drawing/2014/main" id="{CB9E6476-2451-445C-B44D-A772D897A850}"/>
              </a:ext>
            </a:extLst>
          </p:cNvPr>
          <p:cNvSpPr txBox="1"/>
          <p:nvPr/>
        </p:nvSpPr>
        <p:spPr>
          <a:xfrm>
            <a:off x="10900375" y="2939822"/>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15" name="文本框 114">
            <a:extLst>
              <a:ext uri="{FF2B5EF4-FFF2-40B4-BE49-F238E27FC236}">
                <a16:creationId xmlns:a16="http://schemas.microsoft.com/office/drawing/2014/main" id="{77136F57-A376-4C64-91AA-0578ED9D65B8}"/>
              </a:ext>
            </a:extLst>
          </p:cNvPr>
          <p:cNvSpPr txBox="1"/>
          <p:nvPr/>
        </p:nvSpPr>
        <p:spPr>
          <a:xfrm>
            <a:off x="11197982" y="2941127"/>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sp>
        <p:nvSpPr>
          <p:cNvPr id="116" name="文本框 115">
            <a:extLst>
              <a:ext uri="{FF2B5EF4-FFF2-40B4-BE49-F238E27FC236}">
                <a16:creationId xmlns:a16="http://schemas.microsoft.com/office/drawing/2014/main" id="{7370AEB8-73B2-4F59-87C6-CDEDFBD1EB80}"/>
              </a:ext>
            </a:extLst>
          </p:cNvPr>
          <p:cNvSpPr txBox="1"/>
          <p:nvPr/>
        </p:nvSpPr>
        <p:spPr>
          <a:xfrm>
            <a:off x="11489363" y="2941425"/>
            <a:ext cx="250068" cy="303801"/>
          </a:xfrm>
          <a:prstGeom prst="rect">
            <a:avLst/>
          </a:prstGeom>
          <a:noFill/>
        </p:spPr>
        <p:txBody>
          <a:bodyPr wrap="none" lIns="0" tIns="0" rIns="0" bIns="0" rtlCol="0">
            <a:spAutoFit/>
          </a:bodyPr>
          <a:lstStyle/>
          <a:p>
            <a:pPr>
              <a:lnSpc>
                <a:spcPct val="80000"/>
              </a:lnSpc>
            </a:pPr>
            <a:r>
              <a:rPr lang="zh-CN" altLang="en-US" sz="2400" b="1" dirty="0"/>
              <a:t>∞</a:t>
            </a:r>
          </a:p>
        </p:txBody>
      </p:sp>
      <p:cxnSp>
        <p:nvCxnSpPr>
          <p:cNvPr id="118" name="直接连接符 117">
            <a:extLst>
              <a:ext uri="{FF2B5EF4-FFF2-40B4-BE49-F238E27FC236}">
                <a16:creationId xmlns:a16="http://schemas.microsoft.com/office/drawing/2014/main" id="{6F8179ED-FE8C-4BE7-9DF6-460D74E4D93D}"/>
              </a:ext>
            </a:extLst>
          </p:cNvPr>
          <p:cNvCxnSpPr/>
          <p:nvPr/>
        </p:nvCxnSpPr>
        <p:spPr>
          <a:xfrm flipV="1">
            <a:off x="4043101" y="2029485"/>
            <a:ext cx="718438" cy="703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41" name="文本框 140">
            <a:extLst>
              <a:ext uri="{FF2B5EF4-FFF2-40B4-BE49-F238E27FC236}">
                <a16:creationId xmlns:a16="http://schemas.microsoft.com/office/drawing/2014/main" id="{00F4EF61-FA67-4ACE-B072-EBF4DDDB58A0}"/>
              </a:ext>
            </a:extLst>
          </p:cNvPr>
          <p:cNvSpPr txBox="1"/>
          <p:nvPr/>
        </p:nvSpPr>
        <p:spPr>
          <a:xfrm>
            <a:off x="9416134" y="1603655"/>
            <a:ext cx="208411" cy="307777"/>
          </a:xfrm>
          <a:prstGeom prst="rect">
            <a:avLst/>
          </a:prstGeom>
          <a:noFill/>
        </p:spPr>
        <p:txBody>
          <a:bodyPr wrap="square" lIns="0" tIns="0" rIns="0" bIns="0" rtlCol="0">
            <a:spAutoFit/>
          </a:bodyPr>
          <a:lstStyle/>
          <a:p>
            <a:r>
              <a:rPr lang="en-US" altLang="zh-CN" sz="2000" b="1" dirty="0" err="1">
                <a:solidFill>
                  <a:srgbClr val="C00000"/>
                </a:solidFill>
                <a:latin typeface="Courier New" panose="02070309020205020404" pitchFamily="49" charset="0"/>
                <a:cs typeface="Courier New" panose="02070309020205020404" pitchFamily="49" charset="0"/>
              </a:rPr>
              <a:t>i</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42" name="文本框 141">
            <a:extLst>
              <a:ext uri="{FF2B5EF4-FFF2-40B4-BE49-F238E27FC236}">
                <a16:creationId xmlns:a16="http://schemas.microsoft.com/office/drawing/2014/main" id="{E04AD32C-571B-4BCE-92D4-DE1237B78876}"/>
              </a:ext>
            </a:extLst>
          </p:cNvPr>
          <p:cNvSpPr txBox="1"/>
          <p:nvPr/>
        </p:nvSpPr>
        <p:spPr>
          <a:xfrm>
            <a:off x="10630190" y="1190345"/>
            <a:ext cx="153888" cy="307777"/>
          </a:xfrm>
          <a:prstGeom prst="rect">
            <a:avLst/>
          </a:prstGeom>
          <a:noFill/>
        </p:spPr>
        <p:txBody>
          <a:bodyPr wrap="none" lIns="0" tIns="0" rIns="0" bIns="0"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j</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43" name="文本框 142">
            <a:extLst>
              <a:ext uri="{FF2B5EF4-FFF2-40B4-BE49-F238E27FC236}">
                <a16:creationId xmlns:a16="http://schemas.microsoft.com/office/drawing/2014/main" id="{2134EC28-8A9E-4697-8837-23C33D5C0F63}"/>
              </a:ext>
            </a:extLst>
          </p:cNvPr>
          <p:cNvSpPr txBox="1"/>
          <p:nvPr/>
        </p:nvSpPr>
        <p:spPr>
          <a:xfrm>
            <a:off x="9413682" y="2585738"/>
            <a:ext cx="208411" cy="307777"/>
          </a:xfrm>
          <a:prstGeom prst="rect">
            <a:avLst/>
          </a:prstGeom>
          <a:noFill/>
        </p:spPr>
        <p:txBody>
          <a:bodyPr wrap="square" lIns="0" tIns="0" rIns="0" bIns="0" rtlCol="0">
            <a:spAutoFit/>
          </a:bodyPr>
          <a:lstStyle/>
          <a:p>
            <a:r>
              <a:rPr lang="en-US" altLang="zh-CN" sz="2000" b="1" dirty="0" err="1">
                <a:solidFill>
                  <a:srgbClr val="C00000"/>
                </a:solidFill>
                <a:latin typeface="Courier New" panose="02070309020205020404" pitchFamily="49" charset="0"/>
                <a:cs typeface="Courier New" panose="02070309020205020404" pitchFamily="49" charset="0"/>
              </a:rPr>
              <a:t>i</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45" name="文本框 144">
            <a:extLst>
              <a:ext uri="{FF2B5EF4-FFF2-40B4-BE49-F238E27FC236}">
                <a16:creationId xmlns:a16="http://schemas.microsoft.com/office/drawing/2014/main" id="{7448DA73-12CF-4CD7-8305-BA5485CB4873}"/>
              </a:ext>
            </a:extLst>
          </p:cNvPr>
          <p:cNvSpPr txBox="1"/>
          <p:nvPr/>
        </p:nvSpPr>
        <p:spPr>
          <a:xfrm>
            <a:off x="10337836" y="1165339"/>
            <a:ext cx="153888" cy="307777"/>
          </a:xfrm>
          <a:prstGeom prst="rect">
            <a:avLst/>
          </a:prstGeom>
          <a:noFill/>
        </p:spPr>
        <p:txBody>
          <a:bodyPr wrap="none" lIns="0" tIns="0" rIns="0" bIns="0"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j</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46" name="文本框 145">
            <a:extLst>
              <a:ext uri="{FF2B5EF4-FFF2-40B4-BE49-F238E27FC236}">
                <a16:creationId xmlns:a16="http://schemas.microsoft.com/office/drawing/2014/main" id="{CEABB4A3-0CA7-4D12-A18C-9C6E4E0341A2}"/>
              </a:ext>
            </a:extLst>
          </p:cNvPr>
          <p:cNvSpPr txBox="1"/>
          <p:nvPr/>
        </p:nvSpPr>
        <p:spPr>
          <a:xfrm>
            <a:off x="9408394" y="2901951"/>
            <a:ext cx="208411" cy="307777"/>
          </a:xfrm>
          <a:prstGeom prst="rect">
            <a:avLst/>
          </a:prstGeom>
          <a:noFill/>
        </p:spPr>
        <p:txBody>
          <a:bodyPr wrap="square" lIns="0" tIns="0" rIns="0" bIns="0" rtlCol="0">
            <a:spAutoFit/>
          </a:bodyPr>
          <a:lstStyle/>
          <a:p>
            <a:r>
              <a:rPr lang="en-US" altLang="zh-CN" sz="2000" b="1" dirty="0" err="1">
                <a:solidFill>
                  <a:srgbClr val="C00000"/>
                </a:solidFill>
                <a:latin typeface="Courier New" panose="02070309020205020404" pitchFamily="49" charset="0"/>
                <a:cs typeface="Courier New" panose="02070309020205020404" pitchFamily="49" charset="0"/>
              </a:rPr>
              <a:t>i</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47" name="文本框 146">
            <a:extLst>
              <a:ext uri="{FF2B5EF4-FFF2-40B4-BE49-F238E27FC236}">
                <a16:creationId xmlns:a16="http://schemas.microsoft.com/office/drawing/2014/main" id="{74E74748-28B2-4E34-9F7F-50EFBBEC30D7}"/>
              </a:ext>
            </a:extLst>
          </p:cNvPr>
          <p:cNvSpPr txBox="1"/>
          <p:nvPr/>
        </p:nvSpPr>
        <p:spPr>
          <a:xfrm>
            <a:off x="11256107" y="1193379"/>
            <a:ext cx="153888" cy="307777"/>
          </a:xfrm>
          <a:prstGeom prst="rect">
            <a:avLst/>
          </a:prstGeom>
          <a:noFill/>
        </p:spPr>
        <p:txBody>
          <a:bodyPr wrap="none" lIns="0" tIns="0" rIns="0" bIns="0"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j</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48" name="文本框 147">
            <a:extLst>
              <a:ext uri="{FF2B5EF4-FFF2-40B4-BE49-F238E27FC236}">
                <a16:creationId xmlns:a16="http://schemas.microsoft.com/office/drawing/2014/main" id="{FA6021E9-5DAE-4F9A-A129-9B297B376BC2}"/>
              </a:ext>
            </a:extLst>
          </p:cNvPr>
          <p:cNvSpPr txBox="1"/>
          <p:nvPr/>
        </p:nvSpPr>
        <p:spPr>
          <a:xfrm>
            <a:off x="9416134" y="1975659"/>
            <a:ext cx="208411" cy="307777"/>
          </a:xfrm>
          <a:prstGeom prst="rect">
            <a:avLst/>
          </a:prstGeom>
          <a:noFill/>
        </p:spPr>
        <p:txBody>
          <a:bodyPr wrap="square" lIns="0" tIns="0" rIns="0" bIns="0" rtlCol="0">
            <a:spAutoFit/>
          </a:bodyPr>
          <a:lstStyle/>
          <a:p>
            <a:r>
              <a:rPr lang="en-US" altLang="zh-CN" sz="2000" b="1" dirty="0" err="1">
                <a:solidFill>
                  <a:srgbClr val="C00000"/>
                </a:solidFill>
                <a:latin typeface="Courier New" panose="02070309020205020404" pitchFamily="49" charset="0"/>
                <a:cs typeface="Courier New" panose="02070309020205020404" pitchFamily="49" charset="0"/>
              </a:rPr>
              <a:t>i</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49" name="文本框 148">
            <a:extLst>
              <a:ext uri="{FF2B5EF4-FFF2-40B4-BE49-F238E27FC236}">
                <a16:creationId xmlns:a16="http://schemas.microsoft.com/office/drawing/2014/main" id="{3B930F7C-0330-4C68-AE21-F32A73A1B2A7}"/>
              </a:ext>
            </a:extLst>
          </p:cNvPr>
          <p:cNvSpPr txBox="1"/>
          <p:nvPr/>
        </p:nvSpPr>
        <p:spPr>
          <a:xfrm>
            <a:off x="10944521" y="1185273"/>
            <a:ext cx="153888" cy="307777"/>
          </a:xfrm>
          <a:prstGeom prst="rect">
            <a:avLst/>
          </a:prstGeom>
          <a:noFill/>
        </p:spPr>
        <p:txBody>
          <a:bodyPr wrap="none" lIns="0" tIns="0" rIns="0" bIns="0" rtlCol="0">
            <a:spAutoFit/>
          </a:bodyPr>
          <a:lstStyle/>
          <a:p>
            <a:r>
              <a:rPr lang="en-US" altLang="zh-CN" sz="2000" b="1" dirty="0">
                <a:solidFill>
                  <a:srgbClr val="C00000"/>
                </a:solidFill>
                <a:latin typeface="Courier New" panose="02070309020205020404" pitchFamily="49" charset="0"/>
                <a:cs typeface="Courier New" panose="02070309020205020404" pitchFamily="49" charset="0"/>
              </a:rPr>
              <a:t>j</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50" name="文本框 149">
            <a:extLst>
              <a:ext uri="{FF2B5EF4-FFF2-40B4-BE49-F238E27FC236}">
                <a16:creationId xmlns:a16="http://schemas.microsoft.com/office/drawing/2014/main" id="{92E082FD-67CD-4C9D-8CF9-3AA65C73E1BB}"/>
              </a:ext>
            </a:extLst>
          </p:cNvPr>
          <p:cNvSpPr txBox="1"/>
          <p:nvPr/>
        </p:nvSpPr>
        <p:spPr>
          <a:xfrm>
            <a:off x="9409656" y="2259776"/>
            <a:ext cx="208411" cy="307777"/>
          </a:xfrm>
          <a:prstGeom prst="rect">
            <a:avLst/>
          </a:prstGeom>
          <a:noFill/>
        </p:spPr>
        <p:txBody>
          <a:bodyPr wrap="square" lIns="0" tIns="0" rIns="0" bIns="0" rtlCol="0">
            <a:spAutoFit/>
          </a:bodyPr>
          <a:lstStyle/>
          <a:p>
            <a:r>
              <a:rPr lang="en-US" altLang="zh-CN" sz="2000" b="1" dirty="0" err="1">
                <a:solidFill>
                  <a:srgbClr val="C00000"/>
                </a:solidFill>
                <a:latin typeface="Courier New" panose="02070309020205020404" pitchFamily="49" charset="0"/>
                <a:cs typeface="Courier New" panose="02070309020205020404" pitchFamily="49" charset="0"/>
              </a:rPr>
              <a:t>i</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3" name="直接连接符 2">
            <a:extLst>
              <a:ext uri="{FF2B5EF4-FFF2-40B4-BE49-F238E27FC236}">
                <a16:creationId xmlns:a16="http://schemas.microsoft.com/office/drawing/2014/main" id="{62960AC9-413F-4784-ADFB-BAB8A1A3ECB1}"/>
              </a:ext>
            </a:extLst>
          </p:cNvPr>
          <p:cNvCxnSpPr/>
          <p:nvPr/>
        </p:nvCxnSpPr>
        <p:spPr>
          <a:xfrm>
            <a:off x="960666" y="3344645"/>
            <a:ext cx="6071879"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3" name="文本框 172">
            <a:extLst>
              <a:ext uri="{FF2B5EF4-FFF2-40B4-BE49-F238E27FC236}">
                <a16:creationId xmlns:a16="http://schemas.microsoft.com/office/drawing/2014/main" id="{5276B347-0463-4FB0-A6D5-D625D8F99FAB}"/>
              </a:ext>
            </a:extLst>
          </p:cNvPr>
          <p:cNvSpPr txBox="1"/>
          <p:nvPr/>
        </p:nvSpPr>
        <p:spPr>
          <a:xfrm>
            <a:off x="8194910" y="465971"/>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5</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75" name="文本框 174">
            <a:extLst>
              <a:ext uri="{FF2B5EF4-FFF2-40B4-BE49-F238E27FC236}">
                <a16:creationId xmlns:a16="http://schemas.microsoft.com/office/drawing/2014/main" id="{F9268CC1-D2A6-48E5-8BBC-547342849DA2}"/>
              </a:ext>
            </a:extLst>
          </p:cNvPr>
          <p:cNvSpPr txBox="1"/>
          <p:nvPr/>
        </p:nvSpPr>
        <p:spPr>
          <a:xfrm>
            <a:off x="8194909" y="472780"/>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5</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76" name="文本框 175">
            <a:extLst>
              <a:ext uri="{FF2B5EF4-FFF2-40B4-BE49-F238E27FC236}">
                <a16:creationId xmlns:a16="http://schemas.microsoft.com/office/drawing/2014/main" id="{09ED96E8-DF4A-476C-B1D6-8E6774349770}"/>
              </a:ext>
            </a:extLst>
          </p:cNvPr>
          <p:cNvSpPr txBox="1"/>
          <p:nvPr/>
        </p:nvSpPr>
        <p:spPr>
          <a:xfrm>
            <a:off x="8338370" y="1635901"/>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4</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77" name="文本框 176">
            <a:extLst>
              <a:ext uri="{FF2B5EF4-FFF2-40B4-BE49-F238E27FC236}">
                <a16:creationId xmlns:a16="http://schemas.microsoft.com/office/drawing/2014/main" id="{D417D161-369C-4865-942E-A3257E36A73B}"/>
              </a:ext>
            </a:extLst>
          </p:cNvPr>
          <p:cNvSpPr txBox="1"/>
          <p:nvPr/>
        </p:nvSpPr>
        <p:spPr>
          <a:xfrm>
            <a:off x="8337251" y="1639061"/>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4</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78" name="文本框 177">
            <a:extLst>
              <a:ext uri="{FF2B5EF4-FFF2-40B4-BE49-F238E27FC236}">
                <a16:creationId xmlns:a16="http://schemas.microsoft.com/office/drawing/2014/main" id="{6B9765B3-23C6-4C0D-9937-53D6F2675CF2}"/>
              </a:ext>
            </a:extLst>
          </p:cNvPr>
          <p:cNvSpPr txBox="1"/>
          <p:nvPr/>
        </p:nvSpPr>
        <p:spPr>
          <a:xfrm>
            <a:off x="7906652" y="1653180"/>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3</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79" name="文本框 178">
            <a:extLst>
              <a:ext uri="{FF2B5EF4-FFF2-40B4-BE49-F238E27FC236}">
                <a16:creationId xmlns:a16="http://schemas.microsoft.com/office/drawing/2014/main" id="{7943B4A8-C234-4EB2-886A-267F5DB3C3F3}"/>
              </a:ext>
            </a:extLst>
          </p:cNvPr>
          <p:cNvSpPr txBox="1"/>
          <p:nvPr/>
        </p:nvSpPr>
        <p:spPr>
          <a:xfrm>
            <a:off x="7907368" y="1654010"/>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3</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80" name="文本框 179">
            <a:extLst>
              <a:ext uri="{FF2B5EF4-FFF2-40B4-BE49-F238E27FC236}">
                <a16:creationId xmlns:a16="http://schemas.microsoft.com/office/drawing/2014/main" id="{BDA7708C-D713-4155-9C5B-FCAFAB7EB1CA}"/>
              </a:ext>
            </a:extLst>
          </p:cNvPr>
          <p:cNvSpPr txBox="1"/>
          <p:nvPr/>
        </p:nvSpPr>
        <p:spPr>
          <a:xfrm>
            <a:off x="7398543" y="1226026"/>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8</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81" name="文本框 180">
            <a:extLst>
              <a:ext uri="{FF2B5EF4-FFF2-40B4-BE49-F238E27FC236}">
                <a16:creationId xmlns:a16="http://schemas.microsoft.com/office/drawing/2014/main" id="{0D704793-1747-4851-B252-BF254B2DAE62}"/>
              </a:ext>
            </a:extLst>
          </p:cNvPr>
          <p:cNvSpPr txBox="1"/>
          <p:nvPr/>
        </p:nvSpPr>
        <p:spPr>
          <a:xfrm>
            <a:off x="7405266" y="1218669"/>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8</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82" name="文本框 181">
            <a:extLst>
              <a:ext uri="{FF2B5EF4-FFF2-40B4-BE49-F238E27FC236}">
                <a16:creationId xmlns:a16="http://schemas.microsoft.com/office/drawing/2014/main" id="{4FD28187-E174-45D0-84B9-5C0900DFBECA}"/>
              </a:ext>
            </a:extLst>
          </p:cNvPr>
          <p:cNvSpPr txBox="1"/>
          <p:nvPr/>
        </p:nvSpPr>
        <p:spPr>
          <a:xfrm>
            <a:off x="8347048" y="850505"/>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2</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83" name="文本框 182">
            <a:extLst>
              <a:ext uri="{FF2B5EF4-FFF2-40B4-BE49-F238E27FC236}">
                <a16:creationId xmlns:a16="http://schemas.microsoft.com/office/drawing/2014/main" id="{E7FC2AA6-FFB5-49CE-BD3D-DA75856997DA}"/>
              </a:ext>
            </a:extLst>
          </p:cNvPr>
          <p:cNvSpPr txBox="1"/>
          <p:nvPr/>
        </p:nvSpPr>
        <p:spPr>
          <a:xfrm>
            <a:off x="8346066" y="851074"/>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2</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84" name="文本框 183">
            <a:extLst>
              <a:ext uri="{FF2B5EF4-FFF2-40B4-BE49-F238E27FC236}">
                <a16:creationId xmlns:a16="http://schemas.microsoft.com/office/drawing/2014/main" id="{8EFA5F73-E555-4B31-9395-4E0204783403}"/>
              </a:ext>
            </a:extLst>
          </p:cNvPr>
          <p:cNvSpPr txBox="1"/>
          <p:nvPr/>
        </p:nvSpPr>
        <p:spPr>
          <a:xfrm>
            <a:off x="8655021" y="1241205"/>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7</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85" name="文本框 184">
            <a:extLst>
              <a:ext uri="{FF2B5EF4-FFF2-40B4-BE49-F238E27FC236}">
                <a16:creationId xmlns:a16="http://schemas.microsoft.com/office/drawing/2014/main" id="{53727CE5-EB09-4B3F-A2CD-D822E5AA96F0}"/>
              </a:ext>
            </a:extLst>
          </p:cNvPr>
          <p:cNvSpPr txBox="1"/>
          <p:nvPr/>
        </p:nvSpPr>
        <p:spPr>
          <a:xfrm>
            <a:off x="8647237" y="1241206"/>
            <a:ext cx="169671" cy="313163"/>
          </a:xfrm>
          <a:prstGeom prst="rect">
            <a:avLst/>
          </a:prstGeom>
          <a:noFill/>
          <a:extLst>
            <a:ext uri="{909E8E84-426E-40DD-AFC4-6F175D3DCCD1}">
              <a14:hiddenFill xmlns:a14="http://schemas.microsoft.com/office/drawing/2010/main">
                <a:noFill/>
              </a14:hiddenFill>
            </a:ext>
          </a:extLst>
        </p:spPr>
        <p:txBody>
          <a:bodyPr wrap="square" lIns="36000" tIns="0" rIns="36000" bIns="0" rtlCol="0" anchor="ctr" anchorCtr="1">
            <a:spAutoFit/>
          </a:bodyPr>
          <a:lstStyle/>
          <a:p>
            <a:pPr>
              <a:lnSpc>
                <a:spcPct val="90000"/>
              </a:lnSpc>
            </a:pPr>
            <a:r>
              <a:rPr lang="en-US" altLang="zh-CN" sz="2200" b="1" dirty="0">
                <a:solidFill>
                  <a:srgbClr val="0000FF"/>
                </a:solidFill>
                <a:latin typeface="Courier New" panose="02070309020205020404" pitchFamily="49" charset="0"/>
                <a:cs typeface="Courier New" panose="02070309020205020404" pitchFamily="49" charset="0"/>
              </a:rPr>
              <a:t>7</a:t>
            </a:r>
            <a:endParaRPr lang="zh-CN" altLang="en-US" sz="2200" b="1" dirty="0">
              <a:solidFill>
                <a:srgbClr val="0000FF"/>
              </a:solidFill>
              <a:latin typeface="Courier New" panose="02070309020205020404" pitchFamily="49" charset="0"/>
              <a:cs typeface="Courier New" panose="02070309020205020404" pitchFamily="49" charset="0"/>
            </a:endParaRPr>
          </a:p>
        </p:txBody>
      </p:sp>
      <p:sp>
        <p:nvSpPr>
          <p:cNvPr id="186" name="文本框 185">
            <a:extLst>
              <a:ext uri="{FF2B5EF4-FFF2-40B4-BE49-F238E27FC236}">
                <a16:creationId xmlns:a16="http://schemas.microsoft.com/office/drawing/2014/main" id="{FD89ACFC-160A-44FD-BA9E-C3F4AEBF00C4}"/>
              </a:ext>
            </a:extLst>
          </p:cNvPr>
          <p:cNvSpPr txBox="1"/>
          <p:nvPr/>
        </p:nvSpPr>
        <p:spPr>
          <a:xfrm>
            <a:off x="499626" y="1072059"/>
            <a:ext cx="5881839" cy="441852"/>
          </a:xfrm>
          <a:prstGeom prst="rect">
            <a:avLst/>
          </a:prstGeom>
          <a:noFill/>
        </p:spPr>
        <p:txBody>
          <a:bodyPr wrap="square" rtlCol="0">
            <a:spAutoFit/>
          </a:bodyPr>
          <a:lstStyle/>
          <a:p>
            <a:pPr>
              <a:lnSpc>
                <a:spcPct val="120000"/>
              </a:lnSpc>
            </a:pPr>
            <a:r>
              <a:rPr lang="zh-CN" altLang="en-US" sz="2000" b="1" kern="100" dirty="0">
                <a:latin typeface="Courier New" panose="02070309020205020404" pitchFamily="49" charset="0"/>
                <a:ea typeface="宋体" panose="02010600030101010101" pitchFamily="2" charset="-122"/>
                <a:cs typeface="Courier New" panose="02070309020205020404" pitchFamily="49" charset="0"/>
              </a:rPr>
              <a:t>以右边的无向网为例，算法的执行过程演示</a:t>
            </a:r>
            <a:endParaRPr lang="en-US" altLang="zh-CN" sz="2000" b="1" kern="100" dirty="0">
              <a:latin typeface="Courier New" panose="02070309020205020404" pitchFamily="49" charset="0"/>
              <a:ea typeface="宋体" panose="02010600030101010101" pitchFamily="2" charset="-122"/>
              <a:cs typeface="Courier New" panose="02070309020205020404" pitchFamily="49" charset="0"/>
            </a:endParaRPr>
          </a:p>
        </p:txBody>
      </p:sp>
      <p:grpSp>
        <p:nvGrpSpPr>
          <p:cNvPr id="127" name="组合 126">
            <a:extLst>
              <a:ext uri="{FF2B5EF4-FFF2-40B4-BE49-F238E27FC236}">
                <a16:creationId xmlns:a16="http://schemas.microsoft.com/office/drawing/2014/main" id="{3874DB79-DC78-4150-B19C-3847AB9C5772}"/>
              </a:ext>
            </a:extLst>
          </p:cNvPr>
          <p:cNvGrpSpPr/>
          <p:nvPr/>
        </p:nvGrpSpPr>
        <p:grpSpPr>
          <a:xfrm>
            <a:off x="9121745" y="270655"/>
            <a:ext cx="383438" cy="658044"/>
            <a:chOff x="9121745" y="270655"/>
            <a:chExt cx="383438" cy="658044"/>
          </a:xfrm>
        </p:grpSpPr>
        <p:sp>
          <p:nvSpPr>
            <p:cNvPr id="124" name="文本框 123">
              <a:extLst>
                <a:ext uri="{FF2B5EF4-FFF2-40B4-BE49-F238E27FC236}">
                  <a16:creationId xmlns:a16="http://schemas.microsoft.com/office/drawing/2014/main" id="{5743D592-306D-BCE7-764B-1292A448A108}"/>
                </a:ext>
              </a:extLst>
            </p:cNvPr>
            <p:cNvSpPr txBox="1"/>
            <p:nvPr/>
          </p:nvSpPr>
          <p:spPr>
            <a:xfrm>
              <a:off x="9121745" y="270655"/>
              <a:ext cx="383438" cy="400110"/>
            </a:xfrm>
            <a:prstGeom prst="rect">
              <a:avLst/>
            </a:prstGeom>
            <a:noFill/>
          </p:spPr>
          <p:txBody>
            <a:bodyPr wrap="none" rtlCol="0">
              <a:spAutoFit/>
            </a:bodyPr>
            <a:lstStyle/>
            <a:p>
              <a:r>
                <a:rPr lang="en-US" altLang="zh-CN" sz="2000" b="1" dirty="0">
                  <a:solidFill>
                    <a:schemeClr val="accent2">
                      <a:lumMod val="75000"/>
                    </a:schemeClr>
                  </a:solidFill>
                </a:rPr>
                <a:t>G</a:t>
              </a:r>
              <a:endParaRPr lang="zh-CN" altLang="en-US" sz="2000" b="1" dirty="0">
                <a:solidFill>
                  <a:schemeClr val="accent2">
                    <a:lumMod val="75000"/>
                  </a:schemeClr>
                </a:solidFill>
              </a:endParaRPr>
            </a:p>
          </p:txBody>
        </p:sp>
        <p:cxnSp>
          <p:nvCxnSpPr>
            <p:cNvPr id="125" name="直接箭头连接符 124">
              <a:extLst>
                <a:ext uri="{FF2B5EF4-FFF2-40B4-BE49-F238E27FC236}">
                  <a16:creationId xmlns:a16="http://schemas.microsoft.com/office/drawing/2014/main" id="{9C8E5434-7125-7EC1-4757-13A7E0D76CFC}"/>
                </a:ext>
              </a:extLst>
            </p:cNvPr>
            <p:cNvCxnSpPr>
              <a:cxnSpLocks/>
            </p:cNvCxnSpPr>
            <p:nvPr/>
          </p:nvCxnSpPr>
          <p:spPr>
            <a:xfrm>
              <a:off x="9324538" y="632835"/>
              <a:ext cx="176319" cy="295864"/>
            </a:xfrm>
            <a:prstGeom prst="straightConnector1">
              <a:avLst/>
            </a:prstGeom>
            <a:ln>
              <a:solidFill>
                <a:srgbClr val="8E000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grpSp>
        <p:nvGrpSpPr>
          <p:cNvPr id="136" name="组合 135">
            <a:extLst>
              <a:ext uri="{FF2B5EF4-FFF2-40B4-BE49-F238E27FC236}">
                <a16:creationId xmlns:a16="http://schemas.microsoft.com/office/drawing/2014/main" id="{33AE6F22-BDD4-4693-4705-B7E426F825FF}"/>
              </a:ext>
            </a:extLst>
          </p:cNvPr>
          <p:cNvGrpSpPr/>
          <p:nvPr/>
        </p:nvGrpSpPr>
        <p:grpSpPr>
          <a:xfrm>
            <a:off x="9389331" y="461928"/>
            <a:ext cx="2836008" cy="746617"/>
            <a:chOff x="9389331" y="461928"/>
            <a:chExt cx="2836008" cy="746617"/>
          </a:xfrm>
        </p:grpSpPr>
        <p:sp>
          <p:nvSpPr>
            <p:cNvPr id="40" name="矩形 39">
              <a:extLst>
                <a:ext uri="{FF2B5EF4-FFF2-40B4-BE49-F238E27FC236}">
                  <a16:creationId xmlns:a16="http://schemas.microsoft.com/office/drawing/2014/main" id="{C58EC1DF-4C6D-9A81-5B49-BDFEEAB1D827}"/>
                </a:ext>
              </a:extLst>
            </p:cNvPr>
            <p:cNvSpPr/>
            <p:nvPr/>
          </p:nvSpPr>
          <p:spPr>
            <a:xfrm>
              <a:off x="9500857" y="898388"/>
              <a:ext cx="554394" cy="30777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FD63948F-9A85-4B83-D9DF-4FEBC78035F8}"/>
                </a:ext>
              </a:extLst>
            </p:cNvPr>
            <p:cNvSpPr txBox="1"/>
            <p:nvPr/>
          </p:nvSpPr>
          <p:spPr>
            <a:xfrm>
              <a:off x="9389331" y="606521"/>
              <a:ext cx="736099" cy="369332"/>
            </a:xfrm>
            <a:prstGeom prst="rect">
              <a:avLst/>
            </a:prstGeom>
            <a:noFill/>
          </p:spPr>
          <p:txBody>
            <a:bodyPr wrap="none" rtlCol="0">
              <a:spAutoFit/>
            </a:bodyPr>
            <a:lstStyle/>
            <a:p>
              <a:r>
                <a:rPr lang="en-US" altLang="zh-CN" b="1" dirty="0" err="1">
                  <a:latin typeface="Courier New" panose="02070309020205020404" pitchFamily="49" charset="0"/>
                  <a:cs typeface="Courier New" panose="02070309020205020404" pitchFamily="49" charset="0"/>
                </a:rPr>
                <a:t>vexs</a:t>
              </a:r>
              <a:endParaRPr lang="zh-CN" altLang="en-US" b="1" dirty="0">
                <a:latin typeface="Courier New" panose="02070309020205020404" pitchFamily="49" charset="0"/>
                <a:cs typeface="Courier New" panose="02070309020205020404" pitchFamily="49" charset="0"/>
              </a:endParaRPr>
            </a:p>
          </p:txBody>
        </p:sp>
        <p:sp>
          <p:nvSpPr>
            <p:cNvPr id="80" name="矩形 79">
              <a:extLst>
                <a:ext uri="{FF2B5EF4-FFF2-40B4-BE49-F238E27FC236}">
                  <a16:creationId xmlns:a16="http://schemas.microsoft.com/office/drawing/2014/main" id="{B8E7889D-3D38-EF52-6EA5-C98DF85B0AE7}"/>
                </a:ext>
              </a:extLst>
            </p:cNvPr>
            <p:cNvSpPr/>
            <p:nvPr/>
          </p:nvSpPr>
          <p:spPr>
            <a:xfrm>
              <a:off x="10052588" y="899043"/>
              <a:ext cx="554394" cy="30777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FCC033A9-B371-8C58-350B-648A70BEBAF1}"/>
                </a:ext>
              </a:extLst>
            </p:cNvPr>
            <p:cNvSpPr txBox="1"/>
            <p:nvPr/>
          </p:nvSpPr>
          <p:spPr>
            <a:xfrm>
              <a:off x="9986735" y="607176"/>
              <a:ext cx="736099" cy="369332"/>
            </a:xfrm>
            <a:prstGeom prst="rect">
              <a:avLst/>
            </a:prstGeom>
            <a:noFill/>
          </p:spPr>
          <p:txBody>
            <a:bodyPr wrap="none" rtlCol="0">
              <a:spAutoFit/>
            </a:bodyPr>
            <a:lstStyle/>
            <a:p>
              <a:r>
                <a:rPr lang="en-US" altLang="zh-CN" b="1" dirty="0">
                  <a:solidFill>
                    <a:schemeClr val="accent2">
                      <a:lumMod val="75000"/>
                    </a:schemeClr>
                  </a:solidFill>
                  <a:latin typeface="Courier New" panose="02070309020205020404" pitchFamily="49" charset="0"/>
                  <a:cs typeface="Courier New" panose="02070309020205020404" pitchFamily="49" charset="0"/>
                </a:rPr>
                <a:t>arcs</a:t>
              </a:r>
              <a:endParaRPr lang="zh-CN" altLang="en-US" b="1" dirty="0">
                <a:solidFill>
                  <a:schemeClr val="accent2">
                    <a:lumMod val="75000"/>
                  </a:schemeClr>
                </a:solidFill>
                <a:latin typeface="Courier New" panose="02070309020205020404" pitchFamily="49" charset="0"/>
                <a:cs typeface="Courier New" panose="02070309020205020404" pitchFamily="49" charset="0"/>
              </a:endParaRPr>
            </a:p>
          </p:txBody>
        </p:sp>
        <p:sp>
          <p:nvSpPr>
            <p:cNvPr id="82" name="矩形 81">
              <a:extLst>
                <a:ext uri="{FF2B5EF4-FFF2-40B4-BE49-F238E27FC236}">
                  <a16:creationId xmlns:a16="http://schemas.microsoft.com/office/drawing/2014/main" id="{C48CE939-DE08-994F-8D01-F125D2B70000}"/>
                </a:ext>
              </a:extLst>
            </p:cNvPr>
            <p:cNvSpPr/>
            <p:nvPr/>
          </p:nvSpPr>
          <p:spPr>
            <a:xfrm>
              <a:off x="11003362" y="897733"/>
              <a:ext cx="554394" cy="30777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82">
              <a:extLst>
                <a:ext uri="{FF2B5EF4-FFF2-40B4-BE49-F238E27FC236}">
                  <a16:creationId xmlns:a16="http://schemas.microsoft.com/office/drawing/2014/main" id="{A4FA7AE7-8662-3712-B1C4-2BA6CE22D732}"/>
                </a:ext>
              </a:extLst>
            </p:cNvPr>
            <p:cNvSpPr txBox="1"/>
            <p:nvPr/>
          </p:nvSpPr>
          <p:spPr>
            <a:xfrm>
              <a:off x="10799178" y="461928"/>
              <a:ext cx="1149674" cy="369332"/>
            </a:xfrm>
            <a:prstGeom prst="rect">
              <a:avLst/>
            </a:prstGeom>
            <a:noFill/>
          </p:spPr>
          <p:txBody>
            <a:bodyPr wrap="none" rtlCol="0">
              <a:spAutoFit/>
            </a:bodyPr>
            <a:lstStyle/>
            <a:p>
              <a:r>
                <a:rPr lang="en-US" altLang="zh-CN" b="1" dirty="0">
                  <a:latin typeface="Courier New" panose="02070309020205020404" pitchFamily="49" charset="0"/>
                  <a:cs typeface="Courier New" panose="02070309020205020404" pitchFamily="49" charset="0"/>
                </a:rPr>
                <a:t>visited</a:t>
              </a:r>
              <a:endParaRPr lang="zh-CN" altLang="en-US" b="1" dirty="0">
                <a:latin typeface="Courier New" panose="02070309020205020404" pitchFamily="49" charset="0"/>
                <a:cs typeface="Courier New" panose="02070309020205020404" pitchFamily="49" charset="0"/>
              </a:endParaRPr>
            </a:p>
          </p:txBody>
        </p:sp>
        <p:sp>
          <p:nvSpPr>
            <p:cNvPr id="84" name="矩形 83">
              <a:extLst>
                <a:ext uri="{FF2B5EF4-FFF2-40B4-BE49-F238E27FC236}">
                  <a16:creationId xmlns:a16="http://schemas.microsoft.com/office/drawing/2014/main" id="{BDD91F8E-1299-716A-8326-580B38F32AA3}"/>
                </a:ext>
              </a:extLst>
            </p:cNvPr>
            <p:cNvSpPr/>
            <p:nvPr/>
          </p:nvSpPr>
          <p:spPr>
            <a:xfrm>
              <a:off x="11555093" y="898388"/>
              <a:ext cx="554394" cy="30777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F69209F8-F585-4B05-3405-50EDB9B1CE8D}"/>
                </a:ext>
              </a:extLst>
            </p:cNvPr>
            <p:cNvSpPr txBox="1"/>
            <p:nvPr/>
          </p:nvSpPr>
          <p:spPr>
            <a:xfrm>
              <a:off x="11489240" y="606521"/>
              <a:ext cx="736099" cy="369332"/>
            </a:xfrm>
            <a:prstGeom prst="rect">
              <a:avLst/>
            </a:prstGeom>
            <a:noFill/>
          </p:spPr>
          <p:txBody>
            <a:bodyPr wrap="none" rtlCol="0">
              <a:spAutoFit/>
            </a:bodyPr>
            <a:lstStyle/>
            <a:p>
              <a:r>
                <a:rPr lang="en-US" altLang="zh-CN" b="1" dirty="0">
                  <a:solidFill>
                    <a:schemeClr val="accent2">
                      <a:lumMod val="75000"/>
                    </a:schemeClr>
                  </a:solidFill>
                  <a:latin typeface="Courier New" panose="02070309020205020404" pitchFamily="49" charset="0"/>
                  <a:cs typeface="Courier New" panose="02070309020205020404" pitchFamily="49" charset="0"/>
                </a:rPr>
                <a:t>curs</a:t>
              </a:r>
              <a:endParaRPr lang="zh-CN" altLang="en-US" b="1" dirty="0">
                <a:solidFill>
                  <a:schemeClr val="accent2">
                    <a:lumMod val="75000"/>
                  </a:schemeClr>
                </a:solidFill>
                <a:latin typeface="Courier New" panose="02070309020205020404" pitchFamily="49" charset="0"/>
                <a:cs typeface="Courier New" panose="02070309020205020404" pitchFamily="49" charset="0"/>
              </a:endParaRPr>
            </a:p>
          </p:txBody>
        </p:sp>
        <p:sp>
          <p:nvSpPr>
            <p:cNvPr id="129" name="矩形 128">
              <a:extLst>
                <a:ext uri="{FF2B5EF4-FFF2-40B4-BE49-F238E27FC236}">
                  <a16:creationId xmlns:a16="http://schemas.microsoft.com/office/drawing/2014/main" id="{3E797419-0E1F-6230-C293-8FE9AB68E62E}"/>
                </a:ext>
              </a:extLst>
            </p:cNvPr>
            <p:cNvSpPr/>
            <p:nvPr/>
          </p:nvSpPr>
          <p:spPr>
            <a:xfrm>
              <a:off x="10601221" y="900768"/>
              <a:ext cx="199250" cy="30777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a:extLst>
                <a:ext uri="{FF2B5EF4-FFF2-40B4-BE49-F238E27FC236}">
                  <a16:creationId xmlns:a16="http://schemas.microsoft.com/office/drawing/2014/main" id="{E3FFFDF8-83CB-5CAB-B621-EF0E7DC7D8BD}"/>
                </a:ext>
              </a:extLst>
            </p:cNvPr>
            <p:cNvSpPr/>
            <p:nvPr/>
          </p:nvSpPr>
          <p:spPr>
            <a:xfrm>
              <a:off x="10803646" y="899086"/>
              <a:ext cx="199250" cy="30777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a:extLst>
                <a:ext uri="{FF2B5EF4-FFF2-40B4-BE49-F238E27FC236}">
                  <a16:creationId xmlns:a16="http://schemas.microsoft.com/office/drawing/2014/main" id="{5FC00810-3339-153F-874D-7CBAF508066E}"/>
                </a:ext>
              </a:extLst>
            </p:cNvPr>
            <p:cNvSpPr txBox="1"/>
            <p:nvPr/>
          </p:nvSpPr>
          <p:spPr>
            <a:xfrm>
              <a:off x="10841138" y="607176"/>
              <a:ext cx="169251" cy="369332"/>
            </a:xfrm>
            <a:prstGeom prst="rect">
              <a:avLst/>
            </a:prstGeom>
            <a:noFill/>
          </p:spPr>
          <p:txBody>
            <a:bodyPr wrap="square" lIns="0" rIns="0" rtlCol="0">
              <a:spAutoFit/>
            </a:bodyPr>
            <a:lstStyle/>
            <a:p>
              <a:r>
                <a:rPr lang="en-US" altLang="zh-CN" b="1" dirty="0">
                  <a:solidFill>
                    <a:srgbClr val="0000FF"/>
                  </a:solidFill>
                  <a:latin typeface="Courier New" panose="02070309020205020404" pitchFamily="49" charset="0"/>
                  <a:cs typeface="Courier New" panose="02070309020205020404" pitchFamily="49" charset="0"/>
                </a:rPr>
                <a:t>a</a:t>
              </a:r>
              <a:endParaRPr lang="zh-CN" altLang="en-US" b="1" dirty="0">
                <a:solidFill>
                  <a:srgbClr val="0000FF"/>
                </a:solidFill>
                <a:latin typeface="Courier New" panose="02070309020205020404" pitchFamily="49" charset="0"/>
                <a:cs typeface="Courier New" panose="02070309020205020404" pitchFamily="49" charset="0"/>
              </a:endParaRPr>
            </a:p>
          </p:txBody>
        </p:sp>
        <p:sp>
          <p:nvSpPr>
            <p:cNvPr id="133" name="文本框 132">
              <a:extLst>
                <a:ext uri="{FF2B5EF4-FFF2-40B4-BE49-F238E27FC236}">
                  <a16:creationId xmlns:a16="http://schemas.microsoft.com/office/drawing/2014/main" id="{3E30B451-C5E8-8370-3D54-69A4D830DC9C}"/>
                </a:ext>
              </a:extLst>
            </p:cNvPr>
            <p:cNvSpPr txBox="1"/>
            <p:nvPr/>
          </p:nvSpPr>
          <p:spPr>
            <a:xfrm>
              <a:off x="10652406" y="611183"/>
              <a:ext cx="169251" cy="369332"/>
            </a:xfrm>
            <a:prstGeom prst="rect">
              <a:avLst/>
            </a:prstGeom>
            <a:noFill/>
          </p:spPr>
          <p:txBody>
            <a:bodyPr wrap="square" lIns="0" rIns="0" rtlCol="0">
              <a:spAutoFit/>
            </a:bodyPr>
            <a:lstStyle/>
            <a:p>
              <a:r>
                <a:rPr lang="en-US" altLang="zh-CN" b="1" dirty="0">
                  <a:solidFill>
                    <a:srgbClr val="00B0F0"/>
                  </a:solidFill>
                  <a:latin typeface="Courier New" panose="02070309020205020404" pitchFamily="49" charset="0"/>
                  <a:cs typeface="Courier New" panose="02070309020205020404" pitchFamily="49" charset="0"/>
                </a:rPr>
                <a:t>n</a:t>
              </a:r>
              <a:endParaRPr lang="zh-CN" altLang="en-US" b="1" dirty="0">
                <a:solidFill>
                  <a:srgbClr val="00B0F0"/>
                </a:solidFill>
                <a:latin typeface="Courier New" panose="02070309020205020404" pitchFamily="49" charset="0"/>
                <a:cs typeface="Courier New" panose="02070309020205020404" pitchFamily="49" charset="0"/>
              </a:endParaRPr>
            </a:p>
          </p:txBody>
        </p:sp>
      </p:grpSp>
      <p:cxnSp>
        <p:nvCxnSpPr>
          <p:cNvPr id="90" name="直接箭头连接符 89">
            <a:extLst>
              <a:ext uri="{FF2B5EF4-FFF2-40B4-BE49-F238E27FC236}">
                <a16:creationId xmlns:a16="http://schemas.microsoft.com/office/drawing/2014/main" id="{4169ED2E-9304-334B-C15D-ABAF1DDA6562}"/>
              </a:ext>
            </a:extLst>
          </p:cNvPr>
          <p:cNvCxnSpPr>
            <a:cxnSpLocks/>
            <a:endCxn id="41" idx="0"/>
          </p:cNvCxnSpPr>
          <p:nvPr/>
        </p:nvCxnSpPr>
        <p:spPr>
          <a:xfrm>
            <a:off x="9745734" y="1072059"/>
            <a:ext cx="224591" cy="600367"/>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96" name="直接箭头连接符 95">
            <a:extLst>
              <a:ext uri="{FF2B5EF4-FFF2-40B4-BE49-F238E27FC236}">
                <a16:creationId xmlns:a16="http://schemas.microsoft.com/office/drawing/2014/main" id="{F4570F00-CDD9-523C-3E33-0B879E224A0F}"/>
              </a:ext>
            </a:extLst>
          </p:cNvPr>
          <p:cNvCxnSpPr>
            <a:cxnSpLocks/>
          </p:cNvCxnSpPr>
          <p:nvPr/>
        </p:nvCxnSpPr>
        <p:spPr>
          <a:xfrm flipH="1">
            <a:off x="10307613" y="1057256"/>
            <a:ext cx="14655" cy="615170"/>
          </a:xfrm>
          <a:prstGeom prst="straightConnector1">
            <a:avLst/>
          </a:prstGeom>
          <a:ln>
            <a:solidFill>
              <a:srgbClr val="C0000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20" name="直接箭头连接符 119">
            <a:extLst>
              <a:ext uri="{FF2B5EF4-FFF2-40B4-BE49-F238E27FC236}">
                <a16:creationId xmlns:a16="http://schemas.microsoft.com/office/drawing/2014/main" id="{4169ED2E-9304-334B-C15D-ABAF1DDA6562}"/>
              </a:ext>
            </a:extLst>
          </p:cNvPr>
          <p:cNvCxnSpPr>
            <a:cxnSpLocks/>
          </p:cNvCxnSpPr>
          <p:nvPr/>
        </p:nvCxnSpPr>
        <p:spPr>
          <a:xfrm>
            <a:off x="11276037" y="1062961"/>
            <a:ext cx="915963" cy="361291"/>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122" name="直接箭头连接符 121">
            <a:extLst>
              <a:ext uri="{FF2B5EF4-FFF2-40B4-BE49-F238E27FC236}">
                <a16:creationId xmlns:a16="http://schemas.microsoft.com/office/drawing/2014/main" id="{20F4E053-A389-7A86-C7AB-EAD61C4860E2}"/>
              </a:ext>
            </a:extLst>
          </p:cNvPr>
          <p:cNvCxnSpPr>
            <a:cxnSpLocks/>
          </p:cNvCxnSpPr>
          <p:nvPr/>
        </p:nvCxnSpPr>
        <p:spPr>
          <a:xfrm>
            <a:off x="11830431" y="1054772"/>
            <a:ext cx="371975" cy="102054"/>
          </a:xfrm>
          <a:prstGeom prst="straightConnector1">
            <a:avLst/>
          </a:prstGeom>
          <a:ln>
            <a:solidFill>
              <a:srgbClr val="7030A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sp>
        <p:nvSpPr>
          <p:cNvPr id="137" name="文本框 136">
            <a:extLst>
              <a:ext uri="{FF2B5EF4-FFF2-40B4-BE49-F238E27FC236}">
                <a16:creationId xmlns:a16="http://schemas.microsoft.com/office/drawing/2014/main" id="{41E8A491-0D18-AF83-5F8D-2AE8B1A2AA56}"/>
              </a:ext>
            </a:extLst>
          </p:cNvPr>
          <p:cNvSpPr txBox="1"/>
          <p:nvPr/>
        </p:nvSpPr>
        <p:spPr>
          <a:xfrm>
            <a:off x="10639781" y="924461"/>
            <a:ext cx="169251" cy="276999"/>
          </a:xfrm>
          <a:prstGeom prst="rect">
            <a:avLst/>
          </a:prstGeom>
          <a:noFill/>
        </p:spPr>
        <p:txBody>
          <a:bodyPr wrap="square" lIns="0" tIns="0" rIns="0" bIns="0" rtlCol="0">
            <a:spAutoFit/>
          </a:bodyPr>
          <a:lstStyle/>
          <a:p>
            <a:r>
              <a:rPr lang="en-US" altLang="zh-CN" b="1" dirty="0">
                <a:solidFill>
                  <a:srgbClr val="00B0F0"/>
                </a:solidFill>
                <a:latin typeface="Courier New" panose="02070309020205020404" pitchFamily="49" charset="0"/>
                <a:cs typeface="Courier New" panose="02070309020205020404" pitchFamily="49" charset="0"/>
              </a:rPr>
              <a:t>5</a:t>
            </a:r>
            <a:endParaRPr lang="zh-CN" altLang="en-US" b="1" dirty="0">
              <a:solidFill>
                <a:srgbClr val="00B0F0"/>
              </a:solidFill>
              <a:latin typeface="Courier New" panose="02070309020205020404" pitchFamily="49" charset="0"/>
              <a:cs typeface="Courier New" panose="02070309020205020404" pitchFamily="49" charset="0"/>
            </a:endParaRPr>
          </a:p>
        </p:txBody>
      </p:sp>
      <p:sp>
        <p:nvSpPr>
          <p:cNvPr id="138" name="文本框 137">
            <a:extLst>
              <a:ext uri="{FF2B5EF4-FFF2-40B4-BE49-F238E27FC236}">
                <a16:creationId xmlns:a16="http://schemas.microsoft.com/office/drawing/2014/main" id="{8CF2B3FC-6EEB-ED9F-F247-7C319FBD9DB4}"/>
              </a:ext>
            </a:extLst>
          </p:cNvPr>
          <p:cNvSpPr txBox="1"/>
          <p:nvPr/>
        </p:nvSpPr>
        <p:spPr>
          <a:xfrm>
            <a:off x="10837918" y="924460"/>
            <a:ext cx="169251" cy="276999"/>
          </a:xfrm>
          <a:prstGeom prst="rect">
            <a:avLst/>
          </a:prstGeom>
          <a:noFill/>
        </p:spPr>
        <p:txBody>
          <a:bodyPr wrap="square" lIns="0" tIns="0" rIns="0" bIns="0" rtlCol="0">
            <a:spAutoFit/>
          </a:bodyPr>
          <a:lstStyle/>
          <a:p>
            <a:r>
              <a:rPr lang="en-US" altLang="zh-CN" b="1" dirty="0">
                <a:solidFill>
                  <a:srgbClr val="0000FF"/>
                </a:solidFill>
                <a:latin typeface="Courier New" panose="02070309020205020404" pitchFamily="49" charset="0"/>
                <a:cs typeface="Courier New" panose="02070309020205020404" pitchFamily="49" charset="0"/>
              </a:rPr>
              <a:t>6</a:t>
            </a:r>
            <a:endParaRPr lang="zh-CN" altLang="en-US" b="1" dirty="0">
              <a:solidFill>
                <a:srgbClr val="0000FF"/>
              </a:solidFill>
              <a:latin typeface="Courier New" panose="02070309020205020404" pitchFamily="49" charset="0"/>
              <a:cs typeface="Courier New" panose="02070309020205020404" pitchFamily="49" charset="0"/>
            </a:endParaRPr>
          </a:p>
        </p:txBody>
      </p:sp>
      <p:sp>
        <p:nvSpPr>
          <p:cNvPr id="170" name="文本框 169">
            <a:extLst>
              <a:ext uri="{FF2B5EF4-FFF2-40B4-BE49-F238E27FC236}">
                <a16:creationId xmlns:a16="http://schemas.microsoft.com/office/drawing/2014/main" id="{B84715B6-0011-42E7-C908-1EAA613DEDF7}"/>
              </a:ext>
            </a:extLst>
          </p:cNvPr>
          <p:cNvSpPr txBox="1"/>
          <p:nvPr/>
        </p:nvSpPr>
        <p:spPr>
          <a:xfrm>
            <a:off x="11820839" y="1529382"/>
            <a:ext cx="307922" cy="2031325"/>
          </a:xfrm>
          <a:prstGeom prst="rect">
            <a:avLst/>
          </a:prstGeom>
          <a:noFill/>
        </p:spPr>
        <p:txBody>
          <a:bodyPr wrap="square" rtlCol="0">
            <a:spAutoFit/>
          </a:bodyPr>
          <a:lstStyle/>
          <a:p>
            <a:pPr algn="ctr"/>
            <a:r>
              <a:rPr lang="zh-CN" altLang="en-US" b="1" dirty="0">
                <a:solidFill>
                  <a:srgbClr val="FF0000"/>
                </a:solidFill>
              </a:rPr>
              <a:t>部分省略未画出</a:t>
            </a:r>
          </a:p>
        </p:txBody>
      </p:sp>
      <p:sp>
        <p:nvSpPr>
          <p:cNvPr id="2" name="文本框 1">
            <a:extLst>
              <a:ext uri="{FF2B5EF4-FFF2-40B4-BE49-F238E27FC236}">
                <a16:creationId xmlns:a16="http://schemas.microsoft.com/office/drawing/2014/main" id="{D1AFF8CA-0CC4-EABD-15CD-105A5380D36B}"/>
              </a:ext>
            </a:extLst>
          </p:cNvPr>
          <p:cNvSpPr txBox="1"/>
          <p:nvPr/>
        </p:nvSpPr>
        <p:spPr>
          <a:xfrm>
            <a:off x="4166136" y="6295315"/>
            <a:ext cx="6473645" cy="400110"/>
          </a:xfrm>
          <a:prstGeom prst="rect">
            <a:avLst/>
          </a:prstGeom>
          <a:solidFill>
            <a:schemeClr val="accent2">
              <a:lumMod val="20000"/>
              <a:lumOff val="80000"/>
            </a:schemeClr>
          </a:solidFill>
        </p:spPr>
        <p:txBody>
          <a:bodyPr wrap="square" rtlCol="0">
            <a:spAutoFit/>
          </a:bodyPr>
          <a:lstStyle/>
          <a:p>
            <a:r>
              <a:rPr lang="zh-CN" altLang="en-US" sz="2000" b="1" dirty="0">
                <a:latin typeface="+mj-ea"/>
                <a:ea typeface="+mj-ea"/>
              </a:rPr>
              <a:t>可在</a:t>
            </a:r>
            <a:r>
              <a:rPr lang="en-US" altLang="zh-CN" sz="2000" b="1" dirty="0" err="1">
                <a:solidFill>
                  <a:srgbClr val="8E0000"/>
                </a:solidFill>
                <a:latin typeface="Magneto" panose="04030805050802020D02" pitchFamily="82" charset="0"/>
                <a:ea typeface="+mj-ea"/>
              </a:rPr>
              <a:t>AnyviewC</a:t>
            </a:r>
            <a:r>
              <a:rPr lang="zh-CN" altLang="en-US" sz="2000" b="1" dirty="0">
                <a:latin typeface="+mj-ea"/>
                <a:ea typeface="+mj-ea"/>
              </a:rPr>
              <a:t>可视跟踪算法过程中</a:t>
            </a:r>
            <a:r>
              <a:rPr lang="zh-CN" altLang="en-US" sz="2000" b="1" dirty="0">
                <a:solidFill>
                  <a:srgbClr val="8E0000"/>
                </a:solidFill>
                <a:latin typeface="+mj-ea"/>
                <a:ea typeface="+mj-ea"/>
              </a:rPr>
              <a:t>邻接矩阵</a:t>
            </a:r>
            <a:r>
              <a:rPr lang="zh-CN" altLang="en-US" sz="2000" b="1" dirty="0">
                <a:latin typeface="+mj-ea"/>
                <a:ea typeface="+mj-ea"/>
              </a:rPr>
              <a:t>形态变化</a:t>
            </a:r>
          </a:p>
        </p:txBody>
      </p:sp>
    </p:spTree>
    <p:extLst>
      <p:ext uri="{BB962C8B-B14F-4D97-AF65-F5344CB8AC3E}">
        <p14:creationId xmlns:p14="http://schemas.microsoft.com/office/powerpoint/2010/main" val="410326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animEffect transition="in" filter="wipe(up)">
                                      <p:cBhvr>
                                        <p:cTn id="7" dur="500"/>
                                        <p:tgtEl>
                                          <p:spTgt spid="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fade">
                                      <p:cBhvr>
                                        <p:cTn id="12" dur="1000"/>
                                        <p:tgtEl>
                                          <p:spTgt spid="76"/>
                                        </p:tgtEl>
                                      </p:cBhvr>
                                    </p:animEffect>
                                    <p:anim calcmode="lin" valueType="num">
                                      <p:cBhvr>
                                        <p:cTn id="13" dur="1000" fill="hold"/>
                                        <p:tgtEl>
                                          <p:spTgt spid="76"/>
                                        </p:tgtEl>
                                        <p:attrNameLst>
                                          <p:attrName>ppt_x</p:attrName>
                                        </p:attrNameLst>
                                      </p:cBhvr>
                                      <p:tavLst>
                                        <p:tav tm="0">
                                          <p:val>
                                            <p:strVal val="#ppt_x"/>
                                          </p:val>
                                        </p:tav>
                                        <p:tav tm="100000">
                                          <p:val>
                                            <p:strVal val="#ppt_x"/>
                                          </p:val>
                                        </p:tav>
                                      </p:tavLst>
                                    </p:anim>
                                    <p:anim calcmode="lin" valueType="num">
                                      <p:cBhvr>
                                        <p:cTn id="14" dur="1000" fill="hold"/>
                                        <p:tgtEl>
                                          <p:spTgt spid="7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7" presetClass="entr" presetSubtype="0" fill="hold" grpId="0" nodeType="afterEffect">
                                  <p:stCondLst>
                                    <p:cond delay="0"/>
                                  </p:stCondLst>
                                  <p:childTnLst>
                                    <p:set>
                                      <p:cBhvr>
                                        <p:cTn id="17" dur="1" fill="hold">
                                          <p:stCondLst>
                                            <p:cond delay="0"/>
                                          </p:stCondLst>
                                        </p:cTn>
                                        <p:tgtEl>
                                          <p:spTgt spid="74"/>
                                        </p:tgtEl>
                                        <p:attrNameLst>
                                          <p:attrName>style.visibility</p:attrName>
                                        </p:attrNameLst>
                                      </p:cBhvr>
                                      <p:to>
                                        <p:strVal val="visible"/>
                                      </p:to>
                                    </p:set>
                                    <p:animEffect transition="in" filter="fade">
                                      <p:cBhvr>
                                        <p:cTn id="18" dur="1000"/>
                                        <p:tgtEl>
                                          <p:spTgt spid="74"/>
                                        </p:tgtEl>
                                      </p:cBhvr>
                                    </p:animEffect>
                                    <p:anim calcmode="lin" valueType="num">
                                      <p:cBhvr>
                                        <p:cTn id="19" dur="1000" fill="hold"/>
                                        <p:tgtEl>
                                          <p:spTgt spid="74"/>
                                        </p:tgtEl>
                                        <p:attrNameLst>
                                          <p:attrName>ppt_x</p:attrName>
                                        </p:attrNameLst>
                                      </p:cBhvr>
                                      <p:tavLst>
                                        <p:tav tm="0">
                                          <p:val>
                                            <p:strVal val="#ppt_x"/>
                                          </p:val>
                                        </p:tav>
                                        <p:tav tm="100000">
                                          <p:val>
                                            <p:strVal val="#ppt_x"/>
                                          </p:val>
                                        </p:tav>
                                      </p:tavLst>
                                    </p:anim>
                                    <p:anim calcmode="lin" valueType="num">
                                      <p:cBhvr>
                                        <p:cTn id="20" dur="1000" fill="hold"/>
                                        <p:tgtEl>
                                          <p:spTgt spid="74"/>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22" presetClass="entr" presetSubtype="4"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down)">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27"/>
                                        </p:tgtEl>
                                        <p:attrNameLst>
                                          <p:attrName>style.visibility</p:attrName>
                                        </p:attrNameLst>
                                      </p:cBhvr>
                                      <p:to>
                                        <p:strVal val="visible"/>
                                      </p:to>
                                    </p:set>
                                    <p:animEffect transition="in" filter="wipe(left)">
                                      <p:cBhvr>
                                        <p:cTn id="29" dur="750"/>
                                        <p:tgtEl>
                                          <p:spTgt spid="127"/>
                                        </p:tgtEl>
                                      </p:cBhvr>
                                    </p:animEffect>
                                  </p:childTnLst>
                                </p:cTn>
                              </p:par>
                            </p:childTnLst>
                          </p:cTn>
                        </p:par>
                        <p:par>
                          <p:cTn id="30" fill="hold">
                            <p:stCondLst>
                              <p:cond delay="750"/>
                            </p:stCondLst>
                            <p:childTnLst>
                              <p:par>
                                <p:cTn id="31" presetID="22" presetClass="entr" presetSubtype="8" fill="hold" nodeType="afterEffect">
                                  <p:stCondLst>
                                    <p:cond delay="0"/>
                                  </p:stCondLst>
                                  <p:childTnLst>
                                    <p:set>
                                      <p:cBhvr>
                                        <p:cTn id="32" dur="1" fill="hold">
                                          <p:stCondLst>
                                            <p:cond delay="0"/>
                                          </p:stCondLst>
                                        </p:cTn>
                                        <p:tgtEl>
                                          <p:spTgt spid="136"/>
                                        </p:tgtEl>
                                        <p:attrNameLst>
                                          <p:attrName>style.visibility</p:attrName>
                                        </p:attrNameLst>
                                      </p:cBhvr>
                                      <p:to>
                                        <p:strVal val="visible"/>
                                      </p:to>
                                    </p:set>
                                    <p:animEffect transition="in" filter="wipe(left)">
                                      <p:cBhvr>
                                        <p:cTn id="33" dur="750"/>
                                        <p:tgtEl>
                                          <p:spTgt spid="136"/>
                                        </p:tgtEl>
                                      </p:cBhvr>
                                    </p:animEffect>
                                  </p:childTnLst>
                                </p:cTn>
                              </p:par>
                            </p:childTnLst>
                          </p:cTn>
                        </p:par>
                        <p:par>
                          <p:cTn id="34" fill="hold">
                            <p:stCondLst>
                              <p:cond delay="1500"/>
                            </p:stCondLst>
                            <p:childTnLst>
                              <p:par>
                                <p:cTn id="35" presetID="42" presetClass="path" presetSubtype="0" accel="50000" decel="50000" fill="hold" nodeType="afterEffect">
                                  <p:stCondLst>
                                    <p:cond delay="0"/>
                                  </p:stCondLst>
                                  <p:childTnLst>
                                    <p:animMotion origin="layout" path="M -4.375E-6 -1.48148E-6 L 0.00026 0.03426 " pathEditMode="relative" rAng="0" ptsTypes="AA">
                                      <p:cBhvr>
                                        <p:cTn id="36" dur="2000" fill="hold"/>
                                        <p:tgtEl>
                                          <p:spTgt spid="3"/>
                                        </p:tgtEl>
                                        <p:attrNameLst>
                                          <p:attrName>ppt_x</p:attrName>
                                          <p:attrName>ppt_y</p:attrName>
                                        </p:attrNameLst>
                                      </p:cBhvr>
                                      <p:rCtr x="13" y="1713"/>
                                    </p:animMotion>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37"/>
                                        </p:tgtEl>
                                        <p:attrNameLst>
                                          <p:attrName>style.visibility</p:attrName>
                                        </p:attrNameLst>
                                      </p:cBhvr>
                                      <p:to>
                                        <p:strVal val="visible"/>
                                      </p:to>
                                    </p:set>
                                    <p:animEffect transition="in" filter="fade">
                                      <p:cBhvr>
                                        <p:cTn id="41" dur="1000"/>
                                        <p:tgtEl>
                                          <p:spTgt spid="137"/>
                                        </p:tgtEl>
                                      </p:cBhvr>
                                    </p:animEffect>
                                    <p:anim calcmode="lin" valueType="num">
                                      <p:cBhvr>
                                        <p:cTn id="42" dur="1000" fill="hold"/>
                                        <p:tgtEl>
                                          <p:spTgt spid="137"/>
                                        </p:tgtEl>
                                        <p:attrNameLst>
                                          <p:attrName>ppt_x</p:attrName>
                                        </p:attrNameLst>
                                      </p:cBhvr>
                                      <p:tavLst>
                                        <p:tav tm="0">
                                          <p:val>
                                            <p:strVal val="#ppt_x"/>
                                          </p:val>
                                        </p:tav>
                                        <p:tav tm="100000">
                                          <p:val>
                                            <p:strVal val="#ppt_x"/>
                                          </p:val>
                                        </p:tav>
                                      </p:tavLst>
                                    </p:anim>
                                    <p:anim calcmode="lin" valueType="num">
                                      <p:cBhvr>
                                        <p:cTn id="43" dur="1000" fill="hold"/>
                                        <p:tgtEl>
                                          <p:spTgt spid="137"/>
                                        </p:tgtEl>
                                        <p:attrNameLst>
                                          <p:attrName>ppt_y</p:attrName>
                                        </p:attrNameLst>
                                      </p:cBhvr>
                                      <p:tavLst>
                                        <p:tav tm="0">
                                          <p:val>
                                            <p:strVal val="#ppt_y+.1"/>
                                          </p:val>
                                        </p:tav>
                                        <p:tav tm="100000">
                                          <p:val>
                                            <p:strVal val="#ppt_y"/>
                                          </p:val>
                                        </p:tav>
                                      </p:tavLst>
                                    </p:anim>
                                  </p:childTnLst>
                                </p:cTn>
                              </p:par>
                            </p:childTnLst>
                          </p:cTn>
                        </p:par>
                        <p:par>
                          <p:cTn id="44" fill="hold">
                            <p:stCondLst>
                              <p:cond delay="1000"/>
                            </p:stCondLst>
                            <p:childTnLst>
                              <p:par>
                                <p:cTn id="45" presetID="42" presetClass="entr" presetSubtype="0" fill="hold" grpId="0" nodeType="afterEffect">
                                  <p:stCondLst>
                                    <p:cond delay="0"/>
                                  </p:stCondLst>
                                  <p:childTnLst>
                                    <p:set>
                                      <p:cBhvr>
                                        <p:cTn id="46" dur="1" fill="hold">
                                          <p:stCondLst>
                                            <p:cond delay="0"/>
                                          </p:stCondLst>
                                        </p:cTn>
                                        <p:tgtEl>
                                          <p:spTgt spid="138"/>
                                        </p:tgtEl>
                                        <p:attrNameLst>
                                          <p:attrName>style.visibility</p:attrName>
                                        </p:attrNameLst>
                                      </p:cBhvr>
                                      <p:to>
                                        <p:strVal val="visible"/>
                                      </p:to>
                                    </p:set>
                                    <p:animEffect transition="in" filter="fade">
                                      <p:cBhvr>
                                        <p:cTn id="47" dur="1000"/>
                                        <p:tgtEl>
                                          <p:spTgt spid="138"/>
                                        </p:tgtEl>
                                      </p:cBhvr>
                                    </p:animEffect>
                                    <p:anim calcmode="lin" valueType="num">
                                      <p:cBhvr>
                                        <p:cTn id="48" dur="1000" fill="hold"/>
                                        <p:tgtEl>
                                          <p:spTgt spid="138"/>
                                        </p:tgtEl>
                                        <p:attrNameLst>
                                          <p:attrName>ppt_x</p:attrName>
                                        </p:attrNameLst>
                                      </p:cBhvr>
                                      <p:tavLst>
                                        <p:tav tm="0">
                                          <p:val>
                                            <p:strVal val="#ppt_x"/>
                                          </p:val>
                                        </p:tav>
                                        <p:tav tm="100000">
                                          <p:val>
                                            <p:strVal val="#ppt_x"/>
                                          </p:val>
                                        </p:tav>
                                      </p:tavLst>
                                    </p:anim>
                                    <p:anim calcmode="lin" valueType="num">
                                      <p:cBhvr>
                                        <p:cTn id="49" dur="1000" fill="hold"/>
                                        <p:tgtEl>
                                          <p:spTgt spid="138"/>
                                        </p:tgtEl>
                                        <p:attrNameLst>
                                          <p:attrName>ppt_y</p:attrName>
                                        </p:attrNameLst>
                                      </p:cBhvr>
                                      <p:tavLst>
                                        <p:tav tm="0">
                                          <p:val>
                                            <p:strVal val="#ppt_y+.1"/>
                                          </p:val>
                                        </p:tav>
                                        <p:tav tm="100000">
                                          <p:val>
                                            <p:strVal val="#ppt_y"/>
                                          </p:val>
                                        </p:tav>
                                      </p:tavLst>
                                    </p:anim>
                                  </p:childTnLst>
                                </p:cTn>
                              </p:par>
                            </p:childTnLst>
                          </p:cTn>
                        </p:par>
                        <p:par>
                          <p:cTn id="50" fill="hold">
                            <p:stCondLst>
                              <p:cond delay="2000"/>
                            </p:stCondLst>
                            <p:childTnLst>
                              <p:par>
                                <p:cTn id="51" presetID="42" presetClass="path" presetSubtype="0" accel="50000" decel="50000" fill="hold" nodeType="afterEffect">
                                  <p:stCondLst>
                                    <p:cond delay="0"/>
                                  </p:stCondLst>
                                  <p:childTnLst>
                                    <p:animMotion origin="layout" path="M 0.00026 0.03426 L 0.00053 0.06783 " pathEditMode="relative" rAng="0" ptsTypes="AA">
                                      <p:cBhvr>
                                        <p:cTn id="52" dur="2000" fill="hold"/>
                                        <p:tgtEl>
                                          <p:spTgt spid="3"/>
                                        </p:tgtEl>
                                        <p:attrNameLst>
                                          <p:attrName>ppt_x</p:attrName>
                                          <p:attrName>ppt_y</p:attrName>
                                        </p:attrNameLst>
                                      </p:cBhvr>
                                      <p:rCtr x="13" y="1667"/>
                                    </p:animMotion>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90"/>
                                        </p:tgtEl>
                                        <p:attrNameLst>
                                          <p:attrName>style.visibility</p:attrName>
                                        </p:attrNameLst>
                                      </p:cBhvr>
                                      <p:to>
                                        <p:strVal val="visible"/>
                                      </p:to>
                                    </p:set>
                                    <p:animEffect transition="in" filter="wipe(up)">
                                      <p:cBhvr>
                                        <p:cTn id="57" dur="750"/>
                                        <p:tgtEl>
                                          <p:spTgt spid="90"/>
                                        </p:tgtEl>
                                      </p:cBhvr>
                                    </p:animEffect>
                                  </p:childTnLst>
                                </p:cTn>
                              </p:par>
                            </p:childTnLst>
                          </p:cTn>
                        </p:par>
                        <p:par>
                          <p:cTn id="58" fill="hold">
                            <p:stCondLst>
                              <p:cond delay="750"/>
                            </p:stCondLst>
                            <p:childTnLst>
                              <p:par>
                                <p:cTn id="59" presetID="22" presetClass="entr" presetSubtype="1" fill="hold" nodeType="after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wipe(up)">
                                      <p:cBhvr>
                                        <p:cTn id="61" dur="1000"/>
                                        <p:tgtEl>
                                          <p:spTgt spid="50"/>
                                        </p:tgtEl>
                                      </p:cBhvr>
                                    </p:animEffect>
                                  </p:childTnLst>
                                </p:cTn>
                              </p:par>
                            </p:childTnLst>
                          </p:cTn>
                        </p:par>
                        <p:par>
                          <p:cTn id="62" fill="hold">
                            <p:stCondLst>
                              <p:cond delay="1750"/>
                            </p:stCondLst>
                            <p:childTnLst>
                              <p:par>
                                <p:cTn id="63" presetID="42" presetClass="path" presetSubtype="0" accel="50000" decel="50000" fill="hold" nodeType="afterEffect">
                                  <p:stCondLst>
                                    <p:cond delay="0"/>
                                  </p:stCondLst>
                                  <p:childTnLst>
                                    <p:animMotion origin="layout" path="M 0.00053 0.06783 L 0.00053 0.10486 " pathEditMode="relative" rAng="0" ptsTypes="AA">
                                      <p:cBhvr>
                                        <p:cTn id="64" dur="2000" fill="hold"/>
                                        <p:tgtEl>
                                          <p:spTgt spid="3"/>
                                        </p:tgtEl>
                                        <p:attrNameLst>
                                          <p:attrName>ppt_x</p:attrName>
                                          <p:attrName>ppt_y</p:attrName>
                                        </p:attrNameLst>
                                      </p:cBhvr>
                                      <p:rCtr x="0" y="1852"/>
                                    </p:animMotion>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47"/>
                                        </p:tgtEl>
                                        <p:attrNameLst>
                                          <p:attrName>style.visibility</p:attrName>
                                        </p:attrNameLst>
                                      </p:cBhvr>
                                      <p:to>
                                        <p:strVal val="visible"/>
                                      </p:to>
                                    </p:set>
                                    <p:anim calcmode="lin" valueType="num">
                                      <p:cBhvr>
                                        <p:cTn id="69" dur="1000" fill="hold"/>
                                        <p:tgtEl>
                                          <p:spTgt spid="47"/>
                                        </p:tgtEl>
                                        <p:attrNameLst>
                                          <p:attrName>ppt_w</p:attrName>
                                        </p:attrNameLst>
                                      </p:cBhvr>
                                      <p:tavLst>
                                        <p:tav tm="0">
                                          <p:val>
                                            <p:fltVal val="0"/>
                                          </p:val>
                                        </p:tav>
                                        <p:tav tm="100000">
                                          <p:val>
                                            <p:strVal val="#ppt_w"/>
                                          </p:val>
                                        </p:tav>
                                      </p:tavLst>
                                    </p:anim>
                                    <p:anim calcmode="lin" valueType="num">
                                      <p:cBhvr>
                                        <p:cTn id="70" dur="1000" fill="hold"/>
                                        <p:tgtEl>
                                          <p:spTgt spid="47"/>
                                        </p:tgtEl>
                                        <p:attrNameLst>
                                          <p:attrName>ppt_h</p:attrName>
                                        </p:attrNameLst>
                                      </p:cBhvr>
                                      <p:tavLst>
                                        <p:tav tm="0">
                                          <p:val>
                                            <p:fltVal val="0"/>
                                          </p:val>
                                        </p:tav>
                                        <p:tav tm="100000">
                                          <p:val>
                                            <p:strVal val="#ppt_h"/>
                                          </p:val>
                                        </p:tav>
                                      </p:tavLst>
                                    </p:anim>
                                    <p:anim calcmode="lin" valueType="num">
                                      <p:cBhvr>
                                        <p:cTn id="71" dur="1000" fill="hold"/>
                                        <p:tgtEl>
                                          <p:spTgt spid="47"/>
                                        </p:tgtEl>
                                        <p:attrNameLst>
                                          <p:attrName>style.rotation</p:attrName>
                                        </p:attrNameLst>
                                      </p:cBhvr>
                                      <p:tavLst>
                                        <p:tav tm="0">
                                          <p:val>
                                            <p:fltVal val="90"/>
                                          </p:val>
                                        </p:tav>
                                        <p:tav tm="100000">
                                          <p:val>
                                            <p:fltVal val="0"/>
                                          </p:val>
                                        </p:tav>
                                      </p:tavLst>
                                    </p:anim>
                                    <p:animEffect transition="in" filter="fade">
                                      <p:cBhvr>
                                        <p:cTn id="72" dur="1000"/>
                                        <p:tgtEl>
                                          <p:spTgt spid="47"/>
                                        </p:tgtEl>
                                      </p:cBhvr>
                                    </p:animEffect>
                                  </p:childTnLst>
                                </p:cTn>
                              </p:par>
                            </p:childTnLst>
                          </p:cTn>
                        </p:par>
                        <p:par>
                          <p:cTn id="73" fill="hold">
                            <p:stCondLst>
                              <p:cond delay="1000"/>
                            </p:stCondLst>
                            <p:childTnLst>
                              <p:par>
                                <p:cTn id="74" presetID="31" presetClass="entr" presetSubtype="0" fill="hold" grpId="0" nodeType="afterEffect">
                                  <p:stCondLst>
                                    <p:cond delay="0"/>
                                  </p:stCondLst>
                                  <p:childTnLst>
                                    <p:set>
                                      <p:cBhvr>
                                        <p:cTn id="75" dur="1" fill="hold">
                                          <p:stCondLst>
                                            <p:cond delay="0"/>
                                          </p:stCondLst>
                                        </p:cTn>
                                        <p:tgtEl>
                                          <p:spTgt spid="51"/>
                                        </p:tgtEl>
                                        <p:attrNameLst>
                                          <p:attrName>style.visibility</p:attrName>
                                        </p:attrNameLst>
                                      </p:cBhvr>
                                      <p:to>
                                        <p:strVal val="visible"/>
                                      </p:to>
                                    </p:set>
                                    <p:anim calcmode="lin" valueType="num">
                                      <p:cBhvr>
                                        <p:cTn id="76" dur="1000" fill="hold"/>
                                        <p:tgtEl>
                                          <p:spTgt spid="51"/>
                                        </p:tgtEl>
                                        <p:attrNameLst>
                                          <p:attrName>ppt_w</p:attrName>
                                        </p:attrNameLst>
                                      </p:cBhvr>
                                      <p:tavLst>
                                        <p:tav tm="0">
                                          <p:val>
                                            <p:fltVal val="0"/>
                                          </p:val>
                                        </p:tav>
                                        <p:tav tm="100000">
                                          <p:val>
                                            <p:strVal val="#ppt_w"/>
                                          </p:val>
                                        </p:tav>
                                      </p:tavLst>
                                    </p:anim>
                                    <p:anim calcmode="lin" valueType="num">
                                      <p:cBhvr>
                                        <p:cTn id="77" dur="1000" fill="hold"/>
                                        <p:tgtEl>
                                          <p:spTgt spid="51"/>
                                        </p:tgtEl>
                                        <p:attrNameLst>
                                          <p:attrName>ppt_h</p:attrName>
                                        </p:attrNameLst>
                                      </p:cBhvr>
                                      <p:tavLst>
                                        <p:tav tm="0">
                                          <p:val>
                                            <p:fltVal val="0"/>
                                          </p:val>
                                        </p:tav>
                                        <p:tav tm="100000">
                                          <p:val>
                                            <p:strVal val="#ppt_h"/>
                                          </p:val>
                                        </p:tav>
                                      </p:tavLst>
                                    </p:anim>
                                    <p:anim calcmode="lin" valueType="num">
                                      <p:cBhvr>
                                        <p:cTn id="78" dur="1000" fill="hold"/>
                                        <p:tgtEl>
                                          <p:spTgt spid="51"/>
                                        </p:tgtEl>
                                        <p:attrNameLst>
                                          <p:attrName>style.rotation</p:attrName>
                                        </p:attrNameLst>
                                      </p:cBhvr>
                                      <p:tavLst>
                                        <p:tav tm="0">
                                          <p:val>
                                            <p:fltVal val="90"/>
                                          </p:val>
                                        </p:tav>
                                        <p:tav tm="100000">
                                          <p:val>
                                            <p:fltVal val="0"/>
                                          </p:val>
                                        </p:tav>
                                      </p:tavLst>
                                    </p:anim>
                                    <p:animEffect transition="in" filter="fade">
                                      <p:cBhvr>
                                        <p:cTn id="79" dur="1000"/>
                                        <p:tgtEl>
                                          <p:spTgt spid="51"/>
                                        </p:tgtEl>
                                      </p:cBhvr>
                                    </p:animEffect>
                                  </p:childTnLst>
                                </p:cTn>
                              </p:par>
                            </p:childTnLst>
                          </p:cTn>
                        </p:par>
                        <p:par>
                          <p:cTn id="80" fill="hold">
                            <p:stCondLst>
                              <p:cond delay="2000"/>
                            </p:stCondLst>
                            <p:childTnLst>
                              <p:par>
                                <p:cTn id="81" presetID="31" presetClass="entr" presetSubtype="0" fill="hold" grpId="0" nodeType="afterEffect">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cBhvr>
                                        <p:cTn id="83" dur="1000" fill="hold"/>
                                        <p:tgtEl>
                                          <p:spTgt spid="52"/>
                                        </p:tgtEl>
                                        <p:attrNameLst>
                                          <p:attrName>ppt_w</p:attrName>
                                        </p:attrNameLst>
                                      </p:cBhvr>
                                      <p:tavLst>
                                        <p:tav tm="0">
                                          <p:val>
                                            <p:fltVal val="0"/>
                                          </p:val>
                                        </p:tav>
                                        <p:tav tm="100000">
                                          <p:val>
                                            <p:strVal val="#ppt_w"/>
                                          </p:val>
                                        </p:tav>
                                      </p:tavLst>
                                    </p:anim>
                                    <p:anim calcmode="lin" valueType="num">
                                      <p:cBhvr>
                                        <p:cTn id="84" dur="1000" fill="hold"/>
                                        <p:tgtEl>
                                          <p:spTgt spid="52"/>
                                        </p:tgtEl>
                                        <p:attrNameLst>
                                          <p:attrName>ppt_h</p:attrName>
                                        </p:attrNameLst>
                                      </p:cBhvr>
                                      <p:tavLst>
                                        <p:tav tm="0">
                                          <p:val>
                                            <p:fltVal val="0"/>
                                          </p:val>
                                        </p:tav>
                                        <p:tav tm="100000">
                                          <p:val>
                                            <p:strVal val="#ppt_h"/>
                                          </p:val>
                                        </p:tav>
                                      </p:tavLst>
                                    </p:anim>
                                    <p:anim calcmode="lin" valueType="num">
                                      <p:cBhvr>
                                        <p:cTn id="85" dur="1000" fill="hold"/>
                                        <p:tgtEl>
                                          <p:spTgt spid="52"/>
                                        </p:tgtEl>
                                        <p:attrNameLst>
                                          <p:attrName>style.rotation</p:attrName>
                                        </p:attrNameLst>
                                      </p:cBhvr>
                                      <p:tavLst>
                                        <p:tav tm="0">
                                          <p:val>
                                            <p:fltVal val="90"/>
                                          </p:val>
                                        </p:tav>
                                        <p:tav tm="100000">
                                          <p:val>
                                            <p:fltVal val="0"/>
                                          </p:val>
                                        </p:tav>
                                      </p:tavLst>
                                    </p:anim>
                                    <p:animEffect transition="in" filter="fade">
                                      <p:cBhvr>
                                        <p:cTn id="86" dur="1000"/>
                                        <p:tgtEl>
                                          <p:spTgt spid="52"/>
                                        </p:tgtEl>
                                      </p:cBhvr>
                                    </p:animEffect>
                                  </p:childTnLst>
                                </p:cTn>
                              </p:par>
                            </p:childTnLst>
                          </p:cTn>
                        </p:par>
                        <p:par>
                          <p:cTn id="87" fill="hold">
                            <p:stCondLst>
                              <p:cond delay="3000"/>
                            </p:stCondLst>
                            <p:childTnLst>
                              <p:par>
                                <p:cTn id="88" presetID="31" presetClass="entr" presetSubtype="0" fill="hold" grpId="0" nodeType="afterEffect">
                                  <p:stCondLst>
                                    <p:cond delay="0"/>
                                  </p:stCondLst>
                                  <p:childTnLst>
                                    <p:set>
                                      <p:cBhvr>
                                        <p:cTn id="89" dur="1" fill="hold">
                                          <p:stCondLst>
                                            <p:cond delay="0"/>
                                          </p:stCondLst>
                                        </p:cTn>
                                        <p:tgtEl>
                                          <p:spTgt spid="53"/>
                                        </p:tgtEl>
                                        <p:attrNameLst>
                                          <p:attrName>style.visibility</p:attrName>
                                        </p:attrNameLst>
                                      </p:cBhvr>
                                      <p:to>
                                        <p:strVal val="visible"/>
                                      </p:to>
                                    </p:set>
                                    <p:anim calcmode="lin" valueType="num">
                                      <p:cBhvr>
                                        <p:cTn id="90" dur="1000" fill="hold"/>
                                        <p:tgtEl>
                                          <p:spTgt spid="53"/>
                                        </p:tgtEl>
                                        <p:attrNameLst>
                                          <p:attrName>ppt_w</p:attrName>
                                        </p:attrNameLst>
                                      </p:cBhvr>
                                      <p:tavLst>
                                        <p:tav tm="0">
                                          <p:val>
                                            <p:fltVal val="0"/>
                                          </p:val>
                                        </p:tav>
                                        <p:tav tm="100000">
                                          <p:val>
                                            <p:strVal val="#ppt_w"/>
                                          </p:val>
                                        </p:tav>
                                      </p:tavLst>
                                    </p:anim>
                                    <p:anim calcmode="lin" valueType="num">
                                      <p:cBhvr>
                                        <p:cTn id="91" dur="1000" fill="hold"/>
                                        <p:tgtEl>
                                          <p:spTgt spid="53"/>
                                        </p:tgtEl>
                                        <p:attrNameLst>
                                          <p:attrName>ppt_h</p:attrName>
                                        </p:attrNameLst>
                                      </p:cBhvr>
                                      <p:tavLst>
                                        <p:tav tm="0">
                                          <p:val>
                                            <p:fltVal val="0"/>
                                          </p:val>
                                        </p:tav>
                                        <p:tav tm="100000">
                                          <p:val>
                                            <p:strVal val="#ppt_h"/>
                                          </p:val>
                                        </p:tav>
                                      </p:tavLst>
                                    </p:anim>
                                    <p:anim calcmode="lin" valueType="num">
                                      <p:cBhvr>
                                        <p:cTn id="92" dur="1000" fill="hold"/>
                                        <p:tgtEl>
                                          <p:spTgt spid="53"/>
                                        </p:tgtEl>
                                        <p:attrNameLst>
                                          <p:attrName>style.rotation</p:attrName>
                                        </p:attrNameLst>
                                      </p:cBhvr>
                                      <p:tavLst>
                                        <p:tav tm="0">
                                          <p:val>
                                            <p:fltVal val="90"/>
                                          </p:val>
                                        </p:tav>
                                        <p:tav tm="100000">
                                          <p:val>
                                            <p:fltVal val="0"/>
                                          </p:val>
                                        </p:tav>
                                      </p:tavLst>
                                    </p:anim>
                                    <p:animEffect transition="in" filter="fade">
                                      <p:cBhvr>
                                        <p:cTn id="93" dur="1000"/>
                                        <p:tgtEl>
                                          <p:spTgt spid="53"/>
                                        </p:tgtEl>
                                      </p:cBhvr>
                                    </p:animEffect>
                                  </p:childTnLst>
                                </p:cTn>
                              </p:par>
                            </p:childTnLst>
                          </p:cTn>
                        </p:par>
                        <p:par>
                          <p:cTn id="94" fill="hold">
                            <p:stCondLst>
                              <p:cond delay="4000"/>
                            </p:stCondLst>
                            <p:childTnLst>
                              <p:par>
                                <p:cTn id="95" presetID="31" presetClass="entr" presetSubtype="0" fill="hold" grpId="0" nodeType="afterEffect">
                                  <p:stCondLst>
                                    <p:cond delay="0"/>
                                  </p:stCondLst>
                                  <p:childTnLst>
                                    <p:set>
                                      <p:cBhvr>
                                        <p:cTn id="96" dur="1" fill="hold">
                                          <p:stCondLst>
                                            <p:cond delay="0"/>
                                          </p:stCondLst>
                                        </p:cTn>
                                        <p:tgtEl>
                                          <p:spTgt spid="54"/>
                                        </p:tgtEl>
                                        <p:attrNameLst>
                                          <p:attrName>style.visibility</p:attrName>
                                        </p:attrNameLst>
                                      </p:cBhvr>
                                      <p:to>
                                        <p:strVal val="visible"/>
                                      </p:to>
                                    </p:set>
                                    <p:anim calcmode="lin" valueType="num">
                                      <p:cBhvr>
                                        <p:cTn id="97" dur="1000" fill="hold"/>
                                        <p:tgtEl>
                                          <p:spTgt spid="54"/>
                                        </p:tgtEl>
                                        <p:attrNameLst>
                                          <p:attrName>ppt_w</p:attrName>
                                        </p:attrNameLst>
                                      </p:cBhvr>
                                      <p:tavLst>
                                        <p:tav tm="0">
                                          <p:val>
                                            <p:fltVal val="0"/>
                                          </p:val>
                                        </p:tav>
                                        <p:tav tm="100000">
                                          <p:val>
                                            <p:strVal val="#ppt_w"/>
                                          </p:val>
                                        </p:tav>
                                      </p:tavLst>
                                    </p:anim>
                                    <p:anim calcmode="lin" valueType="num">
                                      <p:cBhvr>
                                        <p:cTn id="98" dur="1000" fill="hold"/>
                                        <p:tgtEl>
                                          <p:spTgt spid="54"/>
                                        </p:tgtEl>
                                        <p:attrNameLst>
                                          <p:attrName>ppt_h</p:attrName>
                                        </p:attrNameLst>
                                      </p:cBhvr>
                                      <p:tavLst>
                                        <p:tav tm="0">
                                          <p:val>
                                            <p:fltVal val="0"/>
                                          </p:val>
                                        </p:tav>
                                        <p:tav tm="100000">
                                          <p:val>
                                            <p:strVal val="#ppt_h"/>
                                          </p:val>
                                        </p:tav>
                                      </p:tavLst>
                                    </p:anim>
                                    <p:anim calcmode="lin" valueType="num">
                                      <p:cBhvr>
                                        <p:cTn id="99" dur="1000" fill="hold"/>
                                        <p:tgtEl>
                                          <p:spTgt spid="54"/>
                                        </p:tgtEl>
                                        <p:attrNameLst>
                                          <p:attrName>style.rotation</p:attrName>
                                        </p:attrNameLst>
                                      </p:cBhvr>
                                      <p:tavLst>
                                        <p:tav tm="0">
                                          <p:val>
                                            <p:fltVal val="90"/>
                                          </p:val>
                                        </p:tav>
                                        <p:tav tm="100000">
                                          <p:val>
                                            <p:fltVal val="0"/>
                                          </p:val>
                                        </p:tav>
                                      </p:tavLst>
                                    </p:anim>
                                    <p:animEffect transition="in" filter="fade">
                                      <p:cBhvr>
                                        <p:cTn id="100" dur="1000"/>
                                        <p:tgtEl>
                                          <p:spTgt spid="54"/>
                                        </p:tgtEl>
                                      </p:cBhvr>
                                    </p:animEffect>
                                  </p:childTnLst>
                                </p:cTn>
                              </p:par>
                            </p:childTnLst>
                          </p:cTn>
                        </p:par>
                        <p:par>
                          <p:cTn id="101" fill="hold">
                            <p:stCondLst>
                              <p:cond delay="5000"/>
                            </p:stCondLst>
                            <p:childTnLst>
                              <p:par>
                                <p:cTn id="102" presetID="42" presetClass="path" presetSubtype="0" accel="50000" decel="50000" fill="hold" nodeType="afterEffect">
                                  <p:stCondLst>
                                    <p:cond delay="0"/>
                                  </p:stCondLst>
                                  <p:childTnLst>
                                    <p:animMotion origin="layout" path="M 0.00053 0.10486 L 0.0004 0.14074 " pathEditMode="relative" rAng="0" ptsTypes="AA">
                                      <p:cBhvr>
                                        <p:cTn id="103" dur="2000" fill="hold"/>
                                        <p:tgtEl>
                                          <p:spTgt spid="3"/>
                                        </p:tgtEl>
                                        <p:attrNameLst>
                                          <p:attrName>ppt_x</p:attrName>
                                          <p:attrName>ppt_y</p:attrName>
                                        </p:attrNameLst>
                                      </p:cBhvr>
                                      <p:rCtr x="-13" y="1782"/>
                                    </p:animMotion>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96"/>
                                        </p:tgtEl>
                                        <p:attrNameLst>
                                          <p:attrName>style.visibility</p:attrName>
                                        </p:attrNameLst>
                                      </p:cBhvr>
                                      <p:to>
                                        <p:strVal val="visible"/>
                                      </p:to>
                                    </p:set>
                                    <p:animEffect transition="in" filter="wipe(up)">
                                      <p:cBhvr>
                                        <p:cTn id="108" dur="750"/>
                                        <p:tgtEl>
                                          <p:spTgt spid="96"/>
                                        </p:tgtEl>
                                      </p:cBhvr>
                                    </p:animEffect>
                                  </p:childTnLst>
                                </p:cTn>
                              </p:par>
                              <p:par>
                                <p:cTn id="109" presetID="31" presetClass="entr" presetSubtype="0" fill="hold" grpId="0" nodeType="withEffect">
                                  <p:stCondLst>
                                    <p:cond delay="0"/>
                                  </p:stCondLst>
                                  <p:childTnLst>
                                    <p:set>
                                      <p:cBhvr>
                                        <p:cTn id="110" dur="1" fill="hold">
                                          <p:stCondLst>
                                            <p:cond delay="0"/>
                                          </p:stCondLst>
                                        </p:cTn>
                                        <p:tgtEl>
                                          <p:spTgt spid="170"/>
                                        </p:tgtEl>
                                        <p:attrNameLst>
                                          <p:attrName>style.visibility</p:attrName>
                                        </p:attrNameLst>
                                      </p:cBhvr>
                                      <p:to>
                                        <p:strVal val="visible"/>
                                      </p:to>
                                    </p:set>
                                    <p:anim calcmode="lin" valueType="num">
                                      <p:cBhvr>
                                        <p:cTn id="111" dur="1000" fill="hold"/>
                                        <p:tgtEl>
                                          <p:spTgt spid="170"/>
                                        </p:tgtEl>
                                        <p:attrNameLst>
                                          <p:attrName>ppt_w</p:attrName>
                                        </p:attrNameLst>
                                      </p:cBhvr>
                                      <p:tavLst>
                                        <p:tav tm="0">
                                          <p:val>
                                            <p:fltVal val="0"/>
                                          </p:val>
                                        </p:tav>
                                        <p:tav tm="100000">
                                          <p:val>
                                            <p:strVal val="#ppt_w"/>
                                          </p:val>
                                        </p:tav>
                                      </p:tavLst>
                                    </p:anim>
                                    <p:anim calcmode="lin" valueType="num">
                                      <p:cBhvr>
                                        <p:cTn id="112" dur="1000" fill="hold"/>
                                        <p:tgtEl>
                                          <p:spTgt spid="170"/>
                                        </p:tgtEl>
                                        <p:attrNameLst>
                                          <p:attrName>ppt_h</p:attrName>
                                        </p:attrNameLst>
                                      </p:cBhvr>
                                      <p:tavLst>
                                        <p:tav tm="0">
                                          <p:val>
                                            <p:fltVal val="0"/>
                                          </p:val>
                                        </p:tav>
                                        <p:tav tm="100000">
                                          <p:val>
                                            <p:strVal val="#ppt_h"/>
                                          </p:val>
                                        </p:tav>
                                      </p:tavLst>
                                    </p:anim>
                                    <p:anim calcmode="lin" valueType="num">
                                      <p:cBhvr>
                                        <p:cTn id="113" dur="1000" fill="hold"/>
                                        <p:tgtEl>
                                          <p:spTgt spid="170"/>
                                        </p:tgtEl>
                                        <p:attrNameLst>
                                          <p:attrName>style.rotation</p:attrName>
                                        </p:attrNameLst>
                                      </p:cBhvr>
                                      <p:tavLst>
                                        <p:tav tm="0">
                                          <p:val>
                                            <p:fltVal val="90"/>
                                          </p:val>
                                        </p:tav>
                                        <p:tav tm="100000">
                                          <p:val>
                                            <p:fltVal val="0"/>
                                          </p:val>
                                        </p:tav>
                                      </p:tavLst>
                                    </p:anim>
                                    <p:animEffect transition="in" filter="fade">
                                      <p:cBhvr>
                                        <p:cTn id="114" dur="1000"/>
                                        <p:tgtEl>
                                          <p:spTgt spid="170"/>
                                        </p:tgtEl>
                                      </p:cBhvr>
                                    </p:animEffect>
                                  </p:childTnLst>
                                </p:cTn>
                              </p:par>
                            </p:childTnLst>
                          </p:cTn>
                        </p:par>
                        <p:par>
                          <p:cTn id="115" fill="hold">
                            <p:stCondLst>
                              <p:cond delay="1000"/>
                            </p:stCondLst>
                            <p:childTnLst>
                              <p:par>
                                <p:cTn id="116" presetID="22" presetClass="entr" presetSubtype="8" fill="hold" grpId="0" nodeType="afterEffect">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wipe(left)">
                                      <p:cBhvr>
                                        <p:cTn id="118" dur="500"/>
                                        <p:tgtEl>
                                          <p:spTgt spid="37"/>
                                        </p:tgtEl>
                                      </p:cBhvr>
                                    </p:animEffect>
                                  </p:childTnLst>
                                </p:cTn>
                              </p:par>
                            </p:childTnLst>
                          </p:cTn>
                        </p:par>
                        <p:par>
                          <p:cTn id="119" fill="hold">
                            <p:stCondLst>
                              <p:cond delay="1500"/>
                            </p:stCondLst>
                            <p:childTnLst>
                              <p:par>
                                <p:cTn id="120" presetID="22" presetClass="entr" presetSubtype="8" fill="hold" nodeType="afterEffect">
                                  <p:stCondLst>
                                    <p:cond delay="0"/>
                                  </p:stCondLst>
                                  <p:childTnLst>
                                    <p:set>
                                      <p:cBhvr>
                                        <p:cTn id="121" dur="1" fill="hold">
                                          <p:stCondLst>
                                            <p:cond delay="0"/>
                                          </p:stCondLst>
                                        </p:cTn>
                                        <p:tgtEl>
                                          <p:spTgt spid="49"/>
                                        </p:tgtEl>
                                        <p:attrNameLst>
                                          <p:attrName>style.visibility</p:attrName>
                                        </p:attrNameLst>
                                      </p:cBhvr>
                                      <p:to>
                                        <p:strVal val="visible"/>
                                      </p:to>
                                    </p:set>
                                    <p:animEffect transition="in" filter="wipe(left)">
                                      <p:cBhvr>
                                        <p:cTn id="122" dur="500"/>
                                        <p:tgtEl>
                                          <p:spTgt spid="49"/>
                                        </p:tgtEl>
                                      </p:cBhvr>
                                    </p:animEffect>
                                  </p:childTnLst>
                                </p:cTn>
                              </p:par>
                            </p:childTnLst>
                          </p:cTn>
                        </p:par>
                        <p:par>
                          <p:cTn id="123" fill="hold">
                            <p:stCondLst>
                              <p:cond delay="2000"/>
                            </p:stCondLst>
                            <p:childTnLst>
                              <p:par>
                                <p:cTn id="124" presetID="42" presetClass="path" presetSubtype="0" accel="50000" decel="50000" fill="hold" nodeType="afterEffect">
                                  <p:stCondLst>
                                    <p:cond delay="0"/>
                                  </p:stCondLst>
                                  <p:childTnLst>
                                    <p:animMotion origin="layout" path="M 0.0004 0.14074 L -4.375E-6 0.17894 " pathEditMode="relative" rAng="0" ptsTypes="AA">
                                      <p:cBhvr>
                                        <p:cTn id="125" dur="2000" fill="hold"/>
                                        <p:tgtEl>
                                          <p:spTgt spid="3"/>
                                        </p:tgtEl>
                                        <p:attrNameLst>
                                          <p:attrName>ppt_x</p:attrName>
                                          <p:attrName>ppt_y</p:attrName>
                                        </p:attrNameLst>
                                      </p:cBhvr>
                                      <p:rCtr x="-26" y="1898"/>
                                    </p:animMotion>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nodeType="clickEffect">
                                  <p:stCondLst>
                                    <p:cond delay="0"/>
                                  </p:stCondLst>
                                  <p:childTnLst>
                                    <p:set>
                                      <p:cBhvr>
                                        <p:cTn id="129" dur="1" fill="hold">
                                          <p:stCondLst>
                                            <p:cond delay="0"/>
                                          </p:stCondLst>
                                        </p:cTn>
                                        <p:tgtEl>
                                          <p:spTgt spid="120"/>
                                        </p:tgtEl>
                                        <p:attrNameLst>
                                          <p:attrName>style.visibility</p:attrName>
                                        </p:attrNameLst>
                                      </p:cBhvr>
                                      <p:to>
                                        <p:strVal val="visible"/>
                                      </p:to>
                                    </p:set>
                                    <p:animEffect transition="in" filter="wipe(left)">
                                      <p:cBhvr>
                                        <p:cTn id="130" dur="1000"/>
                                        <p:tgtEl>
                                          <p:spTgt spid="120"/>
                                        </p:tgtEl>
                                      </p:cBhvr>
                                    </p:animEffect>
                                  </p:childTnLst>
                                </p:cTn>
                              </p:par>
                            </p:childTnLst>
                          </p:cTn>
                        </p:par>
                        <p:par>
                          <p:cTn id="131" fill="hold">
                            <p:stCondLst>
                              <p:cond delay="1000"/>
                            </p:stCondLst>
                            <p:childTnLst>
                              <p:par>
                                <p:cTn id="132" presetID="42" presetClass="path" presetSubtype="0" accel="50000" decel="50000" fill="hold" nodeType="afterEffect">
                                  <p:stCondLst>
                                    <p:cond delay="0"/>
                                  </p:stCondLst>
                                  <p:childTnLst>
                                    <p:animMotion origin="layout" path="M -4.375E-6 0.17894 L -4.375E-6 0.21458 " pathEditMode="relative" rAng="0" ptsTypes="AA">
                                      <p:cBhvr>
                                        <p:cTn id="133" dur="2000" fill="hold"/>
                                        <p:tgtEl>
                                          <p:spTgt spid="3"/>
                                        </p:tgtEl>
                                        <p:attrNameLst>
                                          <p:attrName>ppt_x</p:attrName>
                                          <p:attrName>ppt_y</p:attrName>
                                        </p:attrNameLst>
                                      </p:cBhvr>
                                      <p:rCtr x="0" y="1782"/>
                                    </p:animMotion>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nodeType="clickEffect">
                                  <p:stCondLst>
                                    <p:cond delay="0"/>
                                  </p:stCondLst>
                                  <p:childTnLst>
                                    <p:set>
                                      <p:cBhvr>
                                        <p:cTn id="137" dur="1" fill="hold">
                                          <p:stCondLst>
                                            <p:cond delay="0"/>
                                          </p:stCondLst>
                                        </p:cTn>
                                        <p:tgtEl>
                                          <p:spTgt spid="122"/>
                                        </p:tgtEl>
                                        <p:attrNameLst>
                                          <p:attrName>style.visibility</p:attrName>
                                        </p:attrNameLst>
                                      </p:cBhvr>
                                      <p:to>
                                        <p:strVal val="visible"/>
                                      </p:to>
                                    </p:set>
                                    <p:animEffect transition="in" filter="wipe(left)">
                                      <p:cBhvr>
                                        <p:cTn id="138" dur="1000"/>
                                        <p:tgtEl>
                                          <p:spTgt spid="122"/>
                                        </p:tgtEl>
                                      </p:cBhvr>
                                    </p:animEffect>
                                  </p:childTnLst>
                                </p:cTn>
                              </p:par>
                            </p:childTnLst>
                          </p:cTn>
                        </p:par>
                        <p:par>
                          <p:cTn id="139" fill="hold">
                            <p:stCondLst>
                              <p:cond delay="1000"/>
                            </p:stCondLst>
                            <p:childTnLst>
                              <p:par>
                                <p:cTn id="140" presetID="42" presetClass="path" presetSubtype="0" accel="50000" decel="50000" fill="hold" nodeType="afterEffect">
                                  <p:stCondLst>
                                    <p:cond delay="0"/>
                                  </p:stCondLst>
                                  <p:childTnLst>
                                    <p:animMotion origin="layout" path="M -3.95833E-6 0.21459 L -4.375E-6 0.28218 " pathEditMode="relative" rAng="0" ptsTypes="AA">
                                      <p:cBhvr>
                                        <p:cTn id="141" dur="2000" fill="hold"/>
                                        <p:tgtEl>
                                          <p:spTgt spid="3"/>
                                        </p:tgtEl>
                                        <p:attrNameLst>
                                          <p:attrName>ppt_x</p:attrName>
                                          <p:attrName>ppt_y</p:attrName>
                                        </p:attrNameLst>
                                      </p:cBhvr>
                                      <p:rCtr x="13" y="3356"/>
                                    </p:animMotion>
                                  </p:childTnLst>
                                </p:cTn>
                              </p:par>
                            </p:childTnLst>
                          </p:cTn>
                        </p:par>
                      </p:childTnLst>
                    </p:cTn>
                  </p:par>
                  <p:par>
                    <p:cTn id="142" fill="hold">
                      <p:stCondLst>
                        <p:cond delay="indefinite"/>
                      </p:stCondLst>
                      <p:childTnLst>
                        <p:par>
                          <p:cTn id="143" fill="hold">
                            <p:stCondLst>
                              <p:cond delay="0"/>
                            </p:stCondLst>
                            <p:childTnLst>
                              <p:par>
                                <p:cTn id="144" presetID="31" presetClass="entr" presetSubtype="0" fill="hold" grpId="0" nodeType="clickEffect">
                                  <p:stCondLst>
                                    <p:cond delay="0"/>
                                  </p:stCondLst>
                                  <p:childTnLst>
                                    <p:set>
                                      <p:cBhvr>
                                        <p:cTn id="145" dur="1" fill="hold">
                                          <p:stCondLst>
                                            <p:cond delay="0"/>
                                          </p:stCondLst>
                                        </p:cTn>
                                        <p:tgtEl>
                                          <p:spTgt spid="89"/>
                                        </p:tgtEl>
                                        <p:attrNameLst>
                                          <p:attrName>style.visibility</p:attrName>
                                        </p:attrNameLst>
                                      </p:cBhvr>
                                      <p:to>
                                        <p:strVal val="visible"/>
                                      </p:to>
                                    </p:set>
                                    <p:anim calcmode="lin" valueType="num">
                                      <p:cBhvr>
                                        <p:cTn id="146" dur="1000" fill="hold"/>
                                        <p:tgtEl>
                                          <p:spTgt spid="89"/>
                                        </p:tgtEl>
                                        <p:attrNameLst>
                                          <p:attrName>ppt_w</p:attrName>
                                        </p:attrNameLst>
                                      </p:cBhvr>
                                      <p:tavLst>
                                        <p:tav tm="0">
                                          <p:val>
                                            <p:fltVal val="0"/>
                                          </p:val>
                                        </p:tav>
                                        <p:tav tm="100000">
                                          <p:val>
                                            <p:strVal val="#ppt_w"/>
                                          </p:val>
                                        </p:tav>
                                      </p:tavLst>
                                    </p:anim>
                                    <p:anim calcmode="lin" valueType="num">
                                      <p:cBhvr>
                                        <p:cTn id="147" dur="1000" fill="hold"/>
                                        <p:tgtEl>
                                          <p:spTgt spid="89"/>
                                        </p:tgtEl>
                                        <p:attrNameLst>
                                          <p:attrName>ppt_h</p:attrName>
                                        </p:attrNameLst>
                                      </p:cBhvr>
                                      <p:tavLst>
                                        <p:tav tm="0">
                                          <p:val>
                                            <p:fltVal val="0"/>
                                          </p:val>
                                        </p:tav>
                                        <p:tav tm="100000">
                                          <p:val>
                                            <p:strVal val="#ppt_h"/>
                                          </p:val>
                                        </p:tav>
                                      </p:tavLst>
                                    </p:anim>
                                    <p:anim calcmode="lin" valueType="num">
                                      <p:cBhvr>
                                        <p:cTn id="148" dur="1000" fill="hold"/>
                                        <p:tgtEl>
                                          <p:spTgt spid="89"/>
                                        </p:tgtEl>
                                        <p:attrNameLst>
                                          <p:attrName>style.rotation</p:attrName>
                                        </p:attrNameLst>
                                      </p:cBhvr>
                                      <p:tavLst>
                                        <p:tav tm="0">
                                          <p:val>
                                            <p:fltVal val="90"/>
                                          </p:val>
                                        </p:tav>
                                        <p:tav tm="100000">
                                          <p:val>
                                            <p:fltVal val="0"/>
                                          </p:val>
                                        </p:tav>
                                      </p:tavLst>
                                    </p:anim>
                                    <p:animEffect transition="in" filter="fade">
                                      <p:cBhvr>
                                        <p:cTn id="149" dur="1000"/>
                                        <p:tgtEl>
                                          <p:spTgt spid="89"/>
                                        </p:tgtEl>
                                      </p:cBhvr>
                                    </p:animEffect>
                                  </p:childTnLst>
                                </p:cTn>
                              </p:par>
                              <p:par>
                                <p:cTn id="150" presetID="31" presetClass="entr" presetSubtype="0" fill="hold" grpId="0" nodeType="withEffect">
                                  <p:stCondLst>
                                    <p:cond delay="250"/>
                                  </p:stCondLst>
                                  <p:childTnLst>
                                    <p:set>
                                      <p:cBhvr>
                                        <p:cTn id="151" dur="1" fill="hold">
                                          <p:stCondLst>
                                            <p:cond delay="0"/>
                                          </p:stCondLst>
                                        </p:cTn>
                                        <p:tgtEl>
                                          <p:spTgt spid="92"/>
                                        </p:tgtEl>
                                        <p:attrNameLst>
                                          <p:attrName>style.visibility</p:attrName>
                                        </p:attrNameLst>
                                      </p:cBhvr>
                                      <p:to>
                                        <p:strVal val="visible"/>
                                      </p:to>
                                    </p:set>
                                    <p:anim calcmode="lin" valueType="num">
                                      <p:cBhvr>
                                        <p:cTn id="152" dur="1000" fill="hold"/>
                                        <p:tgtEl>
                                          <p:spTgt spid="92"/>
                                        </p:tgtEl>
                                        <p:attrNameLst>
                                          <p:attrName>ppt_w</p:attrName>
                                        </p:attrNameLst>
                                      </p:cBhvr>
                                      <p:tavLst>
                                        <p:tav tm="0">
                                          <p:val>
                                            <p:fltVal val="0"/>
                                          </p:val>
                                        </p:tav>
                                        <p:tav tm="100000">
                                          <p:val>
                                            <p:strVal val="#ppt_w"/>
                                          </p:val>
                                        </p:tav>
                                      </p:tavLst>
                                    </p:anim>
                                    <p:anim calcmode="lin" valueType="num">
                                      <p:cBhvr>
                                        <p:cTn id="153" dur="1000" fill="hold"/>
                                        <p:tgtEl>
                                          <p:spTgt spid="92"/>
                                        </p:tgtEl>
                                        <p:attrNameLst>
                                          <p:attrName>ppt_h</p:attrName>
                                        </p:attrNameLst>
                                      </p:cBhvr>
                                      <p:tavLst>
                                        <p:tav tm="0">
                                          <p:val>
                                            <p:fltVal val="0"/>
                                          </p:val>
                                        </p:tav>
                                        <p:tav tm="100000">
                                          <p:val>
                                            <p:strVal val="#ppt_h"/>
                                          </p:val>
                                        </p:tav>
                                      </p:tavLst>
                                    </p:anim>
                                    <p:anim calcmode="lin" valueType="num">
                                      <p:cBhvr>
                                        <p:cTn id="154" dur="1000" fill="hold"/>
                                        <p:tgtEl>
                                          <p:spTgt spid="92"/>
                                        </p:tgtEl>
                                        <p:attrNameLst>
                                          <p:attrName>style.rotation</p:attrName>
                                        </p:attrNameLst>
                                      </p:cBhvr>
                                      <p:tavLst>
                                        <p:tav tm="0">
                                          <p:val>
                                            <p:fltVal val="90"/>
                                          </p:val>
                                        </p:tav>
                                        <p:tav tm="100000">
                                          <p:val>
                                            <p:fltVal val="0"/>
                                          </p:val>
                                        </p:tav>
                                      </p:tavLst>
                                    </p:anim>
                                    <p:animEffect transition="in" filter="fade">
                                      <p:cBhvr>
                                        <p:cTn id="155" dur="1000"/>
                                        <p:tgtEl>
                                          <p:spTgt spid="92"/>
                                        </p:tgtEl>
                                      </p:cBhvr>
                                    </p:animEffect>
                                  </p:childTnLst>
                                </p:cTn>
                              </p:par>
                              <p:par>
                                <p:cTn id="156" presetID="31" presetClass="entr" presetSubtype="0" fill="hold" grpId="0" nodeType="withEffect">
                                  <p:stCondLst>
                                    <p:cond delay="500"/>
                                  </p:stCondLst>
                                  <p:childTnLst>
                                    <p:set>
                                      <p:cBhvr>
                                        <p:cTn id="157" dur="1" fill="hold">
                                          <p:stCondLst>
                                            <p:cond delay="0"/>
                                          </p:stCondLst>
                                        </p:cTn>
                                        <p:tgtEl>
                                          <p:spTgt spid="93"/>
                                        </p:tgtEl>
                                        <p:attrNameLst>
                                          <p:attrName>style.visibility</p:attrName>
                                        </p:attrNameLst>
                                      </p:cBhvr>
                                      <p:to>
                                        <p:strVal val="visible"/>
                                      </p:to>
                                    </p:set>
                                    <p:anim calcmode="lin" valueType="num">
                                      <p:cBhvr>
                                        <p:cTn id="158" dur="1000" fill="hold"/>
                                        <p:tgtEl>
                                          <p:spTgt spid="93"/>
                                        </p:tgtEl>
                                        <p:attrNameLst>
                                          <p:attrName>ppt_w</p:attrName>
                                        </p:attrNameLst>
                                      </p:cBhvr>
                                      <p:tavLst>
                                        <p:tav tm="0">
                                          <p:val>
                                            <p:fltVal val="0"/>
                                          </p:val>
                                        </p:tav>
                                        <p:tav tm="100000">
                                          <p:val>
                                            <p:strVal val="#ppt_w"/>
                                          </p:val>
                                        </p:tav>
                                      </p:tavLst>
                                    </p:anim>
                                    <p:anim calcmode="lin" valueType="num">
                                      <p:cBhvr>
                                        <p:cTn id="159" dur="1000" fill="hold"/>
                                        <p:tgtEl>
                                          <p:spTgt spid="93"/>
                                        </p:tgtEl>
                                        <p:attrNameLst>
                                          <p:attrName>ppt_h</p:attrName>
                                        </p:attrNameLst>
                                      </p:cBhvr>
                                      <p:tavLst>
                                        <p:tav tm="0">
                                          <p:val>
                                            <p:fltVal val="0"/>
                                          </p:val>
                                        </p:tav>
                                        <p:tav tm="100000">
                                          <p:val>
                                            <p:strVal val="#ppt_h"/>
                                          </p:val>
                                        </p:tav>
                                      </p:tavLst>
                                    </p:anim>
                                    <p:anim calcmode="lin" valueType="num">
                                      <p:cBhvr>
                                        <p:cTn id="160" dur="1000" fill="hold"/>
                                        <p:tgtEl>
                                          <p:spTgt spid="93"/>
                                        </p:tgtEl>
                                        <p:attrNameLst>
                                          <p:attrName>style.rotation</p:attrName>
                                        </p:attrNameLst>
                                      </p:cBhvr>
                                      <p:tavLst>
                                        <p:tav tm="0">
                                          <p:val>
                                            <p:fltVal val="90"/>
                                          </p:val>
                                        </p:tav>
                                        <p:tav tm="100000">
                                          <p:val>
                                            <p:fltVal val="0"/>
                                          </p:val>
                                        </p:tav>
                                      </p:tavLst>
                                    </p:anim>
                                    <p:animEffect transition="in" filter="fade">
                                      <p:cBhvr>
                                        <p:cTn id="161" dur="1000"/>
                                        <p:tgtEl>
                                          <p:spTgt spid="93"/>
                                        </p:tgtEl>
                                      </p:cBhvr>
                                    </p:animEffect>
                                  </p:childTnLst>
                                </p:cTn>
                              </p:par>
                              <p:par>
                                <p:cTn id="162" presetID="31" presetClass="entr" presetSubtype="0" fill="hold" grpId="0" nodeType="withEffect">
                                  <p:stCondLst>
                                    <p:cond delay="750"/>
                                  </p:stCondLst>
                                  <p:childTnLst>
                                    <p:set>
                                      <p:cBhvr>
                                        <p:cTn id="163" dur="1" fill="hold">
                                          <p:stCondLst>
                                            <p:cond delay="0"/>
                                          </p:stCondLst>
                                        </p:cTn>
                                        <p:tgtEl>
                                          <p:spTgt spid="94"/>
                                        </p:tgtEl>
                                        <p:attrNameLst>
                                          <p:attrName>style.visibility</p:attrName>
                                        </p:attrNameLst>
                                      </p:cBhvr>
                                      <p:to>
                                        <p:strVal val="visible"/>
                                      </p:to>
                                    </p:set>
                                    <p:anim calcmode="lin" valueType="num">
                                      <p:cBhvr>
                                        <p:cTn id="164" dur="1000" fill="hold"/>
                                        <p:tgtEl>
                                          <p:spTgt spid="94"/>
                                        </p:tgtEl>
                                        <p:attrNameLst>
                                          <p:attrName>ppt_w</p:attrName>
                                        </p:attrNameLst>
                                      </p:cBhvr>
                                      <p:tavLst>
                                        <p:tav tm="0">
                                          <p:val>
                                            <p:fltVal val="0"/>
                                          </p:val>
                                        </p:tav>
                                        <p:tav tm="100000">
                                          <p:val>
                                            <p:strVal val="#ppt_w"/>
                                          </p:val>
                                        </p:tav>
                                      </p:tavLst>
                                    </p:anim>
                                    <p:anim calcmode="lin" valueType="num">
                                      <p:cBhvr>
                                        <p:cTn id="165" dur="1000" fill="hold"/>
                                        <p:tgtEl>
                                          <p:spTgt spid="94"/>
                                        </p:tgtEl>
                                        <p:attrNameLst>
                                          <p:attrName>ppt_h</p:attrName>
                                        </p:attrNameLst>
                                      </p:cBhvr>
                                      <p:tavLst>
                                        <p:tav tm="0">
                                          <p:val>
                                            <p:fltVal val="0"/>
                                          </p:val>
                                        </p:tav>
                                        <p:tav tm="100000">
                                          <p:val>
                                            <p:strVal val="#ppt_h"/>
                                          </p:val>
                                        </p:tav>
                                      </p:tavLst>
                                    </p:anim>
                                    <p:anim calcmode="lin" valueType="num">
                                      <p:cBhvr>
                                        <p:cTn id="166" dur="1000" fill="hold"/>
                                        <p:tgtEl>
                                          <p:spTgt spid="94"/>
                                        </p:tgtEl>
                                        <p:attrNameLst>
                                          <p:attrName>style.rotation</p:attrName>
                                        </p:attrNameLst>
                                      </p:cBhvr>
                                      <p:tavLst>
                                        <p:tav tm="0">
                                          <p:val>
                                            <p:fltVal val="90"/>
                                          </p:val>
                                        </p:tav>
                                        <p:tav tm="100000">
                                          <p:val>
                                            <p:fltVal val="0"/>
                                          </p:val>
                                        </p:tav>
                                      </p:tavLst>
                                    </p:anim>
                                    <p:animEffect transition="in" filter="fade">
                                      <p:cBhvr>
                                        <p:cTn id="167" dur="1000"/>
                                        <p:tgtEl>
                                          <p:spTgt spid="94"/>
                                        </p:tgtEl>
                                      </p:cBhvr>
                                    </p:animEffect>
                                  </p:childTnLst>
                                </p:cTn>
                              </p:par>
                              <p:par>
                                <p:cTn id="168" presetID="31" presetClass="entr" presetSubtype="0" fill="hold" grpId="0" nodeType="withEffect">
                                  <p:stCondLst>
                                    <p:cond delay="1000"/>
                                  </p:stCondLst>
                                  <p:childTnLst>
                                    <p:set>
                                      <p:cBhvr>
                                        <p:cTn id="169" dur="1" fill="hold">
                                          <p:stCondLst>
                                            <p:cond delay="0"/>
                                          </p:stCondLst>
                                        </p:cTn>
                                        <p:tgtEl>
                                          <p:spTgt spid="95"/>
                                        </p:tgtEl>
                                        <p:attrNameLst>
                                          <p:attrName>style.visibility</p:attrName>
                                        </p:attrNameLst>
                                      </p:cBhvr>
                                      <p:to>
                                        <p:strVal val="visible"/>
                                      </p:to>
                                    </p:set>
                                    <p:anim calcmode="lin" valueType="num">
                                      <p:cBhvr>
                                        <p:cTn id="170" dur="1000" fill="hold"/>
                                        <p:tgtEl>
                                          <p:spTgt spid="95"/>
                                        </p:tgtEl>
                                        <p:attrNameLst>
                                          <p:attrName>ppt_w</p:attrName>
                                        </p:attrNameLst>
                                      </p:cBhvr>
                                      <p:tavLst>
                                        <p:tav tm="0">
                                          <p:val>
                                            <p:fltVal val="0"/>
                                          </p:val>
                                        </p:tav>
                                        <p:tav tm="100000">
                                          <p:val>
                                            <p:strVal val="#ppt_w"/>
                                          </p:val>
                                        </p:tav>
                                      </p:tavLst>
                                    </p:anim>
                                    <p:anim calcmode="lin" valueType="num">
                                      <p:cBhvr>
                                        <p:cTn id="171" dur="1000" fill="hold"/>
                                        <p:tgtEl>
                                          <p:spTgt spid="95"/>
                                        </p:tgtEl>
                                        <p:attrNameLst>
                                          <p:attrName>ppt_h</p:attrName>
                                        </p:attrNameLst>
                                      </p:cBhvr>
                                      <p:tavLst>
                                        <p:tav tm="0">
                                          <p:val>
                                            <p:fltVal val="0"/>
                                          </p:val>
                                        </p:tav>
                                        <p:tav tm="100000">
                                          <p:val>
                                            <p:strVal val="#ppt_h"/>
                                          </p:val>
                                        </p:tav>
                                      </p:tavLst>
                                    </p:anim>
                                    <p:anim calcmode="lin" valueType="num">
                                      <p:cBhvr>
                                        <p:cTn id="172" dur="1000" fill="hold"/>
                                        <p:tgtEl>
                                          <p:spTgt spid="95"/>
                                        </p:tgtEl>
                                        <p:attrNameLst>
                                          <p:attrName>style.rotation</p:attrName>
                                        </p:attrNameLst>
                                      </p:cBhvr>
                                      <p:tavLst>
                                        <p:tav tm="0">
                                          <p:val>
                                            <p:fltVal val="90"/>
                                          </p:val>
                                        </p:tav>
                                        <p:tav tm="100000">
                                          <p:val>
                                            <p:fltVal val="0"/>
                                          </p:val>
                                        </p:tav>
                                      </p:tavLst>
                                    </p:anim>
                                    <p:animEffect transition="in" filter="fade">
                                      <p:cBhvr>
                                        <p:cTn id="173" dur="1000"/>
                                        <p:tgtEl>
                                          <p:spTgt spid="95"/>
                                        </p:tgtEl>
                                      </p:cBhvr>
                                    </p:animEffect>
                                  </p:childTnLst>
                                </p:cTn>
                              </p:par>
                            </p:childTnLst>
                          </p:cTn>
                        </p:par>
                        <p:par>
                          <p:cTn id="174" fill="hold">
                            <p:stCondLst>
                              <p:cond delay="2000"/>
                            </p:stCondLst>
                            <p:childTnLst>
                              <p:par>
                                <p:cTn id="175" presetID="31" presetClass="entr" presetSubtype="0" fill="hold" grpId="0" nodeType="afterEffect">
                                  <p:stCondLst>
                                    <p:cond delay="0"/>
                                  </p:stCondLst>
                                  <p:childTnLst>
                                    <p:set>
                                      <p:cBhvr>
                                        <p:cTn id="176" dur="1" fill="hold">
                                          <p:stCondLst>
                                            <p:cond delay="0"/>
                                          </p:stCondLst>
                                        </p:cTn>
                                        <p:tgtEl>
                                          <p:spTgt spid="97"/>
                                        </p:tgtEl>
                                        <p:attrNameLst>
                                          <p:attrName>style.visibility</p:attrName>
                                        </p:attrNameLst>
                                      </p:cBhvr>
                                      <p:to>
                                        <p:strVal val="visible"/>
                                      </p:to>
                                    </p:set>
                                    <p:anim calcmode="lin" valueType="num">
                                      <p:cBhvr>
                                        <p:cTn id="177" dur="1000" fill="hold"/>
                                        <p:tgtEl>
                                          <p:spTgt spid="97"/>
                                        </p:tgtEl>
                                        <p:attrNameLst>
                                          <p:attrName>ppt_w</p:attrName>
                                        </p:attrNameLst>
                                      </p:cBhvr>
                                      <p:tavLst>
                                        <p:tav tm="0">
                                          <p:val>
                                            <p:fltVal val="0"/>
                                          </p:val>
                                        </p:tav>
                                        <p:tav tm="100000">
                                          <p:val>
                                            <p:strVal val="#ppt_w"/>
                                          </p:val>
                                        </p:tav>
                                      </p:tavLst>
                                    </p:anim>
                                    <p:anim calcmode="lin" valueType="num">
                                      <p:cBhvr>
                                        <p:cTn id="178" dur="1000" fill="hold"/>
                                        <p:tgtEl>
                                          <p:spTgt spid="97"/>
                                        </p:tgtEl>
                                        <p:attrNameLst>
                                          <p:attrName>ppt_h</p:attrName>
                                        </p:attrNameLst>
                                      </p:cBhvr>
                                      <p:tavLst>
                                        <p:tav tm="0">
                                          <p:val>
                                            <p:fltVal val="0"/>
                                          </p:val>
                                        </p:tav>
                                        <p:tav tm="100000">
                                          <p:val>
                                            <p:strVal val="#ppt_h"/>
                                          </p:val>
                                        </p:tav>
                                      </p:tavLst>
                                    </p:anim>
                                    <p:anim calcmode="lin" valueType="num">
                                      <p:cBhvr>
                                        <p:cTn id="179" dur="1000" fill="hold"/>
                                        <p:tgtEl>
                                          <p:spTgt spid="97"/>
                                        </p:tgtEl>
                                        <p:attrNameLst>
                                          <p:attrName>style.rotation</p:attrName>
                                        </p:attrNameLst>
                                      </p:cBhvr>
                                      <p:tavLst>
                                        <p:tav tm="0">
                                          <p:val>
                                            <p:fltVal val="90"/>
                                          </p:val>
                                        </p:tav>
                                        <p:tav tm="100000">
                                          <p:val>
                                            <p:fltVal val="0"/>
                                          </p:val>
                                        </p:tav>
                                      </p:tavLst>
                                    </p:anim>
                                    <p:animEffect transition="in" filter="fade">
                                      <p:cBhvr>
                                        <p:cTn id="180" dur="1000"/>
                                        <p:tgtEl>
                                          <p:spTgt spid="97"/>
                                        </p:tgtEl>
                                      </p:cBhvr>
                                    </p:animEffect>
                                  </p:childTnLst>
                                </p:cTn>
                              </p:par>
                              <p:par>
                                <p:cTn id="181" presetID="31" presetClass="entr" presetSubtype="0" fill="hold" grpId="0" nodeType="withEffect">
                                  <p:stCondLst>
                                    <p:cond delay="250"/>
                                  </p:stCondLst>
                                  <p:childTnLst>
                                    <p:set>
                                      <p:cBhvr>
                                        <p:cTn id="182" dur="1" fill="hold">
                                          <p:stCondLst>
                                            <p:cond delay="0"/>
                                          </p:stCondLst>
                                        </p:cTn>
                                        <p:tgtEl>
                                          <p:spTgt spid="98"/>
                                        </p:tgtEl>
                                        <p:attrNameLst>
                                          <p:attrName>style.visibility</p:attrName>
                                        </p:attrNameLst>
                                      </p:cBhvr>
                                      <p:to>
                                        <p:strVal val="visible"/>
                                      </p:to>
                                    </p:set>
                                    <p:anim calcmode="lin" valueType="num">
                                      <p:cBhvr>
                                        <p:cTn id="183" dur="1000" fill="hold"/>
                                        <p:tgtEl>
                                          <p:spTgt spid="98"/>
                                        </p:tgtEl>
                                        <p:attrNameLst>
                                          <p:attrName>ppt_w</p:attrName>
                                        </p:attrNameLst>
                                      </p:cBhvr>
                                      <p:tavLst>
                                        <p:tav tm="0">
                                          <p:val>
                                            <p:fltVal val="0"/>
                                          </p:val>
                                        </p:tav>
                                        <p:tav tm="100000">
                                          <p:val>
                                            <p:strVal val="#ppt_w"/>
                                          </p:val>
                                        </p:tav>
                                      </p:tavLst>
                                    </p:anim>
                                    <p:anim calcmode="lin" valueType="num">
                                      <p:cBhvr>
                                        <p:cTn id="184" dur="1000" fill="hold"/>
                                        <p:tgtEl>
                                          <p:spTgt spid="98"/>
                                        </p:tgtEl>
                                        <p:attrNameLst>
                                          <p:attrName>ppt_h</p:attrName>
                                        </p:attrNameLst>
                                      </p:cBhvr>
                                      <p:tavLst>
                                        <p:tav tm="0">
                                          <p:val>
                                            <p:fltVal val="0"/>
                                          </p:val>
                                        </p:tav>
                                        <p:tav tm="100000">
                                          <p:val>
                                            <p:strVal val="#ppt_h"/>
                                          </p:val>
                                        </p:tav>
                                      </p:tavLst>
                                    </p:anim>
                                    <p:anim calcmode="lin" valueType="num">
                                      <p:cBhvr>
                                        <p:cTn id="185" dur="1000" fill="hold"/>
                                        <p:tgtEl>
                                          <p:spTgt spid="98"/>
                                        </p:tgtEl>
                                        <p:attrNameLst>
                                          <p:attrName>style.rotation</p:attrName>
                                        </p:attrNameLst>
                                      </p:cBhvr>
                                      <p:tavLst>
                                        <p:tav tm="0">
                                          <p:val>
                                            <p:fltVal val="90"/>
                                          </p:val>
                                        </p:tav>
                                        <p:tav tm="100000">
                                          <p:val>
                                            <p:fltVal val="0"/>
                                          </p:val>
                                        </p:tav>
                                      </p:tavLst>
                                    </p:anim>
                                    <p:animEffect transition="in" filter="fade">
                                      <p:cBhvr>
                                        <p:cTn id="186" dur="1000"/>
                                        <p:tgtEl>
                                          <p:spTgt spid="98"/>
                                        </p:tgtEl>
                                      </p:cBhvr>
                                    </p:animEffect>
                                  </p:childTnLst>
                                </p:cTn>
                              </p:par>
                              <p:par>
                                <p:cTn id="187" presetID="31" presetClass="entr" presetSubtype="0" fill="hold" grpId="0" nodeType="withEffect">
                                  <p:stCondLst>
                                    <p:cond delay="500"/>
                                  </p:stCondLst>
                                  <p:childTnLst>
                                    <p:set>
                                      <p:cBhvr>
                                        <p:cTn id="188" dur="1" fill="hold">
                                          <p:stCondLst>
                                            <p:cond delay="0"/>
                                          </p:stCondLst>
                                        </p:cTn>
                                        <p:tgtEl>
                                          <p:spTgt spid="99"/>
                                        </p:tgtEl>
                                        <p:attrNameLst>
                                          <p:attrName>style.visibility</p:attrName>
                                        </p:attrNameLst>
                                      </p:cBhvr>
                                      <p:to>
                                        <p:strVal val="visible"/>
                                      </p:to>
                                    </p:set>
                                    <p:anim calcmode="lin" valueType="num">
                                      <p:cBhvr>
                                        <p:cTn id="189" dur="1000" fill="hold"/>
                                        <p:tgtEl>
                                          <p:spTgt spid="99"/>
                                        </p:tgtEl>
                                        <p:attrNameLst>
                                          <p:attrName>ppt_w</p:attrName>
                                        </p:attrNameLst>
                                      </p:cBhvr>
                                      <p:tavLst>
                                        <p:tav tm="0">
                                          <p:val>
                                            <p:fltVal val="0"/>
                                          </p:val>
                                        </p:tav>
                                        <p:tav tm="100000">
                                          <p:val>
                                            <p:strVal val="#ppt_w"/>
                                          </p:val>
                                        </p:tav>
                                      </p:tavLst>
                                    </p:anim>
                                    <p:anim calcmode="lin" valueType="num">
                                      <p:cBhvr>
                                        <p:cTn id="190" dur="1000" fill="hold"/>
                                        <p:tgtEl>
                                          <p:spTgt spid="99"/>
                                        </p:tgtEl>
                                        <p:attrNameLst>
                                          <p:attrName>ppt_h</p:attrName>
                                        </p:attrNameLst>
                                      </p:cBhvr>
                                      <p:tavLst>
                                        <p:tav tm="0">
                                          <p:val>
                                            <p:fltVal val="0"/>
                                          </p:val>
                                        </p:tav>
                                        <p:tav tm="100000">
                                          <p:val>
                                            <p:strVal val="#ppt_h"/>
                                          </p:val>
                                        </p:tav>
                                      </p:tavLst>
                                    </p:anim>
                                    <p:anim calcmode="lin" valueType="num">
                                      <p:cBhvr>
                                        <p:cTn id="191" dur="1000" fill="hold"/>
                                        <p:tgtEl>
                                          <p:spTgt spid="99"/>
                                        </p:tgtEl>
                                        <p:attrNameLst>
                                          <p:attrName>style.rotation</p:attrName>
                                        </p:attrNameLst>
                                      </p:cBhvr>
                                      <p:tavLst>
                                        <p:tav tm="0">
                                          <p:val>
                                            <p:fltVal val="90"/>
                                          </p:val>
                                        </p:tav>
                                        <p:tav tm="100000">
                                          <p:val>
                                            <p:fltVal val="0"/>
                                          </p:val>
                                        </p:tav>
                                      </p:tavLst>
                                    </p:anim>
                                    <p:animEffect transition="in" filter="fade">
                                      <p:cBhvr>
                                        <p:cTn id="192" dur="1000"/>
                                        <p:tgtEl>
                                          <p:spTgt spid="99"/>
                                        </p:tgtEl>
                                      </p:cBhvr>
                                    </p:animEffect>
                                  </p:childTnLst>
                                </p:cTn>
                              </p:par>
                              <p:par>
                                <p:cTn id="193" presetID="31" presetClass="entr" presetSubtype="0" fill="hold" grpId="0" nodeType="withEffect">
                                  <p:stCondLst>
                                    <p:cond delay="750"/>
                                  </p:stCondLst>
                                  <p:childTnLst>
                                    <p:set>
                                      <p:cBhvr>
                                        <p:cTn id="194" dur="1" fill="hold">
                                          <p:stCondLst>
                                            <p:cond delay="0"/>
                                          </p:stCondLst>
                                        </p:cTn>
                                        <p:tgtEl>
                                          <p:spTgt spid="100"/>
                                        </p:tgtEl>
                                        <p:attrNameLst>
                                          <p:attrName>style.visibility</p:attrName>
                                        </p:attrNameLst>
                                      </p:cBhvr>
                                      <p:to>
                                        <p:strVal val="visible"/>
                                      </p:to>
                                    </p:set>
                                    <p:anim calcmode="lin" valueType="num">
                                      <p:cBhvr>
                                        <p:cTn id="195" dur="1000" fill="hold"/>
                                        <p:tgtEl>
                                          <p:spTgt spid="100"/>
                                        </p:tgtEl>
                                        <p:attrNameLst>
                                          <p:attrName>ppt_w</p:attrName>
                                        </p:attrNameLst>
                                      </p:cBhvr>
                                      <p:tavLst>
                                        <p:tav tm="0">
                                          <p:val>
                                            <p:fltVal val="0"/>
                                          </p:val>
                                        </p:tav>
                                        <p:tav tm="100000">
                                          <p:val>
                                            <p:strVal val="#ppt_w"/>
                                          </p:val>
                                        </p:tav>
                                      </p:tavLst>
                                    </p:anim>
                                    <p:anim calcmode="lin" valueType="num">
                                      <p:cBhvr>
                                        <p:cTn id="196" dur="1000" fill="hold"/>
                                        <p:tgtEl>
                                          <p:spTgt spid="100"/>
                                        </p:tgtEl>
                                        <p:attrNameLst>
                                          <p:attrName>ppt_h</p:attrName>
                                        </p:attrNameLst>
                                      </p:cBhvr>
                                      <p:tavLst>
                                        <p:tav tm="0">
                                          <p:val>
                                            <p:fltVal val="0"/>
                                          </p:val>
                                        </p:tav>
                                        <p:tav tm="100000">
                                          <p:val>
                                            <p:strVal val="#ppt_h"/>
                                          </p:val>
                                        </p:tav>
                                      </p:tavLst>
                                    </p:anim>
                                    <p:anim calcmode="lin" valueType="num">
                                      <p:cBhvr>
                                        <p:cTn id="197" dur="1000" fill="hold"/>
                                        <p:tgtEl>
                                          <p:spTgt spid="100"/>
                                        </p:tgtEl>
                                        <p:attrNameLst>
                                          <p:attrName>style.rotation</p:attrName>
                                        </p:attrNameLst>
                                      </p:cBhvr>
                                      <p:tavLst>
                                        <p:tav tm="0">
                                          <p:val>
                                            <p:fltVal val="90"/>
                                          </p:val>
                                        </p:tav>
                                        <p:tav tm="100000">
                                          <p:val>
                                            <p:fltVal val="0"/>
                                          </p:val>
                                        </p:tav>
                                      </p:tavLst>
                                    </p:anim>
                                    <p:animEffect transition="in" filter="fade">
                                      <p:cBhvr>
                                        <p:cTn id="198" dur="1000"/>
                                        <p:tgtEl>
                                          <p:spTgt spid="100"/>
                                        </p:tgtEl>
                                      </p:cBhvr>
                                    </p:animEffect>
                                  </p:childTnLst>
                                </p:cTn>
                              </p:par>
                              <p:par>
                                <p:cTn id="199" presetID="31" presetClass="entr" presetSubtype="0" fill="hold" grpId="0" nodeType="withEffect">
                                  <p:stCondLst>
                                    <p:cond delay="1000"/>
                                  </p:stCondLst>
                                  <p:childTnLst>
                                    <p:set>
                                      <p:cBhvr>
                                        <p:cTn id="200" dur="1" fill="hold">
                                          <p:stCondLst>
                                            <p:cond delay="0"/>
                                          </p:stCondLst>
                                        </p:cTn>
                                        <p:tgtEl>
                                          <p:spTgt spid="101"/>
                                        </p:tgtEl>
                                        <p:attrNameLst>
                                          <p:attrName>style.visibility</p:attrName>
                                        </p:attrNameLst>
                                      </p:cBhvr>
                                      <p:to>
                                        <p:strVal val="visible"/>
                                      </p:to>
                                    </p:set>
                                    <p:anim calcmode="lin" valueType="num">
                                      <p:cBhvr>
                                        <p:cTn id="201" dur="1000" fill="hold"/>
                                        <p:tgtEl>
                                          <p:spTgt spid="101"/>
                                        </p:tgtEl>
                                        <p:attrNameLst>
                                          <p:attrName>ppt_w</p:attrName>
                                        </p:attrNameLst>
                                      </p:cBhvr>
                                      <p:tavLst>
                                        <p:tav tm="0">
                                          <p:val>
                                            <p:fltVal val="0"/>
                                          </p:val>
                                        </p:tav>
                                        <p:tav tm="100000">
                                          <p:val>
                                            <p:strVal val="#ppt_w"/>
                                          </p:val>
                                        </p:tav>
                                      </p:tavLst>
                                    </p:anim>
                                    <p:anim calcmode="lin" valueType="num">
                                      <p:cBhvr>
                                        <p:cTn id="202" dur="1000" fill="hold"/>
                                        <p:tgtEl>
                                          <p:spTgt spid="101"/>
                                        </p:tgtEl>
                                        <p:attrNameLst>
                                          <p:attrName>ppt_h</p:attrName>
                                        </p:attrNameLst>
                                      </p:cBhvr>
                                      <p:tavLst>
                                        <p:tav tm="0">
                                          <p:val>
                                            <p:fltVal val="0"/>
                                          </p:val>
                                        </p:tav>
                                        <p:tav tm="100000">
                                          <p:val>
                                            <p:strVal val="#ppt_h"/>
                                          </p:val>
                                        </p:tav>
                                      </p:tavLst>
                                    </p:anim>
                                    <p:anim calcmode="lin" valueType="num">
                                      <p:cBhvr>
                                        <p:cTn id="203" dur="1000" fill="hold"/>
                                        <p:tgtEl>
                                          <p:spTgt spid="101"/>
                                        </p:tgtEl>
                                        <p:attrNameLst>
                                          <p:attrName>style.rotation</p:attrName>
                                        </p:attrNameLst>
                                      </p:cBhvr>
                                      <p:tavLst>
                                        <p:tav tm="0">
                                          <p:val>
                                            <p:fltVal val="90"/>
                                          </p:val>
                                        </p:tav>
                                        <p:tav tm="100000">
                                          <p:val>
                                            <p:fltVal val="0"/>
                                          </p:val>
                                        </p:tav>
                                      </p:tavLst>
                                    </p:anim>
                                    <p:animEffect transition="in" filter="fade">
                                      <p:cBhvr>
                                        <p:cTn id="204" dur="1000"/>
                                        <p:tgtEl>
                                          <p:spTgt spid="101"/>
                                        </p:tgtEl>
                                      </p:cBhvr>
                                    </p:animEffect>
                                  </p:childTnLst>
                                </p:cTn>
                              </p:par>
                            </p:childTnLst>
                          </p:cTn>
                        </p:par>
                        <p:par>
                          <p:cTn id="205" fill="hold">
                            <p:stCondLst>
                              <p:cond delay="4000"/>
                            </p:stCondLst>
                            <p:childTnLst>
                              <p:par>
                                <p:cTn id="206" presetID="31" presetClass="entr" presetSubtype="0" fill="hold" grpId="0" nodeType="afterEffect">
                                  <p:stCondLst>
                                    <p:cond delay="0"/>
                                  </p:stCondLst>
                                  <p:childTnLst>
                                    <p:set>
                                      <p:cBhvr>
                                        <p:cTn id="207" dur="1" fill="hold">
                                          <p:stCondLst>
                                            <p:cond delay="0"/>
                                          </p:stCondLst>
                                        </p:cTn>
                                        <p:tgtEl>
                                          <p:spTgt spid="102"/>
                                        </p:tgtEl>
                                        <p:attrNameLst>
                                          <p:attrName>style.visibility</p:attrName>
                                        </p:attrNameLst>
                                      </p:cBhvr>
                                      <p:to>
                                        <p:strVal val="visible"/>
                                      </p:to>
                                    </p:set>
                                    <p:anim calcmode="lin" valueType="num">
                                      <p:cBhvr>
                                        <p:cTn id="208" dur="1000" fill="hold"/>
                                        <p:tgtEl>
                                          <p:spTgt spid="102"/>
                                        </p:tgtEl>
                                        <p:attrNameLst>
                                          <p:attrName>ppt_w</p:attrName>
                                        </p:attrNameLst>
                                      </p:cBhvr>
                                      <p:tavLst>
                                        <p:tav tm="0">
                                          <p:val>
                                            <p:fltVal val="0"/>
                                          </p:val>
                                        </p:tav>
                                        <p:tav tm="100000">
                                          <p:val>
                                            <p:strVal val="#ppt_w"/>
                                          </p:val>
                                        </p:tav>
                                      </p:tavLst>
                                    </p:anim>
                                    <p:anim calcmode="lin" valueType="num">
                                      <p:cBhvr>
                                        <p:cTn id="209" dur="1000" fill="hold"/>
                                        <p:tgtEl>
                                          <p:spTgt spid="102"/>
                                        </p:tgtEl>
                                        <p:attrNameLst>
                                          <p:attrName>ppt_h</p:attrName>
                                        </p:attrNameLst>
                                      </p:cBhvr>
                                      <p:tavLst>
                                        <p:tav tm="0">
                                          <p:val>
                                            <p:fltVal val="0"/>
                                          </p:val>
                                        </p:tav>
                                        <p:tav tm="100000">
                                          <p:val>
                                            <p:strVal val="#ppt_h"/>
                                          </p:val>
                                        </p:tav>
                                      </p:tavLst>
                                    </p:anim>
                                    <p:anim calcmode="lin" valueType="num">
                                      <p:cBhvr>
                                        <p:cTn id="210" dur="1000" fill="hold"/>
                                        <p:tgtEl>
                                          <p:spTgt spid="102"/>
                                        </p:tgtEl>
                                        <p:attrNameLst>
                                          <p:attrName>style.rotation</p:attrName>
                                        </p:attrNameLst>
                                      </p:cBhvr>
                                      <p:tavLst>
                                        <p:tav tm="0">
                                          <p:val>
                                            <p:fltVal val="90"/>
                                          </p:val>
                                        </p:tav>
                                        <p:tav tm="100000">
                                          <p:val>
                                            <p:fltVal val="0"/>
                                          </p:val>
                                        </p:tav>
                                      </p:tavLst>
                                    </p:anim>
                                    <p:animEffect transition="in" filter="fade">
                                      <p:cBhvr>
                                        <p:cTn id="211" dur="1000"/>
                                        <p:tgtEl>
                                          <p:spTgt spid="102"/>
                                        </p:tgtEl>
                                      </p:cBhvr>
                                    </p:animEffect>
                                  </p:childTnLst>
                                </p:cTn>
                              </p:par>
                              <p:par>
                                <p:cTn id="212" presetID="31" presetClass="entr" presetSubtype="0" fill="hold" grpId="0" nodeType="withEffect">
                                  <p:stCondLst>
                                    <p:cond delay="250"/>
                                  </p:stCondLst>
                                  <p:childTnLst>
                                    <p:set>
                                      <p:cBhvr>
                                        <p:cTn id="213" dur="1" fill="hold">
                                          <p:stCondLst>
                                            <p:cond delay="0"/>
                                          </p:stCondLst>
                                        </p:cTn>
                                        <p:tgtEl>
                                          <p:spTgt spid="103"/>
                                        </p:tgtEl>
                                        <p:attrNameLst>
                                          <p:attrName>style.visibility</p:attrName>
                                        </p:attrNameLst>
                                      </p:cBhvr>
                                      <p:to>
                                        <p:strVal val="visible"/>
                                      </p:to>
                                    </p:set>
                                    <p:anim calcmode="lin" valueType="num">
                                      <p:cBhvr>
                                        <p:cTn id="214" dur="1000" fill="hold"/>
                                        <p:tgtEl>
                                          <p:spTgt spid="103"/>
                                        </p:tgtEl>
                                        <p:attrNameLst>
                                          <p:attrName>ppt_w</p:attrName>
                                        </p:attrNameLst>
                                      </p:cBhvr>
                                      <p:tavLst>
                                        <p:tav tm="0">
                                          <p:val>
                                            <p:fltVal val="0"/>
                                          </p:val>
                                        </p:tav>
                                        <p:tav tm="100000">
                                          <p:val>
                                            <p:strVal val="#ppt_w"/>
                                          </p:val>
                                        </p:tav>
                                      </p:tavLst>
                                    </p:anim>
                                    <p:anim calcmode="lin" valueType="num">
                                      <p:cBhvr>
                                        <p:cTn id="215" dur="1000" fill="hold"/>
                                        <p:tgtEl>
                                          <p:spTgt spid="103"/>
                                        </p:tgtEl>
                                        <p:attrNameLst>
                                          <p:attrName>ppt_h</p:attrName>
                                        </p:attrNameLst>
                                      </p:cBhvr>
                                      <p:tavLst>
                                        <p:tav tm="0">
                                          <p:val>
                                            <p:fltVal val="0"/>
                                          </p:val>
                                        </p:tav>
                                        <p:tav tm="100000">
                                          <p:val>
                                            <p:strVal val="#ppt_h"/>
                                          </p:val>
                                        </p:tav>
                                      </p:tavLst>
                                    </p:anim>
                                    <p:anim calcmode="lin" valueType="num">
                                      <p:cBhvr>
                                        <p:cTn id="216" dur="1000" fill="hold"/>
                                        <p:tgtEl>
                                          <p:spTgt spid="103"/>
                                        </p:tgtEl>
                                        <p:attrNameLst>
                                          <p:attrName>style.rotation</p:attrName>
                                        </p:attrNameLst>
                                      </p:cBhvr>
                                      <p:tavLst>
                                        <p:tav tm="0">
                                          <p:val>
                                            <p:fltVal val="90"/>
                                          </p:val>
                                        </p:tav>
                                        <p:tav tm="100000">
                                          <p:val>
                                            <p:fltVal val="0"/>
                                          </p:val>
                                        </p:tav>
                                      </p:tavLst>
                                    </p:anim>
                                    <p:animEffect transition="in" filter="fade">
                                      <p:cBhvr>
                                        <p:cTn id="217" dur="1000"/>
                                        <p:tgtEl>
                                          <p:spTgt spid="103"/>
                                        </p:tgtEl>
                                      </p:cBhvr>
                                    </p:animEffect>
                                  </p:childTnLst>
                                </p:cTn>
                              </p:par>
                              <p:par>
                                <p:cTn id="218" presetID="31" presetClass="entr" presetSubtype="0" fill="hold" grpId="0" nodeType="withEffect">
                                  <p:stCondLst>
                                    <p:cond delay="500"/>
                                  </p:stCondLst>
                                  <p:childTnLst>
                                    <p:set>
                                      <p:cBhvr>
                                        <p:cTn id="219" dur="1" fill="hold">
                                          <p:stCondLst>
                                            <p:cond delay="0"/>
                                          </p:stCondLst>
                                        </p:cTn>
                                        <p:tgtEl>
                                          <p:spTgt spid="104"/>
                                        </p:tgtEl>
                                        <p:attrNameLst>
                                          <p:attrName>style.visibility</p:attrName>
                                        </p:attrNameLst>
                                      </p:cBhvr>
                                      <p:to>
                                        <p:strVal val="visible"/>
                                      </p:to>
                                    </p:set>
                                    <p:anim calcmode="lin" valueType="num">
                                      <p:cBhvr>
                                        <p:cTn id="220" dur="1000" fill="hold"/>
                                        <p:tgtEl>
                                          <p:spTgt spid="104"/>
                                        </p:tgtEl>
                                        <p:attrNameLst>
                                          <p:attrName>ppt_w</p:attrName>
                                        </p:attrNameLst>
                                      </p:cBhvr>
                                      <p:tavLst>
                                        <p:tav tm="0">
                                          <p:val>
                                            <p:fltVal val="0"/>
                                          </p:val>
                                        </p:tav>
                                        <p:tav tm="100000">
                                          <p:val>
                                            <p:strVal val="#ppt_w"/>
                                          </p:val>
                                        </p:tav>
                                      </p:tavLst>
                                    </p:anim>
                                    <p:anim calcmode="lin" valueType="num">
                                      <p:cBhvr>
                                        <p:cTn id="221" dur="1000" fill="hold"/>
                                        <p:tgtEl>
                                          <p:spTgt spid="104"/>
                                        </p:tgtEl>
                                        <p:attrNameLst>
                                          <p:attrName>ppt_h</p:attrName>
                                        </p:attrNameLst>
                                      </p:cBhvr>
                                      <p:tavLst>
                                        <p:tav tm="0">
                                          <p:val>
                                            <p:fltVal val="0"/>
                                          </p:val>
                                        </p:tav>
                                        <p:tav tm="100000">
                                          <p:val>
                                            <p:strVal val="#ppt_h"/>
                                          </p:val>
                                        </p:tav>
                                      </p:tavLst>
                                    </p:anim>
                                    <p:anim calcmode="lin" valueType="num">
                                      <p:cBhvr>
                                        <p:cTn id="222" dur="1000" fill="hold"/>
                                        <p:tgtEl>
                                          <p:spTgt spid="104"/>
                                        </p:tgtEl>
                                        <p:attrNameLst>
                                          <p:attrName>style.rotation</p:attrName>
                                        </p:attrNameLst>
                                      </p:cBhvr>
                                      <p:tavLst>
                                        <p:tav tm="0">
                                          <p:val>
                                            <p:fltVal val="90"/>
                                          </p:val>
                                        </p:tav>
                                        <p:tav tm="100000">
                                          <p:val>
                                            <p:fltVal val="0"/>
                                          </p:val>
                                        </p:tav>
                                      </p:tavLst>
                                    </p:anim>
                                    <p:animEffect transition="in" filter="fade">
                                      <p:cBhvr>
                                        <p:cTn id="223" dur="1000"/>
                                        <p:tgtEl>
                                          <p:spTgt spid="104"/>
                                        </p:tgtEl>
                                      </p:cBhvr>
                                    </p:animEffect>
                                  </p:childTnLst>
                                </p:cTn>
                              </p:par>
                              <p:par>
                                <p:cTn id="224" presetID="31" presetClass="entr" presetSubtype="0" fill="hold" grpId="0" nodeType="withEffect">
                                  <p:stCondLst>
                                    <p:cond delay="750"/>
                                  </p:stCondLst>
                                  <p:childTnLst>
                                    <p:set>
                                      <p:cBhvr>
                                        <p:cTn id="225" dur="1" fill="hold">
                                          <p:stCondLst>
                                            <p:cond delay="0"/>
                                          </p:stCondLst>
                                        </p:cTn>
                                        <p:tgtEl>
                                          <p:spTgt spid="105"/>
                                        </p:tgtEl>
                                        <p:attrNameLst>
                                          <p:attrName>style.visibility</p:attrName>
                                        </p:attrNameLst>
                                      </p:cBhvr>
                                      <p:to>
                                        <p:strVal val="visible"/>
                                      </p:to>
                                    </p:set>
                                    <p:anim calcmode="lin" valueType="num">
                                      <p:cBhvr>
                                        <p:cTn id="226" dur="1000" fill="hold"/>
                                        <p:tgtEl>
                                          <p:spTgt spid="105"/>
                                        </p:tgtEl>
                                        <p:attrNameLst>
                                          <p:attrName>ppt_w</p:attrName>
                                        </p:attrNameLst>
                                      </p:cBhvr>
                                      <p:tavLst>
                                        <p:tav tm="0">
                                          <p:val>
                                            <p:fltVal val="0"/>
                                          </p:val>
                                        </p:tav>
                                        <p:tav tm="100000">
                                          <p:val>
                                            <p:strVal val="#ppt_w"/>
                                          </p:val>
                                        </p:tav>
                                      </p:tavLst>
                                    </p:anim>
                                    <p:anim calcmode="lin" valueType="num">
                                      <p:cBhvr>
                                        <p:cTn id="227" dur="1000" fill="hold"/>
                                        <p:tgtEl>
                                          <p:spTgt spid="105"/>
                                        </p:tgtEl>
                                        <p:attrNameLst>
                                          <p:attrName>ppt_h</p:attrName>
                                        </p:attrNameLst>
                                      </p:cBhvr>
                                      <p:tavLst>
                                        <p:tav tm="0">
                                          <p:val>
                                            <p:fltVal val="0"/>
                                          </p:val>
                                        </p:tav>
                                        <p:tav tm="100000">
                                          <p:val>
                                            <p:strVal val="#ppt_h"/>
                                          </p:val>
                                        </p:tav>
                                      </p:tavLst>
                                    </p:anim>
                                    <p:anim calcmode="lin" valueType="num">
                                      <p:cBhvr>
                                        <p:cTn id="228" dur="1000" fill="hold"/>
                                        <p:tgtEl>
                                          <p:spTgt spid="105"/>
                                        </p:tgtEl>
                                        <p:attrNameLst>
                                          <p:attrName>style.rotation</p:attrName>
                                        </p:attrNameLst>
                                      </p:cBhvr>
                                      <p:tavLst>
                                        <p:tav tm="0">
                                          <p:val>
                                            <p:fltVal val="90"/>
                                          </p:val>
                                        </p:tav>
                                        <p:tav tm="100000">
                                          <p:val>
                                            <p:fltVal val="0"/>
                                          </p:val>
                                        </p:tav>
                                      </p:tavLst>
                                    </p:anim>
                                    <p:animEffect transition="in" filter="fade">
                                      <p:cBhvr>
                                        <p:cTn id="229" dur="1000"/>
                                        <p:tgtEl>
                                          <p:spTgt spid="105"/>
                                        </p:tgtEl>
                                      </p:cBhvr>
                                    </p:animEffect>
                                  </p:childTnLst>
                                </p:cTn>
                              </p:par>
                              <p:par>
                                <p:cTn id="230" presetID="31" presetClass="entr" presetSubtype="0" fill="hold" grpId="0" nodeType="withEffect">
                                  <p:stCondLst>
                                    <p:cond delay="1000"/>
                                  </p:stCondLst>
                                  <p:childTnLst>
                                    <p:set>
                                      <p:cBhvr>
                                        <p:cTn id="231" dur="1" fill="hold">
                                          <p:stCondLst>
                                            <p:cond delay="0"/>
                                          </p:stCondLst>
                                        </p:cTn>
                                        <p:tgtEl>
                                          <p:spTgt spid="106"/>
                                        </p:tgtEl>
                                        <p:attrNameLst>
                                          <p:attrName>style.visibility</p:attrName>
                                        </p:attrNameLst>
                                      </p:cBhvr>
                                      <p:to>
                                        <p:strVal val="visible"/>
                                      </p:to>
                                    </p:set>
                                    <p:anim calcmode="lin" valueType="num">
                                      <p:cBhvr>
                                        <p:cTn id="232" dur="1000" fill="hold"/>
                                        <p:tgtEl>
                                          <p:spTgt spid="106"/>
                                        </p:tgtEl>
                                        <p:attrNameLst>
                                          <p:attrName>ppt_w</p:attrName>
                                        </p:attrNameLst>
                                      </p:cBhvr>
                                      <p:tavLst>
                                        <p:tav tm="0">
                                          <p:val>
                                            <p:fltVal val="0"/>
                                          </p:val>
                                        </p:tav>
                                        <p:tav tm="100000">
                                          <p:val>
                                            <p:strVal val="#ppt_w"/>
                                          </p:val>
                                        </p:tav>
                                      </p:tavLst>
                                    </p:anim>
                                    <p:anim calcmode="lin" valueType="num">
                                      <p:cBhvr>
                                        <p:cTn id="233" dur="1000" fill="hold"/>
                                        <p:tgtEl>
                                          <p:spTgt spid="106"/>
                                        </p:tgtEl>
                                        <p:attrNameLst>
                                          <p:attrName>ppt_h</p:attrName>
                                        </p:attrNameLst>
                                      </p:cBhvr>
                                      <p:tavLst>
                                        <p:tav tm="0">
                                          <p:val>
                                            <p:fltVal val="0"/>
                                          </p:val>
                                        </p:tav>
                                        <p:tav tm="100000">
                                          <p:val>
                                            <p:strVal val="#ppt_h"/>
                                          </p:val>
                                        </p:tav>
                                      </p:tavLst>
                                    </p:anim>
                                    <p:anim calcmode="lin" valueType="num">
                                      <p:cBhvr>
                                        <p:cTn id="234" dur="1000" fill="hold"/>
                                        <p:tgtEl>
                                          <p:spTgt spid="106"/>
                                        </p:tgtEl>
                                        <p:attrNameLst>
                                          <p:attrName>style.rotation</p:attrName>
                                        </p:attrNameLst>
                                      </p:cBhvr>
                                      <p:tavLst>
                                        <p:tav tm="0">
                                          <p:val>
                                            <p:fltVal val="90"/>
                                          </p:val>
                                        </p:tav>
                                        <p:tav tm="100000">
                                          <p:val>
                                            <p:fltVal val="0"/>
                                          </p:val>
                                        </p:tav>
                                      </p:tavLst>
                                    </p:anim>
                                    <p:animEffect transition="in" filter="fade">
                                      <p:cBhvr>
                                        <p:cTn id="235" dur="1000"/>
                                        <p:tgtEl>
                                          <p:spTgt spid="106"/>
                                        </p:tgtEl>
                                      </p:cBhvr>
                                    </p:animEffect>
                                  </p:childTnLst>
                                </p:cTn>
                              </p:par>
                            </p:childTnLst>
                          </p:cTn>
                        </p:par>
                        <p:par>
                          <p:cTn id="236" fill="hold">
                            <p:stCondLst>
                              <p:cond delay="6000"/>
                            </p:stCondLst>
                            <p:childTnLst>
                              <p:par>
                                <p:cTn id="237" presetID="31" presetClass="entr" presetSubtype="0" fill="hold" grpId="0" nodeType="afterEffect">
                                  <p:stCondLst>
                                    <p:cond delay="0"/>
                                  </p:stCondLst>
                                  <p:childTnLst>
                                    <p:set>
                                      <p:cBhvr>
                                        <p:cTn id="238" dur="1" fill="hold">
                                          <p:stCondLst>
                                            <p:cond delay="0"/>
                                          </p:stCondLst>
                                        </p:cTn>
                                        <p:tgtEl>
                                          <p:spTgt spid="107"/>
                                        </p:tgtEl>
                                        <p:attrNameLst>
                                          <p:attrName>style.visibility</p:attrName>
                                        </p:attrNameLst>
                                      </p:cBhvr>
                                      <p:to>
                                        <p:strVal val="visible"/>
                                      </p:to>
                                    </p:set>
                                    <p:anim calcmode="lin" valueType="num">
                                      <p:cBhvr>
                                        <p:cTn id="239" dur="1000" fill="hold"/>
                                        <p:tgtEl>
                                          <p:spTgt spid="107"/>
                                        </p:tgtEl>
                                        <p:attrNameLst>
                                          <p:attrName>ppt_w</p:attrName>
                                        </p:attrNameLst>
                                      </p:cBhvr>
                                      <p:tavLst>
                                        <p:tav tm="0">
                                          <p:val>
                                            <p:fltVal val="0"/>
                                          </p:val>
                                        </p:tav>
                                        <p:tav tm="100000">
                                          <p:val>
                                            <p:strVal val="#ppt_w"/>
                                          </p:val>
                                        </p:tav>
                                      </p:tavLst>
                                    </p:anim>
                                    <p:anim calcmode="lin" valueType="num">
                                      <p:cBhvr>
                                        <p:cTn id="240" dur="1000" fill="hold"/>
                                        <p:tgtEl>
                                          <p:spTgt spid="107"/>
                                        </p:tgtEl>
                                        <p:attrNameLst>
                                          <p:attrName>ppt_h</p:attrName>
                                        </p:attrNameLst>
                                      </p:cBhvr>
                                      <p:tavLst>
                                        <p:tav tm="0">
                                          <p:val>
                                            <p:fltVal val="0"/>
                                          </p:val>
                                        </p:tav>
                                        <p:tav tm="100000">
                                          <p:val>
                                            <p:strVal val="#ppt_h"/>
                                          </p:val>
                                        </p:tav>
                                      </p:tavLst>
                                    </p:anim>
                                    <p:anim calcmode="lin" valueType="num">
                                      <p:cBhvr>
                                        <p:cTn id="241" dur="1000" fill="hold"/>
                                        <p:tgtEl>
                                          <p:spTgt spid="107"/>
                                        </p:tgtEl>
                                        <p:attrNameLst>
                                          <p:attrName>style.rotation</p:attrName>
                                        </p:attrNameLst>
                                      </p:cBhvr>
                                      <p:tavLst>
                                        <p:tav tm="0">
                                          <p:val>
                                            <p:fltVal val="90"/>
                                          </p:val>
                                        </p:tav>
                                        <p:tav tm="100000">
                                          <p:val>
                                            <p:fltVal val="0"/>
                                          </p:val>
                                        </p:tav>
                                      </p:tavLst>
                                    </p:anim>
                                    <p:animEffect transition="in" filter="fade">
                                      <p:cBhvr>
                                        <p:cTn id="242" dur="1000"/>
                                        <p:tgtEl>
                                          <p:spTgt spid="107"/>
                                        </p:tgtEl>
                                      </p:cBhvr>
                                    </p:animEffect>
                                  </p:childTnLst>
                                </p:cTn>
                              </p:par>
                              <p:par>
                                <p:cTn id="243" presetID="31" presetClass="entr" presetSubtype="0" fill="hold" grpId="0" nodeType="withEffect">
                                  <p:stCondLst>
                                    <p:cond delay="250"/>
                                  </p:stCondLst>
                                  <p:childTnLst>
                                    <p:set>
                                      <p:cBhvr>
                                        <p:cTn id="244" dur="1" fill="hold">
                                          <p:stCondLst>
                                            <p:cond delay="0"/>
                                          </p:stCondLst>
                                        </p:cTn>
                                        <p:tgtEl>
                                          <p:spTgt spid="108"/>
                                        </p:tgtEl>
                                        <p:attrNameLst>
                                          <p:attrName>style.visibility</p:attrName>
                                        </p:attrNameLst>
                                      </p:cBhvr>
                                      <p:to>
                                        <p:strVal val="visible"/>
                                      </p:to>
                                    </p:set>
                                    <p:anim calcmode="lin" valueType="num">
                                      <p:cBhvr>
                                        <p:cTn id="245" dur="1000" fill="hold"/>
                                        <p:tgtEl>
                                          <p:spTgt spid="108"/>
                                        </p:tgtEl>
                                        <p:attrNameLst>
                                          <p:attrName>ppt_w</p:attrName>
                                        </p:attrNameLst>
                                      </p:cBhvr>
                                      <p:tavLst>
                                        <p:tav tm="0">
                                          <p:val>
                                            <p:fltVal val="0"/>
                                          </p:val>
                                        </p:tav>
                                        <p:tav tm="100000">
                                          <p:val>
                                            <p:strVal val="#ppt_w"/>
                                          </p:val>
                                        </p:tav>
                                      </p:tavLst>
                                    </p:anim>
                                    <p:anim calcmode="lin" valueType="num">
                                      <p:cBhvr>
                                        <p:cTn id="246" dur="1000" fill="hold"/>
                                        <p:tgtEl>
                                          <p:spTgt spid="108"/>
                                        </p:tgtEl>
                                        <p:attrNameLst>
                                          <p:attrName>ppt_h</p:attrName>
                                        </p:attrNameLst>
                                      </p:cBhvr>
                                      <p:tavLst>
                                        <p:tav tm="0">
                                          <p:val>
                                            <p:fltVal val="0"/>
                                          </p:val>
                                        </p:tav>
                                        <p:tav tm="100000">
                                          <p:val>
                                            <p:strVal val="#ppt_h"/>
                                          </p:val>
                                        </p:tav>
                                      </p:tavLst>
                                    </p:anim>
                                    <p:anim calcmode="lin" valueType="num">
                                      <p:cBhvr>
                                        <p:cTn id="247" dur="1000" fill="hold"/>
                                        <p:tgtEl>
                                          <p:spTgt spid="108"/>
                                        </p:tgtEl>
                                        <p:attrNameLst>
                                          <p:attrName>style.rotation</p:attrName>
                                        </p:attrNameLst>
                                      </p:cBhvr>
                                      <p:tavLst>
                                        <p:tav tm="0">
                                          <p:val>
                                            <p:fltVal val="90"/>
                                          </p:val>
                                        </p:tav>
                                        <p:tav tm="100000">
                                          <p:val>
                                            <p:fltVal val="0"/>
                                          </p:val>
                                        </p:tav>
                                      </p:tavLst>
                                    </p:anim>
                                    <p:animEffect transition="in" filter="fade">
                                      <p:cBhvr>
                                        <p:cTn id="248" dur="1000"/>
                                        <p:tgtEl>
                                          <p:spTgt spid="108"/>
                                        </p:tgtEl>
                                      </p:cBhvr>
                                    </p:animEffect>
                                  </p:childTnLst>
                                </p:cTn>
                              </p:par>
                              <p:par>
                                <p:cTn id="249" presetID="31" presetClass="entr" presetSubtype="0" fill="hold" grpId="0" nodeType="withEffect">
                                  <p:stCondLst>
                                    <p:cond delay="500"/>
                                  </p:stCondLst>
                                  <p:childTnLst>
                                    <p:set>
                                      <p:cBhvr>
                                        <p:cTn id="250" dur="1" fill="hold">
                                          <p:stCondLst>
                                            <p:cond delay="0"/>
                                          </p:stCondLst>
                                        </p:cTn>
                                        <p:tgtEl>
                                          <p:spTgt spid="109"/>
                                        </p:tgtEl>
                                        <p:attrNameLst>
                                          <p:attrName>style.visibility</p:attrName>
                                        </p:attrNameLst>
                                      </p:cBhvr>
                                      <p:to>
                                        <p:strVal val="visible"/>
                                      </p:to>
                                    </p:set>
                                    <p:anim calcmode="lin" valueType="num">
                                      <p:cBhvr>
                                        <p:cTn id="251" dur="1000" fill="hold"/>
                                        <p:tgtEl>
                                          <p:spTgt spid="109"/>
                                        </p:tgtEl>
                                        <p:attrNameLst>
                                          <p:attrName>ppt_w</p:attrName>
                                        </p:attrNameLst>
                                      </p:cBhvr>
                                      <p:tavLst>
                                        <p:tav tm="0">
                                          <p:val>
                                            <p:fltVal val="0"/>
                                          </p:val>
                                        </p:tav>
                                        <p:tav tm="100000">
                                          <p:val>
                                            <p:strVal val="#ppt_w"/>
                                          </p:val>
                                        </p:tav>
                                      </p:tavLst>
                                    </p:anim>
                                    <p:anim calcmode="lin" valueType="num">
                                      <p:cBhvr>
                                        <p:cTn id="252" dur="1000" fill="hold"/>
                                        <p:tgtEl>
                                          <p:spTgt spid="109"/>
                                        </p:tgtEl>
                                        <p:attrNameLst>
                                          <p:attrName>ppt_h</p:attrName>
                                        </p:attrNameLst>
                                      </p:cBhvr>
                                      <p:tavLst>
                                        <p:tav tm="0">
                                          <p:val>
                                            <p:fltVal val="0"/>
                                          </p:val>
                                        </p:tav>
                                        <p:tav tm="100000">
                                          <p:val>
                                            <p:strVal val="#ppt_h"/>
                                          </p:val>
                                        </p:tav>
                                      </p:tavLst>
                                    </p:anim>
                                    <p:anim calcmode="lin" valueType="num">
                                      <p:cBhvr>
                                        <p:cTn id="253" dur="1000" fill="hold"/>
                                        <p:tgtEl>
                                          <p:spTgt spid="109"/>
                                        </p:tgtEl>
                                        <p:attrNameLst>
                                          <p:attrName>style.rotation</p:attrName>
                                        </p:attrNameLst>
                                      </p:cBhvr>
                                      <p:tavLst>
                                        <p:tav tm="0">
                                          <p:val>
                                            <p:fltVal val="90"/>
                                          </p:val>
                                        </p:tav>
                                        <p:tav tm="100000">
                                          <p:val>
                                            <p:fltVal val="0"/>
                                          </p:val>
                                        </p:tav>
                                      </p:tavLst>
                                    </p:anim>
                                    <p:animEffect transition="in" filter="fade">
                                      <p:cBhvr>
                                        <p:cTn id="254" dur="1000"/>
                                        <p:tgtEl>
                                          <p:spTgt spid="109"/>
                                        </p:tgtEl>
                                      </p:cBhvr>
                                    </p:animEffect>
                                  </p:childTnLst>
                                </p:cTn>
                              </p:par>
                              <p:par>
                                <p:cTn id="255" presetID="31" presetClass="entr" presetSubtype="0" fill="hold" grpId="0" nodeType="withEffect">
                                  <p:stCondLst>
                                    <p:cond delay="750"/>
                                  </p:stCondLst>
                                  <p:childTnLst>
                                    <p:set>
                                      <p:cBhvr>
                                        <p:cTn id="256" dur="1" fill="hold">
                                          <p:stCondLst>
                                            <p:cond delay="0"/>
                                          </p:stCondLst>
                                        </p:cTn>
                                        <p:tgtEl>
                                          <p:spTgt spid="110"/>
                                        </p:tgtEl>
                                        <p:attrNameLst>
                                          <p:attrName>style.visibility</p:attrName>
                                        </p:attrNameLst>
                                      </p:cBhvr>
                                      <p:to>
                                        <p:strVal val="visible"/>
                                      </p:to>
                                    </p:set>
                                    <p:anim calcmode="lin" valueType="num">
                                      <p:cBhvr>
                                        <p:cTn id="257" dur="1000" fill="hold"/>
                                        <p:tgtEl>
                                          <p:spTgt spid="110"/>
                                        </p:tgtEl>
                                        <p:attrNameLst>
                                          <p:attrName>ppt_w</p:attrName>
                                        </p:attrNameLst>
                                      </p:cBhvr>
                                      <p:tavLst>
                                        <p:tav tm="0">
                                          <p:val>
                                            <p:fltVal val="0"/>
                                          </p:val>
                                        </p:tav>
                                        <p:tav tm="100000">
                                          <p:val>
                                            <p:strVal val="#ppt_w"/>
                                          </p:val>
                                        </p:tav>
                                      </p:tavLst>
                                    </p:anim>
                                    <p:anim calcmode="lin" valueType="num">
                                      <p:cBhvr>
                                        <p:cTn id="258" dur="1000" fill="hold"/>
                                        <p:tgtEl>
                                          <p:spTgt spid="110"/>
                                        </p:tgtEl>
                                        <p:attrNameLst>
                                          <p:attrName>ppt_h</p:attrName>
                                        </p:attrNameLst>
                                      </p:cBhvr>
                                      <p:tavLst>
                                        <p:tav tm="0">
                                          <p:val>
                                            <p:fltVal val="0"/>
                                          </p:val>
                                        </p:tav>
                                        <p:tav tm="100000">
                                          <p:val>
                                            <p:strVal val="#ppt_h"/>
                                          </p:val>
                                        </p:tav>
                                      </p:tavLst>
                                    </p:anim>
                                    <p:anim calcmode="lin" valueType="num">
                                      <p:cBhvr>
                                        <p:cTn id="259" dur="1000" fill="hold"/>
                                        <p:tgtEl>
                                          <p:spTgt spid="110"/>
                                        </p:tgtEl>
                                        <p:attrNameLst>
                                          <p:attrName>style.rotation</p:attrName>
                                        </p:attrNameLst>
                                      </p:cBhvr>
                                      <p:tavLst>
                                        <p:tav tm="0">
                                          <p:val>
                                            <p:fltVal val="90"/>
                                          </p:val>
                                        </p:tav>
                                        <p:tav tm="100000">
                                          <p:val>
                                            <p:fltVal val="0"/>
                                          </p:val>
                                        </p:tav>
                                      </p:tavLst>
                                    </p:anim>
                                    <p:animEffect transition="in" filter="fade">
                                      <p:cBhvr>
                                        <p:cTn id="260" dur="1000"/>
                                        <p:tgtEl>
                                          <p:spTgt spid="110"/>
                                        </p:tgtEl>
                                      </p:cBhvr>
                                    </p:animEffect>
                                  </p:childTnLst>
                                </p:cTn>
                              </p:par>
                              <p:par>
                                <p:cTn id="261" presetID="31" presetClass="entr" presetSubtype="0" fill="hold" grpId="0" nodeType="withEffect">
                                  <p:stCondLst>
                                    <p:cond delay="1000"/>
                                  </p:stCondLst>
                                  <p:childTnLst>
                                    <p:set>
                                      <p:cBhvr>
                                        <p:cTn id="262" dur="1" fill="hold">
                                          <p:stCondLst>
                                            <p:cond delay="0"/>
                                          </p:stCondLst>
                                        </p:cTn>
                                        <p:tgtEl>
                                          <p:spTgt spid="111"/>
                                        </p:tgtEl>
                                        <p:attrNameLst>
                                          <p:attrName>style.visibility</p:attrName>
                                        </p:attrNameLst>
                                      </p:cBhvr>
                                      <p:to>
                                        <p:strVal val="visible"/>
                                      </p:to>
                                    </p:set>
                                    <p:anim calcmode="lin" valueType="num">
                                      <p:cBhvr>
                                        <p:cTn id="263" dur="1000" fill="hold"/>
                                        <p:tgtEl>
                                          <p:spTgt spid="111"/>
                                        </p:tgtEl>
                                        <p:attrNameLst>
                                          <p:attrName>ppt_w</p:attrName>
                                        </p:attrNameLst>
                                      </p:cBhvr>
                                      <p:tavLst>
                                        <p:tav tm="0">
                                          <p:val>
                                            <p:fltVal val="0"/>
                                          </p:val>
                                        </p:tav>
                                        <p:tav tm="100000">
                                          <p:val>
                                            <p:strVal val="#ppt_w"/>
                                          </p:val>
                                        </p:tav>
                                      </p:tavLst>
                                    </p:anim>
                                    <p:anim calcmode="lin" valueType="num">
                                      <p:cBhvr>
                                        <p:cTn id="264" dur="1000" fill="hold"/>
                                        <p:tgtEl>
                                          <p:spTgt spid="111"/>
                                        </p:tgtEl>
                                        <p:attrNameLst>
                                          <p:attrName>ppt_h</p:attrName>
                                        </p:attrNameLst>
                                      </p:cBhvr>
                                      <p:tavLst>
                                        <p:tav tm="0">
                                          <p:val>
                                            <p:fltVal val="0"/>
                                          </p:val>
                                        </p:tav>
                                        <p:tav tm="100000">
                                          <p:val>
                                            <p:strVal val="#ppt_h"/>
                                          </p:val>
                                        </p:tav>
                                      </p:tavLst>
                                    </p:anim>
                                    <p:anim calcmode="lin" valueType="num">
                                      <p:cBhvr>
                                        <p:cTn id="265" dur="1000" fill="hold"/>
                                        <p:tgtEl>
                                          <p:spTgt spid="111"/>
                                        </p:tgtEl>
                                        <p:attrNameLst>
                                          <p:attrName>style.rotation</p:attrName>
                                        </p:attrNameLst>
                                      </p:cBhvr>
                                      <p:tavLst>
                                        <p:tav tm="0">
                                          <p:val>
                                            <p:fltVal val="90"/>
                                          </p:val>
                                        </p:tav>
                                        <p:tav tm="100000">
                                          <p:val>
                                            <p:fltVal val="0"/>
                                          </p:val>
                                        </p:tav>
                                      </p:tavLst>
                                    </p:anim>
                                    <p:animEffect transition="in" filter="fade">
                                      <p:cBhvr>
                                        <p:cTn id="266" dur="1000"/>
                                        <p:tgtEl>
                                          <p:spTgt spid="111"/>
                                        </p:tgtEl>
                                      </p:cBhvr>
                                    </p:animEffect>
                                  </p:childTnLst>
                                </p:cTn>
                              </p:par>
                            </p:childTnLst>
                          </p:cTn>
                        </p:par>
                        <p:par>
                          <p:cTn id="267" fill="hold">
                            <p:stCondLst>
                              <p:cond delay="8000"/>
                            </p:stCondLst>
                            <p:childTnLst>
                              <p:par>
                                <p:cTn id="268" presetID="31" presetClass="entr" presetSubtype="0" fill="hold" grpId="0" nodeType="afterEffect">
                                  <p:stCondLst>
                                    <p:cond delay="0"/>
                                  </p:stCondLst>
                                  <p:childTnLst>
                                    <p:set>
                                      <p:cBhvr>
                                        <p:cTn id="269" dur="1" fill="hold">
                                          <p:stCondLst>
                                            <p:cond delay="0"/>
                                          </p:stCondLst>
                                        </p:cTn>
                                        <p:tgtEl>
                                          <p:spTgt spid="112"/>
                                        </p:tgtEl>
                                        <p:attrNameLst>
                                          <p:attrName>style.visibility</p:attrName>
                                        </p:attrNameLst>
                                      </p:cBhvr>
                                      <p:to>
                                        <p:strVal val="visible"/>
                                      </p:to>
                                    </p:set>
                                    <p:anim calcmode="lin" valueType="num">
                                      <p:cBhvr>
                                        <p:cTn id="270" dur="1000" fill="hold"/>
                                        <p:tgtEl>
                                          <p:spTgt spid="112"/>
                                        </p:tgtEl>
                                        <p:attrNameLst>
                                          <p:attrName>ppt_w</p:attrName>
                                        </p:attrNameLst>
                                      </p:cBhvr>
                                      <p:tavLst>
                                        <p:tav tm="0">
                                          <p:val>
                                            <p:fltVal val="0"/>
                                          </p:val>
                                        </p:tav>
                                        <p:tav tm="100000">
                                          <p:val>
                                            <p:strVal val="#ppt_w"/>
                                          </p:val>
                                        </p:tav>
                                      </p:tavLst>
                                    </p:anim>
                                    <p:anim calcmode="lin" valueType="num">
                                      <p:cBhvr>
                                        <p:cTn id="271" dur="1000" fill="hold"/>
                                        <p:tgtEl>
                                          <p:spTgt spid="112"/>
                                        </p:tgtEl>
                                        <p:attrNameLst>
                                          <p:attrName>ppt_h</p:attrName>
                                        </p:attrNameLst>
                                      </p:cBhvr>
                                      <p:tavLst>
                                        <p:tav tm="0">
                                          <p:val>
                                            <p:fltVal val="0"/>
                                          </p:val>
                                        </p:tav>
                                        <p:tav tm="100000">
                                          <p:val>
                                            <p:strVal val="#ppt_h"/>
                                          </p:val>
                                        </p:tav>
                                      </p:tavLst>
                                    </p:anim>
                                    <p:anim calcmode="lin" valueType="num">
                                      <p:cBhvr>
                                        <p:cTn id="272" dur="1000" fill="hold"/>
                                        <p:tgtEl>
                                          <p:spTgt spid="112"/>
                                        </p:tgtEl>
                                        <p:attrNameLst>
                                          <p:attrName>style.rotation</p:attrName>
                                        </p:attrNameLst>
                                      </p:cBhvr>
                                      <p:tavLst>
                                        <p:tav tm="0">
                                          <p:val>
                                            <p:fltVal val="90"/>
                                          </p:val>
                                        </p:tav>
                                        <p:tav tm="100000">
                                          <p:val>
                                            <p:fltVal val="0"/>
                                          </p:val>
                                        </p:tav>
                                      </p:tavLst>
                                    </p:anim>
                                    <p:animEffect transition="in" filter="fade">
                                      <p:cBhvr>
                                        <p:cTn id="273" dur="1000"/>
                                        <p:tgtEl>
                                          <p:spTgt spid="112"/>
                                        </p:tgtEl>
                                      </p:cBhvr>
                                    </p:animEffect>
                                  </p:childTnLst>
                                </p:cTn>
                              </p:par>
                              <p:par>
                                <p:cTn id="274" presetID="31" presetClass="entr" presetSubtype="0" fill="hold" grpId="0" nodeType="withEffect">
                                  <p:stCondLst>
                                    <p:cond delay="250"/>
                                  </p:stCondLst>
                                  <p:childTnLst>
                                    <p:set>
                                      <p:cBhvr>
                                        <p:cTn id="275" dur="1" fill="hold">
                                          <p:stCondLst>
                                            <p:cond delay="0"/>
                                          </p:stCondLst>
                                        </p:cTn>
                                        <p:tgtEl>
                                          <p:spTgt spid="113"/>
                                        </p:tgtEl>
                                        <p:attrNameLst>
                                          <p:attrName>style.visibility</p:attrName>
                                        </p:attrNameLst>
                                      </p:cBhvr>
                                      <p:to>
                                        <p:strVal val="visible"/>
                                      </p:to>
                                    </p:set>
                                    <p:anim calcmode="lin" valueType="num">
                                      <p:cBhvr>
                                        <p:cTn id="276" dur="1000" fill="hold"/>
                                        <p:tgtEl>
                                          <p:spTgt spid="113"/>
                                        </p:tgtEl>
                                        <p:attrNameLst>
                                          <p:attrName>ppt_w</p:attrName>
                                        </p:attrNameLst>
                                      </p:cBhvr>
                                      <p:tavLst>
                                        <p:tav tm="0">
                                          <p:val>
                                            <p:fltVal val="0"/>
                                          </p:val>
                                        </p:tav>
                                        <p:tav tm="100000">
                                          <p:val>
                                            <p:strVal val="#ppt_w"/>
                                          </p:val>
                                        </p:tav>
                                      </p:tavLst>
                                    </p:anim>
                                    <p:anim calcmode="lin" valueType="num">
                                      <p:cBhvr>
                                        <p:cTn id="277" dur="1000" fill="hold"/>
                                        <p:tgtEl>
                                          <p:spTgt spid="113"/>
                                        </p:tgtEl>
                                        <p:attrNameLst>
                                          <p:attrName>ppt_h</p:attrName>
                                        </p:attrNameLst>
                                      </p:cBhvr>
                                      <p:tavLst>
                                        <p:tav tm="0">
                                          <p:val>
                                            <p:fltVal val="0"/>
                                          </p:val>
                                        </p:tav>
                                        <p:tav tm="100000">
                                          <p:val>
                                            <p:strVal val="#ppt_h"/>
                                          </p:val>
                                        </p:tav>
                                      </p:tavLst>
                                    </p:anim>
                                    <p:anim calcmode="lin" valueType="num">
                                      <p:cBhvr>
                                        <p:cTn id="278" dur="1000" fill="hold"/>
                                        <p:tgtEl>
                                          <p:spTgt spid="113"/>
                                        </p:tgtEl>
                                        <p:attrNameLst>
                                          <p:attrName>style.rotation</p:attrName>
                                        </p:attrNameLst>
                                      </p:cBhvr>
                                      <p:tavLst>
                                        <p:tav tm="0">
                                          <p:val>
                                            <p:fltVal val="90"/>
                                          </p:val>
                                        </p:tav>
                                        <p:tav tm="100000">
                                          <p:val>
                                            <p:fltVal val="0"/>
                                          </p:val>
                                        </p:tav>
                                      </p:tavLst>
                                    </p:anim>
                                    <p:animEffect transition="in" filter="fade">
                                      <p:cBhvr>
                                        <p:cTn id="279" dur="1000"/>
                                        <p:tgtEl>
                                          <p:spTgt spid="113"/>
                                        </p:tgtEl>
                                      </p:cBhvr>
                                    </p:animEffect>
                                  </p:childTnLst>
                                </p:cTn>
                              </p:par>
                              <p:par>
                                <p:cTn id="280" presetID="31" presetClass="entr" presetSubtype="0" fill="hold" grpId="0" nodeType="withEffect">
                                  <p:stCondLst>
                                    <p:cond delay="500"/>
                                  </p:stCondLst>
                                  <p:childTnLst>
                                    <p:set>
                                      <p:cBhvr>
                                        <p:cTn id="281" dur="1" fill="hold">
                                          <p:stCondLst>
                                            <p:cond delay="0"/>
                                          </p:stCondLst>
                                        </p:cTn>
                                        <p:tgtEl>
                                          <p:spTgt spid="114"/>
                                        </p:tgtEl>
                                        <p:attrNameLst>
                                          <p:attrName>style.visibility</p:attrName>
                                        </p:attrNameLst>
                                      </p:cBhvr>
                                      <p:to>
                                        <p:strVal val="visible"/>
                                      </p:to>
                                    </p:set>
                                    <p:anim calcmode="lin" valueType="num">
                                      <p:cBhvr>
                                        <p:cTn id="282" dur="1000" fill="hold"/>
                                        <p:tgtEl>
                                          <p:spTgt spid="114"/>
                                        </p:tgtEl>
                                        <p:attrNameLst>
                                          <p:attrName>ppt_w</p:attrName>
                                        </p:attrNameLst>
                                      </p:cBhvr>
                                      <p:tavLst>
                                        <p:tav tm="0">
                                          <p:val>
                                            <p:fltVal val="0"/>
                                          </p:val>
                                        </p:tav>
                                        <p:tav tm="100000">
                                          <p:val>
                                            <p:strVal val="#ppt_w"/>
                                          </p:val>
                                        </p:tav>
                                      </p:tavLst>
                                    </p:anim>
                                    <p:anim calcmode="lin" valueType="num">
                                      <p:cBhvr>
                                        <p:cTn id="283" dur="1000" fill="hold"/>
                                        <p:tgtEl>
                                          <p:spTgt spid="114"/>
                                        </p:tgtEl>
                                        <p:attrNameLst>
                                          <p:attrName>ppt_h</p:attrName>
                                        </p:attrNameLst>
                                      </p:cBhvr>
                                      <p:tavLst>
                                        <p:tav tm="0">
                                          <p:val>
                                            <p:fltVal val="0"/>
                                          </p:val>
                                        </p:tav>
                                        <p:tav tm="100000">
                                          <p:val>
                                            <p:strVal val="#ppt_h"/>
                                          </p:val>
                                        </p:tav>
                                      </p:tavLst>
                                    </p:anim>
                                    <p:anim calcmode="lin" valueType="num">
                                      <p:cBhvr>
                                        <p:cTn id="284" dur="1000" fill="hold"/>
                                        <p:tgtEl>
                                          <p:spTgt spid="114"/>
                                        </p:tgtEl>
                                        <p:attrNameLst>
                                          <p:attrName>style.rotation</p:attrName>
                                        </p:attrNameLst>
                                      </p:cBhvr>
                                      <p:tavLst>
                                        <p:tav tm="0">
                                          <p:val>
                                            <p:fltVal val="90"/>
                                          </p:val>
                                        </p:tav>
                                        <p:tav tm="100000">
                                          <p:val>
                                            <p:fltVal val="0"/>
                                          </p:val>
                                        </p:tav>
                                      </p:tavLst>
                                    </p:anim>
                                    <p:animEffect transition="in" filter="fade">
                                      <p:cBhvr>
                                        <p:cTn id="285" dur="1000"/>
                                        <p:tgtEl>
                                          <p:spTgt spid="114"/>
                                        </p:tgtEl>
                                      </p:cBhvr>
                                    </p:animEffect>
                                  </p:childTnLst>
                                </p:cTn>
                              </p:par>
                              <p:par>
                                <p:cTn id="286" presetID="31" presetClass="entr" presetSubtype="0" fill="hold" grpId="0" nodeType="withEffect">
                                  <p:stCondLst>
                                    <p:cond delay="750"/>
                                  </p:stCondLst>
                                  <p:childTnLst>
                                    <p:set>
                                      <p:cBhvr>
                                        <p:cTn id="287" dur="1" fill="hold">
                                          <p:stCondLst>
                                            <p:cond delay="0"/>
                                          </p:stCondLst>
                                        </p:cTn>
                                        <p:tgtEl>
                                          <p:spTgt spid="115"/>
                                        </p:tgtEl>
                                        <p:attrNameLst>
                                          <p:attrName>style.visibility</p:attrName>
                                        </p:attrNameLst>
                                      </p:cBhvr>
                                      <p:to>
                                        <p:strVal val="visible"/>
                                      </p:to>
                                    </p:set>
                                    <p:anim calcmode="lin" valueType="num">
                                      <p:cBhvr>
                                        <p:cTn id="288" dur="1000" fill="hold"/>
                                        <p:tgtEl>
                                          <p:spTgt spid="115"/>
                                        </p:tgtEl>
                                        <p:attrNameLst>
                                          <p:attrName>ppt_w</p:attrName>
                                        </p:attrNameLst>
                                      </p:cBhvr>
                                      <p:tavLst>
                                        <p:tav tm="0">
                                          <p:val>
                                            <p:fltVal val="0"/>
                                          </p:val>
                                        </p:tav>
                                        <p:tav tm="100000">
                                          <p:val>
                                            <p:strVal val="#ppt_w"/>
                                          </p:val>
                                        </p:tav>
                                      </p:tavLst>
                                    </p:anim>
                                    <p:anim calcmode="lin" valueType="num">
                                      <p:cBhvr>
                                        <p:cTn id="289" dur="1000" fill="hold"/>
                                        <p:tgtEl>
                                          <p:spTgt spid="115"/>
                                        </p:tgtEl>
                                        <p:attrNameLst>
                                          <p:attrName>ppt_h</p:attrName>
                                        </p:attrNameLst>
                                      </p:cBhvr>
                                      <p:tavLst>
                                        <p:tav tm="0">
                                          <p:val>
                                            <p:fltVal val="0"/>
                                          </p:val>
                                        </p:tav>
                                        <p:tav tm="100000">
                                          <p:val>
                                            <p:strVal val="#ppt_h"/>
                                          </p:val>
                                        </p:tav>
                                      </p:tavLst>
                                    </p:anim>
                                    <p:anim calcmode="lin" valueType="num">
                                      <p:cBhvr>
                                        <p:cTn id="290" dur="1000" fill="hold"/>
                                        <p:tgtEl>
                                          <p:spTgt spid="115"/>
                                        </p:tgtEl>
                                        <p:attrNameLst>
                                          <p:attrName>style.rotation</p:attrName>
                                        </p:attrNameLst>
                                      </p:cBhvr>
                                      <p:tavLst>
                                        <p:tav tm="0">
                                          <p:val>
                                            <p:fltVal val="90"/>
                                          </p:val>
                                        </p:tav>
                                        <p:tav tm="100000">
                                          <p:val>
                                            <p:fltVal val="0"/>
                                          </p:val>
                                        </p:tav>
                                      </p:tavLst>
                                    </p:anim>
                                    <p:animEffect transition="in" filter="fade">
                                      <p:cBhvr>
                                        <p:cTn id="291" dur="1000"/>
                                        <p:tgtEl>
                                          <p:spTgt spid="115"/>
                                        </p:tgtEl>
                                      </p:cBhvr>
                                    </p:animEffect>
                                  </p:childTnLst>
                                </p:cTn>
                              </p:par>
                              <p:par>
                                <p:cTn id="292" presetID="31" presetClass="entr" presetSubtype="0" fill="hold" grpId="0" nodeType="withEffect">
                                  <p:stCondLst>
                                    <p:cond delay="1000"/>
                                  </p:stCondLst>
                                  <p:childTnLst>
                                    <p:set>
                                      <p:cBhvr>
                                        <p:cTn id="293" dur="1" fill="hold">
                                          <p:stCondLst>
                                            <p:cond delay="0"/>
                                          </p:stCondLst>
                                        </p:cTn>
                                        <p:tgtEl>
                                          <p:spTgt spid="116"/>
                                        </p:tgtEl>
                                        <p:attrNameLst>
                                          <p:attrName>style.visibility</p:attrName>
                                        </p:attrNameLst>
                                      </p:cBhvr>
                                      <p:to>
                                        <p:strVal val="visible"/>
                                      </p:to>
                                    </p:set>
                                    <p:anim calcmode="lin" valueType="num">
                                      <p:cBhvr>
                                        <p:cTn id="294" dur="1000" fill="hold"/>
                                        <p:tgtEl>
                                          <p:spTgt spid="116"/>
                                        </p:tgtEl>
                                        <p:attrNameLst>
                                          <p:attrName>ppt_w</p:attrName>
                                        </p:attrNameLst>
                                      </p:cBhvr>
                                      <p:tavLst>
                                        <p:tav tm="0">
                                          <p:val>
                                            <p:fltVal val="0"/>
                                          </p:val>
                                        </p:tav>
                                        <p:tav tm="100000">
                                          <p:val>
                                            <p:strVal val="#ppt_w"/>
                                          </p:val>
                                        </p:tav>
                                      </p:tavLst>
                                    </p:anim>
                                    <p:anim calcmode="lin" valueType="num">
                                      <p:cBhvr>
                                        <p:cTn id="295" dur="1000" fill="hold"/>
                                        <p:tgtEl>
                                          <p:spTgt spid="116"/>
                                        </p:tgtEl>
                                        <p:attrNameLst>
                                          <p:attrName>ppt_h</p:attrName>
                                        </p:attrNameLst>
                                      </p:cBhvr>
                                      <p:tavLst>
                                        <p:tav tm="0">
                                          <p:val>
                                            <p:fltVal val="0"/>
                                          </p:val>
                                        </p:tav>
                                        <p:tav tm="100000">
                                          <p:val>
                                            <p:strVal val="#ppt_h"/>
                                          </p:val>
                                        </p:tav>
                                      </p:tavLst>
                                    </p:anim>
                                    <p:anim calcmode="lin" valueType="num">
                                      <p:cBhvr>
                                        <p:cTn id="296" dur="1000" fill="hold"/>
                                        <p:tgtEl>
                                          <p:spTgt spid="116"/>
                                        </p:tgtEl>
                                        <p:attrNameLst>
                                          <p:attrName>style.rotation</p:attrName>
                                        </p:attrNameLst>
                                      </p:cBhvr>
                                      <p:tavLst>
                                        <p:tav tm="0">
                                          <p:val>
                                            <p:fltVal val="90"/>
                                          </p:val>
                                        </p:tav>
                                        <p:tav tm="100000">
                                          <p:val>
                                            <p:fltVal val="0"/>
                                          </p:val>
                                        </p:tav>
                                      </p:tavLst>
                                    </p:anim>
                                    <p:animEffect transition="in" filter="fade">
                                      <p:cBhvr>
                                        <p:cTn id="297" dur="1000"/>
                                        <p:tgtEl>
                                          <p:spTgt spid="116"/>
                                        </p:tgtEl>
                                      </p:cBhvr>
                                    </p:animEffect>
                                  </p:childTnLst>
                                </p:cTn>
                              </p:par>
                            </p:childTnLst>
                          </p:cTn>
                        </p:par>
                        <p:par>
                          <p:cTn id="298" fill="hold">
                            <p:stCondLst>
                              <p:cond delay="10000"/>
                            </p:stCondLst>
                            <p:childTnLst>
                              <p:par>
                                <p:cTn id="299" presetID="42" presetClass="path" presetSubtype="0" accel="50000" decel="50000" fill="hold" nodeType="afterEffect">
                                  <p:stCondLst>
                                    <p:cond delay="0"/>
                                  </p:stCondLst>
                                  <p:childTnLst>
                                    <p:animMotion origin="layout" path="M -4.375E-6 0.28218 L -0.00104 0.31829 " pathEditMode="relative" rAng="0" ptsTypes="AA">
                                      <p:cBhvr>
                                        <p:cTn id="300" dur="2000" fill="hold"/>
                                        <p:tgtEl>
                                          <p:spTgt spid="3"/>
                                        </p:tgtEl>
                                        <p:attrNameLst>
                                          <p:attrName>ppt_x</p:attrName>
                                          <p:attrName>ppt_y</p:attrName>
                                        </p:attrNameLst>
                                      </p:cBhvr>
                                      <p:rCtr x="-52" y="1806"/>
                                    </p:animMotion>
                                  </p:childTnLst>
                                </p:cTn>
                              </p:par>
                            </p:childTnLst>
                          </p:cTn>
                        </p:par>
                      </p:childTnLst>
                    </p:cTn>
                  </p:par>
                  <p:par>
                    <p:cTn id="301" fill="hold">
                      <p:stCondLst>
                        <p:cond delay="indefinite"/>
                      </p:stCondLst>
                      <p:childTnLst>
                        <p:par>
                          <p:cTn id="302" fill="hold">
                            <p:stCondLst>
                              <p:cond delay="0"/>
                            </p:stCondLst>
                            <p:childTnLst>
                              <p:par>
                                <p:cTn id="303" presetID="22" presetClass="entr" presetSubtype="8" fill="hold" nodeType="clickEffect">
                                  <p:stCondLst>
                                    <p:cond delay="0"/>
                                  </p:stCondLst>
                                  <p:childTnLst>
                                    <p:set>
                                      <p:cBhvr>
                                        <p:cTn id="304" dur="1" fill="hold">
                                          <p:stCondLst>
                                            <p:cond delay="0"/>
                                          </p:stCondLst>
                                        </p:cTn>
                                        <p:tgtEl>
                                          <p:spTgt spid="118"/>
                                        </p:tgtEl>
                                        <p:attrNameLst>
                                          <p:attrName>style.visibility</p:attrName>
                                        </p:attrNameLst>
                                      </p:cBhvr>
                                      <p:to>
                                        <p:strVal val="visible"/>
                                      </p:to>
                                    </p:set>
                                    <p:animEffect transition="in" filter="wipe(left)">
                                      <p:cBhvr>
                                        <p:cTn id="305" dur="500"/>
                                        <p:tgtEl>
                                          <p:spTgt spid="118"/>
                                        </p:tgtEl>
                                      </p:cBhvr>
                                    </p:animEffect>
                                  </p:childTnLst>
                                </p:cTn>
                              </p:par>
                              <p:par>
                                <p:cTn id="306" presetID="47" presetClass="entr" presetSubtype="0" fill="hold" grpId="0" nodeType="withEffect">
                                  <p:stCondLst>
                                    <p:cond delay="0"/>
                                  </p:stCondLst>
                                  <p:childTnLst>
                                    <p:set>
                                      <p:cBhvr>
                                        <p:cTn id="307" dur="1" fill="hold">
                                          <p:stCondLst>
                                            <p:cond delay="0"/>
                                          </p:stCondLst>
                                        </p:cTn>
                                        <p:tgtEl>
                                          <p:spTgt spid="141"/>
                                        </p:tgtEl>
                                        <p:attrNameLst>
                                          <p:attrName>style.visibility</p:attrName>
                                        </p:attrNameLst>
                                      </p:cBhvr>
                                      <p:to>
                                        <p:strVal val="visible"/>
                                      </p:to>
                                    </p:set>
                                    <p:animEffect transition="in" filter="fade">
                                      <p:cBhvr>
                                        <p:cTn id="308" dur="1000"/>
                                        <p:tgtEl>
                                          <p:spTgt spid="141"/>
                                        </p:tgtEl>
                                      </p:cBhvr>
                                    </p:animEffect>
                                    <p:anim calcmode="lin" valueType="num">
                                      <p:cBhvr>
                                        <p:cTn id="309" dur="1000" fill="hold"/>
                                        <p:tgtEl>
                                          <p:spTgt spid="141"/>
                                        </p:tgtEl>
                                        <p:attrNameLst>
                                          <p:attrName>ppt_x</p:attrName>
                                        </p:attrNameLst>
                                      </p:cBhvr>
                                      <p:tavLst>
                                        <p:tav tm="0">
                                          <p:val>
                                            <p:strVal val="#ppt_x"/>
                                          </p:val>
                                        </p:tav>
                                        <p:tav tm="100000">
                                          <p:val>
                                            <p:strVal val="#ppt_x"/>
                                          </p:val>
                                        </p:tav>
                                      </p:tavLst>
                                    </p:anim>
                                    <p:anim calcmode="lin" valueType="num">
                                      <p:cBhvr>
                                        <p:cTn id="310" dur="1000" fill="hold"/>
                                        <p:tgtEl>
                                          <p:spTgt spid="141"/>
                                        </p:tgtEl>
                                        <p:attrNameLst>
                                          <p:attrName>ppt_y</p:attrName>
                                        </p:attrNameLst>
                                      </p:cBhvr>
                                      <p:tavLst>
                                        <p:tav tm="0">
                                          <p:val>
                                            <p:strVal val="#ppt_y-.1"/>
                                          </p:val>
                                        </p:tav>
                                        <p:tav tm="100000">
                                          <p:val>
                                            <p:strVal val="#ppt_y"/>
                                          </p:val>
                                        </p:tav>
                                      </p:tavLst>
                                    </p:anim>
                                  </p:childTnLst>
                                </p:cTn>
                              </p:par>
                              <p:par>
                                <p:cTn id="311" presetID="47" presetClass="entr" presetSubtype="0" fill="hold" grpId="0" nodeType="withEffect">
                                  <p:stCondLst>
                                    <p:cond delay="0"/>
                                  </p:stCondLst>
                                  <p:childTnLst>
                                    <p:set>
                                      <p:cBhvr>
                                        <p:cTn id="312" dur="1" fill="hold">
                                          <p:stCondLst>
                                            <p:cond delay="0"/>
                                          </p:stCondLst>
                                        </p:cTn>
                                        <p:tgtEl>
                                          <p:spTgt spid="142"/>
                                        </p:tgtEl>
                                        <p:attrNameLst>
                                          <p:attrName>style.visibility</p:attrName>
                                        </p:attrNameLst>
                                      </p:cBhvr>
                                      <p:to>
                                        <p:strVal val="visible"/>
                                      </p:to>
                                    </p:set>
                                    <p:animEffect transition="in" filter="fade">
                                      <p:cBhvr>
                                        <p:cTn id="313" dur="1000"/>
                                        <p:tgtEl>
                                          <p:spTgt spid="142"/>
                                        </p:tgtEl>
                                      </p:cBhvr>
                                    </p:animEffect>
                                    <p:anim calcmode="lin" valueType="num">
                                      <p:cBhvr>
                                        <p:cTn id="314" dur="1000" fill="hold"/>
                                        <p:tgtEl>
                                          <p:spTgt spid="142"/>
                                        </p:tgtEl>
                                        <p:attrNameLst>
                                          <p:attrName>ppt_x</p:attrName>
                                        </p:attrNameLst>
                                      </p:cBhvr>
                                      <p:tavLst>
                                        <p:tav tm="0">
                                          <p:val>
                                            <p:strVal val="#ppt_x"/>
                                          </p:val>
                                        </p:tav>
                                        <p:tav tm="100000">
                                          <p:val>
                                            <p:strVal val="#ppt_x"/>
                                          </p:val>
                                        </p:tav>
                                      </p:tavLst>
                                    </p:anim>
                                    <p:anim calcmode="lin" valueType="num">
                                      <p:cBhvr>
                                        <p:cTn id="315" dur="1000" fill="hold"/>
                                        <p:tgtEl>
                                          <p:spTgt spid="142"/>
                                        </p:tgtEl>
                                        <p:attrNameLst>
                                          <p:attrName>ppt_y</p:attrName>
                                        </p:attrNameLst>
                                      </p:cBhvr>
                                      <p:tavLst>
                                        <p:tav tm="0">
                                          <p:val>
                                            <p:strVal val="#ppt_y-.1"/>
                                          </p:val>
                                        </p:tav>
                                        <p:tav tm="100000">
                                          <p:val>
                                            <p:strVal val="#ppt_y"/>
                                          </p:val>
                                        </p:tav>
                                      </p:tavLst>
                                    </p:anim>
                                  </p:childTnLst>
                                </p:cTn>
                              </p:par>
                            </p:childTnLst>
                          </p:cTn>
                        </p:par>
                      </p:childTnLst>
                    </p:cTn>
                  </p:par>
                  <p:par>
                    <p:cTn id="316" fill="hold">
                      <p:stCondLst>
                        <p:cond delay="indefinite"/>
                      </p:stCondLst>
                      <p:childTnLst>
                        <p:par>
                          <p:cTn id="317" fill="hold">
                            <p:stCondLst>
                              <p:cond delay="0"/>
                            </p:stCondLst>
                            <p:childTnLst>
                              <p:par>
                                <p:cTn id="318" presetID="31" presetClass="entr" presetSubtype="0" fill="hold" grpId="0" nodeType="clickEffect">
                                  <p:stCondLst>
                                    <p:cond delay="0"/>
                                  </p:stCondLst>
                                  <p:childTnLst>
                                    <p:set>
                                      <p:cBhvr>
                                        <p:cTn id="319" dur="1" fill="hold">
                                          <p:stCondLst>
                                            <p:cond delay="0"/>
                                          </p:stCondLst>
                                        </p:cTn>
                                        <p:tgtEl>
                                          <p:spTgt spid="173"/>
                                        </p:tgtEl>
                                        <p:attrNameLst>
                                          <p:attrName>style.visibility</p:attrName>
                                        </p:attrNameLst>
                                      </p:cBhvr>
                                      <p:to>
                                        <p:strVal val="visible"/>
                                      </p:to>
                                    </p:set>
                                    <p:anim calcmode="lin" valueType="num">
                                      <p:cBhvr>
                                        <p:cTn id="320" dur="1000" fill="hold"/>
                                        <p:tgtEl>
                                          <p:spTgt spid="173"/>
                                        </p:tgtEl>
                                        <p:attrNameLst>
                                          <p:attrName>ppt_w</p:attrName>
                                        </p:attrNameLst>
                                      </p:cBhvr>
                                      <p:tavLst>
                                        <p:tav tm="0">
                                          <p:val>
                                            <p:fltVal val="0"/>
                                          </p:val>
                                        </p:tav>
                                        <p:tav tm="100000">
                                          <p:val>
                                            <p:strVal val="#ppt_w"/>
                                          </p:val>
                                        </p:tav>
                                      </p:tavLst>
                                    </p:anim>
                                    <p:anim calcmode="lin" valueType="num">
                                      <p:cBhvr>
                                        <p:cTn id="321" dur="1000" fill="hold"/>
                                        <p:tgtEl>
                                          <p:spTgt spid="173"/>
                                        </p:tgtEl>
                                        <p:attrNameLst>
                                          <p:attrName>ppt_h</p:attrName>
                                        </p:attrNameLst>
                                      </p:cBhvr>
                                      <p:tavLst>
                                        <p:tav tm="0">
                                          <p:val>
                                            <p:fltVal val="0"/>
                                          </p:val>
                                        </p:tav>
                                        <p:tav tm="100000">
                                          <p:val>
                                            <p:strVal val="#ppt_h"/>
                                          </p:val>
                                        </p:tav>
                                      </p:tavLst>
                                    </p:anim>
                                    <p:anim calcmode="lin" valueType="num">
                                      <p:cBhvr>
                                        <p:cTn id="322" dur="1000" fill="hold"/>
                                        <p:tgtEl>
                                          <p:spTgt spid="173"/>
                                        </p:tgtEl>
                                        <p:attrNameLst>
                                          <p:attrName>style.rotation</p:attrName>
                                        </p:attrNameLst>
                                      </p:cBhvr>
                                      <p:tavLst>
                                        <p:tav tm="0">
                                          <p:val>
                                            <p:fltVal val="90"/>
                                          </p:val>
                                        </p:tav>
                                        <p:tav tm="100000">
                                          <p:val>
                                            <p:fltVal val="0"/>
                                          </p:val>
                                        </p:tav>
                                      </p:tavLst>
                                    </p:anim>
                                    <p:animEffect transition="in" filter="fade">
                                      <p:cBhvr>
                                        <p:cTn id="323" dur="1000"/>
                                        <p:tgtEl>
                                          <p:spTgt spid="173"/>
                                        </p:tgtEl>
                                      </p:cBhvr>
                                    </p:animEffect>
                                  </p:childTnLst>
                                </p:cTn>
                              </p:par>
                              <p:par>
                                <p:cTn id="324" presetID="1" presetClass="entr" presetSubtype="0" fill="hold" grpId="0" nodeType="withEffect">
                                  <p:stCondLst>
                                    <p:cond delay="0"/>
                                  </p:stCondLst>
                                  <p:childTnLst>
                                    <p:set>
                                      <p:cBhvr>
                                        <p:cTn id="325" dur="1" fill="hold">
                                          <p:stCondLst>
                                            <p:cond delay="0"/>
                                          </p:stCondLst>
                                        </p:cTn>
                                        <p:tgtEl>
                                          <p:spTgt spid="175"/>
                                        </p:tgtEl>
                                        <p:attrNameLst>
                                          <p:attrName>style.visibility</p:attrName>
                                        </p:attrNameLst>
                                      </p:cBhvr>
                                      <p:to>
                                        <p:strVal val="visible"/>
                                      </p:to>
                                    </p:set>
                                  </p:childTnLst>
                                </p:cTn>
                              </p:par>
                            </p:childTnLst>
                          </p:cTn>
                        </p:par>
                        <p:par>
                          <p:cTn id="326" fill="hold">
                            <p:stCondLst>
                              <p:cond delay="1000"/>
                            </p:stCondLst>
                            <p:childTnLst>
                              <p:par>
                                <p:cTn id="327" presetID="63" presetClass="path" presetSubtype="0" accel="50000" decel="50000" fill="hold" grpId="1" nodeType="afterEffect">
                                  <p:stCondLst>
                                    <p:cond delay="0"/>
                                  </p:stCondLst>
                                  <p:childTnLst>
                                    <p:animMotion origin="layout" path="M 3.54167E-6 -7.40741E-7 L 0.20026 0.1794 " pathEditMode="relative" rAng="0" ptsTypes="AA">
                                      <p:cBhvr>
                                        <p:cTn id="328" dur="1000" fill="hold"/>
                                        <p:tgtEl>
                                          <p:spTgt spid="173"/>
                                        </p:tgtEl>
                                        <p:attrNameLst>
                                          <p:attrName>ppt_x</p:attrName>
                                          <p:attrName>ppt_y</p:attrName>
                                        </p:attrNameLst>
                                      </p:cBhvr>
                                      <p:rCtr x="10013" y="8958"/>
                                    </p:animMotion>
                                  </p:childTnLst>
                                </p:cTn>
                              </p:par>
                              <p:par>
                                <p:cTn id="329" presetID="63" presetClass="path" presetSubtype="0" accel="50000" decel="50000" fill="hold" grpId="1" nodeType="withEffect">
                                  <p:stCondLst>
                                    <p:cond delay="0"/>
                                  </p:stCondLst>
                                  <p:childTnLst>
                                    <p:animMotion origin="layout" path="M 3.54167E-6 3.33333E-6 L 0.17565 0.22546 " pathEditMode="relative" rAng="0" ptsTypes="AA">
                                      <p:cBhvr>
                                        <p:cTn id="330" dur="1000" fill="hold"/>
                                        <p:tgtEl>
                                          <p:spTgt spid="175"/>
                                        </p:tgtEl>
                                        <p:attrNameLst>
                                          <p:attrName>ppt_x</p:attrName>
                                          <p:attrName>ppt_y</p:attrName>
                                        </p:attrNameLst>
                                      </p:cBhvr>
                                      <p:rCtr x="8776" y="11273"/>
                                    </p:animMotion>
                                  </p:childTnLst>
                                </p:cTn>
                              </p:par>
                              <p:par>
                                <p:cTn id="331" presetID="10" presetClass="exit" presetSubtype="0" fill="hold" grpId="1" nodeType="withEffect">
                                  <p:stCondLst>
                                    <p:cond delay="500"/>
                                  </p:stCondLst>
                                  <p:childTnLst>
                                    <p:animEffect transition="out" filter="fade">
                                      <p:cBhvr>
                                        <p:cTn id="332" dur="500"/>
                                        <p:tgtEl>
                                          <p:spTgt spid="92"/>
                                        </p:tgtEl>
                                      </p:cBhvr>
                                    </p:animEffect>
                                    <p:set>
                                      <p:cBhvr>
                                        <p:cTn id="333" dur="1" fill="hold">
                                          <p:stCondLst>
                                            <p:cond delay="499"/>
                                          </p:stCondLst>
                                        </p:cTn>
                                        <p:tgtEl>
                                          <p:spTgt spid="92"/>
                                        </p:tgtEl>
                                        <p:attrNameLst>
                                          <p:attrName>style.visibility</p:attrName>
                                        </p:attrNameLst>
                                      </p:cBhvr>
                                      <p:to>
                                        <p:strVal val="hidden"/>
                                      </p:to>
                                    </p:set>
                                  </p:childTnLst>
                                </p:cTn>
                              </p:par>
                              <p:par>
                                <p:cTn id="334" presetID="10" presetClass="exit" presetSubtype="0" fill="hold" grpId="1" nodeType="withEffect">
                                  <p:stCondLst>
                                    <p:cond delay="500"/>
                                  </p:stCondLst>
                                  <p:childTnLst>
                                    <p:animEffect transition="out" filter="fade">
                                      <p:cBhvr>
                                        <p:cTn id="335" dur="500"/>
                                        <p:tgtEl>
                                          <p:spTgt spid="97"/>
                                        </p:tgtEl>
                                      </p:cBhvr>
                                    </p:animEffect>
                                    <p:set>
                                      <p:cBhvr>
                                        <p:cTn id="336" dur="1" fill="hold">
                                          <p:stCondLst>
                                            <p:cond delay="499"/>
                                          </p:stCondLst>
                                        </p:cTn>
                                        <p:tgtEl>
                                          <p:spTgt spid="97"/>
                                        </p:tgtEl>
                                        <p:attrNameLst>
                                          <p:attrName>style.visibility</p:attrName>
                                        </p:attrNameLst>
                                      </p:cBhvr>
                                      <p:to>
                                        <p:strVal val="hidden"/>
                                      </p:to>
                                    </p:set>
                                  </p:childTnLst>
                                </p:cTn>
                              </p:par>
                            </p:childTnLst>
                          </p:cTn>
                        </p:par>
                      </p:childTnLst>
                    </p:cTn>
                  </p:par>
                  <p:par>
                    <p:cTn id="337" fill="hold">
                      <p:stCondLst>
                        <p:cond delay="indefinite"/>
                      </p:stCondLst>
                      <p:childTnLst>
                        <p:par>
                          <p:cTn id="338" fill="hold">
                            <p:stCondLst>
                              <p:cond delay="0"/>
                            </p:stCondLst>
                            <p:childTnLst>
                              <p:par>
                                <p:cTn id="339" presetID="63" presetClass="path" presetSubtype="0" accel="50000" decel="50000" fill="hold" nodeType="clickEffect">
                                  <p:stCondLst>
                                    <p:cond delay="0"/>
                                  </p:stCondLst>
                                  <p:childTnLst>
                                    <p:animMotion origin="layout" path="M 2.29167E-6 3.7037E-6 L 0.09036 0.00046 " pathEditMode="relative" rAng="0" ptsTypes="AA">
                                      <p:cBhvr>
                                        <p:cTn id="340" dur="2000" fill="hold"/>
                                        <p:tgtEl>
                                          <p:spTgt spid="118"/>
                                        </p:tgtEl>
                                        <p:attrNameLst>
                                          <p:attrName>ppt_x</p:attrName>
                                          <p:attrName>ppt_y</p:attrName>
                                        </p:attrNameLst>
                                      </p:cBhvr>
                                      <p:rCtr x="4518" y="23"/>
                                    </p:animMotion>
                                  </p:childTnLst>
                                </p:cTn>
                              </p:par>
                            </p:childTnLst>
                          </p:cTn>
                        </p:par>
                      </p:childTnLst>
                    </p:cTn>
                  </p:par>
                  <p:par>
                    <p:cTn id="341" fill="hold">
                      <p:stCondLst>
                        <p:cond delay="indefinite"/>
                      </p:stCondLst>
                      <p:childTnLst>
                        <p:par>
                          <p:cTn id="342" fill="hold">
                            <p:stCondLst>
                              <p:cond delay="0"/>
                            </p:stCondLst>
                            <p:childTnLst>
                              <p:par>
                                <p:cTn id="343" presetID="10" presetClass="exit" presetSubtype="0" fill="hold" grpId="1" nodeType="clickEffect">
                                  <p:stCondLst>
                                    <p:cond delay="0"/>
                                  </p:stCondLst>
                                  <p:childTnLst>
                                    <p:animEffect transition="out" filter="fade">
                                      <p:cBhvr>
                                        <p:cTn id="344" dur="500"/>
                                        <p:tgtEl>
                                          <p:spTgt spid="141"/>
                                        </p:tgtEl>
                                      </p:cBhvr>
                                    </p:animEffect>
                                    <p:set>
                                      <p:cBhvr>
                                        <p:cTn id="345" dur="1" fill="hold">
                                          <p:stCondLst>
                                            <p:cond delay="499"/>
                                          </p:stCondLst>
                                        </p:cTn>
                                        <p:tgtEl>
                                          <p:spTgt spid="141"/>
                                        </p:tgtEl>
                                        <p:attrNameLst>
                                          <p:attrName>style.visibility</p:attrName>
                                        </p:attrNameLst>
                                      </p:cBhvr>
                                      <p:to>
                                        <p:strVal val="hidden"/>
                                      </p:to>
                                    </p:set>
                                  </p:childTnLst>
                                </p:cTn>
                              </p:par>
                              <p:par>
                                <p:cTn id="346" presetID="47" presetClass="entr" presetSubtype="0" fill="hold" grpId="0" nodeType="withEffect">
                                  <p:stCondLst>
                                    <p:cond delay="0"/>
                                  </p:stCondLst>
                                  <p:childTnLst>
                                    <p:set>
                                      <p:cBhvr>
                                        <p:cTn id="347" dur="1" fill="hold">
                                          <p:stCondLst>
                                            <p:cond delay="0"/>
                                          </p:stCondLst>
                                        </p:cTn>
                                        <p:tgtEl>
                                          <p:spTgt spid="146"/>
                                        </p:tgtEl>
                                        <p:attrNameLst>
                                          <p:attrName>style.visibility</p:attrName>
                                        </p:attrNameLst>
                                      </p:cBhvr>
                                      <p:to>
                                        <p:strVal val="visible"/>
                                      </p:to>
                                    </p:set>
                                    <p:animEffect transition="in" filter="fade">
                                      <p:cBhvr>
                                        <p:cTn id="348" dur="1000"/>
                                        <p:tgtEl>
                                          <p:spTgt spid="146"/>
                                        </p:tgtEl>
                                      </p:cBhvr>
                                    </p:animEffect>
                                    <p:anim calcmode="lin" valueType="num">
                                      <p:cBhvr>
                                        <p:cTn id="349" dur="1000" fill="hold"/>
                                        <p:tgtEl>
                                          <p:spTgt spid="146"/>
                                        </p:tgtEl>
                                        <p:attrNameLst>
                                          <p:attrName>ppt_x</p:attrName>
                                        </p:attrNameLst>
                                      </p:cBhvr>
                                      <p:tavLst>
                                        <p:tav tm="0">
                                          <p:val>
                                            <p:strVal val="#ppt_x"/>
                                          </p:val>
                                        </p:tav>
                                        <p:tav tm="100000">
                                          <p:val>
                                            <p:strVal val="#ppt_x"/>
                                          </p:val>
                                        </p:tav>
                                      </p:tavLst>
                                    </p:anim>
                                    <p:anim calcmode="lin" valueType="num">
                                      <p:cBhvr>
                                        <p:cTn id="350" dur="1000" fill="hold"/>
                                        <p:tgtEl>
                                          <p:spTgt spid="146"/>
                                        </p:tgtEl>
                                        <p:attrNameLst>
                                          <p:attrName>ppt_y</p:attrName>
                                        </p:attrNameLst>
                                      </p:cBhvr>
                                      <p:tavLst>
                                        <p:tav tm="0">
                                          <p:val>
                                            <p:strVal val="#ppt_y-.1"/>
                                          </p:val>
                                        </p:tav>
                                        <p:tav tm="100000">
                                          <p:val>
                                            <p:strVal val="#ppt_y"/>
                                          </p:val>
                                        </p:tav>
                                      </p:tavLst>
                                    </p:anim>
                                  </p:childTnLst>
                                </p:cTn>
                              </p:par>
                              <p:par>
                                <p:cTn id="351" presetID="10" presetClass="exit" presetSubtype="0" fill="hold" grpId="1" nodeType="withEffect">
                                  <p:stCondLst>
                                    <p:cond delay="0"/>
                                  </p:stCondLst>
                                  <p:childTnLst>
                                    <p:animEffect transition="out" filter="fade">
                                      <p:cBhvr>
                                        <p:cTn id="352" dur="500"/>
                                        <p:tgtEl>
                                          <p:spTgt spid="142"/>
                                        </p:tgtEl>
                                      </p:cBhvr>
                                    </p:animEffect>
                                    <p:set>
                                      <p:cBhvr>
                                        <p:cTn id="353" dur="1" fill="hold">
                                          <p:stCondLst>
                                            <p:cond delay="499"/>
                                          </p:stCondLst>
                                        </p:cTn>
                                        <p:tgtEl>
                                          <p:spTgt spid="142"/>
                                        </p:tgtEl>
                                        <p:attrNameLst>
                                          <p:attrName>style.visibility</p:attrName>
                                        </p:attrNameLst>
                                      </p:cBhvr>
                                      <p:to>
                                        <p:strVal val="hidden"/>
                                      </p:to>
                                    </p:set>
                                  </p:childTnLst>
                                </p:cTn>
                              </p:par>
                              <p:par>
                                <p:cTn id="354" presetID="47" presetClass="entr" presetSubtype="0" fill="hold" grpId="0" nodeType="withEffect">
                                  <p:stCondLst>
                                    <p:cond delay="0"/>
                                  </p:stCondLst>
                                  <p:childTnLst>
                                    <p:set>
                                      <p:cBhvr>
                                        <p:cTn id="355" dur="1" fill="hold">
                                          <p:stCondLst>
                                            <p:cond delay="0"/>
                                          </p:stCondLst>
                                        </p:cTn>
                                        <p:tgtEl>
                                          <p:spTgt spid="149"/>
                                        </p:tgtEl>
                                        <p:attrNameLst>
                                          <p:attrName>style.visibility</p:attrName>
                                        </p:attrNameLst>
                                      </p:cBhvr>
                                      <p:to>
                                        <p:strVal val="visible"/>
                                      </p:to>
                                    </p:set>
                                    <p:animEffect transition="in" filter="fade">
                                      <p:cBhvr>
                                        <p:cTn id="356" dur="1000"/>
                                        <p:tgtEl>
                                          <p:spTgt spid="149"/>
                                        </p:tgtEl>
                                      </p:cBhvr>
                                    </p:animEffect>
                                    <p:anim calcmode="lin" valueType="num">
                                      <p:cBhvr>
                                        <p:cTn id="357" dur="1000" fill="hold"/>
                                        <p:tgtEl>
                                          <p:spTgt spid="149"/>
                                        </p:tgtEl>
                                        <p:attrNameLst>
                                          <p:attrName>ppt_x</p:attrName>
                                        </p:attrNameLst>
                                      </p:cBhvr>
                                      <p:tavLst>
                                        <p:tav tm="0">
                                          <p:val>
                                            <p:strVal val="#ppt_x"/>
                                          </p:val>
                                        </p:tav>
                                        <p:tav tm="100000">
                                          <p:val>
                                            <p:strVal val="#ppt_x"/>
                                          </p:val>
                                        </p:tav>
                                      </p:tavLst>
                                    </p:anim>
                                    <p:anim calcmode="lin" valueType="num">
                                      <p:cBhvr>
                                        <p:cTn id="358" dur="1000" fill="hold"/>
                                        <p:tgtEl>
                                          <p:spTgt spid="149"/>
                                        </p:tgtEl>
                                        <p:attrNameLst>
                                          <p:attrName>ppt_y</p:attrName>
                                        </p:attrNameLst>
                                      </p:cBhvr>
                                      <p:tavLst>
                                        <p:tav tm="0">
                                          <p:val>
                                            <p:strVal val="#ppt_y-.1"/>
                                          </p:val>
                                        </p:tav>
                                        <p:tav tm="100000">
                                          <p:val>
                                            <p:strVal val="#ppt_y"/>
                                          </p:val>
                                        </p:tav>
                                      </p:tavLst>
                                    </p:anim>
                                  </p:childTnLst>
                                </p:cTn>
                              </p:par>
                            </p:childTnLst>
                          </p:cTn>
                        </p:par>
                      </p:childTnLst>
                    </p:cTn>
                  </p:par>
                  <p:par>
                    <p:cTn id="359" fill="hold">
                      <p:stCondLst>
                        <p:cond delay="indefinite"/>
                      </p:stCondLst>
                      <p:childTnLst>
                        <p:par>
                          <p:cTn id="360" fill="hold">
                            <p:stCondLst>
                              <p:cond delay="0"/>
                            </p:stCondLst>
                            <p:childTnLst>
                              <p:par>
                                <p:cTn id="361" presetID="31" presetClass="entr" presetSubtype="0" fill="hold" grpId="0" nodeType="clickEffect">
                                  <p:stCondLst>
                                    <p:cond delay="0"/>
                                  </p:stCondLst>
                                  <p:childTnLst>
                                    <p:set>
                                      <p:cBhvr>
                                        <p:cTn id="362" dur="1" fill="hold">
                                          <p:stCondLst>
                                            <p:cond delay="0"/>
                                          </p:stCondLst>
                                        </p:cTn>
                                        <p:tgtEl>
                                          <p:spTgt spid="176"/>
                                        </p:tgtEl>
                                        <p:attrNameLst>
                                          <p:attrName>style.visibility</p:attrName>
                                        </p:attrNameLst>
                                      </p:cBhvr>
                                      <p:to>
                                        <p:strVal val="visible"/>
                                      </p:to>
                                    </p:set>
                                    <p:anim calcmode="lin" valueType="num">
                                      <p:cBhvr>
                                        <p:cTn id="363" dur="1000" fill="hold"/>
                                        <p:tgtEl>
                                          <p:spTgt spid="176"/>
                                        </p:tgtEl>
                                        <p:attrNameLst>
                                          <p:attrName>ppt_w</p:attrName>
                                        </p:attrNameLst>
                                      </p:cBhvr>
                                      <p:tavLst>
                                        <p:tav tm="0">
                                          <p:val>
                                            <p:fltVal val="0"/>
                                          </p:val>
                                        </p:tav>
                                        <p:tav tm="100000">
                                          <p:val>
                                            <p:strVal val="#ppt_w"/>
                                          </p:val>
                                        </p:tav>
                                      </p:tavLst>
                                    </p:anim>
                                    <p:anim calcmode="lin" valueType="num">
                                      <p:cBhvr>
                                        <p:cTn id="364" dur="1000" fill="hold"/>
                                        <p:tgtEl>
                                          <p:spTgt spid="176"/>
                                        </p:tgtEl>
                                        <p:attrNameLst>
                                          <p:attrName>ppt_h</p:attrName>
                                        </p:attrNameLst>
                                      </p:cBhvr>
                                      <p:tavLst>
                                        <p:tav tm="0">
                                          <p:val>
                                            <p:fltVal val="0"/>
                                          </p:val>
                                        </p:tav>
                                        <p:tav tm="100000">
                                          <p:val>
                                            <p:strVal val="#ppt_h"/>
                                          </p:val>
                                        </p:tav>
                                      </p:tavLst>
                                    </p:anim>
                                    <p:anim calcmode="lin" valueType="num">
                                      <p:cBhvr>
                                        <p:cTn id="365" dur="1000" fill="hold"/>
                                        <p:tgtEl>
                                          <p:spTgt spid="176"/>
                                        </p:tgtEl>
                                        <p:attrNameLst>
                                          <p:attrName>style.rotation</p:attrName>
                                        </p:attrNameLst>
                                      </p:cBhvr>
                                      <p:tavLst>
                                        <p:tav tm="0">
                                          <p:val>
                                            <p:fltVal val="90"/>
                                          </p:val>
                                        </p:tav>
                                        <p:tav tm="100000">
                                          <p:val>
                                            <p:fltVal val="0"/>
                                          </p:val>
                                        </p:tav>
                                      </p:tavLst>
                                    </p:anim>
                                    <p:animEffect transition="in" filter="fade">
                                      <p:cBhvr>
                                        <p:cTn id="366" dur="1000"/>
                                        <p:tgtEl>
                                          <p:spTgt spid="176"/>
                                        </p:tgtEl>
                                      </p:cBhvr>
                                    </p:animEffect>
                                  </p:childTnLst>
                                </p:cTn>
                              </p:par>
                              <p:par>
                                <p:cTn id="367" presetID="1" presetClass="entr" presetSubtype="0" fill="hold" grpId="0" nodeType="withEffect">
                                  <p:stCondLst>
                                    <p:cond delay="0"/>
                                  </p:stCondLst>
                                  <p:childTnLst>
                                    <p:set>
                                      <p:cBhvr>
                                        <p:cTn id="368" dur="1" fill="hold">
                                          <p:stCondLst>
                                            <p:cond delay="0"/>
                                          </p:stCondLst>
                                        </p:cTn>
                                        <p:tgtEl>
                                          <p:spTgt spid="177"/>
                                        </p:tgtEl>
                                        <p:attrNameLst>
                                          <p:attrName>style.visibility</p:attrName>
                                        </p:attrNameLst>
                                      </p:cBhvr>
                                      <p:to>
                                        <p:strVal val="visible"/>
                                      </p:to>
                                    </p:set>
                                  </p:childTnLst>
                                </p:cTn>
                              </p:par>
                            </p:childTnLst>
                          </p:cTn>
                        </p:par>
                        <p:par>
                          <p:cTn id="369" fill="hold">
                            <p:stCondLst>
                              <p:cond delay="1000"/>
                            </p:stCondLst>
                            <p:childTnLst>
                              <p:par>
                                <p:cTn id="370" presetID="63" presetClass="path" presetSubtype="0" accel="50000" decel="50000" fill="hold" grpId="1" nodeType="afterEffect">
                                  <p:stCondLst>
                                    <p:cond delay="0"/>
                                  </p:stCondLst>
                                  <p:childTnLst>
                                    <p:animMotion origin="layout" path="M 4.58333E-6 -2.59259E-6 L 0.21302 0.18912 " pathEditMode="relative" rAng="0" ptsTypes="AA">
                                      <p:cBhvr>
                                        <p:cTn id="371" dur="1000" fill="hold"/>
                                        <p:tgtEl>
                                          <p:spTgt spid="176"/>
                                        </p:tgtEl>
                                        <p:attrNameLst>
                                          <p:attrName>ppt_x</p:attrName>
                                          <p:attrName>ppt_y</p:attrName>
                                        </p:attrNameLst>
                                      </p:cBhvr>
                                      <p:rCtr x="10651" y="9444"/>
                                    </p:animMotion>
                                  </p:childTnLst>
                                </p:cTn>
                              </p:par>
                              <p:par>
                                <p:cTn id="372" presetID="63" presetClass="path" presetSubtype="0" accel="50000" decel="50000" fill="hold" grpId="1" nodeType="withEffect">
                                  <p:stCondLst>
                                    <p:cond delay="0"/>
                                  </p:stCondLst>
                                  <p:childTnLst>
                                    <p:animMotion origin="layout" path="M 4.79167E-6 4.44444E-6 L 0.26028 0.09768 " pathEditMode="relative" rAng="0" ptsTypes="AA">
                                      <p:cBhvr>
                                        <p:cTn id="373" dur="1000" fill="hold"/>
                                        <p:tgtEl>
                                          <p:spTgt spid="177"/>
                                        </p:tgtEl>
                                        <p:attrNameLst>
                                          <p:attrName>ppt_x</p:attrName>
                                          <p:attrName>ppt_y</p:attrName>
                                        </p:attrNameLst>
                                      </p:cBhvr>
                                      <p:rCtr x="13008" y="4884"/>
                                    </p:animMotion>
                                  </p:childTnLst>
                                </p:cTn>
                              </p:par>
                              <p:par>
                                <p:cTn id="374" presetID="10" presetClass="exit" presetSubtype="0" fill="hold" grpId="1" nodeType="withEffect">
                                  <p:stCondLst>
                                    <p:cond delay="500"/>
                                  </p:stCondLst>
                                  <p:childTnLst>
                                    <p:animEffect transition="out" filter="fade">
                                      <p:cBhvr>
                                        <p:cTn id="375" dur="500"/>
                                        <p:tgtEl>
                                          <p:spTgt spid="114"/>
                                        </p:tgtEl>
                                      </p:cBhvr>
                                    </p:animEffect>
                                    <p:set>
                                      <p:cBhvr>
                                        <p:cTn id="376" dur="1" fill="hold">
                                          <p:stCondLst>
                                            <p:cond delay="499"/>
                                          </p:stCondLst>
                                        </p:cTn>
                                        <p:tgtEl>
                                          <p:spTgt spid="114"/>
                                        </p:tgtEl>
                                        <p:attrNameLst>
                                          <p:attrName>style.visibility</p:attrName>
                                        </p:attrNameLst>
                                      </p:cBhvr>
                                      <p:to>
                                        <p:strVal val="hidden"/>
                                      </p:to>
                                    </p:set>
                                  </p:childTnLst>
                                </p:cTn>
                              </p:par>
                              <p:par>
                                <p:cTn id="377" presetID="10" presetClass="exit" presetSubtype="0" fill="hold" grpId="1" nodeType="withEffect">
                                  <p:stCondLst>
                                    <p:cond delay="500"/>
                                  </p:stCondLst>
                                  <p:childTnLst>
                                    <p:animEffect transition="out" filter="fade">
                                      <p:cBhvr>
                                        <p:cTn id="378" dur="500"/>
                                        <p:tgtEl>
                                          <p:spTgt spid="106"/>
                                        </p:tgtEl>
                                      </p:cBhvr>
                                    </p:animEffect>
                                    <p:set>
                                      <p:cBhvr>
                                        <p:cTn id="379" dur="1" fill="hold">
                                          <p:stCondLst>
                                            <p:cond delay="499"/>
                                          </p:stCondLst>
                                        </p:cTn>
                                        <p:tgtEl>
                                          <p:spTgt spid="106"/>
                                        </p:tgtEl>
                                        <p:attrNameLst>
                                          <p:attrName>style.visibility</p:attrName>
                                        </p:attrNameLst>
                                      </p:cBhvr>
                                      <p:to>
                                        <p:strVal val="hidden"/>
                                      </p:to>
                                    </p:set>
                                  </p:childTnLst>
                                </p:cTn>
                              </p:par>
                            </p:childTnLst>
                          </p:cTn>
                        </p:par>
                      </p:childTnLst>
                    </p:cTn>
                  </p:par>
                  <p:par>
                    <p:cTn id="380" fill="hold">
                      <p:stCondLst>
                        <p:cond delay="indefinite"/>
                      </p:stCondLst>
                      <p:childTnLst>
                        <p:par>
                          <p:cTn id="381" fill="hold">
                            <p:stCondLst>
                              <p:cond delay="0"/>
                            </p:stCondLst>
                            <p:childTnLst>
                              <p:par>
                                <p:cTn id="382" presetID="63" presetClass="path" presetSubtype="0" accel="50000" decel="50000" fill="hold" nodeType="clickEffect">
                                  <p:stCondLst>
                                    <p:cond delay="0"/>
                                  </p:stCondLst>
                                  <p:childTnLst>
                                    <p:animMotion origin="layout" path="M 0.09036 0.00046 L 0.18112 0.00069 " pathEditMode="relative" rAng="0" ptsTypes="AA">
                                      <p:cBhvr>
                                        <p:cTn id="383" dur="2000" fill="hold"/>
                                        <p:tgtEl>
                                          <p:spTgt spid="118"/>
                                        </p:tgtEl>
                                        <p:attrNameLst>
                                          <p:attrName>ppt_x</p:attrName>
                                          <p:attrName>ppt_y</p:attrName>
                                        </p:attrNameLst>
                                      </p:cBhvr>
                                      <p:rCtr x="4531" y="0"/>
                                    </p:animMotion>
                                  </p:childTnLst>
                                </p:cTn>
                              </p:par>
                            </p:childTnLst>
                          </p:cTn>
                        </p:par>
                      </p:childTnLst>
                    </p:cTn>
                  </p:par>
                  <p:par>
                    <p:cTn id="384" fill="hold">
                      <p:stCondLst>
                        <p:cond delay="indefinite"/>
                      </p:stCondLst>
                      <p:childTnLst>
                        <p:par>
                          <p:cTn id="385" fill="hold">
                            <p:stCondLst>
                              <p:cond delay="0"/>
                            </p:stCondLst>
                            <p:childTnLst>
                              <p:par>
                                <p:cTn id="386" presetID="10" presetClass="exit" presetSubtype="0" fill="hold" grpId="2" nodeType="clickEffect">
                                  <p:stCondLst>
                                    <p:cond delay="0"/>
                                  </p:stCondLst>
                                  <p:childTnLst>
                                    <p:animEffect transition="out" filter="fade">
                                      <p:cBhvr>
                                        <p:cTn id="387" dur="500"/>
                                        <p:tgtEl>
                                          <p:spTgt spid="146"/>
                                        </p:tgtEl>
                                      </p:cBhvr>
                                    </p:animEffect>
                                    <p:set>
                                      <p:cBhvr>
                                        <p:cTn id="388" dur="1" fill="hold">
                                          <p:stCondLst>
                                            <p:cond delay="499"/>
                                          </p:stCondLst>
                                        </p:cTn>
                                        <p:tgtEl>
                                          <p:spTgt spid="146"/>
                                        </p:tgtEl>
                                        <p:attrNameLst>
                                          <p:attrName>style.visibility</p:attrName>
                                        </p:attrNameLst>
                                      </p:cBhvr>
                                      <p:to>
                                        <p:strVal val="hidden"/>
                                      </p:to>
                                    </p:set>
                                  </p:childTnLst>
                                </p:cTn>
                              </p:par>
                              <p:par>
                                <p:cTn id="389" presetID="47" presetClass="entr" presetSubtype="0" fill="hold" grpId="0" nodeType="withEffect">
                                  <p:stCondLst>
                                    <p:cond delay="0"/>
                                  </p:stCondLst>
                                  <p:childTnLst>
                                    <p:set>
                                      <p:cBhvr>
                                        <p:cTn id="390" dur="1" fill="hold">
                                          <p:stCondLst>
                                            <p:cond delay="0"/>
                                          </p:stCondLst>
                                        </p:cTn>
                                        <p:tgtEl>
                                          <p:spTgt spid="150"/>
                                        </p:tgtEl>
                                        <p:attrNameLst>
                                          <p:attrName>style.visibility</p:attrName>
                                        </p:attrNameLst>
                                      </p:cBhvr>
                                      <p:to>
                                        <p:strVal val="visible"/>
                                      </p:to>
                                    </p:set>
                                    <p:animEffect transition="in" filter="fade">
                                      <p:cBhvr>
                                        <p:cTn id="391" dur="1000"/>
                                        <p:tgtEl>
                                          <p:spTgt spid="150"/>
                                        </p:tgtEl>
                                      </p:cBhvr>
                                    </p:animEffect>
                                    <p:anim calcmode="lin" valueType="num">
                                      <p:cBhvr>
                                        <p:cTn id="392" dur="1000" fill="hold"/>
                                        <p:tgtEl>
                                          <p:spTgt spid="150"/>
                                        </p:tgtEl>
                                        <p:attrNameLst>
                                          <p:attrName>ppt_x</p:attrName>
                                        </p:attrNameLst>
                                      </p:cBhvr>
                                      <p:tavLst>
                                        <p:tav tm="0">
                                          <p:val>
                                            <p:strVal val="#ppt_x"/>
                                          </p:val>
                                        </p:tav>
                                        <p:tav tm="100000">
                                          <p:val>
                                            <p:strVal val="#ppt_x"/>
                                          </p:val>
                                        </p:tav>
                                      </p:tavLst>
                                    </p:anim>
                                    <p:anim calcmode="lin" valueType="num">
                                      <p:cBhvr>
                                        <p:cTn id="393" dur="1000" fill="hold"/>
                                        <p:tgtEl>
                                          <p:spTgt spid="150"/>
                                        </p:tgtEl>
                                        <p:attrNameLst>
                                          <p:attrName>ppt_y</p:attrName>
                                        </p:attrNameLst>
                                      </p:cBhvr>
                                      <p:tavLst>
                                        <p:tav tm="0">
                                          <p:val>
                                            <p:strVal val="#ppt_y-.1"/>
                                          </p:val>
                                        </p:tav>
                                        <p:tav tm="100000">
                                          <p:val>
                                            <p:strVal val="#ppt_y"/>
                                          </p:val>
                                        </p:tav>
                                      </p:tavLst>
                                    </p:anim>
                                  </p:childTnLst>
                                </p:cTn>
                              </p:par>
                              <p:par>
                                <p:cTn id="394" presetID="10" presetClass="exit" presetSubtype="0" fill="hold" grpId="1" nodeType="withEffect">
                                  <p:stCondLst>
                                    <p:cond delay="0"/>
                                  </p:stCondLst>
                                  <p:childTnLst>
                                    <p:animEffect transition="out" filter="fade">
                                      <p:cBhvr>
                                        <p:cTn id="395" dur="500"/>
                                        <p:tgtEl>
                                          <p:spTgt spid="149"/>
                                        </p:tgtEl>
                                      </p:cBhvr>
                                    </p:animEffect>
                                    <p:set>
                                      <p:cBhvr>
                                        <p:cTn id="396" dur="1" fill="hold">
                                          <p:stCondLst>
                                            <p:cond delay="499"/>
                                          </p:stCondLst>
                                        </p:cTn>
                                        <p:tgtEl>
                                          <p:spTgt spid="149"/>
                                        </p:tgtEl>
                                        <p:attrNameLst>
                                          <p:attrName>style.visibility</p:attrName>
                                        </p:attrNameLst>
                                      </p:cBhvr>
                                      <p:to>
                                        <p:strVal val="hidden"/>
                                      </p:to>
                                    </p:set>
                                  </p:childTnLst>
                                </p:cTn>
                              </p:par>
                              <p:par>
                                <p:cTn id="397" presetID="47" presetClass="entr" presetSubtype="0" fill="hold" grpId="0" nodeType="withEffect">
                                  <p:stCondLst>
                                    <p:cond delay="0"/>
                                  </p:stCondLst>
                                  <p:childTnLst>
                                    <p:set>
                                      <p:cBhvr>
                                        <p:cTn id="398" dur="1" fill="hold">
                                          <p:stCondLst>
                                            <p:cond delay="0"/>
                                          </p:stCondLst>
                                        </p:cTn>
                                        <p:tgtEl>
                                          <p:spTgt spid="147"/>
                                        </p:tgtEl>
                                        <p:attrNameLst>
                                          <p:attrName>style.visibility</p:attrName>
                                        </p:attrNameLst>
                                      </p:cBhvr>
                                      <p:to>
                                        <p:strVal val="visible"/>
                                      </p:to>
                                    </p:set>
                                    <p:animEffect transition="in" filter="fade">
                                      <p:cBhvr>
                                        <p:cTn id="399" dur="1000"/>
                                        <p:tgtEl>
                                          <p:spTgt spid="147"/>
                                        </p:tgtEl>
                                      </p:cBhvr>
                                    </p:animEffect>
                                    <p:anim calcmode="lin" valueType="num">
                                      <p:cBhvr>
                                        <p:cTn id="400" dur="1000" fill="hold"/>
                                        <p:tgtEl>
                                          <p:spTgt spid="147"/>
                                        </p:tgtEl>
                                        <p:attrNameLst>
                                          <p:attrName>ppt_x</p:attrName>
                                        </p:attrNameLst>
                                      </p:cBhvr>
                                      <p:tavLst>
                                        <p:tav tm="0">
                                          <p:val>
                                            <p:strVal val="#ppt_x"/>
                                          </p:val>
                                        </p:tav>
                                        <p:tav tm="100000">
                                          <p:val>
                                            <p:strVal val="#ppt_x"/>
                                          </p:val>
                                        </p:tav>
                                      </p:tavLst>
                                    </p:anim>
                                    <p:anim calcmode="lin" valueType="num">
                                      <p:cBhvr>
                                        <p:cTn id="401" dur="1000" fill="hold"/>
                                        <p:tgtEl>
                                          <p:spTgt spid="147"/>
                                        </p:tgtEl>
                                        <p:attrNameLst>
                                          <p:attrName>ppt_y</p:attrName>
                                        </p:attrNameLst>
                                      </p:cBhvr>
                                      <p:tavLst>
                                        <p:tav tm="0">
                                          <p:val>
                                            <p:strVal val="#ppt_y-.1"/>
                                          </p:val>
                                        </p:tav>
                                        <p:tav tm="100000">
                                          <p:val>
                                            <p:strVal val="#ppt_y"/>
                                          </p:val>
                                        </p:tav>
                                      </p:tavLst>
                                    </p:anim>
                                  </p:childTnLst>
                                </p:cTn>
                              </p:par>
                            </p:childTnLst>
                          </p:cTn>
                        </p:par>
                      </p:childTnLst>
                    </p:cTn>
                  </p:par>
                  <p:par>
                    <p:cTn id="402" fill="hold">
                      <p:stCondLst>
                        <p:cond delay="indefinite"/>
                      </p:stCondLst>
                      <p:childTnLst>
                        <p:par>
                          <p:cTn id="403" fill="hold">
                            <p:stCondLst>
                              <p:cond delay="0"/>
                            </p:stCondLst>
                            <p:childTnLst>
                              <p:par>
                                <p:cTn id="404" presetID="31" presetClass="entr" presetSubtype="0" fill="hold" grpId="0" nodeType="clickEffect">
                                  <p:stCondLst>
                                    <p:cond delay="0"/>
                                  </p:stCondLst>
                                  <p:childTnLst>
                                    <p:set>
                                      <p:cBhvr>
                                        <p:cTn id="405" dur="1" fill="hold">
                                          <p:stCondLst>
                                            <p:cond delay="0"/>
                                          </p:stCondLst>
                                        </p:cTn>
                                        <p:tgtEl>
                                          <p:spTgt spid="178"/>
                                        </p:tgtEl>
                                        <p:attrNameLst>
                                          <p:attrName>style.visibility</p:attrName>
                                        </p:attrNameLst>
                                      </p:cBhvr>
                                      <p:to>
                                        <p:strVal val="visible"/>
                                      </p:to>
                                    </p:set>
                                    <p:anim calcmode="lin" valueType="num">
                                      <p:cBhvr>
                                        <p:cTn id="406" dur="1000" fill="hold"/>
                                        <p:tgtEl>
                                          <p:spTgt spid="178"/>
                                        </p:tgtEl>
                                        <p:attrNameLst>
                                          <p:attrName>ppt_w</p:attrName>
                                        </p:attrNameLst>
                                      </p:cBhvr>
                                      <p:tavLst>
                                        <p:tav tm="0">
                                          <p:val>
                                            <p:fltVal val="0"/>
                                          </p:val>
                                        </p:tav>
                                        <p:tav tm="100000">
                                          <p:val>
                                            <p:strVal val="#ppt_w"/>
                                          </p:val>
                                        </p:tav>
                                      </p:tavLst>
                                    </p:anim>
                                    <p:anim calcmode="lin" valueType="num">
                                      <p:cBhvr>
                                        <p:cTn id="407" dur="1000" fill="hold"/>
                                        <p:tgtEl>
                                          <p:spTgt spid="178"/>
                                        </p:tgtEl>
                                        <p:attrNameLst>
                                          <p:attrName>ppt_h</p:attrName>
                                        </p:attrNameLst>
                                      </p:cBhvr>
                                      <p:tavLst>
                                        <p:tav tm="0">
                                          <p:val>
                                            <p:fltVal val="0"/>
                                          </p:val>
                                        </p:tav>
                                        <p:tav tm="100000">
                                          <p:val>
                                            <p:strVal val="#ppt_h"/>
                                          </p:val>
                                        </p:tav>
                                      </p:tavLst>
                                    </p:anim>
                                    <p:anim calcmode="lin" valueType="num">
                                      <p:cBhvr>
                                        <p:cTn id="408" dur="1000" fill="hold"/>
                                        <p:tgtEl>
                                          <p:spTgt spid="178"/>
                                        </p:tgtEl>
                                        <p:attrNameLst>
                                          <p:attrName>style.rotation</p:attrName>
                                        </p:attrNameLst>
                                      </p:cBhvr>
                                      <p:tavLst>
                                        <p:tav tm="0">
                                          <p:val>
                                            <p:fltVal val="90"/>
                                          </p:val>
                                        </p:tav>
                                        <p:tav tm="100000">
                                          <p:val>
                                            <p:fltVal val="0"/>
                                          </p:val>
                                        </p:tav>
                                      </p:tavLst>
                                    </p:anim>
                                    <p:animEffect transition="in" filter="fade">
                                      <p:cBhvr>
                                        <p:cTn id="409" dur="1000"/>
                                        <p:tgtEl>
                                          <p:spTgt spid="178"/>
                                        </p:tgtEl>
                                      </p:cBhvr>
                                    </p:animEffect>
                                  </p:childTnLst>
                                </p:cTn>
                              </p:par>
                              <p:par>
                                <p:cTn id="410" presetID="1" presetClass="entr" presetSubtype="0" fill="hold" grpId="0" nodeType="withEffect">
                                  <p:stCondLst>
                                    <p:cond delay="0"/>
                                  </p:stCondLst>
                                  <p:childTnLst>
                                    <p:set>
                                      <p:cBhvr>
                                        <p:cTn id="411" dur="1" fill="hold">
                                          <p:stCondLst>
                                            <p:cond delay="0"/>
                                          </p:stCondLst>
                                        </p:cTn>
                                        <p:tgtEl>
                                          <p:spTgt spid="179"/>
                                        </p:tgtEl>
                                        <p:attrNameLst>
                                          <p:attrName>style.visibility</p:attrName>
                                        </p:attrNameLst>
                                      </p:cBhvr>
                                      <p:to>
                                        <p:strVal val="visible"/>
                                      </p:to>
                                    </p:set>
                                  </p:childTnLst>
                                </p:cTn>
                              </p:par>
                            </p:childTnLst>
                          </p:cTn>
                        </p:par>
                        <p:par>
                          <p:cTn id="412" fill="hold">
                            <p:stCondLst>
                              <p:cond delay="1000"/>
                            </p:stCondLst>
                            <p:childTnLst>
                              <p:par>
                                <p:cTn id="413" presetID="63" presetClass="path" presetSubtype="0" accel="50000" decel="50000" fill="hold" grpId="1" nodeType="afterEffect">
                                  <p:stCondLst>
                                    <p:cond delay="0"/>
                                  </p:stCondLst>
                                  <p:childTnLst>
                                    <p:animMotion origin="layout" path="M 1.25E-6 1.11111E-6 L 0.27279 0.09745 " pathEditMode="relative" rAng="0" ptsTypes="AA">
                                      <p:cBhvr>
                                        <p:cTn id="414" dur="1000" fill="hold"/>
                                        <p:tgtEl>
                                          <p:spTgt spid="178"/>
                                        </p:tgtEl>
                                        <p:attrNameLst>
                                          <p:attrName>ppt_x</p:attrName>
                                          <p:attrName>ppt_y</p:attrName>
                                        </p:attrNameLst>
                                      </p:cBhvr>
                                      <p:rCtr x="13633" y="4861"/>
                                    </p:animMotion>
                                  </p:childTnLst>
                                </p:cTn>
                              </p:par>
                              <p:par>
                                <p:cTn id="415" presetID="63" presetClass="path" presetSubtype="0" accel="50000" decel="50000" fill="hold" grpId="1" nodeType="withEffect">
                                  <p:stCondLst>
                                    <p:cond delay="0"/>
                                  </p:stCondLst>
                                  <p:childTnLst>
                                    <p:animMotion origin="layout" path="M 1.25E-6 1.11111E-6 L 0.24909 0.14167 " pathEditMode="relative" rAng="0" ptsTypes="AA">
                                      <p:cBhvr>
                                        <p:cTn id="416" dur="1000" fill="hold"/>
                                        <p:tgtEl>
                                          <p:spTgt spid="179"/>
                                        </p:tgtEl>
                                        <p:attrNameLst>
                                          <p:attrName>ppt_x</p:attrName>
                                          <p:attrName>ppt_y</p:attrName>
                                        </p:attrNameLst>
                                      </p:cBhvr>
                                      <p:rCtr x="12448" y="7083"/>
                                    </p:animMotion>
                                  </p:childTnLst>
                                </p:cTn>
                              </p:par>
                              <p:par>
                                <p:cTn id="417" presetID="10" presetClass="exit" presetSubtype="0" fill="hold" grpId="1" nodeType="withEffect">
                                  <p:stCondLst>
                                    <p:cond delay="500"/>
                                  </p:stCondLst>
                                  <p:childTnLst>
                                    <p:animEffect transition="out" filter="fade">
                                      <p:cBhvr>
                                        <p:cTn id="418" dur="500"/>
                                        <p:tgtEl>
                                          <p:spTgt spid="109"/>
                                        </p:tgtEl>
                                      </p:cBhvr>
                                    </p:animEffect>
                                    <p:set>
                                      <p:cBhvr>
                                        <p:cTn id="419" dur="1" fill="hold">
                                          <p:stCondLst>
                                            <p:cond delay="499"/>
                                          </p:stCondLst>
                                        </p:cTn>
                                        <p:tgtEl>
                                          <p:spTgt spid="109"/>
                                        </p:tgtEl>
                                        <p:attrNameLst>
                                          <p:attrName>style.visibility</p:attrName>
                                        </p:attrNameLst>
                                      </p:cBhvr>
                                      <p:to>
                                        <p:strVal val="hidden"/>
                                      </p:to>
                                    </p:set>
                                  </p:childTnLst>
                                </p:cTn>
                              </p:par>
                              <p:par>
                                <p:cTn id="420" presetID="10" presetClass="exit" presetSubtype="0" fill="hold" grpId="1" nodeType="withEffect">
                                  <p:stCondLst>
                                    <p:cond delay="500"/>
                                  </p:stCondLst>
                                  <p:childTnLst>
                                    <p:animEffect transition="out" filter="fade">
                                      <p:cBhvr>
                                        <p:cTn id="421" dur="500"/>
                                        <p:tgtEl>
                                          <p:spTgt spid="105"/>
                                        </p:tgtEl>
                                      </p:cBhvr>
                                    </p:animEffect>
                                    <p:set>
                                      <p:cBhvr>
                                        <p:cTn id="422" dur="1" fill="hold">
                                          <p:stCondLst>
                                            <p:cond delay="499"/>
                                          </p:stCondLst>
                                        </p:cTn>
                                        <p:tgtEl>
                                          <p:spTgt spid="105"/>
                                        </p:tgtEl>
                                        <p:attrNameLst>
                                          <p:attrName>style.visibility</p:attrName>
                                        </p:attrNameLst>
                                      </p:cBhvr>
                                      <p:to>
                                        <p:strVal val="hidden"/>
                                      </p:to>
                                    </p:set>
                                  </p:childTnLst>
                                </p:cTn>
                              </p:par>
                            </p:childTnLst>
                          </p:cTn>
                        </p:par>
                      </p:childTnLst>
                    </p:cTn>
                  </p:par>
                  <p:par>
                    <p:cTn id="423" fill="hold">
                      <p:stCondLst>
                        <p:cond delay="indefinite"/>
                      </p:stCondLst>
                      <p:childTnLst>
                        <p:par>
                          <p:cTn id="424" fill="hold">
                            <p:stCondLst>
                              <p:cond delay="0"/>
                            </p:stCondLst>
                            <p:childTnLst>
                              <p:par>
                                <p:cTn id="425" presetID="35" presetClass="path" presetSubtype="0" accel="50000" decel="50000" fill="hold" nodeType="clickEffect">
                                  <p:stCondLst>
                                    <p:cond delay="0"/>
                                  </p:stCondLst>
                                  <p:childTnLst>
                                    <p:animMotion origin="layout" path="M 0.18112 0.00069 L 0.00013 0.04027 " pathEditMode="relative" rAng="0" ptsTypes="AA">
                                      <p:cBhvr>
                                        <p:cTn id="426" dur="2000" fill="hold"/>
                                        <p:tgtEl>
                                          <p:spTgt spid="118"/>
                                        </p:tgtEl>
                                        <p:attrNameLst>
                                          <p:attrName>ppt_x</p:attrName>
                                          <p:attrName>ppt_y</p:attrName>
                                        </p:attrNameLst>
                                      </p:cBhvr>
                                      <p:rCtr x="-9049" y="1968"/>
                                    </p:animMotion>
                                  </p:childTnLst>
                                </p:cTn>
                              </p:par>
                            </p:childTnLst>
                          </p:cTn>
                        </p:par>
                      </p:childTnLst>
                    </p:cTn>
                  </p:par>
                  <p:par>
                    <p:cTn id="427" fill="hold">
                      <p:stCondLst>
                        <p:cond delay="indefinite"/>
                      </p:stCondLst>
                      <p:childTnLst>
                        <p:par>
                          <p:cTn id="428" fill="hold">
                            <p:stCondLst>
                              <p:cond delay="0"/>
                            </p:stCondLst>
                            <p:childTnLst>
                              <p:par>
                                <p:cTn id="429" presetID="10" presetClass="exit" presetSubtype="0" fill="hold" grpId="1" nodeType="clickEffect">
                                  <p:stCondLst>
                                    <p:cond delay="0"/>
                                  </p:stCondLst>
                                  <p:childTnLst>
                                    <p:animEffect transition="out" filter="fade">
                                      <p:cBhvr>
                                        <p:cTn id="430" dur="500"/>
                                        <p:tgtEl>
                                          <p:spTgt spid="150"/>
                                        </p:tgtEl>
                                      </p:cBhvr>
                                    </p:animEffect>
                                    <p:set>
                                      <p:cBhvr>
                                        <p:cTn id="431" dur="1" fill="hold">
                                          <p:stCondLst>
                                            <p:cond delay="499"/>
                                          </p:stCondLst>
                                        </p:cTn>
                                        <p:tgtEl>
                                          <p:spTgt spid="150"/>
                                        </p:tgtEl>
                                        <p:attrNameLst>
                                          <p:attrName>style.visibility</p:attrName>
                                        </p:attrNameLst>
                                      </p:cBhvr>
                                      <p:to>
                                        <p:strVal val="hidden"/>
                                      </p:to>
                                    </p:set>
                                  </p:childTnLst>
                                </p:cTn>
                              </p:par>
                              <p:par>
                                <p:cTn id="432" presetID="47" presetClass="entr" presetSubtype="0" fill="hold" grpId="0" nodeType="withEffect">
                                  <p:stCondLst>
                                    <p:cond delay="0"/>
                                  </p:stCondLst>
                                  <p:childTnLst>
                                    <p:set>
                                      <p:cBhvr>
                                        <p:cTn id="433" dur="1" fill="hold">
                                          <p:stCondLst>
                                            <p:cond delay="0"/>
                                          </p:stCondLst>
                                        </p:cTn>
                                        <p:tgtEl>
                                          <p:spTgt spid="143"/>
                                        </p:tgtEl>
                                        <p:attrNameLst>
                                          <p:attrName>style.visibility</p:attrName>
                                        </p:attrNameLst>
                                      </p:cBhvr>
                                      <p:to>
                                        <p:strVal val="visible"/>
                                      </p:to>
                                    </p:set>
                                    <p:animEffect transition="in" filter="fade">
                                      <p:cBhvr>
                                        <p:cTn id="434" dur="1000"/>
                                        <p:tgtEl>
                                          <p:spTgt spid="143"/>
                                        </p:tgtEl>
                                      </p:cBhvr>
                                    </p:animEffect>
                                    <p:anim calcmode="lin" valueType="num">
                                      <p:cBhvr>
                                        <p:cTn id="435" dur="1000" fill="hold"/>
                                        <p:tgtEl>
                                          <p:spTgt spid="143"/>
                                        </p:tgtEl>
                                        <p:attrNameLst>
                                          <p:attrName>ppt_x</p:attrName>
                                        </p:attrNameLst>
                                      </p:cBhvr>
                                      <p:tavLst>
                                        <p:tav tm="0">
                                          <p:val>
                                            <p:strVal val="#ppt_x"/>
                                          </p:val>
                                        </p:tav>
                                        <p:tav tm="100000">
                                          <p:val>
                                            <p:strVal val="#ppt_x"/>
                                          </p:val>
                                        </p:tav>
                                      </p:tavLst>
                                    </p:anim>
                                    <p:anim calcmode="lin" valueType="num">
                                      <p:cBhvr>
                                        <p:cTn id="436" dur="1000" fill="hold"/>
                                        <p:tgtEl>
                                          <p:spTgt spid="143"/>
                                        </p:tgtEl>
                                        <p:attrNameLst>
                                          <p:attrName>ppt_y</p:attrName>
                                        </p:attrNameLst>
                                      </p:cBhvr>
                                      <p:tavLst>
                                        <p:tav tm="0">
                                          <p:val>
                                            <p:strVal val="#ppt_y-.1"/>
                                          </p:val>
                                        </p:tav>
                                        <p:tav tm="100000">
                                          <p:val>
                                            <p:strVal val="#ppt_y"/>
                                          </p:val>
                                        </p:tav>
                                      </p:tavLst>
                                    </p:anim>
                                  </p:childTnLst>
                                </p:cTn>
                              </p:par>
                              <p:par>
                                <p:cTn id="437" presetID="10" presetClass="exit" presetSubtype="0" fill="hold" grpId="1" nodeType="withEffect">
                                  <p:stCondLst>
                                    <p:cond delay="0"/>
                                  </p:stCondLst>
                                  <p:childTnLst>
                                    <p:animEffect transition="out" filter="fade">
                                      <p:cBhvr>
                                        <p:cTn id="438" dur="500"/>
                                        <p:tgtEl>
                                          <p:spTgt spid="147"/>
                                        </p:tgtEl>
                                      </p:cBhvr>
                                    </p:animEffect>
                                    <p:set>
                                      <p:cBhvr>
                                        <p:cTn id="439" dur="1" fill="hold">
                                          <p:stCondLst>
                                            <p:cond delay="499"/>
                                          </p:stCondLst>
                                        </p:cTn>
                                        <p:tgtEl>
                                          <p:spTgt spid="147"/>
                                        </p:tgtEl>
                                        <p:attrNameLst>
                                          <p:attrName>style.visibility</p:attrName>
                                        </p:attrNameLst>
                                      </p:cBhvr>
                                      <p:to>
                                        <p:strVal val="hidden"/>
                                      </p:to>
                                    </p:set>
                                  </p:childTnLst>
                                </p:cTn>
                              </p:par>
                              <p:par>
                                <p:cTn id="440" presetID="47" presetClass="entr" presetSubtype="0" fill="hold" grpId="0" nodeType="withEffect">
                                  <p:stCondLst>
                                    <p:cond delay="0"/>
                                  </p:stCondLst>
                                  <p:childTnLst>
                                    <p:set>
                                      <p:cBhvr>
                                        <p:cTn id="441" dur="1" fill="hold">
                                          <p:stCondLst>
                                            <p:cond delay="0"/>
                                          </p:stCondLst>
                                        </p:cTn>
                                        <p:tgtEl>
                                          <p:spTgt spid="145"/>
                                        </p:tgtEl>
                                        <p:attrNameLst>
                                          <p:attrName>style.visibility</p:attrName>
                                        </p:attrNameLst>
                                      </p:cBhvr>
                                      <p:to>
                                        <p:strVal val="visible"/>
                                      </p:to>
                                    </p:set>
                                    <p:animEffect transition="in" filter="fade">
                                      <p:cBhvr>
                                        <p:cTn id="442" dur="1000"/>
                                        <p:tgtEl>
                                          <p:spTgt spid="145"/>
                                        </p:tgtEl>
                                      </p:cBhvr>
                                    </p:animEffect>
                                    <p:anim calcmode="lin" valueType="num">
                                      <p:cBhvr>
                                        <p:cTn id="443" dur="1000" fill="hold"/>
                                        <p:tgtEl>
                                          <p:spTgt spid="145"/>
                                        </p:tgtEl>
                                        <p:attrNameLst>
                                          <p:attrName>ppt_x</p:attrName>
                                        </p:attrNameLst>
                                      </p:cBhvr>
                                      <p:tavLst>
                                        <p:tav tm="0">
                                          <p:val>
                                            <p:strVal val="#ppt_x"/>
                                          </p:val>
                                        </p:tav>
                                        <p:tav tm="100000">
                                          <p:val>
                                            <p:strVal val="#ppt_x"/>
                                          </p:val>
                                        </p:tav>
                                      </p:tavLst>
                                    </p:anim>
                                    <p:anim calcmode="lin" valueType="num">
                                      <p:cBhvr>
                                        <p:cTn id="444" dur="1000" fill="hold"/>
                                        <p:tgtEl>
                                          <p:spTgt spid="145"/>
                                        </p:tgtEl>
                                        <p:attrNameLst>
                                          <p:attrName>ppt_y</p:attrName>
                                        </p:attrNameLst>
                                      </p:cBhvr>
                                      <p:tavLst>
                                        <p:tav tm="0">
                                          <p:val>
                                            <p:strVal val="#ppt_y-.1"/>
                                          </p:val>
                                        </p:tav>
                                        <p:tav tm="100000">
                                          <p:val>
                                            <p:strVal val="#ppt_y"/>
                                          </p:val>
                                        </p:tav>
                                      </p:tavLst>
                                    </p:anim>
                                  </p:childTnLst>
                                </p:cTn>
                              </p:par>
                            </p:childTnLst>
                          </p:cTn>
                        </p:par>
                      </p:childTnLst>
                    </p:cTn>
                  </p:par>
                  <p:par>
                    <p:cTn id="445" fill="hold">
                      <p:stCondLst>
                        <p:cond delay="indefinite"/>
                      </p:stCondLst>
                      <p:childTnLst>
                        <p:par>
                          <p:cTn id="446" fill="hold">
                            <p:stCondLst>
                              <p:cond delay="0"/>
                            </p:stCondLst>
                            <p:childTnLst>
                              <p:par>
                                <p:cTn id="447" presetID="31" presetClass="entr" presetSubtype="0" fill="hold" grpId="0" nodeType="clickEffect">
                                  <p:stCondLst>
                                    <p:cond delay="0"/>
                                  </p:stCondLst>
                                  <p:childTnLst>
                                    <p:set>
                                      <p:cBhvr>
                                        <p:cTn id="448" dur="1" fill="hold">
                                          <p:stCondLst>
                                            <p:cond delay="0"/>
                                          </p:stCondLst>
                                        </p:cTn>
                                        <p:tgtEl>
                                          <p:spTgt spid="180"/>
                                        </p:tgtEl>
                                        <p:attrNameLst>
                                          <p:attrName>style.visibility</p:attrName>
                                        </p:attrNameLst>
                                      </p:cBhvr>
                                      <p:to>
                                        <p:strVal val="visible"/>
                                      </p:to>
                                    </p:set>
                                    <p:anim calcmode="lin" valueType="num">
                                      <p:cBhvr>
                                        <p:cTn id="449" dur="1000" fill="hold"/>
                                        <p:tgtEl>
                                          <p:spTgt spid="180"/>
                                        </p:tgtEl>
                                        <p:attrNameLst>
                                          <p:attrName>ppt_w</p:attrName>
                                        </p:attrNameLst>
                                      </p:cBhvr>
                                      <p:tavLst>
                                        <p:tav tm="0">
                                          <p:val>
                                            <p:fltVal val="0"/>
                                          </p:val>
                                        </p:tav>
                                        <p:tav tm="100000">
                                          <p:val>
                                            <p:strVal val="#ppt_w"/>
                                          </p:val>
                                        </p:tav>
                                      </p:tavLst>
                                    </p:anim>
                                    <p:anim calcmode="lin" valueType="num">
                                      <p:cBhvr>
                                        <p:cTn id="450" dur="1000" fill="hold"/>
                                        <p:tgtEl>
                                          <p:spTgt spid="180"/>
                                        </p:tgtEl>
                                        <p:attrNameLst>
                                          <p:attrName>ppt_h</p:attrName>
                                        </p:attrNameLst>
                                      </p:cBhvr>
                                      <p:tavLst>
                                        <p:tav tm="0">
                                          <p:val>
                                            <p:fltVal val="0"/>
                                          </p:val>
                                        </p:tav>
                                        <p:tav tm="100000">
                                          <p:val>
                                            <p:strVal val="#ppt_h"/>
                                          </p:val>
                                        </p:tav>
                                      </p:tavLst>
                                    </p:anim>
                                    <p:anim calcmode="lin" valueType="num">
                                      <p:cBhvr>
                                        <p:cTn id="451" dur="1000" fill="hold"/>
                                        <p:tgtEl>
                                          <p:spTgt spid="180"/>
                                        </p:tgtEl>
                                        <p:attrNameLst>
                                          <p:attrName>style.rotation</p:attrName>
                                        </p:attrNameLst>
                                      </p:cBhvr>
                                      <p:tavLst>
                                        <p:tav tm="0">
                                          <p:val>
                                            <p:fltVal val="90"/>
                                          </p:val>
                                        </p:tav>
                                        <p:tav tm="100000">
                                          <p:val>
                                            <p:fltVal val="0"/>
                                          </p:val>
                                        </p:tav>
                                      </p:tavLst>
                                    </p:anim>
                                    <p:animEffect transition="in" filter="fade">
                                      <p:cBhvr>
                                        <p:cTn id="452" dur="1000"/>
                                        <p:tgtEl>
                                          <p:spTgt spid="180"/>
                                        </p:tgtEl>
                                      </p:cBhvr>
                                    </p:animEffect>
                                  </p:childTnLst>
                                </p:cTn>
                              </p:par>
                              <p:par>
                                <p:cTn id="453" presetID="1" presetClass="entr" presetSubtype="0" fill="hold" grpId="0" nodeType="withEffect">
                                  <p:stCondLst>
                                    <p:cond delay="0"/>
                                  </p:stCondLst>
                                  <p:childTnLst>
                                    <p:set>
                                      <p:cBhvr>
                                        <p:cTn id="454" dur="1" fill="hold">
                                          <p:stCondLst>
                                            <p:cond delay="0"/>
                                          </p:stCondLst>
                                        </p:cTn>
                                        <p:tgtEl>
                                          <p:spTgt spid="181"/>
                                        </p:tgtEl>
                                        <p:attrNameLst>
                                          <p:attrName>style.visibility</p:attrName>
                                        </p:attrNameLst>
                                      </p:cBhvr>
                                      <p:to>
                                        <p:strVal val="visible"/>
                                      </p:to>
                                    </p:set>
                                  </p:childTnLst>
                                </p:cTn>
                              </p:par>
                            </p:childTnLst>
                          </p:cTn>
                        </p:par>
                        <p:par>
                          <p:cTn id="455" fill="hold">
                            <p:stCondLst>
                              <p:cond delay="1000"/>
                            </p:stCondLst>
                            <p:childTnLst>
                              <p:par>
                                <p:cTn id="456" presetID="63" presetClass="path" presetSubtype="0" accel="50000" decel="50000" fill="hold" grpId="1" nodeType="afterEffect">
                                  <p:stCondLst>
                                    <p:cond delay="0"/>
                                  </p:stCondLst>
                                  <p:childTnLst>
                                    <p:animMotion origin="layout" path="M -1.875E-6 -3.7037E-7 L 0.24141 0.2044 " pathEditMode="relative" rAng="0" ptsTypes="AA">
                                      <p:cBhvr>
                                        <p:cTn id="457" dur="1000" fill="hold"/>
                                        <p:tgtEl>
                                          <p:spTgt spid="180"/>
                                        </p:tgtEl>
                                        <p:attrNameLst>
                                          <p:attrName>ppt_x</p:attrName>
                                          <p:attrName>ppt_y</p:attrName>
                                        </p:attrNameLst>
                                      </p:cBhvr>
                                      <p:rCtr x="12070" y="10208"/>
                                    </p:animMotion>
                                  </p:childTnLst>
                                </p:cTn>
                              </p:par>
                              <p:par>
                                <p:cTn id="458" presetID="63" presetClass="path" presetSubtype="0" accel="50000" decel="50000" fill="hold" grpId="1" nodeType="withEffect">
                                  <p:stCondLst>
                                    <p:cond delay="0"/>
                                  </p:stCondLst>
                                  <p:childTnLst>
                                    <p:animMotion origin="layout" path="M -2.91667E-6 -2.96296E-6 L 0.31381 0.0706 " pathEditMode="relative" rAng="0" ptsTypes="AA">
                                      <p:cBhvr>
                                        <p:cTn id="459" dur="1000" fill="hold"/>
                                        <p:tgtEl>
                                          <p:spTgt spid="181"/>
                                        </p:tgtEl>
                                        <p:attrNameLst>
                                          <p:attrName>ppt_x</p:attrName>
                                          <p:attrName>ppt_y</p:attrName>
                                        </p:attrNameLst>
                                      </p:cBhvr>
                                      <p:rCtr x="15690" y="3519"/>
                                    </p:animMotion>
                                  </p:childTnLst>
                                </p:cTn>
                              </p:par>
                              <p:par>
                                <p:cTn id="460" presetID="10" presetClass="exit" presetSubtype="0" fill="hold" grpId="1" nodeType="withEffect">
                                  <p:stCondLst>
                                    <p:cond delay="500"/>
                                  </p:stCondLst>
                                  <p:childTnLst>
                                    <p:animEffect transition="out" filter="fade">
                                      <p:cBhvr>
                                        <p:cTn id="461" dur="500"/>
                                        <p:tgtEl>
                                          <p:spTgt spid="94"/>
                                        </p:tgtEl>
                                      </p:cBhvr>
                                    </p:animEffect>
                                    <p:set>
                                      <p:cBhvr>
                                        <p:cTn id="462" dur="1" fill="hold">
                                          <p:stCondLst>
                                            <p:cond delay="499"/>
                                          </p:stCondLst>
                                        </p:cTn>
                                        <p:tgtEl>
                                          <p:spTgt spid="94"/>
                                        </p:tgtEl>
                                        <p:attrNameLst>
                                          <p:attrName>style.visibility</p:attrName>
                                        </p:attrNameLst>
                                      </p:cBhvr>
                                      <p:to>
                                        <p:strVal val="hidden"/>
                                      </p:to>
                                    </p:set>
                                  </p:childTnLst>
                                </p:cTn>
                              </p:par>
                              <p:par>
                                <p:cTn id="463" presetID="10" presetClass="exit" presetSubtype="0" fill="hold" grpId="1" nodeType="withEffect">
                                  <p:stCondLst>
                                    <p:cond delay="500"/>
                                  </p:stCondLst>
                                  <p:childTnLst>
                                    <p:animEffect transition="out" filter="fade">
                                      <p:cBhvr>
                                        <p:cTn id="464" dur="500"/>
                                        <p:tgtEl>
                                          <p:spTgt spid="107"/>
                                        </p:tgtEl>
                                      </p:cBhvr>
                                    </p:animEffect>
                                    <p:set>
                                      <p:cBhvr>
                                        <p:cTn id="465" dur="1" fill="hold">
                                          <p:stCondLst>
                                            <p:cond delay="499"/>
                                          </p:stCondLst>
                                        </p:cTn>
                                        <p:tgtEl>
                                          <p:spTgt spid="107"/>
                                        </p:tgtEl>
                                        <p:attrNameLst>
                                          <p:attrName>style.visibility</p:attrName>
                                        </p:attrNameLst>
                                      </p:cBhvr>
                                      <p:to>
                                        <p:strVal val="hidden"/>
                                      </p:to>
                                    </p:set>
                                  </p:childTnLst>
                                </p:cTn>
                              </p:par>
                            </p:childTnLst>
                          </p:cTn>
                        </p:par>
                      </p:childTnLst>
                    </p:cTn>
                  </p:par>
                  <p:par>
                    <p:cTn id="466" fill="hold">
                      <p:stCondLst>
                        <p:cond delay="indefinite"/>
                      </p:stCondLst>
                      <p:childTnLst>
                        <p:par>
                          <p:cTn id="467" fill="hold">
                            <p:stCondLst>
                              <p:cond delay="0"/>
                            </p:stCondLst>
                            <p:childTnLst>
                              <p:par>
                                <p:cTn id="468" presetID="63" presetClass="path" presetSubtype="0" accel="50000" decel="50000" fill="hold" nodeType="clickEffect">
                                  <p:stCondLst>
                                    <p:cond delay="0"/>
                                  </p:stCondLst>
                                  <p:childTnLst>
                                    <p:animMotion origin="layout" path="M 0.00013 0.04027 L 0.09036 0.04027 " pathEditMode="relative" rAng="0" ptsTypes="AA">
                                      <p:cBhvr>
                                        <p:cTn id="469" dur="2000" fill="hold"/>
                                        <p:tgtEl>
                                          <p:spTgt spid="118"/>
                                        </p:tgtEl>
                                        <p:attrNameLst>
                                          <p:attrName>ppt_x</p:attrName>
                                          <p:attrName>ppt_y</p:attrName>
                                        </p:attrNameLst>
                                      </p:cBhvr>
                                      <p:rCtr x="4505" y="0"/>
                                    </p:animMotion>
                                  </p:childTnLst>
                                </p:cTn>
                              </p:par>
                            </p:childTnLst>
                          </p:cTn>
                        </p:par>
                      </p:childTnLst>
                    </p:cTn>
                  </p:par>
                  <p:par>
                    <p:cTn id="470" fill="hold">
                      <p:stCondLst>
                        <p:cond delay="indefinite"/>
                      </p:stCondLst>
                      <p:childTnLst>
                        <p:par>
                          <p:cTn id="471" fill="hold">
                            <p:stCondLst>
                              <p:cond delay="0"/>
                            </p:stCondLst>
                            <p:childTnLst>
                              <p:par>
                                <p:cTn id="472" presetID="10" presetClass="exit" presetSubtype="0" fill="hold" grpId="1" nodeType="clickEffect">
                                  <p:stCondLst>
                                    <p:cond delay="0"/>
                                  </p:stCondLst>
                                  <p:childTnLst>
                                    <p:animEffect transition="out" filter="fade">
                                      <p:cBhvr>
                                        <p:cTn id="473" dur="500"/>
                                        <p:tgtEl>
                                          <p:spTgt spid="143"/>
                                        </p:tgtEl>
                                      </p:cBhvr>
                                    </p:animEffect>
                                    <p:set>
                                      <p:cBhvr>
                                        <p:cTn id="474" dur="1" fill="hold">
                                          <p:stCondLst>
                                            <p:cond delay="499"/>
                                          </p:stCondLst>
                                        </p:cTn>
                                        <p:tgtEl>
                                          <p:spTgt spid="143"/>
                                        </p:tgtEl>
                                        <p:attrNameLst>
                                          <p:attrName>style.visibility</p:attrName>
                                        </p:attrNameLst>
                                      </p:cBhvr>
                                      <p:to>
                                        <p:strVal val="hidden"/>
                                      </p:to>
                                    </p:set>
                                  </p:childTnLst>
                                </p:cTn>
                              </p:par>
                              <p:par>
                                <p:cTn id="475" presetID="42" presetClass="entr" presetSubtype="0" fill="hold" grpId="0" nodeType="withEffect">
                                  <p:stCondLst>
                                    <p:cond delay="0"/>
                                  </p:stCondLst>
                                  <p:childTnLst>
                                    <p:set>
                                      <p:cBhvr>
                                        <p:cTn id="476" dur="1" fill="hold">
                                          <p:stCondLst>
                                            <p:cond delay="0"/>
                                          </p:stCondLst>
                                        </p:cTn>
                                        <p:tgtEl>
                                          <p:spTgt spid="148"/>
                                        </p:tgtEl>
                                        <p:attrNameLst>
                                          <p:attrName>style.visibility</p:attrName>
                                        </p:attrNameLst>
                                      </p:cBhvr>
                                      <p:to>
                                        <p:strVal val="visible"/>
                                      </p:to>
                                    </p:set>
                                    <p:animEffect transition="in" filter="fade">
                                      <p:cBhvr>
                                        <p:cTn id="477" dur="1000"/>
                                        <p:tgtEl>
                                          <p:spTgt spid="148"/>
                                        </p:tgtEl>
                                      </p:cBhvr>
                                    </p:animEffect>
                                    <p:anim calcmode="lin" valueType="num">
                                      <p:cBhvr>
                                        <p:cTn id="478" dur="1000" fill="hold"/>
                                        <p:tgtEl>
                                          <p:spTgt spid="148"/>
                                        </p:tgtEl>
                                        <p:attrNameLst>
                                          <p:attrName>ppt_x</p:attrName>
                                        </p:attrNameLst>
                                      </p:cBhvr>
                                      <p:tavLst>
                                        <p:tav tm="0">
                                          <p:val>
                                            <p:strVal val="#ppt_x"/>
                                          </p:val>
                                        </p:tav>
                                        <p:tav tm="100000">
                                          <p:val>
                                            <p:strVal val="#ppt_x"/>
                                          </p:val>
                                        </p:tav>
                                      </p:tavLst>
                                    </p:anim>
                                    <p:anim calcmode="lin" valueType="num">
                                      <p:cBhvr>
                                        <p:cTn id="479" dur="1000" fill="hold"/>
                                        <p:tgtEl>
                                          <p:spTgt spid="148"/>
                                        </p:tgtEl>
                                        <p:attrNameLst>
                                          <p:attrName>ppt_y</p:attrName>
                                        </p:attrNameLst>
                                      </p:cBhvr>
                                      <p:tavLst>
                                        <p:tav tm="0">
                                          <p:val>
                                            <p:strVal val="#ppt_y+.1"/>
                                          </p:val>
                                        </p:tav>
                                        <p:tav tm="100000">
                                          <p:val>
                                            <p:strVal val="#ppt_y"/>
                                          </p:val>
                                        </p:tav>
                                      </p:tavLst>
                                    </p:anim>
                                  </p:childTnLst>
                                </p:cTn>
                              </p:par>
                              <p:par>
                                <p:cTn id="480" presetID="10" presetClass="exit" presetSubtype="0" fill="hold" grpId="1" nodeType="withEffect">
                                  <p:stCondLst>
                                    <p:cond delay="0"/>
                                  </p:stCondLst>
                                  <p:childTnLst>
                                    <p:animEffect transition="out" filter="fade">
                                      <p:cBhvr>
                                        <p:cTn id="481" dur="500"/>
                                        <p:tgtEl>
                                          <p:spTgt spid="145"/>
                                        </p:tgtEl>
                                      </p:cBhvr>
                                    </p:animEffect>
                                    <p:set>
                                      <p:cBhvr>
                                        <p:cTn id="482" dur="1" fill="hold">
                                          <p:stCondLst>
                                            <p:cond delay="499"/>
                                          </p:stCondLst>
                                        </p:cTn>
                                        <p:tgtEl>
                                          <p:spTgt spid="145"/>
                                        </p:tgtEl>
                                        <p:attrNameLst>
                                          <p:attrName>style.visibility</p:attrName>
                                        </p:attrNameLst>
                                      </p:cBhvr>
                                      <p:to>
                                        <p:strVal val="hidden"/>
                                      </p:to>
                                    </p:set>
                                  </p:childTnLst>
                                </p:cTn>
                              </p:par>
                              <p:par>
                                <p:cTn id="483" presetID="47" presetClass="entr" presetSubtype="0" fill="hold" grpId="2" nodeType="withEffect">
                                  <p:stCondLst>
                                    <p:cond delay="0"/>
                                  </p:stCondLst>
                                  <p:childTnLst>
                                    <p:set>
                                      <p:cBhvr>
                                        <p:cTn id="484" dur="1" fill="hold">
                                          <p:stCondLst>
                                            <p:cond delay="0"/>
                                          </p:stCondLst>
                                        </p:cTn>
                                        <p:tgtEl>
                                          <p:spTgt spid="149"/>
                                        </p:tgtEl>
                                        <p:attrNameLst>
                                          <p:attrName>style.visibility</p:attrName>
                                        </p:attrNameLst>
                                      </p:cBhvr>
                                      <p:to>
                                        <p:strVal val="visible"/>
                                      </p:to>
                                    </p:set>
                                    <p:animEffect transition="in" filter="fade">
                                      <p:cBhvr>
                                        <p:cTn id="485" dur="1000"/>
                                        <p:tgtEl>
                                          <p:spTgt spid="149"/>
                                        </p:tgtEl>
                                      </p:cBhvr>
                                    </p:animEffect>
                                    <p:anim calcmode="lin" valueType="num">
                                      <p:cBhvr>
                                        <p:cTn id="486" dur="1000" fill="hold"/>
                                        <p:tgtEl>
                                          <p:spTgt spid="149"/>
                                        </p:tgtEl>
                                        <p:attrNameLst>
                                          <p:attrName>ppt_x</p:attrName>
                                        </p:attrNameLst>
                                      </p:cBhvr>
                                      <p:tavLst>
                                        <p:tav tm="0">
                                          <p:val>
                                            <p:strVal val="#ppt_x"/>
                                          </p:val>
                                        </p:tav>
                                        <p:tav tm="100000">
                                          <p:val>
                                            <p:strVal val="#ppt_x"/>
                                          </p:val>
                                        </p:tav>
                                      </p:tavLst>
                                    </p:anim>
                                    <p:anim calcmode="lin" valueType="num">
                                      <p:cBhvr>
                                        <p:cTn id="487" dur="1000" fill="hold"/>
                                        <p:tgtEl>
                                          <p:spTgt spid="149"/>
                                        </p:tgtEl>
                                        <p:attrNameLst>
                                          <p:attrName>ppt_y</p:attrName>
                                        </p:attrNameLst>
                                      </p:cBhvr>
                                      <p:tavLst>
                                        <p:tav tm="0">
                                          <p:val>
                                            <p:strVal val="#ppt_y-.1"/>
                                          </p:val>
                                        </p:tav>
                                        <p:tav tm="100000">
                                          <p:val>
                                            <p:strVal val="#ppt_y"/>
                                          </p:val>
                                        </p:tav>
                                      </p:tavLst>
                                    </p:anim>
                                  </p:childTnLst>
                                </p:cTn>
                              </p:par>
                            </p:childTnLst>
                          </p:cTn>
                        </p:par>
                      </p:childTnLst>
                    </p:cTn>
                  </p:par>
                  <p:par>
                    <p:cTn id="488" fill="hold">
                      <p:stCondLst>
                        <p:cond delay="indefinite"/>
                      </p:stCondLst>
                      <p:childTnLst>
                        <p:par>
                          <p:cTn id="489" fill="hold">
                            <p:stCondLst>
                              <p:cond delay="0"/>
                            </p:stCondLst>
                            <p:childTnLst>
                              <p:par>
                                <p:cTn id="490" presetID="31" presetClass="entr" presetSubtype="0" fill="hold" grpId="0" nodeType="clickEffect">
                                  <p:stCondLst>
                                    <p:cond delay="0"/>
                                  </p:stCondLst>
                                  <p:childTnLst>
                                    <p:set>
                                      <p:cBhvr>
                                        <p:cTn id="491" dur="1" fill="hold">
                                          <p:stCondLst>
                                            <p:cond delay="0"/>
                                          </p:stCondLst>
                                        </p:cTn>
                                        <p:tgtEl>
                                          <p:spTgt spid="182"/>
                                        </p:tgtEl>
                                        <p:attrNameLst>
                                          <p:attrName>style.visibility</p:attrName>
                                        </p:attrNameLst>
                                      </p:cBhvr>
                                      <p:to>
                                        <p:strVal val="visible"/>
                                      </p:to>
                                    </p:set>
                                    <p:anim calcmode="lin" valueType="num">
                                      <p:cBhvr>
                                        <p:cTn id="492" dur="1000" fill="hold"/>
                                        <p:tgtEl>
                                          <p:spTgt spid="182"/>
                                        </p:tgtEl>
                                        <p:attrNameLst>
                                          <p:attrName>ppt_w</p:attrName>
                                        </p:attrNameLst>
                                      </p:cBhvr>
                                      <p:tavLst>
                                        <p:tav tm="0">
                                          <p:val>
                                            <p:fltVal val="0"/>
                                          </p:val>
                                        </p:tav>
                                        <p:tav tm="100000">
                                          <p:val>
                                            <p:strVal val="#ppt_w"/>
                                          </p:val>
                                        </p:tav>
                                      </p:tavLst>
                                    </p:anim>
                                    <p:anim calcmode="lin" valueType="num">
                                      <p:cBhvr>
                                        <p:cTn id="493" dur="1000" fill="hold"/>
                                        <p:tgtEl>
                                          <p:spTgt spid="182"/>
                                        </p:tgtEl>
                                        <p:attrNameLst>
                                          <p:attrName>ppt_h</p:attrName>
                                        </p:attrNameLst>
                                      </p:cBhvr>
                                      <p:tavLst>
                                        <p:tav tm="0">
                                          <p:val>
                                            <p:fltVal val="0"/>
                                          </p:val>
                                        </p:tav>
                                        <p:tav tm="100000">
                                          <p:val>
                                            <p:strVal val="#ppt_h"/>
                                          </p:val>
                                        </p:tav>
                                      </p:tavLst>
                                    </p:anim>
                                    <p:anim calcmode="lin" valueType="num">
                                      <p:cBhvr>
                                        <p:cTn id="494" dur="1000" fill="hold"/>
                                        <p:tgtEl>
                                          <p:spTgt spid="182"/>
                                        </p:tgtEl>
                                        <p:attrNameLst>
                                          <p:attrName>style.rotation</p:attrName>
                                        </p:attrNameLst>
                                      </p:cBhvr>
                                      <p:tavLst>
                                        <p:tav tm="0">
                                          <p:val>
                                            <p:fltVal val="90"/>
                                          </p:val>
                                        </p:tav>
                                        <p:tav tm="100000">
                                          <p:val>
                                            <p:fltVal val="0"/>
                                          </p:val>
                                        </p:tav>
                                      </p:tavLst>
                                    </p:anim>
                                    <p:animEffect transition="in" filter="fade">
                                      <p:cBhvr>
                                        <p:cTn id="495" dur="1000"/>
                                        <p:tgtEl>
                                          <p:spTgt spid="182"/>
                                        </p:tgtEl>
                                      </p:cBhvr>
                                    </p:animEffect>
                                  </p:childTnLst>
                                </p:cTn>
                              </p:par>
                              <p:par>
                                <p:cTn id="496" presetID="1" presetClass="entr" presetSubtype="0" fill="hold" grpId="0" nodeType="withEffect">
                                  <p:stCondLst>
                                    <p:cond delay="0"/>
                                  </p:stCondLst>
                                  <p:childTnLst>
                                    <p:set>
                                      <p:cBhvr>
                                        <p:cTn id="497" dur="1" fill="hold">
                                          <p:stCondLst>
                                            <p:cond delay="0"/>
                                          </p:stCondLst>
                                        </p:cTn>
                                        <p:tgtEl>
                                          <p:spTgt spid="183"/>
                                        </p:tgtEl>
                                        <p:attrNameLst>
                                          <p:attrName>style.visibility</p:attrName>
                                        </p:attrNameLst>
                                      </p:cBhvr>
                                      <p:to>
                                        <p:strVal val="visible"/>
                                      </p:to>
                                    </p:set>
                                  </p:childTnLst>
                                </p:cTn>
                              </p:par>
                            </p:childTnLst>
                          </p:cTn>
                        </p:par>
                        <p:par>
                          <p:cTn id="498" fill="hold">
                            <p:stCondLst>
                              <p:cond delay="1000"/>
                            </p:stCondLst>
                            <p:childTnLst>
                              <p:par>
                                <p:cTn id="499" presetID="63" presetClass="path" presetSubtype="0" accel="50000" decel="50000" fill="hold" grpId="1" nodeType="afterEffect">
                                  <p:stCondLst>
                                    <p:cond delay="0"/>
                                  </p:stCondLst>
                                  <p:childTnLst>
                                    <p:animMotion origin="layout" path="M 3.54167E-6 7.40741E-7 L 0.21302 0.16921 " pathEditMode="relative" rAng="0" ptsTypes="AA">
                                      <p:cBhvr>
                                        <p:cTn id="500" dur="1000" fill="hold"/>
                                        <p:tgtEl>
                                          <p:spTgt spid="182"/>
                                        </p:tgtEl>
                                        <p:attrNameLst>
                                          <p:attrName>ppt_x</p:attrName>
                                          <p:attrName>ppt_y</p:attrName>
                                        </p:attrNameLst>
                                      </p:cBhvr>
                                      <p:rCtr x="10651" y="8449"/>
                                    </p:animMotion>
                                  </p:childTnLst>
                                </p:cTn>
                              </p:par>
                              <p:par>
                                <p:cTn id="501" presetID="63" presetClass="path" presetSubtype="0" accel="50000" decel="50000" fill="hold" grpId="1" nodeType="withEffect">
                                  <p:stCondLst>
                                    <p:cond delay="0"/>
                                  </p:stCondLst>
                                  <p:childTnLst>
                                    <p:animMotion origin="layout" path="M 3.75E-6 7.40741E-7 L 0.1875 0.21366 " pathEditMode="relative" rAng="0" ptsTypes="AA">
                                      <p:cBhvr>
                                        <p:cTn id="502" dur="1000" fill="hold"/>
                                        <p:tgtEl>
                                          <p:spTgt spid="183"/>
                                        </p:tgtEl>
                                        <p:attrNameLst>
                                          <p:attrName>ppt_x</p:attrName>
                                          <p:attrName>ppt_y</p:attrName>
                                        </p:attrNameLst>
                                      </p:cBhvr>
                                      <p:rCtr x="9375" y="10671"/>
                                    </p:animMotion>
                                  </p:childTnLst>
                                </p:cTn>
                              </p:par>
                              <p:par>
                                <p:cTn id="503" presetID="10" presetClass="exit" presetSubtype="0" fill="hold" grpId="1" nodeType="withEffect">
                                  <p:stCondLst>
                                    <p:cond delay="500"/>
                                  </p:stCondLst>
                                  <p:childTnLst>
                                    <p:animEffect transition="out" filter="fade">
                                      <p:cBhvr>
                                        <p:cTn id="504" dur="500"/>
                                        <p:tgtEl>
                                          <p:spTgt spid="99"/>
                                        </p:tgtEl>
                                      </p:cBhvr>
                                    </p:animEffect>
                                    <p:set>
                                      <p:cBhvr>
                                        <p:cTn id="505" dur="1" fill="hold">
                                          <p:stCondLst>
                                            <p:cond delay="499"/>
                                          </p:stCondLst>
                                        </p:cTn>
                                        <p:tgtEl>
                                          <p:spTgt spid="99"/>
                                        </p:tgtEl>
                                        <p:attrNameLst>
                                          <p:attrName>style.visibility</p:attrName>
                                        </p:attrNameLst>
                                      </p:cBhvr>
                                      <p:to>
                                        <p:strVal val="hidden"/>
                                      </p:to>
                                    </p:set>
                                  </p:childTnLst>
                                </p:cTn>
                              </p:par>
                              <p:par>
                                <p:cTn id="506" presetID="10" presetClass="exit" presetSubtype="0" fill="hold" grpId="1" nodeType="withEffect">
                                  <p:stCondLst>
                                    <p:cond delay="500"/>
                                  </p:stCondLst>
                                  <p:childTnLst>
                                    <p:animEffect transition="out" filter="fade">
                                      <p:cBhvr>
                                        <p:cTn id="507" dur="500"/>
                                        <p:tgtEl>
                                          <p:spTgt spid="103"/>
                                        </p:tgtEl>
                                      </p:cBhvr>
                                    </p:animEffect>
                                    <p:set>
                                      <p:cBhvr>
                                        <p:cTn id="508" dur="1" fill="hold">
                                          <p:stCondLst>
                                            <p:cond delay="499"/>
                                          </p:stCondLst>
                                        </p:cTn>
                                        <p:tgtEl>
                                          <p:spTgt spid="103"/>
                                        </p:tgtEl>
                                        <p:attrNameLst>
                                          <p:attrName>style.visibility</p:attrName>
                                        </p:attrNameLst>
                                      </p:cBhvr>
                                      <p:to>
                                        <p:strVal val="hidden"/>
                                      </p:to>
                                    </p:set>
                                  </p:childTnLst>
                                </p:cTn>
                              </p:par>
                            </p:childTnLst>
                          </p:cTn>
                        </p:par>
                      </p:childTnLst>
                    </p:cTn>
                  </p:par>
                  <p:par>
                    <p:cTn id="509" fill="hold">
                      <p:stCondLst>
                        <p:cond delay="indefinite"/>
                      </p:stCondLst>
                      <p:childTnLst>
                        <p:par>
                          <p:cTn id="510" fill="hold">
                            <p:stCondLst>
                              <p:cond delay="0"/>
                            </p:stCondLst>
                            <p:childTnLst>
                              <p:par>
                                <p:cTn id="511" presetID="63" presetClass="path" presetSubtype="0" accel="50000" decel="50000" fill="hold" nodeType="clickEffect">
                                  <p:stCondLst>
                                    <p:cond delay="0"/>
                                  </p:stCondLst>
                                  <p:childTnLst>
                                    <p:animMotion origin="layout" path="M 0.09036 0.04027 L 0.18034 0.04027 " pathEditMode="relative" rAng="0" ptsTypes="AA">
                                      <p:cBhvr>
                                        <p:cTn id="512" dur="2000" fill="hold"/>
                                        <p:tgtEl>
                                          <p:spTgt spid="118"/>
                                        </p:tgtEl>
                                        <p:attrNameLst>
                                          <p:attrName>ppt_x</p:attrName>
                                          <p:attrName>ppt_y</p:attrName>
                                        </p:attrNameLst>
                                      </p:cBhvr>
                                      <p:rCtr x="4492" y="0"/>
                                    </p:animMotion>
                                  </p:childTnLst>
                                </p:cTn>
                              </p:par>
                            </p:childTnLst>
                          </p:cTn>
                        </p:par>
                      </p:childTnLst>
                    </p:cTn>
                  </p:par>
                  <p:par>
                    <p:cTn id="513" fill="hold">
                      <p:stCondLst>
                        <p:cond delay="indefinite"/>
                      </p:stCondLst>
                      <p:childTnLst>
                        <p:par>
                          <p:cTn id="514" fill="hold">
                            <p:stCondLst>
                              <p:cond delay="0"/>
                            </p:stCondLst>
                            <p:childTnLst>
                              <p:par>
                                <p:cTn id="515" presetID="10" presetClass="exit" presetSubtype="0" fill="hold" grpId="1" nodeType="clickEffect">
                                  <p:stCondLst>
                                    <p:cond delay="0"/>
                                  </p:stCondLst>
                                  <p:childTnLst>
                                    <p:animEffect transition="out" filter="fade">
                                      <p:cBhvr>
                                        <p:cTn id="516" dur="500"/>
                                        <p:tgtEl>
                                          <p:spTgt spid="148"/>
                                        </p:tgtEl>
                                      </p:cBhvr>
                                    </p:animEffect>
                                    <p:set>
                                      <p:cBhvr>
                                        <p:cTn id="517" dur="1" fill="hold">
                                          <p:stCondLst>
                                            <p:cond delay="499"/>
                                          </p:stCondLst>
                                        </p:cTn>
                                        <p:tgtEl>
                                          <p:spTgt spid="148"/>
                                        </p:tgtEl>
                                        <p:attrNameLst>
                                          <p:attrName>style.visibility</p:attrName>
                                        </p:attrNameLst>
                                      </p:cBhvr>
                                      <p:to>
                                        <p:strVal val="hidden"/>
                                      </p:to>
                                    </p:set>
                                  </p:childTnLst>
                                </p:cTn>
                              </p:par>
                              <p:par>
                                <p:cTn id="518" presetID="47" presetClass="entr" presetSubtype="0" fill="hold" grpId="1" nodeType="withEffect">
                                  <p:stCondLst>
                                    <p:cond delay="0"/>
                                  </p:stCondLst>
                                  <p:childTnLst>
                                    <p:set>
                                      <p:cBhvr>
                                        <p:cTn id="519" dur="1" fill="hold">
                                          <p:stCondLst>
                                            <p:cond delay="0"/>
                                          </p:stCondLst>
                                        </p:cTn>
                                        <p:tgtEl>
                                          <p:spTgt spid="146"/>
                                        </p:tgtEl>
                                        <p:attrNameLst>
                                          <p:attrName>style.visibility</p:attrName>
                                        </p:attrNameLst>
                                      </p:cBhvr>
                                      <p:to>
                                        <p:strVal val="visible"/>
                                      </p:to>
                                    </p:set>
                                    <p:animEffect transition="in" filter="fade">
                                      <p:cBhvr>
                                        <p:cTn id="520" dur="1000"/>
                                        <p:tgtEl>
                                          <p:spTgt spid="146"/>
                                        </p:tgtEl>
                                      </p:cBhvr>
                                    </p:animEffect>
                                    <p:anim calcmode="lin" valueType="num">
                                      <p:cBhvr>
                                        <p:cTn id="521" dur="1000" fill="hold"/>
                                        <p:tgtEl>
                                          <p:spTgt spid="146"/>
                                        </p:tgtEl>
                                        <p:attrNameLst>
                                          <p:attrName>ppt_x</p:attrName>
                                        </p:attrNameLst>
                                      </p:cBhvr>
                                      <p:tavLst>
                                        <p:tav tm="0">
                                          <p:val>
                                            <p:strVal val="#ppt_x"/>
                                          </p:val>
                                        </p:tav>
                                        <p:tav tm="100000">
                                          <p:val>
                                            <p:strVal val="#ppt_x"/>
                                          </p:val>
                                        </p:tav>
                                      </p:tavLst>
                                    </p:anim>
                                    <p:anim calcmode="lin" valueType="num">
                                      <p:cBhvr>
                                        <p:cTn id="522" dur="1000" fill="hold"/>
                                        <p:tgtEl>
                                          <p:spTgt spid="146"/>
                                        </p:tgtEl>
                                        <p:attrNameLst>
                                          <p:attrName>ppt_y</p:attrName>
                                        </p:attrNameLst>
                                      </p:cBhvr>
                                      <p:tavLst>
                                        <p:tav tm="0">
                                          <p:val>
                                            <p:strVal val="#ppt_y-.1"/>
                                          </p:val>
                                        </p:tav>
                                        <p:tav tm="100000">
                                          <p:val>
                                            <p:strVal val="#ppt_y"/>
                                          </p:val>
                                        </p:tav>
                                      </p:tavLst>
                                    </p:anim>
                                  </p:childTnLst>
                                </p:cTn>
                              </p:par>
                              <p:par>
                                <p:cTn id="523" presetID="10" presetClass="exit" presetSubtype="0" fill="hold" grpId="3" nodeType="withEffect">
                                  <p:stCondLst>
                                    <p:cond delay="0"/>
                                  </p:stCondLst>
                                  <p:childTnLst>
                                    <p:animEffect transition="out" filter="fade">
                                      <p:cBhvr>
                                        <p:cTn id="524" dur="500"/>
                                        <p:tgtEl>
                                          <p:spTgt spid="149"/>
                                        </p:tgtEl>
                                      </p:cBhvr>
                                    </p:animEffect>
                                    <p:set>
                                      <p:cBhvr>
                                        <p:cTn id="525" dur="1" fill="hold">
                                          <p:stCondLst>
                                            <p:cond delay="499"/>
                                          </p:stCondLst>
                                        </p:cTn>
                                        <p:tgtEl>
                                          <p:spTgt spid="149"/>
                                        </p:tgtEl>
                                        <p:attrNameLst>
                                          <p:attrName>style.visibility</p:attrName>
                                        </p:attrNameLst>
                                      </p:cBhvr>
                                      <p:to>
                                        <p:strVal val="hidden"/>
                                      </p:to>
                                    </p:set>
                                  </p:childTnLst>
                                </p:cTn>
                              </p:par>
                              <p:par>
                                <p:cTn id="526" presetID="47" presetClass="entr" presetSubtype="0" fill="hold" grpId="2" nodeType="withEffect">
                                  <p:stCondLst>
                                    <p:cond delay="0"/>
                                  </p:stCondLst>
                                  <p:childTnLst>
                                    <p:set>
                                      <p:cBhvr>
                                        <p:cTn id="527" dur="1" fill="hold">
                                          <p:stCondLst>
                                            <p:cond delay="0"/>
                                          </p:stCondLst>
                                        </p:cTn>
                                        <p:tgtEl>
                                          <p:spTgt spid="142"/>
                                        </p:tgtEl>
                                        <p:attrNameLst>
                                          <p:attrName>style.visibility</p:attrName>
                                        </p:attrNameLst>
                                      </p:cBhvr>
                                      <p:to>
                                        <p:strVal val="visible"/>
                                      </p:to>
                                    </p:set>
                                    <p:animEffect transition="in" filter="fade">
                                      <p:cBhvr>
                                        <p:cTn id="528" dur="1000"/>
                                        <p:tgtEl>
                                          <p:spTgt spid="142"/>
                                        </p:tgtEl>
                                      </p:cBhvr>
                                    </p:animEffect>
                                    <p:anim calcmode="lin" valueType="num">
                                      <p:cBhvr>
                                        <p:cTn id="529" dur="1000" fill="hold"/>
                                        <p:tgtEl>
                                          <p:spTgt spid="142"/>
                                        </p:tgtEl>
                                        <p:attrNameLst>
                                          <p:attrName>ppt_x</p:attrName>
                                        </p:attrNameLst>
                                      </p:cBhvr>
                                      <p:tavLst>
                                        <p:tav tm="0">
                                          <p:val>
                                            <p:strVal val="#ppt_x"/>
                                          </p:val>
                                        </p:tav>
                                        <p:tav tm="100000">
                                          <p:val>
                                            <p:strVal val="#ppt_x"/>
                                          </p:val>
                                        </p:tav>
                                      </p:tavLst>
                                    </p:anim>
                                    <p:anim calcmode="lin" valueType="num">
                                      <p:cBhvr>
                                        <p:cTn id="530" dur="1000" fill="hold"/>
                                        <p:tgtEl>
                                          <p:spTgt spid="142"/>
                                        </p:tgtEl>
                                        <p:attrNameLst>
                                          <p:attrName>ppt_y</p:attrName>
                                        </p:attrNameLst>
                                      </p:cBhvr>
                                      <p:tavLst>
                                        <p:tav tm="0">
                                          <p:val>
                                            <p:strVal val="#ppt_y-.1"/>
                                          </p:val>
                                        </p:tav>
                                        <p:tav tm="100000">
                                          <p:val>
                                            <p:strVal val="#ppt_y"/>
                                          </p:val>
                                        </p:tav>
                                      </p:tavLst>
                                    </p:anim>
                                  </p:childTnLst>
                                </p:cTn>
                              </p:par>
                            </p:childTnLst>
                          </p:cTn>
                        </p:par>
                      </p:childTnLst>
                    </p:cTn>
                  </p:par>
                  <p:par>
                    <p:cTn id="531" fill="hold">
                      <p:stCondLst>
                        <p:cond delay="indefinite"/>
                      </p:stCondLst>
                      <p:childTnLst>
                        <p:par>
                          <p:cTn id="532" fill="hold">
                            <p:stCondLst>
                              <p:cond delay="0"/>
                            </p:stCondLst>
                            <p:childTnLst>
                              <p:par>
                                <p:cTn id="533" presetID="31" presetClass="entr" presetSubtype="0" fill="hold" grpId="0" nodeType="clickEffect">
                                  <p:stCondLst>
                                    <p:cond delay="0"/>
                                  </p:stCondLst>
                                  <p:childTnLst>
                                    <p:set>
                                      <p:cBhvr>
                                        <p:cTn id="534" dur="1" fill="hold">
                                          <p:stCondLst>
                                            <p:cond delay="0"/>
                                          </p:stCondLst>
                                        </p:cTn>
                                        <p:tgtEl>
                                          <p:spTgt spid="184"/>
                                        </p:tgtEl>
                                        <p:attrNameLst>
                                          <p:attrName>style.visibility</p:attrName>
                                        </p:attrNameLst>
                                      </p:cBhvr>
                                      <p:to>
                                        <p:strVal val="visible"/>
                                      </p:to>
                                    </p:set>
                                    <p:anim calcmode="lin" valueType="num">
                                      <p:cBhvr>
                                        <p:cTn id="535" dur="1000" fill="hold"/>
                                        <p:tgtEl>
                                          <p:spTgt spid="184"/>
                                        </p:tgtEl>
                                        <p:attrNameLst>
                                          <p:attrName>ppt_w</p:attrName>
                                        </p:attrNameLst>
                                      </p:cBhvr>
                                      <p:tavLst>
                                        <p:tav tm="0">
                                          <p:val>
                                            <p:fltVal val="0"/>
                                          </p:val>
                                        </p:tav>
                                        <p:tav tm="100000">
                                          <p:val>
                                            <p:strVal val="#ppt_w"/>
                                          </p:val>
                                        </p:tav>
                                      </p:tavLst>
                                    </p:anim>
                                    <p:anim calcmode="lin" valueType="num">
                                      <p:cBhvr>
                                        <p:cTn id="536" dur="1000" fill="hold"/>
                                        <p:tgtEl>
                                          <p:spTgt spid="184"/>
                                        </p:tgtEl>
                                        <p:attrNameLst>
                                          <p:attrName>ppt_h</p:attrName>
                                        </p:attrNameLst>
                                      </p:cBhvr>
                                      <p:tavLst>
                                        <p:tav tm="0">
                                          <p:val>
                                            <p:fltVal val="0"/>
                                          </p:val>
                                        </p:tav>
                                        <p:tav tm="100000">
                                          <p:val>
                                            <p:strVal val="#ppt_h"/>
                                          </p:val>
                                        </p:tav>
                                      </p:tavLst>
                                    </p:anim>
                                    <p:anim calcmode="lin" valueType="num">
                                      <p:cBhvr>
                                        <p:cTn id="537" dur="1000" fill="hold"/>
                                        <p:tgtEl>
                                          <p:spTgt spid="184"/>
                                        </p:tgtEl>
                                        <p:attrNameLst>
                                          <p:attrName>style.rotation</p:attrName>
                                        </p:attrNameLst>
                                      </p:cBhvr>
                                      <p:tavLst>
                                        <p:tav tm="0">
                                          <p:val>
                                            <p:fltVal val="90"/>
                                          </p:val>
                                        </p:tav>
                                        <p:tav tm="100000">
                                          <p:val>
                                            <p:fltVal val="0"/>
                                          </p:val>
                                        </p:tav>
                                      </p:tavLst>
                                    </p:anim>
                                    <p:animEffect transition="in" filter="fade">
                                      <p:cBhvr>
                                        <p:cTn id="538" dur="1000"/>
                                        <p:tgtEl>
                                          <p:spTgt spid="184"/>
                                        </p:tgtEl>
                                      </p:cBhvr>
                                    </p:animEffect>
                                  </p:childTnLst>
                                </p:cTn>
                              </p:par>
                              <p:par>
                                <p:cTn id="539" presetID="1" presetClass="entr" presetSubtype="0" fill="hold" grpId="0" nodeType="withEffect">
                                  <p:stCondLst>
                                    <p:cond delay="0"/>
                                  </p:stCondLst>
                                  <p:childTnLst>
                                    <p:set>
                                      <p:cBhvr>
                                        <p:cTn id="540" dur="1" fill="hold">
                                          <p:stCondLst>
                                            <p:cond delay="0"/>
                                          </p:stCondLst>
                                        </p:cTn>
                                        <p:tgtEl>
                                          <p:spTgt spid="185"/>
                                        </p:tgtEl>
                                        <p:attrNameLst>
                                          <p:attrName>style.visibility</p:attrName>
                                        </p:attrNameLst>
                                      </p:cBhvr>
                                      <p:to>
                                        <p:strVal val="visible"/>
                                      </p:to>
                                    </p:set>
                                  </p:childTnLst>
                                </p:cTn>
                              </p:par>
                            </p:childTnLst>
                          </p:cTn>
                        </p:par>
                        <p:par>
                          <p:cTn id="541" fill="hold">
                            <p:stCondLst>
                              <p:cond delay="1000"/>
                            </p:stCondLst>
                            <p:childTnLst>
                              <p:par>
                                <p:cTn id="542" presetID="63" presetClass="path" presetSubtype="0" accel="50000" decel="50000" fill="hold" grpId="1" nodeType="afterEffect">
                                  <p:stCondLst>
                                    <p:cond delay="0"/>
                                  </p:stCondLst>
                                  <p:childTnLst>
                                    <p:animMotion origin="layout" path="M 3.125E-6 -3.7037E-6 L 0.23619 0.11181 " pathEditMode="relative" rAng="0" ptsTypes="AA">
                                      <p:cBhvr>
                                        <p:cTn id="543" dur="1000" fill="hold"/>
                                        <p:tgtEl>
                                          <p:spTgt spid="184"/>
                                        </p:tgtEl>
                                        <p:attrNameLst>
                                          <p:attrName>ppt_x</p:attrName>
                                          <p:attrName>ppt_y</p:attrName>
                                        </p:attrNameLst>
                                      </p:cBhvr>
                                      <p:rCtr x="11810" y="5579"/>
                                    </p:animMotion>
                                  </p:childTnLst>
                                </p:cTn>
                              </p:par>
                              <p:par>
                                <p:cTn id="544" presetID="63" presetClass="path" presetSubtype="0" accel="50000" decel="50000" fill="hold" grpId="1" nodeType="withEffect">
                                  <p:stCondLst>
                                    <p:cond delay="0"/>
                                  </p:stCondLst>
                                  <p:childTnLst>
                                    <p:animMotion origin="layout" path="M 4.16667E-6 -3.7037E-6 L 0.16497 0.24792 " pathEditMode="relative" rAng="0" ptsTypes="AA">
                                      <p:cBhvr>
                                        <p:cTn id="545" dur="1000" fill="hold"/>
                                        <p:tgtEl>
                                          <p:spTgt spid="185"/>
                                        </p:tgtEl>
                                        <p:attrNameLst>
                                          <p:attrName>ppt_x</p:attrName>
                                          <p:attrName>ppt_y</p:attrName>
                                        </p:attrNameLst>
                                      </p:cBhvr>
                                      <p:rCtr x="8242" y="12384"/>
                                    </p:animMotion>
                                  </p:childTnLst>
                                </p:cTn>
                              </p:par>
                              <p:par>
                                <p:cTn id="546" presetID="10" presetClass="exit" presetSubtype="0" fill="hold" grpId="1" nodeType="withEffect">
                                  <p:stCondLst>
                                    <p:cond delay="500"/>
                                  </p:stCondLst>
                                  <p:childTnLst>
                                    <p:animEffect transition="out" filter="fade">
                                      <p:cBhvr>
                                        <p:cTn id="547" dur="500"/>
                                        <p:tgtEl>
                                          <p:spTgt spid="113"/>
                                        </p:tgtEl>
                                      </p:cBhvr>
                                    </p:animEffect>
                                    <p:set>
                                      <p:cBhvr>
                                        <p:cTn id="548" dur="1" fill="hold">
                                          <p:stCondLst>
                                            <p:cond delay="499"/>
                                          </p:stCondLst>
                                        </p:cTn>
                                        <p:tgtEl>
                                          <p:spTgt spid="113"/>
                                        </p:tgtEl>
                                        <p:attrNameLst>
                                          <p:attrName>style.visibility</p:attrName>
                                        </p:attrNameLst>
                                      </p:cBhvr>
                                      <p:to>
                                        <p:strVal val="hidden"/>
                                      </p:to>
                                    </p:set>
                                  </p:childTnLst>
                                </p:cTn>
                              </p:par>
                              <p:par>
                                <p:cTn id="549" presetID="10" presetClass="exit" presetSubtype="0" fill="hold" grpId="1" nodeType="withEffect">
                                  <p:stCondLst>
                                    <p:cond delay="500"/>
                                  </p:stCondLst>
                                  <p:childTnLst>
                                    <p:animEffect transition="out" filter="fade">
                                      <p:cBhvr>
                                        <p:cTn id="550" dur="500"/>
                                        <p:tgtEl>
                                          <p:spTgt spid="101"/>
                                        </p:tgtEl>
                                      </p:cBhvr>
                                    </p:animEffect>
                                    <p:set>
                                      <p:cBhvr>
                                        <p:cTn id="551" dur="1" fill="hold">
                                          <p:stCondLst>
                                            <p:cond delay="499"/>
                                          </p:stCondLst>
                                        </p:cTn>
                                        <p:tgtEl>
                                          <p:spTgt spid="101"/>
                                        </p:tgtEl>
                                        <p:attrNameLst>
                                          <p:attrName>style.visibility</p:attrName>
                                        </p:attrNameLst>
                                      </p:cBhvr>
                                      <p:to>
                                        <p:strVal val="hidden"/>
                                      </p:to>
                                    </p:set>
                                  </p:childTnLst>
                                </p:cTn>
                              </p:par>
                            </p:childTnLst>
                          </p:cTn>
                        </p:par>
                        <p:par>
                          <p:cTn id="552" fill="hold">
                            <p:stCondLst>
                              <p:cond delay="2000"/>
                            </p:stCondLst>
                            <p:childTnLst>
                              <p:par>
                                <p:cTn id="553" presetID="42" presetClass="path" presetSubtype="0" accel="50000" decel="50000" fill="hold" nodeType="afterEffect">
                                  <p:stCondLst>
                                    <p:cond delay="0"/>
                                  </p:stCondLst>
                                  <p:childTnLst>
                                    <p:animMotion origin="layout" path="M -0.00104 0.31829 L -0.00117 0.45972 " pathEditMode="relative" rAng="0" ptsTypes="AA">
                                      <p:cBhvr>
                                        <p:cTn id="554" dur="2000" fill="hold"/>
                                        <p:tgtEl>
                                          <p:spTgt spid="3"/>
                                        </p:tgtEl>
                                        <p:attrNameLst>
                                          <p:attrName>ppt_x</p:attrName>
                                          <p:attrName>ppt_y</p:attrName>
                                        </p:attrNameLst>
                                      </p:cBhvr>
                                      <p:rCtr x="-13" y="7060"/>
                                    </p:animMotion>
                                  </p:childTnLst>
                                </p:cTn>
                              </p:par>
                            </p:childTnLst>
                          </p:cTn>
                        </p:par>
                      </p:childTnLst>
                    </p:cTn>
                  </p:par>
                  <p:par>
                    <p:cTn id="555" fill="hold">
                      <p:stCondLst>
                        <p:cond delay="indefinite"/>
                      </p:stCondLst>
                      <p:childTnLst>
                        <p:par>
                          <p:cTn id="556" fill="hold">
                            <p:stCondLst>
                              <p:cond delay="0"/>
                            </p:stCondLst>
                            <p:childTnLst>
                              <p:par>
                                <p:cTn id="557" presetID="22" presetClass="exit" presetSubtype="1" fill="hold" nodeType="clickEffect">
                                  <p:stCondLst>
                                    <p:cond delay="0"/>
                                  </p:stCondLst>
                                  <p:childTnLst>
                                    <p:animEffect transition="out" filter="wipe(up)">
                                      <p:cBhvr>
                                        <p:cTn id="558" dur="500"/>
                                        <p:tgtEl>
                                          <p:spTgt spid="3"/>
                                        </p:tgtEl>
                                      </p:cBhvr>
                                    </p:animEffect>
                                    <p:set>
                                      <p:cBhvr>
                                        <p:cTn id="559" dur="1" fill="hold">
                                          <p:stCondLst>
                                            <p:cond delay="499"/>
                                          </p:stCondLst>
                                        </p:cTn>
                                        <p:tgtEl>
                                          <p:spTgt spid="3"/>
                                        </p:tgtEl>
                                        <p:attrNameLst>
                                          <p:attrName>style.visibility</p:attrName>
                                        </p:attrNameLst>
                                      </p:cBhvr>
                                      <p:to>
                                        <p:strVal val="hidden"/>
                                      </p:to>
                                    </p:set>
                                  </p:childTnLst>
                                </p:cTn>
                              </p:par>
                            </p:childTnLst>
                          </p:cTn>
                        </p:par>
                      </p:childTnLst>
                    </p:cTn>
                  </p:par>
                  <p:par>
                    <p:cTn id="560" fill="hold">
                      <p:stCondLst>
                        <p:cond delay="indefinite"/>
                      </p:stCondLst>
                      <p:childTnLst>
                        <p:par>
                          <p:cTn id="561" fill="hold">
                            <p:stCondLst>
                              <p:cond delay="0"/>
                            </p:stCondLst>
                            <p:childTnLst>
                              <p:par>
                                <p:cTn id="562" presetID="42" presetClass="entr" presetSubtype="0" fill="hold" grpId="0" nodeType="clickEffect">
                                  <p:stCondLst>
                                    <p:cond delay="0"/>
                                  </p:stCondLst>
                                  <p:childTnLst>
                                    <p:set>
                                      <p:cBhvr>
                                        <p:cTn id="563" dur="1" fill="hold">
                                          <p:stCondLst>
                                            <p:cond delay="0"/>
                                          </p:stCondLst>
                                        </p:cTn>
                                        <p:tgtEl>
                                          <p:spTgt spid="2"/>
                                        </p:tgtEl>
                                        <p:attrNameLst>
                                          <p:attrName>style.visibility</p:attrName>
                                        </p:attrNameLst>
                                      </p:cBhvr>
                                      <p:to>
                                        <p:strVal val="visible"/>
                                      </p:to>
                                    </p:set>
                                    <p:animEffect transition="in" filter="fade">
                                      <p:cBhvr>
                                        <p:cTn id="564" dur="1000"/>
                                        <p:tgtEl>
                                          <p:spTgt spid="2"/>
                                        </p:tgtEl>
                                      </p:cBhvr>
                                    </p:animEffect>
                                    <p:anim calcmode="lin" valueType="num">
                                      <p:cBhvr>
                                        <p:cTn id="565" dur="1000" fill="hold"/>
                                        <p:tgtEl>
                                          <p:spTgt spid="2"/>
                                        </p:tgtEl>
                                        <p:attrNameLst>
                                          <p:attrName>ppt_x</p:attrName>
                                        </p:attrNameLst>
                                      </p:cBhvr>
                                      <p:tavLst>
                                        <p:tav tm="0">
                                          <p:val>
                                            <p:strVal val="#ppt_x"/>
                                          </p:val>
                                        </p:tav>
                                        <p:tav tm="100000">
                                          <p:val>
                                            <p:strVal val="#ppt_x"/>
                                          </p:val>
                                        </p:tav>
                                      </p:tavLst>
                                    </p:anim>
                                    <p:anim calcmode="lin" valueType="num">
                                      <p:cBhvr>
                                        <p:cTn id="56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7" grpId="0"/>
      <p:bldP spid="51" grpId="0"/>
      <p:bldP spid="52" grpId="0"/>
      <p:bldP spid="53" grpId="0"/>
      <p:bldP spid="54" grpId="0"/>
      <p:bldP spid="74" grpId="0"/>
      <p:bldP spid="89" grpId="0"/>
      <p:bldP spid="92" grpId="0"/>
      <p:bldP spid="92" grpId="1"/>
      <p:bldP spid="93" grpId="0"/>
      <p:bldP spid="94" grpId="0"/>
      <p:bldP spid="94" grpId="1"/>
      <p:bldP spid="95" grpId="0"/>
      <p:bldP spid="97" grpId="0"/>
      <p:bldP spid="97" grpId="1"/>
      <p:bldP spid="98" grpId="0"/>
      <p:bldP spid="99" grpId="0"/>
      <p:bldP spid="99" grpId="1"/>
      <p:bldP spid="100" grpId="0"/>
      <p:bldP spid="101" grpId="0"/>
      <p:bldP spid="101" grpId="1"/>
      <p:bldP spid="102" grpId="0"/>
      <p:bldP spid="103" grpId="0"/>
      <p:bldP spid="103" grpId="1"/>
      <p:bldP spid="104" grpId="0"/>
      <p:bldP spid="105" grpId="0"/>
      <p:bldP spid="105" grpId="1"/>
      <p:bldP spid="106" grpId="0"/>
      <p:bldP spid="106" grpId="1"/>
      <p:bldP spid="107" grpId="0"/>
      <p:bldP spid="107" grpId="1"/>
      <p:bldP spid="108" grpId="0"/>
      <p:bldP spid="109" grpId="0"/>
      <p:bldP spid="109" grpId="1"/>
      <p:bldP spid="110" grpId="0"/>
      <p:bldP spid="111" grpId="0"/>
      <p:bldP spid="112" grpId="0"/>
      <p:bldP spid="113" grpId="0"/>
      <p:bldP spid="113" grpId="1"/>
      <p:bldP spid="114" grpId="0"/>
      <p:bldP spid="114" grpId="1"/>
      <p:bldP spid="115" grpId="0"/>
      <p:bldP spid="116" grpId="0"/>
      <p:bldP spid="141" grpId="0"/>
      <p:bldP spid="141" grpId="1"/>
      <p:bldP spid="142" grpId="0"/>
      <p:bldP spid="142" grpId="1"/>
      <p:bldP spid="142" grpId="2"/>
      <p:bldP spid="143" grpId="0"/>
      <p:bldP spid="143" grpId="1"/>
      <p:bldP spid="145" grpId="0"/>
      <p:bldP spid="145" grpId="1"/>
      <p:bldP spid="146" grpId="0"/>
      <p:bldP spid="146" grpId="1"/>
      <p:bldP spid="146" grpId="2"/>
      <p:bldP spid="147" grpId="0"/>
      <p:bldP spid="147" grpId="1"/>
      <p:bldP spid="148" grpId="0"/>
      <p:bldP spid="148" grpId="1"/>
      <p:bldP spid="149" grpId="0"/>
      <p:bldP spid="149" grpId="1"/>
      <p:bldP spid="149" grpId="2"/>
      <p:bldP spid="149" grpId="3"/>
      <p:bldP spid="150" grpId="0"/>
      <p:bldP spid="150" grpId="1"/>
      <p:bldP spid="173" grpId="0"/>
      <p:bldP spid="173" grpId="1"/>
      <p:bldP spid="175" grpId="0"/>
      <p:bldP spid="175" grpId="1"/>
      <p:bldP spid="176" grpId="0"/>
      <p:bldP spid="176" grpId="1"/>
      <p:bldP spid="177" grpId="0"/>
      <p:bldP spid="177" grpId="1"/>
      <p:bldP spid="178" grpId="0"/>
      <p:bldP spid="178" grpId="1"/>
      <p:bldP spid="179" grpId="0"/>
      <p:bldP spid="179" grpId="1"/>
      <p:bldP spid="180" grpId="0"/>
      <p:bldP spid="180" grpId="1"/>
      <p:bldP spid="181" grpId="0"/>
      <p:bldP spid="181" grpId="1"/>
      <p:bldP spid="182" grpId="0"/>
      <p:bldP spid="182" grpId="1"/>
      <p:bldP spid="183" grpId="0"/>
      <p:bldP spid="183" grpId="1"/>
      <p:bldP spid="184" grpId="0"/>
      <p:bldP spid="184" grpId="1"/>
      <p:bldP spid="185" grpId="0"/>
      <p:bldP spid="185" grpId="1"/>
      <p:bldP spid="186" grpId="0" build="p"/>
      <p:bldP spid="137" grpId="0"/>
      <p:bldP spid="138" grpId="0"/>
      <p:bldP spid="170" grpId="0"/>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44977B9-43A4-1304-9234-9523D618E6A7}"/>
              </a:ext>
            </a:extLst>
          </p:cNvPr>
          <p:cNvSpPr>
            <a:spLocks noGrp="1"/>
          </p:cNvSpPr>
          <p:nvPr>
            <p:ph type="sldNum" sz="quarter" idx="12"/>
          </p:nvPr>
        </p:nvSpPr>
        <p:spPr>
          <a:xfrm>
            <a:off x="8610600" y="6168922"/>
            <a:ext cx="2743200" cy="365125"/>
          </a:xfrm>
        </p:spPr>
        <p:txBody>
          <a:bodyPr/>
          <a:lstStyle/>
          <a:p>
            <a:fld id="{D7C0FE0B-717B-41AE-9FA2-CA4BF851D1C3}" type="slidenum">
              <a:rPr lang="zh-CN" altLang="en-US" smtClean="0"/>
              <a:t>8</a:t>
            </a:fld>
            <a:endParaRPr lang="zh-CN" altLang="en-US"/>
          </a:p>
        </p:txBody>
      </p:sp>
      <p:sp>
        <p:nvSpPr>
          <p:cNvPr id="3" name="文本框 1">
            <a:extLst>
              <a:ext uri="{FF2B5EF4-FFF2-40B4-BE49-F238E27FC236}">
                <a16:creationId xmlns:a16="http://schemas.microsoft.com/office/drawing/2014/main" id="{A54DE07A-39ED-B841-5794-F3F53D088A7C}"/>
              </a:ext>
            </a:extLst>
          </p:cNvPr>
          <p:cNvSpPr txBox="1"/>
          <p:nvPr/>
        </p:nvSpPr>
        <p:spPr>
          <a:xfrm>
            <a:off x="1295814" y="257540"/>
            <a:ext cx="2185214"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rgbClr val="333DFF"/>
                </a:solidFill>
                <a:effectLst>
                  <a:outerShdw blurRad="38100" dist="38100" dir="2700000" algn="tl">
                    <a:srgbClr val="000000">
                      <a:alpha val="43137"/>
                    </a:srgbClr>
                  </a:outerShdw>
                </a:effectLst>
                <a:latin typeface="+mj-ea"/>
                <a:ea typeface="+mj-ea"/>
              </a:rPr>
              <a:t>7.2.2  </a:t>
            </a:r>
            <a:r>
              <a:rPr lang="zh-CN" altLang="en-US" sz="2400" dirty="0">
                <a:solidFill>
                  <a:srgbClr val="333DFF"/>
                </a:solidFill>
                <a:effectLst>
                  <a:outerShdw blurRad="38100" dist="38100" dir="2700000" algn="tl">
                    <a:srgbClr val="000000">
                      <a:alpha val="43137"/>
                    </a:srgbClr>
                  </a:outerShdw>
                </a:effectLst>
                <a:latin typeface="+mj-ea"/>
                <a:ea typeface="+mj-ea"/>
              </a:rPr>
              <a:t>邻接表</a:t>
            </a:r>
          </a:p>
        </p:txBody>
      </p:sp>
      <p:sp>
        <p:nvSpPr>
          <p:cNvPr id="5" name="文本框 4">
            <a:extLst>
              <a:ext uri="{FF2B5EF4-FFF2-40B4-BE49-F238E27FC236}">
                <a16:creationId xmlns:a16="http://schemas.microsoft.com/office/drawing/2014/main" id="{BEBBC0BA-FE78-DB92-855A-1DDE301895F3}"/>
              </a:ext>
            </a:extLst>
          </p:cNvPr>
          <p:cNvSpPr txBox="1"/>
          <p:nvPr/>
        </p:nvSpPr>
        <p:spPr>
          <a:xfrm>
            <a:off x="554183" y="812086"/>
            <a:ext cx="7165831" cy="923330"/>
          </a:xfrm>
          <a:prstGeom prst="rect">
            <a:avLst/>
          </a:prstGeom>
          <a:noFill/>
        </p:spPr>
        <p:txBody>
          <a:bodyPr wrap="square">
            <a:spAutoFit/>
          </a:bodyPr>
          <a:lstStyle/>
          <a:p>
            <a:pPr algn="just"/>
            <a:r>
              <a:rPr lang="zh-CN" altLang="en-US" sz="1800" b="0" i="0" u="none" strike="noStrike" dirty="0">
                <a:solidFill>
                  <a:srgbClr val="C00000"/>
                </a:solidFill>
                <a:ea typeface="+mj-ea"/>
              </a:rPr>
              <a:t>邻接表</a:t>
            </a:r>
            <a:r>
              <a:rPr lang="en-US" altLang="zh-CN" sz="1800" b="0" i="0" u="none" strike="noStrike" dirty="0">
                <a:solidFill>
                  <a:srgbClr val="000000"/>
                </a:solidFill>
              </a:rPr>
              <a:t>(adjacency list)</a:t>
            </a:r>
            <a:r>
              <a:rPr lang="zh-CN" altLang="en-US" sz="1800" b="0" i="0" u="none" strike="noStrike" dirty="0">
                <a:solidFill>
                  <a:srgbClr val="000000"/>
                </a:solidFill>
              </a:rPr>
              <a:t>是图的一种链式存储结构。在邻接表中</a:t>
            </a:r>
            <a:r>
              <a:rPr lang="en-US" altLang="zh-CN" sz="1800" b="0" i="0" u="none" strike="noStrike" dirty="0">
                <a:solidFill>
                  <a:srgbClr val="000000"/>
                </a:solidFill>
              </a:rPr>
              <a:t>,</a:t>
            </a:r>
            <a:r>
              <a:rPr lang="zh-CN" altLang="en-US" sz="1800" b="0" i="0" u="none" strike="noStrike" dirty="0">
                <a:solidFill>
                  <a:srgbClr val="000000"/>
                </a:solidFill>
              </a:rPr>
              <a:t>对图中每个顶点建立一个单链表，第</a:t>
            </a:r>
            <a:r>
              <a:rPr lang="en-US" altLang="zh-CN" sz="1800" b="0" i="1" u="none" strike="noStrike" dirty="0" err="1">
                <a:solidFill>
                  <a:srgbClr val="000000"/>
                </a:solidFill>
              </a:rPr>
              <a:t>i</a:t>
            </a:r>
            <a:r>
              <a:rPr lang="zh-CN" altLang="en-US" sz="1800" b="0" i="0" u="none" strike="noStrike" dirty="0">
                <a:solidFill>
                  <a:srgbClr val="000000"/>
                </a:solidFill>
              </a:rPr>
              <a:t>个单链表中的结点表示依附于顶点</a:t>
            </a:r>
            <a:r>
              <a:rPr lang="en-US" altLang="zh-CN" sz="1800" b="0" i="1" u="none" strike="noStrike" dirty="0">
                <a:solidFill>
                  <a:srgbClr val="000000"/>
                </a:solidFill>
              </a:rPr>
              <a:t>v</a:t>
            </a:r>
            <a:r>
              <a:rPr lang="en-US" altLang="zh-CN" sz="1600" b="0" i="1" u="none" strike="noStrike" baseline="-25000" dirty="0">
                <a:solidFill>
                  <a:srgbClr val="000000"/>
                </a:solidFill>
              </a:rPr>
              <a:t>i</a:t>
            </a:r>
            <a:r>
              <a:rPr lang="zh-CN" altLang="en-US" sz="800" b="0" i="1" u="none" strike="noStrike" dirty="0">
                <a:solidFill>
                  <a:srgbClr val="000000"/>
                </a:solidFill>
              </a:rPr>
              <a:t> </a:t>
            </a:r>
            <a:r>
              <a:rPr lang="zh-CN" altLang="en-US" sz="1800" b="0" i="0" u="none" strike="noStrike" dirty="0">
                <a:solidFill>
                  <a:srgbClr val="000000"/>
                </a:solidFill>
              </a:rPr>
              <a:t>的边</a:t>
            </a:r>
            <a:r>
              <a:rPr lang="en-US" altLang="zh-CN" sz="1800" b="0" i="0" u="none" strike="noStrike" dirty="0">
                <a:solidFill>
                  <a:srgbClr val="000000"/>
                </a:solidFill>
              </a:rPr>
              <a:t>(</a:t>
            </a:r>
            <a:r>
              <a:rPr lang="zh-CN" altLang="en-US" sz="1800" b="0" i="0" u="none" strike="noStrike" dirty="0">
                <a:solidFill>
                  <a:srgbClr val="000000"/>
                </a:solidFill>
              </a:rPr>
              <a:t>对有向图是以顶点</a:t>
            </a:r>
            <a:r>
              <a:rPr lang="en-US" altLang="zh-CN" sz="1800" b="0" i="1" u="none" strike="noStrike" dirty="0">
                <a:solidFill>
                  <a:srgbClr val="000000"/>
                </a:solidFill>
              </a:rPr>
              <a:t>v</a:t>
            </a:r>
            <a:r>
              <a:rPr lang="en-US" altLang="zh-CN" sz="1600" b="0" i="1" u="none" strike="noStrike" baseline="-25000" dirty="0">
                <a:solidFill>
                  <a:srgbClr val="000000"/>
                </a:solidFill>
              </a:rPr>
              <a:t>i</a:t>
            </a:r>
            <a:r>
              <a:rPr lang="zh-CN" altLang="en-US" sz="800" b="0" i="1" u="none" strike="noStrike" dirty="0">
                <a:solidFill>
                  <a:srgbClr val="000000"/>
                </a:solidFill>
              </a:rPr>
              <a:t> </a:t>
            </a:r>
            <a:r>
              <a:rPr lang="zh-CN" altLang="en-US" sz="1800" b="0" i="0" u="none" strike="noStrike" dirty="0">
                <a:solidFill>
                  <a:srgbClr val="000000"/>
                </a:solidFill>
              </a:rPr>
              <a:t>为尾的 弧</a:t>
            </a:r>
            <a:r>
              <a:rPr lang="en-US" altLang="zh-CN" sz="1800" b="0" i="0" u="none" strike="noStrike" dirty="0">
                <a:solidFill>
                  <a:srgbClr val="000000"/>
                </a:solidFill>
              </a:rPr>
              <a:t>)</a:t>
            </a:r>
            <a:r>
              <a:rPr lang="zh-CN" altLang="en-US" sz="1800" b="0" i="0" u="none" strike="noStrike" dirty="0">
                <a:solidFill>
                  <a:srgbClr val="000000"/>
                </a:solidFill>
              </a:rPr>
              <a:t>。</a:t>
            </a:r>
          </a:p>
        </p:txBody>
      </p:sp>
      <p:sp>
        <p:nvSpPr>
          <p:cNvPr id="7" name="文本框 6">
            <a:extLst>
              <a:ext uri="{FF2B5EF4-FFF2-40B4-BE49-F238E27FC236}">
                <a16:creationId xmlns:a16="http://schemas.microsoft.com/office/drawing/2014/main" id="{608E7BF9-3B0A-828B-9440-07B086391E47}"/>
              </a:ext>
            </a:extLst>
          </p:cNvPr>
          <p:cNvSpPr txBox="1"/>
          <p:nvPr/>
        </p:nvSpPr>
        <p:spPr>
          <a:xfrm>
            <a:off x="554183" y="1825004"/>
            <a:ext cx="6864926" cy="4831964"/>
          </a:xfrm>
          <a:prstGeom prst="rect">
            <a:avLst/>
          </a:prstGeom>
          <a:noFill/>
        </p:spPr>
        <p:txBody>
          <a:bodyPr wrap="square">
            <a:spAutoFit/>
          </a:bodyPr>
          <a:lstStyle/>
          <a:p>
            <a:pPr marR="26670" eaLnBrk="0">
              <a:lnSpc>
                <a:spcPct val="90000"/>
              </a:lnSpc>
              <a:buNone/>
            </a:pP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图的邻接表存储表示</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endParaRPr lang="zh-CN" altLang="zh-CN" spc="-10" dirty="0">
              <a:solidFill>
                <a:schemeClr val="accent6">
                  <a:lumMod val="75000"/>
                </a:schemeClr>
              </a:solidFill>
              <a:latin typeface="Courier New" panose="02070309020205020404" pitchFamily="49" charset="0"/>
              <a:ea typeface="宋体" panose="02010600030101010101" pitchFamily="2" charset="-122"/>
            </a:endParaRPr>
          </a:p>
          <a:p>
            <a:pPr marR="26670" eaLnBrk="0">
              <a:lnSpc>
                <a:spcPct val="90000"/>
              </a:lnSpc>
              <a:buNone/>
            </a:pPr>
            <a:r>
              <a:rPr lang="en-US" altLang="zh-CN" sz="1800" b="1" spc="-10" dirty="0">
                <a:solidFill>
                  <a:srgbClr val="000000"/>
                </a:solidFill>
                <a:effectLst/>
                <a:latin typeface="Courier New" panose="02070309020205020404" pitchFamily="49" charset="0"/>
                <a:ea typeface="宋体" panose="02010600030101010101" pitchFamily="2" charset="-122"/>
              </a:rPr>
              <a:t>typedef</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struct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ArcNode</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a:t>
            </a:r>
            <a:endParaRPr lang="zh-CN" altLang="zh-CN" sz="1800" dirty="0">
              <a:solidFill>
                <a:srgbClr val="000000"/>
              </a:solidFill>
              <a:effectLst/>
              <a:latin typeface="Courier New" panose="02070309020205020404" pitchFamily="49" charset="0"/>
              <a:ea typeface="Courier New" panose="02070309020205020404" pitchFamily="49" charset="0"/>
            </a:endParaRPr>
          </a:p>
          <a:p>
            <a:pPr marR="26670" eaLnBrk="0">
              <a:lnSpc>
                <a:spcPct val="90000"/>
              </a:lnSpc>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int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adjvex</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a:solidFill>
                  <a:schemeClr val="accent6">
                    <a:lumMod val="75000"/>
                  </a:schemeClr>
                </a:solidFill>
                <a:effectLst/>
                <a:latin typeface="Courier New" panose="02070309020205020404" pitchFamily="49" charset="0"/>
                <a:ea typeface="宋体" panose="02010600030101010101" pitchFamily="2" charset="-122"/>
              </a:rPr>
              <a:t>// </a:t>
            </a:r>
            <a:r>
              <a:rPr lang="zh-CN" altLang="zh-CN" sz="1800" spc="-10" dirty="0">
                <a:solidFill>
                  <a:schemeClr val="accent6">
                    <a:lumMod val="75000"/>
                  </a:schemeClr>
                </a:solidFill>
                <a:effectLst/>
                <a:latin typeface="Courier New" panose="02070309020205020404" pitchFamily="49" charset="0"/>
                <a:ea typeface="宋体" panose="02010600030101010101" pitchFamily="2" charset="-122"/>
              </a:rPr>
              <a:t>该弧所指向的顶点的位置</a:t>
            </a:r>
            <a:endParaRPr lang="zh-CN" altLang="zh-CN" sz="1800" dirty="0">
              <a:solidFill>
                <a:schemeClr val="accent6">
                  <a:lumMod val="75000"/>
                </a:schemeClr>
              </a:solidFill>
              <a:effectLst/>
              <a:latin typeface="Courier New" panose="02070309020205020404" pitchFamily="49" charset="0"/>
              <a:ea typeface="Courier New" panose="02070309020205020404" pitchFamily="49" charset="0"/>
            </a:endParaRPr>
          </a:p>
          <a:p>
            <a:pPr marR="26670" eaLnBrk="0">
              <a:lnSpc>
                <a:spcPct val="90000"/>
              </a:lnSpc>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ArcNode</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nextarc</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指向下一弧结点的指针</a:t>
            </a:r>
          </a:p>
          <a:p>
            <a:pPr marR="26670" eaLnBrk="0">
              <a:lnSpc>
                <a:spcPct val="90000"/>
              </a:lnSpc>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WeightType</a:t>
            </a:r>
            <a:r>
              <a:rPr lang="en-US" altLang="zh-CN" sz="1800" spc="-10" dirty="0">
                <a:solidFill>
                  <a:srgbClr val="000000"/>
                </a:solidFill>
                <a:effectLst/>
                <a:latin typeface="Courier New" panose="02070309020205020404" pitchFamily="49" charset="0"/>
                <a:ea typeface="宋体" panose="02010600030101010101" pitchFamily="2" charset="-122"/>
              </a:rPr>
              <a:t>  weight;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弧权值</a:t>
            </a:r>
          </a:p>
          <a:p>
            <a:pPr marR="26670" eaLnBrk="0">
              <a:lnSpc>
                <a:spcPct val="90000"/>
              </a:lnSpc>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InfoType</a:t>
            </a:r>
            <a:r>
              <a:rPr lang="en-US" altLang="zh-CN" sz="1800" spc="-10" dirty="0">
                <a:solidFill>
                  <a:srgbClr val="000000"/>
                </a:solidFill>
                <a:effectLst/>
                <a:latin typeface="Courier New" panose="02070309020205020404" pitchFamily="49" charset="0"/>
                <a:ea typeface="宋体" panose="02010600030101010101" pitchFamily="2" charset="-122"/>
              </a:rPr>
              <a:t>    info;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弧的其他信息</a:t>
            </a:r>
          </a:p>
          <a:p>
            <a:pPr marR="26670" eaLnBrk="0">
              <a:lnSpc>
                <a:spcPct val="90000"/>
              </a:lnSpc>
              <a:buNone/>
            </a:pPr>
            <a:r>
              <a:rPr lang="en-US" altLang="zh-CN" sz="1800" b="1" spc="-10" dirty="0">
                <a:solidFill>
                  <a:srgbClr val="000000"/>
                </a:solidFill>
                <a:effectLst/>
                <a:latin typeface="Courier New" panose="02070309020205020404" pitchFamily="49" charset="0"/>
                <a:ea typeface="宋体" panose="02010600030101010101" pitchFamily="2" charset="-122"/>
              </a:rPr>
              <a: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ArcNode</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ArcNP</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弧结点类型，弧结点指针类型</a:t>
            </a:r>
          </a:p>
          <a:p>
            <a:pPr marR="26670" eaLnBrk="0">
              <a:lnSpc>
                <a:spcPct val="90000"/>
              </a:lnSpc>
              <a:buNone/>
            </a:pPr>
            <a:r>
              <a:rPr lang="en-US" altLang="zh-CN" sz="1800" b="1" spc="-10" dirty="0">
                <a:solidFill>
                  <a:srgbClr val="000000"/>
                </a:solidFill>
                <a:effectLst/>
                <a:latin typeface="Courier New" panose="02070309020205020404" pitchFamily="49" charset="0"/>
                <a:ea typeface="宋体" panose="02010600030101010101" pitchFamily="2" charset="-122"/>
              </a:rPr>
              <a:t>typedef</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struct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a:t>
            </a:r>
            <a:endParaRPr lang="zh-CN" altLang="zh-CN" sz="1800" dirty="0">
              <a:solidFill>
                <a:srgbClr val="000000"/>
              </a:solidFill>
              <a:effectLst/>
              <a:latin typeface="Courier New" panose="02070309020205020404" pitchFamily="49" charset="0"/>
              <a:ea typeface="Courier New" panose="02070309020205020404" pitchFamily="49" charset="0"/>
            </a:endParaRPr>
          </a:p>
          <a:p>
            <a:pPr marR="26670" eaLnBrk="0">
              <a:lnSpc>
                <a:spcPct val="90000"/>
              </a:lnSpc>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VexType</a:t>
            </a:r>
            <a:r>
              <a:rPr lang="en-US" altLang="zh-CN" sz="1800" spc="-10" dirty="0">
                <a:solidFill>
                  <a:srgbClr val="000000"/>
                </a:solidFill>
                <a:effectLst/>
                <a:latin typeface="Courier New" panose="02070309020205020404" pitchFamily="49" charset="0"/>
                <a:ea typeface="宋体" panose="02010600030101010101" pitchFamily="2" charset="-122"/>
              </a:rPr>
              <a:t>   data;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顶点数据</a:t>
            </a:r>
          </a:p>
          <a:p>
            <a:pPr marR="26670" eaLnBrk="0">
              <a:lnSpc>
                <a:spcPct val="90000"/>
              </a:lnSpc>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ArcNode</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firstarc</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顶点的邻接链表头指针，</a:t>
            </a:r>
            <a:endParaRPr lang="en-US" altLang="zh-CN" spc="-10" dirty="0">
              <a:solidFill>
                <a:schemeClr val="accent6">
                  <a:lumMod val="75000"/>
                </a:schemeClr>
              </a:solidFill>
              <a:latin typeface="Courier New" panose="02070309020205020404" pitchFamily="49" charset="0"/>
              <a:ea typeface="宋体" panose="02010600030101010101" pitchFamily="2" charset="-122"/>
            </a:endParaRPr>
          </a:p>
          <a:p>
            <a:pPr marR="26670" eaLnBrk="0">
              <a:lnSpc>
                <a:spcPct val="90000"/>
              </a:lnSpc>
              <a:buNone/>
            </a:pPr>
            <a:r>
              <a:rPr lang="en-US" altLang="zh-CN" spc="-10" dirty="0">
                <a:solidFill>
                  <a:srgbClr val="000000"/>
                </a:solidFill>
                <a:latin typeface="Courier New" panose="02070309020205020404" pitchFamily="49" charset="0"/>
                <a:ea typeface="宋体" panose="02010600030101010101" pitchFamily="2" charset="-122"/>
              </a:rPr>
              <a:t>                    </a:t>
            </a:r>
            <a:r>
              <a:rPr lang="en-US" altLang="zh-CN" spc="-10" dirty="0">
                <a:solidFill>
                  <a:schemeClr val="accent6">
                    <a:lumMod val="75000"/>
                  </a:schemeClr>
                </a:solidFill>
                <a:latin typeface="Courier New" panose="02070309020205020404" pitchFamily="49" charset="0"/>
                <a:ea typeface="宋体" panose="02010600030101010101" pitchFamily="2" charset="-122"/>
              </a:rPr>
              <a:t>//</a:t>
            </a:r>
            <a:r>
              <a:rPr lang="zh-CN" altLang="en-US"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指向第一条依附该顶点的弧结点</a:t>
            </a:r>
          </a:p>
          <a:p>
            <a:pPr marR="26670" eaLnBrk="0">
              <a:lnSpc>
                <a:spcPct val="90000"/>
              </a:lnSpc>
              <a:buNone/>
            </a:pPr>
            <a:r>
              <a:rPr lang="en-US" altLang="zh-CN" sz="1800" b="1" spc="-10" dirty="0">
                <a:solidFill>
                  <a:srgbClr val="000000"/>
                </a:solidFill>
                <a:effectLst/>
                <a:latin typeface="Courier New" panose="02070309020205020404" pitchFamily="49" charset="0"/>
                <a:ea typeface="宋体" panose="02010600030101010101" pitchFamily="2" charset="-122"/>
              </a:rPr>
              <a: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VNode</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AdjList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顶点类型，顶点动态数组指针类型</a:t>
            </a:r>
          </a:p>
          <a:p>
            <a:pPr marR="26670" eaLnBrk="0">
              <a:lnSpc>
                <a:spcPct val="90000"/>
              </a:lnSpc>
              <a:buNone/>
            </a:pPr>
            <a:r>
              <a:rPr lang="en-US" altLang="zh-CN" sz="1800" b="1" spc="-10" dirty="0">
                <a:solidFill>
                  <a:srgbClr val="000000"/>
                </a:solidFill>
                <a:effectLst/>
                <a:latin typeface="Courier New" panose="02070309020205020404" pitchFamily="49" charset="0"/>
                <a:ea typeface="宋体" panose="02010600030101010101" pitchFamily="2" charset="-122"/>
              </a:rPr>
              <a:t>typedef</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struct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a:t>
            </a:r>
            <a:endParaRPr lang="zh-CN" altLang="zh-CN" sz="1800" dirty="0">
              <a:solidFill>
                <a:srgbClr val="000000"/>
              </a:solidFill>
              <a:effectLst/>
              <a:latin typeface="Courier New" panose="02070309020205020404" pitchFamily="49" charset="0"/>
              <a:ea typeface="Courier New" panose="02070309020205020404" pitchFamily="49" charset="0"/>
            </a:endParaRPr>
          </a:p>
          <a:p>
            <a:pPr marR="26670" eaLnBrk="0">
              <a:lnSpc>
                <a:spcPct val="90000"/>
              </a:lnSpc>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AdjList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vexs</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顶点动态数组</a:t>
            </a:r>
          </a:p>
          <a:p>
            <a:pPr marR="26670" eaLnBrk="0">
              <a:lnSpc>
                <a:spcPct val="90000"/>
              </a:lnSpc>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int</a:t>
            </a:r>
            <a:r>
              <a:rPr lang="en-US" altLang="zh-CN" sz="1800" spc="-10" dirty="0">
                <a:solidFill>
                  <a:srgbClr val="000000"/>
                </a:solidFill>
                <a:effectLst/>
                <a:latin typeface="Courier New" panose="02070309020205020404" pitchFamily="49" charset="0"/>
                <a:ea typeface="宋体" panose="02010600030101010101" pitchFamily="2" charset="-122"/>
              </a:rPr>
              <a:t>        n, a;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图的当前顶点数和弧数</a:t>
            </a:r>
          </a:p>
          <a:p>
            <a:pPr marR="26670" eaLnBrk="0">
              <a:lnSpc>
                <a:spcPct val="90000"/>
              </a:lnSpc>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GraphKind</a:t>
            </a:r>
            <a:r>
              <a:rPr lang="en-US" altLang="zh-CN" sz="1800" spc="-10" dirty="0">
                <a:solidFill>
                  <a:srgbClr val="000000"/>
                </a:solidFill>
                <a:effectLst/>
                <a:latin typeface="Courier New" panose="02070309020205020404" pitchFamily="49" charset="0"/>
                <a:ea typeface="宋体" panose="02010600030101010101" pitchFamily="2" charset="-122"/>
              </a:rPr>
              <a:t>  kind;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图的种类标志</a:t>
            </a:r>
          </a:p>
          <a:p>
            <a:pPr marR="26670" eaLnBrk="0">
              <a:lnSpc>
                <a:spcPct val="90000"/>
              </a:lnSpc>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b="1" spc="-10" dirty="0">
                <a:solidFill>
                  <a:srgbClr val="000000"/>
                </a:solidFill>
                <a:effectLst/>
                <a:latin typeface="Courier New" panose="02070309020205020404" pitchFamily="49" charset="0"/>
                <a:ea typeface="宋体" panose="02010600030101010101" pitchFamily="2" charset="-122"/>
              </a:rPr>
              <a:t>int</a:t>
            </a:r>
            <a:r>
              <a:rPr lang="en-US" altLang="zh-CN" sz="1800" spc="-10" dirty="0">
                <a:solidFill>
                  <a:srgbClr val="000000"/>
                </a:solidFill>
                <a:effectLst/>
                <a:latin typeface="Courier New" panose="02070309020205020404" pitchFamily="49" charset="0"/>
                <a:ea typeface="宋体" panose="02010600030101010101" pitchFamily="2" charset="-122"/>
              </a:rPr>
              <a:t>       *visited;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顶点标志动态数组</a:t>
            </a:r>
          </a:p>
          <a:p>
            <a:pPr marR="26670" eaLnBrk="0">
              <a:lnSpc>
                <a:spcPct val="90000"/>
              </a:lnSpc>
              <a:buNone/>
            </a:pP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ArcNP</a:t>
            </a:r>
            <a:r>
              <a:rPr lang="en-US" altLang="zh-CN" sz="1800" spc="-10" dirty="0">
                <a:solidFill>
                  <a:srgbClr val="000000"/>
                </a:solidFill>
                <a:effectLst/>
                <a:latin typeface="Courier New" panose="02070309020205020404" pitchFamily="49" charset="0"/>
                <a:ea typeface="宋体" panose="02010600030101010101" pitchFamily="2" charset="-122"/>
              </a:rPr>
              <a:t>     *curs;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邻接表迭代指针动态数</a:t>
            </a:r>
            <a:r>
              <a:rPr lang="zh-CN" altLang="zh-CN" sz="1800" spc="-10" dirty="0">
                <a:solidFill>
                  <a:srgbClr val="000000"/>
                </a:solidFill>
                <a:effectLst/>
                <a:latin typeface="Courier New" panose="02070309020205020404" pitchFamily="49" charset="0"/>
                <a:ea typeface="宋体" panose="02010600030101010101" pitchFamily="2" charset="-122"/>
              </a:rPr>
              <a:t>组</a:t>
            </a:r>
            <a:endParaRPr lang="zh-CN" altLang="zh-CN" sz="1800" dirty="0">
              <a:solidFill>
                <a:srgbClr val="000000"/>
              </a:solidFill>
              <a:effectLst/>
              <a:latin typeface="Courier New" panose="02070309020205020404" pitchFamily="49" charset="0"/>
              <a:ea typeface="Courier New" panose="02070309020205020404" pitchFamily="49" charset="0"/>
            </a:endParaRPr>
          </a:p>
          <a:p>
            <a:pPr marR="26670" eaLnBrk="0">
              <a:lnSpc>
                <a:spcPct val="90000"/>
              </a:lnSpc>
              <a:buNone/>
            </a:pPr>
            <a:r>
              <a:rPr lang="en-US" altLang="zh-CN" sz="1800" b="1" spc="-10" dirty="0">
                <a:solidFill>
                  <a:srgbClr val="000000"/>
                </a:solidFill>
                <a:effectLst/>
                <a:latin typeface="Courier New" panose="02070309020205020404" pitchFamily="49" charset="0"/>
                <a:ea typeface="宋体" panose="02010600030101010101" pitchFamily="2" charset="-122"/>
              </a:rPr>
              <a:t>}</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z="1800" spc="-10" dirty="0" err="1">
                <a:solidFill>
                  <a:srgbClr val="000000"/>
                </a:solidFill>
                <a:effectLst/>
                <a:latin typeface="Courier New" panose="02070309020205020404" pitchFamily="49" charset="0"/>
                <a:ea typeface="宋体" panose="02010600030101010101" pitchFamily="2" charset="-122"/>
              </a:rPr>
              <a:t>ALGraph</a:t>
            </a:r>
            <a:r>
              <a:rPr lang="en-US" altLang="zh-CN" sz="1800" spc="-10" dirty="0">
                <a:solidFill>
                  <a:srgbClr val="000000"/>
                </a:solidFill>
                <a:effectLst/>
                <a:latin typeface="Courier New" panose="02070309020205020404" pitchFamily="49" charset="0"/>
                <a:ea typeface="宋体" panose="02010600030101010101" pitchFamily="2" charset="-122"/>
              </a:rPr>
              <a:t>;             </a:t>
            </a:r>
            <a:r>
              <a:rPr lang="en-US" altLang="zh-CN" spc="-10" dirty="0">
                <a:solidFill>
                  <a:schemeClr val="accent6">
                    <a:lumMod val="75000"/>
                  </a:schemeClr>
                </a:solidFill>
                <a:latin typeface="Courier New" panose="02070309020205020404" pitchFamily="49" charset="0"/>
                <a:ea typeface="宋体" panose="02010600030101010101" pitchFamily="2" charset="-122"/>
              </a:rPr>
              <a:t>// </a:t>
            </a:r>
            <a:r>
              <a:rPr lang="zh-CN" altLang="zh-CN" spc="-10" dirty="0">
                <a:solidFill>
                  <a:schemeClr val="accent6">
                    <a:lumMod val="75000"/>
                  </a:schemeClr>
                </a:solidFill>
                <a:latin typeface="Courier New" panose="02070309020205020404" pitchFamily="49" charset="0"/>
                <a:ea typeface="宋体" panose="02010600030101010101" pitchFamily="2" charset="-122"/>
              </a:rPr>
              <a:t>邻接表指针类型</a:t>
            </a:r>
          </a:p>
        </p:txBody>
      </p:sp>
      <p:graphicFrame>
        <p:nvGraphicFramePr>
          <p:cNvPr id="8" name="表格 7">
            <a:extLst>
              <a:ext uri="{FF2B5EF4-FFF2-40B4-BE49-F238E27FC236}">
                <a16:creationId xmlns:a16="http://schemas.microsoft.com/office/drawing/2014/main" id="{0BB847C3-577D-FA1A-6A35-7C496AFAB231}"/>
              </a:ext>
            </a:extLst>
          </p:cNvPr>
          <p:cNvGraphicFramePr>
            <a:graphicFrameLocks noGrp="1"/>
          </p:cNvGraphicFramePr>
          <p:nvPr>
            <p:extLst>
              <p:ext uri="{D42A27DB-BD31-4B8C-83A1-F6EECF244321}">
                <p14:modId xmlns:p14="http://schemas.microsoft.com/office/powerpoint/2010/main" val="315760983"/>
              </p:ext>
            </p:extLst>
          </p:nvPr>
        </p:nvGraphicFramePr>
        <p:xfrm>
          <a:off x="7668949" y="4160532"/>
          <a:ext cx="931494" cy="1854200"/>
        </p:xfrm>
        <a:graphic>
          <a:graphicData uri="http://schemas.openxmlformats.org/drawingml/2006/table">
            <a:tbl>
              <a:tblPr firstRow="1" bandRow="1">
                <a:tableStyleId>{5940675A-B579-460E-94D1-54222C63F5DA}</a:tableStyleId>
              </a:tblPr>
              <a:tblGrid>
                <a:gridCol w="354330">
                  <a:extLst>
                    <a:ext uri="{9D8B030D-6E8A-4147-A177-3AD203B41FA5}">
                      <a16:colId xmlns:a16="http://schemas.microsoft.com/office/drawing/2014/main" val="3956350959"/>
                    </a:ext>
                  </a:extLst>
                </a:gridCol>
                <a:gridCol w="368884">
                  <a:extLst>
                    <a:ext uri="{9D8B030D-6E8A-4147-A177-3AD203B41FA5}">
                      <a16:colId xmlns:a16="http://schemas.microsoft.com/office/drawing/2014/main" val="3555437809"/>
                    </a:ext>
                  </a:extLst>
                </a:gridCol>
                <a:gridCol w="208280">
                  <a:extLst>
                    <a:ext uri="{9D8B030D-6E8A-4147-A177-3AD203B41FA5}">
                      <a16:colId xmlns:a16="http://schemas.microsoft.com/office/drawing/2014/main" val="1912684239"/>
                    </a:ext>
                  </a:extLst>
                </a:gridCol>
              </a:tblGrid>
              <a:tr h="370840">
                <a:tc>
                  <a:txBody>
                    <a:bodyPr/>
                    <a:lstStyle/>
                    <a:p>
                      <a:pPr algn="r"/>
                      <a:r>
                        <a:rPr lang="en-US" altLang="zh-CN" dirty="0"/>
                        <a:t>0</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i="1" dirty="0" err="1"/>
                        <a:t>V</a:t>
                      </a:r>
                      <a:r>
                        <a:rPr lang="en-US" altLang="zh-CN" baseline="-25000" dirty="0" err="1"/>
                        <a:t>1</a:t>
                      </a:r>
                      <a:endParaRPr lang="zh-CN" altLang="en-US" baseline="-25000" dirty="0"/>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733139333"/>
                  </a:ext>
                </a:extLst>
              </a:tr>
              <a:tr h="370840">
                <a:tc>
                  <a:txBody>
                    <a:bodyPr/>
                    <a:lstStyle/>
                    <a:p>
                      <a:pPr algn="r"/>
                      <a:r>
                        <a:rPr lang="en-US" altLang="zh-CN" dirty="0"/>
                        <a:t>1</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i="1" dirty="0" err="1"/>
                        <a:t>V</a:t>
                      </a:r>
                      <a:r>
                        <a:rPr lang="en-US" altLang="zh-CN" baseline="-25000" dirty="0" err="1"/>
                        <a:t>2</a:t>
                      </a:r>
                      <a:endParaRPr lang="zh-CN" altLang="en-US" baseline="-25000" dirty="0"/>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1102174710"/>
                  </a:ext>
                </a:extLst>
              </a:tr>
              <a:tr h="370840">
                <a:tc>
                  <a:txBody>
                    <a:bodyPr/>
                    <a:lstStyle/>
                    <a:p>
                      <a:pPr algn="r"/>
                      <a:r>
                        <a:rPr lang="en-US" altLang="zh-CN" dirty="0"/>
                        <a:t>2</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i="1" dirty="0" err="1"/>
                        <a:t>V</a:t>
                      </a:r>
                      <a:r>
                        <a:rPr lang="en-US" altLang="zh-CN" baseline="-25000" dirty="0" err="1"/>
                        <a:t>3</a:t>
                      </a:r>
                      <a:endParaRPr lang="zh-CN" altLang="en-US" baseline="-25000" dirty="0"/>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995627210"/>
                  </a:ext>
                </a:extLst>
              </a:tr>
              <a:tr h="370840">
                <a:tc>
                  <a:txBody>
                    <a:bodyPr/>
                    <a:lstStyle/>
                    <a:p>
                      <a:pPr algn="r"/>
                      <a:r>
                        <a:rPr lang="en-US" altLang="zh-CN" dirty="0"/>
                        <a:t>3</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i="1" dirty="0" err="1"/>
                        <a:t>V</a:t>
                      </a:r>
                      <a:r>
                        <a:rPr lang="en-US" altLang="zh-CN" baseline="-25000" dirty="0" err="1"/>
                        <a:t>4</a:t>
                      </a:r>
                      <a:endParaRPr lang="zh-CN" altLang="en-US" baseline="-25000" dirty="0"/>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3317545410"/>
                  </a:ext>
                </a:extLst>
              </a:tr>
              <a:tr h="370840">
                <a:tc>
                  <a:txBody>
                    <a:bodyPr/>
                    <a:lstStyle/>
                    <a:p>
                      <a:pPr algn="r"/>
                      <a:r>
                        <a:rPr lang="en-US" altLang="zh-CN" dirty="0"/>
                        <a:t>4</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i="1" dirty="0" err="1"/>
                        <a:t>V</a:t>
                      </a:r>
                      <a:r>
                        <a:rPr lang="en-US" altLang="zh-CN" baseline="-25000" dirty="0" err="1"/>
                        <a:t>5</a:t>
                      </a:r>
                      <a:endParaRPr lang="zh-CN" altLang="en-US" baseline="-25000" dirty="0"/>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4079929484"/>
                  </a:ext>
                </a:extLst>
              </a:tr>
            </a:tbl>
          </a:graphicData>
        </a:graphic>
      </p:graphicFrame>
      <p:graphicFrame>
        <p:nvGraphicFramePr>
          <p:cNvPr id="9" name="表格 8">
            <a:extLst>
              <a:ext uri="{FF2B5EF4-FFF2-40B4-BE49-F238E27FC236}">
                <a16:creationId xmlns:a16="http://schemas.microsoft.com/office/drawing/2014/main" id="{1C03D58A-2FF2-BDD1-56FA-87990D106849}"/>
              </a:ext>
            </a:extLst>
          </p:cNvPr>
          <p:cNvGraphicFramePr>
            <a:graphicFrameLocks noGrp="1"/>
          </p:cNvGraphicFramePr>
          <p:nvPr>
            <p:extLst>
              <p:ext uri="{D42A27DB-BD31-4B8C-83A1-F6EECF244321}">
                <p14:modId xmlns:p14="http://schemas.microsoft.com/office/powerpoint/2010/main" val="2494841853"/>
              </p:ext>
            </p:extLst>
          </p:nvPr>
        </p:nvGraphicFramePr>
        <p:xfrm>
          <a:off x="8014858" y="1611260"/>
          <a:ext cx="2207156" cy="767080"/>
        </p:xfrm>
        <a:graphic>
          <a:graphicData uri="http://schemas.openxmlformats.org/drawingml/2006/table">
            <a:tbl>
              <a:tblPr firstRow="1" bandRow="1">
                <a:tableStyleId>{5940675A-B579-460E-94D1-54222C63F5DA}</a:tableStyleId>
              </a:tblPr>
              <a:tblGrid>
                <a:gridCol w="1103578">
                  <a:extLst>
                    <a:ext uri="{9D8B030D-6E8A-4147-A177-3AD203B41FA5}">
                      <a16:colId xmlns:a16="http://schemas.microsoft.com/office/drawing/2014/main" val="3425228876"/>
                    </a:ext>
                  </a:extLst>
                </a:gridCol>
                <a:gridCol w="1103578">
                  <a:extLst>
                    <a:ext uri="{9D8B030D-6E8A-4147-A177-3AD203B41FA5}">
                      <a16:colId xmlns:a16="http://schemas.microsoft.com/office/drawing/2014/main" val="3394395762"/>
                    </a:ext>
                  </a:extLst>
                </a:gridCol>
              </a:tblGrid>
              <a:tr h="370840">
                <a:tc gridSpan="2">
                  <a:txBody>
                    <a:bodyPr/>
                    <a:lstStyle/>
                    <a:p>
                      <a:pPr algn="r"/>
                      <a:r>
                        <a:rPr lang="zh-CN" altLang="en-US" sz="2000" b="1" dirty="0"/>
                        <a:t>表结点</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CN" altLang="en-US" dirty="0"/>
                    </a:p>
                  </a:txBody>
                  <a:tcPr/>
                </a:tc>
                <a:extLst>
                  <a:ext uri="{0D108BD9-81ED-4DB2-BD59-A6C34878D82A}">
                    <a16:rowId xmlns:a16="http://schemas.microsoft.com/office/drawing/2014/main" val="4222197721"/>
                  </a:ext>
                </a:extLst>
              </a:tr>
              <a:tr h="370840">
                <a:tc>
                  <a:txBody>
                    <a:bodyPr/>
                    <a:lstStyle/>
                    <a:p>
                      <a:pPr algn="ctr"/>
                      <a:r>
                        <a:rPr lang="en-US" altLang="zh-CN" b="1" dirty="0" err="1">
                          <a:latin typeface="Courier New" panose="02070309020205020404" pitchFamily="49" charset="0"/>
                          <a:cs typeface="Courier New" panose="02070309020205020404" pitchFamily="49" charset="0"/>
                        </a:rPr>
                        <a:t>adjvex</a:t>
                      </a:r>
                      <a:endParaRPr lang="zh-CN" altLang="en-US" b="1" dirty="0">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dirty="0" err="1">
                          <a:latin typeface="Courier New" panose="02070309020205020404" pitchFamily="49" charset="0"/>
                          <a:cs typeface="Courier New" panose="02070309020205020404" pitchFamily="49" charset="0"/>
                        </a:rPr>
                        <a:t>nextarc</a:t>
                      </a:r>
                      <a:endParaRPr lang="zh-CN" altLang="en-US" b="1" dirty="0">
                        <a:latin typeface="Courier New" panose="02070309020205020404" pitchFamily="49" charset="0"/>
                        <a:cs typeface="Courier New" panose="02070309020205020404" pitchFamily="49" charset="0"/>
                      </a:endParaRPr>
                    </a:p>
                  </a:txBody>
                  <a:tcPr marL="72000" marR="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8153216"/>
                  </a:ext>
                </a:extLst>
              </a:tr>
            </a:tbl>
          </a:graphicData>
        </a:graphic>
      </p:graphicFrame>
      <p:graphicFrame>
        <p:nvGraphicFramePr>
          <p:cNvPr id="10" name="表格 9">
            <a:extLst>
              <a:ext uri="{FF2B5EF4-FFF2-40B4-BE49-F238E27FC236}">
                <a16:creationId xmlns:a16="http://schemas.microsoft.com/office/drawing/2014/main" id="{D235836D-A304-3153-6478-0BE9D4C5D399}"/>
              </a:ext>
            </a:extLst>
          </p:cNvPr>
          <p:cNvGraphicFramePr>
            <a:graphicFrameLocks noGrp="1"/>
          </p:cNvGraphicFramePr>
          <p:nvPr>
            <p:extLst>
              <p:ext uri="{D42A27DB-BD31-4B8C-83A1-F6EECF244321}">
                <p14:modId xmlns:p14="http://schemas.microsoft.com/office/powerpoint/2010/main" val="4066397052"/>
              </p:ext>
            </p:extLst>
          </p:nvPr>
        </p:nvGraphicFramePr>
        <p:xfrm>
          <a:off x="8014855" y="2505344"/>
          <a:ext cx="2223404" cy="767080"/>
        </p:xfrm>
        <a:graphic>
          <a:graphicData uri="http://schemas.openxmlformats.org/drawingml/2006/table">
            <a:tbl>
              <a:tblPr firstRow="1" bandRow="1">
                <a:tableStyleId>{5940675A-B579-460E-94D1-54222C63F5DA}</a:tableStyleId>
              </a:tblPr>
              <a:tblGrid>
                <a:gridCol w="1111702">
                  <a:extLst>
                    <a:ext uri="{9D8B030D-6E8A-4147-A177-3AD203B41FA5}">
                      <a16:colId xmlns:a16="http://schemas.microsoft.com/office/drawing/2014/main" val="3425228876"/>
                    </a:ext>
                  </a:extLst>
                </a:gridCol>
                <a:gridCol w="1111702">
                  <a:extLst>
                    <a:ext uri="{9D8B030D-6E8A-4147-A177-3AD203B41FA5}">
                      <a16:colId xmlns:a16="http://schemas.microsoft.com/office/drawing/2014/main" val="3394395762"/>
                    </a:ext>
                  </a:extLst>
                </a:gridCol>
              </a:tblGrid>
              <a:tr h="370840">
                <a:tc gridSpan="2">
                  <a:txBody>
                    <a:bodyPr/>
                    <a:lstStyle/>
                    <a:p>
                      <a:pPr algn="ctr"/>
                      <a:r>
                        <a:rPr lang="zh-CN" altLang="en-US" sz="2000" b="1" dirty="0"/>
                        <a:t>表头结点</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CN" altLang="en-US" dirty="0"/>
                    </a:p>
                  </a:txBody>
                  <a:tcPr/>
                </a:tc>
                <a:extLst>
                  <a:ext uri="{0D108BD9-81ED-4DB2-BD59-A6C34878D82A}">
                    <a16:rowId xmlns:a16="http://schemas.microsoft.com/office/drawing/2014/main" val="4222197721"/>
                  </a:ext>
                </a:extLst>
              </a:tr>
              <a:tr h="370840">
                <a:tc>
                  <a:txBody>
                    <a:bodyPr/>
                    <a:lstStyle/>
                    <a:p>
                      <a:pPr algn="ctr"/>
                      <a:r>
                        <a:rPr lang="en-US" altLang="zh-CN" b="1" dirty="0">
                          <a:latin typeface="Courier New" panose="02070309020205020404" pitchFamily="49" charset="0"/>
                          <a:cs typeface="Courier New" panose="02070309020205020404" pitchFamily="49" charset="0"/>
                        </a:rPr>
                        <a:t>data</a:t>
                      </a:r>
                      <a:endParaRPr lang="zh-CN" altLang="en-US" b="1" dirty="0">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b="1" dirty="0" err="1">
                          <a:latin typeface="Courier New" panose="02070309020205020404" pitchFamily="49" charset="0"/>
                          <a:cs typeface="Courier New" panose="02070309020205020404" pitchFamily="49" charset="0"/>
                        </a:rPr>
                        <a:t>firstarc</a:t>
                      </a:r>
                      <a:endParaRPr lang="zh-CN" altLang="en-US" b="1" dirty="0">
                        <a:latin typeface="Courier New" panose="02070309020205020404" pitchFamily="49" charset="0"/>
                        <a:cs typeface="Courier New" panose="02070309020205020404" pitchFamily="49" charset="0"/>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8153216"/>
                  </a:ext>
                </a:extLst>
              </a:tr>
            </a:tbl>
          </a:graphicData>
        </a:graphic>
      </p:graphicFrame>
      <p:graphicFrame>
        <p:nvGraphicFramePr>
          <p:cNvPr id="11" name="表格 10">
            <a:extLst>
              <a:ext uri="{FF2B5EF4-FFF2-40B4-BE49-F238E27FC236}">
                <a16:creationId xmlns:a16="http://schemas.microsoft.com/office/drawing/2014/main" id="{D30EA18C-A4EC-EFC6-D0CF-2FE4F4948EB0}"/>
              </a:ext>
            </a:extLst>
          </p:cNvPr>
          <p:cNvGraphicFramePr>
            <a:graphicFrameLocks noGrp="1"/>
          </p:cNvGraphicFramePr>
          <p:nvPr>
            <p:extLst>
              <p:ext uri="{D42A27DB-BD31-4B8C-83A1-F6EECF244321}">
                <p14:modId xmlns:p14="http://schemas.microsoft.com/office/powerpoint/2010/main" val="1612653041"/>
              </p:ext>
            </p:extLst>
          </p:nvPr>
        </p:nvGraphicFramePr>
        <p:xfrm>
          <a:off x="10227309" y="2007500"/>
          <a:ext cx="1029384" cy="370840"/>
        </p:xfrm>
        <a:graphic>
          <a:graphicData uri="http://schemas.openxmlformats.org/drawingml/2006/table">
            <a:tbl>
              <a:tblPr firstRow="1" bandRow="1">
                <a:tableStyleId>{5940675A-B579-460E-94D1-54222C63F5DA}</a:tableStyleId>
              </a:tblPr>
              <a:tblGrid>
                <a:gridCol w="1029384">
                  <a:extLst>
                    <a:ext uri="{9D8B030D-6E8A-4147-A177-3AD203B41FA5}">
                      <a16:colId xmlns:a16="http://schemas.microsoft.com/office/drawing/2014/main" val="825889989"/>
                    </a:ext>
                  </a:extLst>
                </a:gridCol>
              </a:tblGrid>
              <a:tr h="370840">
                <a:tc>
                  <a:txBody>
                    <a:bodyPr/>
                    <a:lstStyle/>
                    <a:p>
                      <a:pPr algn="ctr"/>
                      <a:r>
                        <a:rPr lang="en-US" altLang="zh-CN" b="1" dirty="0"/>
                        <a:t>info</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344775610"/>
                  </a:ext>
                </a:extLst>
              </a:tr>
            </a:tbl>
          </a:graphicData>
        </a:graphic>
      </p:graphicFrame>
      <p:sp>
        <p:nvSpPr>
          <p:cNvPr id="12" name="文本框 11">
            <a:extLst>
              <a:ext uri="{FF2B5EF4-FFF2-40B4-BE49-F238E27FC236}">
                <a16:creationId xmlns:a16="http://schemas.microsoft.com/office/drawing/2014/main" id="{EBA8BB22-EB00-44A8-F197-4FF0E554D703}"/>
              </a:ext>
            </a:extLst>
          </p:cNvPr>
          <p:cNvSpPr txBox="1"/>
          <p:nvPr/>
        </p:nvSpPr>
        <p:spPr>
          <a:xfrm>
            <a:off x="10457277" y="784699"/>
            <a:ext cx="1114408" cy="646331"/>
          </a:xfrm>
          <a:prstGeom prst="rect">
            <a:avLst/>
          </a:prstGeom>
          <a:noFill/>
        </p:spPr>
        <p:txBody>
          <a:bodyPr wrap="none" rtlCol="0">
            <a:spAutoFit/>
          </a:bodyPr>
          <a:lstStyle/>
          <a:p>
            <a:r>
              <a:rPr lang="zh-CN" altLang="en-US" b="1" dirty="0">
                <a:solidFill>
                  <a:srgbClr val="FF0000"/>
                </a:solidFill>
                <a:latin typeface="+mj-ea"/>
                <a:ea typeface="+mj-ea"/>
              </a:rPr>
              <a:t>讨论中常</a:t>
            </a:r>
            <a:endParaRPr lang="en-US" altLang="zh-CN" b="1" dirty="0">
              <a:solidFill>
                <a:srgbClr val="FF0000"/>
              </a:solidFill>
              <a:latin typeface="+mj-ea"/>
              <a:ea typeface="+mj-ea"/>
            </a:endParaRPr>
          </a:p>
          <a:p>
            <a:r>
              <a:rPr lang="zh-CN" altLang="en-US" b="1" dirty="0">
                <a:solidFill>
                  <a:srgbClr val="FF0000"/>
                </a:solidFill>
                <a:latin typeface="+mj-ea"/>
                <a:ea typeface="+mj-ea"/>
              </a:rPr>
              <a:t>忽略此域</a:t>
            </a:r>
          </a:p>
        </p:txBody>
      </p:sp>
      <p:cxnSp>
        <p:nvCxnSpPr>
          <p:cNvPr id="14" name="直接连接符 13">
            <a:extLst>
              <a:ext uri="{FF2B5EF4-FFF2-40B4-BE49-F238E27FC236}">
                <a16:creationId xmlns:a16="http://schemas.microsoft.com/office/drawing/2014/main" id="{366717AA-5712-1F0C-1814-D91DDB343EBE}"/>
              </a:ext>
            </a:extLst>
          </p:cNvPr>
          <p:cNvCxnSpPr>
            <a:stCxn id="12" idx="2"/>
          </p:cNvCxnSpPr>
          <p:nvPr/>
        </p:nvCxnSpPr>
        <p:spPr>
          <a:xfrm flipH="1">
            <a:off x="10796755" y="1431030"/>
            <a:ext cx="217726" cy="71705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aphicFrame>
        <p:nvGraphicFramePr>
          <p:cNvPr id="15" name="表格 14">
            <a:extLst>
              <a:ext uri="{FF2B5EF4-FFF2-40B4-BE49-F238E27FC236}">
                <a16:creationId xmlns:a16="http://schemas.microsoft.com/office/drawing/2014/main" id="{0FDAC8F7-46C1-29A4-97C8-DE374D7388E1}"/>
              </a:ext>
            </a:extLst>
          </p:cNvPr>
          <p:cNvGraphicFramePr>
            <a:graphicFrameLocks noGrp="1"/>
          </p:cNvGraphicFramePr>
          <p:nvPr>
            <p:extLst>
              <p:ext uri="{D42A27DB-BD31-4B8C-83A1-F6EECF244321}">
                <p14:modId xmlns:p14="http://schemas.microsoft.com/office/powerpoint/2010/main" val="2142456541"/>
              </p:ext>
            </p:extLst>
          </p:nvPr>
        </p:nvGraphicFramePr>
        <p:xfrm>
          <a:off x="8905345" y="4197780"/>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3</a:t>
                      </a:r>
                      <a:endParaRPr lang="zh-CN" altLang="en-US" dirty="0"/>
                    </a:p>
                  </a:txBody>
                  <a:tcPr marL="0" marR="0" marT="0" marB="0" anchor="ctr" anchorCtr="1">
                    <a:solidFill>
                      <a:schemeClr val="accent4">
                        <a:lumMod val="20000"/>
                        <a:lumOff val="80000"/>
                      </a:schemeClr>
                    </a:solidFill>
                  </a:tcPr>
                </a:tc>
                <a:tc>
                  <a:txBody>
                    <a:bodyPr/>
                    <a:lstStyle/>
                    <a:p>
                      <a:endParaRPr lang="zh-CN" altLang="en-US" dirty="0"/>
                    </a:p>
                  </a:txBody>
                  <a:tcPr marL="0" marR="0" marT="0" marB="0" anchor="ctr"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17" name="直接箭头连接符 16">
            <a:extLst>
              <a:ext uri="{FF2B5EF4-FFF2-40B4-BE49-F238E27FC236}">
                <a16:creationId xmlns:a16="http://schemas.microsoft.com/office/drawing/2014/main" id="{534B638A-D89B-72B2-F7DE-ED3610305044}"/>
              </a:ext>
            </a:extLst>
          </p:cNvPr>
          <p:cNvCxnSpPr>
            <a:endCxn id="15" idx="1"/>
          </p:cNvCxnSpPr>
          <p:nvPr/>
        </p:nvCxnSpPr>
        <p:spPr>
          <a:xfrm>
            <a:off x="8496542" y="4334940"/>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18" name="表格 17">
            <a:extLst>
              <a:ext uri="{FF2B5EF4-FFF2-40B4-BE49-F238E27FC236}">
                <a16:creationId xmlns:a16="http://schemas.microsoft.com/office/drawing/2014/main" id="{8B52BE5D-3A7E-2134-6A84-5826F576A3D0}"/>
              </a:ext>
            </a:extLst>
          </p:cNvPr>
          <p:cNvGraphicFramePr>
            <a:graphicFrameLocks noGrp="1"/>
          </p:cNvGraphicFramePr>
          <p:nvPr>
            <p:extLst>
              <p:ext uri="{D42A27DB-BD31-4B8C-83A1-F6EECF244321}">
                <p14:modId xmlns:p14="http://schemas.microsoft.com/office/powerpoint/2010/main" val="1259829744"/>
              </p:ext>
            </p:extLst>
          </p:nvPr>
        </p:nvGraphicFramePr>
        <p:xfrm>
          <a:off x="9811803" y="4206301"/>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1</a:t>
                      </a:r>
                      <a:endParaRPr lang="zh-CN" altLang="en-US" dirty="0"/>
                    </a:p>
                  </a:txBody>
                  <a:tcPr marL="0" marR="0" marT="0" marB="0" anchor="ctr" anchorCtr="1">
                    <a:solidFill>
                      <a:schemeClr val="accent4">
                        <a:lumMod val="20000"/>
                        <a:lumOff val="80000"/>
                      </a:schemeClr>
                    </a:solidFill>
                  </a:tcPr>
                </a:tc>
                <a:tc>
                  <a:txBody>
                    <a:bodyPr/>
                    <a:lstStyle/>
                    <a:p>
                      <a:r>
                        <a:rPr lang="zh-CN" altLang="en-US" dirty="0">
                          <a:latin typeface="+mj-ea"/>
                          <a:ea typeface="+mj-ea"/>
                          <a:sym typeface="Symbol" panose="05050102010706020507" pitchFamily="18" charset="2"/>
                        </a:rPr>
                        <a:t></a:t>
                      </a:r>
                      <a:endParaRPr lang="zh-CN" altLang="en-US" dirty="0">
                        <a:latin typeface="+mj-ea"/>
                        <a:ea typeface="+mj-ea"/>
                      </a:endParaRPr>
                    </a:p>
                  </a:txBody>
                  <a:tcPr marL="0" marR="0" marT="0" marB="0"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19" name="直接箭头连接符 18">
            <a:extLst>
              <a:ext uri="{FF2B5EF4-FFF2-40B4-BE49-F238E27FC236}">
                <a16:creationId xmlns:a16="http://schemas.microsoft.com/office/drawing/2014/main" id="{E81E0001-4826-743E-278A-E409BB9E6D26}"/>
              </a:ext>
            </a:extLst>
          </p:cNvPr>
          <p:cNvCxnSpPr>
            <a:cxnSpLocks/>
          </p:cNvCxnSpPr>
          <p:nvPr/>
        </p:nvCxnSpPr>
        <p:spPr>
          <a:xfrm>
            <a:off x="9403000" y="4338206"/>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20" name="表格 19">
            <a:extLst>
              <a:ext uri="{FF2B5EF4-FFF2-40B4-BE49-F238E27FC236}">
                <a16:creationId xmlns:a16="http://schemas.microsoft.com/office/drawing/2014/main" id="{53A027D1-2C24-6A73-4259-D6E286E6FD60}"/>
              </a:ext>
            </a:extLst>
          </p:cNvPr>
          <p:cNvGraphicFramePr>
            <a:graphicFrameLocks noGrp="1"/>
          </p:cNvGraphicFramePr>
          <p:nvPr>
            <p:extLst>
              <p:ext uri="{D42A27DB-BD31-4B8C-83A1-F6EECF244321}">
                <p14:modId xmlns:p14="http://schemas.microsoft.com/office/powerpoint/2010/main" val="3943381573"/>
              </p:ext>
            </p:extLst>
          </p:nvPr>
        </p:nvGraphicFramePr>
        <p:xfrm>
          <a:off x="8905345" y="4582346"/>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4</a:t>
                      </a:r>
                      <a:endParaRPr lang="zh-CN" altLang="en-US" dirty="0"/>
                    </a:p>
                  </a:txBody>
                  <a:tcPr marL="0" marR="0" marT="0" marB="0" anchor="ctr" anchorCtr="1">
                    <a:solidFill>
                      <a:schemeClr val="accent4">
                        <a:lumMod val="20000"/>
                        <a:lumOff val="80000"/>
                      </a:schemeClr>
                    </a:solidFill>
                  </a:tcPr>
                </a:tc>
                <a:tc>
                  <a:txBody>
                    <a:bodyPr/>
                    <a:lstStyle/>
                    <a:p>
                      <a:endParaRPr lang="zh-CN" altLang="en-US" dirty="0"/>
                    </a:p>
                  </a:txBody>
                  <a:tcPr marL="0" marR="0" marT="0" marB="0" anchor="ctr"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21" name="直接箭头连接符 20">
            <a:extLst>
              <a:ext uri="{FF2B5EF4-FFF2-40B4-BE49-F238E27FC236}">
                <a16:creationId xmlns:a16="http://schemas.microsoft.com/office/drawing/2014/main" id="{682EA6C6-5DBD-A6C4-E08C-7EA4B15A5DAA}"/>
              </a:ext>
            </a:extLst>
          </p:cNvPr>
          <p:cNvCxnSpPr>
            <a:endCxn id="20" idx="1"/>
          </p:cNvCxnSpPr>
          <p:nvPr/>
        </p:nvCxnSpPr>
        <p:spPr>
          <a:xfrm>
            <a:off x="8496542" y="4719506"/>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22" name="表格 21">
            <a:extLst>
              <a:ext uri="{FF2B5EF4-FFF2-40B4-BE49-F238E27FC236}">
                <a16:creationId xmlns:a16="http://schemas.microsoft.com/office/drawing/2014/main" id="{19B95A11-E9F5-8BFA-844A-002DA3C864F3}"/>
              </a:ext>
            </a:extLst>
          </p:cNvPr>
          <p:cNvGraphicFramePr>
            <a:graphicFrameLocks noGrp="1"/>
          </p:cNvGraphicFramePr>
          <p:nvPr>
            <p:extLst>
              <p:ext uri="{D42A27DB-BD31-4B8C-83A1-F6EECF244321}">
                <p14:modId xmlns:p14="http://schemas.microsoft.com/office/powerpoint/2010/main" val="4141740076"/>
              </p:ext>
            </p:extLst>
          </p:nvPr>
        </p:nvGraphicFramePr>
        <p:xfrm>
          <a:off x="9811803" y="4588026"/>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2</a:t>
                      </a:r>
                      <a:endParaRPr lang="zh-CN" altLang="en-US" dirty="0"/>
                    </a:p>
                  </a:txBody>
                  <a:tcPr marL="0" marR="0" marT="0" marB="0" anchor="ctr" anchorCtr="1">
                    <a:solidFill>
                      <a:schemeClr val="accent4">
                        <a:lumMod val="20000"/>
                        <a:lumOff val="80000"/>
                      </a:schemeClr>
                    </a:solidFill>
                  </a:tcPr>
                </a:tc>
                <a:tc>
                  <a:txBody>
                    <a:bodyPr/>
                    <a:lstStyle/>
                    <a:p>
                      <a:endParaRPr lang="zh-CN" altLang="en-US" dirty="0">
                        <a:latin typeface="+mj-ea"/>
                        <a:ea typeface="+mj-ea"/>
                      </a:endParaRPr>
                    </a:p>
                  </a:txBody>
                  <a:tcPr marL="0" marR="0" marT="0" marB="0"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23" name="直接箭头连接符 22">
            <a:extLst>
              <a:ext uri="{FF2B5EF4-FFF2-40B4-BE49-F238E27FC236}">
                <a16:creationId xmlns:a16="http://schemas.microsoft.com/office/drawing/2014/main" id="{5CEBCC1D-9C3A-C2D5-0973-7474B25C19F6}"/>
              </a:ext>
            </a:extLst>
          </p:cNvPr>
          <p:cNvCxnSpPr>
            <a:endCxn id="22" idx="1"/>
          </p:cNvCxnSpPr>
          <p:nvPr/>
        </p:nvCxnSpPr>
        <p:spPr>
          <a:xfrm>
            <a:off x="9403000" y="4725186"/>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24" name="表格 23">
            <a:extLst>
              <a:ext uri="{FF2B5EF4-FFF2-40B4-BE49-F238E27FC236}">
                <a16:creationId xmlns:a16="http://schemas.microsoft.com/office/drawing/2014/main" id="{92867FF5-78F7-DC8B-DBF0-FB7ABC59B233}"/>
              </a:ext>
            </a:extLst>
          </p:cNvPr>
          <p:cNvGraphicFramePr>
            <a:graphicFrameLocks noGrp="1"/>
          </p:cNvGraphicFramePr>
          <p:nvPr>
            <p:extLst>
              <p:ext uri="{D42A27DB-BD31-4B8C-83A1-F6EECF244321}">
                <p14:modId xmlns:p14="http://schemas.microsoft.com/office/powerpoint/2010/main" val="228782007"/>
              </p:ext>
            </p:extLst>
          </p:nvPr>
        </p:nvGraphicFramePr>
        <p:xfrm>
          <a:off x="8905345" y="4951358"/>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4</a:t>
                      </a:r>
                      <a:endParaRPr lang="zh-CN" altLang="en-US" dirty="0"/>
                    </a:p>
                  </a:txBody>
                  <a:tcPr marL="0" marR="0" marT="0" marB="0" anchor="ctr" anchorCtr="1">
                    <a:solidFill>
                      <a:schemeClr val="accent4">
                        <a:lumMod val="20000"/>
                        <a:lumOff val="80000"/>
                      </a:schemeClr>
                    </a:solidFill>
                  </a:tcPr>
                </a:tc>
                <a:tc>
                  <a:txBody>
                    <a:bodyPr/>
                    <a:lstStyle/>
                    <a:p>
                      <a:endParaRPr lang="zh-CN" altLang="en-US" dirty="0"/>
                    </a:p>
                  </a:txBody>
                  <a:tcPr marL="0" marR="0" marT="0" marB="0" anchor="ctr"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25" name="直接箭头连接符 24">
            <a:extLst>
              <a:ext uri="{FF2B5EF4-FFF2-40B4-BE49-F238E27FC236}">
                <a16:creationId xmlns:a16="http://schemas.microsoft.com/office/drawing/2014/main" id="{7ACE8156-8BED-1026-616B-F1B2433CE9EA}"/>
              </a:ext>
            </a:extLst>
          </p:cNvPr>
          <p:cNvCxnSpPr>
            <a:endCxn id="24" idx="1"/>
          </p:cNvCxnSpPr>
          <p:nvPr/>
        </p:nvCxnSpPr>
        <p:spPr>
          <a:xfrm>
            <a:off x="8496542" y="5088518"/>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26" name="表格 25">
            <a:extLst>
              <a:ext uri="{FF2B5EF4-FFF2-40B4-BE49-F238E27FC236}">
                <a16:creationId xmlns:a16="http://schemas.microsoft.com/office/drawing/2014/main" id="{6492E2C5-0CDC-CAB4-2A83-A4F36CA84DC8}"/>
              </a:ext>
            </a:extLst>
          </p:cNvPr>
          <p:cNvGraphicFramePr>
            <a:graphicFrameLocks noGrp="1"/>
          </p:cNvGraphicFramePr>
          <p:nvPr>
            <p:extLst>
              <p:ext uri="{D42A27DB-BD31-4B8C-83A1-F6EECF244321}">
                <p14:modId xmlns:p14="http://schemas.microsoft.com/office/powerpoint/2010/main" val="3584295720"/>
              </p:ext>
            </p:extLst>
          </p:nvPr>
        </p:nvGraphicFramePr>
        <p:xfrm>
          <a:off x="9811803" y="4957038"/>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3</a:t>
                      </a:r>
                      <a:endParaRPr lang="zh-CN" altLang="en-US" dirty="0"/>
                    </a:p>
                  </a:txBody>
                  <a:tcPr marL="0" marR="0" marT="0" marB="0" anchor="ctr" anchorCtr="1">
                    <a:solidFill>
                      <a:schemeClr val="accent4">
                        <a:lumMod val="20000"/>
                        <a:lumOff val="80000"/>
                      </a:schemeClr>
                    </a:solidFill>
                  </a:tcPr>
                </a:tc>
                <a:tc>
                  <a:txBody>
                    <a:bodyPr/>
                    <a:lstStyle/>
                    <a:p>
                      <a:endParaRPr lang="zh-CN" altLang="en-US" dirty="0">
                        <a:latin typeface="+mj-ea"/>
                        <a:ea typeface="+mj-ea"/>
                      </a:endParaRPr>
                    </a:p>
                  </a:txBody>
                  <a:tcPr marL="0" marR="0" marT="0" marB="0"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27" name="直接箭头连接符 26">
            <a:extLst>
              <a:ext uri="{FF2B5EF4-FFF2-40B4-BE49-F238E27FC236}">
                <a16:creationId xmlns:a16="http://schemas.microsoft.com/office/drawing/2014/main" id="{8D47A122-D09C-8726-9594-16F5B2581233}"/>
              </a:ext>
            </a:extLst>
          </p:cNvPr>
          <p:cNvCxnSpPr>
            <a:endCxn id="26" idx="1"/>
          </p:cNvCxnSpPr>
          <p:nvPr/>
        </p:nvCxnSpPr>
        <p:spPr>
          <a:xfrm>
            <a:off x="9403000" y="5094198"/>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28" name="表格 27">
            <a:extLst>
              <a:ext uri="{FF2B5EF4-FFF2-40B4-BE49-F238E27FC236}">
                <a16:creationId xmlns:a16="http://schemas.microsoft.com/office/drawing/2014/main" id="{C540E81B-E72C-0ECD-3623-52FB06480CA5}"/>
              </a:ext>
            </a:extLst>
          </p:cNvPr>
          <p:cNvGraphicFramePr>
            <a:graphicFrameLocks noGrp="1"/>
          </p:cNvGraphicFramePr>
          <p:nvPr>
            <p:extLst>
              <p:ext uri="{D42A27DB-BD31-4B8C-83A1-F6EECF244321}">
                <p14:modId xmlns:p14="http://schemas.microsoft.com/office/powerpoint/2010/main" val="3276586122"/>
              </p:ext>
            </p:extLst>
          </p:nvPr>
        </p:nvGraphicFramePr>
        <p:xfrm>
          <a:off x="8905345" y="5333083"/>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2</a:t>
                      </a:r>
                      <a:endParaRPr lang="zh-CN" altLang="en-US" dirty="0"/>
                    </a:p>
                  </a:txBody>
                  <a:tcPr marL="0" marR="0" marT="0" marB="0" anchor="ctr" anchorCtr="1">
                    <a:solidFill>
                      <a:schemeClr val="accent4">
                        <a:lumMod val="20000"/>
                        <a:lumOff val="80000"/>
                      </a:schemeClr>
                    </a:solidFill>
                  </a:tcPr>
                </a:tc>
                <a:tc>
                  <a:txBody>
                    <a:bodyPr/>
                    <a:lstStyle/>
                    <a:p>
                      <a:endParaRPr lang="zh-CN" altLang="en-US" dirty="0"/>
                    </a:p>
                  </a:txBody>
                  <a:tcPr marL="0" marR="0" marT="0" marB="0" anchor="ctr"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29" name="直接箭头连接符 28">
            <a:extLst>
              <a:ext uri="{FF2B5EF4-FFF2-40B4-BE49-F238E27FC236}">
                <a16:creationId xmlns:a16="http://schemas.microsoft.com/office/drawing/2014/main" id="{38961025-FC2D-AD32-685C-AD40D7A79D6E}"/>
              </a:ext>
            </a:extLst>
          </p:cNvPr>
          <p:cNvCxnSpPr>
            <a:endCxn id="28" idx="1"/>
          </p:cNvCxnSpPr>
          <p:nvPr/>
        </p:nvCxnSpPr>
        <p:spPr>
          <a:xfrm>
            <a:off x="8496542" y="5470243"/>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30" name="表格 29">
            <a:extLst>
              <a:ext uri="{FF2B5EF4-FFF2-40B4-BE49-F238E27FC236}">
                <a16:creationId xmlns:a16="http://schemas.microsoft.com/office/drawing/2014/main" id="{E542348C-6C09-31EA-828F-22393A4D27F1}"/>
              </a:ext>
            </a:extLst>
          </p:cNvPr>
          <p:cNvGraphicFramePr>
            <a:graphicFrameLocks noGrp="1"/>
          </p:cNvGraphicFramePr>
          <p:nvPr>
            <p:extLst>
              <p:ext uri="{D42A27DB-BD31-4B8C-83A1-F6EECF244321}">
                <p14:modId xmlns:p14="http://schemas.microsoft.com/office/powerpoint/2010/main" val="2579569953"/>
              </p:ext>
            </p:extLst>
          </p:nvPr>
        </p:nvGraphicFramePr>
        <p:xfrm>
          <a:off x="9811803" y="5338763"/>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0</a:t>
                      </a:r>
                      <a:endParaRPr lang="zh-CN" altLang="en-US" dirty="0"/>
                    </a:p>
                  </a:txBody>
                  <a:tcPr marL="0" marR="0" marT="0" marB="0" anchor="ctr" anchorCtr="1">
                    <a:solidFill>
                      <a:schemeClr val="accent4">
                        <a:lumMod val="20000"/>
                        <a:lumOff val="80000"/>
                      </a:schemeClr>
                    </a:solidFill>
                  </a:tcPr>
                </a:tc>
                <a:tc>
                  <a:txBody>
                    <a:bodyPr/>
                    <a:lstStyle/>
                    <a:p>
                      <a:r>
                        <a:rPr lang="zh-CN" altLang="en-US" dirty="0">
                          <a:latin typeface="+mj-ea"/>
                          <a:ea typeface="+mj-ea"/>
                          <a:sym typeface="Symbol" panose="05050102010706020507" pitchFamily="18" charset="2"/>
                        </a:rPr>
                        <a:t></a:t>
                      </a:r>
                      <a:endParaRPr lang="zh-CN" altLang="en-US" dirty="0">
                        <a:latin typeface="+mj-ea"/>
                        <a:ea typeface="+mj-ea"/>
                      </a:endParaRPr>
                    </a:p>
                  </a:txBody>
                  <a:tcPr marL="0" marR="0" marT="0" marB="0"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31" name="直接箭头连接符 30">
            <a:extLst>
              <a:ext uri="{FF2B5EF4-FFF2-40B4-BE49-F238E27FC236}">
                <a16:creationId xmlns:a16="http://schemas.microsoft.com/office/drawing/2014/main" id="{4FB7C9EF-111A-A875-FB4D-12A360DE9A0B}"/>
              </a:ext>
            </a:extLst>
          </p:cNvPr>
          <p:cNvCxnSpPr>
            <a:endCxn id="30" idx="1"/>
          </p:cNvCxnSpPr>
          <p:nvPr/>
        </p:nvCxnSpPr>
        <p:spPr>
          <a:xfrm>
            <a:off x="9403000" y="5475923"/>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32" name="表格 31">
            <a:extLst>
              <a:ext uri="{FF2B5EF4-FFF2-40B4-BE49-F238E27FC236}">
                <a16:creationId xmlns:a16="http://schemas.microsoft.com/office/drawing/2014/main" id="{D54DE265-0577-51F9-6025-921C92A47C7A}"/>
              </a:ext>
            </a:extLst>
          </p:cNvPr>
          <p:cNvGraphicFramePr>
            <a:graphicFrameLocks noGrp="1"/>
          </p:cNvGraphicFramePr>
          <p:nvPr>
            <p:extLst>
              <p:ext uri="{D42A27DB-BD31-4B8C-83A1-F6EECF244321}">
                <p14:modId xmlns:p14="http://schemas.microsoft.com/office/powerpoint/2010/main" val="370636481"/>
              </p:ext>
            </p:extLst>
          </p:nvPr>
        </p:nvGraphicFramePr>
        <p:xfrm>
          <a:off x="8905345" y="5710016"/>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2</a:t>
                      </a:r>
                      <a:endParaRPr lang="zh-CN" altLang="en-US" dirty="0"/>
                    </a:p>
                  </a:txBody>
                  <a:tcPr marL="0" marR="0" marT="0" marB="0" anchor="ctr" anchorCtr="1">
                    <a:solidFill>
                      <a:schemeClr val="accent4">
                        <a:lumMod val="20000"/>
                        <a:lumOff val="80000"/>
                      </a:schemeClr>
                    </a:solidFill>
                  </a:tcPr>
                </a:tc>
                <a:tc>
                  <a:txBody>
                    <a:bodyPr/>
                    <a:lstStyle/>
                    <a:p>
                      <a:endParaRPr lang="zh-CN" altLang="en-US" dirty="0"/>
                    </a:p>
                  </a:txBody>
                  <a:tcPr marL="0" marR="0" marT="0" marB="0" anchor="ctr"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33" name="直接箭头连接符 32">
            <a:extLst>
              <a:ext uri="{FF2B5EF4-FFF2-40B4-BE49-F238E27FC236}">
                <a16:creationId xmlns:a16="http://schemas.microsoft.com/office/drawing/2014/main" id="{D5F46320-06D2-3881-BAAB-8F0C041D5E23}"/>
              </a:ext>
            </a:extLst>
          </p:cNvPr>
          <p:cNvCxnSpPr>
            <a:endCxn id="32" idx="1"/>
          </p:cNvCxnSpPr>
          <p:nvPr/>
        </p:nvCxnSpPr>
        <p:spPr>
          <a:xfrm>
            <a:off x="8496542" y="5847176"/>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34" name="表格 33">
            <a:extLst>
              <a:ext uri="{FF2B5EF4-FFF2-40B4-BE49-F238E27FC236}">
                <a16:creationId xmlns:a16="http://schemas.microsoft.com/office/drawing/2014/main" id="{01C8B653-EAA5-32ED-3C2C-0A601ED89131}"/>
              </a:ext>
            </a:extLst>
          </p:cNvPr>
          <p:cNvGraphicFramePr>
            <a:graphicFrameLocks noGrp="1"/>
          </p:cNvGraphicFramePr>
          <p:nvPr>
            <p:extLst>
              <p:ext uri="{D42A27DB-BD31-4B8C-83A1-F6EECF244321}">
                <p14:modId xmlns:p14="http://schemas.microsoft.com/office/powerpoint/2010/main" val="270237093"/>
              </p:ext>
            </p:extLst>
          </p:nvPr>
        </p:nvGraphicFramePr>
        <p:xfrm>
          <a:off x="9811803" y="5715696"/>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1</a:t>
                      </a:r>
                      <a:endParaRPr lang="zh-CN" altLang="en-US" dirty="0"/>
                    </a:p>
                  </a:txBody>
                  <a:tcPr marL="0" marR="0" marT="0" marB="0" anchor="ctr" anchorCtr="1">
                    <a:solidFill>
                      <a:schemeClr val="accent4">
                        <a:lumMod val="20000"/>
                        <a:lumOff val="80000"/>
                      </a:schemeClr>
                    </a:solidFill>
                  </a:tcPr>
                </a:tc>
                <a:tc>
                  <a:txBody>
                    <a:bodyPr/>
                    <a:lstStyle/>
                    <a:p>
                      <a:r>
                        <a:rPr lang="zh-CN" altLang="en-US" dirty="0">
                          <a:latin typeface="+mj-ea"/>
                          <a:ea typeface="+mj-ea"/>
                          <a:sym typeface="Symbol" panose="05050102010706020507" pitchFamily="18" charset="2"/>
                        </a:rPr>
                        <a:t></a:t>
                      </a:r>
                      <a:endParaRPr lang="zh-CN" altLang="en-US" dirty="0">
                        <a:latin typeface="+mj-ea"/>
                        <a:ea typeface="+mj-ea"/>
                      </a:endParaRPr>
                    </a:p>
                  </a:txBody>
                  <a:tcPr marL="0" marR="0" marT="0" marB="0"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35" name="直接箭头连接符 34">
            <a:extLst>
              <a:ext uri="{FF2B5EF4-FFF2-40B4-BE49-F238E27FC236}">
                <a16:creationId xmlns:a16="http://schemas.microsoft.com/office/drawing/2014/main" id="{617F251D-483F-819D-8542-86B53DD06A81}"/>
              </a:ext>
            </a:extLst>
          </p:cNvPr>
          <p:cNvCxnSpPr>
            <a:endCxn id="34" idx="1"/>
          </p:cNvCxnSpPr>
          <p:nvPr/>
        </p:nvCxnSpPr>
        <p:spPr>
          <a:xfrm>
            <a:off x="9403000" y="5852856"/>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36" name="表格 35">
            <a:extLst>
              <a:ext uri="{FF2B5EF4-FFF2-40B4-BE49-F238E27FC236}">
                <a16:creationId xmlns:a16="http://schemas.microsoft.com/office/drawing/2014/main" id="{6CF651A3-7AB2-5037-93E6-C54A5CABDB5A}"/>
              </a:ext>
            </a:extLst>
          </p:cNvPr>
          <p:cNvGraphicFramePr>
            <a:graphicFrameLocks noGrp="1"/>
          </p:cNvGraphicFramePr>
          <p:nvPr>
            <p:extLst>
              <p:ext uri="{D42A27DB-BD31-4B8C-83A1-F6EECF244321}">
                <p14:modId xmlns:p14="http://schemas.microsoft.com/office/powerpoint/2010/main" val="3561660089"/>
              </p:ext>
            </p:extLst>
          </p:nvPr>
        </p:nvGraphicFramePr>
        <p:xfrm>
          <a:off x="10718261" y="4588026"/>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0</a:t>
                      </a:r>
                      <a:endParaRPr lang="zh-CN" altLang="en-US" dirty="0"/>
                    </a:p>
                  </a:txBody>
                  <a:tcPr marL="0" marR="0" marT="0" marB="0" anchor="ctr" anchorCtr="1">
                    <a:solidFill>
                      <a:schemeClr val="accent4">
                        <a:lumMod val="20000"/>
                        <a:lumOff val="80000"/>
                      </a:schemeClr>
                    </a:solidFill>
                  </a:tcPr>
                </a:tc>
                <a:tc>
                  <a:txBody>
                    <a:bodyPr/>
                    <a:lstStyle/>
                    <a:p>
                      <a:r>
                        <a:rPr lang="zh-CN" altLang="en-US" dirty="0">
                          <a:latin typeface="+mj-ea"/>
                          <a:ea typeface="+mj-ea"/>
                          <a:sym typeface="Symbol" panose="05050102010706020507" pitchFamily="18" charset="2"/>
                        </a:rPr>
                        <a:t></a:t>
                      </a:r>
                      <a:endParaRPr lang="zh-CN" altLang="en-US" dirty="0">
                        <a:latin typeface="+mj-ea"/>
                        <a:ea typeface="+mj-ea"/>
                      </a:endParaRPr>
                    </a:p>
                  </a:txBody>
                  <a:tcPr marL="0" marR="0" marT="0" marB="0"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37" name="直接箭头连接符 36">
            <a:extLst>
              <a:ext uri="{FF2B5EF4-FFF2-40B4-BE49-F238E27FC236}">
                <a16:creationId xmlns:a16="http://schemas.microsoft.com/office/drawing/2014/main" id="{6A73EFA9-006D-2B12-CC58-0BD1858D59BF}"/>
              </a:ext>
            </a:extLst>
          </p:cNvPr>
          <p:cNvCxnSpPr>
            <a:endCxn id="36" idx="1"/>
          </p:cNvCxnSpPr>
          <p:nvPr/>
        </p:nvCxnSpPr>
        <p:spPr>
          <a:xfrm>
            <a:off x="10309458" y="4725186"/>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aphicFrame>
        <p:nvGraphicFramePr>
          <p:cNvPr id="38" name="表格 37">
            <a:extLst>
              <a:ext uri="{FF2B5EF4-FFF2-40B4-BE49-F238E27FC236}">
                <a16:creationId xmlns:a16="http://schemas.microsoft.com/office/drawing/2014/main" id="{07F9F1E2-A8B0-B999-9F58-230C722EADF8}"/>
              </a:ext>
            </a:extLst>
          </p:cNvPr>
          <p:cNvGraphicFramePr>
            <a:graphicFrameLocks noGrp="1"/>
          </p:cNvGraphicFramePr>
          <p:nvPr>
            <p:extLst>
              <p:ext uri="{D42A27DB-BD31-4B8C-83A1-F6EECF244321}">
                <p14:modId xmlns:p14="http://schemas.microsoft.com/office/powerpoint/2010/main" val="1378864364"/>
              </p:ext>
            </p:extLst>
          </p:nvPr>
        </p:nvGraphicFramePr>
        <p:xfrm>
          <a:off x="10718261" y="4959279"/>
          <a:ext cx="590196" cy="274320"/>
        </p:xfrm>
        <a:graphic>
          <a:graphicData uri="http://schemas.openxmlformats.org/drawingml/2006/table">
            <a:tbl>
              <a:tblPr firstRow="1" bandRow="1">
                <a:tableStyleId>{5940675A-B579-460E-94D1-54222C63F5DA}</a:tableStyleId>
              </a:tblPr>
              <a:tblGrid>
                <a:gridCol w="397092">
                  <a:extLst>
                    <a:ext uri="{9D8B030D-6E8A-4147-A177-3AD203B41FA5}">
                      <a16:colId xmlns:a16="http://schemas.microsoft.com/office/drawing/2014/main" val="1739964730"/>
                    </a:ext>
                  </a:extLst>
                </a:gridCol>
                <a:gridCol w="193104">
                  <a:extLst>
                    <a:ext uri="{9D8B030D-6E8A-4147-A177-3AD203B41FA5}">
                      <a16:colId xmlns:a16="http://schemas.microsoft.com/office/drawing/2014/main" val="1110628277"/>
                    </a:ext>
                  </a:extLst>
                </a:gridCol>
              </a:tblGrid>
              <a:tr h="243352">
                <a:tc>
                  <a:txBody>
                    <a:bodyPr/>
                    <a:lstStyle/>
                    <a:p>
                      <a:r>
                        <a:rPr lang="en-US" altLang="zh-CN" dirty="0"/>
                        <a:t>1</a:t>
                      </a:r>
                      <a:endParaRPr lang="zh-CN" altLang="en-US" dirty="0"/>
                    </a:p>
                  </a:txBody>
                  <a:tcPr marL="0" marR="0" marT="0" marB="0" anchor="ctr" anchorCtr="1">
                    <a:solidFill>
                      <a:schemeClr val="accent4">
                        <a:lumMod val="20000"/>
                        <a:lumOff val="80000"/>
                      </a:schemeClr>
                    </a:solidFill>
                  </a:tcPr>
                </a:tc>
                <a:tc>
                  <a:txBody>
                    <a:bodyPr/>
                    <a:lstStyle/>
                    <a:p>
                      <a:r>
                        <a:rPr lang="zh-CN" altLang="en-US" dirty="0">
                          <a:latin typeface="+mj-ea"/>
                          <a:ea typeface="+mj-ea"/>
                          <a:sym typeface="Symbol" panose="05050102010706020507" pitchFamily="18" charset="2"/>
                        </a:rPr>
                        <a:t></a:t>
                      </a:r>
                      <a:endParaRPr lang="zh-CN" altLang="en-US" dirty="0">
                        <a:latin typeface="+mj-ea"/>
                        <a:ea typeface="+mj-ea"/>
                      </a:endParaRPr>
                    </a:p>
                  </a:txBody>
                  <a:tcPr marL="0" marR="0" marT="0" marB="0" anchorCtr="1">
                    <a:solidFill>
                      <a:schemeClr val="bg1">
                        <a:lumMod val="85000"/>
                      </a:schemeClr>
                    </a:solidFill>
                  </a:tcPr>
                </a:tc>
                <a:extLst>
                  <a:ext uri="{0D108BD9-81ED-4DB2-BD59-A6C34878D82A}">
                    <a16:rowId xmlns:a16="http://schemas.microsoft.com/office/drawing/2014/main" val="1360359213"/>
                  </a:ext>
                </a:extLst>
              </a:tr>
            </a:tbl>
          </a:graphicData>
        </a:graphic>
      </p:graphicFrame>
      <p:cxnSp>
        <p:nvCxnSpPr>
          <p:cNvPr id="39" name="直接箭头连接符 38">
            <a:extLst>
              <a:ext uri="{FF2B5EF4-FFF2-40B4-BE49-F238E27FC236}">
                <a16:creationId xmlns:a16="http://schemas.microsoft.com/office/drawing/2014/main" id="{B3D6B49D-5BD3-8483-EAD9-AE4C70A1D688}"/>
              </a:ext>
            </a:extLst>
          </p:cNvPr>
          <p:cNvCxnSpPr>
            <a:endCxn id="38" idx="1"/>
          </p:cNvCxnSpPr>
          <p:nvPr/>
        </p:nvCxnSpPr>
        <p:spPr>
          <a:xfrm>
            <a:off x="10309458" y="5096439"/>
            <a:ext cx="408803"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sp>
        <p:nvSpPr>
          <p:cNvPr id="40" name="文本框 39">
            <a:extLst>
              <a:ext uri="{FF2B5EF4-FFF2-40B4-BE49-F238E27FC236}">
                <a16:creationId xmlns:a16="http://schemas.microsoft.com/office/drawing/2014/main" id="{08E470A0-48B7-BD7A-ED7D-1F62AA48A1BF}"/>
              </a:ext>
            </a:extLst>
          </p:cNvPr>
          <p:cNvSpPr txBox="1"/>
          <p:nvPr/>
        </p:nvSpPr>
        <p:spPr>
          <a:xfrm>
            <a:off x="8134696" y="6162922"/>
            <a:ext cx="2467342" cy="369332"/>
          </a:xfrm>
          <a:prstGeom prst="rect">
            <a:avLst/>
          </a:prstGeom>
          <a:noFill/>
        </p:spPr>
        <p:txBody>
          <a:bodyPr wrap="none" rtlCol="0">
            <a:spAutoFit/>
          </a:bodyPr>
          <a:lstStyle/>
          <a:p>
            <a:r>
              <a:rPr lang="zh-CN" altLang="en-US" dirty="0"/>
              <a:t>图</a:t>
            </a:r>
            <a:r>
              <a:rPr lang="en-US" altLang="zh-CN" dirty="0"/>
              <a:t>7.10  (b)</a:t>
            </a:r>
            <a:r>
              <a:rPr lang="zh-CN" altLang="en-US" dirty="0"/>
              <a:t> </a:t>
            </a:r>
            <a:r>
              <a:rPr lang="en-US" altLang="zh-CN" dirty="0" err="1"/>
              <a:t>G</a:t>
            </a:r>
            <a:r>
              <a:rPr lang="en-US" altLang="zh-CN" baseline="-25000" dirty="0" err="1"/>
              <a:t>2</a:t>
            </a:r>
            <a:r>
              <a:rPr lang="zh-CN" altLang="en-US" dirty="0"/>
              <a:t>的邻接表</a:t>
            </a:r>
          </a:p>
        </p:txBody>
      </p:sp>
      <p:grpSp>
        <p:nvGrpSpPr>
          <p:cNvPr id="44" name="组合 43">
            <a:extLst>
              <a:ext uri="{FF2B5EF4-FFF2-40B4-BE49-F238E27FC236}">
                <a16:creationId xmlns:a16="http://schemas.microsoft.com/office/drawing/2014/main" id="{DF2077EB-39C6-AB45-54C6-A941C2A9795C}"/>
              </a:ext>
            </a:extLst>
          </p:cNvPr>
          <p:cNvGrpSpPr/>
          <p:nvPr/>
        </p:nvGrpSpPr>
        <p:grpSpPr>
          <a:xfrm>
            <a:off x="6727323" y="3705864"/>
            <a:ext cx="1503179" cy="454537"/>
            <a:chOff x="6727323" y="3705864"/>
            <a:chExt cx="1503179" cy="454537"/>
          </a:xfrm>
        </p:grpSpPr>
        <p:sp>
          <p:nvSpPr>
            <p:cNvPr id="41" name="文本框 40">
              <a:extLst>
                <a:ext uri="{FF2B5EF4-FFF2-40B4-BE49-F238E27FC236}">
                  <a16:creationId xmlns:a16="http://schemas.microsoft.com/office/drawing/2014/main" id="{BEFD3F59-2F66-540A-B9C5-259DD112DFDC}"/>
                </a:ext>
              </a:extLst>
            </p:cNvPr>
            <p:cNvSpPr txBox="1"/>
            <p:nvPr/>
          </p:nvSpPr>
          <p:spPr>
            <a:xfrm>
              <a:off x="6727323" y="3705864"/>
              <a:ext cx="1287532" cy="369332"/>
            </a:xfrm>
            <a:prstGeom prst="rect">
              <a:avLst/>
            </a:prstGeom>
            <a:noFill/>
          </p:spPr>
          <p:txBody>
            <a:bodyPr wrap="none" rtlCol="0">
              <a:spAutoFit/>
            </a:bodyPr>
            <a:lstStyle/>
            <a:p>
              <a:r>
                <a:rPr lang="en-US" altLang="zh-CN" b="1" dirty="0" err="1">
                  <a:solidFill>
                    <a:srgbClr val="C00000"/>
                  </a:solidFill>
                  <a:latin typeface="Courier New" panose="02070309020205020404" pitchFamily="49" charset="0"/>
                  <a:cs typeface="Courier New" panose="02070309020205020404" pitchFamily="49" charset="0"/>
                </a:rPr>
                <a:t>G2</a:t>
              </a:r>
              <a:r>
                <a:rPr lang="en-US" altLang="zh-CN" b="1" dirty="0">
                  <a:solidFill>
                    <a:srgbClr val="C00000"/>
                  </a:solidFill>
                  <a:latin typeface="Courier New" panose="02070309020205020404" pitchFamily="49" charset="0"/>
                  <a:cs typeface="Courier New" panose="02070309020205020404" pitchFamily="49" charset="0"/>
                </a:rPr>
                <a:t>-&gt;</a:t>
              </a:r>
              <a:r>
                <a:rPr lang="en-US" altLang="zh-CN" b="1" dirty="0" err="1">
                  <a:solidFill>
                    <a:srgbClr val="C00000"/>
                  </a:solidFill>
                  <a:latin typeface="Courier New" panose="02070309020205020404" pitchFamily="49" charset="0"/>
                  <a:cs typeface="Courier New" panose="02070309020205020404" pitchFamily="49" charset="0"/>
                </a:rPr>
                <a:t>vexs</a:t>
              </a:r>
              <a:endParaRPr lang="zh-CN" altLang="en-US" b="1" dirty="0">
                <a:solidFill>
                  <a:srgbClr val="C00000"/>
                </a:solidFill>
                <a:latin typeface="Courier New" panose="02070309020205020404" pitchFamily="49" charset="0"/>
                <a:cs typeface="Courier New" panose="02070309020205020404" pitchFamily="49" charset="0"/>
              </a:endParaRPr>
            </a:p>
          </p:txBody>
        </p:sp>
        <p:cxnSp>
          <p:nvCxnSpPr>
            <p:cNvPr id="42" name="直接箭头连接符 41">
              <a:extLst>
                <a:ext uri="{FF2B5EF4-FFF2-40B4-BE49-F238E27FC236}">
                  <a16:creationId xmlns:a16="http://schemas.microsoft.com/office/drawing/2014/main" id="{1E005AD2-8E6D-53B1-40F3-C404916745C7}"/>
                </a:ext>
              </a:extLst>
            </p:cNvPr>
            <p:cNvCxnSpPr>
              <a:cxnSpLocks/>
            </p:cNvCxnSpPr>
            <p:nvPr/>
          </p:nvCxnSpPr>
          <p:spPr>
            <a:xfrm>
              <a:off x="7970307" y="3911206"/>
              <a:ext cx="260195" cy="249195"/>
            </a:xfrm>
            <a:prstGeom prst="straightConnector1">
              <a:avLst/>
            </a:prstGeom>
            <a:ln>
              <a:solidFill>
                <a:srgbClr val="C0000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sp>
        <p:nvSpPr>
          <p:cNvPr id="45" name="文本框 44">
            <a:extLst>
              <a:ext uri="{FF2B5EF4-FFF2-40B4-BE49-F238E27FC236}">
                <a16:creationId xmlns:a16="http://schemas.microsoft.com/office/drawing/2014/main" id="{65E6DA66-DDD4-DDED-0CF3-E047610F32DC}"/>
              </a:ext>
            </a:extLst>
          </p:cNvPr>
          <p:cNvSpPr txBox="1"/>
          <p:nvPr/>
        </p:nvSpPr>
        <p:spPr>
          <a:xfrm>
            <a:off x="8176713" y="3450822"/>
            <a:ext cx="3063659" cy="369332"/>
          </a:xfrm>
          <a:prstGeom prst="rect">
            <a:avLst/>
          </a:prstGeom>
          <a:noFill/>
        </p:spPr>
        <p:txBody>
          <a:bodyPr wrap="none" rtlCol="0">
            <a:spAutoFit/>
          </a:bodyPr>
          <a:lstStyle/>
          <a:p>
            <a:r>
              <a:rPr lang="zh-CN" altLang="en-US" b="1" dirty="0">
                <a:solidFill>
                  <a:srgbClr val="FF0000"/>
                </a:solidFill>
              </a:rPr>
              <a:t>算法</a:t>
            </a:r>
            <a:r>
              <a:rPr lang="en-US" altLang="zh-CN" b="1" dirty="0">
                <a:solidFill>
                  <a:srgbClr val="FF0000"/>
                </a:solidFill>
              </a:rPr>
              <a:t>7.3</a:t>
            </a:r>
            <a:r>
              <a:rPr lang="zh-CN" altLang="en-US" b="1" dirty="0">
                <a:solidFill>
                  <a:srgbClr val="8E0000"/>
                </a:solidFill>
              </a:rPr>
              <a:t>构造有向图</a:t>
            </a:r>
            <a:r>
              <a:rPr lang="en-US" altLang="zh-CN" b="1" dirty="0" err="1">
                <a:solidFill>
                  <a:srgbClr val="8E0000"/>
                </a:solidFill>
              </a:rPr>
              <a:t>G2</a:t>
            </a:r>
            <a:r>
              <a:rPr lang="zh-CN" altLang="en-US" b="1" dirty="0">
                <a:solidFill>
                  <a:srgbClr val="8E0000"/>
                </a:solidFill>
              </a:rPr>
              <a:t>的过程</a:t>
            </a:r>
          </a:p>
        </p:txBody>
      </p:sp>
      <p:cxnSp>
        <p:nvCxnSpPr>
          <p:cNvPr id="46" name="直接箭头连接符 45">
            <a:extLst>
              <a:ext uri="{FF2B5EF4-FFF2-40B4-BE49-F238E27FC236}">
                <a16:creationId xmlns:a16="http://schemas.microsoft.com/office/drawing/2014/main" id="{CE7E5A2C-A9DF-92E5-ADC5-76EEF9157B3E}"/>
              </a:ext>
            </a:extLst>
          </p:cNvPr>
          <p:cNvCxnSpPr>
            <a:cxnSpLocks/>
            <a:endCxn id="18" idx="1"/>
          </p:cNvCxnSpPr>
          <p:nvPr/>
        </p:nvCxnSpPr>
        <p:spPr>
          <a:xfrm>
            <a:off x="8496542" y="4342335"/>
            <a:ext cx="1315261" cy="1126"/>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48" name="直接箭头连接符 47">
            <a:extLst>
              <a:ext uri="{FF2B5EF4-FFF2-40B4-BE49-F238E27FC236}">
                <a16:creationId xmlns:a16="http://schemas.microsoft.com/office/drawing/2014/main" id="{BCEA7C13-6361-57CB-4E42-F85D8EC55206}"/>
              </a:ext>
            </a:extLst>
          </p:cNvPr>
          <p:cNvCxnSpPr>
            <a:cxnSpLocks/>
            <a:endCxn id="36" idx="1"/>
          </p:cNvCxnSpPr>
          <p:nvPr/>
        </p:nvCxnSpPr>
        <p:spPr>
          <a:xfrm>
            <a:off x="8496542" y="4715678"/>
            <a:ext cx="2221719" cy="9508"/>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50" name="直接箭头连接符 49">
            <a:extLst>
              <a:ext uri="{FF2B5EF4-FFF2-40B4-BE49-F238E27FC236}">
                <a16:creationId xmlns:a16="http://schemas.microsoft.com/office/drawing/2014/main" id="{508B02A3-8260-CC60-9019-86EA8609306C}"/>
              </a:ext>
            </a:extLst>
          </p:cNvPr>
          <p:cNvCxnSpPr>
            <a:cxnSpLocks/>
          </p:cNvCxnSpPr>
          <p:nvPr/>
        </p:nvCxnSpPr>
        <p:spPr>
          <a:xfrm>
            <a:off x="8496542" y="4715761"/>
            <a:ext cx="1315261" cy="1126"/>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51" name="直接箭头连接符 50">
            <a:extLst>
              <a:ext uri="{FF2B5EF4-FFF2-40B4-BE49-F238E27FC236}">
                <a16:creationId xmlns:a16="http://schemas.microsoft.com/office/drawing/2014/main" id="{1743A32E-8B04-E875-5672-42817E0CD3BE}"/>
              </a:ext>
            </a:extLst>
          </p:cNvPr>
          <p:cNvCxnSpPr>
            <a:cxnSpLocks/>
          </p:cNvCxnSpPr>
          <p:nvPr/>
        </p:nvCxnSpPr>
        <p:spPr>
          <a:xfrm>
            <a:off x="8496541" y="5089367"/>
            <a:ext cx="2221719" cy="9508"/>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52" name="直接箭头连接符 51">
            <a:extLst>
              <a:ext uri="{FF2B5EF4-FFF2-40B4-BE49-F238E27FC236}">
                <a16:creationId xmlns:a16="http://schemas.microsoft.com/office/drawing/2014/main" id="{8983F92B-17FC-D160-9053-4552C2673BF4}"/>
              </a:ext>
            </a:extLst>
          </p:cNvPr>
          <p:cNvCxnSpPr>
            <a:cxnSpLocks/>
          </p:cNvCxnSpPr>
          <p:nvPr/>
        </p:nvCxnSpPr>
        <p:spPr>
          <a:xfrm>
            <a:off x="8512227" y="5094228"/>
            <a:ext cx="1315261" cy="1126"/>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53" name="直接箭头连接符 52">
            <a:extLst>
              <a:ext uri="{FF2B5EF4-FFF2-40B4-BE49-F238E27FC236}">
                <a16:creationId xmlns:a16="http://schemas.microsoft.com/office/drawing/2014/main" id="{E7B91308-3512-8232-27D9-B463C7673BA5}"/>
              </a:ext>
            </a:extLst>
          </p:cNvPr>
          <p:cNvCxnSpPr>
            <a:cxnSpLocks/>
          </p:cNvCxnSpPr>
          <p:nvPr/>
        </p:nvCxnSpPr>
        <p:spPr>
          <a:xfrm>
            <a:off x="8496542" y="5465413"/>
            <a:ext cx="1315261" cy="1126"/>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cxnSp>
        <p:nvCxnSpPr>
          <p:cNvPr id="54" name="直接箭头连接符 53">
            <a:extLst>
              <a:ext uri="{FF2B5EF4-FFF2-40B4-BE49-F238E27FC236}">
                <a16:creationId xmlns:a16="http://schemas.microsoft.com/office/drawing/2014/main" id="{2582C8DB-01B6-644E-89B8-617CA28B2FD4}"/>
              </a:ext>
            </a:extLst>
          </p:cNvPr>
          <p:cNvCxnSpPr>
            <a:cxnSpLocks/>
          </p:cNvCxnSpPr>
          <p:nvPr/>
        </p:nvCxnSpPr>
        <p:spPr>
          <a:xfrm>
            <a:off x="8496542" y="5846847"/>
            <a:ext cx="1315261" cy="1126"/>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sp>
        <p:nvSpPr>
          <p:cNvPr id="55" name="文本框 54">
            <a:extLst>
              <a:ext uri="{FF2B5EF4-FFF2-40B4-BE49-F238E27FC236}">
                <a16:creationId xmlns:a16="http://schemas.microsoft.com/office/drawing/2014/main" id="{EA79B6CB-A800-96F5-EF3E-2881DF5DAFB7}"/>
              </a:ext>
            </a:extLst>
          </p:cNvPr>
          <p:cNvSpPr txBox="1"/>
          <p:nvPr/>
        </p:nvSpPr>
        <p:spPr>
          <a:xfrm>
            <a:off x="3668109" y="279493"/>
            <a:ext cx="6216870" cy="400110"/>
          </a:xfrm>
          <a:prstGeom prst="rect">
            <a:avLst/>
          </a:prstGeom>
          <a:solidFill>
            <a:schemeClr val="accent2">
              <a:lumMod val="20000"/>
              <a:lumOff val="80000"/>
            </a:schemeClr>
          </a:solidFill>
        </p:spPr>
        <p:txBody>
          <a:bodyPr wrap="square" rtlCol="0">
            <a:spAutoFit/>
          </a:bodyPr>
          <a:lstStyle/>
          <a:p>
            <a:r>
              <a:rPr lang="zh-CN" altLang="en-US" sz="2000" b="1" dirty="0">
                <a:latin typeface="+mj-ea"/>
                <a:ea typeface="+mj-ea"/>
              </a:rPr>
              <a:t>可在</a:t>
            </a:r>
            <a:r>
              <a:rPr lang="en-US" altLang="zh-CN" sz="2000" b="1" dirty="0" err="1">
                <a:solidFill>
                  <a:srgbClr val="8E0000"/>
                </a:solidFill>
                <a:latin typeface="Magneto" panose="04030805050802020D02" pitchFamily="82" charset="0"/>
                <a:ea typeface="+mj-ea"/>
              </a:rPr>
              <a:t>AnyviewC</a:t>
            </a:r>
            <a:r>
              <a:rPr lang="zh-CN" altLang="en-US" sz="2000" b="1" dirty="0">
                <a:latin typeface="+mj-ea"/>
                <a:ea typeface="+mj-ea"/>
              </a:rPr>
              <a:t>可视跟踪算法过程中</a:t>
            </a:r>
            <a:r>
              <a:rPr lang="zh-CN" altLang="en-US" sz="2000" b="1" dirty="0">
                <a:solidFill>
                  <a:srgbClr val="8E0000"/>
                </a:solidFill>
                <a:latin typeface="+mj-ea"/>
                <a:ea typeface="+mj-ea"/>
              </a:rPr>
              <a:t>邻接表</a:t>
            </a:r>
            <a:r>
              <a:rPr lang="zh-CN" altLang="en-US" sz="2000" b="1" dirty="0">
                <a:latin typeface="+mj-ea"/>
                <a:ea typeface="+mj-ea"/>
              </a:rPr>
              <a:t>形态变化</a:t>
            </a:r>
          </a:p>
        </p:txBody>
      </p:sp>
    </p:spTree>
    <p:extLst>
      <p:ext uri="{BB962C8B-B14F-4D97-AF65-F5344CB8AC3E}">
        <p14:creationId xmlns:p14="http://schemas.microsoft.com/office/powerpoint/2010/main" val="3614608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p:tgtEl>
                                          <p:spTgt spid="9"/>
                                        </p:tgtEl>
                                        <p:attrNameLst>
                                          <p:attrName>ppt_x</p:attrName>
                                        </p:attrNameLst>
                                      </p:cBhvr>
                                      <p:tavLst>
                                        <p:tav tm="0">
                                          <p:val>
                                            <p:strVal val="#ppt_x-#ppt_w*1.125000"/>
                                          </p:val>
                                        </p:tav>
                                        <p:tav tm="100000">
                                          <p:val>
                                            <p:strVal val="#ppt_x"/>
                                          </p:val>
                                        </p:tav>
                                      </p:tavLst>
                                    </p:anim>
                                    <p:animEffect transition="in" filter="wipe(right)">
                                      <p:cBhvr>
                                        <p:cTn id="22" dur="500"/>
                                        <p:tgtEl>
                                          <p:spTgt spid="9"/>
                                        </p:tgtEl>
                                      </p:cBhvr>
                                    </p:animEffect>
                                  </p:childTnLst>
                                </p:cTn>
                              </p:par>
                              <p:par>
                                <p:cTn id="23" presetID="12" presetClass="entr" presetSubtype="8"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p:tgtEl>
                                          <p:spTgt spid="11"/>
                                        </p:tgtEl>
                                        <p:attrNameLst>
                                          <p:attrName>ppt_x</p:attrName>
                                        </p:attrNameLst>
                                      </p:cBhvr>
                                      <p:tavLst>
                                        <p:tav tm="0">
                                          <p:val>
                                            <p:strVal val="#ppt_x-#ppt_w*1.125000"/>
                                          </p:val>
                                        </p:tav>
                                        <p:tav tm="100000">
                                          <p:val>
                                            <p:strVal val="#ppt_x"/>
                                          </p:val>
                                        </p:tav>
                                      </p:tavLst>
                                    </p:anim>
                                    <p:animEffect transition="in" filter="wipe(right)">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up)">
                                      <p:cBhvr>
                                        <p:cTn id="31" dur="500"/>
                                        <p:tgtEl>
                                          <p:spTgt spid="12"/>
                                        </p:tgtEl>
                                      </p:cBhvr>
                                    </p:animEffect>
                                  </p:childTnLst>
                                </p:cTn>
                              </p:par>
                              <p:par>
                                <p:cTn id="32" presetID="22" presetClass="entr" presetSubtype="1"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up)">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mph" presetSubtype="0" nodeType="clickEffect">
                                  <p:stCondLst>
                                    <p:cond delay="0"/>
                                  </p:stCondLst>
                                  <p:childTnLst>
                                    <p:set>
                                      <p:cBhvr>
                                        <p:cTn id="38" dur="indefinite"/>
                                        <p:tgtEl>
                                          <p:spTgt spid="11"/>
                                        </p:tgtEl>
                                        <p:attrNameLst>
                                          <p:attrName>style.opacity</p:attrName>
                                        </p:attrNameLst>
                                      </p:cBhvr>
                                      <p:to>
                                        <p:strVal val="0.25"/>
                                      </p:to>
                                    </p:set>
                                    <p:animEffect filter="image" prLst="opacity: 0.25">
                                      <p:cBhvr rctx="IE">
                                        <p:cTn id="39" dur="indefinite"/>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p:tgtEl>
                                          <p:spTgt spid="10"/>
                                        </p:tgtEl>
                                        <p:attrNameLst>
                                          <p:attrName>ppt_x</p:attrName>
                                        </p:attrNameLst>
                                      </p:cBhvr>
                                      <p:tavLst>
                                        <p:tav tm="0">
                                          <p:val>
                                            <p:strVal val="#ppt_x-#ppt_w*1.125000"/>
                                          </p:val>
                                        </p:tav>
                                        <p:tav tm="100000">
                                          <p:val>
                                            <p:strVal val="#ppt_x"/>
                                          </p:val>
                                        </p:tav>
                                      </p:tavLst>
                                    </p:anim>
                                    <p:animEffect transition="in" filter="wipe(right)">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wipe(left)">
                                      <p:cBhvr>
                                        <p:cTn id="50" dur="1000"/>
                                        <p:tgtEl>
                                          <p:spTgt spid="44"/>
                                        </p:tgtEl>
                                      </p:cBhvr>
                                    </p:animEffect>
                                  </p:childTnLst>
                                </p:cTn>
                              </p:par>
                            </p:childTnLst>
                          </p:cTn>
                        </p:par>
                        <p:par>
                          <p:cTn id="51" fill="hold">
                            <p:stCondLst>
                              <p:cond delay="1000"/>
                            </p:stCondLst>
                            <p:childTnLst>
                              <p:par>
                                <p:cTn id="52" presetID="22" presetClass="entr" presetSubtype="1" fill="hold" nodeType="after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up)">
                                      <p:cBhvr>
                                        <p:cTn id="54" dur="1000"/>
                                        <p:tgtEl>
                                          <p:spTgt spid="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wipe(left)">
                                      <p:cBhvr>
                                        <p:cTn id="59" dur="500"/>
                                        <p:tgtEl>
                                          <p:spTgt spid="46"/>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childTnLst>
                          </p:cTn>
                        </p:par>
                        <p:par>
                          <p:cTn id="64" fill="hold">
                            <p:stCondLst>
                              <p:cond delay="1000"/>
                            </p:stCondLst>
                            <p:childTnLst>
                              <p:par>
                                <p:cTn id="65" presetID="47" presetClass="entr" presetSubtype="0" fill="hold" nodeType="after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1000"/>
                                        <p:tgtEl>
                                          <p:spTgt spid="15"/>
                                        </p:tgtEl>
                                      </p:cBhvr>
                                    </p:animEffect>
                                    <p:anim calcmode="lin" valueType="num">
                                      <p:cBhvr>
                                        <p:cTn id="68" dur="1000" fill="hold"/>
                                        <p:tgtEl>
                                          <p:spTgt spid="15"/>
                                        </p:tgtEl>
                                        <p:attrNameLst>
                                          <p:attrName>ppt_x</p:attrName>
                                        </p:attrNameLst>
                                      </p:cBhvr>
                                      <p:tavLst>
                                        <p:tav tm="0">
                                          <p:val>
                                            <p:strVal val="#ppt_x"/>
                                          </p:val>
                                        </p:tav>
                                        <p:tav tm="100000">
                                          <p:val>
                                            <p:strVal val="#ppt_x"/>
                                          </p:val>
                                        </p:tav>
                                      </p:tavLst>
                                    </p:anim>
                                    <p:anim calcmode="lin" valueType="num">
                                      <p:cBhvr>
                                        <p:cTn id="69" dur="1000" fill="hold"/>
                                        <p:tgtEl>
                                          <p:spTgt spid="15"/>
                                        </p:tgtEl>
                                        <p:attrNameLst>
                                          <p:attrName>ppt_y</p:attrName>
                                        </p:attrNameLst>
                                      </p:cBhvr>
                                      <p:tavLst>
                                        <p:tav tm="0">
                                          <p:val>
                                            <p:strVal val="#ppt_y-.1"/>
                                          </p:val>
                                        </p:tav>
                                        <p:tav tm="100000">
                                          <p:val>
                                            <p:strVal val="#ppt_y"/>
                                          </p:val>
                                        </p:tav>
                                      </p:tavLst>
                                    </p:anim>
                                  </p:childTnLst>
                                </p:cTn>
                              </p:par>
                            </p:childTnLst>
                          </p:cTn>
                        </p:par>
                        <p:par>
                          <p:cTn id="70" fill="hold">
                            <p:stCondLst>
                              <p:cond delay="2000"/>
                            </p:stCondLst>
                            <p:childTnLst>
                              <p:par>
                                <p:cTn id="71" presetID="22" presetClass="entr" presetSubtype="8" fill="hold" nodeType="after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wipe(left)">
                                      <p:cBhvr>
                                        <p:cTn id="73" dur="500"/>
                                        <p:tgtEl>
                                          <p:spTgt spid="19"/>
                                        </p:tgtEl>
                                      </p:cBhvr>
                                    </p:animEffect>
                                  </p:childTnLst>
                                </p:cTn>
                              </p:par>
                            </p:childTnLst>
                          </p:cTn>
                        </p:par>
                        <p:par>
                          <p:cTn id="74" fill="hold">
                            <p:stCondLst>
                              <p:cond delay="2500"/>
                            </p:stCondLst>
                            <p:childTnLst>
                              <p:par>
                                <p:cTn id="75" presetID="22" presetClass="exit" presetSubtype="2" fill="hold" nodeType="afterEffect">
                                  <p:stCondLst>
                                    <p:cond delay="0"/>
                                  </p:stCondLst>
                                  <p:childTnLst>
                                    <p:animEffect transition="out" filter="wipe(right)">
                                      <p:cBhvr>
                                        <p:cTn id="76" dur="750"/>
                                        <p:tgtEl>
                                          <p:spTgt spid="46"/>
                                        </p:tgtEl>
                                      </p:cBhvr>
                                    </p:animEffect>
                                    <p:set>
                                      <p:cBhvr>
                                        <p:cTn id="77" dur="1" fill="hold">
                                          <p:stCondLst>
                                            <p:cond delay="749"/>
                                          </p:stCondLst>
                                        </p:cTn>
                                        <p:tgtEl>
                                          <p:spTgt spid="46"/>
                                        </p:tgtEl>
                                        <p:attrNameLst>
                                          <p:attrName>style.visibility</p:attrName>
                                        </p:attrNameLst>
                                      </p:cBhvr>
                                      <p:to>
                                        <p:strVal val="hidden"/>
                                      </p:to>
                                    </p:set>
                                  </p:childTnLst>
                                </p:cTn>
                              </p:par>
                            </p:childTnLst>
                          </p:cTn>
                        </p:par>
                        <p:par>
                          <p:cTn id="78" fill="hold">
                            <p:stCondLst>
                              <p:cond delay="3250"/>
                            </p:stCondLst>
                            <p:childTnLst>
                              <p:par>
                                <p:cTn id="79" presetID="22" presetClass="entr" presetSubtype="8" fill="hold" nodeType="after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wipe(left)">
                                      <p:cBhvr>
                                        <p:cTn id="81" dur="500"/>
                                        <p:tgtEl>
                                          <p:spTgt spid="1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48"/>
                                        </p:tgtEl>
                                        <p:attrNameLst>
                                          <p:attrName>style.visibility</p:attrName>
                                        </p:attrNameLst>
                                      </p:cBhvr>
                                      <p:to>
                                        <p:strVal val="visible"/>
                                      </p:to>
                                    </p:set>
                                    <p:animEffect transition="in" filter="wipe(left)">
                                      <p:cBhvr>
                                        <p:cTn id="86" dur="500"/>
                                        <p:tgtEl>
                                          <p:spTgt spid="48"/>
                                        </p:tgtEl>
                                      </p:cBhvr>
                                    </p:animEffect>
                                  </p:childTnLst>
                                </p:cTn>
                              </p:par>
                            </p:childTnLst>
                          </p:cTn>
                        </p:par>
                        <p:par>
                          <p:cTn id="87" fill="hold">
                            <p:stCondLst>
                              <p:cond delay="500"/>
                            </p:stCondLst>
                            <p:childTnLst>
                              <p:par>
                                <p:cTn id="88" presetID="22" presetClass="entr" presetSubtype="8" fill="hold" nodeType="after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wipe(left)">
                                      <p:cBhvr>
                                        <p:cTn id="90" dur="250"/>
                                        <p:tgtEl>
                                          <p:spTgt spid="36"/>
                                        </p:tgtEl>
                                      </p:cBhvr>
                                    </p:animEffect>
                                  </p:childTnLst>
                                </p:cTn>
                              </p:par>
                            </p:childTnLst>
                          </p:cTn>
                        </p:par>
                        <p:par>
                          <p:cTn id="91" fill="hold">
                            <p:stCondLst>
                              <p:cond delay="750"/>
                            </p:stCondLst>
                            <p:childTnLst>
                              <p:par>
                                <p:cTn id="92" presetID="22" presetClass="entr" presetSubtype="8" fill="hold" nodeType="after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wipe(left)">
                                      <p:cBhvr>
                                        <p:cTn id="94" dur="250"/>
                                        <p:tgtEl>
                                          <p:spTgt spid="22"/>
                                        </p:tgtEl>
                                      </p:cBhvr>
                                    </p:animEffect>
                                  </p:childTnLst>
                                </p:cTn>
                              </p:par>
                            </p:childTnLst>
                          </p:cTn>
                        </p:par>
                        <p:par>
                          <p:cTn id="95" fill="hold">
                            <p:stCondLst>
                              <p:cond delay="1000"/>
                            </p:stCondLst>
                            <p:childTnLst>
                              <p:par>
                                <p:cTn id="96" presetID="22" presetClass="entr" presetSubtype="8" fill="hold" nodeType="after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8" dur="250"/>
                                        <p:tgtEl>
                                          <p:spTgt spid="37"/>
                                        </p:tgtEl>
                                      </p:cBhvr>
                                    </p:animEffect>
                                  </p:childTnLst>
                                </p:cTn>
                              </p:par>
                            </p:childTnLst>
                          </p:cTn>
                        </p:par>
                        <p:par>
                          <p:cTn id="99" fill="hold">
                            <p:stCondLst>
                              <p:cond delay="1250"/>
                            </p:stCondLst>
                            <p:childTnLst>
                              <p:par>
                                <p:cTn id="100" presetID="22" presetClass="exit" presetSubtype="2" fill="hold" nodeType="afterEffect">
                                  <p:stCondLst>
                                    <p:cond delay="0"/>
                                  </p:stCondLst>
                                  <p:childTnLst>
                                    <p:animEffect transition="out" filter="wipe(right)">
                                      <p:cBhvr>
                                        <p:cTn id="101" dur="750"/>
                                        <p:tgtEl>
                                          <p:spTgt spid="48"/>
                                        </p:tgtEl>
                                      </p:cBhvr>
                                    </p:animEffect>
                                    <p:set>
                                      <p:cBhvr>
                                        <p:cTn id="102" dur="1" fill="hold">
                                          <p:stCondLst>
                                            <p:cond delay="749"/>
                                          </p:stCondLst>
                                        </p:cTn>
                                        <p:tgtEl>
                                          <p:spTgt spid="48"/>
                                        </p:tgtEl>
                                        <p:attrNameLst>
                                          <p:attrName>style.visibility</p:attrName>
                                        </p:attrNameLst>
                                      </p:cBhvr>
                                      <p:to>
                                        <p:strVal val="hidden"/>
                                      </p:to>
                                    </p:set>
                                  </p:childTnLst>
                                </p:cTn>
                              </p:par>
                            </p:childTnLst>
                          </p:cTn>
                        </p:par>
                        <p:par>
                          <p:cTn id="103" fill="hold">
                            <p:stCondLst>
                              <p:cond delay="2000"/>
                            </p:stCondLst>
                            <p:childTnLst>
                              <p:par>
                                <p:cTn id="104" presetID="22" presetClass="entr" presetSubtype="8" fill="hold" nodeType="afterEffect">
                                  <p:stCondLst>
                                    <p:cond delay="0"/>
                                  </p:stCondLst>
                                  <p:childTnLst>
                                    <p:set>
                                      <p:cBhvr>
                                        <p:cTn id="105" dur="1" fill="hold">
                                          <p:stCondLst>
                                            <p:cond delay="0"/>
                                          </p:stCondLst>
                                        </p:cTn>
                                        <p:tgtEl>
                                          <p:spTgt spid="50"/>
                                        </p:tgtEl>
                                        <p:attrNameLst>
                                          <p:attrName>style.visibility</p:attrName>
                                        </p:attrNameLst>
                                      </p:cBhvr>
                                      <p:to>
                                        <p:strVal val="visible"/>
                                      </p:to>
                                    </p:set>
                                    <p:animEffect transition="in" filter="wipe(left)">
                                      <p:cBhvr>
                                        <p:cTn id="106" dur="500"/>
                                        <p:tgtEl>
                                          <p:spTgt spid="50"/>
                                        </p:tgtEl>
                                      </p:cBhvr>
                                    </p:animEffect>
                                  </p:childTnLst>
                                </p:cTn>
                              </p:par>
                            </p:childTnLst>
                          </p:cTn>
                        </p:par>
                        <p:par>
                          <p:cTn id="107" fill="hold">
                            <p:stCondLst>
                              <p:cond delay="2500"/>
                            </p:stCondLst>
                            <p:childTnLst>
                              <p:par>
                                <p:cTn id="108" presetID="22" presetClass="entr" presetSubtype="8" fill="hold" nodeType="afterEffect">
                                  <p:stCondLst>
                                    <p:cond delay="0"/>
                                  </p:stCondLst>
                                  <p:childTnLst>
                                    <p:set>
                                      <p:cBhvr>
                                        <p:cTn id="109" dur="1" fill="hold">
                                          <p:stCondLst>
                                            <p:cond delay="0"/>
                                          </p:stCondLst>
                                        </p:cTn>
                                        <p:tgtEl>
                                          <p:spTgt spid="20"/>
                                        </p:tgtEl>
                                        <p:attrNameLst>
                                          <p:attrName>style.visibility</p:attrName>
                                        </p:attrNameLst>
                                      </p:cBhvr>
                                      <p:to>
                                        <p:strVal val="visible"/>
                                      </p:to>
                                    </p:set>
                                    <p:animEffect transition="in" filter="wipe(left)">
                                      <p:cBhvr>
                                        <p:cTn id="110" dur="250"/>
                                        <p:tgtEl>
                                          <p:spTgt spid="20"/>
                                        </p:tgtEl>
                                      </p:cBhvr>
                                    </p:animEffect>
                                  </p:childTnLst>
                                </p:cTn>
                              </p:par>
                            </p:childTnLst>
                          </p:cTn>
                        </p:par>
                        <p:par>
                          <p:cTn id="111" fill="hold">
                            <p:stCondLst>
                              <p:cond delay="2750"/>
                            </p:stCondLst>
                            <p:childTnLst>
                              <p:par>
                                <p:cTn id="112" presetID="22" presetClass="entr" presetSubtype="8" fill="hold" nodeType="afterEffect">
                                  <p:stCondLst>
                                    <p:cond delay="0"/>
                                  </p:stCondLst>
                                  <p:childTnLst>
                                    <p:set>
                                      <p:cBhvr>
                                        <p:cTn id="113" dur="1" fill="hold">
                                          <p:stCondLst>
                                            <p:cond delay="0"/>
                                          </p:stCondLst>
                                        </p:cTn>
                                        <p:tgtEl>
                                          <p:spTgt spid="23"/>
                                        </p:tgtEl>
                                        <p:attrNameLst>
                                          <p:attrName>style.visibility</p:attrName>
                                        </p:attrNameLst>
                                      </p:cBhvr>
                                      <p:to>
                                        <p:strVal val="visible"/>
                                      </p:to>
                                    </p:set>
                                    <p:animEffect transition="in" filter="wipe(left)">
                                      <p:cBhvr>
                                        <p:cTn id="114" dur="250"/>
                                        <p:tgtEl>
                                          <p:spTgt spid="23"/>
                                        </p:tgtEl>
                                      </p:cBhvr>
                                    </p:animEffect>
                                  </p:childTnLst>
                                </p:cTn>
                              </p:par>
                            </p:childTnLst>
                          </p:cTn>
                        </p:par>
                        <p:par>
                          <p:cTn id="115" fill="hold">
                            <p:stCondLst>
                              <p:cond delay="3000"/>
                            </p:stCondLst>
                            <p:childTnLst>
                              <p:par>
                                <p:cTn id="116" presetID="22" presetClass="exit" presetSubtype="2" fill="hold" nodeType="afterEffect">
                                  <p:stCondLst>
                                    <p:cond delay="0"/>
                                  </p:stCondLst>
                                  <p:childTnLst>
                                    <p:animEffect transition="out" filter="wipe(right)">
                                      <p:cBhvr>
                                        <p:cTn id="117" dur="750"/>
                                        <p:tgtEl>
                                          <p:spTgt spid="50"/>
                                        </p:tgtEl>
                                      </p:cBhvr>
                                    </p:animEffect>
                                    <p:set>
                                      <p:cBhvr>
                                        <p:cTn id="118" dur="1" fill="hold">
                                          <p:stCondLst>
                                            <p:cond delay="749"/>
                                          </p:stCondLst>
                                        </p:cTn>
                                        <p:tgtEl>
                                          <p:spTgt spid="50"/>
                                        </p:tgtEl>
                                        <p:attrNameLst>
                                          <p:attrName>style.visibility</p:attrName>
                                        </p:attrNameLst>
                                      </p:cBhvr>
                                      <p:to>
                                        <p:strVal val="hidden"/>
                                      </p:to>
                                    </p:set>
                                  </p:childTnLst>
                                </p:cTn>
                              </p:par>
                            </p:childTnLst>
                          </p:cTn>
                        </p:par>
                        <p:par>
                          <p:cTn id="119" fill="hold">
                            <p:stCondLst>
                              <p:cond delay="3750"/>
                            </p:stCondLst>
                            <p:childTnLst>
                              <p:par>
                                <p:cTn id="120" presetID="22" presetClass="entr" presetSubtype="8" fill="hold" nodeType="afterEffect">
                                  <p:stCondLst>
                                    <p:cond delay="0"/>
                                  </p:stCondLst>
                                  <p:childTnLst>
                                    <p:set>
                                      <p:cBhvr>
                                        <p:cTn id="121" dur="1" fill="hold">
                                          <p:stCondLst>
                                            <p:cond delay="0"/>
                                          </p:stCondLst>
                                        </p:cTn>
                                        <p:tgtEl>
                                          <p:spTgt spid="21"/>
                                        </p:tgtEl>
                                        <p:attrNameLst>
                                          <p:attrName>style.visibility</p:attrName>
                                        </p:attrNameLst>
                                      </p:cBhvr>
                                      <p:to>
                                        <p:strVal val="visible"/>
                                      </p:to>
                                    </p:set>
                                    <p:animEffect transition="in" filter="wipe(left)">
                                      <p:cBhvr>
                                        <p:cTn id="122" dur="250"/>
                                        <p:tgtEl>
                                          <p:spTgt spid="21"/>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51"/>
                                        </p:tgtEl>
                                        <p:attrNameLst>
                                          <p:attrName>style.visibility</p:attrName>
                                        </p:attrNameLst>
                                      </p:cBhvr>
                                      <p:to>
                                        <p:strVal val="visible"/>
                                      </p:to>
                                    </p:set>
                                    <p:animEffect transition="in" filter="wipe(left)">
                                      <p:cBhvr>
                                        <p:cTn id="127" dur="500"/>
                                        <p:tgtEl>
                                          <p:spTgt spid="51"/>
                                        </p:tgtEl>
                                      </p:cBhvr>
                                    </p:animEffect>
                                  </p:childTnLst>
                                </p:cTn>
                              </p:par>
                            </p:childTnLst>
                          </p:cTn>
                        </p:par>
                        <p:par>
                          <p:cTn id="128" fill="hold">
                            <p:stCondLst>
                              <p:cond delay="500"/>
                            </p:stCondLst>
                            <p:childTnLst>
                              <p:par>
                                <p:cTn id="129" presetID="22" presetClass="entr" presetSubtype="8" fill="hold" nodeType="afterEffect">
                                  <p:stCondLst>
                                    <p:cond delay="0"/>
                                  </p:stCondLst>
                                  <p:childTnLst>
                                    <p:set>
                                      <p:cBhvr>
                                        <p:cTn id="130" dur="1" fill="hold">
                                          <p:stCondLst>
                                            <p:cond delay="0"/>
                                          </p:stCondLst>
                                        </p:cTn>
                                        <p:tgtEl>
                                          <p:spTgt spid="38"/>
                                        </p:tgtEl>
                                        <p:attrNameLst>
                                          <p:attrName>style.visibility</p:attrName>
                                        </p:attrNameLst>
                                      </p:cBhvr>
                                      <p:to>
                                        <p:strVal val="visible"/>
                                      </p:to>
                                    </p:set>
                                    <p:animEffect transition="in" filter="wipe(left)">
                                      <p:cBhvr>
                                        <p:cTn id="131" dur="250"/>
                                        <p:tgtEl>
                                          <p:spTgt spid="38"/>
                                        </p:tgtEl>
                                      </p:cBhvr>
                                    </p:animEffect>
                                  </p:childTnLst>
                                </p:cTn>
                              </p:par>
                            </p:childTnLst>
                          </p:cTn>
                        </p:par>
                        <p:par>
                          <p:cTn id="132" fill="hold">
                            <p:stCondLst>
                              <p:cond delay="750"/>
                            </p:stCondLst>
                            <p:childTnLst>
                              <p:par>
                                <p:cTn id="133" presetID="22" presetClass="entr" presetSubtype="8" fill="hold" nodeType="afterEffect">
                                  <p:stCondLst>
                                    <p:cond delay="0"/>
                                  </p:stCondLst>
                                  <p:childTnLst>
                                    <p:set>
                                      <p:cBhvr>
                                        <p:cTn id="134" dur="1" fill="hold">
                                          <p:stCondLst>
                                            <p:cond delay="0"/>
                                          </p:stCondLst>
                                        </p:cTn>
                                        <p:tgtEl>
                                          <p:spTgt spid="26"/>
                                        </p:tgtEl>
                                        <p:attrNameLst>
                                          <p:attrName>style.visibility</p:attrName>
                                        </p:attrNameLst>
                                      </p:cBhvr>
                                      <p:to>
                                        <p:strVal val="visible"/>
                                      </p:to>
                                    </p:set>
                                    <p:animEffect transition="in" filter="wipe(left)">
                                      <p:cBhvr>
                                        <p:cTn id="135" dur="250"/>
                                        <p:tgtEl>
                                          <p:spTgt spid="26"/>
                                        </p:tgtEl>
                                      </p:cBhvr>
                                    </p:animEffect>
                                  </p:childTnLst>
                                </p:cTn>
                              </p:par>
                            </p:childTnLst>
                          </p:cTn>
                        </p:par>
                        <p:par>
                          <p:cTn id="136" fill="hold">
                            <p:stCondLst>
                              <p:cond delay="1000"/>
                            </p:stCondLst>
                            <p:childTnLst>
                              <p:par>
                                <p:cTn id="137" presetID="22" presetClass="entr" presetSubtype="8" fill="hold" nodeType="afterEffect">
                                  <p:stCondLst>
                                    <p:cond delay="0"/>
                                  </p:stCondLst>
                                  <p:childTnLst>
                                    <p:set>
                                      <p:cBhvr>
                                        <p:cTn id="138" dur="1" fill="hold">
                                          <p:stCondLst>
                                            <p:cond delay="0"/>
                                          </p:stCondLst>
                                        </p:cTn>
                                        <p:tgtEl>
                                          <p:spTgt spid="39"/>
                                        </p:tgtEl>
                                        <p:attrNameLst>
                                          <p:attrName>style.visibility</p:attrName>
                                        </p:attrNameLst>
                                      </p:cBhvr>
                                      <p:to>
                                        <p:strVal val="visible"/>
                                      </p:to>
                                    </p:set>
                                    <p:animEffect transition="in" filter="wipe(left)">
                                      <p:cBhvr>
                                        <p:cTn id="139" dur="250"/>
                                        <p:tgtEl>
                                          <p:spTgt spid="39"/>
                                        </p:tgtEl>
                                      </p:cBhvr>
                                    </p:animEffect>
                                  </p:childTnLst>
                                </p:cTn>
                              </p:par>
                            </p:childTnLst>
                          </p:cTn>
                        </p:par>
                        <p:par>
                          <p:cTn id="140" fill="hold">
                            <p:stCondLst>
                              <p:cond delay="1250"/>
                            </p:stCondLst>
                            <p:childTnLst>
                              <p:par>
                                <p:cTn id="141" presetID="22" presetClass="exit" presetSubtype="2" fill="hold" nodeType="afterEffect">
                                  <p:stCondLst>
                                    <p:cond delay="0"/>
                                  </p:stCondLst>
                                  <p:childTnLst>
                                    <p:animEffect transition="out" filter="wipe(right)">
                                      <p:cBhvr>
                                        <p:cTn id="142" dur="750"/>
                                        <p:tgtEl>
                                          <p:spTgt spid="51"/>
                                        </p:tgtEl>
                                      </p:cBhvr>
                                    </p:animEffect>
                                    <p:set>
                                      <p:cBhvr>
                                        <p:cTn id="143" dur="1" fill="hold">
                                          <p:stCondLst>
                                            <p:cond delay="749"/>
                                          </p:stCondLst>
                                        </p:cTn>
                                        <p:tgtEl>
                                          <p:spTgt spid="51"/>
                                        </p:tgtEl>
                                        <p:attrNameLst>
                                          <p:attrName>style.visibility</p:attrName>
                                        </p:attrNameLst>
                                      </p:cBhvr>
                                      <p:to>
                                        <p:strVal val="hidden"/>
                                      </p:to>
                                    </p:set>
                                  </p:childTnLst>
                                </p:cTn>
                              </p:par>
                            </p:childTnLst>
                          </p:cTn>
                        </p:par>
                        <p:par>
                          <p:cTn id="144" fill="hold">
                            <p:stCondLst>
                              <p:cond delay="2000"/>
                            </p:stCondLst>
                            <p:childTnLst>
                              <p:par>
                                <p:cTn id="145" presetID="22" presetClass="entr" presetSubtype="8" fill="hold" nodeType="after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wipe(left)">
                                      <p:cBhvr>
                                        <p:cTn id="147" dur="500"/>
                                        <p:tgtEl>
                                          <p:spTgt spid="52"/>
                                        </p:tgtEl>
                                      </p:cBhvr>
                                    </p:animEffect>
                                  </p:childTnLst>
                                </p:cTn>
                              </p:par>
                            </p:childTnLst>
                          </p:cTn>
                        </p:par>
                        <p:par>
                          <p:cTn id="148" fill="hold">
                            <p:stCondLst>
                              <p:cond delay="2500"/>
                            </p:stCondLst>
                            <p:childTnLst>
                              <p:par>
                                <p:cTn id="149" presetID="22" presetClass="entr" presetSubtype="8" fill="hold" nodeType="afterEffect">
                                  <p:stCondLst>
                                    <p:cond delay="0"/>
                                  </p:stCondLst>
                                  <p:childTnLst>
                                    <p:set>
                                      <p:cBhvr>
                                        <p:cTn id="150" dur="1" fill="hold">
                                          <p:stCondLst>
                                            <p:cond delay="0"/>
                                          </p:stCondLst>
                                        </p:cTn>
                                        <p:tgtEl>
                                          <p:spTgt spid="24"/>
                                        </p:tgtEl>
                                        <p:attrNameLst>
                                          <p:attrName>style.visibility</p:attrName>
                                        </p:attrNameLst>
                                      </p:cBhvr>
                                      <p:to>
                                        <p:strVal val="visible"/>
                                      </p:to>
                                    </p:set>
                                    <p:animEffect transition="in" filter="wipe(left)">
                                      <p:cBhvr>
                                        <p:cTn id="151" dur="250"/>
                                        <p:tgtEl>
                                          <p:spTgt spid="24"/>
                                        </p:tgtEl>
                                      </p:cBhvr>
                                    </p:animEffect>
                                  </p:childTnLst>
                                </p:cTn>
                              </p:par>
                            </p:childTnLst>
                          </p:cTn>
                        </p:par>
                        <p:par>
                          <p:cTn id="152" fill="hold">
                            <p:stCondLst>
                              <p:cond delay="2750"/>
                            </p:stCondLst>
                            <p:childTnLst>
                              <p:par>
                                <p:cTn id="153" presetID="22" presetClass="entr" presetSubtype="8" fill="hold" nodeType="afterEffect">
                                  <p:stCondLst>
                                    <p:cond delay="0"/>
                                  </p:stCondLst>
                                  <p:childTnLst>
                                    <p:set>
                                      <p:cBhvr>
                                        <p:cTn id="154" dur="1" fill="hold">
                                          <p:stCondLst>
                                            <p:cond delay="0"/>
                                          </p:stCondLst>
                                        </p:cTn>
                                        <p:tgtEl>
                                          <p:spTgt spid="27"/>
                                        </p:tgtEl>
                                        <p:attrNameLst>
                                          <p:attrName>style.visibility</p:attrName>
                                        </p:attrNameLst>
                                      </p:cBhvr>
                                      <p:to>
                                        <p:strVal val="visible"/>
                                      </p:to>
                                    </p:set>
                                    <p:animEffect transition="in" filter="wipe(left)">
                                      <p:cBhvr>
                                        <p:cTn id="155" dur="250"/>
                                        <p:tgtEl>
                                          <p:spTgt spid="27"/>
                                        </p:tgtEl>
                                      </p:cBhvr>
                                    </p:animEffect>
                                  </p:childTnLst>
                                </p:cTn>
                              </p:par>
                            </p:childTnLst>
                          </p:cTn>
                        </p:par>
                        <p:par>
                          <p:cTn id="156" fill="hold">
                            <p:stCondLst>
                              <p:cond delay="3000"/>
                            </p:stCondLst>
                            <p:childTnLst>
                              <p:par>
                                <p:cTn id="157" presetID="22" presetClass="exit" presetSubtype="2" fill="hold" nodeType="afterEffect">
                                  <p:stCondLst>
                                    <p:cond delay="0"/>
                                  </p:stCondLst>
                                  <p:childTnLst>
                                    <p:animEffect transition="out" filter="wipe(right)">
                                      <p:cBhvr>
                                        <p:cTn id="158" dur="750"/>
                                        <p:tgtEl>
                                          <p:spTgt spid="52"/>
                                        </p:tgtEl>
                                      </p:cBhvr>
                                    </p:animEffect>
                                    <p:set>
                                      <p:cBhvr>
                                        <p:cTn id="159" dur="1" fill="hold">
                                          <p:stCondLst>
                                            <p:cond delay="749"/>
                                          </p:stCondLst>
                                        </p:cTn>
                                        <p:tgtEl>
                                          <p:spTgt spid="52"/>
                                        </p:tgtEl>
                                        <p:attrNameLst>
                                          <p:attrName>style.visibility</p:attrName>
                                        </p:attrNameLst>
                                      </p:cBhvr>
                                      <p:to>
                                        <p:strVal val="hidden"/>
                                      </p:to>
                                    </p:set>
                                  </p:childTnLst>
                                </p:cTn>
                              </p:par>
                            </p:childTnLst>
                          </p:cTn>
                        </p:par>
                        <p:par>
                          <p:cTn id="160" fill="hold">
                            <p:stCondLst>
                              <p:cond delay="3750"/>
                            </p:stCondLst>
                            <p:childTnLst>
                              <p:par>
                                <p:cTn id="161" presetID="22" presetClass="entr" presetSubtype="8" fill="hold" nodeType="afterEffect">
                                  <p:stCondLst>
                                    <p:cond delay="0"/>
                                  </p:stCondLst>
                                  <p:childTnLst>
                                    <p:set>
                                      <p:cBhvr>
                                        <p:cTn id="162" dur="1" fill="hold">
                                          <p:stCondLst>
                                            <p:cond delay="0"/>
                                          </p:stCondLst>
                                        </p:cTn>
                                        <p:tgtEl>
                                          <p:spTgt spid="25"/>
                                        </p:tgtEl>
                                        <p:attrNameLst>
                                          <p:attrName>style.visibility</p:attrName>
                                        </p:attrNameLst>
                                      </p:cBhvr>
                                      <p:to>
                                        <p:strVal val="visible"/>
                                      </p:to>
                                    </p:set>
                                    <p:animEffect transition="in" filter="wipe(left)">
                                      <p:cBhvr>
                                        <p:cTn id="163" dur="250"/>
                                        <p:tgtEl>
                                          <p:spTgt spid="25"/>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nodeType="clickEffect">
                                  <p:stCondLst>
                                    <p:cond delay="0"/>
                                  </p:stCondLst>
                                  <p:childTnLst>
                                    <p:set>
                                      <p:cBhvr>
                                        <p:cTn id="167" dur="1" fill="hold">
                                          <p:stCondLst>
                                            <p:cond delay="0"/>
                                          </p:stCondLst>
                                        </p:cTn>
                                        <p:tgtEl>
                                          <p:spTgt spid="53"/>
                                        </p:tgtEl>
                                        <p:attrNameLst>
                                          <p:attrName>style.visibility</p:attrName>
                                        </p:attrNameLst>
                                      </p:cBhvr>
                                      <p:to>
                                        <p:strVal val="visible"/>
                                      </p:to>
                                    </p:set>
                                    <p:animEffect transition="in" filter="wipe(left)">
                                      <p:cBhvr>
                                        <p:cTn id="168" dur="500"/>
                                        <p:tgtEl>
                                          <p:spTgt spid="53"/>
                                        </p:tgtEl>
                                      </p:cBhvr>
                                    </p:animEffect>
                                  </p:childTnLst>
                                </p:cTn>
                              </p:par>
                            </p:childTnLst>
                          </p:cTn>
                        </p:par>
                        <p:par>
                          <p:cTn id="169" fill="hold">
                            <p:stCondLst>
                              <p:cond delay="500"/>
                            </p:stCondLst>
                            <p:childTnLst>
                              <p:par>
                                <p:cTn id="170" presetID="22" presetClass="entr" presetSubtype="8" fill="hold" nodeType="afterEffect">
                                  <p:stCondLst>
                                    <p:cond delay="0"/>
                                  </p:stCondLst>
                                  <p:childTnLst>
                                    <p:set>
                                      <p:cBhvr>
                                        <p:cTn id="171" dur="1" fill="hold">
                                          <p:stCondLst>
                                            <p:cond delay="0"/>
                                          </p:stCondLst>
                                        </p:cTn>
                                        <p:tgtEl>
                                          <p:spTgt spid="30"/>
                                        </p:tgtEl>
                                        <p:attrNameLst>
                                          <p:attrName>style.visibility</p:attrName>
                                        </p:attrNameLst>
                                      </p:cBhvr>
                                      <p:to>
                                        <p:strVal val="visible"/>
                                      </p:to>
                                    </p:set>
                                    <p:animEffect transition="in" filter="wipe(left)">
                                      <p:cBhvr>
                                        <p:cTn id="172" dur="250"/>
                                        <p:tgtEl>
                                          <p:spTgt spid="30"/>
                                        </p:tgtEl>
                                      </p:cBhvr>
                                    </p:animEffect>
                                  </p:childTnLst>
                                </p:cTn>
                              </p:par>
                            </p:childTnLst>
                          </p:cTn>
                        </p:par>
                        <p:par>
                          <p:cTn id="173" fill="hold">
                            <p:stCondLst>
                              <p:cond delay="750"/>
                            </p:stCondLst>
                            <p:childTnLst>
                              <p:par>
                                <p:cTn id="174" presetID="22" presetClass="entr" presetSubtype="8" fill="hold" nodeType="afterEffect">
                                  <p:stCondLst>
                                    <p:cond delay="0"/>
                                  </p:stCondLst>
                                  <p:childTnLst>
                                    <p:set>
                                      <p:cBhvr>
                                        <p:cTn id="175" dur="1" fill="hold">
                                          <p:stCondLst>
                                            <p:cond delay="0"/>
                                          </p:stCondLst>
                                        </p:cTn>
                                        <p:tgtEl>
                                          <p:spTgt spid="28"/>
                                        </p:tgtEl>
                                        <p:attrNameLst>
                                          <p:attrName>style.visibility</p:attrName>
                                        </p:attrNameLst>
                                      </p:cBhvr>
                                      <p:to>
                                        <p:strVal val="visible"/>
                                      </p:to>
                                    </p:set>
                                    <p:animEffect transition="in" filter="wipe(left)">
                                      <p:cBhvr>
                                        <p:cTn id="176" dur="250"/>
                                        <p:tgtEl>
                                          <p:spTgt spid="28"/>
                                        </p:tgtEl>
                                      </p:cBhvr>
                                    </p:animEffect>
                                  </p:childTnLst>
                                </p:cTn>
                              </p:par>
                            </p:childTnLst>
                          </p:cTn>
                        </p:par>
                        <p:par>
                          <p:cTn id="177" fill="hold">
                            <p:stCondLst>
                              <p:cond delay="1000"/>
                            </p:stCondLst>
                            <p:childTnLst>
                              <p:par>
                                <p:cTn id="178" presetID="22" presetClass="entr" presetSubtype="8" fill="hold" nodeType="afterEffect">
                                  <p:stCondLst>
                                    <p:cond delay="0"/>
                                  </p:stCondLst>
                                  <p:childTnLst>
                                    <p:set>
                                      <p:cBhvr>
                                        <p:cTn id="179" dur="1" fill="hold">
                                          <p:stCondLst>
                                            <p:cond delay="0"/>
                                          </p:stCondLst>
                                        </p:cTn>
                                        <p:tgtEl>
                                          <p:spTgt spid="31"/>
                                        </p:tgtEl>
                                        <p:attrNameLst>
                                          <p:attrName>style.visibility</p:attrName>
                                        </p:attrNameLst>
                                      </p:cBhvr>
                                      <p:to>
                                        <p:strVal val="visible"/>
                                      </p:to>
                                    </p:set>
                                    <p:animEffect transition="in" filter="wipe(left)">
                                      <p:cBhvr>
                                        <p:cTn id="180" dur="250"/>
                                        <p:tgtEl>
                                          <p:spTgt spid="31"/>
                                        </p:tgtEl>
                                      </p:cBhvr>
                                    </p:animEffect>
                                  </p:childTnLst>
                                </p:cTn>
                              </p:par>
                            </p:childTnLst>
                          </p:cTn>
                        </p:par>
                        <p:par>
                          <p:cTn id="181" fill="hold">
                            <p:stCondLst>
                              <p:cond delay="1250"/>
                            </p:stCondLst>
                            <p:childTnLst>
                              <p:par>
                                <p:cTn id="182" presetID="22" presetClass="exit" presetSubtype="2" fill="hold" nodeType="afterEffect">
                                  <p:stCondLst>
                                    <p:cond delay="0"/>
                                  </p:stCondLst>
                                  <p:childTnLst>
                                    <p:animEffect transition="out" filter="wipe(right)">
                                      <p:cBhvr>
                                        <p:cTn id="183" dur="750"/>
                                        <p:tgtEl>
                                          <p:spTgt spid="53"/>
                                        </p:tgtEl>
                                      </p:cBhvr>
                                    </p:animEffect>
                                    <p:set>
                                      <p:cBhvr>
                                        <p:cTn id="184" dur="1" fill="hold">
                                          <p:stCondLst>
                                            <p:cond delay="749"/>
                                          </p:stCondLst>
                                        </p:cTn>
                                        <p:tgtEl>
                                          <p:spTgt spid="53"/>
                                        </p:tgtEl>
                                        <p:attrNameLst>
                                          <p:attrName>style.visibility</p:attrName>
                                        </p:attrNameLst>
                                      </p:cBhvr>
                                      <p:to>
                                        <p:strVal val="hidden"/>
                                      </p:to>
                                    </p:set>
                                  </p:childTnLst>
                                </p:cTn>
                              </p:par>
                            </p:childTnLst>
                          </p:cTn>
                        </p:par>
                        <p:par>
                          <p:cTn id="185" fill="hold">
                            <p:stCondLst>
                              <p:cond delay="2000"/>
                            </p:stCondLst>
                            <p:childTnLst>
                              <p:par>
                                <p:cTn id="186" presetID="22" presetClass="entr" presetSubtype="8" fill="hold" nodeType="afterEffect">
                                  <p:stCondLst>
                                    <p:cond delay="0"/>
                                  </p:stCondLst>
                                  <p:childTnLst>
                                    <p:set>
                                      <p:cBhvr>
                                        <p:cTn id="187" dur="1" fill="hold">
                                          <p:stCondLst>
                                            <p:cond delay="0"/>
                                          </p:stCondLst>
                                        </p:cTn>
                                        <p:tgtEl>
                                          <p:spTgt spid="29"/>
                                        </p:tgtEl>
                                        <p:attrNameLst>
                                          <p:attrName>style.visibility</p:attrName>
                                        </p:attrNameLst>
                                      </p:cBhvr>
                                      <p:to>
                                        <p:strVal val="visible"/>
                                      </p:to>
                                    </p:set>
                                    <p:animEffect transition="in" filter="wipe(left)">
                                      <p:cBhvr>
                                        <p:cTn id="188" dur="250"/>
                                        <p:tgtEl>
                                          <p:spTgt spid="29"/>
                                        </p:tgtEl>
                                      </p:cBhvr>
                                    </p:animEffect>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nodeType="clickEffect">
                                  <p:stCondLst>
                                    <p:cond delay="0"/>
                                  </p:stCondLst>
                                  <p:childTnLst>
                                    <p:set>
                                      <p:cBhvr>
                                        <p:cTn id="192" dur="1" fill="hold">
                                          <p:stCondLst>
                                            <p:cond delay="0"/>
                                          </p:stCondLst>
                                        </p:cTn>
                                        <p:tgtEl>
                                          <p:spTgt spid="54"/>
                                        </p:tgtEl>
                                        <p:attrNameLst>
                                          <p:attrName>style.visibility</p:attrName>
                                        </p:attrNameLst>
                                      </p:cBhvr>
                                      <p:to>
                                        <p:strVal val="visible"/>
                                      </p:to>
                                    </p:set>
                                    <p:animEffect transition="in" filter="wipe(left)">
                                      <p:cBhvr>
                                        <p:cTn id="193" dur="500"/>
                                        <p:tgtEl>
                                          <p:spTgt spid="54"/>
                                        </p:tgtEl>
                                      </p:cBhvr>
                                    </p:animEffect>
                                  </p:childTnLst>
                                </p:cTn>
                              </p:par>
                            </p:childTnLst>
                          </p:cTn>
                        </p:par>
                        <p:par>
                          <p:cTn id="194" fill="hold">
                            <p:stCondLst>
                              <p:cond delay="500"/>
                            </p:stCondLst>
                            <p:childTnLst>
                              <p:par>
                                <p:cTn id="195" presetID="22" presetClass="entr" presetSubtype="8" fill="hold" nodeType="afterEffect">
                                  <p:stCondLst>
                                    <p:cond delay="0"/>
                                  </p:stCondLst>
                                  <p:childTnLst>
                                    <p:set>
                                      <p:cBhvr>
                                        <p:cTn id="196" dur="1" fill="hold">
                                          <p:stCondLst>
                                            <p:cond delay="0"/>
                                          </p:stCondLst>
                                        </p:cTn>
                                        <p:tgtEl>
                                          <p:spTgt spid="34"/>
                                        </p:tgtEl>
                                        <p:attrNameLst>
                                          <p:attrName>style.visibility</p:attrName>
                                        </p:attrNameLst>
                                      </p:cBhvr>
                                      <p:to>
                                        <p:strVal val="visible"/>
                                      </p:to>
                                    </p:set>
                                    <p:animEffect transition="in" filter="wipe(left)">
                                      <p:cBhvr>
                                        <p:cTn id="197" dur="250"/>
                                        <p:tgtEl>
                                          <p:spTgt spid="34"/>
                                        </p:tgtEl>
                                      </p:cBhvr>
                                    </p:animEffect>
                                  </p:childTnLst>
                                </p:cTn>
                              </p:par>
                            </p:childTnLst>
                          </p:cTn>
                        </p:par>
                        <p:par>
                          <p:cTn id="198" fill="hold">
                            <p:stCondLst>
                              <p:cond delay="750"/>
                            </p:stCondLst>
                            <p:childTnLst>
                              <p:par>
                                <p:cTn id="199" presetID="22" presetClass="entr" presetSubtype="8" fill="hold" nodeType="afterEffect">
                                  <p:stCondLst>
                                    <p:cond delay="0"/>
                                  </p:stCondLst>
                                  <p:childTnLst>
                                    <p:set>
                                      <p:cBhvr>
                                        <p:cTn id="200" dur="1" fill="hold">
                                          <p:stCondLst>
                                            <p:cond delay="0"/>
                                          </p:stCondLst>
                                        </p:cTn>
                                        <p:tgtEl>
                                          <p:spTgt spid="32"/>
                                        </p:tgtEl>
                                        <p:attrNameLst>
                                          <p:attrName>style.visibility</p:attrName>
                                        </p:attrNameLst>
                                      </p:cBhvr>
                                      <p:to>
                                        <p:strVal val="visible"/>
                                      </p:to>
                                    </p:set>
                                    <p:animEffect transition="in" filter="wipe(left)">
                                      <p:cBhvr>
                                        <p:cTn id="201" dur="250"/>
                                        <p:tgtEl>
                                          <p:spTgt spid="32"/>
                                        </p:tgtEl>
                                      </p:cBhvr>
                                    </p:animEffect>
                                  </p:childTnLst>
                                </p:cTn>
                              </p:par>
                            </p:childTnLst>
                          </p:cTn>
                        </p:par>
                        <p:par>
                          <p:cTn id="202" fill="hold">
                            <p:stCondLst>
                              <p:cond delay="1000"/>
                            </p:stCondLst>
                            <p:childTnLst>
                              <p:par>
                                <p:cTn id="203" presetID="22" presetClass="entr" presetSubtype="8" fill="hold" nodeType="afterEffect">
                                  <p:stCondLst>
                                    <p:cond delay="0"/>
                                  </p:stCondLst>
                                  <p:childTnLst>
                                    <p:set>
                                      <p:cBhvr>
                                        <p:cTn id="204" dur="1" fill="hold">
                                          <p:stCondLst>
                                            <p:cond delay="0"/>
                                          </p:stCondLst>
                                        </p:cTn>
                                        <p:tgtEl>
                                          <p:spTgt spid="35"/>
                                        </p:tgtEl>
                                        <p:attrNameLst>
                                          <p:attrName>style.visibility</p:attrName>
                                        </p:attrNameLst>
                                      </p:cBhvr>
                                      <p:to>
                                        <p:strVal val="visible"/>
                                      </p:to>
                                    </p:set>
                                    <p:animEffect transition="in" filter="wipe(left)">
                                      <p:cBhvr>
                                        <p:cTn id="205" dur="250"/>
                                        <p:tgtEl>
                                          <p:spTgt spid="35"/>
                                        </p:tgtEl>
                                      </p:cBhvr>
                                    </p:animEffect>
                                  </p:childTnLst>
                                </p:cTn>
                              </p:par>
                            </p:childTnLst>
                          </p:cTn>
                        </p:par>
                        <p:par>
                          <p:cTn id="206" fill="hold">
                            <p:stCondLst>
                              <p:cond delay="1250"/>
                            </p:stCondLst>
                            <p:childTnLst>
                              <p:par>
                                <p:cTn id="207" presetID="22" presetClass="exit" presetSubtype="2" fill="hold" nodeType="afterEffect">
                                  <p:stCondLst>
                                    <p:cond delay="0"/>
                                  </p:stCondLst>
                                  <p:childTnLst>
                                    <p:animEffect transition="out" filter="wipe(right)">
                                      <p:cBhvr>
                                        <p:cTn id="208" dur="750"/>
                                        <p:tgtEl>
                                          <p:spTgt spid="54"/>
                                        </p:tgtEl>
                                      </p:cBhvr>
                                    </p:animEffect>
                                    <p:set>
                                      <p:cBhvr>
                                        <p:cTn id="209" dur="1" fill="hold">
                                          <p:stCondLst>
                                            <p:cond delay="749"/>
                                          </p:stCondLst>
                                        </p:cTn>
                                        <p:tgtEl>
                                          <p:spTgt spid="54"/>
                                        </p:tgtEl>
                                        <p:attrNameLst>
                                          <p:attrName>style.visibility</p:attrName>
                                        </p:attrNameLst>
                                      </p:cBhvr>
                                      <p:to>
                                        <p:strVal val="hidden"/>
                                      </p:to>
                                    </p:set>
                                  </p:childTnLst>
                                </p:cTn>
                              </p:par>
                            </p:childTnLst>
                          </p:cTn>
                        </p:par>
                        <p:par>
                          <p:cTn id="210" fill="hold">
                            <p:stCondLst>
                              <p:cond delay="2000"/>
                            </p:stCondLst>
                            <p:childTnLst>
                              <p:par>
                                <p:cTn id="211" presetID="22" presetClass="entr" presetSubtype="8" fill="hold" nodeType="afterEffect">
                                  <p:stCondLst>
                                    <p:cond delay="0"/>
                                  </p:stCondLst>
                                  <p:childTnLst>
                                    <p:set>
                                      <p:cBhvr>
                                        <p:cTn id="212" dur="1" fill="hold">
                                          <p:stCondLst>
                                            <p:cond delay="0"/>
                                          </p:stCondLst>
                                        </p:cTn>
                                        <p:tgtEl>
                                          <p:spTgt spid="33"/>
                                        </p:tgtEl>
                                        <p:attrNameLst>
                                          <p:attrName>style.visibility</p:attrName>
                                        </p:attrNameLst>
                                      </p:cBhvr>
                                      <p:to>
                                        <p:strVal val="visible"/>
                                      </p:to>
                                    </p:set>
                                    <p:animEffect transition="in" filter="wipe(left)">
                                      <p:cBhvr>
                                        <p:cTn id="213" dur="250"/>
                                        <p:tgtEl>
                                          <p:spTgt spid="33"/>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8" fill="hold" grpId="0" nodeType="clickEffect">
                                  <p:stCondLst>
                                    <p:cond delay="0"/>
                                  </p:stCondLst>
                                  <p:childTnLst>
                                    <p:set>
                                      <p:cBhvr>
                                        <p:cTn id="217" dur="1" fill="hold">
                                          <p:stCondLst>
                                            <p:cond delay="0"/>
                                          </p:stCondLst>
                                        </p:cTn>
                                        <p:tgtEl>
                                          <p:spTgt spid="40"/>
                                        </p:tgtEl>
                                        <p:attrNameLst>
                                          <p:attrName>style.visibility</p:attrName>
                                        </p:attrNameLst>
                                      </p:cBhvr>
                                      <p:to>
                                        <p:strVal val="visible"/>
                                      </p:to>
                                    </p:set>
                                    <p:animEffect transition="in" filter="wipe(left)">
                                      <p:cBhvr>
                                        <p:cTn id="218" dur="1000"/>
                                        <p:tgtEl>
                                          <p:spTgt spid="40"/>
                                        </p:tgtEl>
                                      </p:cBhvr>
                                    </p:animEffect>
                                  </p:childTnLst>
                                </p:cTn>
                              </p:par>
                            </p:childTnLst>
                          </p:cTn>
                        </p:par>
                      </p:childTnLst>
                    </p:cTn>
                  </p:par>
                  <p:par>
                    <p:cTn id="219" fill="hold">
                      <p:stCondLst>
                        <p:cond delay="indefinite"/>
                      </p:stCondLst>
                      <p:childTnLst>
                        <p:par>
                          <p:cTn id="220" fill="hold">
                            <p:stCondLst>
                              <p:cond delay="0"/>
                            </p:stCondLst>
                            <p:childTnLst>
                              <p:par>
                                <p:cTn id="221" presetID="42" presetClass="entr" presetSubtype="0" fill="hold" grpId="0" nodeType="clickEffect">
                                  <p:stCondLst>
                                    <p:cond delay="0"/>
                                  </p:stCondLst>
                                  <p:childTnLst>
                                    <p:set>
                                      <p:cBhvr>
                                        <p:cTn id="222" dur="1" fill="hold">
                                          <p:stCondLst>
                                            <p:cond delay="0"/>
                                          </p:stCondLst>
                                        </p:cTn>
                                        <p:tgtEl>
                                          <p:spTgt spid="55"/>
                                        </p:tgtEl>
                                        <p:attrNameLst>
                                          <p:attrName>style.visibility</p:attrName>
                                        </p:attrNameLst>
                                      </p:cBhvr>
                                      <p:to>
                                        <p:strVal val="visible"/>
                                      </p:to>
                                    </p:set>
                                    <p:animEffect transition="in" filter="fade">
                                      <p:cBhvr>
                                        <p:cTn id="223" dur="1000"/>
                                        <p:tgtEl>
                                          <p:spTgt spid="55"/>
                                        </p:tgtEl>
                                      </p:cBhvr>
                                    </p:animEffect>
                                    <p:anim calcmode="lin" valueType="num">
                                      <p:cBhvr>
                                        <p:cTn id="224" dur="1000" fill="hold"/>
                                        <p:tgtEl>
                                          <p:spTgt spid="55"/>
                                        </p:tgtEl>
                                        <p:attrNameLst>
                                          <p:attrName>ppt_x</p:attrName>
                                        </p:attrNameLst>
                                      </p:cBhvr>
                                      <p:tavLst>
                                        <p:tav tm="0">
                                          <p:val>
                                            <p:strVal val="#ppt_x"/>
                                          </p:val>
                                        </p:tav>
                                        <p:tav tm="100000">
                                          <p:val>
                                            <p:strVal val="#ppt_x"/>
                                          </p:val>
                                        </p:tav>
                                      </p:tavLst>
                                    </p:anim>
                                    <p:anim calcmode="lin" valueType="num">
                                      <p:cBhvr>
                                        <p:cTn id="225"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2" grpId="0"/>
      <p:bldP spid="40" grpId="0"/>
      <p:bldP spid="5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76B6AB1-A609-4C43-A7D2-DDC7C7AF3632}"/>
              </a:ext>
            </a:extLst>
          </p:cNvPr>
          <p:cNvSpPr txBox="1"/>
          <p:nvPr/>
        </p:nvSpPr>
        <p:spPr>
          <a:xfrm>
            <a:off x="593701" y="838727"/>
            <a:ext cx="7933973" cy="1895647"/>
          </a:xfrm>
          <a:prstGeom prst="rect">
            <a:avLst/>
          </a:prstGeom>
          <a:noFill/>
        </p:spPr>
        <p:txBody>
          <a:bodyPr wrap="square">
            <a:spAutoFit/>
          </a:bodyPr>
          <a:lstStyle/>
          <a:p>
            <a:pPr>
              <a:lnSpc>
                <a:spcPct val="110000"/>
              </a:lnSpc>
            </a:pPr>
            <a:r>
              <a:rPr lang="zh-CN" altLang="en-US" b="1" dirty="0"/>
              <a:t>十字链表是有向图的另一种存储结构，可看作邻接表好逆邻接表的合并集成。</a:t>
            </a:r>
            <a:endParaRPr lang="en-US" altLang="zh-CN" b="1" dirty="0"/>
          </a:p>
          <a:p>
            <a:pPr>
              <a:lnSpc>
                <a:spcPct val="110000"/>
              </a:lnSpc>
            </a:pPr>
            <a:r>
              <a:rPr lang="zh-CN" altLang="en-US" b="1" dirty="0"/>
              <a:t>有向图基本概念：</a:t>
            </a:r>
            <a:endParaRPr lang="en-US" altLang="zh-CN" b="1" dirty="0"/>
          </a:p>
          <a:p>
            <a:pPr>
              <a:lnSpc>
                <a:spcPct val="110000"/>
              </a:lnSpc>
            </a:pPr>
            <a:r>
              <a:rPr lang="zh-CN" altLang="en-US" b="1" dirty="0"/>
              <a:t>（</a:t>
            </a:r>
            <a:r>
              <a:rPr lang="en-US" altLang="zh-CN" b="1" dirty="0"/>
              <a:t>1</a:t>
            </a:r>
            <a:r>
              <a:rPr lang="zh-CN" altLang="en-US" b="1" dirty="0"/>
              <a:t>）弧</a:t>
            </a:r>
            <a:r>
              <a:rPr lang="en-US" altLang="zh-CN" b="1" dirty="0"/>
              <a:t>——</a:t>
            </a:r>
            <a:r>
              <a:rPr lang="zh-CN" altLang="en-US" b="1" dirty="0"/>
              <a:t>有向边， 逻辑上用连接顶点的带箭头线段表示              </a:t>
            </a:r>
            <a:endParaRPr lang="en-US" altLang="zh-CN" b="1" dirty="0"/>
          </a:p>
          <a:p>
            <a:pPr>
              <a:lnSpc>
                <a:spcPct val="110000"/>
              </a:lnSpc>
            </a:pPr>
            <a:r>
              <a:rPr lang="zh-CN" altLang="en-US" b="1" dirty="0"/>
              <a:t>（</a:t>
            </a:r>
            <a:r>
              <a:rPr lang="en-US" altLang="zh-CN" b="1" dirty="0"/>
              <a:t>2</a:t>
            </a:r>
            <a:r>
              <a:rPr lang="zh-CN" altLang="en-US" b="1" dirty="0"/>
              <a:t>）弧头和弧尾</a:t>
            </a:r>
            <a:r>
              <a:rPr lang="en-US" altLang="zh-CN" b="1" dirty="0"/>
              <a:t>—— </a:t>
            </a:r>
            <a:r>
              <a:rPr lang="en-US" altLang="zh-CN" b="1" dirty="0">
                <a:solidFill>
                  <a:srgbClr val="C00000"/>
                </a:solidFill>
              </a:rPr>
              <a:t>v</a:t>
            </a:r>
            <a:r>
              <a:rPr lang="zh-CN" altLang="en-US" b="1" dirty="0"/>
              <a:t>为弧尾，</a:t>
            </a:r>
            <a:r>
              <a:rPr lang="en-US" altLang="zh-CN" b="1" dirty="0">
                <a:solidFill>
                  <a:srgbClr val="C00000"/>
                </a:solidFill>
              </a:rPr>
              <a:t>w</a:t>
            </a:r>
            <a:r>
              <a:rPr lang="zh-CN" altLang="en-US" b="1" dirty="0"/>
              <a:t>为弧头，该弧是</a:t>
            </a:r>
            <a:r>
              <a:rPr lang="en-US" altLang="zh-CN" b="1" dirty="0">
                <a:solidFill>
                  <a:srgbClr val="C00000"/>
                </a:solidFill>
              </a:rPr>
              <a:t>v</a:t>
            </a:r>
            <a:r>
              <a:rPr lang="zh-CN" altLang="en-US" b="1" dirty="0"/>
              <a:t>的出弧、</a:t>
            </a:r>
            <a:r>
              <a:rPr lang="en-US" altLang="zh-CN" b="1" dirty="0">
                <a:solidFill>
                  <a:srgbClr val="C00000"/>
                </a:solidFill>
              </a:rPr>
              <a:t>w</a:t>
            </a:r>
            <a:r>
              <a:rPr lang="zh-CN" altLang="en-US" b="1" dirty="0"/>
              <a:t>的入弧</a:t>
            </a:r>
            <a:endParaRPr lang="en-US" altLang="zh-CN" b="1" dirty="0"/>
          </a:p>
          <a:p>
            <a:pPr>
              <a:lnSpc>
                <a:spcPct val="110000"/>
              </a:lnSpc>
            </a:pPr>
            <a:r>
              <a:rPr lang="zh-CN" altLang="en-US" b="1" dirty="0">
                <a:solidFill>
                  <a:srgbClr val="C00000"/>
                </a:solidFill>
              </a:rPr>
              <a:t>图</a:t>
            </a:r>
            <a:r>
              <a:rPr lang="en-US" altLang="zh-CN" b="1" dirty="0">
                <a:solidFill>
                  <a:srgbClr val="C00000"/>
                </a:solidFill>
              </a:rPr>
              <a:t>7.11</a:t>
            </a:r>
            <a:r>
              <a:rPr lang="zh-CN" altLang="en-US" b="1" dirty="0"/>
              <a:t>是一个含</a:t>
            </a:r>
            <a:r>
              <a:rPr lang="en-US" altLang="zh-CN" b="1" dirty="0">
                <a:solidFill>
                  <a:srgbClr val="C00000"/>
                </a:solidFill>
              </a:rPr>
              <a:t>4</a:t>
            </a:r>
            <a:r>
              <a:rPr lang="zh-CN" altLang="en-US" b="1" dirty="0"/>
              <a:t>个顶点、</a:t>
            </a:r>
            <a:r>
              <a:rPr lang="en-US" altLang="zh-CN" b="1" dirty="0">
                <a:solidFill>
                  <a:srgbClr val="C00000"/>
                </a:solidFill>
              </a:rPr>
              <a:t>7</a:t>
            </a:r>
            <a:r>
              <a:rPr lang="zh-CN" altLang="en-US" b="1" dirty="0"/>
              <a:t>条弧的有向图及其十字链表。</a:t>
            </a:r>
            <a:endParaRPr lang="en-US" altLang="zh-CN" b="1" dirty="0"/>
          </a:p>
          <a:p>
            <a:pPr>
              <a:lnSpc>
                <a:spcPct val="110000"/>
              </a:lnSpc>
            </a:pPr>
            <a:r>
              <a:rPr lang="zh-CN" altLang="en-US" b="1" dirty="0"/>
              <a:t>观察每个顶点的入弧链表和出弧链表的构成。</a:t>
            </a:r>
            <a:endParaRPr lang="en-US" altLang="zh-CN" b="1" dirty="0"/>
          </a:p>
        </p:txBody>
      </p:sp>
      <p:sp>
        <p:nvSpPr>
          <p:cNvPr id="6" name="矩形: 圆角 5">
            <a:extLst>
              <a:ext uri="{FF2B5EF4-FFF2-40B4-BE49-F238E27FC236}">
                <a16:creationId xmlns:a16="http://schemas.microsoft.com/office/drawing/2014/main" id="{3DE2C192-2936-4A31-864F-BFE578739DD6}"/>
              </a:ext>
            </a:extLst>
          </p:cNvPr>
          <p:cNvSpPr/>
          <p:nvPr/>
        </p:nvSpPr>
        <p:spPr>
          <a:xfrm>
            <a:off x="4581266" y="291151"/>
            <a:ext cx="4596262" cy="418370"/>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C00000"/>
                </a:solidFill>
                <a:effectLst>
                  <a:outerShdw blurRad="38100" dist="38100" dir="2700000" algn="tl">
                    <a:srgbClr val="000000">
                      <a:alpha val="43137"/>
                    </a:srgbClr>
                  </a:outerShdw>
                </a:effectLst>
              </a:rPr>
              <a:t>算法</a:t>
            </a:r>
            <a:r>
              <a:rPr lang="en-US" altLang="zh-CN" sz="2200" b="1" dirty="0">
                <a:solidFill>
                  <a:srgbClr val="C00000"/>
                </a:solidFill>
                <a:effectLst>
                  <a:outerShdw blurRad="38100" dist="38100" dir="2700000" algn="tl">
                    <a:srgbClr val="000000">
                      <a:alpha val="43137"/>
                    </a:srgbClr>
                  </a:outerShdw>
                </a:effectLst>
              </a:rPr>
              <a:t>7.4  </a:t>
            </a:r>
            <a:r>
              <a:rPr lang="zh-CN" altLang="en-US" sz="2200" b="1" dirty="0">
                <a:solidFill>
                  <a:srgbClr val="041ABC"/>
                </a:solidFill>
                <a:effectLst>
                  <a:outerShdw blurRad="38100" dist="38100" dir="2700000" algn="tl">
                    <a:srgbClr val="000000">
                      <a:alpha val="43137"/>
                    </a:srgbClr>
                  </a:outerShdw>
                </a:effectLst>
              </a:rPr>
              <a:t>构建有向图的十字链表</a:t>
            </a:r>
          </a:p>
        </p:txBody>
      </p:sp>
      <p:cxnSp>
        <p:nvCxnSpPr>
          <p:cNvPr id="8" name="直接箭头连接符 7">
            <a:extLst>
              <a:ext uri="{FF2B5EF4-FFF2-40B4-BE49-F238E27FC236}">
                <a16:creationId xmlns:a16="http://schemas.microsoft.com/office/drawing/2014/main" id="{340A107B-8844-4A0E-AE56-B68D3AC8F0DE}"/>
              </a:ext>
            </a:extLst>
          </p:cNvPr>
          <p:cNvCxnSpPr>
            <a:cxnSpLocks/>
            <a:stCxn id="10" idx="6"/>
            <a:endCxn id="11" idx="2"/>
          </p:cNvCxnSpPr>
          <p:nvPr/>
        </p:nvCxnSpPr>
        <p:spPr>
          <a:xfrm>
            <a:off x="7046305" y="1600656"/>
            <a:ext cx="342705" cy="0"/>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23FB7ECE-CA38-4149-B814-534C897FCFCA}"/>
              </a:ext>
            </a:extLst>
          </p:cNvPr>
          <p:cNvSpPr/>
          <p:nvPr/>
        </p:nvSpPr>
        <p:spPr>
          <a:xfrm>
            <a:off x="6758305" y="1456656"/>
            <a:ext cx="288000" cy="288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C00000"/>
                </a:solidFill>
              </a:rPr>
              <a:t>v</a:t>
            </a:r>
            <a:endParaRPr lang="zh-CN" altLang="en-US" sz="2000" b="1" dirty="0">
              <a:solidFill>
                <a:srgbClr val="C00000"/>
              </a:solidFill>
            </a:endParaRPr>
          </a:p>
        </p:txBody>
      </p:sp>
      <p:sp>
        <p:nvSpPr>
          <p:cNvPr id="11" name="椭圆 10">
            <a:extLst>
              <a:ext uri="{FF2B5EF4-FFF2-40B4-BE49-F238E27FC236}">
                <a16:creationId xmlns:a16="http://schemas.microsoft.com/office/drawing/2014/main" id="{0A1138F0-2D4E-47CD-A736-634AB9B4136B}"/>
              </a:ext>
            </a:extLst>
          </p:cNvPr>
          <p:cNvSpPr/>
          <p:nvPr/>
        </p:nvSpPr>
        <p:spPr>
          <a:xfrm>
            <a:off x="7389010" y="1456656"/>
            <a:ext cx="288000" cy="288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C00000"/>
                </a:solidFill>
              </a:rPr>
              <a:t>w</a:t>
            </a:r>
            <a:endParaRPr lang="zh-CN" altLang="en-US" sz="2000" b="1" dirty="0">
              <a:solidFill>
                <a:srgbClr val="C00000"/>
              </a:solidFill>
            </a:endParaRPr>
          </a:p>
        </p:txBody>
      </p:sp>
      <p:grpSp>
        <p:nvGrpSpPr>
          <p:cNvPr id="86" name="组合 85">
            <a:extLst>
              <a:ext uri="{FF2B5EF4-FFF2-40B4-BE49-F238E27FC236}">
                <a16:creationId xmlns:a16="http://schemas.microsoft.com/office/drawing/2014/main" id="{6A11F187-0123-499C-B9B0-9EA606B8BEDF}"/>
              </a:ext>
            </a:extLst>
          </p:cNvPr>
          <p:cNvGrpSpPr/>
          <p:nvPr/>
        </p:nvGrpSpPr>
        <p:grpSpPr>
          <a:xfrm>
            <a:off x="4572108" y="5071233"/>
            <a:ext cx="1186717" cy="307208"/>
            <a:chOff x="3090225" y="3949733"/>
            <a:chExt cx="1186717" cy="307208"/>
          </a:xfrm>
          <a:solidFill>
            <a:schemeClr val="accent6">
              <a:lumMod val="20000"/>
              <a:lumOff val="80000"/>
            </a:schemeClr>
          </a:solidFill>
        </p:grpSpPr>
        <p:sp>
          <p:nvSpPr>
            <p:cNvPr id="82" name="Text Box 3">
              <a:extLst>
                <a:ext uri="{FF2B5EF4-FFF2-40B4-BE49-F238E27FC236}">
                  <a16:creationId xmlns:a16="http://schemas.microsoft.com/office/drawing/2014/main" id="{171E1651-8A60-4674-87A3-4F3DC40A8FF5}"/>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3   </a:t>
              </a:r>
            </a:p>
          </p:txBody>
        </p:sp>
        <p:sp>
          <p:nvSpPr>
            <p:cNvPr id="83" name="Text Box 3">
              <a:extLst>
                <a:ext uri="{FF2B5EF4-FFF2-40B4-BE49-F238E27FC236}">
                  <a16:creationId xmlns:a16="http://schemas.microsoft.com/office/drawing/2014/main" id="{62592223-D16B-46B3-A2EF-4A66427509E4}"/>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0   </a:t>
              </a:r>
            </a:p>
          </p:txBody>
        </p:sp>
        <p:sp>
          <p:nvSpPr>
            <p:cNvPr id="84" name="Text Box 3">
              <a:extLst>
                <a:ext uri="{FF2B5EF4-FFF2-40B4-BE49-F238E27FC236}">
                  <a16:creationId xmlns:a16="http://schemas.microsoft.com/office/drawing/2014/main" id="{CE2E4182-C4F9-41A5-BBCF-A4BBFBB3BDCB}"/>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85" name="Text Box 3">
              <a:extLst>
                <a:ext uri="{FF2B5EF4-FFF2-40B4-BE49-F238E27FC236}">
                  <a16:creationId xmlns:a16="http://schemas.microsoft.com/office/drawing/2014/main" id="{4C8D0858-F420-4836-93FC-C9354B5F3B58}"/>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2" name="组合 11">
            <a:extLst>
              <a:ext uri="{FF2B5EF4-FFF2-40B4-BE49-F238E27FC236}">
                <a16:creationId xmlns:a16="http://schemas.microsoft.com/office/drawing/2014/main" id="{0F8EB61B-E8ED-47B4-A4B7-251FE369D058}"/>
              </a:ext>
            </a:extLst>
          </p:cNvPr>
          <p:cNvGrpSpPr/>
          <p:nvPr/>
        </p:nvGrpSpPr>
        <p:grpSpPr>
          <a:xfrm>
            <a:off x="3030408" y="3538265"/>
            <a:ext cx="1193502" cy="1876739"/>
            <a:chOff x="3030408" y="3538265"/>
            <a:chExt cx="1193502" cy="1876739"/>
          </a:xfrm>
        </p:grpSpPr>
        <p:sp>
          <p:nvSpPr>
            <p:cNvPr id="63" name="文本框 62">
              <a:extLst>
                <a:ext uri="{FF2B5EF4-FFF2-40B4-BE49-F238E27FC236}">
                  <a16:creationId xmlns:a16="http://schemas.microsoft.com/office/drawing/2014/main" id="{6D864459-FBD4-4DF4-9BD5-619596ADD126}"/>
                </a:ext>
              </a:extLst>
            </p:cNvPr>
            <p:cNvSpPr txBox="1"/>
            <p:nvPr/>
          </p:nvSpPr>
          <p:spPr>
            <a:xfrm>
              <a:off x="3030408" y="3606817"/>
              <a:ext cx="269110" cy="1808187"/>
            </a:xfrm>
            <a:prstGeom prst="rect">
              <a:avLst/>
            </a:prstGeom>
            <a:noFill/>
          </p:spPr>
          <p:txBody>
            <a:bodyPr wrap="square" lIns="0" tIns="0" rIns="0" bIns="0" rtlCol="0">
              <a:spAutoFit/>
            </a:bodyPr>
            <a:lstStyle/>
            <a:p>
              <a:pPr algn="ctr">
                <a:lnSpc>
                  <a:spcPts val="2000"/>
                </a:lnSpc>
              </a:pPr>
              <a:r>
                <a:rPr lang="en-US" altLang="zh-CN" sz="2000" b="1" dirty="0">
                  <a:solidFill>
                    <a:srgbClr val="00B0F0"/>
                  </a:solidFill>
                  <a:latin typeface="Courier New" panose="02070309020205020404" pitchFamily="49" charset="0"/>
                  <a:cs typeface="Courier New" panose="02070309020205020404" pitchFamily="49" charset="0"/>
                </a:rPr>
                <a:t>0</a:t>
              </a:r>
            </a:p>
            <a:p>
              <a:pPr algn="ctr">
                <a:lnSpc>
                  <a:spcPts val="2000"/>
                </a:lnSpc>
              </a:pPr>
              <a:endParaRPr lang="en-US" altLang="zh-CN" sz="2000" b="1" dirty="0">
                <a:solidFill>
                  <a:srgbClr val="00B0F0"/>
                </a:solidFill>
                <a:latin typeface="Courier New" panose="02070309020205020404" pitchFamily="49" charset="0"/>
                <a:cs typeface="Courier New" panose="02070309020205020404" pitchFamily="49" charset="0"/>
              </a:endParaRPr>
            </a:p>
            <a:p>
              <a:pPr algn="ctr">
                <a:lnSpc>
                  <a:spcPts val="2000"/>
                </a:lnSpc>
              </a:pPr>
              <a:r>
                <a:rPr lang="en-US" altLang="zh-CN" sz="2000" b="1" dirty="0">
                  <a:solidFill>
                    <a:srgbClr val="00B0F0"/>
                  </a:solidFill>
                  <a:latin typeface="Courier New" panose="02070309020205020404" pitchFamily="49" charset="0"/>
                  <a:cs typeface="Courier New" panose="02070309020205020404" pitchFamily="49" charset="0"/>
                </a:rPr>
                <a:t>1</a:t>
              </a:r>
            </a:p>
            <a:p>
              <a:pPr algn="ctr">
                <a:lnSpc>
                  <a:spcPts val="2000"/>
                </a:lnSpc>
              </a:pPr>
              <a:endParaRPr lang="en-US" altLang="zh-CN" sz="2000" b="1" dirty="0">
                <a:solidFill>
                  <a:srgbClr val="00B0F0"/>
                </a:solidFill>
                <a:latin typeface="Courier New" panose="02070309020205020404" pitchFamily="49" charset="0"/>
                <a:cs typeface="Courier New" panose="02070309020205020404" pitchFamily="49" charset="0"/>
              </a:endParaRPr>
            </a:p>
            <a:p>
              <a:pPr algn="ctr">
                <a:lnSpc>
                  <a:spcPts val="2000"/>
                </a:lnSpc>
              </a:pPr>
              <a:r>
                <a:rPr lang="en-US" altLang="zh-CN" sz="2000" b="1" dirty="0">
                  <a:solidFill>
                    <a:srgbClr val="00B0F0"/>
                  </a:solidFill>
                  <a:latin typeface="Courier New" panose="02070309020205020404" pitchFamily="49" charset="0"/>
                  <a:cs typeface="Courier New" panose="02070309020205020404" pitchFamily="49" charset="0"/>
                </a:rPr>
                <a:t>2</a:t>
              </a:r>
            </a:p>
            <a:p>
              <a:pPr algn="ctr">
                <a:lnSpc>
                  <a:spcPts val="2000"/>
                </a:lnSpc>
              </a:pPr>
              <a:endParaRPr lang="en-US" altLang="zh-CN" sz="2000" b="1" dirty="0">
                <a:solidFill>
                  <a:srgbClr val="00B0F0"/>
                </a:solidFill>
                <a:latin typeface="Courier New" panose="02070309020205020404" pitchFamily="49" charset="0"/>
                <a:cs typeface="Courier New" panose="02070309020205020404" pitchFamily="49" charset="0"/>
              </a:endParaRPr>
            </a:p>
            <a:p>
              <a:pPr algn="ctr">
                <a:lnSpc>
                  <a:spcPts val="2000"/>
                </a:lnSpc>
              </a:pPr>
              <a:r>
                <a:rPr lang="en-US" altLang="zh-CN" sz="2000" b="1" dirty="0">
                  <a:solidFill>
                    <a:srgbClr val="00B0F0"/>
                  </a:solidFill>
                  <a:latin typeface="Courier New" panose="02070309020205020404" pitchFamily="49" charset="0"/>
                  <a:cs typeface="Courier New" panose="02070309020205020404" pitchFamily="49" charset="0"/>
                </a:rPr>
                <a:t>3</a:t>
              </a:r>
            </a:p>
          </p:txBody>
        </p:sp>
        <p:grpSp>
          <p:nvGrpSpPr>
            <p:cNvPr id="105" name="组合 104">
              <a:extLst>
                <a:ext uri="{FF2B5EF4-FFF2-40B4-BE49-F238E27FC236}">
                  <a16:creationId xmlns:a16="http://schemas.microsoft.com/office/drawing/2014/main" id="{0DB62263-6FBA-48AB-8E52-BB0B22A961F3}"/>
                </a:ext>
              </a:extLst>
            </p:cNvPr>
            <p:cNvGrpSpPr/>
            <p:nvPr/>
          </p:nvGrpSpPr>
          <p:grpSpPr>
            <a:xfrm>
              <a:off x="3326795" y="3538265"/>
              <a:ext cx="897115" cy="1840176"/>
              <a:chOff x="3330739" y="4712331"/>
              <a:chExt cx="897115" cy="1840176"/>
            </a:xfrm>
          </p:grpSpPr>
          <p:grpSp>
            <p:nvGrpSpPr>
              <p:cNvPr id="87" name="组合 86">
                <a:extLst>
                  <a:ext uri="{FF2B5EF4-FFF2-40B4-BE49-F238E27FC236}">
                    <a16:creationId xmlns:a16="http://schemas.microsoft.com/office/drawing/2014/main" id="{105DADEA-5CE1-4BF0-AB50-43CEC4154E15}"/>
                  </a:ext>
                </a:extLst>
              </p:cNvPr>
              <p:cNvGrpSpPr/>
              <p:nvPr/>
            </p:nvGrpSpPr>
            <p:grpSpPr>
              <a:xfrm>
                <a:off x="3338245" y="4712332"/>
                <a:ext cx="889609" cy="307208"/>
                <a:chOff x="3387333" y="3949733"/>
                <a:chExt cx="889609" cy="307208"/>
              </a:xfrm>
            </p:grpSpPr>
            <p:sp>
              <p:nvSpPr>
                <p:cNvPr id="89" name="Text Box 3">
                  <a:extLst>
                    <a:ext uri="{FF2B5EF4-FFF2-40B4-BE49-F238E27FC236}">
                      <a16:creationId xmlns:a16="http://schemas.microsoft.com/office/drawing/2014/main" id="{9628268E-4855-4E6A-93F2-AD8B260800B7}"/>
                    </a:ext>
                  </a:extLst>
                </p:cNvPr>
                <p:cNvSpPr txBox="1">
                  <a:spLocks noChangeArrowheads="1"/>
                </p:cNvSpPr>
                <p:nvPr/>
              </p:nvSpPr>
              <p:spPr bwMode="auto">
                <a:xfrm>
                  <a:off x="3387333"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A   </a:t>
                  </a:r>
                </a:p>
              </p:txBody>
            </p:sp>
            <p:sp>
              <p:nvSpPr>
                <p:cNvPr id="90" name="Text Box 3">
                  <a:extLst>
                    <a:ext uri="{FF2B5EF4-FFF2-40B4-BE49-F238E27FC236}">
                      <a16:creationId xmlns:a16="http://schemas.microsoft.com/office/drawing/2014/main" id="{D600DFD2-6FD5-4A72-BC30-3F8E1EFD21BE}"/>
                    </a:ext>
                  </a:extLst>
                </p:cNvPr>
                <p:cNvSpPr txBox="1">
                  <a:spLocks noChangeArrowheads="1"/>
                </p:cNvSpPr>
                <p:nvPr/>
              </p:nvSpPr>
              <p:spPr bwMode="auto">
                <a:xfrm>
                  <a:off x="3681218"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91" name="Text Box 3">
                  <a:extLst>
                    <a:ext uri="{FF2B5EF4-FFF2-40B4-BE49-F238E27FC236}">
                      <a16:creationId xmlns:a16="http://schemas.microsoft.com/office/drawing/2014/main" id="{8760E7C0-C4E2-4BD4-9188-EBD3FD95BD32}"/>
                    </a:ext>
                  </a:extLst>
                </p:cNvPr>
                <p:cNvSpPr txBox="1">
                  <a:spLocks noChangeArrowheads="1"/>
                </p:cNvSpPr>
                <p:nvPr/>
              </p:nvSpPr>
              <p:spPr bwMode="auto">
                <a:xfrm>
                  <a:off x="3980105" y="3949733"/>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92" name="组合 91">
                <a:extLst>
                  <a:ext uri="{FF2B5EF4-FFF2-40B4-BE49-F238E27FC236}">
                    <a16:creationId xmlns:a16="http://schemas.microsoft.com/office/drawing/2014/main" id="{F1128D3E-640B-43AE-858E-7A01A6044FFD}"/>
                  </a:ext>
                </a:extLst>
              </p:cNvPr>
              <p:cNvGrpSpPr/>
              <p:nvPr/>
            </p:nvGrpSpPr>
            <p:grpSpPr>
              <a:xfrm>
                <a:off x="3335743" y="5221544"/>
                <a:ext cx="889609" cy="307208"/>
                <a:chOff x="3387333" y="3949733"/>
                <a:chExt cx="889609" cy="307208"/>
              </a:xfrm>
            </p:grpSpPr>
            <p:sp>
              <p:nvSpPr>
                <p:cNvPr id="93" name="Text Box 3">
                  <a:extLst>
                    <a:ext uri="{FF2B5EF4-FFF2-40B4-BE49-F238E27FC236}">
                      <a16:creationId xmlns:a16="http://schemas.microsoft.com/office/drawing/2014/main" id="{51C7978C-EED8-438B-99FA-52F69B8DA073}"/>
                    </a:ext>
                  </a:extLst>
                </p:cNvPr>
                <p:cNvSpPr txBox="1">
                  <a:spLocks noChangeArrowheads="1"/>
                </p:cNvSpPr>
                <p:nvPr/>
              </p:nvSpPr>
              <p:spPr bwMode="auto">
                <a:xfrm>
                  <a:off x="3387333"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B   </a:t>
                  </a:r>
                </a:p>
              </p:txBody>
            </p:sp>
            <p:sp>
              <p:nvSpPr>
                <p:cNvPr id="94" name="Text Box 3">
                  <a:extLst>
                    <a:ext uri="{FF2B5EF4-FFF2-40B4-BE49-F238E27FC236}">
                      <a16:creationId xmlns:a16="http://schemas.microsoft.com/office/drawing/2014/main" id="{7821795B-36A7-4E1C-9F35-0E52BF11BE17}"/>
                    </a:ext>
                  </a:extLst>
                </p:cNvPr>
                <p:cNvSpPr txBox="1">
                  <a:spLocks noChangeArrowheads="1"/>
                </p:cNvSpPr>
                <p:nvPr/>
              </p:nvSpPr>
              <p:spPr bwMode="auto">
                <a:xfrm>
                  <a:off x="3681218"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95" name="Text Box 3">
                  <a:extLst>
                    <a:ext uri="{FF2B5EF4-FFF2-40B4-BE49-F238E27FC236}">
                      <a16:creationId xmlns:a16="http://schemas.microsoft.com/office/drawing/2014/main" id="{60A83597-F476-4608-B704-64E858777FDA}"/>
                    </a:ext>
                  </a:extLst>
                </p:cNvPr>
                <p:cNvSpPr txBox="1">
                  <a:spLocks noChangeArrowheads="1"/>
                </p:cNvSpPr>
                <p:nvPr/>
              </p:nvSpPr>
              <p:spPr bwMode="auto">
                <a:xfrm>
                  <a:off x="3980105" y="3949733"/>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96" name="组合 95">
                <a:extLst>
                  <a:ext uri="{FF2B5EF4-FFF2-40B4-BE49-F238E27FC236}">
                    <a16:creationId xmlns:a16="http://schemas.microsoft.com/office/drawing/2014/main" id="{3977C1E3-BBBA-478B-860C-84F707AF4AA6}"/>
                  </a:ext>
                </a:extLst>
              </p:cNvPr>
              <p:cNvGrpSpPr/>
              <p:nvPr/>
            </p:nvGrpSpPr>
            <p:grpSpPr>
              <a:xfrm>
                <a:off x="3330739" y="5736088"/>
                <a:ext cx="889609" cy="307208"/>
                <a:chOff x="3387333" y="3949733"/>
                <a:chExt cx="889609" cy="307208"/>
              </a:xfrm>
            </p:grpSpPr>
            <p:sp>
              <p:nvSpPr>
                <p:cNvPr id="97" name="Text Box 3">
                  <a:extLst>
                    <a:ext uri="{FF2B5EF4-FFF2-40B4-BE49-F238E27FC236}">
                      <a16:creationId xmlns:a16="http://schemas.microsoft.com/office/drawing/2014/main" id="{796410B5-3FFB-4329-9EA7-9C53802074EA}"/>
                    </a:ext>
                  </a:extLst>
                </p:cNvPr>
                <p:cNvSpPr txBox="1">
                  <a:spLocks noChangeArrowheads="1"/>
                </p:cNvSpPr>
                <p:nvPr/>
              </p:nvSpPr>
              <p:spPr bwMode="auto">
                <a:xfrm>
                  <a:off x="3387333"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C   </a:t>
                  </a:r>
                </a:p>
              </p:txBody>
            </p:sp>
            <p:sp>
              <p:nvSpPr>
                <p:cNvPr id="98" name="Text Box 3">
                  <a:extLst>
                    <a:ext uri="{FF2B5EF4-FFF2-40B4-BE49-F238E27FC236}">
                      <a16:creationId xmlns:a16="http://schemas.microsoft.com/office/drawing/2014/main" id="{1A62CBA4-EA0C-40CB-8D56-0131ADE287F5}"/>
                    </a:ext>
                  </a:extLst>
                </p:cNvPr>
                <p:cNvSpPr txBox="1">
                  <a:spLocks noChangeArrowheads="1"/>
                </p:cNvSpPr>
                <p:nvPr/>
              </p:nvSpPr>
              <p:spPr bwMode="auto">
                <a:xfrm>
                  <a:off x="3681218"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99" name="Text Box 3">
                  <a:extLst>
                    <a:ext uri="{FF2B5EF4-FFF2-40B4-BE49-F238E27FC236}">
                      <a16:creationId xmlns:a16="http://schemas.microsoft.com/office/drawing/2014/main" id="{49B43231-DA3E-4AE7-B3EC-F909890AF674}"/>
                    </a:ext>
                  </a:extLst>
                </p:cNvPr>
                <p:cNvSpPr txBox="1">
                  <a:spLocks noChangeArrowheads="1"/>
                </p:cNvSpPr>
                <p:nvPr/>
              </p:nvSpPr>
              <p:spPr bwMode="auto">
                <a:xfrm>
                  <a:off x="3980105" y="3949733"/>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00" name="组合 99">
                <a:extLst>
                  <a:ext uri="{FF2B5EF4-FFF2-40B4-BE49-F238E27FC236}">
                    <a16:creationId xmlns:a16="http://schemas.microsoft.com/office/drawing/2014/main" id="{051BAFAD-B124-46DE-BFB8-B0028F7C5B6C}"/>
                  </a:ext>
                </a:extLst>
              </p:cNvPr>
              <p:cNvGrpSpPr/>
              <p:nvPr/>
            </p:nvGrpSpPr>
            <p:grpSpPr>
              <a:xfrm>
                <a:off x="3334815" y="6245299"/>
                <a:ext cx="889609" cy="307208"/>
                <a:chOff x="3393911" y="3949733"/>
                <a:chExt cx="889609" cy="307208"/>
              </a:xfrm>
            </p:grpSpPr>
            <p:sp>
              <p:nvSpPr>
                <p:cNvPr id="101" name="Text Box 3">
                  <a:extLst>
                    <a:ext uri="{FF2B5EF4-FFF2-40B4-BE49-F238E27FC236}">
                      <a16:creationId xmlns:a16="http://schemas.microsoft.com/office/drawing/2014/main" id="{8FF51D4B-2953-4AA8-9D81-A9B8A4946052}"/>
                    </a:ext>
                  </a:extLst>
                </p:cNvPr>
                <p:cNvSpPr txBox="1">
                  <a:spLocks noChangeArrowheads="1"/>
                </p:cNvSpPr>
                <p:nvPr/>
              </p:nvSpPr>
              <p:spPr bwMode="auto">
                <a:xfrm>
                  <a:off x="3393911"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D   </a:t>
                  </a:r>
                </a:p>
              </p:txBody>
            </p:sp>
            <p:sp>
              <p:nvSpPr>
                <p:cNvPr id="102" name="Text Box 3">
                  <a:extLst>
                    <a:ext uri="{FF2B5EF4-FFF2-40B4-BE49-F238E27FC236}">
                      <a16:creationId xmlns:a16="http://schemas.microsoft.com/office/drawing/2014/main" id="{FD95A34D-1492-4E3E-8094-3EFE7EC8CEFB}"/>
                    </a:ext>
                  </a:extLst>
                </p:cNvPr>
                <p:cNvSpPr txBox="1">
                  <a:spLocks noChangeArrowheads="1"/>
                </p:cNvSpPr>
                <p:nvPr/>
              </p:nvSpPr>
              <p:spPr bwMode="auto">
                <a:xfrm>
                  <a:off x="3687796"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03" name="Text Box 3">
                  <a:extLst>
                    <a:ext uri="{FF2B5EF4-FFF2-40B4-BE49-F238E27FC236}">
                      <a16:creationId xmlns:a16="http://schemas.microsoft.com/office/drawing/2014/main" id="{02F148A2-3B54-4554-A937-C2C26D626005}"/>
                    </a:ext>
                  </a:extLst>
                </p:cNvPr>
                <p:cNvSpPr txBox="1">
                  <a:spLocks noChangeArrowheads="1"/>
                </p:cNvSpPr>
                <p:nvPr/>
              </p:nvSpPr>
              <p:spPr bwMode="auto">
                <a:xfrm>
                  <a:off x="3986683" y="3949733"/>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sp>
            <p:nvSpPr>
              <p:cNvPr id="104" name="矩形 103">
                <a:extLst>
                  <a:ext uri="{FF2B5EF4-FFF2-40B4-BE49-F238E27FC236}">
                    <a16:creationId xmlns:a16="http://schemas.microsoft.com/office/drawing/2014/main" id="{0B3DB396-B3C6-4159-ACAE-B755630ABDBA}"/>
                  </a:ext>
                </a:extLst>
              </p:cNvPr>
              <p:cNvSpPr/>
              <p:nvPr/>
            </p:nvSpPr>
            <p:spPr>
              <a:xfrm>
                <a:off x="3335743" y="4712331"/>
                <a:ext cx="889609" cy="1840175"/>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6" name="组合 105">
            <a:extLst>
              <a:ext uri="{FF2B5EF4-FFF2-40B4-BE49-F238E27FC236}">
                <a16:creationId xmlns:a16="http://schemas.microsoft.com/office/drawing/2014/main" id="{36EAB611-1562-457B-9055-BB66B4970B66}"/>
              </a:ext>
            </a:extLst>
          </p:cNvPr>
          <p:cNvGrpSpPr/>
          <p:nvPr/>
        </p:nvGrpSpPr>
        <p:grpSpPr>
          <a:xfrm>
            <a:off x="4569742" y="4562022"/>
            <a:ext cx="1186717" cy="307208"/>
            <a:chOff x="3090225" y="3949733"/>
            <a:chExt cx="1186717" cy="307208"/>
          </a:xfrm>
          <a:solidFill>
            <a:schemeClr val="accent6">
              <a:lumMod val="20000"/>
              <a:lumOff val="80000"/>
            </a:schemeClr>
          </a:solidFill>
        </p:grpSpPr>
        <p:sp>
          <p:nvSpPr>
            <p:cNvPr id="107" name="Text Box 3">
              <a:extLst>
                <a:ext uri="{FF2B5EF4-FFF2-40B4-BE49-F238E27FC236}">
                  <a16:creationId xmlns:a16="http://schemas.microsoft.com/office/drawing/2014/main" id="{538428CF-7E0E-4AE5-9804-1C5FD6472297}"/>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2   </a:t>
              </a:r>
            </a:p>
          </p:txBody>
        </p:sp>
        <p:sp>
          <p:nvSpPr>
            <p:cNvPr id="108" name="Text Box 3">
              <a:extLst>
                <a:ext uri="{FF2B5EF4-FFF2-40B4-BE49-F238E27FC236}">
                  <a16:creationId xmlns:a16="http://schemas.microsoft.com/office/drawing/2014/main" id="{724133D1-3303-4569-B25B-FD263E7A6DBA}"/>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0   </a:t>
              </a:r>
            </a:p>
          </p:txBody>
        </p:sp>
        <p:sp>
          <p:nvSpPr>
            <p:cNvPr id="109" name="Text Box 3">
              <a:extLst>
                <a:ext uri="{FF2B5EF4-FFF2-40B4-BE49-F238E27FC236}">
                  <a16:creationId xmlns:a16="http://schemas.microsoft.com/office/drawing/2014/main" id="{1D7AA1AC-BA8C-42C6-81F2-1E88BC698A74}"/>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10" name="Text Box 3">
              <a:extLst>
                <a:ext uri="{FF2B5EF4-FFF2-40B4-BE49-F238E27FC236}">
                  <a16:creationId xmlns:a16="http://schemas.microsoft.com/office/drawing/2014/main" id="{5B2803E6-417D-4513-ADAB-38920865CE2D}"/>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11" name="组合 110">
            <a:extLst>
              <a:ext uri="{FF2B5EF4-FFF2-40B4-BE49-F238E27FC236}">
                <a16:creationId xmlns:a16="http://schemas.microsoft.com/office/drawing/2014/main" id="{34522914-A0F2-4BC3-BF5C-7F3D43DA9B72}"/>
              </a:ext>
            </a:extLst>
          </p:cNvPr>
          <p:cNvGrpSpPr/>
          <p:nvPr/>
        </p:nvGrpSpPr>
        <p:grpSpPr>
          <a:xfrm>
            <a:off x="6107159" y="5071232"/>
            <a:ext cx="1186717" cy="307208"/>
            <a:chOff x="3090225" y="3949733"/>
            <a:chExt cx="1186717" cy="307208"/>
          </a:xfrm>
          <a:solidFill>
            <a:schemeClr val="accent6">
              <a:lumMod val="20000"/>
              <a:lumOff val="80000"/>
            </a:schemeClr>
          </a:solidFill>
        </p:grpSpPr>
        <p:sp>
          <p:nvSpPr>
            <p:cNvPr id="112" name="Text Box 3">
              <a:extLst>
                <a:ext uri="{FF2B5EF4-FFF2-40B4-BE49-F238E27FC236}">
                  <a16:creationId xmlns:a16="http://schemas.microsoft.com/office/drawing/2014/main" id="{E04A82DD-5AB5-4F53-AD21-FC0CF2353D01}"/>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3   </a:t>
              </a:r>
            </a:p>
          </p:txBody>
        </p:sp>
        <p:sp>
          <p:nvSpPr>
            <p:cNvPr id="113" name="Text Box 3">
              <a:extLst>
                <a:ext uri="{FF2B5EF4-FFF2-40B4-BE49-F238E27FC236}">
                  <a16:creationId xmlns:a16="http://schemas.microsoft.com/office/drawing/2014/main" id="{4EC81A6A-5AD4-42F6-802F-404E5255F6FE}"/>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1   </a:t>
              </a:r>
            </a:p>
          </p:txBody>
        </p:sp>
        <p:sp>
          <p:nvSpPr>
            <p:cNvPr id="114" name="Text Box 3">
              <a:extLst>
                <a:ext uri="{FF2B5EF4-FFF2-40B4-BE49-F238E27FC236}">
                  <a16:creationId xmlns:a16="http://schemas.microsoft.com/office/drawing/2014/main" id="{3F5C21CA-7A55-42C0-A5CC-F01F01526DDE}"/>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15" name="Text Box 3">
              <a:extLst>
                <a:ext uri="{FF2B5EF4-FFF2-40B4-BE49-F238E27FC236}">
                  <a16:creationId xmlns:a16="http://schemas.microsoft.com/office/drawing/2014/main" id="{25231DB3-2EAF-486E-BCE2-F91E4F4C27C0}"/>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16" name="组合 115">
            <a:extLst>
              <a:ext uri="{FF2B5EF4-FFF2-40B4-BE49-F238E27FC236}">
                <a16:creationId xmlns:a16="http://schemas.microsoft.com/office/drawing/2014/main" id="{37BF4EF1-95D3-4694-A6E8-DFCEFB4A0126}"/>
              </a:ext>
            </a:extLst>
          </p:cNvPr>
          <p:cNvGrpSpPr/>
          <p:nvPr/>
        </p:nvGrpSpPr>
        <p:grpSpPr>
          <a:xfrm>
            <a:off x="7642210" y="5071232"/>
            <a:ext cx="1186717" cy="307208"/>
            <a:chOff x="3090225" y="3949733"/>
            <a:chExt cx="1186717" cy="307208"/>
          </a:xfrm>
          <a:solidFill>
            <a:schemeClr val="accent6">
              <a:lumMod val="20000"/>
              <a:lumOff val="80000"/>
            </a:schemeClr>
          </a:solidFill>
        </p:grpSpPr>
        <p:sp>
          <p:nvSpPr>
            <p:cNvPr id="117" name="Text Box 3">
              <a:extLst>
                <a:ext uri="{FF2B5EF4-FFF2-40B4-BE49-F238E27FC236}">
                  <a16:creationId xmlns:a16="http://schemas.microsoft.com/office/drawing/2014/main" id="{B5019FDF-4AB2-424C-AE03-2C0BCCE6F0BA}"/>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3   </a:t>
              </a:r>
            </a:p>
          </p:txBody>
        </p:sp>
        <p:sp>
          <p:nvSpPr>
            <p:cNvPr id="118" name="Text Box 3">
              <a:extLst>
                <a:ext uri="{FF2B5EF4-FFF2-40B4-BE49-F238E27FC236}">
                  <a16:creationId xmlns:a16="http://schemas.microsoft.com/office/drawing/2014/main" id="{A7BCA43D-0F6F-4535-A581-03E080D4C8F7}"/>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2   </a:t>
              </a:r>
            </a:p>
          </p:txBody>
        </p:sp>
        <p:sp>
          <p:nvSpPr>
            <p:cNvPr id="119" name="Text Box 3">
              <a:extLst>
                <a:ext uri="{FF2B5EF4-FFF2-40B4-BE49-F238E27FC236}">
                  <a16:creationId xmlns:a16="http://schemas.microsoft.com/office/drawing/2014/main" id="{625DB51D-7C42-4FCB-8ADF-67A57394F38E}"/>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0" name="Text Box 3">
              <a:extLst>
                <a:ext uri="{FF2B5EF4-FFF2-40B4-BE49-F238E27FC236}">
                  <a16:creationId xmlns:a16="http://schemas.microsoft.com/office/drawing/2014/main" id="{3EA486B7-31D9-429E-BB85-6E555C745ECA}"/>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26" name="组合 125">
            <a:extLst>
              <a:ext uri="{FF2B5EF4-FFF2-40B4-BE49-F238E27FC236}">
                <a16:creationId xmlns:a16="http://schemas.microsoft.com/office/drawing/2014/main" id="{5728197D-FDA2-4CB4-B0CA-93C721A457A1}"/>
              </a:ext>
            </a:extLst>
          </p:cNvPr>
          <p:cNvGrpSpPr/>
          <p:nvPr/>
        </p:nvGrpSpPr>
        <p:grpSpPr>
          <a:xfrm>
            <a:off x="6111072" y="3532637"/>
            <a:ext cx="1186717" cy="307208"/>
            <a:chOff x="3090225" y="3949733"/>
            <a:chExt cx="1186717" cy="307208"/>
          </a:xfrm>
          <a:solidFill>
            <a:schemeClr val="accent6">
              <a:lumMod val="20000"/>
              <a:lumOff val="80000"/>
            </a:schemeClr>
          </a:solidFill>
        </p:grpSpPr>
        <p:sp>
          <p:nvSpPr>
            <p:cNvPr id="127" name="Text Box 3">
              <a:extLst>
                <a:ext uri="{FF2B5EF4-FFF2-40B4-BE49-F238E27FC236}">
                  <a16:creationId xmlns:a16="http://schemas.microsoft.com/office/drawing/2014/main" id="{3ACA10EC-95DC-488A-9B94-DA9FB71EB99C}"/>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0   </a:t>
              </a:r>
            </a:p>
          </p:txBody>
        </p:sp>
        <p:sp>
          <p:nvSpPr>
            <p:cNvPr id="128" name="Text Box 3">
              <a:extLst>
                <a:ext uri="{FF2B5EF4-FFF2-40B4-BE49-F238E27FC236}">
                  <a16:creationId xmlns:a16="http://schemas.microsoft.com/office/drawing/2014/main" id="{D71F5709-9D69-4955-8757-3DEAB343A2DC}"/>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1   </a:t>
              </a:r>
            </a:p>
          </p:txBody>
        </p:sp>
        <p:sp>
          <p:nvSpPr>
            <p:cNvPr id="129" name="Text Box 3">
              <a:extLst>
                <a:ext uri="{FF2B5EF4-FFF2-40B4-BE49-F238E27FC236}">
                  <a16:creationId xmlns:a16="http://schemas.microsoft.com/office/drawing/2014/main" id="{7497F5D0-40A7-4F1E-BEE0-EA94389BFE30}"/>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0" name="Text Box 3">
              <a:extLst>
                <a:ext uri="{FF2B5EF4-FFF2-40B4-BE49-F238E27FC236}">
                  <a16:creationId xmlns:a16="http://schemas.microsoft.com/office/drawing/2014/main" id="{620AD41D-BD61-4A9A-94C7-997A1A879105}"/>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sp>
        <p:nvSpPr>
          <p:cNvPr id="73" name="Line 40">
            <a:extLst>
              <a:ext uri="{FF2B5EF4-FFF2-40B4-BE49-F238E27FC236}">
                <a16:creationId xmlns:a16="http://schemas.microsoft.com/office/drawing/2014/main" id="{F1205786-397E-4CAE-B00E-F0E30685C87E}"/>
              </a:ext>
            </a:extLst>
          </p:cNvPr>
          <p:cNvSpPr>
            <a:spLocks noChangeShapeType="1"/>
          </p:cNvSpPr>
          <p:nvPr/>
        </p:nvSpPr>
        <p:spPr bwMode="auto">
          <a:xfrm flipH="1">
            <a:off x="6851069" y="3683865"/>
            <a:ext cx="2570" cy="1387367"/>
          </a:xfrm>
          <a:prstGeom prst="line">
            <a:avLst/>
          </a:prstGeom>
          <a:noFill/>
          <a:ln w="19050">
            <a:solidFill>
              <a:schemeClr val="accent2">
                <a:lumMod val="75000"/>
              </a:schemeClr>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76" name="Line 41">
            <a:extLst>
              <a:ext uri="{FF2B5EF4-FFF2-40B4-BE49-F238E27FC236}">
                <a16:creationId xmlns:a16="http://schemas.microsoft.com/office/drawing/2014/main" id="{A71074D4-2888-4AE7-9B3D-ED8CF6EE74CB}"/>
              </a:ext>
            </a:extLst>
          </p:cNvPr>
          <p:cNvSpPr>
            <a:spLocks noChangeShapeType="1"/>
          </p:cNvSpPr>
          <p:nvPr/>
        </p:nvSpPr>
        <p:spPr bwMode="auto">
          <a:xfrm flipH="1">
            <a:off x="5309739" y="4723719"/>
            <a:ext cx="5042" cy="347513"/>
          </a:xfrm>
          <a:prstGeom prst="line">
            <a:avLst/>
          </a:prstGeom>
          <a:noFill/>
          <a:ln w="19050">
            <a:solidFill>
              <a:schemeClr val="accent2">
                <a:lumMod val="75000"/>
              </a:schemeClr>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9" name="Text Box 47">
            <a:extLst>
              <a:ext uri="{FF2B5EF4-FFF2-40B4-BE49-F238E27FC236}">
                <a16:creationId xmlns:a16="http://schemas.microsoft.com/office/drawing/2014/main" id="{4607DF5D-35DC-4EB2-8945-A1B92A54E836}"/>
              </a:ext>
            </a:extLst>
          </p:cNvPr>
          <p:cNvSpPr txBox="1">
            <a:spLocks noChangeArrowheads="1"/>
          </p:cNvSpPr>
          <p:nvPr/>
        </p:nvSpPr>
        <p:spPr bwMode="auto">
          <a:xfrm>
            <a:off x="8586224" y="5096879"/>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nSpc>
                <a:spcPct val="80000"/>
              </a:lnSpc>
              <a:spcBef>
                <a:spcPct val="50000"/>
              </a:spcBef>
              <a:defRPr sz="2400" b="1">
                <a:solidFill>
                  <a:srgbClr val="00B0F0"/>
                </a:solidFill>
              </a:defRPr>
            </a:lvl1pPr>
          </a:lstStyle>
          <a:p>
            <a:r>
              <a:rPr lang="en-US" altLang="zh-CN" dirty="0">
                <a:sym typeface="Symbol" panose="05050102010706020507" pitchFamily="18" charset="2"/>
              </a:rPr>
              <a:t></a:t>
            </a:r>
            <a:endParaRPr lang="en-US" altLang="zh-CN" dirty="0"/>
          </a:p>
        </p:txBody>
      </p:sp>
      <p:sp>
        <p:nvSpPr>
          <p:cNvPr id="51" name="Text Box 47">
            <a:extLst>
              <a:ext uri="{FF2B5EF4-FFF2-40B4-BE49-F238E27FC236}">
                <a16:creationId xmlns:a16="http://schemas.microsoft.com/office/drawing/2014/main" id="{3B5A64DD-DCBD-4E71-94C7-244EF614B319}"/>
              </a:ext>
            </a:extLst>
          </p:cNvPr>
          <p:cNvSpPr txBox="1">
            <a:spLocks noChangeArrowheads="1"/>
          </p:cNvSpPr>
          <p:nvPr/>
        </p:nvSpPr>
        <p:spPr bwMode="auto">
          <a:xfrm>
            <a:off x="8292339" y="5087266"/>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2">
                    <a:lumMod val="75000"/>
                  </a:schemeClr>
                </a:solidFill>
                <a:sym typeface="Symbol" panose="05050102010706020507" pitchFamily="18" charset="2"/>
              </a:rPr>
              <a:t></a:t>
            </a:r>
            <a:endParaRPr lang="en-US" altLang="zh-CN" sz="2400" b="1" dirty="0">
              <a:solidFill>
                <a:schemeClr val="accent2">
                  <a:lumMod val="75000"/>
                </a:schemeClr>
              </a:solidFill>
            </a:endParaRPr>
          </a:p>
        </p:txBody>
      </p:sp>
      <p:sp>
        <p:nvSpPr>
          <p:cNvPr id="54" name="Text Box 47">
            <a:extLst>
              <a:ext uri="{FF2B5EF4-FFF2-40B4-BE49-F238E27FC236}">
                <a16:creationId xmlns:a16="http://schemas.microsoft.com/office/drawing/2014/main" id="{4950B858-FAF0-48FB-8288-9503FAC77229}"/>
              </a:ext>
            </a:extLst>
          </p:cNvPr>
          <p:cNvSpPr txBox="1">
            <a:spLocks noChangeArrowheads="1"/>
          </p:cNvSpPr>
          <p:nvPr/>
        </p:nvSpPr>
        <p:spPr bwMode="auto">
          <a:xfrm>
            <a:off x="5221476" y="5073747"/>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nSpc>
                <a:spcPct val="80000"/>
              </a:lnSpc>
              <a:spcBef>
                <a:spcPct val="50000"/>
              </a:spcBef>
              <a:defRPr sz="2400" b="1">
                <a:solidFill>
                  <a:schemeClr val="accent2">
                    <a:lumMod val="75000"/>
                  </a:schemeClr>
                </a:solidFill>
              </a:defRPr>
            </a:lvl1pPr>
          </a:lstStyle>
          <a:p>
            <a:r>
              <a:rPr lang="en-US" altLang="zh-CN" dirty="0">
                <a:sym typeface="Symbol" panose="05050102010706020507" pitchFamily="18" charset="2"/>
              </a:rPr>
              <a:t></a:t>
            </a:r>
            <a:endParaRPr lang="en-US" altLang="zh-CN" dirty="0"/>
          </a:p>
        </p:txBody>
      </p:sp>
      <p:sp>
        <p:nvSpPr>
          <p:cNvPr id="70" name="Text Box 47">
            <a:extLst>
              <a:ext uri="{FF2B5EF4-FFF2-40B4-BE49-F238E27FC236}">
                <a16:creationId xmlns:a16="http://schemas.microsoft.com/office/drawing/2014/main" id="{F3F62DF5-023D-413E-9B84-BFF092C69E75}"/>
              </a:ext>
            </a:extLst>
          </p:cNvPr>
          <p:cNvSpPr txBox="1">
            <a:spLocks noChangeArrowheads="1"/>
          </p:cNvSpPr>
          <p:nvPr/>
        </p:nvSpPr>
        <p:spPr bwMode="auto">
          <a:xfrm>
            <a:off x="6767428" y="5077336"/>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nSpc>
                <a:spcPct val="80000"/>
              </a:lnSpc>
              <a:spcBef>
                <a:spcPct val="50000"/>
              </a:spcBef>
              <a:defRPr sz="2400" b="1">
                <a:solidFill>
                  <a:schemeClr val="accent2">
                    <a:lumMod val="75000"/>
                  </a:schemeClr>
                </a:solidFill>
              </a:defRPr>
            </a:lvl1pPr>
          </a:lstStyle>
          <a:p>
            <a:r>
              <a:rPr lang="en-US" altLang="zh-CN" dirty="0">
                <a:sym typeface="Symbol" panose="05050102010706020507" pitchFamily="18" charset="2"/>
              </a:rPr>
              <a:t></a:t>
            </a:r>
            <a:endParaRPr lang="en-US" altLang="zh-CN" dirty="0"/>
          </a:p>
        </p:txBody>
      </p:sp>
      <p:grpSp>
        <p:nvGrpSpPr>
          <p:cNvPr id="131" name="组合 130">
            <a:extLst>
              <a:ext uri="{FF2B5EF4-FFF2-40B4-BE49-F238E27FC236}">
                <a16:creationId xmlns:a16="http://schemas.microsoft.com/office/drawing/2014/main" id="{DF701EED-2307-4C73-BC72-5C8F325148F6}"/>
              </a:ext>
            </a:extLst>
          </p:cNvPr>
          <p:cNvGrpSpPr/>
          <p:nvPr/>
        </p:nvGrpSpPr>
        <p:grpSpPr>
          <a:xfrm>
            <a:off x="7639844" y="3538265"/>
            <a:ext cx="1186717" cy="307208"/>
            <a:chOff x="3090225" y="3949733"/>
            <a:chExt cx="1186717" cy="307208"/>
          </a:xfrm>
          <a:solidFill>
            <a:schemeClr val="accent6">
              <a:lumMod val="20000"/>
              <a:lumOff val="80000"/>
            </a:schemeClr>
          </a:solidFill>
        </p:grpSpPr>
        <p:sp>
          <p:nvSpPr>
            <p:cNvPr id="132" name="Text Box 3">
              <a:extLst>
                <a:ext uri="{FF2B5EF4-FFF2-40B4-BE49-F238E27FC236}">
                  <a16:creationId xmlns:a16="http://schemas.microsoft.com/office/drawing/2014/main" id="{0913F2A9-9652-42B0-9977-3EC5983F7CF1}"/>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0   </a:t>
              </a:r>
            </a:p>
          </p:txBody>
        </p:sp>
        <p:sp>
          <p:nvSpPr>
            <p:cNvPr id="133" name="Text Box 3">
              <a:extLst>
                <a:ext uri="{FF2B5EF4-FFF2-40B4-BE49-F238E27FC236}">
                  <a16:creationId xmlns:a16="http://schemas.microsoft.com/office/drawing/2014/main" id="{4640D7AB-D09A-4EC3-8CCB-18542B7D7FA1}"/>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2   </a:t>
              </a:r>
            </a:p>
          </p:txBody>
        </p:sp>
        <p:sp>
          <p:nvSpPr>
            <p:cNvPr id="134" name="Text Box 3">
              <a:extLst>
                <a:ext uri="{FF2B5EF4-FFF2-40B4-BE49-F238E27FC236}">
                  <a16:creationId xmlns:a16="http://schemas.microsoft.com/office/drawing/2014/main" id="{A779CD5B-F67A-4BEE-BE51-8FE1E79FCE30}"/>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5" name="Text Box 3">
              <a:extLst>
                <a:ext uri="{FF2B5EF4-FFF2-40B4-BE49-F238E27FC236}">
                  <a16:creationId xmlns:a16="http://schemas.microsoft.com/office/drawing/2014/main" id="{FCBAF8C2-617A-4BA3-B257-50C53F6720EB}"/>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sp>
        <p:nvSpPr>
          <p:cNvPr id="71" name="Text Box 47">
            <a:extLst>
              <a:ext uri="{FF2B5EF4-FFF2-40B4-BE49-F238E27FC236}">
                <a16:creationId xmlns:a16="http://schemas.microsoft.com/office/drawing/2014/main" id="{02A18419-C99A-4AA4-A470-0F8B7CD7AB5C}"/>
              </a:ext>
            </a:extLst>
          </p:cNvPr>
          <p:cNvSpPr txBox="1">
            <a:spLocks noChangeArrowheads="1"/>
          </p:cNvSpPr>
          <p:nvPr/>
        </p:nvSpPr>
        <p:spPr bwMode="auto">
          <a:xfrm>
            <a:off x="8599639" y="3541666"/>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rgbClr val="00B0F0"/>
                </a:solidFill>
                <a:sym typeface="Symbol" panose="05050102010706020507" pitchFamily="18" charset="2"/>
              </a:rPr>
              <a:t></a:t>
            </a:r>
            <a:endParaRPr lang="en-US" altLang="zh-CN" sz="2400" b="1" dirty="0">
              <a:solidFill>
                <a:srgbClr val="00B0F0"/>
              </a:solidFill>
            </a:endParaRPr>
          </a:p>
        </p:txBody>
      </p:sp>
      <p:grpSp>
        <p:nvGrpSpPr>
          <p:cNvPr id="121" name="组合 120">
            <a:extLst>
              <a:ext uri="{FF2B5EF4-FFF2-40B4-BE49-F238E27FC236}">
                <a16:creationId xmlns:a16="http://schemas.microsoft.com/office/drawing/2014/main" id="{C4CA48BE-1CC7-4AC2-AB21-757A3A07E84A}"/>
              </a:ext>
            </a:extLst>
          </p:cNvPr>
          <p:cNvGrpSpPr/>
          <p:nvPr/>
        </p:nvGrpSpPr>
        <p:grpSpPr>
          <a:xfrm>
            <a:off x="9182532" y="4564693"/>
            <a:ext cx="1186717" cy="307208"/>
            <a:chOff x="3090225" y="3949733"/>
            <a:chExt cx="1186717" cy="307208"/>
          </a:xfrm>
          <a:solidFill>
            <a:schemeClr val="accent6">
              <a:lumMod val="20000"/>
              <a:lumOff val="80000"/>
            </a:schemeClr>
          </a:solidFill>
        </p:grpSpPr>
        <p:sp>
          <p:nvSpPr>
            <p:cNvPr id="122" name="Text Box 3">
              <a:extLst>
                <a:ext uri="{FF2B5EF4-FFF2-40B4-BE49-F238E27FC236}">
                  <a16:creationId xmlns:a16="http://schemas.microsoft.com/office/drawing/2014/main" id="{81E58F3B-2DA3-458D-A7A8-8163785D1873}"/>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2   </a:t>
              </a:r>
            </a:p>
          </p:txBody>
        </p:sp>
        <p:sp>
          <p:nvSpPr>
            <p:cNvPr id="123" name="Text Box 3">
              <a:extLst>
                <a:ext uri="{FF2B5EF4-FFF2-40B4-BE49-F238E27FC236}">
                  <a16:creationId xmlns:a16="http://schemas.microsoft.com/office/drawing/2014/main" id="{DAD840C8-FC72-4AE3-8F88-372452699959}"/>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3   </a:t>
              </a:r>
            </a:p>
          </p:txBody>
        </p:sp>
        <p:sp>
          <p:nvSpPr>
            <p:cNvPr id="124" name="Text Box 3">
              <a:extLst>
                <a:ext uri="{FF2B5EF4-FFF2-40B4-BE49-F238E27FC236}">
                  <a16:creationId xmlns:a16="http://schemas.microsoft.com/office/drawing/2014/main" id="{C8F05ED5-3D63-4A33-9729-B58EB3942AF5}"/>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5" name="Text Box 3">
              <a:extLst>
                <a:ext uri="{FF2B5EF4-FFF2-40B4-BE49-F238E27FC236}">
                  <a16:creationId xmlns:a16="http://schemas.microsoft.com/office/drawing/2014/main" id="{FDF97B74-ABE6-4B21-8430-979204DF8469}"/>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sp>
        <p:nvSpPr>
          <p:cNvPr id="52" name="Text Box 47">
            <a:extLst>
              <a:ext uri="{FF2B5EF4-FFF2-40B4-BE49-F238E27FC236}">
                <a16:creationId xmlns:a16="http://schemas.microsoft.com/office/drawing/2014/main" id="{FE488EDB-1916-4DA9-95E7-284D5302C8A8}"/>
              </a:ext>
            </a:extLst>
          </p:cNvPr>
          <p:cNvSpPr txBox="1">
            <a:spLocks noChangeArrowheads="1"/>
          </p:cNvSpPr>
          <p:nvPr/>
        </p:nvSpPr>
        <p:spPr bwMode="auto">
          <a:xfrm>
            <a:off x="10152775" y="4571497"/>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nSpc>
                <a:spcPct val="80000"/>
              </a:lnSpc>
              <a:spcBef>
                <a:spcPct val="50000"/>
              </a:spcBef>
              <a:defRPr sz="2400" b="1">
                <a:solidFill>
                  <a:schemeClr val="accent2">
                    <a:lumMod val="75000"/>
                  </a:schemeClr>
                </a:solidFill>
              </a:defRPr>
            </a:lvl1pPr>
          </a:lstStyle>
          <a:p>
            <a:r>
              <a:rPr lang="en-US" altLang="zh-CN" dirty="0">
                <a:solidFill>
                  <a:srgbClr val="00B0F0"/>
                </a:solidFill>
                <a:sym typeface="Symbol" panose="05050102010706020507" pitchFamily="18" charset="2"/>
              </a:rPr>
              <a:t></a:t>
            </a:r>
            <a:endParaRPr lang="en-US" altLang="zh-CN" dirty="0">
              <a:solidFill>
                <a:srgbClr val="00B0F0"/>
              </a:solidFill>
            </a:endParaRPr>
          </a:p>
        </p:txBody>
      </p:sp>
      <p:sp>
        <p:nvSpPr>
          <p:cNvPr id="72" name="Text Box 47">
            <a:extLst>
              <a:ext uri="{FF2B5EF4-FFF2-40B4-BE49-F238E27FC236}">
                <a16:creationId xmlns:a16="http://schemas.microsoft.com/office/drawing/2014/main" id="{E195B126-E6C9-43B7-B949-A4A3BCBCA3C5}"/>
              </a:ext>
            </a:extLst>
          </p:cNvPr>
          <p:cNvSpPr txBox="1">
            <a:spLocks noChangeArrowheads="1"/>
          </p:cNvSpPr>
          <p:nvPr/>
        </p:nvSpPr>
        <p:spPr bwMode="auto">
          <a:xfrm>
            <a:off x="9842177" y="4571497"/>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2">
                    <a:lumMod val="75000"/>
                  </a:schemeClr>
                </a:solidFill>
                <a:sym typeface="Symbol" panose="05050102010706020507" pitchFamily="18" charset="2"/>
              </a:rPr>
              <a:t></a:t>
            </a:r>
            <a:endParaRPr lang="en-US" altLang="zh-CN" sz="2400" b="1" dirty="0">
              <a:solidFill>
                <a:schemeClr val="accent2">
                  <a:lumMod val="75000"/>
                </a:schemeClr>
              </a:solidFill>
            </a:endParaRPr>
          </a:p>
        </p:txBody>
      </p:sp>
      <p:sp>
        <p:nvSpPr>
          <p:cNvPr id="78" name="Line 34">
            <a:extLst>
              <a:ext uri="{FF2B5EF4-FFF2-40B4-BE49-F238E27FC236}">
                <a16:creationId xmlns:a16="http://schemas.microsoft.com/office/drawing/2014/main" id="{BFE7F27A-F9A7-46B5-B26D-45076D995A6D}"/>
              </a:ext>
            </a:extLst>
          </p:cNvPr>
          <p:cNvSpPr>
            <a:spLocks noChangeShapeType="1"/>
          </p:cNvSpPr>
          <p:nvPr/>
        </p:nvSpPr>
        <p:spPr bwMode="auto">
          <a:xfrm>
            <a:off x="7144181" y="3683865"/>
            <a:ext cx="493161" cy="0"/>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77" name="Line 35">
            <a:extLst>
              <a:ext uri="{FF2B5EF4-FFF2-40B4-BE49-F238E27FC236}">
                <a16:creationId xmlns:a16="http://schemas.microsoft.com/office/drawing/2014/main" id="{190D64DC-2EBF-4A70-AE65-398C19E58D1F}"/>
              </a:ext>
            </a:extLst>
          </p:cNvPr>
          <p:cNvSpPr>
            <a:spLocks noChangeShapeType="1"/>
          </p:cNvSpPr>
          <p:nvPr/>
        </p:nvSpPr>
        <p:spPr bwMode="auto">
          <a:xfrm>
            <a:off x="4075491" y="3683865"/>
            <a:ext cx="2031668" cy="1652"/>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36" name="Line 35">
            <a:extLst>
              <a:ext uri="{FF2B5EF4-FFF2-40B4-BE49-F238E27FC236}">
                <a16:creationId xmlns:a16="http://schemas.microsoft.com/office/drawing/2014/main" id="{80F2C4FE-3368-4C6C-9028-51E3BF5E24CC}"/>
              </a:ext>
            </a:extLst>
          </p:cNvPr>
          <p:cNvSpPr>
            <a:spLocks noChangeShapeType="1"/>
          </p:cNvSpPr>
          <p:nvPr/>
        </p:nvSpPr>
        <p:spPr bwMode="auto">
          <a:xfrm flipV="1">
            <a:off x="5605674" y="4705868"/>
            <a:ext cx="3571854" cy="11829"/>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37" name="Line 34">
            <a:extLst>
              <a:ext uri="{FF2B5EF4-FFF2-40B4-BE49-F238E27FC236}">
                <a16:creationId xmlns:a16="http://schemas.microsoft.com/office/drawing/2014/main" id="{95B01364-2113-401C-90F3-2D93D7FF48DE}"/>
              </a:ext>
            </a:extLst>
          </p:cNvPr>
          <p:cNvSpPr>
            <a:spLocks noChangeShapeType="1"/>
          </p:cNvSpPr>
          <p:nvPr/>
        </p:nvSpPr>
        <p:spPr bwMode="auto">
          <a:xfrm>
            <a:off x="4076581" y="4723719"/>
            <a:ext cx="493161" cy="0"/>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38" name="Line 34">
            <a:extLst>
              <a:ext uri="{FF2B5EF4-FFF2-40B4-BE49-F238E27FC236}">
                <a16:creationId xmlns:a16="http://schemas.microsoft.com/office/drawing/2014/main" id="{76A88F5E-1FDD-410B-9193-79A26FE0CDF9}"/>
              </a:ext>
            </a:extLst>
          </p:cNvPr>
          <p:cNvSpPr>
            <a:spLocks noChangeShapeType="1"/>
          </p:cNvSpPr>
          <p:nvPr/>
        </p:nvSpPr>
        <p:spPr bwMode="auto">
          <a:xfrm>
            <a:off x="4076581" y="5237468"/>
            <a:ext cx="493161" cy="0"/>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39" name="Line 34">
            <a:extLst>
              <a:ext uri="{FF2B5EF4-FFF2-40B4-BE49-F238E27FC236}">
                <a16:creationId xmlns:a16="http://schemas.microsoft.com/office/drawing/2014/main" id="{BDF3796B-0E1D-4252-8462-D98468DB060C}"/>
              </a:ext>
            </a:extLst>
          </p:cNvPr>
          <p:cNvSpPr>
            <a:spLocks noChangeShapeType="1"/>
          </p:cNvSpPr>
          <p:nvPr/>
        </p:nvSpPr>
        <p:spPr bwMode="auto">
          <a:xfrm>
            <a:off x="5613596" y="5243490"/>
            <a:ext cx="493161" cy="0"/>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0" name="Line 34">
            <a:extLst>
              <a:ext uri="{FF2B5EF4-FFF2-40B4-BE49-F238E27FC236}">
                <a16:creationId xmlns:a16="http://schemas.microsoft.com/office/drawing/2014/main" id="{A361F83C-DC00-4FAC-94A4-2C73BCA571BC}"/>
              </a:ext>
            </a:extLst>
          </p:cNvPr>
          <p:cNvSpPr>
            <a:spLocks noChangeShapeType="1"/>
          </p:cNvSpPr>
          <p:nvPr/>
        </p:nvSpPr>
        <p:spPr bwMode="auto">
          <a:xfrm>
            <a:off x="7155215" y="5243490"/>
            <a:ext cx="493161" cy="0"/>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80" name="Line 39">
            <a:extLst>
              <a:ext uri="{FF2B5EF4-FFF2-40B4-BE49-F238E27FC236}">
                <a16:creationId xmlns:a16="http://schemas.microsoft.com/office/drawing/2014/main" id="{4D7317ED-C9FA-4656-9B94-45AC45409E9D}"/>
              </a:ext>
            </a:extLst>
          </p:cNvPr>
          <p:cNvSpPr>
            <a:spLocks noChangeShapeType="1"/>
          </p:cNvSpPr>
          <p:nvPr/>
        </p:nvSpPr>
        <p:spPr bwMode="auto">
          <a:xfrm>
            <a:off x="5309739" y="3956169"/>
            <a:ext cx="0" cy="605853"/>
          </a:xfrm>
          <a:prstGeom prst="line">
            <a:avLst/>
          </a:prstGeom>
          <a:noFill/>
          <a:ln w="19050">
            <a:solidFill>
              <a:schemeClr val="accent2">
                <a:lumMod val="75000"/>
              </a:schemeClr>
            </a:solidFill>
            <a:round/>
            <a:headEnd type="none"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1" name="Line 41">
            <a:extLst>
              <a:ext uri="{FF2B5EF4-FFF2-40B4-BE49-F238E27FC236}">
                <a16:creationId xmlns:a16="http://schemas.microsoft.com/office/drawing/2014/main" id="{F24A2A47-C33A-4D7C-965B-5D919B62AD08}"/>
              </a:ext>
            </a:extLst>
          </p:cNvPr>
          <p:cNvSpPr>
            <a:spLocks noChangeShapeType="1"/>
          </p:cNvSpPr>
          <p:nvPr/>
        </p:nvSpPr>
        <p:spPr bwMode="auto">
          <a:xfrm flipH="1">
            <a:off x="3783344" y="3691868"/>
            <a:ext cx="1289" cy="264301"/>
          </a:xfrm>
          <a:prstGeom prst="line">
            <a:avLst/>
          </a:prstGeom>
          <a:noFill/>
          <a:ln w="19050">
            <a:solidFill>
              <a:schemeClr val="accent2">
                <a:lumMod val="75000"/>
              </a:schemeClr>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2" name="Line 41">
            <a:extLst>
              <a:ext uri="{FF2B5EF4-FFF2-40B4-BE49-F238E27FC236}">
                <a16:creationId xmlns:a16="http://schemas.microsoft.com/office/drawing/2014/main" id="{521DF177-4907-4AA5-BEDC-5EAFE29C516C}"/>
              </a:ext>
            </a:extLst>
          </p:cNvPr>
          <p:cNvSpPr>
            <a:spLocks noChangeShapeType="1"/>
          </p:cNvSpPr>
          <p:nvPr/>
        </p:nvSpPr>
        <p:spPr bwMode="auto">
          <a:xfrm flipV="1">
            <a:off x="3775676" y="3945890"/>
            <a:ext cx="1536685" cy="1653"/>
          </a:xfrm>
          <a:prstGeom prst="line">
            <a:avLst/>
          </a:prstGeom>
          <a:noFill/>
          <a:ln w="19050">
            <a:solidFill>
              <a:schemeClr val="accent2">
                <a:lumMod val="75000"/>
              </a:schemeClr>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3" name="Line 41">
            <a:extLst>
              <a:ext uri="{FF2B5EF4-FFF2-40B4-BE49-F238E27FC236}">
                <a16:creationId xmlns:a16="http://schemas.microsoft.com/office/drawing/2014/main" id="{03B5BBC1-C03F-4DBC-9E94-B7696346BC40}"/>
              </a:ext>
            </a:extLst>
          </p:cNvPr>
          <p:cNvSpPr>
            <a:spLocks noChangeShapeType="1"/>
          </p:cNvSpPr>
          <p:nvPr/>
        </p:nvSpPr>
        <p:spPr bwMode="auto">
          <a:xfrm flipH="1">
            <a:off x="3777215" y="4206442"/>
            <a:ext cx="1289" cy="264301"/>
          </a:xfrm>
          <a:prstGeom prst="line">
            <a:avLst/>
          </a:prstGeom>
          <a:noFill/>
          <a:ln w="19050">
            <a:solidFill>
              <a:schemeClr val="accent2">
                <a:lumMod val="75000"/>
              </a:schemeClr>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4" name="Line 41">
            <a:extLst>
              <a:ext uri="{FF2B5EF4-FFF2-40B4-BE49-F238E27FC236}">
                <a16:creationId xmlns:a16="http://schemas.microsoft.com/office/drawing/2014/main" id="{44152529-2C6A-4346-B8F5-FE01CD760CEC}"/>
              </a:ext>
            </a:extLst>
          </p:cNvPr>
          <p:cNvSpPr>
            <a:spLocks noChangeShapeType="1"/>
          </p:cNvSpPr>
          <p:nvPr/>
        </p:nvSpPr>
        <p:spPr bwMode="auto">
          <a:xfrm flipV="1">
            <a:off x="3769547" y="4459951"/>
            <a:ext cx="2786655" cy="2164"/>
          </a:xfrm>
          <a:prstGeom prst="line">
            <a:avLst/>
          </a:prstGeom>
          <a:noFill/>
          <a:ln w="19050">
            <a:solidFill>
              <a:schemeClr val="accent2">
                <a:lumMod val="75000"/>
              </a:schemeClr>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5" name="Line 39">
            <a:extLst>
              <a:ext uri="{FF2B5EF4-FFF2-40B4-BE49-F238E27FC236}">
                <a16:creationId xmlns:a16="http://schemas.microsoft.com/office/drawing/2014/main" id="{0191BC15-EA01-43B0-858A-22B18B4A93D3}"/>
              </a:ext>
            </a:extLst>
          </p:cNvPr>
          <p:cNvSpPr>
            <a:spLocks noChangeShapeType="1"/>
          </p:cNvSpPr>
          <p:nvPr/>
        </p:nvSpPr>
        <p:spPr bwMode="auto">
          <a:xfrm flipV="1">
            <a:off x="6549680" y="3820461"/>
            <a:ext cx="6523" cy="633077"/>
          </a:xfrm>
          <a:prstGeom prst="line">
            <a:avLst/>
          </a:prstGeom>
          <a:noFill/>
          <a:ln w="19050">
            <a:solidFill>
              <a:schemeClr val="accent2">
                <a:lumMod val="75000"/>
              </a:schemeClr>
            </a:solidFill>
            <a:round/>
            <a:headEnd type="none"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6" name="Line 41">
            <a:extLst>
              <a:ext uri="{FF2B5EF4-FFF2-40B4-BE49-F238E27FC236}">
                <a16:creationId xmlns:a16="http://schemas.microsoft.com/office/drawing/2014/main" id="{4AD386EE-CC66-494A-90F0-911F01F2C9F3}"/>
              </a:ext>
            </a:extLst>
          </p:cNvPr>
          <p:cNvSpPr>
            <a:spLocks noChangeShapeType="1"/>
          </p:cNvSpPr>
          <p:nvPr/>
        </p:nvSpPr>
        <p:spPr bwMode="auto">
          <a:xfrm flipH="1">
            <a:off x="3772211" y="4712602"/>
            <a:ext cx="1289" cy="264301"/>
          </a:xfrm>
          <a:prstGeom prst="line">
            <a:avLst/>
          </a:prstGeom>
          <a:noFill/>
          <a:ln w="19050">
            <a:solidFill>
              <a:schemeClr val="accent2">
                <a:lumMod val="75000"/>
              </a:schemeClr>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7" name="Line 41">
            <a:extLst>
              <a:ext uri="{FF2B5EF4-FFF2-40B4-BE49-F238E27FC236}">
                <a16:creationId xmlns:a16="http://schemas.microsoft.com/office/drawing/2014/main" id="{3248B0B6-C4D2-4365-A5BC-57A58D5D189B}"/>
              </a:ext>
            </a:extLst>
          </p:cNvPr>
          <p:cNvSpPr>
            <a:spLocks noChangeShapeType="1"/>
          </p:cNvSpPr>
          <p:nvPr/>
        </p:nvSpPr>
        <p:spPr bwMode="auto">
          <a:xfrm flipV="1">
            <a:off x="3764543" y="4960509"/>
            <a:ext cx="4326603" cy="7766"/>
          </a:xfrm>
          <a:prstGeom prst="line">
            <a:avLst/>
          </a:prstGeom>
          <a:noFill/>
          <a:ln w="19050">
            <a:solidFill>
              <a:schemeClr val="accent2">
                <a:lumMod val="75000"/>
              </a:schemeClr>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8" name="Line 39">
            <a:extLst>
              <a:ext uri="{FF2B5EF4-FFF2-40B4-BE49-F238E27FC236}">
                <a16:creationId xmlns:a16="http://schemas.microsoft.com/office/drawing/2014/main" id="{63B4EDC5-09A7-4E79-ACEE-F46AE32817B1}"/>
              </a:ext>
            </a:extLst>
          </p:cNvPr>
          <p:cNvSpPr>
            <a:spLocks noChangeShapeType="1"/>
          </p:cNvSpPr>
          <p:nvPr/>
        </p:nvSpPr>
        <p:spPr bwMode="auto">
          <a:xfrm flipH="1" flipV="1">
            <a:off x="8084760" y="3826873"/>
            <a:ext cx="6386" cy="1139237"/>
          </a:xfrm>
          <a:prstGeom prst="line">
            <a:avLst/>
          </a:prstGeom>
          <a:noFill/>
          <a:ln w="19050">
            <a:solidFill>
              <a:schemeClr val="accent2">
                <a:lumMod val="75000"/>
              </a:schemeClr>
            </a:solidFill>
            <a:round/>
            <a:headEnd type="none"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9" name="Line 41">
            <a:extLst>
              <a:ext uri="{FF2B5EF4-FFF2-40B4-BE49-F238E27FC236}">
                <a16:creationId xmlns:a16="http://schemas.microsoft.com/office/drawing/2014/main" id="{4936AF4E-98A9-4BD0-BF3C-85B21EEC7D7D}"/>
              </a:ext>
            </a:extLst>
          </p:cNvPr>
          <p:cNvSpPr>
            <a:spLocks noChangeShapeType="1"/>
          </p:cNvSpPr>
          <p:nvPr/>
        </p:nvSpPr>
        <p:spPr bwMode="auto">
          <a:xfrm flipH="1">
            <a:off x="3766640" y="5247081"/>
            <a:ext cx="1289" cy="264301"/>
          </a:xfrm>
          <a:prstGeom prst="line">
            <a:avLst/>
          </a:prstGeom>
          <a:noFill/>
          <a:ln w="19050">
            <a:solidFill>
              <a:schemeClr val="accent2">
                <a:lumMod val="75000"/>
              </a:schemeClr>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50" name="Line 41">
            <a:extLst>
              <a:ext uri="{FF2B5EF4-FFF2-40B4-BE49-F238E27FC236}">
                <a16:creationId xmlns:a16="http://schemas.microsoft.com/office/drawing/2014/main" id="{5FEB9092-896A-4C6F-A5C1-04B6863867BA}"/>
              </a:ext>
            </a:extLst>
          </p:cNvPr>
          <p:cNvSpPr>
            <a:spLocks noChangeShapeType="1"/>
          </p:cNvSpPr>
          <p:nvPr/>
        </p:nvSpPr>
        <p:spPr bwMode="auto">
          <a:xfrm>
            <a:off x="3758972" y="5502754"/>
            <a:ext cx="5854234" cy="7766"/>
          </a:xfrm>
          <a:prstGeom prst="line">
            <a:avLst/>
          </a:prstGeom>
          <a:noFill/>
          <a:ln w="19050">
            <a:solidFill>
              <a:schemeClr val="accent2">
                <a:lumMod val="75000"/>
              </a:schemeClr>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51" name="Line 39">
            <a:extLst>
              <a:ext uri="{FF2B5EF4-FFF2-40B4-BE49-F238E27FC236}">
                <a16:creationId xmlns:a16="http://schemas.microsoft.com/office/drawing/2014/main" id="{388A2617-8AFA-4337-86B4-3499EB12CEEB}"/>
              </a:ext>
            </a:extLst>
          </p:cNvPr>
          <p:cNvSpPr>
            <a:spLocks noChangeShapeType="1"/>
          </p:cNvSpPr>
          <p:nvPr/>
        </p:nvSpPr>
        <p:spPr bwMode="auto">
          <a:xfrm flipV="1">
            <a:off x="9613206" y="4845384"/>
            <a:ext cx="6594" cy="665997"/>
          </a:xfrm>
          <a:prstGeom prst="line">
            <a:avLst/>
          </a:prstGeom>
          <a:noFill/>
          <a:ln w="19050">
            <a:solidFill>
              <a:schemeClr val="accent2">
                <a:lumMod val="75000"/>
              </a:schemeClr>
            </a:solidFill>
            <a:round/>
            <a:headEnd type="none"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52" name="椭圆 151">
            <a:extLst>
              <a:ext uri="{FF2B5EF4-FFF2-40B4-BE49-F238E27FC236}">
                <a16:creationId xmlns:a16="http://schemas.microsoft.com/office/drawing/2014/main" id="{68AEAF6A-FECF-4E28-A28E-08F1D1085B0D}"/>
              </a:ext>
            </a:extLst>
          </p:cNvPr>
          <p:cNvSpPr/>
          <p:nvPr/>
        </p:nvSpPr>
        <p:spPr>
          <a:xfrm>
            <a:off x="1009287" y="3640461"/>
            <a:ext cx="360000" cy="360000"/>
          </a:xfrm>
          <a:prstGeom prst="ellipse">
            <a:avLst/>
          </a:prstGeom>
          <a:solidFill>
            <a:srgbClr val="D4F9FC"/>
          </a:solidFill>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en-US" altLang="zh-CN" sz="2200" b="1" dirty="0">
                <a:solidFill>
                  <a:srgbClr val="002060"/>
                </a:solidFill>
                <a:latin typeface="Times New Roman" panose="02020603050405020304" pitchFamily="18" charset="0"/>
                <a:cs typeface="Times New Roman" panose="02020603050405020304" pitchFamily="18" charset="0"/>
              </a:rPr>
              <a:t>A</a:t>
            </a:r>
            <a:endParaRPr lang="zh-CN" altLang="en-US" sz="2200" b="1" dirty="0">
              <a:solidFill>
                <a:srgbClr val="002060"/>
              </a:solidFill>
              <a:latin typeface="Times New Roman" panose="02020603050405020304" pitchFamily="18" charset="0"/>
              <a:cs typeface="Times New Roman" panose="02020603050405020304" pitchFamily="18" charset="0"/>
            </a:endParaRPr>
          </a:p>
        </p:txBody>
      </p:sp>
      <p:sp>
        <p:nvSpPr>
          <p:cNvPr id="153" name="椭圆 152">
            <a:extLst>
              <a:ext uri="{FF2B5EF4-FFF2-40B4-BE49-F238E27FC236}">
                <a16:creationId xmlns:a16="http://schemas.microsoft.com/office/drawing/2014/main" id="{65AE2613-A50E-4E2E-993D-4B93DAED53CF}"/>
              </a:ext>
            </a:extLst>
          </p:cNvPr>
          <p:cNvSpPr/>
          <p:nvPr/>
        </p:nvSpPr>
        <p:spPr>
          <a:xfrm>
            <a:off x="2207984" y="3646873"/>
            <a:ext cx="360000" cy="360000"/>
          </a:xfrm>
          <a:prstGeom prst="ellipse">
            <a:avLst/>
          </a:prstGeom>
          <a:solidFill>
            <a:srgbClr val="D4F9FC"/>
          </a:solidFill>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en-US" altLang="zh-CN" sz="2200" b="1" dirty="0">
                <a:solidFill>
                  <a:srgbClr val="002060"/>
                </a:solidFill>
                <a:latin typeface="Times New Roman" panose="02020603050405020304" pitchFamily="18" charset="0"/>
                <a:cs typeface="Times New Roman" panose="02020603050405020304" pitchFamily="18" charset="0"/>
              </a:rPr>
              <a:t>B</a:t>
            </a:r>
            <a:endParaRPr lang="zh-CN" altLang="en-US" sz="2200" b="1" dirty="0">
              <a:solidFill>
                <a:srgbClr val="002060"/>
              </a:solidFill>
              <a:latin typeface="Times New Roman" panose="02020603050405020304" pitchFamily="18" charset="0"/>
              <a:cs typeface="Times New Roman" panose="02020603050405020304" pitchFamily="18" charset="0"/>
            </a:endParaRPr>
          </a:p>
        </p:txBody>
      </p:sp>
      <p:sp>
        <p:nvSpPr>
          <p:cNvPr id="154" name="椭圆 153">
            <a:extLst>
              <a:ext uri="{FF2B5EF4-FFF2-40B4-BE49-F238E27FC236}">
                <a16:creationId xmlns:a16="http://schemas.microsoft.com/office/drawing/2014/main" id="{EE436E4D-3076-43EE-8BB2-CD0E1F620708}"/>
              </a:ext>
            </a:extLst>
          </p:cNvPr>
          <p:cNvSpPr/>
          <p:nvPr/>
        </p:nvSpPr>
        <p:spPr>
          <a:xfrm>
            <a:off x="992689" y="4699456"/>
            <a:ext cx="360000" cy="360000"/>
          </a:xfrm>
          <a:prstGeom prst="ellipse">
            <a:avLst/>
          </a:prstGeom>
          <a:solidFill>
            <a:srgbClr val="D4F9FC"/>
          </a:solidFill>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en-US" altLang="zh-CN" sz="2200" b="1" dirty="0">
                <a:solidFill>
                  <a:srgbClr val="002060"/>
                </a:solidFill>
                <a:latin typeface="Times New Roman" panose="02020603050405020304" pitchFamily="18" charset="0"/>
                <a:cs typeface="Times New Roman" panose="02020603050405020304" pitchFamily="18" charset="0"/>
              </a:rPr>
              <a:t>C</a:t>
            </a:r>
            <a:endParaRPr lang="zh-CN" altLang="en-US" sz="2200" b="1" dirty="0">
              <a:solidFill>
                <a:srgbClr val="002060"/>
              </a:solidFill>
              <a:latin typeface="Times New Roman" panose="02020603050405020304" pitchFamily="18" charset="0"/>
              <a:cs typeface="Times New Roman" panose="02020603050405020304" pitchFamily="18" charset="0"/>
            </a:endParaRPr>
          </a:p>
        </p:txBody>
      </p:sp>
      <p:sp>
        <p:nvSpPr>
          <p:cNvPr id="155" name="椭圆 154">
            <a:extLst>
              <a:ext uri="{FF2B5EF4-FFF2-40B4-BE49-F238E27FC236}">
                <a16:creationId xmlns:a16="http://schemas.microsoft.com/office/drawing/2014/main" id="{3D7D05C3-793D-4469-B199-95FA159B29FA}"/>
              </a:ext>
            </a:extLst>
          </p:cNvPr>
          <p:cNvSpPr/>
          <p:nvPr/>
        </p:nvSpPr>
        <p:spPr>
          <a:xfrm>
            <a:off x="2191386" y="4705868"/>
            <a:ext cx="360000" cy="360000"/>
          </a:xfrm>
          <a:prstGeom prst="ellipse">
            <a:avLst/>
          </a:prstGeom>
          <a:solidFill>
            <a:srgbClr val="D4F9FC"/>
          </a:solidFill>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en-US" altLang="zh-CN" sz="2200" b="1" dirty="0">
                <a:solidFill>
                  <a:srgbClr val="002060"/>
                </a:solidFill>
                <a:latin typeface="Times New Roman" panose="02020603050405020304" pitchFamily="18" charset="0"/>
                <a:cs typeface="Times New Roman" panose="02020603050405020304" pitchFamily="18" charset="0"/>
              </a:rPr>
              <a:t>D</a:t>
            </a:r>
            <a:endParaRPr lang="zh-CN" altLang="en-US" sz="2200" b="1" dirty="0">
              <a:solidFill>
                <a:srgbClr val="002060"/>
              </a:solidFill>
              <a:latin typeface="Times New Roman" panose="02020603050405020304" pitchFamily="18" charset="0"/>
              <a:cs typeface="Times New Roman" panose="02020603050405020304" pitchFamily="18" charset="0"/>
            </a:endParaRPr>
          </a:p>
        </p:txBody>
      </p:sp>
      <p:cxnSp>
        <p:nvCxnSpPr>
          <p:cNvPr id="157" name="直接箭头连接符 156">
            <a:extLst>
              <a:ext uri="{FF2B5EF4-FFF2-40B4-BE49-F238E27FC236}">
                <a16:creationId xmlns:a16="http://schemas.microsoft.com/office/drawing/2014/main" id="{97D2C386-122F-4E01-A8E2-F1B5BAA2E673}"/>
              </a:ext>
            </a:extLst>
          </p:cNvPr>
          <p:cNvCxnSpPr>
            <a:cxnSpLocks/>
            <a:stCxn id="152" idx="6"/>
            <a:endCxn id="153" idx="2"/>
          </p:cNvCxnSpPr>
          <p:nvPr/>
        </p:nvCxnSpPr>
        <p:spPr>
          <a:xfrm>
            <a:off x="1369287" y="3820461"/>
            <a:ext cx="838697" cy="6412"/>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E7C6AE62-2796-43D9-9ECB-0F412C5FE924}"/>
              </a:ext>
            </a:extLst>
          </p:cNvPr>
          <p:cNvCxnSpPr>
            <a:cxnSpLocks/>
          </p:cNvCxnSpPr>
          <p:nvPr/>
        </p:nvCxnSpPr>
        <p:spPr>
          <a:xfrm>
            <a:off x="1350187" y="4885868"/>
            <a:ext cx="838697" cy="6412"/>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cxnSp>
        <p:nvCxnSpPr>
          <p:cNvPr id="161" name="直接箭头连接符 160">
            <a:extLst>
              <a:ext uri="{FF2B5EF4-FFF2-40B4-BE49-F238E27FC236}">
                <a16:creationId xmlns:a16="http://schemas.microsoft.com/office/drawing/2014/main" id="{4B9CE62A-34C3-4988-9767-8DE0E7A35C88}"/>
              </a:ext>
            </a:extLst>
          </p:cNvPr>
          <p:cNvCxnSpPr>
            <a:cxnSpLocks/>
            <a:endCxn id="154" idx="0"/>
          </p:cNvCxnSpPr>
          <p:nvPr/>
        </p:nvCxnSpPr>
        <p:spPr>
          <a:xfrm flipH="1">
            <a:off x="1172689" y="4006873"/>
            <a:ext cx="14092" cy="692583"/>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cxnSp>
        <p:nvCxnSpPr>
          <p:cNvPr id="162" name="直接箭头连接符 161">
            <a:extLst>
              <a:ext uri="{FF2B5EF4-FFF2-40B4-BE49-F238E27FC236}">
                <a16:creationId xmlns:a16="http://schemas.microsoft.com/office/drawing/2014/main" id="{163D0184-A2AA-4270-835E-63317E9C25FE}"/>
              </a:ext>
            </a:extLst>
          </p:cNvPr>
          <p:cNvCxnSpPr>
            <a:cxnSpLocks/>
          </p:cNvCxnSpPr>
          <p:nvPr/>
        </p:nvCxnSpPr>
        <p:spPr>
          <a:xfrm flipV="1">
            <a:off x="2369113" y="4000461"/>
            <a:ext cx="16598" cy="698995"/>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cxnSp>
        <p:nvCxnSpPr>
          <p:cNvPr id="170" name="直接箭头连接符 169">
            <a:extLst>
              <a:ext uri="{FF2B5EF4-FFF2-40B4-BE49-F238E27FC236}">
                <a16:creationId xmlns:a16="http://schemas.microsoft.com/office/drawing/2014/main" id="{520AFF49-24E1-405A-904F-C7EB1DFD6D0D}"/>
              </a:ext>
            </a:extLst>
          </p:cNvPr>
          <p:cNvCxnSpPr>
            <a:cxnSpLocks/>
            <a:stCxn id="155" idx="1"/>
            <a:endCxn id="152" idx="5"/>
          </p:cNvCxnSpPr>
          <p:nvPr/>
        </p:nvCxnSpPr>
        <p:spPr>
          <a:xfrm flipH="1" flipV="1">
            <a:off x="1316566" y="3947740"/>
            <a:ext cx="927541" cy="810849"/>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sp>
        <p:nvSpPr>
          <p:cNvPr id="174" name="弧形 173">
            <a:extLst>
              <a:ext uri="{FF2B5EF4-FFF2-40B4-BE49-F238E27FC236}">
                <a16:creationId xmlns:a16="http://schemas.microsoft.com/office/drawing/2014/main" id="{6C5A0285-26BB-42A3-960F-9C81764817A6}"/>
              </a:ext>
            </a:extLst>
          </p:cNvPr>
          <p:cNvSpPr/>
          <p:nvPr/>
        </p:nvSpPr>
        <p:spPr>
          <a:xfrm rot="7818355">
            <a:off x="905626" y="3481300"/>
            <a:ext cx="1778108" cy="1781047"/>
          </a:xfrm>
          <a:prstGeom prst="arc">
            <a:avLst>
              <a:gd name="adj1" fmla="val 16875241"/>
              <a:gd name="adj2" fmla="val 0"/>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5" name="弧形 174">
            <a:extLst>
              <a:ext uri="{FF2B5EF4-FFF2-40B4-BE49-F238E27FC236}">
                <a16:creationId xmlns:a16="http://schemas.microsoft.com/office/drawing/2014/main" id="{6333C743-D19A-4C77-B246-208EFE0C7C53}"/>
              </a:ext>
            </a:extLst>
          </p:cNvPr>
          <p:cNvSpPr/>
          <p:nvPr/>
        </p:nvSpPr>
        <p:spPr>
          <a:xfrm rot="13449926">
            <a:off x="813132" y="3672155"/>
            <a:ext cx="1577183" cy="1479349"/>
          </a:xfrm>
          <a:prstGeom prst="arc">
            <a:avLst>
              <a:gd name="adj1" fmla="val 16875241"/>
              <a:gd name="adj2" fmla="val 0"/>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427E74E7-3B41-43FB-8F22-58E8231B5554}"/>
              </a:ext>
            </a:extLst>
          </p:cNvPr>
          <p:cNvGrpSpPr/>
          <p:nvPr/>
        </p:nvGrpSpPr>
        <p:grpSpPr>
          <a:xfrm>
            <a:off x="2096427" y="2916081"/>
            <a:ext cx="1107996" cy="597101"/>
            <a:chOff x="2096427" y="2916081"/>
            <a:chExt cx="1107996" cy="597101"/>
          </a:xfrm>
        </p:grpSpPr>
        <p:sp>
          <p:nvSpPr>
            <p:cNvPr id="176" name="文本框 175">
              <a:extLst>
                <a:ext uri="{FF2B5EF4-FFF2-40B4-BE49-F238E27FC236}">
                  <a16:creationId xmlns:a16="http://schemas.microsoft.com/office/drawing/2014/main" id="{CF5E381F-E247-4FD7-9E1E-E78D88A95B8C}"/>
                </a:ext>
              </a:extLst>
            </p:cNvPr>
            <p:cNvSpPr txBox="1"/>
            <p:nvPr/>
          </p:nvSpPr>
          <p:spPr>
            <a:xfrm>
              <a:off x="2096427" y="2916081"/>
              <a:ext cx="1107996" cy="369332"/>
            </a:xfrm>
            <a:prstGeom prst="rect">
              <a:avLst/>
            </a:prstGeom>
            <a:noFill/>
          </p:spPr>
          <p:txBody>
            <a:bodyPr wrap="none" rtlCol="0">
              <a:spAutoFit/>
            </a:bodyPr>
            <a:lstStyle/>
            <a:p>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表头向量</a:t>
              </a:r>
            </a:p>
          </p:txBody>
        </p:sp>
        <p:cxnSp>
          <p:nvCxnSpPr>
            <p:cNvPr id="178" name="直接连接符 177">
              <a:extLst>
                <a:ext uri="{FF2B5EF4-FFF2-40B4-BE49-F238E27FC236}">
                  <a16:creationId xmlns:a16="http://schemas.microsoft.com/office/drawing/2014/main" id="{80A1A0BB-B2A8-43D2-8C2E-D61BF2356DDF}"/>
                </a:ext>
              </a:extLst>
            </p:cNvPr>
            <p:cNvCxnSpPr>
              <a:stCxn id="176" idx="2"/>
            </p:cNvCxnSpPr>
            <p:nvPr/>
          </p:nvCxnSpPr>
          <p:spPr>
            <a:xfrm>
              <a:off x="2650425" y="3285413"/>
              <a:ext cx="549662" cy="22776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3D881814-DBE7-474D-9415-E8A16E31B0DA}"/>
              </a:ext>
            </a:extLst>
          </p:cNvPr>
          <p:cNvGrpSpPr/>
          <p:nvPr/>
        </p:nvGrpSpPr>
        <p:grpSpPr>
          <a:xfrm>
            <a:off x="3042912" y="3110916"/>
            <a:ext cx="647934" cy="415586"/>
            <a:chOff x="3155413" y="3047556"/>
            <a:chExt cx="647934" cy="415586"/>
          </a:xfrm>
        </p:grpSpPr>
        <p:sp>
          <p:nvSpPr>
            <p:cNvPr id="179" name="文本框 178">
              <a:extLst>
                <a:ext uri="{FF2B5EF4-FFF2-40B4-BE49-F238E27FC236}">
                  <a16:creationId xmlns:a16="http://schemas.microsoft.com/office/drawing/2014/main" id="{D8556866-01BF-4BD8-86E5-8A0387FC1CB3}"/>
                </a:ext>
              </a:extLst>
            </p:cNvPr>
            <p:cNvSpPr txBox="1"/>
            <p:nvPr/>
          </p:nvSpPr>
          <p:spPr>
            <a:xfrm>
              <a:off x="3155413" y="3047556"/>
              <a:ext cx="647934" cy="369332"/>
            </a:xfrm>
            <a:prstGeom prst="rect">
              <a:avLst/>
            </a:prstGeom>
            <a:noFill/>
          </p:spPr>
          <p:txBody>
            <a:bodyPr wrap="none" rtlCol="0">
              <a:spAutoFit/>
            </a:bodyPr>
            <a:lstStyle/>
            <a:p>
              <a:r>
                <a:rPr lang="en-US" altLang="zh-CN"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data</a:t>
              </a:r>
              <a:endPar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cxnSp>
          <p:nvCxnSpPr>
            <p:cNvPr id="180" name="直接连接符 179">
              <a:extLst>
                <a:ext uri="{FF2B5EF4-FFF2-40B4-BE49-F238E27FC236}">
                  <a16:creationId xmlns:a16="http://schemas.microsoft.com/office/drawing/2014/main" id="{F3BD01F6-AF0B-4B84-B2F7-0871BFD4F7EB}"/>
                </a:ext>
              </a:extLst>
            </p:cNvPr>
            <p:cNvCxnSpPr>
              <a:cxnSpLocks/>
            </p:cNvCxnSpPr>
            <p:nvPr/>
          </p:nvCxnSpPr>
          <p:spPr>
            <a:xfrm>
              <a:off x="3543060" y="3295902"/>
              <a:ext cx="78362" cy="16724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88261659-4CDA-4AA2-83FC-103B6252DA28}"/>
              </a:ext>
            </a:extLst>
          </p:cNvPr>
          <p:cNvGrpSpPr/>
          <p:nvPr/>
        </p:nvGrpSpPr>
        <p:grpSpPr>
          <a:xfrm>
            <a:off x="3429981" y="2773434"/>
            <a:ext cx="2515432" cy="759203"/>
            <a:chOff x="3429981" y="2773434"/>
            <a:chExt cx="2515432" cy="759203"/>
          </a:xfrm>
        </p:grpSpPr>
        <p:sp>
          <p:nvSpPr>
            <p:cNvPr id="185" name="文本框 184">
              <a:extLst>
                <a:ext uri="{FF2B5EF4-FFF2-40B4-BE49-F238E27FC236}">
                  <a16:creationId xmlns:a16="http://schemas.microsoft.com/office/drawing/2014/main" id="{F4948F15-DBAD-4F35-BC36-AD330F883CBB}"/>
                </a:ext>
              </a:extLst>
            </p:cNvPr>
            <p:cNvSpPr txBox="1"/>
            <p:nvPr/>
          </p:nvSpPr>
          <p:spPr>
            <a:xfrm>
              <a:off x="3429981" y="2773434"/>
              <a:ext cx="2515432" cy="369332"/>
            </a:xfrm>
            <a:prstGeom prst="rect">
              <a:avLst/>
            </a:prstGeom>
            <a:noFill/>
          </p:spPr>
          <p:txBody>
            <a:bodyPr wrap="none" rtlCol="0">
              <a:spAutoFit/>
            </a:bodyPr>
            <a:lstStyle/>
            <a:p>
              <a:r>
                <a:rPr lang="en-US" altLang="zh-CN" b="1" dirty="0" err="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Firstin</a:t>
              </a:r>
              <a:r>
                <a:rPr lang="en-US" altLang="zh-CN"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 </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入弧链头指针</a:t>
              </a:r>
            </a:p>
          </p:txBody>
        </p:sp>
        <p:cxnSp>
          <p:nvCxnSpPr>
            <p:cNvPr id="186" name="直接连接符 185">
              <a:extLst>
                <a:ext uri="{FF2B5EF4-FFF2-40B4-BE49-F238E27FC236}">
                  <a16:creationId xmlns:a16="http://schemas.microsoft.com/office/drawing/2014/main" id="{0752BAEF-AB30-442D-B3E4-A1317D8C8BFC}"/>
                </a:ext>
              </a:extLst>
            </p:cNvPr>
            <p:cNvCxnSpPr>
              <a:cxnSpLocks/>
            </p:cNvCxnSpPr>
            <p:nvPr/>
          </p:nvCxnSpPr>
          <p:spPr>
            <a:xfrm flipH="1">
              <a:off x="3767474" y="3046346"/>
              <a:ext cx="67627" cy="486291"/>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D0965BD1-3FEE-4115-9F5E-CD76D6AB99AA}"/>
              </a:ext>
            </a:extLst>
          </p:cNvPr>
          <p:cNvGrpSpPr/>
          <p:nvPr/>
        </p:nvGrpSpPr>
        <p:grpSpPr>
          <a:xfrm>
            <a:off x="3831317" y="3077127"/>
            <a:ext cx="2632452" cy="456861"/>
            <a:chOff x="3831317" y="3077127"/>
            <a:chExt cx="2632452" cy="456861"/>
          </a:xfrm>
        </p:grpSpPr>
        <p:cxnSp>
          <p:nvCxnSpPr>
            <p:cNvPr id="188" name="直接连接符 187">
              <a:extLst>
                <a:ext uri="{FF2B5EF4-FFF2-40B4-BE49-F238E27FC236}">
                  <a16:creationId xmlns:a16="http://schemas.microsoft.com/office/drawing/2014/main" id="{ABE77701-A55A-4893-81B3-64C241B62797}"/>
                </a:ext>
              </a:extLst>
            </p:cNvPr>
            <p:cNvCxnSpPr>
              <a:cxnSpLocks/>
            </p:cNvCxnSpPr>
            <p:nvPr/>
          </p:nvCxnSpPr>
          <p:spPr>
            <a:xfrm flipH="1">
              <a:off x="4076318" y="3350628"/>
              <a:ext cx="81747" cy="18336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90" name="文本框 189">
              <a:extLst>
                <a:ext uri="{FF2B5EF4-FFF2-40B4-BE49-F238E27FC236}">
                  <a16:creationId xmlns:a16="http://schemas.microsoft.com/office/drawing/2014/main" id="{2811A53A-7246-400E-92D6-D2B3E7AA70FC}"/>
                </a:ext>
              </a:extLst>
            </p:cNvPr>
            <p:cNvSpPr txBox="1"/>
            <p:nvPr/>
          </p:nvSpPr>
          <p:spPr>
            <a:xfrm>
              <a:off x="3831317" y="3077127"/>
              <a:ext cx="2632452" cy="369332"/>
            </a:xfrm>
            <a:prstGeom prst="rect">
              <a:avLst/>
            </a:prstGeom>
            <a:noFill/>
          </p:spPr>
          <p:txBody>
            <a:bodyPr wrap="none" rtlCol="0">
              <a:spAutoFit/>
            </a:bodyPr>
            <a:lstStyle/>
            <a:p>
              <a:r>
                <a:rPr lang="en-US" altLang="zh-CN" b="1" dirty="0" err="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Firstout</a:t>
              </a:r>
              <a:r>
                <a:rPr lang="en-US" altLang="zh-CN"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 </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出弧链头指针</a:t>
              </a:r>
            </a:p>
          </p:txBody>
        </p:sp>
      </p:grpSp>
      <p:grpSp>
        <p:nvGrpSpPr>
          <p:cNvPr id="18" name="组合 17">
            <a:extLst>
              <a:ext uri="{FF2B5EF4-FFF2-40B4-BE49-F238E27FC236}">
                <a16:creationId xmlns:a16="http://schemas.microsoft.com/office/drawing/2014/main" id="{FD1DEDEF-0604-4C6D-BBCE-62B54C6C3836}"/>
              </a:ext>
            </a:extLst>
          </p:cNvPr>
          <p:cNvGrpSpPr/>
          <p:nvPr/>
        </p:nvGrpSpPr>
        <p:grpSpPr>
          <a:xfrm>
            <a:off x="6518426" y="2969721"/>
            <a:ext cx="1245584" cy="646331"/>
            <a:chOff x="6518426" y="2969721"/>
            <a:chExt cx="1245584" cy="646331"/>
          </a:xfrm>
        </p:grpSpPr>
        <p:sp>
          <p:nvSpPr>
            <p:cNvPr id="192" name="文本框 191">
              <a:extLst>
                <a:ext uri="{FF2B5EF4-FFF2-40B4-BE49-F238E27FC236}">
                  <a16:creationId xmlns:a16="http://schemas.microsoft.com/office/drawing/2014/main" id="{BAB3CC49-26B8-4224-8C0A-4484F7922A00}"/>
                </a:ext>
              </a:extLst>
            </p:cNvPr>
            <p:cNvSpPr txBox="1"/>
            <p:nvPr/>
          </p:nvSpPr>
          <p:spPr>
            <a:xfrm>
              <a:off x="6518426" y="2969721"/>
              <a:ext cx="888881" cy="646331"/>
            </a:xfrm>
            <a:prstGeom prst="rect">
              <a:avLst/>
            </a:prstGeom>
            <a:noFill/>
          </p:spPr>
          <p:txBody>
            <a:bodyPr wrap="square" rtlCol="0">
              <a:spAutoFit/>
            </a:bodyPr>
            <a:lstStyle/>
            <a:p>
              <a:r>
                <a:rPr lang="en-US" altLang="zh-CN" b="1" dirty="0" err="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tailvex</a:t>
              </a:r>
              <a:endPar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cxnSp>
          <p:nvCxnSpPr>
            <p:cNvPr id="193" name="直接连接符 192">
              <a:extLst>
                <a:ext uri="{FF2B5EF4-FFF2-40B4-BE49-F238E27FC236}">
                  <a16:creationId xmlns:a16="http://schemas.microsoft.com/office/drawing/2014/main" id="{5A006D9B-2918-4C27-B7CA-0504451B00DC}"/>
                </a:ext>
              </a:extLst>
            </p:cNvPr>
            <p:cNvCxnSpPr>
              <a:cxnSpLocks/>
            </p:cNvCxnSpPr>
            <p:nvPr/>
          </p:nvCxnSpPr>
          <p:spPr>
            <a:xfrm>
              <a:off x="7104258" y="3213062"/>
              <a:ext cx="659752" cy="32095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36BA53CF-8DBD-400F-9332-6A935A1C257C}"/>
              </a:ext>
            </a:extLst>
          </p:cNvPr>
          <p:cNvGrpSpPr/>
          <p:nvPr/>
        </p:nvGrpSpPr>
        <p:grpSpPr>
          <a:xfrm>
            <a:off x="7393817" y="2963313"/>
            <a:ext cx="1003801" cy="574953"/>
            <a:chOff x="7393817" y="2963313"/>
            <a:chExt cx="1003801" cy="574953"/>
          </a:xfrm>
        </p:grpSpPr>
        <p:sp>
          <p:nvSpPr>
            <p:cNvPr id="194" name="文本框 193">
              <a:extLst>
                <a:ext uri="{FF2B5EF4-FFF2-40B4-BE49-F238E27FC236}">
                  <a16:creationId xmlns:a16="http://schemas.microsoft.com/office/drawing/2014/main" id="{C71C2C7A-39B6-48C1-8782-F80F27FE78DF}"/>
                </a:ext>
              </a:extLst>
            </p:cNvPr>
            <p:cNvSpPr txBox="1"/>
            <p:nvPr/>
          </p:nvSpPr>
          <p:spPr>
            <a:xfrm>
              <a:off x="7393817" y="2963313"/>
              <a:ext cx="1003801" cy="369332"/>
            </a:xfrm>
            <a:prstGeom prst="rect">
              <a:avLst/>
            </a:prstGeom>
            <a:noFill/>
          </p:spPr>
          <p:txBody>
            <a:bodyPr wrap="none" rtlCol="0">
              <a:spAutoFit/>
            </a:bodyPr>
            <a:lstStyle/>
            <a:p>
              <a:r>
                <a:rPr lang="en-US" altLang="zh-CN" b="1" dirty="0" err="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headvex</a:t>
              </a:r>
              <a:endPar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cxnSp>
          <p:nvCxnSpPr>
            <p:cNvPr id="195" name="直接连接符 194">
              <a:extLst>
                <a:ext uri="{FF2B5EF4-FFF2-40B4-BE49-F238E27FC236}">
                  <a16:creationId xmlns:a16="http://schemas.microsoft.com/office/drawing/2014/main" id="{ADE50F0B-85F4-4096-8A1B-98976FD56EEE}"/>
                </a:ext>
              </a:extLst>
            </p:cNvPr>
            <p:cNvCxnSpPr>
              <a:cxnSpLocks/>
              <a:endCxn id="133" idx="0"/>
            </p:cNvCxnSpPr>
            <p:nvPr/>
          </p:nvCxnSpPr>
          <p:spPr>
            <a:xfrm>
              <a:off x="7806252" y="3213062"/>
              <a:ext cx="279119" cy="32520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7448D355-6FFC-4C58-90D1-32F2481E1D67}"/>
              </a:ext>
            </a:extLst>
          </p:cNvPr>
          <p:cNvGrpSpPr/>
          <p:nvPr/>
        </p:nvGrpSpPr>
        <p:grpSpPr>
          <a:xfrm>
            <a:off x="7995826" y="2648448"/>
            <a:ext cx="1816523" cy="889818"/>
            <a:chOff x="7993904" y="2794268"/>
            <a:chExt cx="1816523" cy="889818"/>
          </a:xfrm>
        </p:grpSpPr>
        <p:sp>
          <p:nvSpPr>
            <p:cNvPr id="196" name="文本框 195">
              <a:extLst>
                <a:ext uri="{FF2B5EF4-FFF2-40B4-BE49-F238E27FC236}">
                  <a16:creationId xmlns:a16="http://schemas.microsoft.com/office/drawing/2014/main" id="{24111760-46B0-4851-9E8D-41E72D045866}"/>
                </a:ext>
              </a:extLst>
            </p:cNvPr>
            <p:cNvSpPr txBox="1"/>
            <p:nvPr/>
          </p:nvSpPr>
          <p:spPr>
            <a:xfrm>
              <a:off x="7993904" y="2794268"/>
              <a:ext cx="1816523" cy="369332"/>
            </a:xfrm>
            <a:prstGeom prst="rect">
              <a:avLst/>
            </a:prstGeom>
            <a:noFill/>
          </p:spPr>
          <p:txBody>
            <a:bodyPr wrap="none" rtlCol="0">
              <a:spAutoFit/>
            </a:bodyPr>
            <a:lstStyle/>
            <a:p>
              <a:r>
                <a:rPr lang="en-US" altLang="zh-CN" b="1" dirty="0" err="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hlink</a:t>
              </a:r>
              <a:r>
                <a:rPr lang="en-US" altLang="zh-CN"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 </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同弧头链</a:t>
              </a:r>
            </a:p>
          </p:txBody>
        </p:sp>
        <p:cxnSp>
          <p:nvCxnSpPr>
            <p:cNvPr id="197" name="直接连接符 196">
              <a:extLst>
                <a:ext uri="{FF2B5EF4-FFF2-40B4-BE49-F238E27FC236}">
                  <a16:creationId xmlns:a16="http://schemas.microsoft.com/office/drawing/2014/main" id="{69A848C0-F8FB-4804-9B00-EDBB3EFC39CF}"/>
                </a:ext>
              </a:extLst>
            </p:cNvPr>
            <p:cNvCxnSpPr>
              <a:cxnSpLocks/>
              <a:endCxn id="134" idx="0"/>
            </p:cNvCxnSpPr>
            <p:nvPr/>
          </p:nvCxnSpPr>
          <p:spPr>
            <a:xfrm flipH="1">
              <a:off x="8377334" y="3067180"/>
              <a:ext cx="21692" cy="616906"/>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1" name="组合 20">
            <a:extLst>
              <a:ext uri="{FF2B5EF4-FFF2-40B4-BE49-F238E27FC236}">
                <a16:creationId xmlns:a16="http://schemas.microsoft.com/office/drawing/2014/main" id="{47B5EDD5-AEFD-4B63-AF6A-391108FCF623}"/>
              </a:ext>
            </a:extLst>
          </p:cNvPr>
          <p:cNvGrpSpPr/>
          <p:nvPr/>
        </p:nvGrpSpPr>
        <p:grpSpPr>
          <a:xfrm>
            <a:off x="8395240" y="3071457"/>
            <a:ext cx="1816523" cy="483365"/>
            <a:chOff x="8395240" y="3071457"/>
            <a:chExt cx="1816523" cy="483365"/>
          </a:xfrm>
        </p:grpSpPr>
        <p:cxnSp>
          <p:nvCxnSpPr>
            <p:cNvPr id="198" name="直接连接符 197">
              <a:extLst>
                <a:ext uri="{FF2B5EF4-FFF2-40B4-BE49-F238E27FC236}">
                  <a16:creationId xmlns:a16="http://schemas.microsoft.com/office/drawing/2014/main" id="{7011CE14-8340-4A9D-9A8C-12A77E33C5BF}"/>
                </a:ext>
              </a:extLst>
            </p:cNvPr>
            <p:cNvCxnSpPr>
              <a:cxnSpLocks/>
            </p:cNvCxnSpPr>
            <p:nvPr/>
          </p:nvCxnSpPr>
          <p:spPr>
            <a:xfrm flipH="1">
              <a:off x="8640241" y="3371462"/>
              <a:ext cx="81747" cy="18336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99" name="文本框 198">
              <a:extLst>
                <a:ext uri="{FF2B5EF4-FFF2-40B4-BE49-F238E27FC236}">
                  <a16:creationId xmlns:a16="http://schemas.microsoft.com/office/drawing/2014/main" id="{A988CC5A-7442-4E37-9558-A73C1E60BC13}"/>
                </a:ext>
              </a:extLst>
            </p:cNvPr>
            <p:cNvSpPr txBox="1"/>
            <p:nvPr/>
          </p:nvSpPr>
          <p:spPr>
            <a:xfrm>
              <a:off x="8395240" y="3071457"/>
              <a:ext cx="1816523" cy="369332"/>
            </a:xfrm>
            <a:prstGeom prst="rect">
              <a:avLst/>
            </a:prstGeom>
            <a:noFill/>
          </p:spPr>
          <p:txBody>
            <a:bodyPr wrap="none" rtlCol="0">
              <a:spAutoFit/>
            </a:bodyPr>
            <a:lstStyle/>
            <a:p>
              <a:r>
                <a:rPr lang="en-US" altLang="zh-CN" b="1" dirty="0" err="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tlink</a:t>
              </a:r>
              <a:r>
                <a:rPr lang="en-US" altLang="zh-CN"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 </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同弧尾链</a:t>
              </a:r>
            </a:p>
          </p:txBody>
        </p:sp>
      </p:grpSp>
      <p:sp>
        <p:nvSpPr>
          <p:cNvPr id="204" name="文本框 203">
            <a:extLst>
              <a:ext uri="{FF2B5EF4-FFF2-40B4-BE49-F238E27FC236}">
                <a16:creationId xmlns:a16="http://schemas.microsoft.com/office/drawing/2014/main" id="{2E568550-9A26-49F3-937B-0832393A2F42}"/>
              </a:ext>
            </a:extLst>
          </p:cNvPr>
          <p:cNvSpPr txBox="1"/>
          <p:nvPr/>
        </p:nvSpPr>
        <p:spPr>
          <a:xfrm>
            <a:off x="351662" y="5636531"/>
            <a:ext cx="11510190" cy="1045351"/>
          </a:xfrm>
          <a:prstGeom prst="rect">
            <a:avLst/>
          </a:prstGeom>
          <a:noFill/>
        </p:spPr>
        <p:txBody>
          <a:bodyPr wrap="square">
            <a:spAutoFit/>
          </a:bodyPr>
          <a:lstStyle/>
          <a:p>
            <a:pPr>
              <a:lnSpc>
                <a:spcPct val="120000"/>
              </a:lnSpc>
            </a:pPr>
            <a:r>
              <a:rPr lang="zh-CN" altLang="en-US" b="1" dirty="0">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b="1" dirty="0">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5.4</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构建</a:t>
            </a:r>
            <a:r>
              <a:rPr lang="zh-CN" altLang="en-US" b="1" dirty="0">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稀疏矩阵</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的十字链表，每个非零元结点属于相应的行、列链表，按行、列号递增有序插入。</a:t>
            </a:r>
            <a:endParaRPr lang="en-US" altLang="zh-CN"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a:lnSpc>
                <a:spcPct val="120000"/>
              </a:lnSpc>
            </a:pP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a:t>
            </a:r>
            <a:r>
              <a:rPr lang="en-US" altLang="zh-CN"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7.4</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构建</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有向图</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的十字链表，每条弧属于同弧头链和同弧尾链，但在链中不必有序，可在链头插入，较简单。</a:t>
            </a:r>
            <a:endParaRPr lang="en-US" altLang="zh-CN"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a:lnSpc>
                <a:spcPct val="120000"/>
              </a:lnSpc>
            </a:pP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图的十字链表还可看成是</a:t>
            </a:r>
            <a:r>
              <a:rPr lang="zh-CN" altLang="en-US" b="1" dirty="0">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邻接矩阵</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的链式表示，弧较稀疏时，邻接矩阵近似稀疏矩阵，十字链表是其压缩存储。</a:t>
            </a:r>
            <a:endParaRPr lang="en-US" altLang="zh-CN"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sp>
        <p:nvSpPr>
          <p:cNvPr id="156" name="Text Box 47">
            <a:extLst>
              <a:ext uri="{FF2B5EF4-FFF2-40B4-BE49-F238E27FC236}">
                <a16:creationId xmlns:a16="http://schemas.microsoft.com/office/drawing/2014/main" id="{A75B3667-09F0-4227-8777-250F8B4D01ED}"/>
              </a:ext>
            </a:extLst>
          </p:cNvPr>
          <p:cNvSpPr txBox="1">
            <a:spLocks noChangeArrowheads="1"/>
          </p:cNvSpPr>
          <p:nvPr/>
        </p:nvSpPr>
        <p:spPr bwMode="auto">
          <a:xfrm>
            <a:off x="3985184" y="4057726"/>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nSpc>
                <a:spcPct val="80000"/>
              </a:lnSpc>
              <a:spcBef>
                <a:spcPct val="50000"/>
              </a:spcBef>
              <a:defRPr sz="2400" b="1">
                <a:solidFill>
                  <a:srgbClr val="00B0F0"/>
                </a:solidFill>
              </a:defRPr>
            </a:lvl1pPr>
          </a:lstStyle>
          <a:p>
            <a:r>
              <a:rPr lang="en-US" altLang="zh-CN" dirty="0">
                <a:sym typeface="Symbol" panose="05050102010706020507" pitchFamily="18" charset="2"/>
              </a:rPr>
              <a:t></a:t>
            </a:r>
            <a:endParaRPr lang="en-US" altLang="zh-CN" dirty="0"/>
          </a:p>
        </p:txBody>
      </p:sp>
      <p:sp>
        <p:nvSpPr>
          <p:cNvPr id="81" name="Line 38">
            <a:extLst>
              <a:ext uri="{FF2B5EF4-FFF2-40B4-BE49-F238E27FC236}">
                <a16:creationId xmlns:a16="http://schemas.microsoft.com/office/drawing/2014/main" id="{7BED384D-E4C3-4937-9363-C0D67F8C8A50}"/>
              </a:ext>
            </a:extLst>
          </p:cNvPr>
          <p:cNvSpPr>
            <a:spLocks noChangeShapeType="1"/>
          </p:cNvSpPr>
          <p:nvPr/>
        </p:nvSpPr>
        <p:spPr bwMode="auto">
          <a:xfrm>
            <a:off x="8381270" y="3683865"/>
            <a:ext cx="5042" cy="1387367"/>
          </a:xfrm>
          <a:prstGeom prst="line">
            <a:avLst/>
          </a:prstGeom>
          <a:noFill/>
          <a:ln w="19050">
            <a:solidFill>
              <a:schemeClr val="accent2">
                <a:lumMod val="75000"/>
              </a:schemeClr>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58" name="文本框 157">
            <a:extLst>
              <a:ext uri="{FF2B5EF4-FFF2-40B4-BE49-F238E27FC236}">
                <a16:creationId xmlns:a16="http://schemas.microsoft.com/office/drawing/2014/main" id="{FA9B8BA0-D667-4D67-ABBD-D7E92DC47C60}"/>
              </a:ext>
            </a:extLst>
          </p:cNvPr>
          <p:cNvSpPr txBox="1"/>
          <p:nvPr/>
        </p:nvSpPr>
        <p:spPr>
          <a:xfrm>
            <a:off x="8838365" y="1169643"/>
            <a:ext cx="2590976" cy="923330"/>
          </a:xfrm>
          <a:prstGeom prst="rect">
            <a:avLst/>
          </a:prstGeom>
          <a:solidFill>
            <a:schemeClr val="accent6">
              <a:lumMod val="20000"/>
              <a:lumOff val="80000"/>
            </a:schemeClr>
          </a:solidFill>
        </p:spPr>
        <p:txBody>
          <a:bodyPr wrap="square">
            <a:spAutoFit/>
          </a:bodyPr>
          <a:lstStyle/>
          <a:p>
            <a:r>
              <a:rPr lang="zh-CN" altLang="en-US" b="1" dirty="0">
                <a:solidFill>
                  <a:srgbClr val="0070C0"/>
                </a:solidFill>
                <a:effectLst>
                  <a:outerShdw blurRad="38100" dist="38100" dir="2700000" algn="tl">
                    <a:srgbClr val="000000">
                      <a:alpha val="43137"/>
                    </a:srgbClr>
                  </a:outerShdw>
                </a:effectLst>
              </a:rPr>
              <a:t>对应关系：</a:t>
            </a:r>
            <a:endParaRPr lang="en-US" altLang="zh-CN" b="1" dirty="0">
              <a:solidFill>
                <a:srgbClr val="0070C0"/>
              </a:solidFill>
              <a:effectLst>
                <a:outerShdw blurRad="38100" dist="38100" dir="2700000" algn="tl">
                  <a:srgbClr val="000000">
                    <a:alpha val="43137"/>
                  </a:srgbClr>
                </a:outerShdw>
              </a:effectLst>
            </a:endParaRPr>
          </a:p>
          <a:p>
            <a:r>
              <a:rPr lang="zh-CN" altLang="en-US" b="1" dirty="0">
                <a:solidFill>
                  <a:srgbClr val="0070C0"/>
                </a:solidFill>
                <a:effectLst>
                  <a:outerShdw blurRad="38100" dist="38100" dir="2700000" algn="tl">
                    <a:srgbClr val="000000">
                      <a:alpha val="43137"/>
                    </a:srgbClr>
                  </a:outerShdw>
                </a:effectLst>
              </a:rPr>
              <a:t>入弧</a:t>
            </a:r>
            <a:r>
              <a:rPr lang="zh-CN" altLang="en-US" b="1" dirty="0">
                <a:solidFill>
                  <a:schemeClr val="accent2">
                    <a:lumMod val="75000"/>
                  </a:schemeClr>
                </a:solidFill>
              </a:rPr>
              <a:t>链表</a:t>
            </a:r>
            <a:r>
              <a:rPr lang="en-US" altLang="zh-CN" b="1" dirty="0">
                <a:solidFill>
                  <a:schemeClr val="accent2">
                    <a:lumMod val="75000"/>
                  </a:schemeClr>
                </a:solidFill>
              </a:rPr>
              <a:t>——</a:t>
            </a:r>
            <a:r>
              <a:rPr lang="zh-CN" altLang="en-US" b="1" dirty="0">
                <a:solidFill>
                  <a:srgbClr val="0070C0"/>
                </a:solidFill>
                <a:effectLst>
                  <a:outerShdw blurRad="38100" dist="38100" dir="2700000" algn="tl">
                    <a:srgbClr val="000000">
                      <a:alpha val="43137"/>
                    </a:srgbClr>
                  </a:outerShdw>
                </a:effectLst>
              </a:rPr>
              <a:t>逆邻接表</a:t>
            </a:r>
            <a:endParaRPr lang="en-US" altLang="zh-CN" b="1" dirty="0">
              <a:solidFill>
                <a:srgbClr val="0070C0"/>
              </a:solidFill>
              <a:effectLst>
                <a:outerShdw blurRad="38100" dist="38100" dir="2700000" algn="tl">
                  <a:srgbClr val="000000">
                    <a:alpha val="43137"/>
                  </a:srgbClr>
                </a:outerShdw>
              </a:effectLst>
            </a:endParaRPr>
          </a:p>
          <a:p>
            <a:r>
              <a:rPr lang="zh-CN" altLang="en-US" b="1" dirty="0">
                <a:solidFill>
                  <a:srgbClr val="0070C0"/>
                </a:solidFill>
                <a:effectLst>
                  <a:outerShdw blurRad="38100" dist="38100" dir="2700000" algn="tl">
                    <a:srgbClr val="000000">
                      <a:alpha val="43137"/>
                    </a:srgbClr>
                  </a:outerShdw>
                </a:effectLst>
              </a:rPr>
              <a:t>出弧</a:t>
            </a:r>
            <a:r>
              <a:rPr lang="zh-CN" altLang="en-US" b="1" dirty="0">
                <a:solidFill>
                  <a:srgbClr val="00B0F0"/>
                </a:solidFill>
              </a:rPr>
              <a:t>链表</a:t>
            </a:r>
            <a:r>
              <a:rPr lang="en-US" altLang="zh-CN" b="1" dirty="0">
                <a:solidFill>
                  <a:srgbClr val="00B0F0"/>
                </a:solidFill>
              </a:rPr>
              <a:t>——</a:t>
            </a:r>
            <a:r>
              <a:rPr lang="zh-CN" altLang="en-US" b="1" dirty="0">
                <a:solidFill>
                  <a:srgbClr val="0070C0"/>
                </a:solidFill>
                <a:effectLst>
                  <a:outerShdw blurRad="38100" dist="38100" dir="2700000" algn="tl">
                    <a:srgbClr val="000000">
                      <a:alpha val="43137"/>
                    </a:srgbClr>
                  </a:outerShdw>
                </a:effectLst>
              </a:rPr>
              <a:t>邻接表</a:t>
            </a:r>
            <a:endParaRPr lang="en-US" altLang="zh-CN" b="1" dirty="0">
              <a:solidFill>
                <a:srgbClr val="0070C0"/>
              </a:solidFill>
              <a:effectLst>
                <a:outerShdw blurRad="38100" dist="38100" dir="2700000" algn="tl">
                  <a:srgbClr val="000000">
                    <a:alpha val="43137"/>
                  </a:srgbClr>
                </a:outerShdw>
              </a:effectLst>
            </a:endParaRPr>
          </a:p>
        </p:txBody>
      </p:sp>
      <p:sp>
        <p:nvSpPr>
          <p:cNvPr id="2" name="文本框 1">
            <a:extLst>
              <a:ext uri="{FF2B5EF4-FFF2-40B4-BE49-F238E27FC236}">
                <a16:creationId xmlns:a16="http://schemas.microsoft.com/office/drawing/2014/main" id="{A54DE07A-39ED-B841-5794-F3F53D088A7C}"/>
              </a:ext>
            </a:extLst>
          </p:cNvPr>
          <p:cNvSpPr txBox="1"/>
          <p:nvPr/>
        </p:nvSpPr>
        <p:spPr>
          <a:xfrm>
            <a:off x="1350187" y="209886"/>
            <a:ext cx="2492990" cy="461665"/>
          </a:xfrm>
          <a:prstGeom prst="rect">
            <a:avLst/>
          </a:prstGeom>
          <a:noFill/>
        </p:spPr>
        <p:txBody>
          <a:bodyPr wrap="none" rtlCol="0">
            <a:spAutoFit/>
          </a:bodyPr>
          <a:lstStyle/>
          <a:p>
            <a:r>
              <a:rPr lang="en-US" altLang="zh-CN" sz="2400" dirty="0">
                <a:solidFill>
                  <a:srgbClr val="333DFF"/>
                </a:solidFill>
                <a:effectLst>
                  <a:outerShdw blurRad="38100" dist="38100" dir="2700000" algn="tl">
                    <a:srgbClr val="000000">
                      <a:alpha val="43137"/>
                    </a:srgbClr>
                  </a:outerShdw>
                </a:effectLst>
                <a:latin typeface="+mj-ea"/>
                <a:ea typeface="+mj-ea"/>
              </a:rPr>
              <a:t>7.2.3  </a:t>
            </a:r>
            <a:r>
              <a:rPr lang="zh-CN" altLang="en-US" sz="2400" dirty="0">
                <a:solidFill>
                  <a:srgbClr val="333DFF"/>
                </a:solidFill>
                <a:effectLst>
                  <a:outerShdw blurRad="38100" dist="38100" dir="2700000" algn="tl">
                    <a:srgbClr val="000000">
                      <a:alpha val="43137"/>
                    </a:srgbClr>
                  </a:outerShdw>
                </a:effectLst>
                <a:latin typeface="+mj-ea"/>
                <a:ea typeface="+mj-ea"/>
              </a:rPr>
              <a:t>十字链表</a:t>
            </a:r>
          </a:p>
        </p:txBody>
      </p:sp>
    </p:spTree>
    <p:extLst>
      <p:ext uri="{BB962C8B-B14F-4D97-AF65-F5344CB8AC3E}">
        <p14:creationId xmlns:p14="http://schemas.microsoft.com/office/powerpoint/2010/main" val="285586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up)">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1000"/>
                                        <p:tgtEl>
                                          <p:spTgt spid="10"/>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1000"/>
                                        <p:tgtEl>
                                          <p:spTgt spid="8"/>
                                        </p:tgtEl>
                                      </p:cBhvr>
                                    </p:animEffect>
                                  </p:childTnLst>
                                </p:cTn>
                              </p:par>
                            </p:childTnLst>
                          </p:cTn>
                        </p:par>
                        <p:par>
                          <p:cTn id="27" fill="hold">
                            <p:stCondLst>
                              <p:cond delay="2000"/>
                            </p:stCondLst>
                            <p:childTnLst>
                              <p:par>
                                <p:cTn id="28" presetID="22" presetClass="entr" presetSubtype="8"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10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animEffect transition="in" filter="wipe(up)">
                                      <p:cBhvr>
                                        <p:cTn id="35" dur="500"/>
                                        <p:tgtEl>
                                          <p:spTgt spid="5">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5">
                                            <p:txEl>
                                              <p:pRg st="4" end="4"/>
                                            </p:txEl>
                                          </p:spTgt>
                                        </p:tgtEl>
                                        <p:attrNameLst>
                                          <p:attrName>style.visibility</p:attrName>
                                        </p:attrNameLst>
                                      </p:cBhvr>
                                      <p:to>
                                        <p:strVal val="visible"/>
                                      </p:to>
                                    </p:set>
                                    <p:animEffect transition="in" filter="wipe(up)">
                                      <p:cBhvr>
                                        <p:cTn id="40" dur="500"/>
                                        <p:tgtEl>
                                          <p:spTgt spid="5">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152"/>
                                        </p:tgtEl>
                                        <p:attrNameLst>
                                          <p:attrName>style.visibility</p:attrName>
                                        </p:attrNameLst>
                                      </p:cBhvr>
                                      <p:to>
                                        <p:strVal val="visible"/>
                                      </p:to>
                                    </p:set>
                                    <p:anim calcmode="lin" valueType="num">
                                      <p:cBhvr>
                                        <p:cTn id="45" dur="1000" fill="hold"/>
                                        <p:tgtEl>
                                          <p:spTgt spid="152"/>
                                        </p:tgtEl>
                                        <p:attrNameLst>
                                          <p:attrName>ppt_w</p:attrName>
                                        </p:attrNameLst>
                                      </p:cBhvr>
                                      <p:tavLst>
                                        <p:tav tm="0">
                                          <p:val>
                                            <p:fltVal val="0"/>
                                          </p:val>
                                        </p:tav>
                                        <p:tav tm="100000">
                                          <p:val>
                                            <p:strVal val="#ppt_w"/>
                                          </p:val>
                                        </p:tav>
                                      </p:tavLst>
                                    </p:anim>
                                    <p:anim calcmode="lin" valueType="num">
                                      <p:cBhvr>
                                        <p:cTn id="46" dur="1000" fill="hold"/>
                                        <p:tgtEl>
                                          <p:spTgt spid="152"/>
                                        </p:tgtEl>
                                        <p:attrNameLst>
                                          <p:attrName>ppt_h</p:attrName>
                                        </p:attrNameLst>
                                      </p:cBhvr>
                                      <p:tavLst>
                                        <p:tav tm="0">
                                          <p:val>
                                            <p:fltVal val="0"/>
                                          </p:val>
                                        </p:tav>
                                        <p:tav tm="100000">
                                          <p:val>
                                            <p:strVal val="#ppt_h"/>
                                          </p:val>
                                        </p:tav>
                                      </p:tavLst>
                                    </p:anim>
                                    <p:anim calcmode="lin" valueType="num">
                                      <p:cBhvr>
                                        <p:cTn id="47" dur="1000" fill="hold"/>
                                        <p:tgtEl>
                                          <p:spTgt spid="152"/>
                                        </p:tgtEl>
                                        <p:attrNameLst>
                                          <p:attrName>style.rotation</p:attrName>
                                        </p:attrNameLst>
                                      </p:cBhvr>
                                      <p:tavLst>
                                        <p:tav tm="0">
                                          <p:val>
                                            <p:fltVal val="90"/>
                                          </p:val>
                                        </p:tav>
                                        <p:tav tm="100000">
                                          <p:val>
                                            <p:fltVal val="0"/>
                                          </p:val>
                                        </p:tav>
                                      </p:tavLst>
                                    </p:anim>
                                    <p:animEffect transition="in" filter="fade">
                                      <p:cBhvr>
                                        <p:cTn id="48" dur="1000"/>
                                        <p:tgtEl>
                                          <p:spTgt spid="152"/>
                                        </p:tgtEl>
                                      </p:cBhvr>
                                    </p:animEffect>
                                  </p:childTnLst>
                                </p:cTn>
                              </p:par>
                              <p:par>
                                <p:cTn id="49" presetID="31" presetClass="entr" presetSubtype="0" fill="hold" grpId="0" nodeType="withEffect">
                                  <p:stCondLst>
                                    <p:cond delay="0"/>
                                  </p:stCondLst>
                                  <p:childTnLst>
                                    <p:set>
                                      <p:cBhvr>
                                        <p:cTn id="50" dur="1" fill="hold">
                                          <p:stCondLst>
                                            <p:cond delay="0"/>
                                          </p:stCondLst>
                                        </p:cTn>
                                        <p:tgtEl>
                                          <p:spTgt spid="153"/>
                                        </p:tgtEl>
                                        <p:attrNameLst>
                                          <p:attrName>style.visibility</p:attrName>
                                        </p:attrNameLst>
                                      </p:cBhvr>
                                      <p:to>
                                        <p:strVal val="visible"/>
                                      </p:to>
                                    </p:set>
                                    <p:anim calcmode="lin" valueType="num">
                                      <p:cBhvr>
                                        <p:cTn id="51" dur="1000" fill="hold"/>
                                        <p:tgtEl>
                                          <p:spTgt spid="153"/>
                                        </p:tgtEl>
                                        <p:attrNameLst>
                                          <p:attrName>ppt_w</p:attrName>
                                        </p:attrNameLst>
                                      </p:cBhvr>
                                      <p:tavLst>
                                        <p:tav tm="0">
                                          <p:val>
                                            <p:fltVal val="0"/>
                                          </p:val>
                                        </p:tav>
                                        <p:tav tm="100000">
                                          <p:val>
                                            <p:strVal val="#ppt_w"/>
                                          </p:val>
                                        </p:tav>
                                      </p:tavLst>
                                    </p:anim>
                                    <p:anim calcmode="lin" valueType="num">
                                      <p:cBhvr>
                                        <p:cTn id="52" dur="1000" fill="hold"/>
                                        <p:tgtEl>
                                          <p:spTgt spid="153"/>
                                        </p:tgtEl>
                                        <p:attrNameLst>
                                          <p:attrName>ppt_h</p:attrName>
                                        </p:attrNameLst>
                                      </p:cBhvr>
                                      <p:tavLst>
                                        <p:tav tm="0">
                                          <p:val>
                                            <p:fltVal val="0"/>
                                          </p:val>
                                        </p:tav>
                                        <p:tav tm="100000">
                                          <p:val>
                                            <p:strVal val="#ppt_h"/>
                                          </p:val>
                                        </p:tav>
                                      </p:tavLst>
                                    </p:anim>
                                    <p:anim calcmode="lin" valueType="num">
                                      <p:cBhvr>
                                        <p:cTn id="53" dur="1000" fill="hold"/>
                                        <p:tgtEl>
                                          <p:spTgt spid="153"/>
                                        </p:tgtEl>
                                        <p:attrNameLst>
                                          <p:attrName>style.rotation</p:attrName>
                                        </p:attrNameLst>
                                      </p:cBhvr>
                                      <p:tavLst>
                                        <p:tav tm="0">
                                          <p:val>
                                            <p:fltVal val="90"/>
                                          </p:val>
                                        </p:tav>
                                        <p:tav tm="100000">
                                          <p:val>
                                            <p:fltVal val="0"/>
                                          </p:val>
                                        </p:tav>
                                      </p:tavLst>
                                    </p:anim>
                                    <p:animEffect transition="in" filter="fade">
                                      <p:cBhvr>
                                        <p:cTn id="54" dur="1000"/>
                                        <p:tgtEl>
                                          <p:spTgt spid="153"/>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154"/>
                                        </p:tgtEl>
                                        <p:attrNameLst>
                                          <p:attrName>style.visibility</p:attrName>
                                        </p:attrNameLst>
                                      </p:cBhvr>
                                      <p:to>
                                        <p:strVal val="visible"/>
                                      </p:to>
                                    </p:set>
                                    <p:anim calcmode="lin" valueType="num">
                                      <p:cBhvr>
                                        <p:cTn id="57" dur="1000" fill="hold"/>
                                        <p:tgtEl>
                                          <p:spTgt spid="154"/>
                                        </p:tgtEl>
                                        <p:attrNameLst>
                                          <p:attrName>ppt_w</p:attrName>
                                        </p:attrNameLst>
                                      </p:cBhvr>
                                      <p:tavLst>
                                        <p:tav tm="0">
                                          <p:val>
                                            <p:fltVal val="0"/>
                                          </p:val>
                                        </p:tav>
                                        <p:tav tm="100000">
                                          <p:val>
                                            <p:strVal val="#ppt_w"/>
                                          </p:val>
                                        </p:tav>
                                      </p:tavLst>
                                    </p:anim>
                                    <p:anim calcmode="lin" valueType="num">
                                      <p:cBhvr>
                                        <p:cTn id="58" dur="1000" fill="hold"/>
                                        <p:tgtEl>
                                          <p:spTgt spid="154"/>
                                        </p:tgtEl>
                                        <p:attrNameLst>
                                          <p:attrName>ppt_h</p:attrName>
                                        </p:attrNameLst>
                                      </p:cBhvr>
                                      <p:tavLst>
                                        <p:tav tm="0">
                                          <p:val>
                                            <p:fltVal val="0"/>
                                          </p:val>
                                        </p:tav>
                                        <p:tav tm="100000">
                                          <p:val>
                                            <p:strVal val="#ppt_h"/>
                                          </p:val>
                                        </p:tav>
                                      </p:tavLst>
                                    </p:anim>
                                    <p:anim calcmode="lin" valueType="num">
                                      <p:cBhvr>
                                        <p:cTn id="59" dur="1000" fill="hold"/>
                                        <p:tgtEl>
                                          <p:spTgt spid="154"/>
                                        </p:tgtEl>
                                        <p:attrNameLst>
                                          <p:attrName>style.rotation</p:attrName>
                                        </p:attrNameLst>
                                      </p:cBhvr>
                                      <p:tavLst>
                                        <p:tav tm="0">
                                          <p:val>
                                            <p:fltVal val="90"/>
                                          </p:val>
                                        </p:tav>
                                        <p:tav tm="100000">
                                          <p:val>
                                            <p:fltVal val="0"/>
                                          </p:val>
                                        </p:tav>
                                      </p:tavLst>
                                    </p:anim>
                                    <p:animEffect transition="in" filter="fade">
                                      <p:cBhvr>
                                        <p:cTn id="60" dur="1000"/>
                                        <p:tgtEl>
                                          <p:spTgt spid="154"/>
                                        </p:tgtEl>
                                      </p:cBhvr>
                                    </p:animEffect>
                                  </p:childTnLst>
                                </p:cTn>
                              </p:par>
                              <p:par>
                                <p:cTn id="61" presetID="31" presetClass="entr" presetSubtype="0" fill="hold" grpId="0" nodeType="withEffect">
                                  <p:stCondLst>
                                    <p:cond delay="0"/>
                                  </p:stCondLst>
                                  <p:childTnLst>
                                    <p:set>
                                      <p:cBhvr>
                                        <p:cTn id="62" dur="1" fill="hold">
                                          <p:stCondLst>
                                            <p:cond delay="0"/>
                                          </p:stCondLst>
                                        </p:cTn>
                                        <p:tgtEl>
                                          <p:spTgt spid="155"/>
                                        </p:tgtEl>
                                        <p:attrNameLst>
                                          <p:attrName>style.visibility</p:attrName>
                                        </p:attrNameLst>
                                      </p:cBhvr>
                                      <p:to>
                                        <p:strVal val="visible"/>
                                      </p:to>
                                    </p:set>
                                    <p:anim calcmode="lin" valueType="num">
                                      <p:cBhvr>
                                        <p:cTn id="63" dur="1000" fill="hold"/>
                                        <p:tgtEl>
                                          <p:spTgt spid="155"/>
                                        </p:tgtEl>
                                        <p:attrNameLst>
                                          <p:attrName>ppt_w</p:attrName>
                                        </p:attrNameLst>
                                      </p:cBhvr>
                                      <p:tavLst>
                                        <p:tav tm="0">
                                          <p:val>
                                            <p:fltVal val="0"/>
                                          </p:val>
                                        </p:tav>
                                        <p:tav tm="100000">
                                          <p:val>
                                            <p:strVal val="#ppt_w"/>
                                          </p:val>
                                        </p:tav>
                                      </p:tavLst>
                                    </p:anim>
                                    <p:anim calcmode="lin" valueType="num">
                                      <p:cBhvr>
                                        <p:cTn id="64" dur="1000" fill="hold"/>
                                        <p:tgtEl>
                                          <p:spTgt spid="155"/>
                                        </p:tgtEl>
                                        <p:attrNameLst>
                                          <p:attrName>ppt_h</p:attrName>
                                        </p:attrNameLst>
                                      </p:cBhvr>
                                      <p:tavLst>
                                        <p:tav tm="0">
                                          <p:val>
                                            <p:fltVal val="0"/>
                                          </p:val>
                                        </p:tav>
                                        <p:tav tm="100000">
                                          <p:val>
                                            <p:strVal val="#ppt_h"/>
                                          </p:val>
                                        </p:tav>
                                      </p:tavLst>
                                    </p:anim>
                                    <p:anim calcmode="lin" valueType="num">
                                      <p:cBhvr>
                                        <p:cTn id="65" dur="1000" fill="hold"/>
                                        <p:tgtEl>
                                          <p:spTgt spid="155"/>
                                        </p:tgtEl>
                                        <p:attrNameLst>
                                          <p:attrName>style.rotation</p:attrName>
                                        </p:attrNameLst>
                                      </p:cBhvr>
                                      <p:tavLst>
                                        <p:tav tm="0">
                                          <p:val>
                                            <p:fltVal val="90"/>
                                          </p:val>
                                        </p:tav>
                                        <p:tav tm="100000">
                                          <p:val>
                                            <p:fltVal val="0"/>
                                          </p:val>
                                        </p:tav>
                                      </p:tavLst>
                                    </p:anim>
                                    <p:animEffect transition="in" filter="fade">
                                      <p:cBhvr>
                                        <p:cTn id="66" dur="1000"/>
                                        <p:tgtEl>
                                          <p:spTgt spid="155"/>
                                        </p:tgtEl>
                                      </p:cBhvr>
                                    </p:animEffect>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1000"/>
                                        <p:tgtEl>
                                          <p:spTgt spid="12"/>
                                        </p:tgtEl>
                                      </p:cBhvr>
                                    </p:animEffect>
                                    <p:anim calcmode="lin" valueType="num">
                                      <p:cBhvr>
                                        <p:cTn id="72" dur="1000" fill="hold"/>
                                        <p:tgtEl>
                                          <p:spTgt spid="12"/>
                                        </p:tgtEl>
                                        <p:attrNameLst>
                                          <p:attrName>ppt_x</p:attrName>
                                        </p:attrNameLst>
                                      </p:cBhvr>
                                      <p:tavLst>
                                        <p:tav tm="0">
                                          <p:val>
                                            <p:strVal val="#ppt_x"/>
                                          </p:val>
                                        </p:tav>
                                        <p:tav tm="100000">
                                          <p:val>
                                            <p:strVal val="#ppt_x"/>
                                          </p:val>
                                        </p:tav>
                                      </p:tavLst>
                                    </p:anim>
                                    <p:anim calcmode="lin" valueType="num">
                                      <p:cBhvr>
                                        <p:cTn id="7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57"/>
                                        </p:tgtEl>
                                        <p:attrNameLst>
                                          <p:attrName>style.visibility</p:attrName>
                                        </p:attrNameLst>
                                      </p:cBhvr>
                                      <p:to>
                                        <p:strVal val="visible"/>
                                      </p:to>
                                    </p:set>
                                    <p:animEffect transition="in" filter="wipe(left)">
                                      <p:cBhvr>
                                        <p:cTn id="78" dur="1000"/>
                                        <p:tgtEl>
                                          <p:spTgt spid="157"/>
                                        </p:tgtEl>
                                      </p:cBhvr>
                                    </p:animEffect>
                                  </p:childTnLst>
                                </p:cTn>
                              </p:par>
                            </p:childTnLst>
                          </p:cTn>
                        </p:par>
                        <p:par>
                          <p:cTn id="79" fill="hold">
                            <p:stCondLst>
                              <p:cond delay="1000"/>
                            </p:stCondLst>
                            <p:childTnLst>
                              <p:par>
                                <p:cTn id="80" presetID="31" presetClass="entr" presetSubtype="0" fill="hold" nodeType="afterEffect">
                                  <p:stCondLst>
                                    <p:cond delay="0"/>
                                  </p:stCondLst>
                                  <p:childTnLst>
                                    <p:set>
                                      <p:cBhvr>
                                        <p:cTn id="81" dur="1" fill="hold">
                                          <p:stCondLst>
                                            <p:cond delay="0"/>
                                          </p:stCondLst>
                                        </p:cTn>
                                        <p:tgtEl>
                                          <p:spTgt spid="126"/>
                                        </p:tgtEl>
                                        <p:attrNameLst>
                                          <p:attrName>style.visibility</p:attrName>
                                        </p:attrNameLst>
                                      </p:cBhvr>
                                      <p:to>
                                        <p:strVal val="visible"/>
                                      </p:to>
                                    </p:set>
                                    <p:anim calcmode="lin" valueType="num">
                                      <p:cBhvr>
                                        <p:cTn id="82" dur="1000" fill="hold"/>
                                        <p:tgtEl>
                                          <p:spTgt spid="126"/>
                                        </p:tgtEl>
                                        <p:attrNameLst>
                                          <p:attrName>ppt_w</p:attrName>
                                        </p:attrNameLst>
                                      </p:cBhvr>
                                      <p:tavLst>
                                        <p:tav tm="0">
                                          <p:val>
                                            <p:fltVal val="0"/>
                                          </p:val>
                                        </p:tav>
                                        <p:tav tm="100000">
                                          <p:val>
                                            <p:strVal val="#ppt_w"/>
                                          </p:val>
                                        </p:tav>
                                      </p:tavLst>
                                    </p:anim>
                                    <p:anim calcmode="lin" valueType="num">
                                      <p:cBhvr>
                                        <p:cTn id="83" dur="1000" fill="hold"/>
                                        <p:tgtEl>
                                          <p:spTgt spid="126"/>
                                        </p:tgtEl>
                                        <p:attrNameLst>
                                          <p:attrName>ppt_h</p:attrName>
                                        </p:attrNameLst>
                                      </p:cBhvr>
                                      <p:tavLst>
                                        <p:tav tm="0">
                                          <p:val>
                                            <p:fltVal val="0"/>
                                          </p:val>
                                        </p:tav>
                                        <p:tav tm="100000">
                                          <p:val>
                                            <p:strVal val="#ppt_h"/>
                                          </p:val>
                                        </p:tav>
                                      </p:tavLst>
                                    </p:anim>
                                    <p:anim calcmode="lin" valueType="num">
                                      <p:cBhvr>
                                        <p:cTn id="84" dur="1000" fill="hold"/>
                                        <p:tgtEl>
                                          <p:spTgt spid="126"/>
                                        </p:tgtEl>
                                        <p:attrNameLst>
                                          <p:attrName>style.rotation</p:attrName>
                                        </p:attrNameLst>
                                      </p:cBhvr>
                                      <p:tavLst>
                                        <p:tav tm="0">
                                          <p:val>
                                            <p:fltVal val="90"/>
                                          </p:val>
                                        </p:tav>
                                        <p:tav tm="100000">
                                          <p:val>
                                            <p:fltVal val="0"/>
                                          </p:val>
                                        </p:tav>
                                      </p:tavLst>
                                    </p:anim>
                                    <p:animEffect transition="in" filter="fade">
                                      <p:cBhvr>
                                        <p:cTn id="85" dur="1000"/>
                                        <p:tgtEl>
                                          <p:spTgt spid="12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nodeType="clickEffect">
                                  <p:stCondLst>
                                    <p:cond delay="0"/>
                                  </p:stCondLst>
                                  <p:childTnLst>
                                    <p:set>
                                      <p:cBhvr>
                                        <p:cTn id="89" dur="1" fill="hold">
                                          <p:stCondLst>
                                            <p:cond delay="0"/>
                                          </p:stCondLst>
                                        </p:cTn>
                                        <p:tgtEl>
                                          <p:spTgt spid="161"/>
                                        </p:tgtEl>
                                        <p:attrNameLst>
                                          <p:attrName>style.visibility</p:attrName>
                                        </p:attrNameLst>
                                      </p:cBhvr>
                                      <p:to>
                                        <p:strVal val="visible"/>
                                      </p:to>
                                    </p:set>
                                    <p:animEffect transition="in" filter="wipe(up)">
                                      <p:cBhvr>
                                        <p:cTn id="90" dur="1000"/>
                                        <p:tgtEl>
                                          <p:spTgt spid="161"/>
                                        </p:tgtEl>
                                      </p:cBhvr>
                                    </p:animEffect>
                                  </p:childTnLst>
                                </p:cTn>
                              </p:par>
                            </p:childTnLst>
                          </p:cTn>
                        </p:par>
                        <p:par>
                          <p:cTn id="91" fill="hold">
                            <p:stCondLst>
                              <p:cond delay="1000"/>
                            </p:stCondLst>
                            <p:childTnLst>
                              <p:par>
                                <p:cTn id="92" presetID="31" presetClass="entr" presetSubtype="0" fill="hold" nodeType="afterEffect">
                                  <p:stCondLst>
                                    <p:cond delay="0"/>
                                  </p:stCondLst>
                                  <p:childTnLst>
                                    <p:set>
                                      <p:cBhvr>
                                        <p:cTn id="93" dur="1" fill="hold">
                                          <p:stCondLst>
                                            <p:cond delay="0"/>
                                          </p:stCondLst>
                                        </p:cTn>
                                        <p:tgtEl>
                                          <p:spTgt spid="131"/>
                                        </p:tgtEl>
                                        <p:attrNameLst>
                                          <p:attrName>style.visibility</p:attrName>
                                        </p:attrNameLst>
                                      </p:cBhvr>
                                      <p:to>
                                        <p:strVal val="visible"/>
                                      </p:to>
                                    </p:set>
                                    <p:anim calcmode="lin" valueType="num">
                                      <p:cBhvr>
                                        <p:cTn id="94" dur="1000" fill="hold"/>
                                        <p:tgtEl>
                                          <p:spTgt spid="131"/>
                                        </p:tgtEl>
                                        <p:attrNameLst>
                                          <p:attrName>ppt_w</p:attrName>
                                        </p:attrNameLst>
                                      </p:cBhvr>
                                      <p:tavLst>
                                        <p:tav tm="0">
                                          <p:val>
                                            <p:fltVal val="0"/>
                                          </p:val>
                                        </p:tav>
                                        <p:tav tm="100000">
                                          <p:val>
                                            <p:strVal val="#ppt_w"/>
                                          </p:val>
                                        </p:tav>
                                      </p:tavLst>
                                    </p:anim>
                                    <p:anim calcmode="lin" valueType="num">
                                      <p:cBhvr>
                                        <p:cTn id="95" dur="1000" fill="hold"/>
                                        <p:tgtEl>
                                          <p:spTgt spid="131"/>
                                        </p:tgtEl>
                                        <p:attrNameLst>
                                          <p:attrName>ppt_h</p:attrName>
                                        </p:attrNameLst>
                                      </p:cBhvr>
                                      <p:tavLst>
                                        <p:tav tm="0">
                                          <p:val>
                                            <p:fltVal val="0"/>
                                          </p:val>
                                        </p:tav>
                                        <p:tav tm="100000">
                                          <p:val>
                                            <p:strVal val="#ppt_h"/>
                                          </p:val>
                                        </p:tav>
                                      </p:tavLst>
                                    </p:anim>
                                    <p:anim calcmode="lin" valueType="num">
                                      <p:cBhvr>
                                        <p:cTn id="96" dur="1000" fill="hold"/>
                                        <p:tgtEl>
                                          <p:spTgt spid="131"/>
                                        </p:tgtEl>
                                        <p:attrNameLst>
                                          <p:attrName>style.rotation</p:attrName>
                                        </p:attrNameLst>
                                      </p:cBhvr>
                                      <p:tavLst>
                                        <p:tav tm="0">
                                          <p:val>
                                            <p:fltVal val="90"/>
                                          </p:val>
                                        </p:tav>
                                        <p:tav tm="100000">
                                          <p:val>
                                            <p:fltVal val="0"/>
                                          </p:val>
                                        </p:tav>
                                      </p:tavLst>
                                    </p:anim>
                                    <p:animEffect transition="in" filter="fade">
                                      <p:cBhvr>
                                        <p:cTn id="97" dur="1000"/>
                                        <p:tgtEl>
                                          <p:spTgt spid="131"/>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175"/>
                                        </p:tgtEl>
                                        <p:attrNameLst>
                                          <p:attrName>style.visibility</p:attrName>
                                        </p:attrNameLst>
                                      </p:cBhvr>
                                      <p:to>
                                        <p:strVal val="visible"/>
                                      </p:to>
                                    </p:set>
                                    <p:animEffect transition="in" filter="wipe(down)">
                                      <p:cBhvr>
                                        <p:cTn id="102" dur="1000"/>
                                        <p:tgtEl>
                                          <p:spTgt spid="175"/>
                                        </p:tgtEl>
                                      </p:cBhvr>
                                    </p:animEffect>
                                  </p:childTnLst>
                                </p:cTn>
                              </p:par>
                            </p:childTnLst>
                          </p:cTn>
                        </p:par>
                        <p:par>
                          <p:cTn id="103" fill="hold">
                            <p:stCondLst>
                              <p:cond delay="1000"/>
                            </p:stCondLst>
                            <p:childTnLst>
                              <p:par>
                                <p:cTn id="104" presetID="31" presetClass="entr" presetSubtype="0" fill="hold" nodeType="afterEffect">
                                  <p:stCondLst>
                                    <p:cond delay="0"/>
                                  </p:stCondLst>
                                  <p:childTnLst>
                                    <p:set>
                                      <p:cBhvr>
                                        <p:cTn id="105" dur="1" fill="hold">
                                          <p:stCondLst>
                                            <p:cond delay="0"/>
                                          </p:stCondLst>
                                        </p:cTn>
                                        <p:tgtEl>
                                          <p:spTgt spid="106"/>
                                        </p:tgtEl>
                                        <p:attrNameLst>
                                          <p:attrName>style.visibility</p:attrName>
                                        </p:attrNameLst>
                                      </p:cBhvr>
                                      <p:to>
                                        <p:strVal val="visible"/>
                                      </p:to>
                                    </p:set>
                                    <p:anim calcmode="lin" valueType="num">
                                      <p:cBhvr>
                                        <p:cTn id="106" dur="1000" fill="hold"/>
                                        <p:tgtEl>
                                          <p:spTgt spid="106"/>
                                        </p:tgtEl>
                                        <p:attrNameLst>
                                          <p:attrName>ppt_w</p:attrName>
                                        </p:attrNameLst>
                                      </p:cBhvr>
                                      <p:tavLst>
                                        <p:tav tm="0">
                                          <p:val>
                                            <p:fltVal val="0"/>
                                          </p:val>
                                        </p:tav>
                                        <p:tav tm="100000">
                                          <p:val>
                                            <p:strVal val="#ppt_w"/>
                                          </p:val>
                                        </p:tav>
                                      </p:tavLst>
                                    </p:anim>
                                    <p:anim calcmode="lin" valueType="num">
                                      <p:cBhvr>
                                        <p:cTn id="107" dur="1000" fill="hold"/>
                                        <p:tgtEl>
                                          <p:spTgt spid="106"/>
                                        </p:tgtEl>
                                        <p:attrNameLst>
                                          <p:attrName>ppt_h</p:attrName>
                                        </p:attrNameLst>
                                      </p:cBhvr>
                                      <p:tavLst>
                                        <p:tav tm="0">
                                          <p:val>
                                            <p:fltVal val="0"/>
                                          </p:val>
                                        </p:tav>
                                        <p:tav tm="100000">
                                          <p:val>
                                            <p:strVal val="#ppt_h"/>
                                          </p:val>
                                        </p:tav>
                                      </p:tavLst>
                                    </p:anim>
                                    <p:anim calcmode="lin" valueType="num">
                                      <p:cBhvr>
                                        <p:cTn id="108" dur="1000" fill="hold"/>
                                        <p:tgtEl>
                                          <p:spTgt spid="106"/>
                                        </p:tgtEl>
                                        <p:attrNameLst>
                                          <p:attrName>style.rotation</p:attrName>
                                        </p:attrNameLst>
                                      </p:cBhvr>
                                      <p:tavLst>
                                        <p:tav tm="0">
                                          <p:val>
                                            <p:fltVal val="90"/>
                                          </p:val>
                                        </p:tav>
                                        <p:tav tm="100000">
                                          <p:val>
                                            <p:fltVal val="0"/>
                                          </p:val>
                                        </p:tav>
                                      </p:tavLst>
                                    </p:anim>
                                    <p:animEffect transition="in" filter="fade">
                                      <p:cBhvr>
                                        <p:cTn id="109" dur="1000"/>
                                        <p:tgtEl>
                                          <p:spTgt spid="106"/>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160"/>
                                        </p:tgtEl>
                                        <p:attrNameLst>
                                          <p:attrName>style.visibility</p:attrName>
                                        </p:attrNameLst>
                                      </p:cBhvr>
                                      <p:to>
                                        <p:strVal val="visible"/>
                                      </p:to>
                                    </p:set>
                                    <p:animEffect transition="in" filter="wipe(left)">
                                      <p:cBhvr>
                                        <p:cTn id="114" dur="1000"/>
                                        <p:tgtEl>
                                          <p:spTgt spid="160"/>
                                        </p:tgtEl>
                                      </p:cBhvr>
                                    </p:animEffect>
                                  </p:childTnLst>
                                </p:cTn>
                              </p:par>
                            </p:childTnLst>
                          </p:cTn>
                        </p:par>
                        <p:par>
                          <p:cTn id="115" fill="hold">
                            <p:stCondLst>
                              <p:cond delay="1000"/>
                            </p:stCondLst>
                            <p:childTnLst>
                              <p:par>
                                <p:cTn id="116" presetID="31" presetClass="entr" presetSubtype="0" fill="hold" nodeType="afterEffect">
                                  <p:stCondLst>
                                    <p:cond delay="0"/>
                                  </p:stCondLst>
                                  <p:childTnLst>
                                    <p:set>
                                      <p:cBhvr>
                                        <p:cTn id="117" dur="1" fill="hold">
                                          <p:stCondLst>
                                            <p:cond delay="0"/>
                                          </p:stCondLst>
                                        </p:cTn>
                                        <p:tgtEl>
                                          <p:spTgt spid="121"/>
                                        </p:tgtEl>
                                        <p:attrNameLst>
                                          <p:attrName>style.visibility</p:attrName>
                                        </p:attrNameLst>
                                      </p:cBhvr>
                                      <p:to>
                                        <p:strVal val="visible"/>
                                      </p:to>
                                    </p:set>
                                    <p:anim calcmode="lin" valueType="num">
                                      <p:cBhvr>
                                        <p:cTn id="118" dur="1000" fill="hold"/>
                                        <p:tgtEl>
                                          <p:spTgt spid="121"/>
                                        </p:tgtEl>
                                        <p:attrNameLst>
                                          <p:attrName>ppt_w</p:attrName>
                                        </p:attrNameLst>
                                      </p:cBhvr>
                                      <p:tavLst>
                                        <p:tav tm="0">
                                          <p:val>
                                            <p:fltVal val="0"/>
                                          </p:val>
                                        </p:tav>
                                        <p:tav tm="100000">
                                          <p:val>
                                            <p:strVal val="#ppt_w"/>
                                          </p:val>
                                        </p:tav>
                                      </p:tavLst>
                                    </p:anim>
                                    <p:anim calcmode="lin" valueType="num">
                                      <p:cBhvr>
                                        <p:cTn id="119" dur="1000" fill="hold"/>
                                        <p:tgtEl>
                                          <p:spTgt spid="121"/>
                                        </p:tgtEl>
                                        <p:attrNameLst>
                                          <p:attrName>ppt_h</p:attrName>
                                        </p:attrNameLst>
                                      </p:cBhvr>
                                      <p:tavLst>
                                        <p:tav tm="0">
                                          <p:val>
                                            <p:fltVal val="0"/>
                                          </p:val>
                                        </p:tav>
                                        <p:tav tm="100000">
                                          <p:val>
                                            <p:strVal val="#ppt_h"/>
                                          </p:val>
                                        </p:tav>
                                      </p:tavLst>
                                    </p:anim>
                                    <p:anim calcmode="lin" valueType="num">
                                      <p:cBhvr>
                                        <p:cTn id="120" dur="1000" fill="hold"/>
                                        <p:tgtEl>
                                          <p:spTgt spid="121"/>
                                        </p:tgtEl>
                                        <p:attrNameLst>
                                          <p:attrName>style.rotation</p:attrName>
                                        </p:attrNameLst>
                                      </p:cBhvr>
                                      <p:tavLst>
                                        <p:tav tm="0">
                                          <p:val>
                                            <p:fltVal val="90"/>
                                          </p:val>
                                        </p:tav>
                                        <p:tav tm="100000">
                                          <p:val>
                                            <p:fltVal val="0"/>
                                          </p:val>
                                        </p:tav>
                                      </p:tavLst>
                                    </p:anim>
                                    <p:animEffect transition="in" filter="fade">
                                      <p:cBhvr>
                                        <p:cTn id="121" dur="1000"/>
                                        <p:tgtEl>
                                          <p:spTgt spid="121"/>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4" fill="hold" nodeType="clickEffect">
                                  <p:stCondLst>
                                    <p:cond delay="0"/>
                                  </p:stCondLst>
                                  <p:childTnLst>
                                    <p:set>
                                      <p:cBhvr>
                                        <p:cTn id="125" dur="1" fill="hold">
                                          <p:stCondLst>
                                            <p:cond delay="0"/>
                                          </p:stCondLst>
                                        </p:cTn>
                                        <p:tgtEl>
                                          <p:spTgt spid="170"/>
                                        </p:tgtEl>
                                        <p:attrNameLst>
                                          <p:attrName>style.visibility</p:attrName>
                                        </p:attrNameLst>
                                      </p:cBhvr>
                                      <p:to>
                                        <p:strVal val="visible"/>
                                      </p:to>
                                    </p:set>
                                    <p:animEffect transition="in" filter="wipe(down)">
                                      <p:cBhvr>
                                        <p:cTn id="126" dur="1000"/>
                                        <p:tgtEl>
                                          <p:spTgt spid="170"/>
                                        </p:tgtEl>
                                      </p:cBhvr>
                                    </p:animEffect>
                                  </p:childTnLst>
                                </p:cTn>
                              </p:par>
                            </p:childTnLst>
                          </p:cTn>
                        </p:par>
                        <p:par>
                          <p:cTn id="127" fill="hold">
                            <p:stCondLst>
                              <p:cond delay="1000"/>
                            </p:stCondLst>
                            <p:childTnLst>
                              <p:par>
                                <p:cTn id="128" presetID="31" presetClass="entr" presetSubtype="0" fill="hold" nodeType="afterEffect">
                                  <p:stCondLst>
                                    <p:cond delay="0"/>
                                  </p:stCondLst>
                                  <p:childTnLst>
                                    <p:set>
                                      <p:cBhvr>
                                        <p:cTn id="129" dur="1" fill="hold">
                                          <p:stCondLst>
                                            <p:cond delay="0"/>
                                          </p:stCondLst>
                                        </p:cTn>
                                        <p:tgtEl>
                                          <p:spTgt spid="86"/>
                                        </p:tgtEl>
                                        <p:attrNameLst>
                                          <p:attrName>style.visibility</p:attrName>
                                        </p:attrNameLst>
                                      </p:cBhvr>
                                      <p:to>
                                        <p:strVal val="visible"/>
                                      </p:to>
                                    </p:set>
                                    <p:anim calcmode="lin" valueType="num">
                                      <p:cBhvr>
                                        <p:cTn id="130" dur="1000" fill="hold"/>
                                        <p:tgtEl>
                                          <p:spTgt spid="86"/>
                                        </p:tgtEl>
                                        <p:attrNameLst>
                                          <p:attrName>ppt_w</p:attrName>
                                        </p:attrNameLst>
                                      </p:cBhvr>
                                      <p:tavLst>
                                        <p:tav tm="0">
                                          <p:val>
                                            <p:fltVal val="0"/>
                                          </p:val>
                                        </p:tav>
                                        <p:tav tm="100000">
                                          <p:val>
                                            <p:strVal val="#ppt_w"/>
                                          </p:val>
                                        </p:tav>
                                      </p:tavLst>
                                    </p:anim>
                                    <p:anim calcmode="lin" valueType="num">
                                      <p:cBhvr>
                                        <p:cTn id="131" dur="1000" fill="hold"/>
                                        <p:tgtEl>
                                          <p:spTgt spid="86"/>
                                        </p:tgtEl>
                                        <p:attrNameLst>
                                          <p:attrName>ppt_h</p:attrName>
                                        </p:attrNameLst>
                                      </p:cBhvr>
                                      <p:tavLst>
                                        <p:tav tm="0">
                                          <p:val>
                                            <p:fltVal val="0"/>
                                          </p:val>
                                        </p:tav>
                                        <p:tav tm="100000">
                                          <p:val>
                                            <p:strVal val="#ppt_h"/>
                                          </p:val>
                                        </p:tav>
                                      </p:tavLst>
                                    </p:anim>
                                    <p:anim calcmode="lin" valueType="num">
                                      <p:cBhvr>
                                        <p:cTn id="132" dur="1000" fill="hold"/>
                                        <p:tgtEl>
                                          <p:spTgt spid="86"/>
                                        </p:tgtEl>
                                        <p:attrNameLst>
                                          <p:attrName>style.rotation</p:attrName>
                                        </p:attrNameLst>
                                      </p:cBhvr>
                                      <p:tavLst>
                                        <p:tav tm="0">
                                          <p:val>
                                            <p:fltVal val="90"/>
                                          </p:val>
                                        </p:tav>
                                        <p:tav tm="100000">
                                          <p:val>
                                            <p:fltVal val="0"/>
                                          </p:val>
                                        </p:tav>
                                      </p:tavLst>
                                    </p:anim>
                                    <p:animEffect transition="in" filter="fade">
                                      <p:cBhvr>
                                        <p:cTn id="133" dur="1000"/>
                                        <p:tgtEl>
                                          <p:spTgt spid="86"/>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nodeType="clickEffect">
                                  <p:stCondLst>
                                    <p:cond delay="0"/>
                                  </p:stCondLst>
                                  <p:childTnLst>
                                    <p:set>
                                      <p:cBhvr>
                                        <p:cTn id="137" dur="1" fill="hold">
                                          <p:stCondLst>
                                            <p:cond delay="0"/>
                                          </p:stCondLst>
                                        </p:cTn>
                                        <p:tgtEl>
                                          <p:spTgt spid="162"/>
                                        </p:tgtEl>
                                        <p:attrNameLst>
                                          <p:attrName>style.visibility</p:attrName>
                                        </p:attrNameLst>
                                      </p:cBhvr>
                                      <p:to>
                                        <p:strVal val="visible"/>
                                      </p:to>
                                    </p:set>
                                    <p:animEffect transition="in" filter="wipe(down)">
                                      <p:cBhvr>
                                        <p:cTn id="138" dur="1000"/>
                                        <p:tgtEl>
                                          <p:spTgt spid="162"/>
                                        </p:tgtEl>
                                      </p:cBhvr>
                                    </p:animEffect>
                                  </p:childTnLst>
                                </p:cTn>
                              </p:par>
                            </p:childTnLst>
                          </p:cTn>
                        </p:par>
                        <p:par>
                          <p:cTn id="139" fill="hold">
                            <p:stCondLst>
                              <p:cond delay="1000"/>
                            </p:stCondLst>
                            <p:childTnLst>
                              <p:par>
                                <p:cTn id="140" presetID="31" presetClass="entr" presetSubtype="0" fill="hold" nodeType="afterEffect">
                                  <p:stCondLst>
                                    <p:cond delay="0"/>
                                  </p:stCondLst>
                                  <p:childTnLst>
                                    <p:set>
                                      <p:cBhvr>
                                        <p:cTn id="141" dur="1" fill="hold">
                                          <p:stCondLst>
                                            <p:cond delay="0"/>
                                          </p:stCondLst>
                                        </p:cTn>
                                        <p:tgtEl>
                                          <p:spTgt spid="111"/>
                                        </p:tgtEl>
                                        <p:attrNameLst>
                                          <p:attrName>style.visibility</p:attrName>
                                        </p:attrNameLst>
                                      </p:cBhvr>
                                      <p:to>
                                        <p:strVal val="visible"/>
                                      </p:to>
                                    </p:set>
                                    <p:anim calcmode="lin" valueType="num">
                                      <p:cBhvr>
                                        <p:cTn id="142" dur="1000" fill="hold"/>
                                        <p:tgtEl>
                                          <p:spTgt spid="111"/>
                                        </p:tgtEl>
                                        <p:attrNameLst>
                                          <p:attrName>ppt_w</p:attrName>
                                        </p:attrNameLst>
                                      </p:cBhvr>
                                      <p:tavLst>
                                        <p:tav tm="0">
                                          <p:val>
                                            <p:fltVal val="0"/>
                                          </p:val>
                                        </p:tav>
                                        <p:tav tm="100000">
                                          <p:val>
                                            <p:strVal val="#ppt_w"/>
                                          </p:val>
                                        </p:tav>
                                      </p:tavLst>
                                    </p:anim>
                                    <p:anim calcmode="lin" valueType="num">
                                      <p:cBhvr>
                                        <p:cTn id="143" dur="1000" fill="hold"/>
                                        <p:tgtEl>
                                          <p:spTgt spid="111"/>
                                        </p:tgtEl>
                                        <p:attrNameLst>
                                          <p:attrName>ppt_h</p:attrName>
                                        </p:attrNameLst>
                                      </p:cBhvr>
                                      <p:tavLst>
                                        <p:tav tm="0">
                                          <p:val>
                                            <p:fltVal val="0"/>
                                          </p:val>
                                        </p:tav>
                                        <p:tav tm="100000">
                                          <p:val>
                                            <p:strVal val="#ppt_h"/>
                                          </p:val>
                                        </p:tav>
                                      </p:tavLst>
                                    </p:anim>
                                    <p:anim calcmode="lin" valueType="num">
                                      <p:cBhvr>
                                        <p:cTn id="144" dur="1000" fill="hold"/>
                                        <p:tgtEl>
                                          <p:spTgt spid="111"/>
                                        </p:tgtEl>
                                        <p:attrNameLst>
                                          <p:attrName>style.rotation</p:attrName>
                                        </p:attrNameLst>
                                      </p:cBhvr>
                                      <p:tavLst>
                                        <p:tav tm="0">
                                          <p:val>
                                            <p:fltVal val="90"/>
                                          </p:val>
                                        </p:tav>
                                        <p:tav tm="100000">
                                          <p:val>
                                            <p:fltVal val="0"/>
                                          </p:val>
                                        </p:tav>
                                      </p:tavLst>
                                    </p:anim>
                                    <p:animEffect transition="in" filter="fade">
                                      <p:cBhvr>
                                        <p:cTn id="145" dur="1000"/>
                                        <p:tgtEl>
                                          <p:spTgt spid="111"/>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2" fill="hold" grpId="0" nodeType="clickEffect">
                                  <p:stCondLst>
                                    <p:cond delay="0"/>
                                  </p:stCondLst>
                                  <p:childTnLst>
                                    <p:set>
                                      <p:cBhvr>
                                        <p:cTn id="149" dur="1" fill="hold">
                                          <p:stCondLst>
                                            <p:cond delay="0"/>
                                          </p:stCondLst>
                                        </p:cTn>
                                        <p:tgtEl>
                                          <p:spTgt spid="174"/>
                                        </p:tgtEl>
                                        <p:attrNameLst>
                                          <p:attrName>style.visibility</p:attrName>
                                        </p:attrNameLst>
                                      </p:cBhvr>
                                      <p:to>
                                        <p:strVal val="visible"/>
                                      </p:to>
                                    </p:set>
                                    <p:animEffect transition="in" filter="wipe(right)">
                                      <p:cBhvr>
                                        <p:cTn id="150" dur="1000"/>
                                        <p:tgtEl>
                                          <p:spTgt spid="174"/>
                                        </p:tgtEl>
                                      </p:cBhvr>
                                    </p:animEffect>
                                  </p:childTnLst>
                                </p:cTn>
                              </p:par>
                            </p:childTnLst>
                          </p:cTn>
                        </p:par>
                        <p:par>
                          <p:cTn id="151" fill="hold">
                            <p:stCondLst>
                              <p:cond delay="1000"/>
                            </p:stCondLst>
                            <p:childTnLst>
                              <p:par>
                                <p:cTn id="152" presetID="31" presetClass="entr" presetSubtype="0" fill="hold" nodeType="afterEffect">
                                  <p:stCondLst>
                                    <p:cond delay="0"/>
                                  </p:stCondLst>
                                  <p:childTnLst>
                                    <p:set>
                                      <p:cBhvr>
                                        <p:cTn id="153" dur="1" fill="hold">
                                          <p:stCondLst>
                                            <p:cond delay="0"/>
                                          </p:stCondLst>
                                        </p:cTn>
                                        <p:tgtEl>
                                          <p:spTgt spid="116"/>
                                        </p:tgtEl>
                                        <p:attrNameLst>
                                          <p:attrName>style.visibility</p:attrName>
                                        </p:attrNameLst>
                                      </p:cBhvr>
                                      <p:to>
                                        <p:strVal val="visible"/>
                                      </p:to>
                                    </p:set>
                                    <p:anim calcmode="lin" valueType="num">
                                      <p:cBhvr>
                                        <p:cTn id="154" dur="1000" fill="hold"/>
                                        <p:tgtEl>
                                          <p:spTgt spid="116"/>
                                        </p:tgtEl>
                                        <p:attrNameLst>
                                          <p:attrName>ppt_w</p:attrName>
                                        </p:attrNameLst>
                                      </p:cBhvr>
                                      <p:tavLst>
                                        <p:tav tm="0">
                                          <p:val>
                                            <p:fltVal val="0"/>
                                          </p:val>
                                        </p:tav>
                                        <p:tav tm="100000">
                                          <p:val>
                                            <p:strVal val="#ppt_w"/>
                                          </p:val>
                                        </p:tav>
                                      </p:tavLst>
                                    </p:anim>
                                    <p:anim calcmode="lin" valueType="num">
                                      <p:cBhvr>
                                        <p:cTn id="155" dur="1000" fill="hold"/>
                                        <p:tgtEl>
                                          <p:spTgt spid="116"/>
                                        </p:tgtEl>
                                        <p:attrNameLst>
                                          <p:attrName>ppt_h</p:attrName>
                                        </p:attrNameLst>
                                      </p:cBhvr>
                                      <p:tavLst>
                                        <p:tav tm="0">
                                          <p:val>
                                            <p:fltVal val="0"/>
                                          </p:val>
                                        </p:tav>
                                        <p:tav tm="100000">
                                          <p:val>
                                            <p:strVal val="#ppt_h"/>
                                          </p:val>
                                        </p:tav>
                                      </p:tavLst>
                                    </p:anim>
                                    <p:anim calcmode="lin" valueType="num">
                                      <p:cBhvr>
                                        <p:cTn id="156" dur="1000" fill="hold"/>
                                        <p:tgtEl>
                                          <p:spTgt spid="116"/>
                                        </p:tgtEl>
                                        <p:attrNameLst>
                                          <p:attrName>style.rotation</p:attrName>
                                        </p:attrNameLst>
                                      </p:cBhvr>
                                      <p:tavLst>
                                        <p:tav tm="0">
                                          <p:val>
                                            <p:fltVal val="90"/>
                                          </p:val>
                                        </p:tav>
                                        <p:tav tm="100000">
                                          <p:val>
                                            <p:fltVal val="0"/>
                                          </p:val>
                                        </p:tav>
                                      </p:tavLst>
                                    </p:anim>
                                    <p:animEffect transition="in" filter="fade">
                                      <p:cBhvr>
                                        <p:cTn id="157" dur="1000"/>
                                        <p:tgtEl>
                                          <p:spTgt spid="116"/>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1" fill="hold" nodeType="clickEffect">
                                  <p:stCondLst>
                                    <p:cond delay="0"/>
                                  </p:stCondLst>
                                  <p:childTnLst>
                                    <p:set>
                                      <p:cBhvr>
                                        <p:cTn id="161" dur="1" fill="hold">
                                          <p:stCondLst>
                                            <p:cond delay="0"/>
                                          </p:stCondLst>
                                        </p:cTn>
                                        <p:tgtEl>
                                          <p:spTgt spid="15"/>
                                        </p:tgtEl>
                                        <p:attrNameLst>
                                          <p:attrName>style.visibility</p:attrName>
                                        </p:attrNameLst>
                                      </p:cBhvr>
                                      <p:to>
                                        <p:strVal val="visible"/>
                                      </p:to>
                                    </p:set>
                                    <p:animEffect transition="in" filter="wipe(up)">
                                      <p:cBhvr>
                                        <p:cTn id="162" dur="500"/>
                                        <p:tgtEl>
                                          <p:spTgt spid="15"/>
                                        </p:tgtEl>
                                      </p:cBhvr>
                                    </p:animEffect>
                                  </p:childTnLst>
                                </p:cTn>
                              </p:par>
                            </p:childTnLst>
                          </p:cTn>
                        </p:par>
                        <p:par>
                          <p:cTn id="163" fill="hold">
                            <p:stCondLst>
                              <p:cond delay="500"/>
                            </p:stCondLst>
                            <p:childTnLst>
                              <p:par>
                                <p:cTn id="164" presetID="22" presetClass="entr" presetSubtype="1" fill="hold" nodeType="afterEffect">
                                  <p:stCondLst>
                                    <p:cond delay="0"/>
                                  </p:stCondLst>
                                  <p:childTnLst>
                                    <p:set>
                                      <p:cBhvr>
                                        <p:cTn id="165" dur="1" fill="hold">
                                          <p:stCondLst>
                                            <p:cond delay="0"/>
                                          </p:stCondLst>
                                        </p:cTn>
                                        <p:tgtEl>
                                          <p:spTgt spid="16"/>
                                        </p:tgtEl>
                                        <p:attrNameLst>
                                          <p:attrName>style.visibility</p:attrName>
                                        </p:attrNameLst>
                                      </p:cBhvr>
                                      <p:to>
                                        <p:strVal val="visible"/>
                                      </p:to>
                                    </p:set>
                                    <p:animEffect transition="in" filter="wipe(up)">
                                      <p:cBhvr>
                                        <p:cTn id="166" dur="500"/>
                                        <p:tgtEl>
                                          <p:spTgt spid="16"/>
                                        </p:tgtEl>
                                      </p:cBhvr>
                                    </p:animEffect>
                                  </p:childTnLst>
                                </p:cTn>
                              </p:par>
                            </p:childTnLst>
                          </p:cTn>
                        </p:par>
                        <p:par>
                          <p:cTn id="167" fill="hold">
                            <p:stCondLst>
                              <p:cond delay="1000"/>
                            </p:stCondLst>
                            <p:childTnLst>
                              <p:par>
                                <p:cTn id="168" presetID="22" presetClass="entr" presetSubtype="1" fill="hold" nodeType="afterEffect">
                                  <p:stCondLst>
                                    <p:cond delay="0"/>
                                  </p:stCondLst>
                                  <p:childTnLst>
                                    <p:set>
                                      <p:cBhvr>
                                        <p:cTn id="169" dur="1" fill="hold">
                                          <p:stCondLst>
                                            <p:cond delay="0"/>
                                          </p:stCondLst>
                                        </p:cTn>
                                        <p:tgtEl>
                                          <p:spTgt spid="17"/>
                                        </p:tgtEl>
                                        <p:attrNameLst>
                                          <p:attrName>style.visibility</p:attrName>
                                        </p:attrNameLst>
                                      </p:cBhvr>
                                      <p:to>
                                        <p:strVal val="visible"/>
                                      </p:to>
                                    </p:set>
                                    <p:animEffect transition="in" filter="wipe(up)">
                                      <p:cBhvr>
                                        <p:cTn id="170" dur="500"/>
                                        <p:tgtEl>
                                          <p:spTgt spid="17"/>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1" fill="hold" nodeType="clickEffect">
                                  <p:stCondLst>
                                    <p:cond delay="0"/>
                                  </p:stCondLst>
                                  <p:childTnLst>
                                    <p:set>
                                      <p:cBhvr>
                                        <p:cTn id="174" dur="1" fill="hold">
                                          <p:stCondLst>
                                            <p:cond delay="0"/>
                                          </p:stCondLst>
                                        </p:cTn>
                                        <p:tgtEl>
                                          <p:spTgt spid="14"/>
                                        </p:tgtEl>
                                        <p:attrNameLst>
                                          <p:attrName>style.visibility</p:attrName>
                                        </p:attrNameLst>
                                      </p:cBhvr>
                                      <p:to>
                                        <p:strVal val="visible"/>
                                      </p:to>
                                    </p:set>
                                    <p:animEffect transition="in" filter="wipe(up)">
                                      <p:cBhvr>
                                        <p:cTn id="175" dur="500"/>
                                        <p:tgtEl>
                                          <p:spTgt spid="14"/>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1" fill="hold" nodeType="clickEffect">
                                  <p:stCondLst>
                                    <p:cond delay="0"/>
                                  </p:stCondLst>
                                  <p:childTnLst>
                                    <p:set>
                                      <p:cBhvr>
                                        <p:cTn id="179" dur="1" fill="hold">
                                          <p:stCondLst>
                                            <p:cond delay="0"/>
                                          </p:stCondLst>
                                        </p:cTn>
                                        <p:tgtEl>
                                          <p:spTgt spid="18"/>
                                        </p:tgtEl>
                                        <p:attrNameLst>
                                          <p:attrName>style.visibility</p:attrName>
                                        </p:attrNameLst>
                                      </p:cBhvr>
                                      <p:to>
                                        <p:strVal val="visible"/>
                                      </p:to>
                                    </p:set>
                                    <p:animEffect transition="in" filter="wipe(up)">
                                      <p:cBhvr>
                                        <p:cTn id="180" dur="500"/>
                                        <p:tgtEl>
                                          <p:spTgt spid="18"/>
                                        </p:tgtEl>
                                      </p:cBhvr>
                                    </p:animEffect>
                                  </p:childTnLst>
                                </p:cTn>
                              </p:par>
                            </p:childTnLst>
                          </p:cTn>
                        </p:par>
                        <p:par>
                          <p:cTn id="181" fill="hold">
                            <p:stCondLst>
                              <p:cond delay="500"/>
                            </p:stCondLst>
                            <p:childTnLst>
                              <p:par>
                                <p:cTn id="182" presetID="22" presetClass="entr" presetSubtype="1" fill="hold" nodeType="afterEffect">
                                  <p:stCondLst>
                                    <p:cond delay="0"/>
                                  </p:stCondLst>
                                  <p:childTnLst>
                                    <p:set>
                                      <p:cBhvr>
                                        <p:cTn id="183" dur="1" fill="hold">
                                          <p:stCondLst>
                                            <p:cond delay="0"/>
                                          </p:stCondLst>
                                        </p:cTn>
                                        <p:tgtEl>
                                          <p:spTgt spid="19"/>
                                        </p:tgtEl>
                                        <p:attrNameLst>
                                          <p:attrName>style.visibility</p:attrName>
                                        </p:attrNameLst>
                                      </p:cBhvr>
                                      <p:to>
                                        <p:strVal val="visible"/>
                                      </p:to>
                                    </p:set>
                                    <p:animEffect transition="in" filter="wipe(up)">
                                      <p:cBhvr>
                                        <p:cTn id="184" dur="500"/>
                                        <p:tgtEl>
                                          <p:spTgt spid="19"/>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1" fill="hold" nodeType="clickEffect">
                                  <p:stCondLst>
                                    <p:cond delay="0"/>
                                  </p:stCondLst>
                                  <p:childTnLst>
                                    <p:set>
                                      <p:cBhvr>
                                        <p:cTn id="188" dur="1" fill="hold">
                                          <p:stCondLst>
                                            <p:cond delay="0"/>
                                          </p:stCondLst>
                                        </p:cTn>
                                        <p:tgtEl>
                                          <p:spTgt spid="20"/>
                                        </p:tgtEl>
                                        <p:attrNameLst>
                                          <p:attrName>style.visibility</p:attrName>
                                        </p:attrNameLst>
                                      </p:cBhvr>
                                      <p:to>
                                        <p:strVal val="visible"/>
                                      </p:to>
                                    </p:set>
                                    <p:animEffect transition="in" filter="wipe(up)">
                                      <p:cBhvr>
                                        <p:cTn id="189" dur="500"/>
                                        <p:tgtEl>
                                          <p:spTgt spid="20"/>
                                        </p:tgtEl>
                                      </p:cBhvr>
                                    </p:animEffect>
                                  </p:childTnLst>
                                </p:cTn>
                              </p:par>
                            </p:childTnLst>
                          </p:cTn>
                        </p:par>
                        <p:par>
                          <p:cTn id="190" fill="hold">
                            <p:stCondLst>
                              <p:cond delay="500"/>
                            </p:stCondLst>
                            <p:childTnLst>
                              <p:par>
                                <p:cTn id="191" presetID="22" presetClass="entr" presetSubtype="1" fill="hold" nodeType="afterEffect">
                                  <p:stCondLst>
                                    <p:cond delay="0"/>
                                  </p:stCondLst>
                                  <p:childTnLst>
                                    <p:set>
                                      <p:cBhvr>
                                        <p:cTn id="192" dur="1" fill="hold">
                                          <p:stCondLst>
                                            <p:cond delay="0"/>
                                          </p:stCondLst>
                                        </p:cTn>
                                        <p:tgtEl>
                                          <p:spTgt spid="21"/>
                                        </p:tgtEl>
                                        <p:attrNameLst>
                                          <p:attrName>style.visibility</p:attrName>
                                        </p:attrNameLst>
                                      </p:cBhvr>
                                      <p:to>
                                        <p:strVal val="visible"/>
                                      </p:to>
                                    </p:set>
                                    <p:animEffect transition="in" filter="wipe(up)">
                                      <p:cBhvr>
                                        <p:cTn id="193" dur="500"/>
                                        <p:tgtEl>
                                          <p:spTgt spid="21"/>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1" fill="hold" grpId="0" nodeType="clickEffect">
                                  <p:stCondLst>
                                    <p:cond delay="0"/>
                                  </p:stCondLst>
                                  <p:childTnLst>
                                    <p:set>
                                      <p:cBhvr>
                                        <p:cTn id="197" dur="1" fill="hold">
                                          <p:stCondLst>
                                            <p:cond delay="0"/>
                                          </p:stCondLst>
                                        </p:cTn>
                                        <p:tgtEl>
                                          <p:spTgt spid="5">
                                            <p:txEl>
                                              <p:pRg st="5" end="5"/>
                                            </p:txEl>
                                          </p:spTgt>
                                        </p:tgtEl>
                                        <p:attrNameLst>
                                          <p:attrName>style.visibility</p:attrName>
                                        </p:attrNameLst>
                                      </p:cBhvr>
                                      <p:to>
                                        <p:strVal val="visible"/>
                                      </p:to>
                                    </p:set>
                                    <p:animEffect transition="in" filter="wipe(up)">
                                      <p:cBhvr>
                                        <p:cTn id="198" dur="500"/>
                                        <p:tgtEl>
                                          <p:spTgt spid="5">
                                            <p:txEl>
                                              <p:pRg st="5" end="5"/>
                                            </p:txEl>
                                          </p:spTgt>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1" fill="hold" grpId="0" nodeType="clickEffect">
                                  <p:stCondLst>
                                    <p:cond delay="0"/>
                                  </p:stCondLst>
                                  <p:childTnLst>
                                    <p:set>
                                      <p:cBhvr>
                                        <p:cTn id="202" dur="1" fill="hold">
                                          <p:stCondLst>
                                            <p:cond delay="0"/>
                                          </p:stCondLst>
                                        </p:cTn>
                                        <p:tgtEl>
                                          <p:spTgt spid="141"/>
                                        </p:tgtEl>
                                        <p:attrNameLst>
                                          <p:attrName>style.visibility</p:attrName>
                                        </p:attrNameLst>
                                      </p:cBhvr>
                                      <p:to>
                                        <p:strVal val="visible"/>
                                      </p:to>
                                    </p:set>
                                    <p:animEffect transition="in" filter="wipe(up)">
                                      <p:cBhvr>
                                        <p:cTn id="203" dur="500"/>
                                        <p:tgtEl>
                                          <p:spTgt spid="141"/>
                                        </p:tgtEl>
                                      </p:cBhvr>
                                    </p:animEffect>
                                  </p:childTnLst>
                                </p:cTn>
                              </p:par>
                            </p:childTnLst>
                          </p:cTn>
                        </p:par>
                        <p:par>
                          <p:cTn id="204" fill="hold">
                            <p:stCondLst>
                              <p:cond delay="500"/>
                            </p:stCondLst>
                            <p:childTnLst>
                              <p:par>
                                <p:cTn id="205" presetID="22" presetClass="entr" presetSubtype="8" fill="hold" grpId="0" nodeType="afterEffect">
                                  <p:stCondLst>
                                    <p:cond delay="0"/>
                                  </p:stCondLst>
                                  <p:childTnLst>
                                    <p:set>
                                      <p:cBhvr>
                                        <p:cTn id="206" dur="1" fill="hold">
                                          <p:stCondLst>
                                            <p:cond delay="0"/>
                                          </p:stCondLst>
                                        </p:cTn>
                                        <p:tgtEl>
                                          <p:spTgt spid="142"/>
                                        </p:tgtEl>
                                        <p:attrNameLst>
                                          <p:attrName>style.visibility</p:attrName>
                                        </p:attrNameLst>
                                      </p:cBhvr>
                                      <p:to>
                                        <p:strVal val="visible"/>
                                      </p:to>
                                    </p:set>
                                    <p:animEffect transition="in" filter="wipe(left)">
                                      <p:cBhvr>
                                        <p:cTn id="207" dur="750"/>
                                        <p:tgtEl>
                                          <p:spTgt spid="142"/>
                                        </p:tgtEl>
                                      </p:cBhvr>
                                    </p:animEffect>
                                  </p:childTnLst>
                                </p:cTn>
                              </p:par>
                            </p:childTnLst>
                          </p:cTn>
                        </p:par>
                        <p:par>
                          <p:cTn id="208" fill="hold">
                            <p:stCondLst>
                              <p:cond delay="1250"/>
                            </p:stCondLst>
                            <p:childTnLst>
                              <p:par>
                                <p:cTn id="209" presetID="22" presetClass="entr" presetSubtype="1" fill="hold" grpId="0" nodeType="afterEffect">
                                  <p:stCondLst>
                                    <p:cond delay="0"/>
                                  </p:stCondLst>
                                  <p:childTnLst>
                                    <p:set>
                                      <p:cBhvr>
                                        <p:cTn id="210" dur="1" fill="hold">
                                          <p:stCondLst>
                                            <p:cond delay="0"/>
                                          </p:stCondLst>
                                        </p:cTn>
                                        <p:tgtEl>
                                          <p:spTgt spid="80"/>
                                        </p:tgtEl>
                                        <p:attrNameLst>
                                          <p:attrName>style.visibility</p:attrName>
                                        </p:attrNameLst>
                                      </p:cBhvr>
                                      <p:to>
                                        <p:strVal val="visible"/>
                                      </p:to>
                                    </p:set>
                                    <p:animEffect transition="in" filter="wipe(up)">
                                      <p:cBhvr>
                                        <p:cTn id="211" dur="500"/>
                                        <p:tgtEl>
                                          <p:spTgt spid="80"/>
                                        </p:tgtEl>
                                      </p:cBhvr>
                                    </p:animEffect>
                                  </p:childTnLst>
                                </p:cTn>
                              </p:par>
                            </p:childTnLst>
                          </p:cTn>
                        </p:par>
                        <p:par>
                          <p:cTn id="212" fill="hold">
                            <p:stCondLst>
                              <p:cond delay="1750"/>
                            </p:stCondLst>
                            <p:childTnLst>
                              <p:par>
                                <p:cTn id="213" presetID="22" presetClass="entr" presetSubtype="1" fill="hold" grpId="0" nodeType="afterEffect">
                                  <p:stCondLst>
                                    <p:cond delay="0"/>
                                  </p:stCondLst>
                                  <p:childTnLst>
                                    <p:set>
                                      <p:cBhvr>
                                        <p:cTn id="214" dur="1" fill="hold">
                                          <p:stCondLst>
                                            <p:cond delay="0"/>
                                          </p:stCondLst>
                                        </p:cTn>
                                        <p:tgtEl>
                                          <p:spTgt spid="76"/>
                                        </p:tgtEl>
                                        <p:attrNameLst>
                                          <p:attrName>style.visibility</p:attrName>
                                        </p:attrNameLst>
                                      </p:cBhvr>
                                      <p:to>
                                        <p:strVal val="visible"/>
                                      </p:to>
                                    </p:set>
                                    <p:animEffect transition="in" filter="wipe(up)">
                                      <p:cBhvr>
                                        <p:cTn id="215" dur="500"/>
                                        <p:tgtEl>
                                          <p:spTgt spid="76"/>
                                        </p:tgtEl>
                                      </p:cBhvr>
                                    </p:animEffect>
                                  </p:childTnLst>
                                </p:cTn>
                              </p:par>
                            </p:childTnLst>
                          </p:cTn>
                        </p:par>
                        <p:par>
                          <p:cTn id="216" fill="hold">
                            <p:stCondLst>
                              <p:cond delay="2250"/>
                            </p:stCondLst>
                            <p:childTnLst>
                              <p:par>
                                <p:cTn id="217" presetID="31" presetClass="entr" presetSubtype="0" fill="hold" grpId="0" nodeType="afterEffect">
                                  <p:stCondLst>
                                    <p:cond delay="0"/>
                                  </p:stCondLst>
                                  <p:childTnLst>
                                    <p:set>
                                      <p:cBhvr>
                                        <p:cTn id="218" dur="1" fill="hold">
                                          <p:stCondLst>
                                            <p:cond delay="0"/>
                                          </p:stCondLst>
                                        </p:cTn>
                                        <p:tgtEl>
                                          <p:spTgt spid="54"/>
                                        </p:tgtEl>
                                        <p:attrNameLst>
                                          <p:attrName>style.visibility</p:attrName>
                                        </p:attrNameLst>
                                      </p:cBhvr>
                                      <p:to>
                                        <p:strVal val="visible"/>
                                      </p:to>
                                    </p:set>
                                    <p:anim calcmode="lin" valueType="num">
                                      <p:cBhvr>
                                        <p:cTn id="219" dur="1000" fill="hold"/>
                                        <p:tgtEl>
                                          <p:spTgt spid="54"/>
                                        </p:tgtEl>
                                        <p:attrNameLst>
                                          <p:attrName>ppt_w</p:attrName>
                                        </p:attrNameLst>
                                      </p:cBhvr>
                                      <p:tavLst>
                                        <p:tav tm="0">
                                          <p:val>
                                            <p:fltVal val="0"/>
                                          </p:val>
                                        </p:tav>
                                        <p:tav tm="100000">
                                          <p:val>
                                            <p:strVal val="#ppt_w"/>
                                          </p:val>
                                        </p:tav>
                                      </p:tavLst>
                                    </p:anim>
                                    <p:anim calcmode="lin" valueType="num">
                                      <p:cBhvr>
                                        <p:cTn id="220" dur="1000" fill="hold"/>
                                        <p:tgtEl>
                                          <p:spTgt spid="54"/>
                                        </p:tgtEl>
                                        <p:attrNameLst>
                                          <p:attrName>ppt_h</p:attrName>
                                        </p:attrNameLst>
                                      </p:cBhvr>
                                      <p:tavLst>
                                        <p:tav tm="0">
                                          <p:val>
                                            <p:fltVal val="0"/>
                                          </p:val>
                                        </p:tav>
                                        <p:tav tm="100000">
                                          <p:val>
                                            <p:strVal val="#ppt_h"/>
                                          </p:val>
                                        </p:tav>
                                      </p:tavLst>
                                    </p:anim>
                                    <p:anim calcmode="lin" valueType="num">
                                      <p:cBhvr>
                                        <p:cTn id="221" dur="1000" fill="hold"/>
                                        <p:tgtEl>
                                          <p:spTgt spid="54"/>
                                        </p:tgtEl>
                                        <p:attrNameLst>
                                          <p:attrName>style.rotation</p:attrName>
                                        </p:attrNameLst>
                                      </p:cBhvr>
                                      <p:tavLst>
                                        <p:tav tm="0">
                                          <p:val>
                                            <p:fltVal val="90"/>
                                          </p:val>
                                        </p:tav>
                                        <p:tav tm="100000">
                                          <p:val>
                                            <p:fltVal val="0"/>
                                          </p:val>
                                        </p:tav>
                                      </p:tavLst>
                                    </p:anim>
                                    <p:animEffect transition="in" filter="fade">
                                      <p:cBhvr>
                                        <p:cTn id="222" dur="1000"/>
                                        <p:tgtEl>
                                          <p:spTgt spid="54"/>
                                        </p:tgtEl>
                                      </p:cBhvr>
                                    </p:animEffect>
                                  </p:childTnLst>
                                </p:cTn>
                              </p:par>
                            </p:childTnLst>
                          </p:cTn>
                        </p:par>
                      </p:childTnLst>
                    </p:cTn>
                  </p:par>
                  <p:par>
                    <p:cTn id="223" fill="hold">
                      <p:stCondLst>
                        <p:cond delay="indefinite"/>
                      </p:stCondLst>
                      <p:childTnLst>
                        <p:par>
                          <p:cTn id="224" fill="hold">
                            <p:stCondLst>
                              <p:cond delay="0"/>
                            </p:stCondLst>
                            <p:childTnLst>
                              <p:par>
                                <p:cTn id="225" presetID="22" presetClass="entr" presetSubtype="8" fill="hold" grpId="0" nodeType="clickEffect">
                                  <p:stCondLst>
                                    <p:cond delay="0"/>
                                  </p:stCondLst>
                                  <p:childTnLst>
                                    <p:set>
                                      <p:cBhvr>
                                        <p:cTn id="226" dur="1" fill="hold">
                                          <p:stCondLst>
                                            <p:cond delay="0"/>
                                          </p:stCondLst>
                                        </p:cTn>
                                        <p:tgtEl>
                                          <p:spTgt spid="77"/>
                                        </p:tgtEl>
                                        <p:attrNameLst>
                                          <p:attrName>style.visibility</p:attrName>
                                        </p:attrNameLst>
                                      </p:cBhvr>
                                      <p:to>
                                        <p:strVal val="visible"/>
                                      </p:to>
                                    </p:set>
                                    <p:animEffect transition="in" filter="wipe(left)">
                                      <p:cBhvr>
                                        <p:cTn id="227" dur="750"/>
                                        <p:tgtEl>
                                          <p:spTgt spid="77"/>
                                        </p:tgtEl>
                                      </p:cBhvr>
                                    </p:animEffect>
                                  </p:childTnLst>
                                </p:cTn>
                              </p:par>
                            </p:childTnLst>
                          </p:cTn>
                        </p:par>
                        <p:par>
                          <p:cTn id="228" fill="hold">
                            <p:stCondLst>
                              <p:cond delay="750"/>
                            </p:stCondLst>
                            <p:childTnLst>
                              <p:par>
                                <p:cTn id="229" presetID="22" presetClass="entr" presetSubtype="8" fill="hold" grpId="0" nodeType="afterEffect">
                                  <p:stCondLst>
                                    <p:cond delay="0"/>
                                  </p:stCondLst>
                                  <p:childTnLst>
                                    <p:set>
                                      <p:cBhvr>
                                        <p:cTn id="230" dur="1" fill="hold">
                                          <p:stCondLst>
                                            <p:cond delay="0"/>
                                          </p:stCondLst>
                                        </p:cTn>
                                        <p:tgtEl>
                                          <p:spTgt spid="78"/>
                                        </p:tgtEl>
                                        <p:attrNameLst>
                                          <p:attrName>style.visibility</p:attrName>
                                        </p:attrNameLst>
                                      </p:cBhvr>
                                      <p:to>
                                        <p:strVal val="visible"/>
                                      </p:to>
                                    </p:set>
                                    <p:animEffect transition="in" filter="wipe(left)">
                                      <p:cBhvr>
                                        <p:cTn id="231" dur="500"/>
                                        <p:tgtEl>
                                          <p:spTgt spid="78"/>
                                        </p:tgtEl>
                                      </p:cBhvr>
                                    </p:animEffect>
                                  </p:childTnLst>
                                </p:cTn>
                              </p:par>
                            </p:childTnLst>
                          </p:cTn>
                        </p:par>
                        <p:par>
                          <p:cTn id="232" fill="hold">
                            <p:stCondLst>
                              <p:cond delay="1250"/>
                            </p:stCondLst>
                            <p:childTnLst>
                              <p:par>
                                <p:cTn id="233" presetID="31" presetClass="entr" presetSubtype="0" fill="hold" grpId="0" nodeType="afterEffect">
                                  <p:stCondLst>
                                    <p:cond delay="0"/>
                                  </p:stCondLst>
                                  <p:childTnLst>
                                    <p:set>
                                      <p:cBhvr>
                                        <p:cTn id="234" dur="1" fill="hold">
                                          <p:stCondLst>
                                            <p:cond delay="0"/>
                                          </p:stCondLst>
                                        </p:cTn>
                                        <p:tgtEl>
                                          <p:spTgt spid="71"/>
                                        </p:tgtEl>
                                        <p:attrNameLst>
                                          <p:attrName>style.visibility</p:attrName>
                                        </p:attrNameLst>
                                      </p:cBhvr>
                                      <p:to>
                                        <p:strVal val="visible"/>
                                      </p:to>
                                    </p:set>
                                    <p:anim calcmode="lin" valueType="num">
                                      <p:cBhvr>
                                        <p:cTn id="235" dur="1000" fill="hold"/>
                                        <p:tgtEl>
                                          <p:spTgt spid="71"/>
                                        </p:tgtEl>
                                        <p:attrNameLst>
                                          <p:attrName>ppt_w</p:attrName>
                                        </p:attrNameLst>
                                      </p:cBhvr>
                                      <p:tavLst>
                                        <p:tav tm="0">
                                          <p:val>
                                            <p:fltVal val="0"/>
                                          </p:val>
                                        </p:tav>
                                        <p:tav tm="100000">
                                          <p:val>
                                            <p:strVal val="#ppt_w"/>
                                          </p:val>
                                        </p:tav>
                                      </p:tavLst>
                                    </p:anim>
                                    <p:anim calcmode="lin" valueType="num">
                                      <p:cBhvr>
                                        <p:cTn id="236" dur="1000" fill="hold"/>
                                        <p:tgtEl>
                                          <p:spTgt spid="71"/>
                                        </p:tgtEl>
                                        <p:attrNameLst>
                                          <p:attrName>ppt_h</p:attrName>
                                        </p:attrNameLst>
                                      </p:cBhvr>
                                      <p:tavLst>
                                        <p:tav tm="0">
                                          <p:val>
                                            <p:fltVal val="0"/>
                                          </p:val>
                                        </p:tav>
                                        <p:tav tm="100000">
                                          <p:val>
                                            <p:strVal val="#ppt_h"/>
                                          </p:val>
                                        </p:tav>
                                      </p:tavLst>
                                    </p:anim>
                                    <p:anim calcmode="lin" valueType="num">
                                      <p:cBhvr>
                                        <p:cTn id="237" dur="1000" fill="hold"/>
                                        <p:tgtEl>
                                          <p:spTgt spid="71"/>
                                        </p:tgtEl>
                                        <p:attrNameLst>
                                          <p:attrName>style.rotation</p:attrName>
                                        </p:attrNameLst>
                                      </p:cBhvr>
                                      <p:tavLst>
                                        <p:tav tm="0">
                                          <p:val>
                                            <p:fltVal val="90"/>
                                          </p:val>
                                        </p:tav>
                                        <p:tav tm="100000">
                                          <p:val>
                                            <p:fltVal val="0"/>
                                          </p:val>
                                        </p:tav>
                                      </p:tavLst>
                                    </p:anim>
                                    <p:animEffect transition="in" filter="fade">
                                      <p:cBhvr>
                                        <p:cTn id="238" dur="1000"/>
                                        <p:tgtEl>
                                          <p:spTgt spid="71"/>
                                        </p:tgtEl>
                                      </p:cBhvr>
                                    </p:animEffect>
                                  </p:childTnLst>
                                </p:cTn>
                              </p:par>
                            </p:childTnLst>
                          </p:cTn>
                        </p:par>
                      </p:childTnLst>
                    </p:cTn>
                  </p:par>
                  <p:par>
                    <p:cTn id="239" fill="hold">
                      <p:stCondLst>
                        <p:cond delay="indefinite"/>
                      </p:stCondLst>
                      <p:childTnLst>
                        <p:par>
                          <p:cTn id="240" fill="hold">
                            <p:stCondLst>
                              <p:cond delay="0"/>
                            </p:stCondLst>
                            <p:childTnLst>
                              <p:par>
                                <p:cTn id="241" presetID="22" presetClass="entr" presetSubtype="1" fill="hold" grpId="0" nodeType="clickEffect">
                                  <p:stCondLst>
                                    <p:cond delay="0"/>
                                  </p:stCondLst>
                                  <p:childTnLst>
                                    <p:set>
                                      <p:cBhvr>
                                        <p:cTn id="242" dur="1" fill="hold">
                                          <p:stCondLst>
                                            <p:cond delay="0"/>
                                          </p:stCondLst>
                                        </p:cTn>
                                        <p:tgtEl>
                                          <p:spTgt spid="143"/>
                                        </p:tgtEl>
                                        <p:attrNameLst>
                                          <p:attrName>style.visibility</p:attrName>
                                        </p:attrNameLst>
                                      </p:cBhvr>
                                      <p:to>
                                        <p:strVal val="visible"/>
                                      </p:to>
                                    </p:set>
                                    <p:animEffect transition="in" filter="wipe(up)">
                                      <p:cBhvr>
                                        <p:cTn id="243" dur="500"/>
                                        <p:tgtEl>
                                          <p:spTgt spid="143"/>
                                        </p:tgtEl>
                                      </p:cBhvr>
                                    </p:animEffect>
                                  </p:childTnLst>
                                </p:cTn>
                              </p:par>
                            </p:childTnLst>
                          </p:cTn>
                        </p:par>
                        <p:par>
                          <p:cTn id="244" fill="hold">
                            <p:stCondLst>
                              <p:cond delay="500"/>
                            </p:stCondLst>
                            <p:childTnLst>
                              <p:par>
                                <p:cTn id="245" presetID="22" presetClass="entr" presetSubtype="8" fill="hold" grpId="0" nodeType="afterEffect">
                                  <p:stCondLst>
                                    <p:cond delay="0"/>
                                  </p:stCondLst>
                                  <p:childTnLst>
                                    <p:set>
                                      <p:cBhvr>
                                        <p:cTn id="246" dur="1" fill="hold">
                                          <p:stCondLst>
                                            <p:cond delay="0"/>
                                          </p:stCondLst>
                                        </p:cTn>
                                        <p:tgtEl>
                                          <p:spTgt spid="144"/>
                                        </p:tgtEl>
                                        <p:attrNameLst>
                                          <p:attrName>style.visibility</p:attrName>
                                        </p:attrNameLst>
                                      </p:cBhvr>
                                      <p:to>
                                        <p:strVal val="visible"/>
                                      </p:to>
                                    </p:set>
                                    <p:animEffect transition="in" filter="wipe(left)">
                                      <p:cBhvr>
                                        <p:cTn id="247" dur="1000"/>
                                        <p:tgtEl>
                                          <p:spTgt spid="144"/>
                                        </p:tgtEl>
                                      </p:cBhvr>
                                    </p:animEffect>
                                  </p:childTnLst>
                                </p:cTn>
                              </p:par>
                            </p:childTnLst>
                          </p:cTn>
                        </p:par>
                        <p:par>
                          <p:cTn id="248" fill="hold">
                            <p:stCondLst>
                              <p:cond delay="1500"/>
                            </p:stCondLst>
                            <p:childTnLst>
                              <p:par>
                                <p:cTn id="249" presetID="22" presetClass="entr" presetSubtype="4" fill="hold" grpId="0" nodeType="afterEffect">
                                  <p:stCondLst>
                                    <p:cond delay="0"/>
                                  </p:stCondLst>
                                  <p:childTnLst>
                                    <p:set>
                                      <p:cBhvr>
                                        <p:cTn id="250" dur="1" fill="hold">
                                          <p:stCondLst>
                                            <p:cond delay="0"/>
                                          </p:stCondLst>
                                        </p:cTn>
                                        <p:tgtEl>
                                          <p:spTgt spid="145"/>
                                        </p:tgtEl>
                                        <p:attrNameLst>
                                          <p:attrName>style.visibility</p:attrName>
                                        </p:attrNameLst>
                                      </p:cBhvr>
                                      <p:to>
                                        <p:strVal val="visible"/>
                                      </p:to>
                                    </p:set>
                                    <p:animEffect transition="in" filter="wipe(down)">
                                      <p:cBhvr>
                                        <p:cTn id="251" dur="500"/>
                                        <p:tgtEl>
                                          <p:spTgt spid="145"/>
                                        </p:tgtEl>
                                      </p:cBhvr>
                                    </p:animEffect>
                                  </p:childTnLst>
                                </p:cTn>
                              </p:par>
                            </p:childTnLst>
                          </p:cTn>
                        </p:par>
                        <p:par>
                          <p:cTn id="252" fill="hold">
                            <p:stCondLst>
                              <p:cond delay="2000"/>
                            </p:stCondLst>
                            <p:childTnLst>
                              <p:par>
                                <p:cTn id="253" presetID="22" presetClass="entr" presetSubtype="1" fill="hold" grpId="0" nodeType="afterEffect">
                                  <p:stCondLst>
                                    <p:cond delay="0"/>
                                  </p:stCondLst>
                                  <p:childTnLst>
                                    <p:set>
                                      <p:cBhvr>
                                        <p:cTn id="254" dur="1" fill="hold">
                                          <p:stCondLst>
                                            <p:cond delay="0"/>
                                          </p:stCondLst>
                                        </p:cTn>
                                        <p:tgtEl>
                                          <p:spTgt spid="73"/>
                                        </p:tgtEl>
                                        <p:attrNameLst>
                                          <p:attrName>style.visibility</p:attrName>
                                        </p:attrNameLst>
                                      </p:cBhvr>
                                      <p:to>
                                        <p:strVal val="visible"/>
                                      </p:to>
                                    </p:set>
                                    <p:animEffect transition="in" filter="wipe(up)">
                                      <p:cBhvr>
                                        <p:cTn id="255" dur="1000"/>
                                        <p:tgtEl>
                                          <p:spTgt spid="73"/>
                                        </p:tgtEl>
                                      </p:cBhvr>
                                    </p:animEffect>
                                  </p:childTnLst>
                                </p:cTn>
                              </p:par>
                            </p:childTnLst>
                          </p:cTn>
                        </p:par>
                        <p:par>
                          <p:cTn id="256" fill="hold">
                            <p:stCondLst>
                              <p:cond delay="3000"/>
                            </p:stCondLst>
                            <p:childTnLst>
                              <p:par>
                                <p:cTn id="257" presetID="31" presetClass="entr" presetSubtype="0" fill="hold" grpId="0" nodeType="afterEffect">
                                  <p:stCondLst>
                                    <p:cond delay="0"/>
                                  </p:stCondLst>
                                  <p:childTnLst>
                                    <p:set>
                                      <p:cBhvr>
                                        <p:cTn id="258" dur="1" fill="hold">
                                          <p:stCondLst>
                                            <p:cond delay="0"/>
                                          </p:stCondLst>
                                        </p:cTn>
                                        <p:tgtEl>
                                          <p:spTgt spid="70"/>
                                        </p:tgtEl>
                                        <p:attrNameLst>
                                          <p:attrName>style.visibility</p:attrName>
                                        </p:attrNameLst>
                                      </p:cBhvr>
                                      <p:to>
                                        <p:strVal val="visible"/>
                                      </p:to>
                                    </p:set>
                                    <p:anim calcmode="lin" valueType="num">
                                      <p:cBhvr>
                                        <p:cTn id="259" dur="1000" fill="hold"/>
                                        <p:tgtEl>
                                          <p:spTgt spid="70"/>
                                        </p:tgtEl>
                                        <p:attrNameLst>
                                          <p:attrName>ppt_w</p:attrName>
                                        </p:attrNameLst>
                                      </p:cBhvr>
                                      <p:tavLst>
                                        <p:tav tm="0">
                                          <p:val>
                                            <p:fltVal val="0"/>
                                          </p:val>
                                        </p:tav>
                                        <p:tav tm="100000">
                                          <p:val>
                                            <p:strVal val="#ppt_w"/>
                                          </p:val>
                                        </p:tav>
                                      </p:tavLst>
                                    </p:anim>
                                    <p:anim calcmode="lin" valueType="num">
                                      <p:cBhvr>
                                        <p:cTn id="260" dur="1000" fill="hold"/>
                                        <p:tgtEl>
                                          <p:spTgt spid="70"/>
                                        </p:tgtEl>
                                        <p:attrNameLst>
                                          <p:attrName>ppt_h</p:attrName>
                                        </p:attrNameLst>
                                      </p:cBhvr>
                                      <p:tavLst>
                                        <p:tav tm="0">
                                          <p:val>
                                            <p:fltVal val="0"/>
                                          </p:val>
                                        </p:tav>
                                        <p:tav tm="100000">
                                          <p:val>
                                            <p:strVal val="#ppt_h"/>
                                          </p:val>
                                        </p:tav>
                                      </p:tavLst>
                                    </p:anim>
                                    <p:anim calcmode="lin" valueType="num">
                                      <p:cBhvr>
                                        <p:cTn id="261" dur="1000" fill="hold"/>
                                        <p:tgtEl>
                                          <p:spTgt spid="70"/>
                                        </p:tgtEl>
                                        <p:attrNameLst>
                                          <p:attrName>style.rotation</p:attrName>
                                        </p:attrNameLst>
                                      </p:cBhvr>
                                      <p:tavLst>
                                        <p:tav tm="0">
                                          <p:val>
                                            <p:fltVal val="90"/>
                                          </p:val>
                                        </p:tav>
                                        <p:tav tm="100000">
                                          <p:val>
                                            <p:fltVal val="0"/>
                                          </p:val>
                                        </p:tav>
                                      </p:tavLst>
                                    </p:anim>
                                    <p:animEffect transition="in" filter="fade">
                                      <p:cBhvr>
                                        <p:cTn id="262" dur="1000"/>
                                        <p:tgtEl>
                                          <p:spTgt spid="70"/>
                                        </p:tgtEl>
                                      </p:cBhvr>
                                    </p:animEffect>
                                  </p:childTnLst>
                                </p:cTn>
                              </p:par>
                            </p:childTnLst>
                          </p:cTn>
                        </p:par>
                      </p:childTnLst>
                    </p:cTn>
                  </p:par>
                  <p:par>
                    <p:cTn id="263" fill="hold">
                      <p:stCondLst>
                        <p:cond delay="indefinite"/>
                      </p:stCondLst>
                      <p:childTnLst>
                        <p:par>
                          <p:cTn id="264" fill="hold">
                            <p:stCondLst>
                              <p:cond delay="0"/>
                            </p:stCondLst>
                            <p:childTnLst>
                              <p:par>
                                <p:cTn id="265" presetID="31" presetClass="entr" presetSubtype="0" fill="hold" grpId="0" nodeType="clickEffect">
                                  <p:stCondLst>
                                    <p:cond delay="0"/>
                                  </p:stCondLst>
                                  <p:childTnLst>
                                    <p:set>
                                      <p:cBhvr>
                                        <p:cTn id="266" dur="1" fill="hold">
                                          <p:stCondLst>
                                            <p:cond delay="0"/>
                                          </p:stCondLst>
                                        </p:cTn>
                                        <p:tgtEl>
                                          <p:spTgt spid="156"/>
                                        </p:tgtEl>
                                        <p:attrNameLst>
                                          <p:attrName>style.visibility</p:attrName>
                                        </p:attrNameLst>
                                      </p:cBhvr>
                                      <p:to>
                                        <p:strVal val="visible"/>
                                      </p:to>
                                    </p:set>
                                    <p:anim calcmode="lin" valueType="num">
                                      <p:cBhvr>
                                        <p:cTn id="267" dur="1000" fill="hold"/>
                                        <p:tgtEl>
                                          <p:spTgt spid="156"/>
                                        </p:tgtEl>
                                        <p:attrNameLst>
                                          <p:attrName>ppt_w</p:attrName>
                                        </p:attrNameLst>
                                      </p:cBhvr>
                                      <p:tavLst>
                                        <p:tav tm="0">
                                          <p:val>
                                            <p:fltVal val="0"/>
                                          </p:val>
                                        </p:tav>
                                        <p:tav tm="100000">
                                          <p:val>
                                            <p:strVal val="#ppt_w"/>
                                          </p:val>
                                        </p:tav>
                                      </p:tavLst>
                                    </p:anim>
                                    <p:anim calcmode="lin" valueType="num">
                                      <p:cBhvr>
                                        <p:cTn id="268" dur="1000" fill="hold"/>
                                        <p:tgtEl>
                                          <p:spTgt spid="156"/>
                                        </p:tgtEl>
                                        <p:attrNameLst>
                                          <p:attrName>ppt_h</p:attrName>
                                        </p:attrNameLst>
                                      </p:cBhvr>
                                      <p:tavLst>
                                        <p:tav tm="0">
                                          <p:val>
                                            <p:fltVal val="0"/>
                                          </p:val>
                                        </p:tav>
                                        <p:tav tm="100000">
                                          <p:val>
                                            <p:strVal val="#ppt_h"/>
                                          </p:val>
                                        </p:tav>
                                      </p:tavLst>
                                    </p:anim>
                                    <p:anim calcmode="lin" valueType="num">
                                      <p:cBhvr>
                                        <p:cTn id="269" dur="1000" fill="hold"/>
                                        <p:tgtEl>
                                          <p:spTgt spid="156"/>
                                        </p:tgtEl>
                                        <p:attrNameLst>
                                          <p:attrName>style.rotation</p:attrName>
                                        </p:attrNameLst>
                                      </p:cBhvr>
                                      <p:tavLst>
                                        <p:tav tm="0">
                                          <p:val>
                                            <p:fltVal val="90"/>
                                          </p:val>
                                        </p:tav>
                                        <p:tav tm="100000">
                                          <p:val>
                                            <p:fltVal val="0"/>
                                          </p:val>
                                        </p:tav>
                                      </p:tavLst>
                                    </p:anim>
                                    <p:animEffect transition="in" filter="fade">
                                      <p:cBhvr>
                                        <p:cTn id="270" dur="1000"/>
                                        <p:tgtEl>
                                          <p:spTgt spid="156"/>
                                        </p:tgtEl>
                                      </p:cBhvr>
                                    </p:animEffect>
                                  </p:childTnLst>
                                </p:cTn>
                              </p:par>
                            </p:childTnLst>
                          </p:cTn>
                        </p:par>
                      </p:childTnLst>
                    </p:cTn>
                  </p:par>
                  <p:par>
                    <p:cTn id="271" fill="hold">
                      <p:stCondLst>
                        <p:cond delay="indefinite"/>
                      </p:stCondLst>
                      <p:childTnLst>
                        <p:par>
                          <p:cTn id="272" fill="hold">
                            <p:stCondLst>
                              <p:cond delay="0"/>
                            </p:stCondLst>
                            <p:childTnLst>
                              <p:par>
                                <p:cTn id="273" presetID="22" presetClass="entr" presetSubtype="1" fill="hold" grpId="0" nodeType="clickEffect">
                                  <p:stCondLst>
                                    <p:cond delay="0"/>
                                  </p:stCondLst>
                                  <p:childTnLst>
                                    <p:set>
                                      <p:cBhvr>
                                        <p:cTn id="274" dur="1" fill="hold">
                                          <p:stCondLst>
                                            <p:cond delay="0"/>
                                          </p:stCondLst>
                                        </p:cTn>
                                        <p:tgtEl>
                                          <p:spTgt spid="146"/>
                                        </p:tgtEl>
                                        <p:attrNameLst>
                                          <p:attrName>style.visibility</p:attrName>
                                        </p:attrNameLst>
                                      </p:cBhvr>
                                      <p:to>
                                        <p:strVal val="visible"/>
                                      </p:to>
                                    </p:set>
                                    <p:animEffect transition="in" filter="wipe(up)">
                                      <p:cBhvr>
                                        <p:cTn id="275" dur="500"/>
                                        <p:tgtEl>
                                          <p:spTgt spid="146"/>
                                        </p:tgtEl>
                                      </p:cBhvr>
                                    </p:animEffect>
                                  </p:childTnLst>
                                </p:cTn>
                              </p:par>
                            </p:childTnLst>
                          </p:cTn>
                        </p:par>
                        <p:par>
                          <p:cTn id="276" fill="hold">
                            <p:stCondLst>
                              <p:cond delay="500"/>
                            </p:stCondLst>
                            <p:childTnLst>
                              <p:par>
                                <p:cTn id="277" presetID="22" presetClass="entr" presetSubtype="1" fill="hold" grpId="0" nodeType="afterEffect">
                                  <p:stCondLst>
                                    <p:cond delay="0"/>
                                  </p:stCondLst>
                                  <p:childTnLst>
                                    <p:set>
                                      <p:cBhvr>
                                        <p:cTn id="278" dur="1" fill="hold">
                                          <p:stCondLst>
                                            <p:cond delay="0"/>
                                          </p:stCondLst>
                                        </p:cTn>
                                        <p:tgtEl>
                                          <p:spTgt spid="147"/>
                                        </p:tgtEl>
                                        <p:attrNameLst>
                                          <p:attrName>style.visibility</p:attrName>
                                        </p:attrNameLst>
                                      </p:cBhvr>
                                      <p:to>
                                        <p:strVal val="visible"/>
                                      </p:to>
                                    </p:set>
                                    <p:animEffect transition="in" filter="wipe(up)">
                                      <p:cBhvr>
                                        <p:cTn id="279" dur="1000"/>
                                        <p:tgtEl>
                                          <p:spTgt spid="147"/>
                                        </p:tgtEl>
                                      </p:cBhvr>
                                    </p:animEffect>
                                  </p:childTnLst>
                                </p:cTn>
                              </p:par>
                            </p:childTnLst>
                          </p:cTn>
                        </p:par>
                        <p:par>
                          <p:cTn id="280" fill="hold">
                            <p:stCondLst>
                              <p:cond delay="1500"/>
                            </p:stCondLst>
                            <p:childTnLst>
                              <p:par>
                                <p:cTn id="281" presetID="22" presetClass="entr" presetSubtype="4" fill="hold" grpId="0" nodeType="afterEffect">
                                  <p:stCondLst>
                                    <p:cond delay="0"/>
                                  </p:stCondLst>
                                  <p:childTnLst>
                                    <p:set>
                                      <p:cBhvr>
                                        <p:cTn id="282" dur="1" fill="hold">
                                          <p:stCondLst>
                                            <p:cond delay="0"/>
                                          </p:stCondLst>
                                        </p:cTn>
                                        <p:tgtEl>
                                          <p:spTgt spid="148"/>
                                        </p:tgtEl>
                                        <p:attrNameLst>
                                          <p:attrName>style.visibility</p:attrName>
                                        </p:attrNameLst>
                                      </p:cBhvr>
                                      <p:to>
                                        <p:strVal val="visible"/>
                                      </p:to>
                                    </p:set>
                                    <p:animEffect transition="in" filter="wipe(down)">
                                      <p:cBhvr>
                                        <p:cTn id="283" dur="750"/>
                                        <p:tgtEl>
                                          <p:spTgt spid="148"/>
                                        </p:tgtEl>
                                      </p:cBhvr>
                                    </p:animEffect>
                                  </p:childTnLst>
                                </p:cTn>
                              </p:par>
                            </p:childTnLst>
                          </p:cTn>
                        </p:par>
                        <p:par>
                          <p:cTn id="284" fill="hold">
                            <p:stCondLst>
                              <p:cond delay="2250"/>
                            </p:stCondLst>
                            <p:childTnLst>
                              <p:par>
                                <p:cTn id="285" presetID="22" presetClass="entr" presetSubtype="1" fill="hold" grpId="0" nodeType="afterEffect">
                                  <p:stCondLst>
                                    <p:cond delay="0"/>
                                  </p:stCondLst>
                                  <p:childTnLst>
                                    <p:set>
                                      <p:cBhvr>
                                        <p:cTn id="286" dur="1" fill="hold">
                                          <p:stCondLst>
                                            <p:cond delay="0"/>
                                          </p:stCondLst>
                                        </p:cTn>
                                        <p:tgtEl>
                                          <p:spTgt spid="81"/>
                                        </p:tgtEl>
                                        <p:attrNameLst>
                                          <p:attrName>style.visibility</p:attrName>
                                        </p:attrNameLst>
                                      </p:cBhvr>
                                      <p:to>
                                        <p:strVal val="visible"/>
                                      </p:to>
                                    </p:set>
                                    <p:animEffect transition="in" filter="wipe(up)">
                                      <p:cBhvr>
                                        <p:cTn id="287" dur="1000"/>
                                        <p:tgtEl>
                                          <p:spTgt spid="81"/>
                                        </p:tgtEl>
                                      </p:cBhvr>
                                    </p:animEffect>
                                  </p:childTnLst>
                                </p:cTn>
                              </p:par>
                            </p:childTnLst>
                          </p:cTn>
                        </p:par>
                        <p:par>
                          <p:cTn id="288" fill="hold">
                            <p:stCondLst>
                              <p:cond delay="3250"/>
                            </p:stCondLst>
                            <p:childTnLst>
                              <p:par>
                                <p:cTn id="289" presetID="31" presetClass="entr" presetSubtype="0" fill="hold" grpId="0" nodeType="afterEffect">
                                  <p:stCondLst>
                                    <p:cond delay="0"/>
                                  </p:stCondLst>
                                  <p:childTnLst>
                                    <p:set>
                                      <p:cBhvr>
                                        <p:cTn id="290" dur="1" fill="hold">
                                          <p:stCondLst>
                                            <p:cond delay="0"/>
                                          </p:stCondLst>
                                        </p:cTn>
                                        <p:tgtEl>
                                          <p:spTgt spid="51"/>
                                        </p:tgtEl>
                                        <p:attrNameLst>
                                          <p:attrName>style.visibility</p:attrName>
                                        </p:attrNameLst>
                                      </p:cBhvr>
                                      <p:to>
                                        <p:strVal val="visible"/>
                                      </p:to>
                                    </p:set>
                                    <p:anim calcmode="lin" valueType="num">
                                      <p:cBhvr>
                                        <p:cTn id="291" dur="1000" fill="hold"/>
                                        <p:tgtEl>
                                          <p:spTgt spid="51"/>
                                        </p:tgtEl>
                                        <p:attrNameLst>
                                          <p:attrName>ppt_w</p:attrName>
                                        </p:attrNameLst>
                                      </p:cBhvr>
                                      <p:tavLst>
                                        <p:tav tm="0">
                                          <p:val>
                                            <p:fltVal val="0"/>
                                          </p:val>
                                        </p:tav>
                                        <p:tav tm="100000">
                                          <p:val>
                                            <p:strVal val="#ppt_w"/>
                                          </p:val>
                                        </p:tav>
                                      </p:tavLst>
                                    </p:anim>
                                    <p:anim calcmode="lin" valueType="num">
                                      <p:cBhvr>
                                        <p:cTn id="292" dur="1000" fill="hold"/>
                                        <p:tgtEl>
                                          <p:spTgt spid="51"/>
                                        </p:tgtEl>
                                        <p:attrNameLst>
                                          <p:attrName>ppt_h</p:attrName>
                                        </p:attrNameLst>
                                      </p:cBhvr>
                                      <p:tavLst>
                                        <p:tav tm="0">
                                          <p:val>
                                            <p:fltVal val="0"/>
                                          </p:val>
                                        </p:tav>
                                        <p:tav tm="100000">
                                          <p:val>
                                            <p:strVal val="#ppt_h"/>
                                          </p:val>
                                        </p:tav>
                                      </p:tavLst>
                                    </p:anim>
                                    <p:anim calcmode="lin" valueType="num">
                                      <p:cBhvr>
                                        <p:cTn id="293" dur="1000" fill="hold"/>
                                        <p:tgtEl>
                                          <p:spTgt spid="51"/>
                                        </p:tgtEl>
                                        <p:attrNameLst>
                                          <p:attrName>style.rotation</p:attrName>
                                        </p:attrNameLst>
                                      </p:cBhvr>
                                      <p:tavLst>
                                        <p:tav tm="0">
                                          <p:val>
                                            <p:fltVal val="90"/>
                                          </p:val>
                                        </p:tav>
                                        <p:tav tm="100000">
                                          <p:val>
                                            <p:fltVal val="0"/>
                                          </p:val>
                                        </p:tav>
                                      </p:tavLst>
                                    </p:anim>
                                    <p:animEffect transition="in" filter="fade">
                                      <p:cBhvr>
                                        <p:cTn id="294" dur="1000"/>
                                        <p:tgtEl>
                                          <p:spTgt spid="51"/>
                                        </p:tgtEl>
                                      </p:cBhvr>
                                    </p:animEffect>
                                  </p:childTnLst>
                                </p:cTn>
                              </p:par>
                            </p:childTnLst>
                          </p:cTn>
                        </p:par>
                      </p:childTnLst>
                    </p:cTn>
                  </p:par>
                  <p:par>
                    <p:cTn id="295" fill="hold">
                      <p:stCondLst>
                        <p:cond delay="indefinite"/>
                      </p:stCondLst>
                      <p:childTnLst>
                        <p:par>
                          <p:cTn id="296" fill="hold">
                            <p:stCondLst>
                              <p:cond delay="0"/>
                            </p:stCondLst>
                            <p:childTnLst>
                              <p:par>
                                <p:cTn id="297" presetID="22" presetClass="entr" presetSubtype="8" fill="hold" grpId="0" nodeType="clickEffect">
                                  <p:stCondLst>
                                    <p:cond delay="0"/>
                                  </p:stCondLst>
                                  <p:childTnLst>
                                    <p:set>
                                      <p:cBhvr>
                                        <p:cTn id="298" dur="1" fill="hold">
                                          <p:stCondLst>
                                            <p:cond delay="0"/>
                                          </p:stCondLst>
                                        </p:cTn>
                                        <p:tgtEl>
                                          <p:spTgt spid="137"/>
                                        </p:tgtEl>
                                        <p:attrNameLst>
                                          <p:attrName>style.visibility</p:attrName>
                                        </p:attrNameLst>
                                      </p:cBhvr>
                                      <p:to>
                                        <p:strVal val="visible"/>
                                      </p:to>
                                    </p:set>
                                    <p:animEffect transition="in" filter="wipe(left)">
                                      <p:cBhvr>
                                        <p:cTn id="299" dur="500"/>
                                        <p:tgtEl>
                                          <p:spTgt spid="137"/>
                                        </p:tgtEl>
                                      </p:cBhvr>
                                    </p:animEffect>
                                  </p:childTnLst>
                                </p:cTn>
                              </p:par>
                            </p:childTnLst>
                          </p:cTn>
                        </p:par>
                        <p:par>
                          <p:cTn id="300" fill="hold">
                            <p:stCondLst>
                              <p:cond delay="500"/>
                            </p:stCondLst>
                            <p:childTnLst>
                              <p:par>
                                <p:cTn id="301" presetID="22" presetClass="entr" presetSubtype="8" fill="hold" grpId="0" nodeType="afterEffect">
                                  <p:stCondLst>
                                    <p:cond delay="0"/>
                                  </p:stCondLst>
                                  <p:childTnLst>
                                    <p:set>
                                      <p:cBhvr>
                                        <p:cTn id="302" dur="1" fill="hold">
                                          <p:stCondLst>
                                            <p:cond delay="0"/>
                                          </p:stCondLst>
                                        </p:cTn>
                                        <p:tgtEl>
                                          <p:spTgt spid="136"/>
                                        </p:tgtEl>
                                        <p:attrNameLst>
                                          <p:attrName>style.visibility</p:attrName>
                                        </p:attrNameLst>
                                      </p:cBhvr>
                                      <p:to>
                                        <p:strVal val="visible"/>
                                      </p:to>
                                    </p:set>
                                    <p:animEffect transition="in" filter="wipe(left)">
                                      <p:cBhvr>
                                        <p:cTn id="303" dur="1000"/>
                                        <p:tgtEl>
                                          <p:spTgt spid="136"/>
                                        </p:tgtEl>
                                      </p:cBhvr>
                                    </p:animEffect>
                                  </p:childTnLst>
                                </p:cTn>
                              </p:par>
                            </p:childTnLst>
                          </p:cTn>
                        </p:par>
                        <p:par>
                          <p:cTn id="304" fill="hold">
                            <p:stCondLst>
                              <p:cond delay="1500"/>
                            </p:stCondLst>
                            <p:childTnLst>
                              <p:par>
                                <p:cTn id="305" presetID="31" presetClass="entr" presetSubtype="0" fill="hold" grpId="0" nodeType="afterEffect">
                                  <p:stCondLst>
                                    <p:cond delay="0"/>
                                  </p:stCondLst>
                                  <p:childTnLst>
                                    <p:set>
                                      <p:cBhvr>
                                        <p:cTn id="306" dur="1" fill="hold">
                                          <p:stCondLst>
                                            <p:cond delay="0"/>
                                          </p:stCondLst>
                                        </p:cTn>
                                        <p:tgtEl>
                                          <p:spTgt spid="52"/>
                                        </p:tgtEl>
                                        <p:attrNameLst>
                                          <p:attrName>style.visibility</p:attrName>
                                        </p:attrNameLst>
                                      </p:cBhvr>
                                      <p:to>
                                        <p:strVal val="visible"/>
                                      </p:to>
                                    </p:set>
                                    <p:anim calcmode="lin" valueType="num">
                                      <p:cBhvr>
                                        <p:cTn id="307" dur="1000" fill="hold"/>
                                        <p:tgtEl>
                                          <p:spTgt spid="52"/>
                                        </p:tgtEl>
                                        <p:attrNameLst>
                                          <p:attrName>ppt_w</p:attrName>
                                        </p:attrNameLst>
                                      </p:cBhvr>
                                      <p:tavLst>
                                        <p:tav tm="0">
                                          <p:val>
                                            <p:fltVal val="0"/>
                                          </p:val>
                                        </p:tav>
                                        <p:tav tm="100000">
                                          <p:val>
                                            <p:strVal val="#ppt_w"/>
                                          </p:val>
                                        </p:tav>
                                      </p:tavLst>
                                    </p:anim>
                                    <p:anim calcmode="lin" valueType="num">
                                      <p:cBhvr>
                                        <p:cTn id="308" dur="1000" fill="hold"/>
                                        <p:tgtEl>
                                          <p:spTgt spid="52"/>
                                        </p:tgtEl>
                                        <p:attrNameLst>
                                          <p:attrName>ppt_h</p:attrName>
                                        </p:attrNameLst>
                                      </p:cBhvr>
                                      <p:tavLst>
                                        <p:tav tm="0">
                                          <p:val>
                                            <p:fltVal val="0"/>
                                          </p:val>
                                        </p:tav>
                                        <p:tav tm="100000">
                                          <p:val>
                                            <p:strVal val="#ppt_h"/>
                                          </p:val>
                                        </p:tav>
                                      </p:tavLst>
                                    </p:anim>
                                    <p:anim calcmode="lin" valueType="num">
                                      <p:cBhvr>
                                        <p:cTn id="309" dur="1000" fill="hold"/>
                                        <p:tgtEl>
                                          <p:spTgt spid="52"/>
                                        </p:tgtEl>
                                        <p:attrNameLst>
                                          <p:attrName>style.rotation</p:attrName>
                                        </p:attrNameLst>
                                      </p:cBhvr>
                                      <p:tavLst>
                                        <p:tav tm="0">
                                          <p:val>
                                            <p:fltVal val="90"/>
                                          </p:val>
                                        </p:tav>
                                        <p:tav tm="100000">
                                          <p:val>
                                            <p:fltVal val="0"/>
                                          </p:val>
                                        </p:tav>
                                      </p:tavLst>
                                    </p:anim>
                                    <p:animEffect transition="in" filter="fade">
                                      <p:cBhvr>
                                        <p:cTn id="310" dur="1000"/>
                                        <p:tgtEl>
                                          <p:spTgt spid="52"/>
                                        </p:tgtEl>
                                      </p:cBhvr>
                                    </p:animEffect>
                                  </p:childTnLst>
                                </p:cTn>
                              </p:par>
                            </p:childTnLst>
                          </p:cTn>
                        </p:par>
                      </p:childTnLst>
                    </p:cTn>
                  </p:par>
                  <p:par>
                    <p:cTn id="311" fill="hold">
                      <p:stCondLst>
                        <p:cond delay="indefinite"/>
                      </p:stCondLst>
                      <p:childTnLst>
                        <p:par>
                          <p:cTn id="312" fill="hold">
                            <p:stCondLst>
                              <p:cond delay="0"/>
                            </p:stCondLst>
                            <p:childTnLst>
                              <p:par>
                                <p:cTn id="313" presetID="22" presetClass="entr" presetSubtype="1" fill="hold" grpId="0" nodeType="clickEffect">
                                  <p:stCondLst>
                                    <p:cond delay="0"/>
                                  </p:stCondLst>
                                  <p:childTnLst>
                                    <p:set>
                                      <p:cBhvr>
                                        <p:cTn id="314" dur="1" fill="hold">
                                          <p:stCondLst>
                                            <p:cond delay="0"/>
                                          </p:stCondLst>
                                        </p:cTn>
                                        <p:tgtEl>
                                          <p:spTgt spid="149"/>
                                        </p:tgtEl>
                                        <p:attrNameLst>
                                          <p:attrName>style.visibility</p:attrName>
                                        </p:attrNameLst>
                                      </p:cBhvr>
                                      <p:to>
                                        <p:strVal val="visible"/>
                                      </p:to>
                                    </p:set>
                                    <p:animEffect transition="in" filter="wipe(up)">
                                      <p:cBhvr>
                                        <p:cTn id="315" dur="500"/>
                                        <p:tgtEl>
                                          <p:spTgt spid="149"/>
                                        </p:tgtEl>
                                      </p:cBhvr>
                                    </p:animEffect>
                                  </p:childTnLst>
                                </p:cTn>
                              </p:par>
                            </p:childTnLst>
                          </p:cTn>
                        </p:par>
                        <p:par>
                          <p:cTn id="316" fill="hold">
                            <p:stCondLst>
                              <p:cond delay="500"/>
                            </p:stCondLst>
                            <p:childTnLst>
                              <p:par>
                                <p:cTn id="317" presetID="22" presetClass="entr" presetSubtype="8" fill="hold" grpId="0" nodeType="afterEffect">
                                  <p:stCondLst>
                                    <p:cond delay="0"/>
                                  </p:stCondLst>
                                  <p:childTnLst>
                                    <p:set>
                                      <p:cBhvr>
                                        <p:cTn id="318" dur="1" fill="hold">
                                          <p:stCondLst>
                                            <p:cond delay="0"/>
                                          </p:stCondLst>
                                        </p:cTn>
                                        <p:tgtEl>
                                          <p:spTgt spid="150"/>
                                        </p:tgtEl>
                                        <p:attrNameLst>
                                          <p:attrName>style.visibility</p:attrName>
                                        </p:attrNameLst>
                                      </p:cBhvr>
                                      <p:to>
                                        <p:strVal val="visible"/>
                                      </p:to>
                                    </p:set>
                                    <p:animEffect transition="in" filter="wipe(left)">
                                      <p:cBhvr>
                                        <p:cTn id="319" dur="1000"/>
                                        <p:tgtEl>
                                          <p:spTgt spid="150"/>
                                        </p:tgtEl>
                                      </p:cBhvr>
                                    </p:animEffect>
                                  </p:childTnLst>
                                </p:cTn>
                              </p:par>
                            </p:childTnLst>
                          </p:cTn>
                        </p:par>
                        <p:par>
                          <p:cTn id="320" fill="hold">
                            <p:stCondLst>
                              <p:cond delay="1500"/>
                            </p:stCondLst>
                            <p:childTnLst>
                              <p:par>
                                <p:cTn id="321" presetID="22" presetClass="entr" presetSubtype="4" fill="hold" grpId="0" nodeType="afterEffect">
                                  <p:stCondLst>
                                    <p:cond delay="0"/>
                                  </p:stCondLst>
                                  <p:childTnLst>
                                    <p:set>
                                      <p:cBhvr>
                                        <p:cTn id="322" dur="1" fill="hold">
                                          <p:stCondLst>
                                            <p:cond delay="0"/>
                                          </p:stCondLst>
                                        </p:cTn>
                                        <p:tgtEl>
                                          <p:spTgt spid="151"/>
                                        </p:tgtEl>
                                        <p:attrNameLst>
                                          <p:attrName>style.visibility</p:attrName>
                                        </p:attrNameLst>
                                      </p:cBhvr>
                                      <p:to>
                                        <p:strVal val="visible"/>
                                      </p:to>
                                    </p:set>
                                    <p:animEffect transition="in" filter="wipe(down)">
                                      <p:cBhvr>
                                        <p:cTn id="323" dur="500"/>
                                        <p:tgtEl>
                                          <p:spTgt spid="151"/>
                                        </p:tgtEl>
                                      </p:cBhvr>
                                    </p:animEffect>
                                  </p:childTnLst>
                                </p:cTn>
                              </p:par>
                            </p:childTnLst>
                          </p:cTn>
                        </p:par>
                        <p:par>
                          <p:cTn id="324" fill="hold">
                            <p:stCondLst>
                              <p:cond delay="2000"/>
                            </p:stCondLst>
                            <p:childTnLst>
                              <p:par>
                                <p:cTn id="325" presetID="31" presetClass="entr" presetSubtype="0" fill="hold" grpId="0" nodeType="afterEffect">
                                  <p:stCondLst>
                                    <p:cond delay="0"/>
                                  </p:stCondLst>
                                  <p:childTnLst>
                                    <p:set>
                                      <p:cBhvr>
                                        <p:cTn id="326" dur="1" fill="hold">
                                          <p:stCondLst>
                                            <p:cond delay="0"/>
                                          </p:stCondLst>
                                        </p:cTn>
                                        <p:tgtEl>
                                          <p:spTgt spid="72"/>
                                        </p:tgtEl>
                                        <p:attrNameLst>
                                          <p:attrName>style.visibility</p:attrName>
                                        </p:attrNameLst>
                                      </p:cBhvr>
                                      <p:to>
                                        <p:strVal val="visible"/>
                                      </p:to>
                                    </p:set>
                                    <p:anim calcmode="lin" valueType="num">
                                      <p:cBhvr>
                                        <p:cTn id="327" dur="1000" fill="hold"/>
                                        <p:tgtEl>
                                          <p:spTgt spid="72"/>
                                        </p:tgtEl>
                                        <p:attrNameLst>
                                          <p:attrName>ppt_w</p:attrName>
                                        </p:attrNameLst>
                                      </p:cBhvr>
                                      <p:tavLst>
                                        <p:tav tm="0">
                                          <p:val>
                                            <p:fltVal val="0"/>
                                          </p:val>
                                        </p:tav>
                                        <p:tav tm="100000">
                                          <p:val>
                                            <p:strVal val="#ppt_w"/>
                                          </p:val>
                                        </p:tav>
                                      </p:tavLst>
                                    </p:anim>
                                    <p:anim calcmode="lin" valueType="num">
                                      <p:cBhvr>
                                        <p:cTn id="328" dur="1000" fill="hold"/>
                                        <p:tgtEl>
                                          <p:spTgt spid="72"/>
                                        </p:tgtEl>
                                        <p:attrNameLst>
                                          <p:attrName>ppt_h</p:attrName>
                                        </p:attrNameLst>
                                      </p:cBhvr>
                                      <p:tavLst>
                                        <p:tav tm="0">
                                          <p:val>
                                            <p:fltVal val="0"/>
                                          </p:val>
                                        </p:tav>
                                        <p:tav tm="100000">
                                          <p:val>
                                            <p:strVal val="#ppt_h"/>
                                          </p:val>
                                        </p:tav>
                                      </p:tavLst>
                                    </p:anim>
                                    <p:anim calcmode="lin" valueType="num">
                                      <p:cBhvr>
                                        <p:cTn id="329" dur="1000" fill="hold"/>
                                        <p:tgtEl>
                                          <p:spTgt spid="72"/>
                                        </p:tgtEl>
                                        <p:attrNameLst>
                                          <p:attrName>style.rotation</p:attrName>
                                        </p:attrNameLst>
                                      </p:cBhvr>
                                      <p:tavLst>
                                        <p:tav tm="0">
                                          <p:val>
                                            <p:fltVal val="90"/>
                                          </p:val>
                                        </p:tav>
                                        <p:tav tm="100000">
                                          <p:val>
                                            <p:fltVal val="0"/>
                                          </p:val>
                                        </p:tav>
                                      </p:tavLst>
                                    </p:anim>
                                    <p:animEffect transition="in" filter="fade">
                                      <p:cBhvr>
                                        <p:cTn id="330" dur="1000"/>
                                        <p:tgtEl>
                                          <p:spTgt spid="72"/>
                                        </p:tgtEl>
                                      </p:cBhvr>
                                    </p:animEffect>
                                  </p:childTnLst>
                                </p:cTn>
                              </p:par>
                            </p:childTnLst>
                          </p:cTn>
                        </p:par>
                      </p:childTnLst>
                    </p:cTn>
                  </p:par>
                  <p:par>
                    <p:cTn id="331" fill="hold">
                      <p:stCondLst>
                        <p:cond delay="indefinite"/>
                      </p:stCondLst>
                      <p:childTnLst>
                        <p:par>
                          <p:cTn id="332" fill="hold">
                            <p:stCondLst>
                              <p:cond delay="0"/>
                            </p:stCondLst>
                            <p:childTnLst>
                              <p:par>
                                <p:cTn id="333" presetID="22" presetClass="entr" presetSubtype="8" fill="hold" grpId="0" nodeType="clickEffect">
                                  <p:stCondLst>
                                    <p:cond delay="0"/>
                                  </p:stCondLst>
                                  <p:childTnLst>
                                    <p:set>
                                      <p:cBhvr>
                                        <p:cTn id="334" dur="1" fill="hold">
                                          <p:stCondLst>
                                            <p:cond delay="0"/>
                                          </p:stCondLst>
                                        </p:cTn>
                                        <p:tgtEl>
                                          <p:spTgt spid="138"/>
                                        </p:tgtEl>
                                        <p:attrNameLst>
                                          <p:attrName>style.visibility</p:attrName>
                                        </p:attrNameLst>
                                      </p:cBhvr>
                                      <p:to>
                                        <p:strVal val="visible"/>
                                      </p:to>
                                    </p:set>
                                    <p:animEffect transition="in" filter="wipe(left)">
                                      <p:cBhvr>
                                        <p:cTn id="335" dur="500"/>
                                        <p:tgtEl>
                                          <p:spTgt spid="138"/>
                                        </p:tgtEl>
                                      </p:cBhvr>
                                    </p:animEffect>
                                  </p:childTnLst>
                                </p:cTn>
                              </p:par>
                            </p:childTnLst>
                          </p:cTn>
                        </p:par>
                        <p:par>
                          <p:cTn id="336" fill="hold">
                            <p:stCondLst>
                              <p:cond delay="500"/>
                            </p:stCondLst>
                            <p:childTnLst>
                              <p:par>
                                <p:cTn id="337" presetID="22" presetClass="entr" presetSubtype="8" fill="hold" grpId="0" nodeType="afterEffect">
                                  <p:stCondLst>
                                    <p:cond delay="0"/>
                                  </p:stCondLst>
                                  <p:childTnLst>
                                    <p:set>
                                      <p:cBhvr>
                                        <p:cTn id="338" dur="1" fill="hold">
                                          <p:stCondLst>
                                            <p:cond delay="0"/>
                                          </p:stCondLst>
                                        </p:cTn>
                                        <p:tgtEl>
                                          <p:spTgt spid="139"/>
                                        </p:tgtEl>
                                        <p:attrNameLst>
                                          <p:attrName>style.visibility</p:attrName>
                                        </p:attrNameLst>
                                      </p:cBhvr>
                                      <p:to>
                                        <p:strVal val="visible"/>
                                      </p:to>
                                    </p:set>
                                    <p:animEffect transition="in" filter="wipe(left)">
                                      <p:cBhvr>
                                        <p:cTn id="339" dur="500"/>
                                        <p:tgtEl>
                                          <p:spTgt spid="139"/>
                                        </p:tgtEl>
                                      </p:cBhvr>
                                    </p:animEffect>
                                  </p:childTnLst>
                                </p:cTn>
                              </p:par>
                            </p:childTnLst>
                          </p:cTn>
                        </p:par>
                        <p:par>
                          <p:cTn id="340" fill="hold">
                            <p:stCondLst>
                              <p:cond delay="1000"/>
                            </p:stCondLst>
                            <p:childTnLst>
                              <p:par>
                                <p:cTn id="341" presetID="22" presetClass="entr" presetSubtype="8" fill="hold" grpId="0" nodeType="afterEffect">
                                  <p:stCondLst>
                                    <p:cond delay="0"/>
                                  </p:stCondLst>
                                  <p:childTnLst>
                                    <p:set>
                                      <p:cBhvr>
                                        <p:cTn id="342" dur="1" fill="hold">
                                          <p:stCondLst>
                                            <p:cond delay="0"/>
                                          </p:stCondLst>
                                        </p:cTn>
                                        <p:tgtEl>
                                          <p:spTgt spid="140"/>
                                        </p:tgtEl>
                                        <p:attrNameLst>
                                          <p:attrName>style.visibility</p:attrName>
                                        </p:attrNameLst>
                                      </p:cBhvr>
                                      <p:to>
                                        <p:strVal val="visible"/>
                                      </p:to>
                                    </p:set>
                                    <p:animEffect transition="in" filter="wipe(left)">
                                      <p:cBhvr>
                                        <p:cTn id="343" dur="500"/>
                                        <p:tgtEl>
                                          <p:spTgt spid="140"/>
                                        </p:tgtEl>
                                      </p:cBhvr>
                                    </p:animEffect>
                                  </p:childTnLst>
                                </p:cTn>
                              </p:par>
                            </p:childTnLst>
                          </p:cTn>
                        </p:par>
                        <p:par>
                          <p:cTn id="344" fill="hold">
                            <p:stCondLst>
                              <p:cond delay="1500"/>
                            </p:stCondLst>
                            <p:childTnLst>
                              <p:par>
                                <p:cTn id="345" presetID="31" presetClass="entr" presetSubtype="0" fill="hold" grpId="0" nodeType="afterEffect">
                                  <p:stCondLst>
                                    <p:cond delay="0"/>
                                  </p:stCondLst>
                                  <p:childTnLst>
                                    <p:set>
                                      <p:cBhvr>
                                        <p:cTn id="346" dur="1" fill="hold">
                                          <p:stCondLst>
                                            <p:cond delay="0"/>
                                          </p:stCondLst>
                                        </p:cTn>
                                        <p:tgtEl>
                                          <p:spTgt spid="49"/>
                                        </p:tgtEl>
                                        <p:attrNameLst>
                                          <p:attrName>style.visibility</p:attrName>
                                        </p:attrNameLst>
                                      </p:cBhvr>
                                      <p:to>
                                        <p:strVal val="visible"/>
                                      </p:to>
                                    </p:set>
                                    <p:anim calcmode="lin" valueType="num">
                                      <p:cBhvr>
                                        <p:cTn id="347" dur="1000" fill="hold"/>
                                        <p:tgtEl>
                                          <p:spTgt spid="49"/>
                                        </p:tgtEl>
                                        <p:attrNameLst>
                                          <p:attrName>ppt_w</p:attrName>
                                        </p:attrNameLst>
                                      </p:cBhvr>
                                      <p:tavLst>
                                        <p:tav tm="0">
                                          <p:val>
                                            <p:fltVal val="0"/>
                                          </p:val>
                                        </p:tav>
                                        <p:tav tm="100000">
                                          <p:val>
                                            <p:strVal val="#ppt_w"/>
                                          </p:val>
                                        </p:tav>
                                      </p:tavLst>
                                    </p:anim>
                                    <p:anim calcmode="lin" valueType="num">
                                      <p:cBhvr>
                                        <p:cTn id="348" dur="1000" fill="hold"/>
                                        <p:tgtEl>
                                          <p:spTgt spid="49"/>
                                        </p:tgtEl>
                                        <p:attrNameLst>
                                          <p:attrName>ppt_h</p:attrName>
                                        </p:attrNameLst>
                                      </p:cBhvr>
                                      <p:tavLst>
                                        <p:tav tm="0">
                                          <p:val>
                                            <p:fltVal val="0"/>
                                          </p:val>
                                        </p:tav>
                                        <p:tav tm="100000">
                                          <p:val>
                                            <p:strVal val="#ppt_h"/>
                                          </p:val>
                                        </p:tav>
                                      </p:tavLst>
                                    </p:anim>
                                    <p:anim calcmode="lin" valueType="num">
                                      <p:cBhvr>
                                        <p:cTn id="349" dur="1000" fill="hold"/>
                                        <p:tgtEl>
                                          <p:spTgt spid="49"/>
                                        </p:tgtEl>
                                        <p:attrNameLst>
                                          <p:attrName>style.rotation</p:attrName>
                                        </p:attrNameLst>
                                      </p:cBhvr>
                                      <p:tavLst>
                                        <p:tav tm="0">
                                          <p:val>
                                            <p:fltVal val="90"/>
                                          </p:val>
                                        </p:tav>
                                        <p:tav tm="100000">
                                          <p:val>
                                            <p:fltVal val="0"/>
                                          </p:val>
                                        </p:tav>
                                      </p:tavLst>
                                    </p:anim>
                                    <p:animEffect transition="in" filter="fade">
                                      <p:cBhvr>
                                        <p:cTn id="350" dur="1000"/>
                                        <p:tgtEl>
                                          <p:spTgt spid="49"/>
                                        </p:tgtEl>
                                      </p:cBhvr>
                                    </p:animEffect>
                                  </p:childTnLst>
                                </p:cTn>
                              </p:par>
                            </p:childTnLst>
                          </p:cTn>
                        </p:par>
                      </p:childTnLst>
                    </p:cTn>
                  </p:par>
                  <p:par>
                    <p:cTn id="351" fill="hold">
                      <p:stCondLst>
                        <p:cond delay="indefinite"/>
                      </p:stCondLst>
                      <p:childTnLst>
                        <p:par>
                          <p:cTn id="352" fill="hold">
                            <p:stCondLst>
                              <p:cond delay="0"/>
                            </p:stCondLst>
                            <p:childTnLst>
                              <p:par>
                                <p:cTn id="353" presetID="22" presetClass="entr" presetSubtype="1" fill="hold" grpId="0" nodeType="clickEffect">
                                  <p:stCondLst>
                                    <p:cond delay="0"/>
                                  </p:stCondLst>
                                  <p:childTnLst>
                                    <p:set>
                                      <p:cBhvr>
                                        <p:cTn id="354" dur="1" fill="hold">
                                          <p:stCondLst>
                                            <p:cond delay="0"/>
                                          </p:stCondLst>
                                        </p:cTn>
                                        <p:tgtEl>
                                          <p:spTgt spid="158"/>
                                        </p:tgtEl>
                                        <p:attrNameLst>
                                          <p:attrName>style.visibility</p:attrName>
                                        </p:attrNameLst>
                                      </p:cBhvr>
                                      <p:to>
                                        <p:strVal val="visible"/>
                                      </p:to>
                                    </p:set>
                                    <p:animEffect transition="in" filter="wipe(up)">
                                      <p:cBhvr>
                                        <p:cTn id="355" dur="500"/>
                                        <p:tgtEl>
                                          <p:spTgt spid="158"/>
                                        </p:tgtEl>
                                      </p:cBhvr>
                                    </p:animEffect>
                                  </p:childTnLst>
                                </p:cTn>
                              </p:par>
                            </p:childTnLst>
                          </p:cTn>
                        </p:par>
                      </p:childTnLst>
                    </p:cTn>
                  </p:par>
                  <p:par>
                    <p:cTn id="356" fill="hold">
                      <p:stCondLst>
                        <p:cond delay="indefinite"/>
                      </p:stCondLst>
                      <p:childTnLst>
                        <p:par>
                          <p:cTn id="357" fill="hold">
                            <p:stCondLst>
                              <p:cond delay="0"/>
                            </p:stCondLst>
                            <p:childTnLst>
                              <p:par>
                                <p:cTn id="358" presetID="22" presetClass="entr" presetSubtype="1" fill="hold" grpId="0" nodeType="clickEffect">
                                  <p:stCondLst>
                                    <p:cond delay="0"/>
                                  </p:stCondLst>
                                  <p:childTnLst>
                                    <p:set>
                                      <p:cBhvr>
                                        <p:cTn id="359" dur="1" fill="hold">
                                          <p:stCondLst>
                                            <p:cond delay="0"/>
                                          </p:stCondLst>
                                        </p:cTn>
                                        <p:tgtEl>
                                          <p:spTgt spid="204">
                                            <p:txEl>
                                              <p:pRg st="0" end="0"/>
                                            </p:txEl>
                                          </p:spTgt>
                                        </p:tgtEl>
                                        <p:attrNameLst>
                                          <p:attrName>style.visibility</p:attrName>
                                        </p:attrNameLst>
                                      </p:cBhvr>
                                      <p:to>
                                        <p:strVal val="visible"/>
                                      </p:to>
                                    </p:set>
                                    <p:animEffect transition="in" filter="wipe(up)">
                                      <p:cBhvr>
                                        <p:cTn id="360" dur="500"/>
                                        <p:tgtEl>
                                          <p:spTgt spid="204">
                                            <p:txEl>
                                              <p:pRg st="0" end="0"/>
                                            </p:txEl>
                                          </p:spTgt>
                                        </p:tgtEl>
                                      </p:cBhvr>
                                    </p:animEffect>
                                  </p:childTnLst>
                                </p:cTn>
                              </p:par>
                            </p:childTnLst>
                          </p:cTn>
                        </p:par>
                      </p:childTnLst>
                    </p:cTn>
                  </p:par>
                  <p:par>
                    <p:cTn id="361" fill="hold">
                      <p:stCondLst>
                        <p:cond delay="indefinite"/>
                      </p:stCondLst>
                      <p:childTnLst>
                        <p:par>
                          <p:cTn id="362" fill="hold">
                            <p:stCondLst>
                              <p:cond delay="0"/>
                            </p:stCondLst>
                            <p:childTnLst>
                              <p:par>
                                <p:cTn id="363" presetID="22" presetClass="entr" presetSubtype="1" fill="hold" grpId="0" nodeType="clickEffect">
                                  <p:stCondLst>
                                    <p:cond delay="0"/>
                                  </p:stCondLst>
                                  <p:childTnLst>
                                    <p:set>
                                      <p:cBhvr>
                                        <p:cTn id="364" dur="1" fill="hold">
                                          <p:stCondLst>
                                            <p:cond delay="0"/>
                                          </p:stCondLst>
                                        </p:cTn>
                                        <p:tgtEl>
                                          <p:spTgt spid="204">
                                            <p:txEl>
                                              <p:pRg st="1" end="1"/>
                                            </p:txEl>
                                          </p:spTgt>
                                        </p:tgtEl>
                                        <p:attrNameLst>
                                          <p:attrName>style.visibility</p:attrName>
                                        </p:attrNameLst>
                                      </p:cBhvr>
                                      <p:to>
                                        <p:strVal val="visible"/>
                                      </p:to>
                                    </p:set>
                                    <p:animEffect transition="in" filter="wipe(up)">
                                      <p:cBhvr>
                                        <p:cTn id="365" dur="500"/>
                                        <p:tgtEl>
                                          <p:spTgt spid="204">
                                            <p:txEl>
                                              <p:pRg st="1" end="1"/>
                                            </p:txEl>
                                          </p:spTgt>
                                        </p:tgtEl>
                                      </p:cBhvr>
                                    </p:animEffect>
                                  </p:childTnLst>
                                </p:cTn>
                              </p:par>
                            </p:childTnLst>
                          </p:cTn>
                        </p:par>
                      </p:childTnLst>
                    </p:cTn>
                  </p:par>
                  <p:par>
                    <p:cTn id="366" fill="hold">
                      <p:stCondLst>
                        <p:cond delay="indefinite"/>
                      </p:stCondLst>
                      <p:childTnLst>
                        <p:par>
                          <p:cTn id="367" fill="hold">
                            <p:stCondLst>
                              <p:cond delay="0"/>
                            </p:stCondLst>
                            <p:childTnLst>
                              <p:par>
                                <p:cTn id="368" presetID="22" presetClass="entr" presetSubtype="1" fill="hold" grpId="0" nodeType="clickEffect">
                                  <p:stCondLst>
                                    <p:cond delay="0"/>
                                  </p:stCondLst>
                                  <p:childTnLst>
                                    <p:set>
                                      <p:cBhvr>
                                        <p:cTn id="369" dur="1" fill="hold">
                                          <p:stCondLst>
                                            <p:cond delay="0"/>
                                          </p:stCondLst>
                                        </p:cTn>
                                        <p:tgtEl>
                                          <p:spTgt spid="204">
                                            <p:txEl>
                                              <p:pRg st="2" end="2"/>
                                            </p:txEl>
                                          </p:spTgt>
                                        </p:tgtEl>
                                        <p:attrNameLst>
                                          <p:attrName>style.visibility</p:attrName>
                                        </p:attrNameLst>
                                      </p:cBhvr>
                                      <p:to>
                                        <p:strVal val="visible"/>
                                      </p:to>
                                    </p:set>
                                    <p:animEffect transition="in" filter="wipe(up)">
                                      <p:cBhvr>
                                        <p:cTn id="370" dur="500"/>
                                        <p:tgtEl>
                                          <p:spTgt spid="20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0" grpId="0" animBg="1"/>
      <p:bldP spid="11" grpId="0" animBg="1"/>
      <p:bldP spid="73" grpId="0" animBg="1"/>
      <p:bldP spid="76" grpId="0" animBg="1"/>
      <p:bldP spid="49" grpId="0"/>
      <p:bldP spid="51" grpId="0"/>
      <p:bldP spid="54" grpId="0"/>
      <p:bldP spid="70" grpId="0"/>
      <p:bldP spid="71" grpId="0"/>
      <p:bldP spid="52" grpId="0"/>
      <p:bldP spid="72" grpId="0"/>
      <p:bldP spid="78" grpId="0" animBg="1"/>
      <p:bldP spid="77" grpId="0" animBg="1"/>
      <p:bldP spid="136" grpId="0" animBg="1"/>
      <p:bldP spid="137" grpId="0" animBg="1"/>
      <p:bldP spid="138" grpId="0" animBg="1"/>
      <p:bldP spid="139" grpId="0" animBg="1"/>
      <p:bldP spid="140" grpId="0" animBg="1"/>
      <p:bldP spid="8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74" grpId="0" animBg="1"/>
      <p:bldP spid="175" grpId="0" animBg="1"/>
      <p:bldP spid="204" grpId="0" build="p"/>
      <p:bldP spid="156" grpId="0"/>
      <p:bldP spid="81" grpId="0" animBg="1"/>
      <p:bldP spid="15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弧形 212">
            <a:extLst>
              <a:ext uri="{FF2B5EF4-FFF2-40B4-BE49-F238E27FC236}">
                <a16:creationId xmlns:a16="http://schemas.microsoft.com/office/drawing/2014/main" id="{DE9B5220-8CED-4FF6-8CA3-64BD673DB5BC}"/>
              </a:ext>
            </a:extLst>
          </p:cNvPr>
          <p:cNvSpPr/>
          <p:nvPr/>
        </p:nvSpPr>
        <p:spPr>
          <a:xfrm rot="13449926">
            <a:off x="599729" y="946049"/>
            <a:ext cx="1577183" cy="1479349"/>
          </a:xfrm>
          <a:prstGeom prst="arc">
            <a:avLst>
              <a:gd name="adj1" fmla="val 16875241"/>
              <a:gd name="adj2" fmla="val 0"/>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2" name="弧形 211">
            <a:extLst>
              <a:ext uri="{FF2B5EF4-FFF2-40B4-BE49-F238E27FC236}">
                <a16:creationId xmlns:a16="http://schemas.microsoft.com/office/drawing/2014/main" id="{CB08DF81-1905-4715-BB9D-F1336EC892CD}"/>
              </a:ext>
            </a:extLst>
          </p:cNvPr>
          <p:cNvSpPr/>
          <p:nvPr/>
        </p:nvSpPr>
        <p:spPr>
          <a:xfrm rot="7818355">
            <a:off x="713575" y="736253"/>
            <a:ext cx="1778108" cy="1781047"/>
          </a:xfrm>
          <a:prstGeom prst="arc">
            <a:avLst>
              <a:gd name="adj1" fmla="val 16875241"/>
              <a:gd name="adj2" fmla="val 0"/>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97" name="组合 96">
            <a:extLst>
              <a:ext uri="{FF2B5EF4-FFF2-40B4-BE49-F238E27FC236}">
                <a16:creationId xmlns:a16="http://schemas.microsoft.com/office/drawing/2014/main" id="{7694E173-2C84-4E67-9E6F-40781CC059EF}"/>
              </a:ext>
            </a:extLst>
          </p:cNvPr>
          <p:cNvGrpSpPr/>
          <p:nvPr/>
        </p:nvGrpSpPr>
        <p:grpSpPr>
          <a:xfrm>
            <a:off x="5490231" y="2003911"/>
            <a:ext cx="1186717" cy="307208"/>
            <a:chOff x="3090225" y="3949733"/>
            <a:chExt cx="1186717" cy="307208"/>
          </a:xfrm>
          <a:solidFill>
            <a:schemeClr val="accent6">
              <a:lumMod val="20000"/>
              <a:lumOff val="80000"/>
            </a:schemeClr>
          </a:solidFill>
        </p:grpSpPr>
        <p:sp>
          <p:nvSpPr>
            <p:cNvPr id="98" name="Text Box 3">
              <a:extLst>
                <a:ext uri="{FF2B5EF4-FFF2-40B4-BE49-F238E27FC236}">
                  <a16:creationId xmlns:a16="http://schemas.microsoft.com/office/drawing/2014/main" id="{D166F52E-AD09-445A-AEF5-142DACF04D06}"/>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99" name="Text Box 3">
              <a:extLst>
                <a:ext uri="{FF2B5EF4-FFF2-40B4-BE49-F238E27FC236}">
                  <a16:creationId xmlns:a16="http://schemas.microsoft.com/office/drawing/2014/main" id="{E553803D-5F9A-4C1D-8488-6F00701C1AD6}"/>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00" name="Text Box 3">
              <a:extLst>
                <a:ext uri="{FF2B5EF4-FFF2-40B4-BE49-F238E27FC236}">
                  <a16:creationId xmlns:a16="http://schemas.microsoft.com/office/drawing/2014/main" id="{299F1AC2-CDEB-496B-B1CF-EB033D9B173D}"/>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01" name="Text Box 3">
              <a:extLst>
                <a:ext uri="{FF2B5EF4-FFF2-40B4-BE49-F238E27FC236}">
                  <a16:creationId xmlns:a16="http://schemas.microsoft.com/office/drawing/2014/main" id="{1C61F64E-6BD1-498E-BE11-BDF4E672FDF8}"/>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218" name="组合 217">
            <a:extLst>
              <a:ext uri="{FF2B5EF4-FFF2-40B4-BE49-F238E27FC236}">
                <a16:creationId xmlns:a16="http://schemas.microsoft.com/office/drawing/2014/main" id="{B80839CA-EF06-4BA6-9ADA-E73C2E6AFA20}"/>
              </a:ext>
            </a:extLst>
          </p:cNvPr>
          <p:cNvGrpSpPr/>
          <p:nvPr/>
        </p:nvGrpSpPr>
        <p:grpSpPr>
          <a:xfrm>
            <a:off x="3948531" y="470943"/>
            <a:ext cx="1193502" cy="1876739"/>
            <a:chOff x="4432940" y="440386"/>
            <a:chExt cx="1193502" cy="1876739"/>
          </a:xfrm>
        </p:grpSpPr>
        <p:sp>
          <p:nvSpPr>
            <p:cNvPr id="96" name="文本框 95">
              <a:extLst>
                <a:ext uri="{FF2B5EF4-FFF2-40B4-BE49-F238E27FC236}">
                  <a16:creationId xmlns:a16="http://schemas.microsoft.com/office/drawing/2014/main" id="{D05B0636-590D-4438-B725-0B6FBEB32759}"/>
                </a:ext>
              </a:extLst>
            </p:cNvPr>
            <p:cNvSpPr txBox="1"/>
            <p:nvPr/>
          </p:nvSpPr>
          <p:spPr>
            <a:xfrm>
              <a:off x="4432940" y="508938"/>
              <a:ext cx="269110" cy="1808187"/>
            </a:xfrm>
            <a:prstGeom prst="rect">
              <a:avLst/>
            </a:prstGeom>
            <a:noFill/>
          </p:spPr>
          <p:txBody>
            <a:bodyPr wrap="square" lIns="0" tIns="0" rIns="0" bIns="0" rtlCol="0">
              <a:spAutoFit/>
            </a:bodyPr>
            <a:lstStyle/>
            <a:p>
              <a:pPr algn="ctr">
                <a:lnSpc>
                  <a:spcPts val="2000"/>
                </a:lnSpc>
              </a:pPr>
              <a:r>
                <a:rPr lang="en-US" altLang="zh-CN" sz="2000" b="1" dirty="0">
                  <a:solidFill>
                    <a:srgbClr val="00B0F0"/>
                  </a:solidFill>
                  <a:latin typeface="Courier New" panose="02070309020205020404" pitchFamily="49" charset="0"/>
                  <a:cs typeface="Courier New" panose="02070309020205020404" pitchFamily="49" charset="0"/>
                </a:rPr>
                <a:t>0</a:t>
              </a:r>
            </a:p>
            <a:p>
              <a:pPr algn="ctr">
                <a:lnSpc>
                  <a:spcPts val="2000"/>
                </a:lnSpc>
              </a:pPr>
              <a:endParaRPr lang="en-US" altLang="zh-CN" sz="2000" b="1" dirty="0">
                <a:solidFill>
                  <a:srgbClr val="00B0F0"/>
                </a:solidFill>
                <a:latin typeface="Courier New" panose="02070309020205020404" pitchFamily="49" charset="0"/>
                <a:cs typeface="Courier New" panose="02070309020205020404" pitchFamily="49" charset="0"/>
              </a:endParaRPr>
            </a:p>
            <a:p>
              <a:pPr algn="ctr">
                <a:lnSpc>
                  <a:spcPts val="2000"/>
                </a:lnSpc>
              </a:pPr>
              <a:r>
                <a:rPr lang="en-US" altLang="zh-CN" sz="2000" b="1" dirty="0">
                  <a:solidFill>
                    <a:srgbClr val="00B0F0"/>
                  </a:solidFill>
                  <a:latin typeface="Courier New" panose="02070309020205020404" pitchFamily="49" charset="0"/>
                  <a:cs typeface="Courier New" panose="02070309020205020404" pitchFamily="49" charset="0"/>
                </a:rPr>
                <a:t>1</a:t>
              </a:r>
            </a:p>
            <a:p>
              <a:pPr algn="ctr">
                <a:lnSpc>
                  <a:spcPts val="2000"/>
                </a:lnSpc>
              </a:pPr>
              <a:endParaRPr lang="en-US" altLang="zh-CN" sz="2000" b="1" dirty="0">
                <a:solidFill>
                  <a:srgbClr val="00B0F0"/>
                </a:solidFill>
                <a:latin typeface="Courier New" panose="02070309020205020404" pitchFamily="49" charset="0"/>
                <a:cs typeface="Courier New" panose="02070309020205020404" pitchFamily="49" charset="0"/>
              </a:endParaRPr>
            </a:p>
            <a:p>
              <a:pPr algn="ctr">
                <a:lnSpc>
                  <a:spcPts val="2000"/>
                </a:lnSpc>
              </a:pPr>
              <a:r>
                <a:rPr lang="en-US" altLang="zh-CN" sz="2000" b="1" dirty="0">
                  <a:solidFill>
                    <a:srgbClr val="00B0F0"/>
                  </a:solidFill>
                  <a:latin typeface="Courier New" panose="02070309020205020404" pitchFamily="49" charset="0"/>
                  <a:cs typeface="Courier New" panose="02070309020205020404" pitchFamily="49" charset="0"/>
                </a:rPr>
                <a:t>2</a:t>
              </a:r>
            </a:p>
            <a:p>
              <a:pPr algn="ctr">
                <a:lnSpc>
                  <a:spcPts val="2000"/>
                </a:lnSpc>
              </a:pPr>
              <a:endParaRPr lang="en-US" altLang="zh-CN" sz="2000" b="1" dirty="0">
                <a:solidFill>
                  <a:srgbClr val="00B0F0"/>
                </a:solidFill>
                <a:latin typeface="Courier New" panose="02070309020205020404" pitchFamily="49" charset="0"/>
                <a:cs typeface="Courier New" panose="02070309020205020404" pitchFamily="49" charset="0"/>
              </a:endParaRPr>
            </a:p>
            <a:p>
              <a:pPr algn="ctr">
                <a:lnSpc>
                  <a:spcPts val="2000"/>
                </a:lnSpc>
              </a:pPr>
              <a:r>
                <a:rPr lang="en-US" altLang="zh-CN" sz="2000" b="1" dirty="0">
                  <a:solidFill>
                    <a:srgbClr val="00B0F0"/>
                  </a:solidFill>
                  <a:latin typeface="Courier New" panose="02070309020205020404" pitchFamily="49" charset="0"/>
                  <a:cs typeface="Courier New" panose="02070309020205020404" pitchFamily="49" charset="0"/>
                </a:rPr>
                <a:t>3</a:t>
              </a:r>
            </a:p>
          </p:txBody>
        </p:sp>
        <p:grpSp>
          <p:nvGrpSpPr>
            <p:cNvPr id="102" name="组合 101">
              <a:extLst>
                <a:ext uri="{FF2B5EF4-FFF2-40B4-BE49-F238E27FC236}">
                  <a16:creationId xmlns:a16="http://schemas.microsoft.com/office/drawing/2014/main" id="{7F037BE3-7FE1-4CF9-83CE-870B53B2BF5F}"/>
                </a:ext>
              </a:extLst>
            </p:cNvPr>
            <p:cNvGrpSpPr/>
            <p:nvPr/>
          </p:nvGrpSpPr>
          <p:grpSpPr>
            <a:xfrm>
              <a:off x="4729327" y="440386"/>
              <a:ext cx="897115" cy="1840176"/>
              <a:chOff x="3330739" y="4712331"/>
              <a:chExt cx="897115" cy="1840176"/>
            </a:xfrm>
          </p:grpSpPr>
          <p:grpSp>
            <p:nvGrpSpPr>
              <p:cNvPr id="103" name="组合 102">
                <a:extLst>
                  <a:ext uri="{FF2B5EF4-FFF2-40B4-BE49-F238E27FC236}">
                    <a16:creationId xmlns:a16="http://schemas.microsoft.com/office/drawing/2014/main" id="{108845E9-3E4F-49F9-95B4-40A5A4812C5C}"/>
                  </a:ext>
                </a:extLst>
              </p:cNvPr>
              <p:cNvGrpSpPr/>
              <p:nvPr/>
            </p:nvGrpSpPr>
            <p:grpSpPr>
              <a:xfrm>
                <a:off x="3338245" y="4712332"/>
                <a:ext cx="889609" cy="307208"/>
                <a:chOff x="3387333" y="3949733"/>
                <a:chExt cx="889609" cy="307208"/>
              </a:xfrm>
            </p:grpSpPr>
            <p:sp>
              <p:nvSpPr>
                <p:cNvPr id="117" name="Text Box 3">
                  <a:extLst>
                    <a:ext uri="{FF2B5EF4-FFF2-40B4-BE49-F238E27FC236}">
                      <a16:creationId xmlns:a16="http://schemas.microsoft.com/office/drawing/2014/main" id="{FB7502FE-F2B2-41E8-91E6-33261A46E52F}"/>
                    </a:ext>
                  </a:extLst>
                </p:cNvPr>
                <p:cNvSpPr txBox="1">
                  <a:spLocks noChangeArrowheads="1"/>
                </p:cNvSpPr>
                <p:nvPr/>
              </p:nvSpPr>
              <p:spPr bwMode="auto">
                <a:xfrm>
                  <a:off x="3387333"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18" name="Text Box 3">
                  <a:extLst>
                    <a:ext uri="{FF2B5EF4-FFF2-40B4-BE49-F238E27FC236}">
                      <a16:creationId xmlns:a16="http://schemas.microsoft.com/office/drawing/2014/main" id="{BAB1D626-2296-4ECA-832C-CF1DF2C50E15}"/>
                    </a:ext>
                  </a:extLst>
                </p:cNvPr>
                <p:cNvSpPr txBox="1">
                  <a:spLocks noChangeArrowheads="1"/>
                </p:cNvSpPr>
                <p:nvPr/>
              </p:nvSpPr>
              <p:spPr bwMode="auto">
                <a:xfrm>
                  <a:off x="3681218"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19" name="Text Box 3">
                  <a:extLst>
                    <a:ext uri="{FF2B5EF4-FFF2-40B4-BE49-F238E27FC236}">
                      <a16:creationId xmlns:a16="http://schemas.microsoft.com/office/drawing/2014/main" id="{01A76567-6A2F-42A7-94E5-9B09090344B3}"/>
                    </a:ext>
                  </a:extLst>
                </p:cNvPr>
                <p:cNvSpPr txBox="1">
                  <a:spLocks noChangeArrowheads="1"/>
                </p:cNvSpPr>
                <p:nvPr/>
              </p:nvSpPr>
              <p:spPr bwMode="auto">
                <a:xfrm>
                  <a:off x="3980105" y="3949733"/>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04" name="组合 103">
                <a:extLst>
                  <a:ext uri="{FF2B5EF4-FFF2-40B4-BE49-F238E27FC236}">
                    <a16:creationId xmlns:a16="http://schemas.microsoft.com/office/drawing/2014/main" id="{024B00B1-689B-4257-AA13-4FADD6CD627C}"/>
                  </a:ext>
                </a:extLst>
              </p:cNvPr>
              <p:cNvGrpSpPr/>
              <p:nvPr/>
            </p:nvGrpSpPr>
            <p:grpSpPr>
              <a:xfrm>
                <a:off x="3335743" y="5221544"/>
                <a:ext cx="889609" cy="307208"/>
                <a:chOff x="3387333" y="3949733"/>
                <a:chExt cx="889609" cy="307208"/>
              </a:xfrm>
            </p:grpSpPr>
            <p:sp>
              <p:nvSpPr>
                <p:cNvPr id="114" name="Text Box 3">
                  <a:extLst>
                    <a:ext uri="{FF2B5EF4-FFF2-40B4-BE49-F238E27FC236}">
                      <a16:creationId xmlns:a16="http://schemas.microsoft.com/office/drawing/2014/main" id="{DF13B31E-8D61-40C8-9E82-3EAB12F5C317}"/>
                    </a:ext>
                  </a:extLst>
                </p:cNvPr>
                <p:cNvSpPr txBox="1">
                  <a:spLocks noChangeArrowheads="1"/>
                </p:cNvSpPr>
                <p:nvPr/>
              </p:nvSpPr>
              <p:spPr bwMode="auto">
                <a:xfrm>
                  <a:off x="3387333"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15" name="Text Box 3">
                  <a:extLst>
                    <a:ext uri="{FF2B5EF4-FFF2-40B4-BE49-F238E27FC236}">
                      <a16:creationId xmlns:a16="http://schemas.microsoft.com/office/drawing/2014/main" id="{E886A2C3-126E-4B62-B7AC-78195A1C5318}"/>
                    </a:ext>
                  </a:extLst>
                </p:cNvPr>
                <p:cNvSpPr txBox="1">
                  <a:spLocks noChangeArrowheads="1"/>
                </p:cNvSpPr>
                <p:nvPr/>
              </p:nvSpPr>
              <p:spPr bwMode="auto">
                <a:xfrm>
                  <a:off x="3681218"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16" name="Text Box 3">
                  <a:extLst>
                    <a:ext uri="{FF2B5EF4-FFF2-40B4-BE49-F238E27FC236}">
                      <a16:creationId xmlns:a16="http://schemas.microsoft.com/office/drawing/2014/main" id="{230581B6-413C-40A9-8B43-25E6974FD8CE}"/>
                    </a:ext>
                  </a:extLst>
                </p:cNvPr>
                <p:cNvSpPr txBox="1">
                  <a:spLocks noChangeArrowheads="1"/>
                </p:cNvSpPr>
                <p:nvPr/>
              </p:nvSpPr>
              <p:spPr bwMode="auto">
                <a:xfrm>
                  <a:off x="3980105" y="3949733"/>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05" name="组合 104">
                <a:extLst>
                  <a:ext uri="{FF2B5EF4-FFF2-40B4-BE49-F238E27FC236}">
                    <a16:creationId xmlns:a16="http://schemas.microsoft.com/office/drawing/2014/main" id="{DF3C8629-2854-4218-8D6F-889C87540F60}"/>
                  </a:ext>
                </a:extLst>
              </p:cNvPr>
              <p:cNvGrpSpPr/>
              <p:nvPr/>
            </p:nvGrpSpPr>
            <p:grpSpPr>
              <a:xfrm>
                <a:off x="3330739" y="5736088"/>
                <a:ext cx="889609" cy="307208"/>
                <a:chOff x="3387333" y="3949733"/>
                <a:chExt cx="889609" cy="307208"/>
              </a:xfrm>
            </p:grpSpPr>
            <p:sp>
              <p:nvSpPr>
                <p:cNvPr id="111" name="Text Box 3">
                  <a:extLst>
                    <a:ext uri="{FF2B5EF4-FFF2-40B4-BE49-F238E27FC236}">
                      <a16:creationId xmlns:a16="http://schemas.microsoft.com/office/drawing/2014/main" id="{1CF8CACB-3B6B-49E3-B640-8D923F46123E}"/>
                    </a:ext>
                  </a:extLst>
                </p:cNvPr>
                <p:cNvSpPr txBox="1">
                  <a:spLocks noChangeArrowheads="1"/>
                </p:cNvSpPr>
                <p:nvPr/>
              </p:nvSpPr>
              <p:spPr bwMode="auto">
                <a:xfrm>
                  <a:off x="3387333"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12" name="Text Box 3">
                  <a:extLst>
                    <a:ext uri="{FF2B5EF4-FFF2-40B4-BE49-F238E27FC236}">
                      <a16:creationId xmlns:a16="http://schemas.microsoft.com/office/drawing/2014/main" id="{AC7726CB-DCCE-4BA8-9086-A324BD806DC3}"/>
                    </a:ext>
                  </a:extLst>
                </p:cNvPr>
                <p:cNvSpPr txBox="1">
                  <a:spLocks noChangeArrowheads="1"/>
                </p:cNvSpPr>
                <p:nvPr/>
              </p:nvSpPr>
              <p:spPr bwMode="auto">
                <a:xfrm>
                  <a:off x="3681218"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13" name="Text Box 3">
                  <a:extLst>
                    <a:ext uri="{FF2B5EF4-FFF2-40B4-BE49-F238E27FC236}">
                      <a16:creationId xmlns:a16="http://schemas.microsoft.com/office/drawing/2014/main" id="{377BDCC1-D17D-4970-BB59-E7FBDFFB7072}"/>
                    </a:ext>
                  </a:extLst>
                </p:cNvPr>
                <p:cNvSpPr txBox="1">
                  <a:spLocks noChangeArrowheads="1"/>
                </p:cNvSpPr>
                <p:nvPr/>
              </p:nvSpPr>
              <p:spPr bwMode="auto">
                <a:xfrm>
                  <a:off x="3980105" y="3949733"/>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06" name="组合 105">
                <a:extLst>
                  <a:ext uri="{FF2B5EF4-FFF2-40B4-BE49-F238E27FC236}">
                    <a16:creationId xmlns:a16="http://schemas.microsoft.com/office/drawing/2014/main" id="{3C4E0A2E-EF2E-4030-8C89-62FB6CC9A92D}"/>
                  </a:ext>
                </a:extLst>
              </p:cNvPr>
              <p:cNvGrpSpPr/>
              <p:nvPr/>
            </p:nvGrpSpPr>
            <p:grpSpPr>
              <a:xfrm>
                <a:off x="3334815" y="6245299"/>
                <a:ext cx="889609" cy="307208"/>
                <a:chOff x="3393911" y="3949733"/>
                <a:chExt cx="889609" cy="307208"/>
              </a:xfrm>
            </p:grpSpPr>
            <p:sp>
              <p:nvSpPr>
                <p:cNvPr id="108" name="Text Box 3">
                  <a:extLst>
                    <a:ext uri="{FF2B5EF4-FFF2-40B4-BE49-F238E27FC236}">
                      <a16:creationId xmlns:a16="http://schemas.microsoft.com/office/drawing/2014/main" id="{E8BB5691-0B81-429B-8526-5FC23DB3001C}"/>
                    </a:ext>
                  </a:extLst>
                </p:cNvPr>
                <p:cNvSpPr txBox="1">
                  <a:spLocks noChangeArrowheads="1"/>
                </p:cNvSpPr>
                <p:nvPr/>
              </p:nvSpPr>
              <p:spPr bwMode="auto">
                <a:xfrm>
                  <a:off x="3393911"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09" name="Text Box 3">
                  <a:extLst>
                    <a:ext uri="{FF2B5EF4-FFF2-40B4-BE49-F238E27FC236}">
                      <a16:creationId xmlns:a16="http://schemas.microsoft.com/office/drawing/2014/main" id="{04161987-9EDB-4BCE-92D4-74878BDEFE7C}"/>
                    </a:ext>
                  </a:extLst>
                </p:cNvPr>
                <p:cNvSpPr txBox="1">
                  <a:spLocks noChangeArrowheads="1"/>
                </p:cNvSpPr>
                <p:nvPr/>
              </p:nvSpPr>
              <p:spPr bwMode="auto">
                <a:xfrm>
                  <a:off x="3687796" y="3949734"/>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10" name="Text Box 3">
                  <a:extLst>
                    <a:ext uri="{FF2B5EF4-FFF2-40B4-BE49-F238E27FC236}">
                      <a16:creationId xmlns:a16="http://schemas.microsoft.com/office/drawing/2014/main" id="{6E04BB63-AF62-4761-ACEF-7C42F6332C5E}"/>
                    </a:ext>
                  </a:extLst>
                </p:cNvPr>
                <p:cNvSpPr txBox="1">
                  <a:spLocks noChangeArrowheads="1"/>
                </p:cNvSpPr>
                <p:nvPr/>
              </p:nvSpPr>
              <p:spPr bwMode="auto">
                <a:xfrm>
                  <a:off x="3986683" y="3949733"/>
                  <a:ext cx="296837"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sp>
            <p:nvSpPr>
              <p:cNvPr id="107" name="矩形 106">
                <a:extLst>
                  <a:ext uri="{FF2B5EF4-FFF2-40B4-BE49-F238E27FC236}">
                    <a16:creationId xmlns:a16="http://schemas.microsoft.com/office/drawing/2014/main" id="{EFCADA49-BAC6-40F1-8496-984253F16D7C}"/>
                  </a:ext>
                </a:extLst>
              </p:cNvPr>
              <p:cNvSpPr/>
              <p:nvPr/>
            </p:nvSpPr>
            <p:spPr>
              <a:xfrm>
                <a:off x="3335743" y="4712331"/>
                <a:ext cx="889609" cy="1840175"/>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20" name="组合 119">
            <a:extLst>
              <a:ext uri="{FF2B5EF4-FFF2-40B4-BE49-F238E27FC236}">
                <a16:creationId xmlns:a16="http://schemas.microsoft.com/office/drawing/2014/main" id="{4506F508-C811-4048-AECA-C41251DF18D8}"/>
              </a:ext>
            </a:extLst>
          </p:cNvPr>
          <p:cNvGrpSpPr/>
          <p:nvPr/>
        </p:nvGrpSpPr>
        <p:grpSpPr>
          <a:xfrm>
            <a:off x="5487865" y="1494700"/>
            <a:ext cx="1186717" cy="307208"/>
            <a:chOff x="3090225" y="3949733"/>
            <a:chExt cx="1186717" cy="307208"/>
          </a:xfrm>
          <a:solidFill>
            <a:schemeClr val="accent6">
              <a:lumMod val="20000"/>
              <a:lumOff val="80000"/>
            </a:schemeClr>
          </a:solidFill>
        </p:grpSpPr>
        <p:sp>
          <p:nvSpPr>
            <p:cNvPr id="121" name="Text Box 3">
              <a:extLst>
                <a:ext uri="{FF2B5EF4-FFF2-40B4-BE49-F238E27FC236}">
                  <a16:creationId xmlns:a16="http://schemas.microsoft.com/office/drawing/2014/main" id="{A5DFE655-5B80-4CFD-8492-D2AEC206FFD6}"/>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2" name="Text Box 3">
              <a:extLst>
                <a:ext uri="{FF2B5EF4-FFF2-40B4-BE49-F238E27FC236}">
                  <a16:creationId xmlns:a16="http://schemas.microsoft.com/office/drawing/2014/main" id="{D9FA0E8E-2CAF-494A-AE30-A938CEFABD61}"/>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3" name="Text Box 3">
              <a:extLst>
                <a:ext uri="{FF2B5EF4-FFF2-40B4-BE49-F238E27FC236}">
                  <a16:creationId xmlns:a16="http://schemas.microsoft.com/office/drawing/2014/main" id="{AE7AAB60-8495-4EF8-BB63-166E97DA4C13}"/>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4" name="Text Box 3">
              <a:extLst>
                <a:ext uri="{FF2B5EF4-FFF2-40B4-BE49-F238E27FC236}">
                  <a16:creationId xmlns:a16="http://schemas.microsoft.com/office/drawing/2014/main" id="{6B32443D-EE22-4700-848D-C100C5967F62}"/>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25" name="组合 124">
            <a:extLst>
              <a:ext uri="{FF2B5EF4-FFF2-40B4-BE49-F238E27FC236}">
                <a16:creationId xmlns:a16="http://schemas.microsoft.com/office/drawing/2014/main" id="{ED1805C1-9224-4E6B-BC84-663ABF023552}"/>
              </a:ext>
            </a:extLst>
          </p:cNvPr>
          <p:cNvGrpSpPr/>
          <p:nvPr/>
        </p:nvGrpSpPr>
        <p:grpSpPr>
          <a:xfrm>
            <a:off x="7025282" y="2003910"/>
            <a:ext cx="1186717" cy="307208"/>
            <a:chOff x="3090225" y="3949733"/>
            <a:chExt cx="1186717" cy="307208"/>
          </a:xfrm>
          <a:solidFill>
            <a:schemeClr val="accent6">
              <a:lumMod val="20000"/>
              <a:lumOff val="80000"/>
            </a:schemeClr>
          </a:solidFill>
        </p:grpSpPr>
        <p:sp>
          <p:nvSpPr>
            <p:cNvPr id="126" name="Text Box 3">
              <a:extLst>
                <a:ext uri="{FF2B5EF4-FFF2-40B4-BE49-F238E27FC236}">
                  <a16:creationId xmlns:a16="http://schemas.microsoft.com/office/drawing/2014/main" id="{904536E7-363A-4A32-AD3F-F78026A4E916}"/>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7" name="Text Box 3">
              <a:extLst>
                <a:ext uri="{FF2B5EF4-FFF2-40B4-BE49-F238E27FC236}">
                  <a16:creationId xmlns:a16="http://schemas.microsoft.com/office/drawing/2014/main" id="{69C10FD1-03F3-4ECB-9BE0-04C433414D98}"/>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8" name="Text Box 3">
              <a:extLst>
                <a:ext uri="{FF2B5EF4-FFF2-40B4-BE49-F238E27FC236}">
                  <a16:creationId xmlns:a16="http://schemas.microsoft.com/office/drawing/2014/main" id="{687AC8E7-1010-4B17-BEA0-54CEEB2FFCBE}"/>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29" name="Text Box 3">
              <a:extLst>
                <a:ext uri="{FF2B5EF4-FFF2-40B4-BE49-F238E27FC236}">
                  <a16:creationId xmlns:a16="http://schemas.microsoft.com/office/drawing/2014/main" id="{5520838C-1EB7-446F-AC4F-74FE9FEB0FC0}"/>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30" name="组合 129">
            <a:extLst>
              <a:ext uri="{FF2B5EF4-FFF2-40B4-BE49-F238E27FC236}">
                <a16:creationId xmlns:a16="http://schemas.microsoft.com/office/drawing/2014/main" id="{329F78A0-B9DC-4A00-A9C7-402E184BB9F3}"/>
              </a:ext>
            </a:extLst>
          </p:cNvPr>
          <p:cNvGrpSpPr/>
          <p:nvPr/>
        </p:nvGrpSpPr>
        <p:grpSpPr>
          <a:xfrm>
            <a:off x="8560333" y="2003910"/>
            <a:ext cx="1186717" cy="307208"/>
            <a:chOff x="3090225" y="3949733"/>
            <a:chExt cx="1186717" cy="307208"/>
          </a:xfrm>
          <a:solidFill>
            <a:schemeClr val="accent6">
              <a:lumMod val="20000"/>
              <a:lumOff val="80000"/>
            </a:schemeClr>
          </a:solidFill>
        </p:grpSpPr>
        <p:sp>
          <p:nvSpPr>
            <p:cNvPr id="131" name="Text Box 3">
              <a:extLst>
                <a:ext uri="{FF2B5EF4-FFF2-40B4-BE49-F238E27FC236}">
                  <a16:creationId xmlns:a16="http://schemas.microsoft.com/office/drawing/2014/main" id="{CAE2B8D2-6132-48E0-B87D-D1BEAA897383}"/>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2" name="Text Box 3">
              <a:extLst>
                <a:ext uri="{FF2B5EF4-FFF2-40B4-BE49-F238E27FC236}">
                  <a16:creationId xmlns:a16="http://schemas.microsoft.com/office/drawing/2014/main" id="{307FE07F-DE7C-4D81-81EE-87AD445F73E1}"/>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3" name="Text Box 3">
              <a:extLst>
                <a:ext uri="{FF2B5EF4-FFF2-40B4-BE49-F238E27FC236}">
                  <a16:creationId xmlns:a16="http://schemas.microsoft.com/office/drawing/2014/main" id="{BE17BB2B-B209-4892-BBA6-74AADA6AA499}"/>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4" name="Text Box 3">
              <a:extLst>
                <a:ext uri="{FF2B5EF4-FFF2-40B4-BE49-F238E27FC236}">
                  <a16:creationId xmlns:a16="http://schemas.microsoft.com/office/drawing/2014/main" id="{1276574A-57CB-4839-B25D-F3E4128996D4}"/>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35" name="组合 134">
            <a:extLst>
              <a:ext uri="{FF2B5EF4-FFF2-40B4-BE49-F238E27FC236}">
                <a16:creationId xmlns:a16="http://schemas.microsoft.com/office/drawing/2014/main" id="{C728F3D7-BE39-4BCB-A7DE-EABF5AAAD23A}"/>
              </a:ext>
            </a:extLst>
          </p:cNvPr>
          <p:cNvGrpSpPr/>
          <p:nvPr/>
        </p:nvGrpSpPr>
        <p:grpSpPr>
          <a:xfrm>
            <a:off x="10100655" y="1497371"/>
            <a:ext cx="1186717" cy="307208"/>
            <a:chOff x="3090225" y="3949733"/>
            <a:chExt cx="1186717" cy="307208"/>
          </a:xfrm>
          <a:solidFill>
            <a:schemeClr val="accent6">
              <a:lumMod val="20000"/>
              <a:lumOff val="80000"/>
            </a:schemeClr>
          </a:solidFill>
        </p:grpSpPr>
        <p:sp>
          <p:nvSpPr>
            <p:cNvPr id="136" name="Text Box 3">
              <a:extLst>
                <a:ext uri="{FF2B5EF4-FFF2-40B4-BE49-F238E27FC236}">
                  <a16:creationId xmlns:a16="http://schemas.microsoft.com/office/drawing/2014/main" id="{E593464B-FE48-4923-9B1F-422853BD253D}"/>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7" name="Text Box 3">
              <a:extLst>
                <a:ext uri="{FF2B5EF4-FFF2-40B4-BE49-F238E27FC236}">
                  <a16:creationId xmlns:a16="http://schemas.microsoft.com/office/drawing/2014/main" id="{137354BB-B123-453D-A35E-66CFB141CCFA}"/>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8" name="Text Box 3">
              <a:extLst>
                <a:ext uri="{FF2B5EF4-FFF2-40B4-BE49-F238E27FC236}">
                  <a16:creationId xmlns:a16="http://schemas.microsoft.com/office/drawing/2014/main" id="{39F4D3ED-B996-4CB3-B69B-F9DE77143747}"/>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39" name="Text Box 3">
              <a:extLst>
                <a:ext uri="{FF2B5EF4-FFF2-40B4-BE49-F238E27FC236}">
                  <a16:creationId xmlns:a16="http://schemas.microsoft.com/office/drawing/2014/main" id="{B47F9F7F-5925-4D2F-92B4-A9E36A80E7E2}"/>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40" name="组合 139">
            <a:extLst>
              <a:ext uri="{FF2B5EF4-FFF2-40B4-BE49-F238E27FC236}">
                <a16:creationId xmlns:a16="http://schemas.microsoft.com/office/drawing/2014/main" id="{5AD54AC2-2965-47EB-83E3-5B774FD371EB}"/>
              </a:ext>
            </a:extLst>
          </p:cNvPr>
          <p:cNvGrpSpPr/>
          <p:nvPr/>
        </p:nvGrpSpPr>
        <p:grpSpPr>
          <a:xfrm>
            <a:off x="7029195" y="465315"/>
            <a:ext cx="1186717" cy="307208"/>
            <a:chOff x="3090225" y="3949733"/>
            <a:chExt cx="1186717" cy="307208"/>
          </a:xfrm>
          <a:solidFill>
            <a:schemeClr val="accent6">
              <a:lumMod val="20000"/>
              <a:lumOff val="80000"/>
            </a:schemeClr>
          </a:solidFill>
        </p:grpSpPr>
        <p:sp>
          <p:nvSpPr>
            <p:cNvPr id="141" name="Text Box 3">
              <a:extLst>
                <a:ext uri="{FF2B5EF4-FFF2-40B4-BE49-F238E27FC236}">
                  <a16:creationId xmlns:a16="http://schemas.microsoft.com/office/drawing/2014/main" id="{6949BB7C-F12F-4173-85D1-9F8EF0FB1EA0}"/>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2" name="Text Box 3">
              <a:extLst>
                <a:ext uri="{FF2B5EF4-FFF2-40B4-BE49-F238E27FC236}">
                  <a16:creationId xmlns:a16="http://schemas.microsoft.com/office/drawing/2014/main" id="{81BAAFEE-895D-4F9C-B29E-14AADB9FCD58}"/>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3" name="Text Box 3">
              <a:extLst>
                <a:ext uri="{FF2B5EF4-FFF2-40B4-BE49-F238E27FC236}">
                  <a16:creationId xmlns:a16="http://schemas.microsoft.com/office/drawing/2014/main" id="{855E9219-5362-4576-B779-42F859EC871F}"/>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4" name="Text Box 3">
              <a:extLst>
                <a:ext uri="{FF2B5EF4-FFF2-40B4-BE49-F238E27FC236}">
                  <a16:creationId xmlns:a16="http://schemas.microsoft.com/office/drawing/2014/main" id="{BC079488-5C52-45A4-A7A8-E4BAF686FB8F}"/>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grpSp>
        <p:nvGrpSpPr>
          <p:cNvPr id="145" name="组合 144">
            <a:extLst>
              <a:ext uri="{FF2B5EF4-FFF2-40B4-BE49-F238E27FC236}">
                <a16:creationId xmlns:a16="http://schemas.microsoft.com/office/drawing/2014/main" id="{4645EA11-5F7E-49B5-B507-5FDFBA4A471C}"/>
              </a:ext>
            </a:extLst>
          </p:cNvPr>
          <p:cNvGrpSpPr/>
          <p:nvPr/>
        </p:nvGrpSpPr>
        <p:grpSpPr>
          <a:xfrm>
            <a:off x="8557967" y="470943"/>
            <a:ext cx="1186717" cy="307208"/>
            <a:chOff x="3090225" y="3949733"/>
            <a:chExt cx="1186717" cy="307208"/>
          </a:xfrm>
          <a:solidFill>
            <a:schemeClr val="accent6">
              <a:lumMod val="20000"/>
              <a:lumOff val="80000"/>
            </a:schemeClr>
          </a:solidFill>
        </p:grpSpPr>
        <p:sp>
          <p:nvSpPr>
            <p:cNvPr id="146" name="Text Box 3">
              <a:extLst>
                <a:ext uri="{FF2B5EF4-FFF2-40B4-BE49-F238E27FC236}">
                  <a16:creationId xmlns:a16="http://schemas.microsoft.com/office/drawing/2014/main" id="{D5F41011-1AC1-4015-A7F2-8E424EE84AE1}"/>
                </a:ext>
              </a:extLst>
            </p:cNvPr>
            <p:cNvSpPr txBox="1">
              <a:spLocks noChangeArrowheads="1"/>
            </p:cNvSpPr>
            <p:nvPr/>
          </p:nvSpPr>
          <p:spPr bwMode="auto">
            <a:xfrm>
              <a:off x="3090225"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7" name="Text Box 3">
              <a:extLst>
                <a:ext uri="{FF2B5EF4-FFF2-40B4-BE49-F238E27FC236}">
                  <a16:creationId xmlns:a16="http://schemas.microsoft.com/office/drawing/2014/main" id="{CC501254-77E0-48DE-B561-B299C8F06740}"/>
                </a:ext>
              </a:extLst>
            </p:cNvPr>
            <p:cNvSpPr txBox="1">
              <a:spLocks noChangeArrowheads="1"/>
            </p:cNvSpPr>
            <p:nvPr/>
          </p:nvSpPr>
          <p:spPr bwMode="auto">
            <a:xfrm>
              <a:off x="3387333"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8" name="Text Box 3">
              <a:extLst>
                <a:ext uri="{FF2B5EF4-FFF2-40B4-BE49-F238E27FC236}">
                  <a16:creationId xmlns:a16="http://schemas.microsoft.com/office/drawing/2014/main" id="{332AB804-84E4-49A0-BBC8-2643844DA11F}"/>
                </a:ext>
              </a:extLst>
            </p:cNvPr>
            <p:cNvSpPr txBox="1">
              <a:spLocks noChangeArrowheads="1"/>
            </p:cNvSpPr>
            <p:nvPr/>
          </p:nvSpPr>
          <p:spPr bwMode="auto">
            <a:xfrm>
              <a:off x="3681218" y="3949734"/>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sp>
          <p:nvSpPr>
            <p:cNvPr id="149" name="Text Box 3">
              <a:extLst>
                <a:ext uri="{FF2B5EF4-FFF2-40B4-BE49-F238E27FC236}">
                  <a16:creationId xmlns:a16="http://schemas.microsoft.com/office/drawing/2014/main" id="{047FAD3C-56BE-4DDF-B0C2-A27D9B855834}"/>
                </a:ext>
              </a:extLst>
            </p:cNvPr>
            <p:cNvSpPr txBox="1">
              <a:spLocks noChangeArrowheads="1"/>
            </p:cNvSpPr>
            <p:nvPr/>
          </p:nvSpPr>
          <p:spPr bwMode="auto">
            <a:xfrm>
              <a:off x="3980105" y="3949733"/>
              <a:ext cx="296837" cy="307207"/>
            </a:xfrm>
            <a:prstGeom prst="rect">
              <a:avLst/>
            </a:prstGeom>
            <a:grp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2060"/>
                  </a:solidFill>
                </a:rPr>
                <a:t>   </a:t>
              </a:r>
            </a:p>
          </p:txBody>
        </p:sp>
      </p:grpSp>
      <p:sp>
        <p:nvSpPr>
          <p:cNvPr id="150" name="Line 40">
            <a:extLst>
              <a:ext uri="{FF2B5EF4-FFF2-40B4-BE49-F238E27FC236}">
                <a16:creationId xmlns:a16="http://schemas.microsoft.com/office/drawing/2014/main" id="{FF12A3EE-ADFF-4752-8E5C-22CCD6AB8684}"/>
              </a:ext>
            </a:extLst>
          </p:cNvPr>
          <p:cNvSpPr>
            <a:spLocks noChangeShapeType="1"/>
          </p:cNvSpPr>
          <p:nvPr/>
        </p:nvSpPr>
        <p:spPr bwMode="auto">
          <a:xfrm flipH="1">
            <a:off x="7807826" y="616543"/>
            <a:ext cx="2570" cy="1387367"/>
          </a:xfrm>
          <a:prstGeom prst="line">
            <a:avLst/>
          </a:prstGeom>
          <a:noFill/>
          <a:ln w="19050">
            <a:solidFill>
              <a:srgbClr val="339966"/>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51" name="Line 41">
            <a:extLst>
              <a:ext uri="{FF2B5EF4-FFF2-40B4-BE49-F238E27FC236}">
                <a16:creationId xmlns:a16="http://schemas.microsoft.com/office/drawing/2014/main" id="{794721FF-85AF-49F9-94CA-31ED34049B46}"/>
              </a:ext>
            </a:extLst>
          </p:cNvPr>
          <p:cNvSpPr>
            <a:spLocks noChangeShapeType="1"/>
          </p:cNvSpPr>
          <p:nvPr/>
        </p:nvSpPr>
        <p:spPr bwMode="auto">
          <a:xfrm flipH="1">
            <a:off x="6227862" y="1656397"/>
            <a:ext cx="5042" cy="347513"/>
          </a:xfrm>
          <a:prstGeom prst="line">
            <a:avLst/>
          </a:prstGeom>
          <a:noFill/>
          <a:ln w="19050">
            <a:solidFill>
              <a:srgbClr val="339966"/>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53" name="Line 38">
            <a:extLst>
              <a:ext uri="{FF2B5EF4-FFF2-40B4-BE49-F238E27FC236}">
                <a16:creationId xmlns:a16="http://schemas.microsoft.com/office/drawing/2014/main" id="{5A652D6A-BC59-41A4-B1F2-4A23610F3C3B}"/>
              </a:ext>
            </a:extLst>
          </p:cNvPr>
          <p:cNvSpPr>
            <a:spLocks noChangeShapeType="1"/>
          </p:cNvSpPr>
          <p:nvPr/>
        </p:nvSpPr>
        <p:spPr bwMode="auto">
          <a:xfrm>
            <a:off x="9299393" y="616543"/>
            <a:ext cx="5042" cy="1387367"/>
          </a:xfrm>
          <a:prstGeom prst="line">
            <a:avLst/>
          </a:prstGeom>
          <a:noFill/>
          <a:ln w="19050">
            <a:solidFill>
              <a:srgbClr val="339966"/>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54" name="Text Box 47">
            <a:extLst>
              <a:ext uri="{FF2B5EF4-FFF2-40B4-BE49-F238E27FC236}">
                <a16:creationId xmlns:a16="http://schemas.microsoft.com/office/drawing/2014/main" id="{6235A511-FB14-4993-9795-58F3638BA4FC}"/>
              </a:ext>
            </a:extLst>
          </p:cNvPr>
          <p:cNvSpPr txBox="1">
            <a:spLocks noChangeArrowheads="1"/>
          </p:cNvSpPr>
          <p:nvPr/>
        </p:nvSpPr>
        <p:spPr bwMode="auto">
          <a:xfrm>
            <a:off x="9504347" y="2029557"/>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155" name="Text Box 47">
            <a:extLst>
              <a:ext uri="{FF2B5EF4-FFF2-40B4-BE49-F238E27FC236}">
                <a16:creationId xmlns:a16="http://schemas.microsoft.com/office/drawing/2014/main" id="{B3F2E182-11DB-48C6-AC2B-85B3E0E43403}"/>
              </a:ext>
            </a:extLst>
          </p:cNvPr>
          <p:cNvSpPr txBox="1">
            <a:spLocks noChangeArrowheads="1"/>
          </p:cNvSpPr>
          <p:nvPr/>
        </p:nvSpPr>
        <p:spPr bwMode="auto">
          <a:xfrm>
            <a:off x="9210462" y="2019944"/>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156" name="Text Box 47">
            <a:extLst>
              <a:ext uri="{FF2B5EF4-FFF2-40B4-BE49-F238E27FC236}">
                <a16:creationId xmlns:a16="http://schemas.microsoft.com/office/drawing/2014/main" id="{B1450263-5707-40D7-B5F9-DEFBB171776E}"/>
              </a:ext>
            </a:extLst>
          </p:cNvPr>
          <p:cNvSpPr txBox="1">
            <a:spLocks noChangeArrowheads="1"/>
          </p:cNvSpPr>
          <p:nvPr/>
        </p:nvSpPr>
        <p:spPr bwMode="auto">
          <a:xfrm>
            <a:off x="11070898" y="1504175"/>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157" name="Text Box 47">
            <a:extLst>
              <a:ext uri="{FF2B5EF4-FFF2-40B4-BE49-F238E27FC236}">
                <a16:creationId xmlns:a16="http://schemas.microsoft.com/office/drawing/2014/main" id="{F31E767B-5EDA-4FC0-91BE-279937F79241}"/>
              </a:ext>
            </a:extLst>
          </p:cNvPr>
          <p:cNvSpPr txBox="1">
            <a:spLocks noChangeArrowheads="1"/>
          </p:cNvSpPr>
          <p:nvPr/>
        </p:nvSpPr>
        <p:spPr bwMode="auto">
          <a:xfrm>
            <a:off x="6139599" y="2006425"/>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158" name="Text Box 47">
            <a:extLst>
              <a:ext uri="{FF2B5EF4-FFF2-40B4-BE49-F238E27FC236}">
                <a16:creationId xmlns:a16="http://schemas.microsoft.com/office/drawing/2014/main" id="{08A7B2F3-6810-445E-B1F8-D352006431AB}"/>
              </a:ext>
            </a:extLst>
          </p:cNvPr>
          <p:cNvSpPr txBox="1">
            <a:spLocks noChangeArrowheads="1"/>
          </p:cNvSpPr>
          <p:nvPr/>
        </p:nvSpPr>
        <p:spPr bwMode="auto">
          <a:xfrm>
            <a:off x="7685551" y="2010014"/>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159" name="Text Box 47">
            <a:extLst>
              <a:ext uri="{FF2B5EF4-FFF2-40B4-BE49-F238E27FC236}">
                <a16:creationId xmlns:a16="http://schemas.microsoft.com/office/drawing/2014/main" id="{B5ADE7AE-2ED9-422A-BE38-27D8C9809D7C}"/>
              </a:ext>
            </a:extLst>
          </p:cNvPr>
          <p:cNvSpPr txBox="1">
            <a:spLocks noChangeArrowheads="1"/>
          </p:cNvSpPr>
          <p:nvPr/>
        </p:nvSpPr>
        <p:spPr bwMode="auto">
          <a:xfrm>
            <a:off x="9517762" y="474344"/>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160" name="Text Box 47">
            <a:extLst>
              <a:ext uri="{FF2B5EF4-FFF2-40B4-BE49-F238E27FC236}">
                <a16:creationId xmlns:a16="http://schemas.microsoft.com/office/drawing/2014/main" id="{C07A2DC1-CD62-43F0-B9E5-9626EB5D26D8}"/>
              </a:ext>
            </a:extLst>
          </p:cNvPr>
          <p:cNvSpPr txBox="1">
            <a:spLocks noChangeArrowheads="1"/>
          </p:cNvSpPr>
          <p:nvPr/>
        </p:nvSpPr>
        <p:spPr bwMode="auto">
          <a:xfrm>
            <a:off x="10760300" y="1504175"/>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161" name="Line 34">
            <a:extLst>
              <a:ext uri="{FF2B5EF4-FFF2-40B4-BE49-F238E27FC236}">
                <a16:creationId xmlns:a16="http://schemas.microsoft.com/office/drawing/2014/main" id="{9E4A6A31-4765-460A-B19F-F0BC4D96D7CE}"/>
              </a:ext>
            </a:extLst>
          </p:cNvPr>
          <p:cNvSpPr>
            <a:spLocks noChangeShapeType="1"/>
          </p:cNvSpPr>
          <p:nvPr/>
        </p:nvSpPr>
        <p:spPr bwMode="auto">
          <a:xfrm>
            <a:off x="8062304" y="616543"/>
            <a:ext cx="493161" cy="0"/>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62" name="Line 35">
            <a:extLst>
              <a:ext uri="{FF2B5EF4-FFF2-40B4-BE49-F238E27FC236}">
                <a16:creationId xmlns:a16="http://schemas.microsoft.com/office/drawing/2014/main" id="{86954B6E-E135-4A95-A869-B328DB4367F3}"/>
              </a:ext>
            </a:extLst>
          </p:cNvPr>
          <p:cNvSpPr>
            <a:spLocks noChangeShapeType="1"/>
          </p:cNvSpPr>
          <p:nvPr/>
        </p:nvSpPr>
        <p:spPr bwMode="auto">
          <a:xfrm>
            <a:off x="4993614" y="616543"/>
            <a:ext cx="2031668" cy="1652"/>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63" name="Line 35">
            <a:extLst>
              <a:ext uri="{FF2B5EF4-FFF2-40B4-BE49-F238E27FC236}">
                <a16:creationId xmlns:a16="http://schemas.microsoft.com/office/drawing/2014/main" id="{15FDD20B-4687-4915-96BD-DF65A8249E86}"/>
              </a:ext>
            </a:extLst>
          </p:cNvPr>
          <p:cNvSpPr>
            <a:spLocks noChangeShapeType="1"/>
          </p:cNvSpPr>
          <p:nvPr/>
        </p:nvSpPr>
        <p:spPr bwMode="auto">
          <a:xfrm flipV="1">
            <a:off x="6523797" y="1638546"/>
            <a:ext cx="3571854" cy="11829"/>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64" name="Line 34">
            <a:extLst>
              <a:ext uri="{FF2B5EF4-FFF2-40B4-BE49-F238E27FC236}">
                <a16:creationId xmlns:a16="http://schemas.microsoft.com/office/drawing/2014/main" id="{2844ABA9-8847-48F8-AB5F-71291A3B7A5D}"/>
              </a:ext>
            </a:extLst>
          </p:cNvPr>
          <p:cNvSpPr>
            <a:spLocks noChangeShapeType="1"/>
          </p:cNvSpPr>
          <p:nvPr/>
        </p:nvSpPr>
        <p:spPr bwMode="auto">
          <a:xfrm>
            <a:off x="4994704" y="1656397"/>
            <a:ext cx="493161" cy="0"/>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65" name="Line 34">
            <a:extLst>
              <a:ext uri="{FF2B5EF4-FFF2-40B4-BE49-F238E27FC236}">
                <a16:creationId xmlns:a16="http://schemas.microsoft.com/office/drawing/2014/main" id="{9D32ADD9-9C90-4545-A631-170FA7D84F09}"/>
              </a:ext>
            </a:extLst>
          </p:cNvPr>
          <p:cNvSpPr>
            <a:spLocks noChangeShapeType="1"/>
          </p:cNvSpPr>
          <p:nvPr/>
        </p:nvSpPr>
        <p:spPr bwMode="auto">
          <a:xfrm>
            <a:off x="4994704" y="2170146"/>
            <a:ext cx="493161" cy="0"/>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66" name="Line 34">
            <a:extLst>
              <a:ext uri="{FF2B5EF4-FFF2-40B4-BE49-F238E27FC236}">
                <a16:creationId xmlns:a16="http://schemas.microsoft.com/office/drawing/2014/main" id="{F457C74F-F359-4F52-AE22-7E79901C6529}"/>
              </a:ext>
            </a:extLst>
          </p:cNvPr>
          <p:cNvSpPr>
            <a:spLocks noChangeShapeType="1"/>
          </p:cNvSpPr>
          <p:nvPr/>
        </p:nvSpPr>
        <p:spPr bwMode="auto">
          <a:xfrm>
            <a:off x="6531719" y="2176168"/>
            <a:ext cx="493161" cy="0"/>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67" name="Line 34">
            <a:extLst>
              <a:ext uri="{FF2B5EF4-FFF2-40B4-BE49-F238E27FC236}">
                <a16:creationId xmlns:a16="http://schemas.microsoft.com/office/drawing/2014/main" id="{8004960C-0216-4132-8C64-D9E85F658BC7}"/>
              </a:ext>
            </a:extLst>
          </p:cNvPr>
          <p:cNvSpPr>
            <a:spLocks noChangeShapeType="1"/>
          </p:cNvSpPr>
          <p:nvPr/>
        </p:nvSpPr>
        <p:spPr bwMode="auto">
          <a:xfrm>
            <a:off x="8073338" y="2176168"/>
            <a:ext cx="493161" cy="0"/>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nvGrpSpPr>
          <p:cNvPr id="188" name="组合 187">
            <a:extLst>
              <a:ext uri="{FF2B5EF4-FFF2-40B4-BE49-F238E27FC236}">
                <a16:creationId xmlns:a16="http://schemas.microsoft.com/office/drawing/2014/main" id="{F87DF204-34C1-45A8-9DF9-2430AFD002BC}"/>
              </a:ext>
            </a:extLst>
          </p:cNvPr>
          <p:cNvGrpSpPr/>
          <p:nvPr/>
        </p:nvGrpSpPr>
        <p:grpSpPr>
          <a:xfrm>
            <a:off x="4693799" y="624546"/>
            <a:ext cx="1536685" cy="870154"/>
            <a:chOff x="4020375" y="903592"/>
            <a:chExt cx="1536685" cy="870154"/>
          </a:xfrm>
        </p:grpSpPr>
        <p:sp>
          <p:nvSpPr>
            <p:cNvPr id="152" name="Line 39">
              <a:extLst>
                <a:ext uri="{FF2B5EF4-FFF2-40B4-BE49-F238E27FC236}">
                  <a16:creationId xmlns:a16="http://schemas.microsoft.com/office/drawing/2014/main" id="{B2477072-0F23-4FCC-9831-9BB6CB9F34DA}"/>
                </a:ext>
              </a:extLst>
            </p:cNvPr>
            <p:cNvSpPr>
              <a:spLocks noChangeShapeType="1"/>
            </p:cNvSpPr>
            <p:nvPr/>
          </p:nvSpPr>
          <p:spPr bwMode="auto">
            <a:xfrm>
              <a:off x="5554438" y="1167893"/>
              <a:ext cx="0" cy="605853"/>
            </a:xfrm>
            <a:prstGeom prst="line">
              <a:avLst/>
            </a:prstGeom>
            <a:noFill/>
            <a:ln w="19050">
              <a:solidFill>
                <a:srgbClr val="339966"/>
              </a:solidFill>
              <a:round/>
              <a:headEnd type="none"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68" name="Line 41">
              <a:extLst>
                <a:ext uri="{FF2B5EF4-FFF2-40B4-BE49-F238E27FC236}">
                  <a16:creationId xmlns:a16="http://schemas.microsoft.com/office/drawing/2014/main" id="{C1F2FA79-0626-4A6A-83CB-B9367B4300D9}"/>
                </a:ext>
              </a:extLst>
            </p:cNvPr>
            <p:cNvSpPr>
              <a:spLocks noChangeShapeType="1"/>
            </p:cNvSpPr>
            <p:nvPr/>
          </p:nvSpPr>
          <p:spPr bwMode="auto">
            <a:xfrm flipH="1">
              <a:off x="4028043" y="903592"/>
              <a:ext cx="1289" cy="264301"/>
            </a:xfrm>
            <a:prstGeom prst="line">
              <a:avLst/>
            </a:prstGeom>
            <a:noFill/>
            <a:ln w="19050">
              <a:solidFill>
                <a:srgbClr val="339966"/>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69" name="Line 41">
              <a:extLst>
                <a:ext uri="{FF2B5EF4-FFF2-40B4-BE49-F238E27FC236}">
                  <a16:creationId xmlns:a16="http://schemas.microsoft.com/office/drawing/2014/main" id="{8AF9D996-C66E-4A72-A93F-B054A610E971}"/>
                </a:ext>
              </a:extLst>
            </p:cNvPr>
            <p:cNvSpPr>
              <a:spLocks noChangeShapeType="1"/>
            </p:cNvSpPr>
            <p:nvPr/>
          </p:nvSpPr>
          <p:spPr bwMode="auto">
            <a:xfrm flipV="1">
              <a:off x="4020375" y="1157614"/>
              <a:ext cx="1536685" cy="1653"/>
            </a:xfrm>
            <a:prstGeom prst="line">
              <a:avLst/>
            </a:prstGeom>
            <a:noFill/>
            <a:ln w="19050">
              <a:solidFill>
                <a:srgbClr val="339966"/>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grpSp>
        <p:nvGrpSpPr>
          <p:cNvPr id="189" name="组合 188">
            <a:extLst>
              <a:ext uri="{FF2B5EF4-FFF2-40B4-BE49-F238E27FC236}">
                <a16:creationId xmlns:a16="http://schemas.microsoft.com/office/drawing/2014/main" id="{D6171D2F-CD9D-4704-A107-7C82D84B828D}"/>
              </a:ext>
            </a:extLst>
          </p:cNvPr>
          <p:cNvGrpSpPr/>
          <p:nvPr/>
        </p:nvGrpSpPr>
        <p:grpSpPr>
          <a:xfrm>
            <a:off x="4687670" y="753139"/>
            <a:ext cx="2786656" cy="650282"/>
            <a:chOff x="4014246" y="1032185"/>
            <a:chExt cx="2786656" cy="650282"/>
          </a:xfrm>
        </p:grpSpPr>
        <p:sp>
          <p:nvSpPr>
            <p:cNvPr id="170" name="Line 41">
              <a:extLst>
                <a:ext uri="{FF2B5EF4-FFF2-40B4-BE49-F238E27FC236}">
                  <a16:creationId xmlns:a16="http://schemas.microsoft.com/office/drawing/2014/main" id="{5F4BEF51-FCD5-468A-946F-6094C05AD5E6}"/>
                </a:ext>
              </a:extLst>
            </p:cNvPr>
            <p:cNvSpPr>
              <a:spLocks noChangeShapeType="1"/>
            </p:cNvSpPr>
            <p:nvPr/>
          </p:nvSpPr>
          <p:spPr bwMode="auto">
            <a:xfrm flipH="1">
              <a:off x="4021914" y="1418166"/>
              <a:ext cx="1289" cy="264301"/>
            </a:xfrm>
            <a:prstGeom prst="line">
              <a:avLst/>
            </a:prstGeom>
            <a:noFill/>
            <a:ln w="19050">
              <a:solidFill>
                <a:srgbClr val="339966"/>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71" name="Line 41">
              <a:extLst>
                <a:ext uri="{FF2B5EF4-FFF2-40B4-BE49-F238E27FC236}">
                  <a16:creationId xmlns:a16="http://schemas.microsoft.com/office/drawing/2014/main" id="{1BEE5AF3-F645-4F89-BCF1-311B1598B438}"/>
                </a:ext>
              </a:extLst>
            </p:cNvPr>
            <p:cNvSpPr>
              <a:spLocks noChangeShapeType="1"/>
            </p:cNvSpPr>
            <p:nvPr/>
          </p:nvSpPr>
          <p:spPr bwMode="auto">
            <a:xfrm flipV="1">
              <a:off x="4014246" y="1671675"/>
              <a:ext cx="2786655" cy="2164"/>
            </a:xfrm>
            <a:prstGeom prst="line">
              <a:avLst/>
            </a:prstGeom>
            <a:noFill/>
            <a:ln w="19050">
              <a:solidFill>
                <a:srgbClr val="339966"/>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72" name="Line 39">
              <a:extLst>
                <a:ext uri="{FF2B5EF4-FFF2-40B4-BE49-F238E27FC236}">
                  <a16:creationId xmlns:a16="http://schemas.microsoft.com/office/drawing/2014/main" id="{272CBDB4-91C9-4470-B2E8-9F3DCD3E0CBB}"/>
                </a:ext>
              </a:extLst>
            </p:cNvPr>
            <p:cNvSpPr>
              <a:spLocks noChangeShapeType="1"/>
            </p:cNvSpPr>
            <p:nvPr/>
          </p:nvSpPr>
          <p:spPr bwMode="auto">
            <a:xfrm flipV="1">
              <a:off x="6794379" y="1032185"/>
              <a:ext cx="6523" cy="633077"/>
            </a:xfrm>
            <a:prstGeom prst="line">
              <a:avLst/>
            </a:prstGeom>
            <a:noFill/>
            <a:ln w="19050">
              <a:solidFill>
                <a:srgbClr val="339966"/>
              </a:solidFill>
              <a:round/>
              <a:headEnd type="none"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grpSp>
        <p:nvGrpSpPr>
          <p:cNvPr id="190" name="组合 189">
            <a:extLst>
              <a:ext uri="{FF2B5EF4-FFF2-40B4-BE49-F238E27FC236}">
                <a16:creationId xmlns:a16="http://schemas.microsoft.com/office/drawing/2014/main" id="{C0B24002-B8C1-44FC-8E5F-098235790DE7}"/>
              </a:ext>
            </a:extLst>
          </p:cNvPr>
          <p:cNvGrpSpPr/>
          <p:nvPr/>
        </p:nvGrpSpPr>
        <p:grpSpPr>
          <a:xfrm>
            <a:off x="4682666" y="759551"/>
            <a:ext cx="4326603" cy="1150030"/>
            <a:chOff x="4009242" y="1038597"/>
            <a:chExt cx="4326603" cy="1150030"/>
          </a:xfrm>
        </p:grpSpPr>
        <p:sp>
          <p:nvSpPr>
            <p:cNvPr id="173" name="Line 41">
              <a:extLst>
                <a:ext uri="{FF2B5EF4-FFF2-40B4-BE49-F238E27FC236}">
                  <a16:creationId xmlns:a16="http://schemas.microsoft.com/office/drawing/2014/main" id="{7950C758-0414-400C-93FA-443E109080A1}"/>
                </a:ext>
              </a:extLst>
            </p:cNvPr>
            <p:cNvSpPr>
              <a:spLocks noChangeShapeType="1"/>
            </p:cNvSpPr>
            <p:nvPr/>
          </p:nvSpPr>
          <p:spPr bwMode="auto">
            <a:xfrm flipH="1">
              <a:off x="4016910" y="1924326"/>
              <a:ext cx="1289" cy="264301"/>
            </a:xfrm>
            <a:prstGeom prst="line">
              <a:avLst/>
            </a:prstGeom>
            <a:noFill/>
            <a:ln w="19050">
              <a:solidFill>
                <a:srgbClr val="339966"/>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74" name="Line 41">
              <a:extLst>
                <a:ext uri="{FF2B5EF4-FFF2-40B4-BE49-F238E27FC236}">
                  <a16:creationId xmlns:a16="http://schemas.microsoft.com/office/drawing/2014/main" id="{5D1A43D7-46AE-40D1-A9D6-882812915508}"/>
                </a:ext>
              </a:extLst>
            </p:cNvPr>
            <p:cNvSpPr>
              <a:spLocks noChangeShapeType="1"/>
            </p:cNvSpPr>
            <p:nvPr/>
          </p:nvSpPr>
          <p:spPr bwMode="auto">
            <a:xfrm flipV="1">
              <a:off x="4009242" y="2172233"/>
              <a:ext cx="4326603" cy="7766"/>
            </a:xfrm>
            <a:prstGeom prst="line">
              <a:avLst/>
            </a:prstGeom>
            <a:noFill/>
            <a:ln w="19050">
              <a:solidFill>
                <a:srgbClr val="339966"/>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75" name="Line 39">
              <a:extLst>
                <a:ext uri="{FF2B5EF4-FFF2-40B4-BE49-F238E27FC236}">
                  <a16:creationId xmlns:a16="http://schemas.microsoft.com/office/drawing/2014/main" id="{44912E25-4C01-4236-B891-1A3D2FACB864}"/>
                </a:ext>
              </a:extLst>
            </p:cNvPr>
            <p:cNvSpPr>
              <a:spLocks noChangeShapeType="1"/>
            </p:cNvSpPr>
            <p:nvPr/>
          </p:nvSpPr>
          <p:spPr bwMode="auto">
            <a:xfrm flipH="1" flipV="1">
              <a:off x="8329459" y="1038597"/>
              <a:ext cx="6386" cy="1139237"/>
            </a:xfrm>
            <a:prstGeom prst="line">
              <a:avLst/>
            </a:prstGeom>
            <a:noFill/>
            <a:ln w="19050">
              <a:solidFill>
                <a:srgbClr val="339966"/>
              </a:solidFill>
              <a:round/>
              <a:headEnd type="none"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grpSp>
        <p:nvGrpSpPr>
          <p:cNvPr id="191" name="组合 190">
            <a:extLst>
              <a:ext uri="{FF2B5EF4-FFF2-40B4-BE49-F238E27FC236}">
                <a16:creationId xmlns:a16="http://schemas.microsoft.com/office/drawing/2014/main" id="{CD8B1B3F-40C6-4439-9238-FEE7A04AA71E}"/>
              </a:ext>
            </a:extLst>
          </p:cNvPr>
          <p:cNvGrpSpPr/>
          <p:nvPr/>
        </p:nvGrpSpPr>
        <p:grpSpPr>
          <a:xfrm>
            <a:off x="4677095" y="1778062"/>
            <a:ext cx="5860828" cy="665998"/>
            <a:chOff x="4003671" y="2057108"/>
            <a:chExt cx="5860828" cy="665998"/>
          </a:xfrm>
        </p:grpSpPr>
        <p:sp>
          <p:nvSpPr>
            <p:cNvPr id="176" name="Line 41">
              <a:extLst>
                <a:ext uri="{FF2B5EF4-FFF2-40B4-BE49-F238E27FC236}">
                  <a16:creationId xmlns:a16="http://schemas.microsoft.com/office/drawing/2014/main" id="{FC2618A7-FE98-4DDB-96AE-99C85808B1E0}"/>
                </a:ext>
              </a:extLst>
            </p:cNvPr>
            <p:cNvSpPr>
              <a:spLocks noChangeShapeType="1"/>
            </p:cNvSpPr>
            <p:nvPr/>
          </p:nvSpPr>
          <p:spPr bwMode="auto">
            <a:xfrm flipH="1">
              <a:off x="4011339" y="2458805"/>
              <a:ext cx="1289" cy="264301"/>
            </a:xfrm>
            <a:prstGeom prst="line">
              <a:avLst/>
            </a:prstGeom>
            <a:noFill/>
            <a:ln w="19050">
              <a:solidFill>
                <a:srgbClr val="339966"/>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77" name="Line 41">
              <a:extLst>
                <a:ext uri="{FF2B5EF4-FFF2-40B4-BE49-F238E27FC236}">
                  <a16:creationId xmlns:a16="http://schemas.microsoft.com/office/drawing/2014/main" id="{34D597CD-462D-4A30-90AD-E672D37CC44F}"/>
                </a:ext>
              </a:extLst>
            </p:cNvPr>
            <p:cNvSpPr>
              <a:spLocks noChangeShapeType="1"/>
            </p:cNvSpPr>
            <p:nvPr/>
          </p:nvSpPr>
          <p:spPr bwMode="auto">
            <a:xfrm>
              <a:off x="4003671" y="2714478"/>
              <a:ext cx="5854234" cy="7766"/>
            </a:xfrm>
            <a:prstGeom prst="line">
              <a:avLst/>
            </a:prstGeom>
            <a:noFill/>
            <a:ln w="19050">
              <a:solidFill>
                <a:srgbClr val="339966"/>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78" name="Line 39">
              <a:extLst>
                <a:ext uri="{FF2B5EF4-FFF2-40B4-BE49-F238E27FC236}">
                  <a16:creationId xmlns:a16="http://schemas.microsoft.com/office/drawing/2014/main" id="{31EE63A4-477D-4864-AFA1-C0BD1F80607E}"/>
                </a:ext>
              </a:extLst>
            </p:cNvPr>
            <p:cNvSpPr>
              <a:spLocks noChangeShapeType="1"/>
            </p:cNvSpPr>
            <p:nvPr/>
          </p:nvSpPr>
          <p:spPr bwMode="auto">
            <a:xfrm flipV="1">
              <a:off x="9857905" y="2057108"/>
              <a:ext cx="6594" cy="665997"/>
            </a:xfrm>
            <a:prstGeom prst="line">
              <a:avLst/>
            </a:prstGeom>
            <a:noFill/>
            <a:ln w="19050">
              <a:solidFill>
                <a:srgbClr val="339966"/>
              </a:solidFill>
              <a:round/>
              <a:headEnd type="none"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179" name="椭圆 178">
            <a:extLst>
              <a:ext uri="{FF2B5EF4-FFF2-40B4-BE49-F238E27FC236}">
                <a16:creationId xmlns:a16="http://schemas.microsoft.com/office/drawing/2014/main" id="{5BB95D4F-C3D1-40DC-A98B-3B0D09AA39A6}"/>
              </a:ext>
            </a:extLst>
          </p:cNvPr>
          <p:cNvSpPr/>
          <p:nvPr/>
        </p:nvSpPr>
        <p:spPr>
          <a:xfrm>
            <a:off x="794386" y="927783"/>
            <a:ext cx="360000" cy="360000"/>
          </a:xfrm>
          <a:prstGeom prst="ellipse">
            <a:avLst/>
          </a:prstGeom>
          <a:solidFill>
            <a:srgbClr val="D4F9FC"/>
          </a:solidFill>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en-US" altLang="zh-CN" sz="2200" b="1" dirty="0">
                <a:solidFill>
                  <a:srgbClr val="002060"/>
                </a:solidFill>
                <a:latin typeface="Times New Roman" panose="02020603050405020304" pitchFamily="18" charset="0"/>
                <a:cs typeface="Times New Roman" panose="02020603050405020304" pitchFamily="18" charset="0"/>
              </a:rPr>
              <a:t>A</a:t>
            </a:r>
            <a:endParaRPr lang="zh-CN" altLang="en-US" sz="2200" b="1" dirty="0">
              <a:solidFill>
                <a:srgbClr val="002060"/>
              </a:solidFill>
              <a:latin typeface="Times New Roman" panose="02020603050405020304" pitchFamily="18" charset="0"/>
              <a:cs typeface="Times New Roman" panose="02020603050405020304" pitchFamily="18" charset="0"/>
            </a:endParaRPr>
          </a:p>
        </p:txBody>
      </p:sp>
      <p:sp>
        <p:nvSpPr>
          <p:cNvPr id="180" name="椭圆 179">
            <a:extLst>
              <a:ext uri="{FF2B5EF4-FFF2-40B4-BE49-F238E27FC236}">
                <a16:creationId xmlns:a16="http://schemas.microsoft.com/office/drawing/2014/main" id="{A14DFA2F-3F80-4128-ABBC-DBD33D23F401}"/>
              </a:ext>
            </a:extLst>
          </p:cNvPr>
          <p:cNvSpPr/>
          <p:nvPr/>
        </p:nvSpPr>
        <p:spPr>
          <a:xfrm>
            <a:off x="1987074" y="948506"/>
            <a:ext cx="360000" cy="360000"/>
          </a:xfrm>
          <a:prstGeom prst="ellipse">
            <a:avLst/>
          </a:prstGeom>
          <a:solidFill>
            <a:srgbClr val="D4F9FC"/>
          </a:solidFill>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en-US" altLang="zh-CN" sz="2200" b="1" dirty="0">
                <a:solidFill>
                  <a:srgbClr val="002060"/>
                </a:solidFill>
                <a:latin typeface="Times New Roman" panose="02020603050405020304" pitchFamily="18" charset="0"/>
                <a:cs typeface="Times New Roman" panose="02020603050405020304" pitchFamily="18" charset="0"/>
              </a:rPr>
              <a:t>B</a:t>
            </a:r>
            <a:endParaRPr lang="zh-CN" altLang="en-US" sz="2200" b="1" dirty="0">
              <a:solidFill>
                <a:srgbClr val="002060"/>
              </a:solidFill>
              <a:latin typeface="Times New Roman" panose="02020603050405020304" pitchFamily="18" charset="0"/>
              <a:cs typeface="Times New Roman" panose="02020603050405020304" pitchFamily="18" charset="0"/>
            </a:endParaRPr>
          </a:p>
        </p:txBody>
      </p:sp>
      <p:sp>
        <p:nvSpPr>
          <p:cNvPr id="181" name="椭圆 180">
            <a:extLst>
              <a:ext uri="{FF2B5EF4-FFF2-40B4-BE49-F238E27FC236}">
                <a16:creationId xmlns:a16="http://schemas.microsoft.com/office/drawing/2014/main" id="{98B65174-177E-484E-8D9F-F6BAD1F0AB7E}"/>
              </a:ext>
            </a:extLst>
          </p:cNvPr>
          <p:cNvSpPr/>
          <p:nvPr/>
        </p:nvSpPr>
        <p:spPr>
          <a:xfrm>
            <a:off x="777788" y="1986778"/>
            <a:ext cx="360000" cy="360000"/>
          </a:xfrm>
          <a:prstGeom prst="ellipse">
            <a:avLst/>
          </a:prstGeom>
          <a:solidFill>
            <a:srgbClr val="D4F9FC"/>
          </a:solidFill>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en-US" altLang="zh-CN" sz="2200" b="1" dirty="0">
                <a:solidFill>
                  <a:srgbClr val="002060"/>
                </a:solidFill>
                <a:latin typeface="Times New Roman" panose="02020603050405020304" pitchFamily="18" charset="0"/>
                <a:cs typeface="Times New Roman" panose="02020603050405020304" pitchFamily="18" charset="0"/>
              </a:rPr>
              <a:t>C</a:t>
            </a:r>
            <a:endParaRPr lang="zh-CN" altLang="en-US" sz="2200" b="1" dirty="0">
              <a:solidFill>
                <a:srgbClr val="002060"/>
              </a:solidFill>
              <a:latin typeface="Times New Roman" panose="02020603050405020304" pitchFamily="18" charset="0"/>
              <a:cs typeface="Times New Roman" panose="02020603050405020304" pitchFamily="18" charset="0"/>
            </a:endParaRPr>
          </a:p>
        </p:txBody>
      </p:sp>
      <p:sp>
        <p:nvSpPr>
          <p:cNvPr id="182" name="椭圆 181">
            <a:extLst>
              <a:ext uri="{FF2B5EF4-FFF2-40B4-BE49-F238E27FC236}">
                <a16:creationId xmlns:a16="http://schemas.microsoft.com/office/drawing/2014/main" id="{A92790B5-9652-4103-AEBE-BB6B41F5D195}"/>
              </a:ext>
            </a:extLst>
          </p:cNvPr>
          <p:cNvSpPr/>
          <p:nvPr/>
        </p:nvSpPr>
        <p:spPr>
          <a:xfrm>
            <a:off x="1970476" y="2007501"/>
            <a:ext cx="360000" cy="360000"/>
          </a:xfrm>
          <a:prstGeom prst="ellipse">
            <a:avLst/>
          </a:prstGeom>
          <a:solidFill>
            <a:srgbClr val="D4F9FC"/>
          </a:solidFill>
        </p:spPr>
        <p:style>
          <a:lnRef idx="2">
            <a:schemeClr val="accent1">
              <a:shade val="50000"/>
            </a:schemeClr>
          </a:lnRef>
          <a:fillRef idx="1">
            <a:schemeClr val="accent1"/>
          </a:fillRef>
          <a:effectRef idx="0">
            <a:schemeClr val="accent1"/>
          </a:effectRef>
          <a:fontRef idx="minor">
            <a:schemeClr val="lt1"/>
          </a:fontRef>
        </p:style>
        <p:txBody>
          <a:bodyPr lIns="0" tIns="0" rIns="0" bIns="36000" rtlCol="0" anchor="ctr"/>
          <a:lstStyle/>
          <a:p>
            <a:pPr algn="ctr"/>
            <a:r>
              <a:rPr lang="en-US" altLang="zh-CN" sz="2200" b="1" dirty="0">
                <a:solidFill>
                  <a:srgbClr val="002060"/>
                </a:solidFill>
                <a:latin typeface="Times New Roman" panose="02020603050405020304" pitchFamily="18" charset="0"/>
                <a:cs typeface="Times New Roman" panose="02020603050405020304" pitchFamily="18" charset="0"/>
              </a:rPr>
              <a:t>D</a:t>
            </a:r>
            <a:endParaRPr lang="zh-CN" altLang="en-US" sz="2200" b="1" dirty="0">
              <a:solidFill>
                <a:srgbClr val="002060"/>
              </a:solidFill>
              <a:latin typeface="Times New Roman" panose="02020603050405020304" pitchFamily="18" charset="0"/>
              <a:cs typeface="Times New Roman" panose="02020603050405020304" pitchFamily="18" charset="0"/>
            </a:endParaRPr>
          </a:p>
        </p:txBody>
      </p:sp>
      <p:cxnSp>
        <p:nvCxnSpPr>
          <p:cNvPr id="183" name="直接箭头连接符 182">
            <a:extLst>
              <a:ext uri="{FF2B5EF4-FFF2-40B4-BE49-F238E27FC236}">
                <a16:creationId xmlns:a16="http://schemas.microsoft.com/office/drawing/2014/main" id="{374AC119-9D19-4625-BFC4-C82426EB537B}"/>
              </a:ext>
            </a:extLst>
          </p:cNvPr>
          <p:cNvCxnSpPr>
            <a:cxnSpLocks/>
            <a:stCxn id="179" idx="6"/>
            <a:endCxn id="180" idx="2"/>
          </p:cNvCxnSpPr>
          <p:nvPr/>
        </p:nvCxnSpPr>
        <p:spPr>
          <a:xfrm>
            <a:off x="1154386" y="1107783"/>
            <a:ext cx="832688" cy="20723"/>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cxnSp>
        <p:nvCxnSpPr>
          <p:cNvPr id="184" name="直接箭头连接符 183">
            <a:extLst>
              <a:ext uri="{FF2B5EF4-FFF2-40B4-BE49-F238E27FC236}">
                <a16:creationId xmlns:a16="http://schemas.microsoft.com/office/drawing/2014/main" id="{D2B1F1F0-F4FD-4742-9D02-02A87B80EEB0}"/>
              </a:ext>
            </a:extLst>
          </p:cNvPr>
          <p:cNvCxnSpPr>
            <a:cxnSpLocks/>
          </p:cNvCxnSpPr>
          <p:nvPr/>
        </p:nvCxnSpPr>
        <p:spPr>
          <a:xfrm>
            <a:off x="1135286" y="2173190"/>
            <a:ext cx="838697" cy="6412"/>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cxnSp>
        <p:nvCxnSpPr>
          <p:cNvPr id="185" name="直接箭头连接符 184">
            <a:extLst>
              <a:ext uri="{FF2B5EF4-FFF2-40B4-BE49-F238E27FC236}">
                <a16:creationId xmlns:a16="http://schemas.microsoft.com/office/drawing/2014/main" id="{EBF66FC4-9149-400E-BDE9-33DD6BFBC4DD}"/>
              </a:ext>
            </a:extLst>
          </p:cNvPr>
          <p:cNvCxnSpPr>
            <a:cxnSpLocks/>
            <a:endCxn id="181" idx="0"/>
          </p:cNvCxnSpPr>
          <p:nvPr/>
        </p:nvCxnSpPr>
        <p:spPr>
          <a:xfrm flipH="1">
            <a:off x="957788" y="1294195"/>
            <a:ext cx="14092" cy="692583"/>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cxnSp>
        <p:nvCxnSpPr>
          <p:cNvPr id="186" name="直接箭头连接符 185">
            <a:extLst>
              <a:ext uri="{FF2B5EF4-FFF2-40B4-BE49-F238E27FC236}">
                <a16:creationId xmlns:a16="http://schemas.microsoft.com/office/drawing/2014/main" id="{01927430-A1F7-4919-873E-BF43AB89C569}"/>
              </a:ext>
            </a:extLst>
          </p:cNvPr>
          <p:cNvCxnSpPr>
            <a:cxnSpLocks/>
          </p:cNvCxnSpPr>
          <p:nvPr/>
        </p:nvCxnSpPr>
        <p:spPr>
          <a:xfrm flipV="1">
            <a:off x="2148203" y="1302094"/>
            <a:ext cx="16598" cy="698995"/>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cxnSp>
        <p:nvCxnSpPr>
          <p:cNvPr id="187" name="直接箭头连接符 186">
            <a:extLst>
              <a:ext uri="{FF2B5EF4-FFF2-40B4-BE49-F238E27FC236}">
                <a16:creationId xmlns:a16="http://schemas.microsoft.com/office/drawing/2014/main" id="{D9C29FD8-B339-4E5A-82C5-DC828E159942}"/>
              </a:ext>
            </a:extLst>
          </p:cNvPr>
          <p:cNvCxnSpPr>
            <a:cxnSpLocks/>
            <a:stCxn id="182" idx="1"/>
            <a:endCxn id="179" idx="5"/>
          </p:cNvCxnSpPr>
          <p:nvPr/>
        </p:nvCxnSpPr>
        <p:spPr>
          <a:xfrm flipH="1" flipV="1">
            <a:off x="1101665" y="1235062"/>
            <a:ext cx="921532" cy="825160"/>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sp>
        <p:nvSpPr>
          <p:cNvPr id="193" name="文本框 192">
            <a:extLst>
              <a:ext uri="{FF2B5EF4-FFF2-40B4-BE49-F238E27FC236}">
                <a16:creationId xmlns:a16="http://schemas.microsoft.com/office/drawing/2014/main" id="{9F0CD9C6-873D-4CFB-BD59-4564F1D23EFB}"/>
              </a:ext>
            </a:extLst>
          </p:cNvPr>
          <p:cNvSpPr txBox="1"/>
          <p:nvPr/>
        </p:nvSpPr>
        <p:spPr>
          <a:xfrm>
            <a:off x="777788" y="2820329"/>
            <a:ext cx="10773149" cy="3990836"/>
          </a:xfrm>
          <a:prstGeom prst="rect">
            <a:avLst/>
          </a:prstGeom>
          <a:solidFill>
            <a:srgbClr val="EAF2FA"/>
          </a:solidFill>
          <a:ln w="12700">
            <a:solidFill>
              <a:srgbClr val="002060"/>
            </a:solidFill>
          </a:ln>
        </p:spPr>
        <p:txBody>
          <a:bodyPr wrap="square">
            <a:spAutoFit/>
          </a:bodyPr>
          <a:lstStyle/>
          <a:p>
            <a:r>
              <a:rPr lang="en-US" altLang="zh-CN" sz="1500" b="1" dirty="0" err="1">
                <a:latin typeface="Courier New" panose="02070309020205020404" pitchFamily="49" charset="0"/>
                <a:cs typeface="Courier New" panose="02070309020205020404" pitchFamily="49" charset="0"/>
              </a:rPr>
              <a:t>OLGraph</a:t>
            </a: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MakeDG</a:t>
            </a:r>
            <a:r>
              <a:rPr lang="en-US" altLang="zh-CN" sz="1500" b="1" dirty="0">
                <a:latin typeface="Courier New" panose="02070309020205020404" pitchFamily="49" charset="0"/>
                <a:cs typeface="Courier New" panose="02070309020205020404" pitchFamily="49" charset="0"/>
              </a:rPr>
              <a:t>(char *v,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500" b="1" dirty="0">
                <a:latin typeface="Courier New" panose="02070309020205020404" pitchFamily="49" charset="0"/>
                <a:cs typeface="Courier New" panose="02070309020205020404" pitchFamily="49" charset="0"/>
              </a:rPr>
              <a:t> n, </a:t>
            </a:r>
            <a:r>
              <a:rPr lang="en-US" altLang="zh-CN" sz="1500" b="1" dirty="0" err="1">
                <a:latin typeface="Courier New" panose="02070309020205020404" pitchFamily="49" charset="0"/>
                <a:cs typeface="Courier New" panose="02070309020205020404" pitchFamily="49" charset="0"/>
              </a:rPr>
              <a:t>ArcInfo</a:t>
            </a: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ve</a:t>
            </a:r>
            <a:r>
              <a:rPr lang="en-US" altLang="zh-CN" sz="1500" b="1" dirty="0">
                <a:latin typeface="Courier New" panose="02070309020205020404" pitchFamily="49" charset="0"/>
                <a:cs typeface="Courier New" panose="02070309020205020404" pitchFamily="49" charset="0"/>
              </a:rPr>
              <a:t>,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500" b="1" dirty="0">
                <a:latin typeface="Courier New" panose="02070309020205020404" pitchFamily="49" charset="0"/>
                <a:cs typeface="Courier New" panose="02070309020205020404" pitchFamily="49" charset="0"/>
              </a:rPr>
              <a:t> e)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500" b="1" dirty="0">
                <a:latin typeface="Courier New" panose="02070309020205020404" pitchFamily="49" charset="0"/>
                <a:cs typeface="Courier New" panose="02070309020205020404" pitchFamily="49" charset="0"/>
              </a:rPr>
              <a:t> </a:t>
            </a:r>
            <a:endParaRPr lang="en-US" altLang="zh-CN" sz="1500" b="1" dirty="0">
              <a:solidFill>
                <a:srgbClr val="C00000"/>
              </a:solidFill>
              <a:latin typeface="Courier New" panose="02070309020205020404" pitchFamily="49" charset="0"/>
              <a:cs typeface="Courier New" panose="02070309020205020404" pitchFamily="49" charset="0"/>
            </a:endParaRPr>
          </a:p>
          <a:p>
            <a:r>
              <a:rPr lang="en-US" altLang="zh-CN" sz="1500" b="1" dirty="0">
                <a:latin typeface="Courier New" panose="02070309020205020404" pitchFamily="49" charset="0"/>
                <a:cs typeface="Courier New" panose="02070309020205020404" pitchFamily="49" charset="0"/>
              </a:rPr>
              <a:t>  </a:t>
            </a:r>
            <a:r>
              <a:rPr lang="en-US" altLang="zh-CN" sz="1500" b="1" dirty="0">
                <a:solidFill>
                  <a:srgbClr val="0070C0"/>
                </a:solidFill>
                <a:latin typeface="Courier New" panose="02070309020205020404" pitchFamily="49" charset="0"/>
                <a:cs typeface="Courier New" panose="02070309020205020404" pitchFamily="49" charset="0"/>
              </a:rPr>
              <a:t>// </a:t>
            </a:r>
            <a:r>
              <a:rPr lang="zh-CN" altLang="en-US" sz="1500" b="1" dirty="0">
                <a:solidFill>
                  <a:srgbClr val="C00000"/>
                </a:solidFill>
                <a:latin typeface="Courier New" panose="02070309020205020404" pitchFamily="49" charset="0"/>
                <a:cs typeface="Courier New" panose="02070309020205020404" pitchFamily="49" charset="0"/>
              </a:rPr>
              <a:t>算法</a:t>
            </a:r>
            <a:r>
              <a:rPr lang="en-US" altLang="zh-CN" sz="1500" b="1" dirty="0">
                <a:solidFill>
                  <a:srgbClr val="C00000"/>
                </a:solidFill>
                <a:latin typeface="Courier New" panose="02070309020205020404" pitchFamily="49" charset="0"/>
                <a:cs typeface="Courier New" panose="02070309020205020404" pitchFamily="49" charset="0"/>
              </a:rPr>
              <a:t>7.4 </a:t>
            </a:r>
            <a:r>
              <a:rPr lang="zh-CN" altLang="en-US" sz="1500" b="1" dirty="0">
                <a:solidFill>
                  <a:srgbClr val="0070C0"/>
                </a:solidFill>
                <a:latin typeface="Courier New" panose="02070309020205020404" pitchFamily="49" charset="0"/>
                <a:cs typeface="Courier New" panose="02070309020205020404" pitchFamily="49" charset="0"/>
              </a:rPr>
              <a:t>采用十字链表存储表示，构造有向图</a:t>
            </a:r>
            <a:r>
              <a:rPr lang="en-US" altLang="zh-CN" sz="1500" b="1" dirty="0">
                <a:solidFill>
                  <a:srgbClr val="0070C0"/>
                </a:solidFill>
                <a:latin typeface="Courier New" panose="02070309020205020404" pitchFamily="49" charset="0"/>
                <a:cs typeface="Courier New" panose="02070309020205020404" pitchFamily="49" charset="0"/>
              </a:rPr>
              <a:t>G</a:t>
            </a:r>
            <a:r>
              <a:rPr lang="zh-CN" altLang="en-US" sz="1500" b="1" dirty="0">
                <a:solidFill>
                  <a:srgbClr val="0070C0"/>
                </a:solidFill>
                <a:latin typeface="Courier New" panose="02070309020205020404" pitchFamily="49" charset="0"/>
                <a:cs typeface="Courier New" panose="02070309020205020404" pitchFamily="49" charset="0"/>
              </a:rPr>
              <a:t>（</a:t>
            </a:r>
            <a:r>
              <a:rPr lang="en-US" altLang="zh-CN" sz="1500" b="1" dirty="0" err="1">
                <a:solidFill>
                  <a:srgbClr val="0070C0"/>
                </a:solidFill>
                <a:latin typeface="Courier New" panose="02070309020205020404" pitchFamily="49" charset="0"/>
                <a:cs typeface="Courier New" panose="02070309020205020404" pitchFamily="49" charset="0"/>
              </a:rPr>
              <a:t>G.kind</a:t>
            </a:r>
            <a:r>
              <a:rPr lang="en-US" altLang="zh-CN" sz="1500" b="1" dirty="0">
                <a:solidFill>
                  <a:srgbClr val="0070C0"/>
                </a:solidFill>
                <a:latin typeface="Courier New" panose="02070309020205020404" pitchFamily="49" charset="0"/>
                <a:cs typeface="Courier New" panose="02070309020205020404" pitchFamily="49" charset="0"/>
              </a:rPr>
              <a:t>=DG</a:t>
            </a:r>
            <a:r>
              <a:rPr lang="zh-CN" altLang="en-US" sz="1500" b="1" dirty="0">
                <a:solidFill>
                  <a:srgbClr val="0070C0"/>
                </a:solidFill>
                <a:latin typeface="Courier New" panose="02070309020205020404" pitchFamily="49" charset="0"/>
                <a:cs typeface="Courier New" panose="02070309020205020404" pitchFamily="49" charset="0"/>
              </a:rPr>
              <a:t>）</a:t>
            </a:r>
          </a:p>
          <a:p>
            <a:r>
              <a:rPr lang="en-US" altLang="zh-CN" sz="1500" b="1" dirty="0">
                <a:latin typeface="Courier New" panose="02070309020205020404" pitchFamily="49" charset="0"/>
                <a:cs typeface="Courier New" panose="02070309020205020404" pitchFamily="49" charset="0"/>
              </a:rPr>
              <a:t>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500" b="1" dirty="0">
                <a:latin typeface="Courier New" panose="02070309020205020404" pitchFamily="49" charset="0"/>
                <a:cs typeface="Courier New" panose="02070309020205020404" pitchFamily="49" charset="0"/>
              </a:rPr>
              <a:t> (!(G = (</a:t>
            </a:r>
            <a:r>
              <a:rPr lang="en-US" altLang="zh-CN" sz="1500" b="1" dirty="0" err="1">
                <a:latin typeface="Courier New" panose="02070309020205020404" pitchFamily="49" charset="0"/>
                <a:cs typeface="Courier New" panose="02070309020205020404" pitchFamily="49" charset="0"/>
              </a:rPr>
              <a:t>ALGraph</a:t>
            </a:r>
            <a:r>
              <a:rPr lang="en-US" altLang="zh-CN" sz="1500" b="1" dirty="0">
                <a:latin typeface="Courier New" panose="02070309020205020404" pitchFamily="49" charset="0"/>
                <a:cs typeface="Courier New" panose="02070309020205020404" pitchFamily="49" charset="0"/>
              </a:rPr>
              <a:t>)</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malloc</a:t>
            </a:r>
            <a:r>
              <a:rPr lang="en-US" altLang="zh-CN" sz="1500" b="1" dirty="0">
                <a:latin typeface="Courier New" panose="02070309020205020404" pitchFamily="49" charset="0"/>
                <a:cs typeface="Courier New" panose="02070309020205020404" pitchFamily="49" charset="0"/>
              </a:rPr>
              <a:t>(</a:t>
            </a:r>
            <a:r>
              <a:rPr lang="en-US" altLang="zh-CN" sz="15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500" b="1" dirty="0">
                <a:latin typeface="Courier New" panose="02070309020205020404" pitchFamily="49" charset="0"/>
                <a:cs typeface="Courier New" panose="02070309020205020404" pitchFamily="49" charset="0"/>
              </a:rPr>
              <a:t>(*G))))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500" b="1" dirty="0">
                <a:latin typeface="Courier New" panose="02070309020205020404" pitchFamily="49" charset="0"/>
                <a:cs typeface="Courier New" panose="02070309020205020404" pitchFamily="49" charset="0"/>
              </a:rPr>
              <a:t>(OVERFLOW);  </a:t>
            </a:r>
            <a:r>
              <a:rPr lang="en-US" altLang="zh-CN" sz="1500" b="1" dirty="0">
                <a:solidFill>
                  <a:srgbClr val="0070C0"/>
                </a:solidFill>
                <a:latin typeface="Courier New" panose="02070309020205020404" pitchFamily="49" charset="0"/>
                <a:cs typeface="Courier New" panose="02070309020205020404" pitchFamily="49" charset="0"/>
              </a:rPr>
              <a:t>// G</a:t>
            </a:r>
            <a:r>
              <a:rPr lang="zh-CN" altLang="zh-CN" sz="1500" b="1" dirty="0">
                <a:solidFill>
                  <a:srgbClr val="0070C0"/>
                </a:solidFill>
                <a:latin typeface="Courier New" panose="02070309020205020404" pitchFamily="49" charset="0"/>
                <a:cs typeface="Courier New" panose="02070309020205020404" pitchFamily="49" charset="0"/>
              </a:rPr>
              <a:t>的结构记录</a:t>
            </a:r>
            <a:endParaRPr lang="en-US" altLang="zh-CN" sz="1500" b="1" dirty="0">
              <a:solidFill>
                <a:srgbClr val="0070C0"/>
              </a:solidFill>
              <a:latin typeface="Courier New" panose="02070309020205020404" pitchFamily="49" charset="0"/>
              <a:cs typeface="Courier New" panose="02070309020205020404" pitchFamily="49" charset="0"/>
            </a:endParaRPr>
          </a:p>
          <a:p>
            <a:r>
              <a:rPr lang="en-US" altLang="zh-CN" sz="1500" b="1" dirty="0">
                <a:latin typeface="Courier New" panose="02070309020205020404" pitchFamily="49" charset="0"/>
                <a:cs typeface="Courier New" panose="02070309020205020404" pitchFamily="49" charset="0"/>
              </a:rPr>
              <a:t>  G-&gt;n=n;  G-&gt;a=e;  G-&gt;kind=DG;  G-&gt;</a:t>
            </a:r>
            <a:r>
              <a:rPr lang="en-US" altLang="zh-CN" sz="1500" b="1" dirty="0" err="1">
                <a:latin typeface="Courier New" panose="02070309020205020404" pitchFamily="49" charset="0"/>
                <a:cs typeface="Courier New" panose="02070309020205020404" pitchFamily="49" charset="0"/>
              </a:rPr>
              <a:t>xlist</a:t>
            </a:r>
            <a:r>
              <a:rPr lang="en-US" altLang="zh-CN" sz="1500" b="1" dirty="0">
                <a:latin typeface="Courier New" panose="02070309020205020404" pitchFamily="49" charset="0"/>
                <a:cs typeface="Courier New" panose="02070309020205020404" pitchFamily="49" charset="0"/>
              </a:rPr>
              <a:t> = (</a:t>
            </a:r>
            <a:r>
              <a:rPr lang="en-US" altLang="zh-CN" sz="1500" b="1" dirty="0" err="1">
                <a:latin typeface="Courier New" panose="02070309020205020404" pitchFamily="49" charset="0"/>
                <a:cs typeface="Courier New" panose="02070309020205020404" pitchFamily="49" charset="0"/>
              </a:rPr>
              <a:t>VexNode</a:t>
            </a:r>
            <a:r>
              <a:rPr lang="en-US" altLang="zh-CN" sz="1500" b="1" dirty="0">
                <a:latin typeface="Courier New" panose="02070309020205020404" pitchFamily="49" charset="0"/>
                <a:cs typeface="Courier New" panose="02070309020205020404" pitchFamily="49" charset="0"/>
              </a:rPr>
              <a:t>*)</a:t>
            </a:r>
            <a:r>
              <a:rPr lang="en-US" altLang="zh-CN" sz="15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calloc</a:t>
            </a:r>
            <a:r>
              <a:rPr lang="en-US" altLang="zh-CN" sz="1500" b="1" dirty="0">
                <a:latin typeface="Courier New" panose="02070309020205020404" pitchFamily="49" charset="0"/>
                <a:cs typeface="Courier New" panose="02070309020205020404" pitchFamily="49" charset="0"/>
              </a:rPr>
              <a:t>(n, </a:t>
            </a:r>
            <a:r>
              <a:rPr lang="en-US" altLang="zh-CN" sz="15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VexNode</a:t>
            </a:r>
            <a:r>
              <a:rPr lang="en-US" altLang="zh-CN" sz="1500" b="1" dirty="0">
                <a:latin typeface="Courier New" panose="02070309020205020404" pitchFamily="49" charset="0"/>
                <a:cs typeface="Courier New" panose="02070309020205020404" pitchFamily="49" charset="0"/>
              </a:rPr>
              <a:t>));</a:t>
            </a:r>
          </a:p>
          <a:p>
            <a:r>
              <a:rPr lang="en-US" altLang="zh-CN" sz="1500" b="1" dirty="0">
                <a:latin typeface="Courier New" panose="02070309020205020404" pitchFamily="49" charset="0"/>
                <a:cs typeface="Courier New" panose="02070309020205020404" pitchFamily="49" charset="0"/>
              </a:rPr>
              <a:t>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=0; </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&lt;G-&gt;n; ++</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     </a:t>
            </a:r>
            <a:r>
              <a:rPr lang="en-US" altLang="zh-CN" sz="1500" b="1" dirty="0">
                <a:solidFill>
                  <a:srgbClr val="0070C0"/>
                </a:solidFill>
                <a:latin typeface="Courier New" panose="02070309020205020404" pitchFamily="49" charset="0"/>
                <a:cs typeface="Courier New" panose="02070309020205020404" pitchFamily="49" charset="0"/>
              </a:rPr>
              <a:t>// </a:t>
            </a:r>
            <a:r>
              <a:rPr lang="zh-CN" altLang="en-US" sz="1500" b="1" dirty="0">
                <a:solidFill>
                  <a:srgbClr val="0070C0"/>
                </a:solidFill>
                <a:latin typeface="Courier New" panose="02070309020205020404" pitchFamily="49" charset="0"/>
                <a:cs typeface="Courier New" panose="02070309020205020404" pitchFamily="49" charset="0"/>
              </a:rPr>
              <a:t>构造表头向量</a:t>
            </a:r>
          </a:p>
          <a:p>
            <a:r>
              <a:rPr lang="zh-CN" altLang="en-US" sz="1500" b="1" dirty="0">
                <a:latin typeface="Courier New" panose="02070309020205020404" pitchFamily="49" charset="0"/>
                <a:cs typeface="Courier New" panose="02070309020205020404" pitchFamily="49" charset="0"/>
              </a:rPr>
              <a:t>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500" b="1" dirty="0">
                <a:latin typeface="Courier New" panose="02070309020205020404" pitchFamily="49" charset="0"/>
                <a:cs typeface="Courier New" panose="02070309020205020404" pitchFamily="49" charset="0"/>
              </a:rPr>
              <a:t> </a:t>
            </a:r>
            <a:r>
              <a:rPr lang="en-US" altLang="zh-CN" sz="1500" b="1" dirty="0">
                <a:latin typeface="Courier New" panose="02070309020205020404" pitchFamily="49" charset="0"/>
                <a:cs typeface="Courier New" panose="02070309020205020404" pitchFamily="49" charset="0"/>
              </a:rPr>
              <a:t>G-&gt;</a:t>
            </a:r>
            <a:r>
              <a:rPr lang="en-US" altLang="zh-CN" sz="1500" b="1" dirty="0" err="1">
                <a:latin typeface="Courier New" panose="02070309020205020404" pitchFamily="49" charset="0"/>
                <a:cs typeface="Courier New" panose="02070309020205020404" pitchFamily="49" charset="0"/>
              </a:rPr>
              <a:t>xlist</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].data = v[</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  G-&gt;</a:t>
            </a:r>
            <a:r>
              <a:rPr lang="en-US" altLang="zh-CN" sz="1500" b="1" dirty="0" err="1">
                <a:latin typeface="Courier New" panose="02070309020205020404" pitchFamily="49" charset="0"/>
                <a:cs typeface="Courier New" panose="02070309020205020404" pitchFamily="49" charset="0"/>
              </a:rPr>
              <a:t>xlist</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firstin</a:t>
            </a:r>
            <a:r>
              <a:rPr lang="en-US" altLang="zh-CN" sz="1500" b="1" dirty="0">
                <a:latin typeface="Courier New" panose="02070309020205020404" pitchFamily="49" charset="0"/>
                <a:cs typeface="Courier New" panose="02070309020205020404" pitchFamily="49" charset="0"/>
              </a:rPr>
              <a:t> = G-&gt;</a:t>
            </a:r>
            <a:r>
              <a:rPr lang="en-US" altLang="zh-CN" sz="1500" b="1" dirty="0" err="1">
                <a:latin typeface="Courier New" panose="02070309020205020404" pitchFamily="49" charset="0"/>
                <a:cs typeface="Courier New" panose="02070309020205020404" pitchFamily="49" charset="0"/>
              </a:rPr>
              <a:t>xlist</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firstout</a:t>
            </a:r>
            <a:r>
              <a:rPr lang="en-US" altLang="zh-CN" sz="1500" b="1" dirty="0">
                <a:latin typeface="Courier New" panose="02070309020205020404" pitchFamily="49" charset="0"/>
                <a:cs typeface="Courier New" panose="02070309020205020404" pitchFamily="49" charset="0"/>
              </a:rPr>
              <a:t> = NULL;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500" b="1" dirty="0">
                <a:latin typeface="Courier New" panose="02070309020205020404" pitchFamily="49" charset="0"/>
                <a:cs typeface="Courier New" panose="02070309020205020404" pitchFamily="49" charset="0"/>
              </a:rPr>
              <a:t> </a:t>
            </a:r>
            <a:r>
              <a:rPr lang="en-US" altLang="zh-CN" sz="1500" b="1" dirty="0">
                <a:solidFill>
                  <a:srgbClr val="0070C0"/>
                </a:solidFill>
                <a:latin typeface="Courier New" panose="02070309020205020404" pitchFamily="49" charset="0"/>
                <a:cs typeface="Courier New" panose="02070309020205020404" pitchFamily="49" charset="0"/>
              </a:rPr>
              <a:t>// </a:t>
            </a:r>
            <a:r>
              <a:rPr lang="zh-CN" altLang="en-US" sz="1500" b="1" dirty="0">
                <a:solidFill>
                  <a:srgbClr val="0070C0"/>
                </a:solidFill>
                <a:latin typeface="Courier New" panose="02070309020205020404" pitchFamily="49" charset="0"/>
                <a:cs typeface="Courier New" panose="02070309020205020404" pitchFamily="49" charset="0"/>
              </a:rPr>
              <a:t>初始化</a:t>
            </a:r>
          </a:p>
          <a:p>
            <a:pPr>
              <a:lnSpc>
                <a:spcPts val="1600"/>
              </a:lnSpc>
            </a:pPr>
            <a:r>
              <a:rPr lang="en-US" altLang="zh-CN" sz="1500" b="1" dirty="0">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 </a:t>
            </a:r>
            <a:r>
              <a:rPr lang="en-US" altLang="zh-CN" sz="1500" b="1" dirty="0">
                <a:solidFill>
                  <a:srgbClr val="FF0000"/>
                </a:solidFill>
                <a:latin typeface="Courier New" panose="02070309020205020404" pitchFamily="49" charset="0"/>
                <a:cs typeface="Courier New" panose="02070309020205020404" pitchFamily="49" charset="0"/>
              </a:rPr>
              <a:t>// </a:t>
            </a:r>
            <a:r>
              <a:rPr lang="zh-CN" altLang="en-US" sz="1500" b="1" dirty="0">
                <a:solidFill>
                  <a:srgbClr val="FF0000"/>
                </a:solidFill>
                <a:latin typeface="Courier New" panose="02070309020205020404" pitchFamily="49" charset="0"/>
                <a:cs typeface="Courier New" panose="02070309020205020404" pitchFamily="49" charset="0"/>
              </a:rPr>
              <a:t>此略头、尾弧链迭代指针数组和访问标志数组的分配</a:t>
            </a:r>
            <a:endParaRPr lang="en-US" altLang="zh-CN" sz="1500" b="1" dirty="0">
              <a:solidFill>
                <a:srgbClr val="FF0000"/>
              </a:solidFill>
              <a:latin typeface="Courier New" panose="02070309020205020404" pitchFamily="49" charset="0"/>
              <a:cs typeface="Courier New" panose="02070309020205020404" pitchFamily="49" charset="0"/>
            </a:endParaRPr>
          </a:p>
          <a:p>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for</a:t>
            </a:r>
            <a:r>
              <a:rPr lang="en-US" altLang="zh-CN" sz="1500" b="1" dirty="0">
                <a:latin typeface="Courier New" panose="02070309020205020404" pitchFamily="49" charset="0"/>
                <a:cs typeface="Courier New" panose="02070309020205020404" pitchFamily="49" charset="0"/>
              </a:rPr>
              <a:t> (k=0; k&lt;G-&gt;a; ++k) {   </a:t>
            </a:r>
            <a:r>
              <a:rPr lang="en-US" altLang="zh-CN" sz="1500" b="1" dirty="0">
                <a:solidFill>
                  <a:srgbClr val="0070C0"/>
                </a:solidFill>
                <a:latin typeface="Courier New" panose="02070309020205020404" pitchFamily="49" charset="0"/>
                <a:cs typeface="Courier New" panose="02070309020205020404" pitchFamily="49" charset="0"/>
              </a:rPr>
              <a:t>// </a:t>
            </a:r>
            <a:r>
              <a:rPr lang="zh-CN" altLang="en-US" sz="1500" b="1" dirty="0">
                <a:solidFill>
                  <a:srgbClr val="0070C0"/>
                </a:solidFill>
                <a:latin typeface="Courier New" panose="02070309020205020404" pitchFamily="49" charset="0"/>
                <a:cs typeface="Courier New" panose="02070309020205020404" pitchFamily="49" charset="0"/>
              </a:rPr>
              <a:t>输入各弧并构造十字链表</a:t>
            </a:r>
          </a:p>
          <a:p>
            <a:r>
              <a:rPr lang="zh-CN" altLang="en-US" sz="1500" b="1" dirty="0">
                <a:latin typeface="Courier New" panose="02070309020205020404" pitchFamily="49" charset="0"/>
                <a:cs typeface="Courier New" panose="02070309020205020404" pitchFamily="49" charset="0"/>
              </a:rPr>
              <a:t>    </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 = </a:t>
            </a:r>
            <a:r>
              <a:rPr lang="en-US" altLang="zh-CN" sz="1500" b="1" dirty="0" err="1">
                <a:latin typeface="Courier New" panose="02070309020205020404" pitchFamily="49" charset="0"/>
                <a:cs typeface="Courier New" panose="02070309020205020404" pitchFamily="49" charset="0"/>
              </a:rPr>
              <a:t>LocateVex</a:t>
            </a:r>
            <a:r>
              <a:rPr lang="en-US" altLang="zh-CN" sz="1500" b="1" dirty="0">
                <a:latin typeface="Courier New" panose="02070309020205020404" pitchFamily="49" charset="0"/>
                <a:cs typeface="Courier New" panose="02070309020205020404" pitchFamily="49" charset="0"/>
              </a:rPr>
              <a:t>(G, </a:t>
            </a:r>
            <a:r>
              <a:rPr lang="en-US" altLang="zh-CN" sz="1500" b="1" dirty="0" err="1">
                <a:latin typeface="Courier New" panose="02070309020205020404" pitchFamily="49" charset="0"/>
                <a:cs typeface="Courier New" panose="02070309020205020404" pitchFamily="49" charset="0"/>
              </a:rPr>
              <a:t>ve</a:t>
            </a:r>
            <a:r>
              <a:rPr lang="en-US" altLang="zh-CN" sz="1500" b="1" dirty="0">
                <a:latin typeface="Courier New" panose="02070309020205020404" pitchFamily="49" charset="0"/>
                <a:cs typeface="Courier New" panose="02070309020205020404" pitchFamily="49" charset="0"/>
              </a:rPr>
              <a:t>[k].v1);  j = </a:t>
            </a:r>
            <a:r>
              <a:rPr lang="en-US" altLang="zh-CN" sz="1500" b="1" dirty="0" err="1">
                <a:latin typeface="Courier New" panose="02070309020205020404" pitchFamily="49" charset="0"/>
                <a:cs typeface="Courier New" panose="02070309020205020404" pitchFamily="49" charset="0"/>
              </a:rPr>
              <a:t>LocateVex</a:t>
            </a:r>
            <a:r>
              <a:rPr lang="en-US" altLang="zh-CN" sz="1500" b="1" dirty="0">
                <a:latin typeface="Courier New" panose="02070309020205020404" pitchFamily="49" charset="0"/>
                <a:cs typeface="Courier New" panose="02070309020205020404" pitchFamily="49" charset="0"/>
              </a:rPr>
              <a:t>(G, </a:t>
            </a:r>
            <a:r>
              <a:rPr lang="en-US" altLang="zh-CN" sz="1500" b="1" dirty="0" err="1">
                <a:latin typeface="Courier New" panose="02070309020205020404" pitchFamily="49" charset="0"/>
                <a:cs typeface="Courier New" panose="02070309020205020404" pitchFamily="49" charset="0"/>
              </a:rPr>
              <a:t>ve</a:t>
            </a:r>
            <a:r>
              <a:rPr lang="en-US" altLang="zh-CN" sz="1500" b="1" dirty="0">
                <a:latin typeface="Courier New" panose="02070309020205020404" pitchFamily="49" charset="0"/>
                <a:cs typeface="Courier New" panose="02070309020205020404" pitchFamily="49" charset="0"/>
              </a:rPr>
              <a:t>[k].v2);      </a:t>
            </a:r>
            <a:r>
              <a:rPr lang="en-US" altLang="zh-CN" sz="1500" b="1" dirty="0">
                <a:solidFill>
                  <a:srgbClr val="0070C0"/>
                </a:solidFill>
                <a:latin typeface="Courier New" panose="02070309020205020404" pitchFamily="49" charset="0"/>
                <a:cs typeface="Courier New" panose="02070309020205020404" pitchFamily="49" charset="0"/>
              </a:rPr>
              <a:t>// </a:t>
            </a:r>
            <a:r>
              <a:rPr lang="zh-CN" altLang="en-US" sz="1500" b="1" dirty="0">
                <a:solidFill>
                  <a:srgbClr val="0070C0"/>
                </a:solidFill>
                <a:latin typeface="Courier New" panose="02070309020205020404" pitchFamily="49" charset="0"/>
                <a:cs typeface="Courier New" panose="02070309020205020404" pitchFamily="49" charset="0"/>
              </a:rPr>
              <a:t>确定</a:t>
            </a:r>
            <a:r>
              <a:rPr lang="en-US" altLang="zh-CN" sz="1500" b="1" dirty="0">
                <a:solidFill>
                  <a:srgbClr val="0070C0"/>
                </a:solidFill>
                <a:latin typeface="Courier New" panose="02070309020205020404" pitchFamily="49" charset="0"/>
                <a:cs typeface="Courier New" panose="02070309020205020404" pitchFamily="49" charset="0"/>
              </a:rPr>
              <a:t>v1</a:t>
            </a:r>
            <a:r>
              <a:rPr lang="zh-CN" altLang="en-US" sz="1500" b="1" dirty="0">
                <a:solidFill>
                  <a:srgbClr val="0070C0"/>
                </a:solidFill>
                <a:latin typeface="Courier New" panose="02070309020205020404" pitchFamily="49" charset="0"/>
                <a:cs typeface="Courier New" panose="02070309020205020404" pitchFamily="49" charset="0"/>
              </a:rPr>
              <a:t>和</a:t>
            </a:r>
            <a:r>
              <a:rPr lang="en-US" altLang="zh-CN" sz="1500" b="1" dirty="0">
                <a:solidFill>
                  <a:srgbClr val="0070C0"/>
                </a:solidFill>
                <a:latin typeface="Courier New" panose="02070309020205020404" pitchFamily="49" charset="0"/>
                <a:cs typeface="Courier New" panose="02070309020205020404" pitchFamily="49" charset="0"/>
              </a:rPr>
              <a:t>v2</a:t>
            </a:r>
            <a:r>
              <a:rPr lang="zh-CN" altLang="en-US" sz="1500" b="1" dirty="0">
                <a:solidFill>
                  <a:srgbClr val="0070C0"/>
                </a:solidFill>
                <a:latin typeface="Courier New" panose="02070309020205020404" pitchFamily="49" charset="0"/>
                <a:cs typeface="Courier New" panose="02070309020205020404" pitchFamily="49" charset="0"/>
              </a:rPr>
              <a:t>在</a:t>
            </a:r>
            <a:r>
              <a:rPr lang="en-US" altLang="zh-CN" sz="1500" b="1" dirty="0">
                <a:solidFill>
                  <a:srgbClr val="0070C0"/>
                </a:solidFill>
                <a:latin typeface="Courier New" panose="02070309020205020404" pitchFamily="49" charset="0"/>
                <a:cs typeface="Courier New" panose="02070309020205020404" pitchFamily="49" charset="0"/>
              </a:rPr>
              <a:t>G</a:t>
            </a:r>
            <a:r>
              <a:rPr lang="zh-CN" altLang="en-US" sz="1500" b="1" dirty="0">
                <a:solidFill>
                  <a:srgbClr val="0070C0"/>
                </a:solidFill>
                <a:latin typeface="Courier New" panose="02070309020205020404" pitchFamily="49" charset="0"/>
                <a:cs typeface="Courier New" panose="02070309020205020404" pitchFamily="49" charset="0"/>
              </a:rPr>
              <a:t>中位置</a:t>
            </a:r>
          </a:p>
          <a:p>
            <a:r>
              <a:rPr lang="zh-CN" altLang="en-US" sz="1500" b="1" dirty="0">
                <a:latin typeface="Courier New" panose="02070309020205020404" pitchFamily="49" charset="0"/>
                <a:cs typeface="Courier New" panose="02070309020205020404" pitchFamily="49" charset="0"/>
              </a:rPr>
              <a:t>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500" b="1" dirty="0">
                <a:latin typeface="Courier New" panose="02070309020205020404" pitchFamily="49" charset="0"/>
                <a:cs typeface="Courier New" panose="02070309020205020404" pitchFamily="49" charset="0"/>
              </a:rPr>
              <a:t>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500" b="1" dirty="0">
                <a:latin typeface="Courier New" panose="02070309020205020404" pitchFamily="49" charset="0"/>
                <a:cs typeface="Courier New" panose="02070309020205020404" pitchFamily="49" charset="0"/>
              </a:rPr>
              <a:t>(p = (</a:t>
            </a:r>
            <a:r>
              <a:rPr lang="en-US" altLang="zh-CN" sz="1500" b="1" dirty="0" err="1">
                <a:latin typeface="Courier New" panose="02070309020205020404" pitchFamily="49" charset="0"/>
                <a:cs typeface="Courier New" panose="02070309020205020404" pitchFamily="49" charset="0"/>
              </a:rPr>
              <a:t>ArcBox</a:t>
            </a:r>
            <a:r>
              <a:rPr lang="en-US" altLang="zh-CN" sz="1500" b="1" dirty="0">
                <a:latin typeface="Courier New" panose="02070309020205020404" pitchFamily="49" charset="0"/>
                <a:cs typeface="Courier New" panose="02070309020205020404" pitchFamily="49" charset="0"/>
              </a:rPr>
              <a:t>*)</a:t>
            </a:r>
            <a:r>
              <a:rPr lang="en-US" altLang="zh-CN" sz="15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calloc</a:t>
            </a:r>
            <a:r>
              <a:rPr lang="en-US" altLang="zh-CN" sz="1500" b="1" dirty="0">
                <a:latin typeface="Courier New" panose="02070309020205020404" pitchFamily="49" charset="0"/>
                <a:cs typeface="Courier New" panose="02070309020205020404" pitchFamily="49" charset="0"/>
              </a:rPr>
              <a:t>(1, </a:t>
            </a:r>
            <a:r>
              <a:rPr lang="en-US" altLang="zh-CN" sz="15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ArcBox</a:t>
            </a:r>
            <a:r>
              <a:rPr lang="en-US" altLang="zh-CN" sz="1500" b="1" dirty="0">
                <a:latin typeface="Courier New" panose="02070309020205020404" pitchFamily="49" charset="0"/>
                <a:cs typeface="Courier New" panose="02070309020205020404" pitchFamily="49" charset="0"/>
              </a:rPr>
              <a:t>))))</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500" b="1" dirty="0">
                <a:latin typeface="Courier New" panose="02070309020205020404" pitchFamily="49" charset="0"/>
                <a:cs typeface="Courier New" panose="02070309020205020404" pitchFamily="49" charset="0"/>
              </a:rPr>
              <a:t>(OVERFLOW); </a:t>
            </a:r>
            <a:r>
              <a:rPr lang="en-US" altLang="zh-CN" sz="1500" b="1" dirty="0">
                <a:solidFill>
                  <a:srgbClr val="0070C0"/>
                </a:solidFill>
                <a:latin typeface="Courier New" panose="02070309020205020404" pitchFamily="49" charset="0"/>
                <a:cs typeface="Courier New" panose="02070309020205020404" pitchFamily="49" charset="0"/>
              </a:rPr>
              <a:t>// </a:t>
            </a:r>
            <a:r>
              <a:rPr lang="zh-CN" altLang="en-US" sz="1500" b="1" dirty="0">
                <a:solidFill>
                  <a:srgbClr val="0070C0"/>
                </a:solidFill>
                <a:latin typeface="Courier New" panose="02070309020205020404" pitchFamily="49" charset="0"/>
                <a:cs typeface="Courier New" panose="02070309020205020404" pitchFamily="49" charset="0"/>
              </a:rPr>
              <a:t>分配弧结点空间</a:t>
            </a:r>
          </a:p>
          <a:p>
            <a:r>
              <a:rPr lang="zh-CN" altLang="en-US" sz="1500" b="1" dirty="0">
                <a:latin typeface="Courier New" panose="02070309020205020404" pitchFamily="49" charset="0"/>
                <a:cs typeface="Courier New" panose="02070309020205020404" pitchFamily="49" charset="0"/>
              </a:rPr>
              <a:t>    </a:t>
            </a:r>
            <a:r>
              <a:rPr lang="en-US" altLang="zh-CN" sz="1500" b="1" dirty="0">
                <a:latin typeface="Courier New" panose="02070309020205020404" pitchFamily="49" charset="0"/>
                <a:cs typeface="Courier New" panose="02070309020205020404" pitchFamily="49" charset="0"/>
              </a:rPr>
              <a:t>p-&gt;</a:t>
            </a:r>
            <a:r>
              <a:rPr lang="en-US" altLang="zh-CN" sz="1500" b="1" dirty="0" err="1">
                <a:latin typeface="Courier New" panose="02070309020205020404" pitchFamily="49" charset="0"/>
                <a:cs typeface="Courier New" panose="02070309020205020404" pitchFamily="49" charset="0"/>
              </a:rPr>
              <a:t>tailvex</a:t>
            </a:r>
            <a:r>
              <a:rPr lang="en-US" altLang="zh-CN" sz="1500" b="1" dirty="0">
                <a:latin typeface="Courier New" panose="02070309020205020404" pitchFamily="49" charset="0"/>
                <a:cs typeface="Courier New" panose="02070309020205020404" pitchFamily="49" charset="0"/>
              </a:rPr>
              <a:t> = </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    p-&gt;</a:t>
            </a:r>
            <a:r>
              <a:rPr lang="en-US" altLang="zh-CN" sz="1500" b="1" dirty="0" err="1">
                <a:latin typeface="Courier New" panose="02070309020205020404" pitchFamily="49" charset="0"/>
                <a:cs typeface="Courier New" panose="02070309020205020404" pitchFamily="49" charset="0"/>
              </a:rPr>
              <a:t>headvex</a:t>
            </a:r>
            <a:r>
              <a:rPr lang="en-US" altLang="zh-CN" sz="1500" b="1" dirty="0">
                <a:latin typeface="Courier New" panose="02070309020205020404" pitchFamily="49" charset="0"/>
                <a:cs typeface="Courier New" panose="02070309020205020404" pitchFamily="49" charset="0"/>
              </a:rPr>
              <a:t> = j;     </a:t>
            </a:r>
            <a:r>
              <a:rPr lang="en-US" altLang="zh-CN" sz="1500" b="1" dirty="0">
                <a:solidFill>
                  <a:srgbClr val="0070C0"/>
                </a:solidFill>
                <a:latin typeface="Courier New" panose="02070309020205020404" pitchFamily="49" charset="0"/>
                <a:cs typeface="Courier New" panose="02070309020205020404" pitchFamily="49" charset="0"/>
              </a:rPr>
              <a:t>//</a:t>
            </a:r>
            <a:r>
              <a:rPr lang="zh-CN" altLang="en-US" sz="1500" b="1" dirty="0">
                <a:solidFill>
                  <a:srgbClr val="0070C0"/>
                </a:solidFill>
                <a:latin typeface="Courier New" panose="02070309020205020404" pitchFamily="49" charset="0"/>
                <a:cs typeface="Courier New" panose="02070309020205020404" pitchFamily="49" charset="0"/>
              </a:rPr>
              <a:t> 弧尾</a:t>
            </a:r>
            <a:r>
              <a:rPr lang="en-US" altLang="zh-CN" sz="1500" b="1" dirty="0" err="1">
                <a:solidFill>
                  <a:srgbClr val="0070C0"/>
                </a:solidFill>
                <a:latin typeface="Courier New" panose="02070309020205020404" pitchFamily="49" charset="0"/>
                <a:cs typeface="Courier New" panose="02070309020205020404" pitchFamily="49" charset="0"/>
              </a:rPr>
              <a:t>i</a:t>
            </a:r>
            <a:r>
              <a:rPr lang="zh-CN" altLang="en-US" sz="1500" b="1" dirty="0">
                <a:solidFill>
                  <a:srgbClr val="0070C0"/>
                </a:solidFill>
                <a:latin typeface="Courier New" panose="02070309020205020404" pitchFamily="49" charset="0"/>
                <a:cs typeface="Courier New" panose="02070309020205020404" pitchFamily="49" charset="0"/>
              </a:rPr>
              <a:t>，弧头</a:t>
            </a:r>
            <a:r>
              <a:rPr lang="en-US" altLang="zh-CN" sz="1500" b="1" dirty="0">
                <a:solidFill>
                  <a:srgbClr val="0070C0"/>
                </a:solidFill>
                <a:latin typeface="Courier New" panose="02070309020205020404" pitchFamily="49" charset="0"/>
                <a:cs typeface="Courier New" panose="02070309020205020404" pitchFamily="49" charset="0"/>
              </a:rPr>
              <a:t>j</a:t>
            </a:r>
          </a:p>
          <a:p>
            <a:r>
              <a:rPr lang="en-US" altLang="zh-CN" sz="1500" b="1" dirty="0">
                <a:latin typeface="Courier New" panose="02070309020205020404" pitchFamily="49" charset="0"/>
                <a:cs typeface="Courier New" panose="02070309020205020404" pitchFamily="49" charset="0"/>
              </a:rPr>
              <a:t>    p-&gt;</a:t>
            </a:r>
            <a:r>
              <a:rPr lang="en-US" altLang="zh-CN" sz="1500" b="1" dirty="0" err="1">
                <a:latin typeface="Courier New" panose="02070309020205020404" pitchFamily="49" charset="0"/>
                <a:cs typeface="Courier New" panose="02070309020205020404" pitchFamily="49" charset="0"/>
              </a:rPr>
              <a:t>hlink</a:t>
            </a:r>
            <a:r>
              <a:rPr lang="en-US" altLang="zh-CN" sz="1500" b="1" dirty="0">
                <a:latin typeface="Courier New" panose="02070309020205020404" pitchFamily="49" charset="0"/>
                <a:cs typeface="Courier New" panose="02070309020205020404" pitchFamily="49" charset="0"/>
              </a:rPr>
              <a:t> = G-&gt;</a:t>
            </a:r>
            <a:r>
              <a:rPr lang="en-US" altLang="zh-CN" sz="1500" b="1" dirty="0" err="1">
                <a:latin typeface="Courier New" panose="02070309020205020404" pitchFamily="49" charset="0"/>
                <a:cs typeface="Courier New" panose="02070309020205020404" pitchFamily="49" charset="0"/>
              </a:rPr>
              <a:t>xlist</a:t>
            </a:r>
            <a:r>
              <a:rPr lang="en-US" altLang="zh-CN" sz="1500" b="1" dirty="0">
                <a:latin typeface="Courier New" panose="02070309020205020404" pitchFamily="49" charset="0"/>
                <a:cs typeface="Courier New" panose="02070309020205020404" pitchFamily="49" charset="0"/>
              </a:rPr>
              <a:t>[j].</a:t>
            </a:r>
            <a:r>
              <a:rPr lang="en-US" altLang="zh-CN" sz="1500" b="1" dirty="0" err="1">
                <a:latin typeface="Courier New" panose="02070309020205020404" pitchFamily="49" charset="0"/>
                <a:cs typeface="Courier New" panose="02070309020205020404" pitchFamily="49" charset="0"/>
              </a:rPr>
              <a:t>firstin</a:t>
            </a:r>
            <a:r>
              <a:rPr lang="en-US" altLang="zh-CN" sz="1500" b="1" dirty="0">
                <a:latin typeface="Courier New" panose="02070309020205020404" pitchFamily="49" charset="0"/>
                <a:cs typeface="Courier New" panose="02070309020205020404" pitchFamily="49" charset="0"/>
              </a:rPr>
              <a:t>;        </a:t>
            </a:r>
            <a:r>
              <a:rPr lang="en-US" altLang="zh-CN" sz="1500" b="1" dirty="0">
                <a:solidFill>
                  <a:srgbClr val="0070C0"/>
                </a:solidFill>
                <a:latin typeface="Courier New" panose="02070309020205020404" pitchFamily="49" charset="0"/>
                <a:cs typeface="Courier New" panose="02070309020205020404" pitchFamily="49" charset="0"/>
              </a:rPr>
              <a:t>// </a:t>
            </a:r>
            <a:r>
              <a:rPr lang="zh-CN" altLang="en-US" sz="1500" b="1" dirty="0">
                <a:solidFill>
                  <a:srgbClr val="0070C0"/>
                </a:solidFill>
                <a:latin typeface="Courier New" panose="02070309020205020404" pitchFamily="49" charset="0"/>
                <a:cs typeface="Courier New" panose="02070309020205020404" pitchFamily="49" charset="0"/>
              </a:rPr>
              <a:t>插入</a:t>
            </a:r>
            <a:r>
              <a:rPr lang="en-US" altLang="zh-CN" sz="1500" b="1" dirty="0">
                <a:solidFill>
                  <a:srgbClr val="0070C0"/>
                </a:solidFill>
                <a:latin typeface="Courier New" panose="02070309020205020404" pitchFamily="49" charset="0"/>
                <a:cs typeface="Courier New" panose="02070309020205020404" pitchFamily="49" charset="0"/>
              </a:rPr>
              <a:t>j</a:t>
            </a:r>
            <a:r>
              <a:rPr lang="zh-CN" altLang="en-US" sz="1500" b="1" dirty="0">
                <a:solidFill>
                  <a:srgbClr val="0070C0"/>
                </a:solidFill>
                <a:latin typeface="Courier New" panose="02070309020205020404" pitchFamily="49" charset="0"/>
                <a:cs typeface="Courier New" panose="02070309020205020404" pitchFamily="49" charset="0"/>
              </a:rPr>
              <a:t>的入弧链（以</a:t>
            </a:r>
            <a:r>
              <a:rPr lang="en-US" altLang="zh-CN" sz="1500" b="1" dirty="0">
                <a:solidFill>
                  <a:srgbClr val="0070C0"/>
                </a:solidFill>
                <a:latin typeface="Courier New" panose="02070309020205020404" pitchFamily="49" charset="0"/>
                <a:cs typeface="Courier New" panose="02070309020205020404" pitchFamily="49" charset="0"/>
              </a:rPr>
              <a:t>j</a:t>
            </a:r>
            <a:r>
              <a:rPr lang="zh-CN" altLang="en-US" sz="1500" b="1" dirty="0">
                <a:solidFill>
                  <a:srgbClr val="0070C0"/>
                </a:solidFill>
                <a:latin typeface="Courier New" panose="02070309020205020404" pitchFamily="49" charset="0"/>
                <a:cs typeface="Courier New" panose="02070309020205020404" pitchFamily="49" charset="0"/>
              </a:rPr>
              <a:t>为弧头的弧链）</a:t>
            </a:r>
            <a:endParaRPr lang="en-US" altLang="zh-CN" sz="1500" b="1" dirty="0">
              <a:solidFill>
                <a:srgbClr val="0070C0"/>
              </a:solidFill>
              <a:latin typeface="Courier New" panose="02070309020205020404" pitchFamily="49" charset="0"/>
              <a:cs typeface="Courier New" panose="02070309020205020404" pitchFamily="49" charset="0"/>
            </a:endParaRPr>
          </a:p>
          <a:p>
            <a:r>
              <a:rPr lang="en-US" altLang="zh-CN" sz="1500" b="1" dirty="0">
                <a:latin typeface="Courier New" panose="02070309020205020404" pitchFamily="49" charset="0"/>
                <a:cs typeface="Courier New" panose="02070309020205020404" pitchFamily="49" charset="0"/>
              </a:rPr>
              <a:t>    p-&gt;</a:t>
            </a:r>
            <a:r>
              <a:rPr lang="en-US" altLang="zh-CN" sz="1500" b="1" dirty="0" err="1">
                <a:latin typeface="Courier New" panose="02070309020205020404" pitchFamily="49" charset="0"/>
                <a:cs typeface="Courier New" panose="02070309020205020404" pitchFamily="49" charset="0"/>
              </a:rPr>
              <a:t>tlink</a:t>
            </a:r>
            <a:r>
              <a:rPr lang="en-US" altLang="zh-CN" sz="1500" b="1" dirty="0">
                <a:latin typeface="Courier New" panose="02070309020205020404" pitchFamily="49" charset="0"/>
                <a:cs typeface="Courier New" panose="02070309020205020404" pitchFamily="49" charset="0"/>
              </a:rPr>
              <a:t> = G-&gt;</a:t>
            </a:r>
            <a:r>
              <a:rPr lang="en-US" altLang="zh-CN" sz="1500" b="1" dirty="0" err="1">
                <a:latin typeface="Courier New" panose="02070309020205020404" pitchFamily="49" charset="0"/>
                <a:cs typeface="Courier New" panose="02070309020205020404" pitchFamily="49" charset="0"/>
              </a:rPr>
              <a:t>xlist</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firstout</a:t>
            </a:r>
            <a:r>
              <a:rPr lang="en-US" altLang="zh-CN" sz="1500" b="1" dirty="0">
                <a:latin typeface="Courier New" panose="02070309020205020404" pitchFamily="49" charset="0"/>
                <a:cs typeface="Courier New" panose="02070309020205020404" pitchFamily="49" charset="0"/>
              </a:rPr>
              <a:t>;       </a:t>
            </a:r>
            <a:r>
              <a:rPr lang="en-US" altLang="zh-CN" sz="1500" b="1" dirty="0">
                <a:solidFill>
                  <a:srgbClr val="0070C0"/>
                </a:solidFill>
                <a:latin typeface="Courier New" panose="02070309020205020404" pitchFamily="49" charset="0"/>
                <a:cs typeface="Courier New" panose="02070309020205020404" pitchFamily="49" charset="0"/>
              </a:rPr>
              <a:t>// </a:t>
            </a:r>
            <a:r>
              <a:rPr lang="zh-CN" altLang="en-US" sz="1500" b="1" dirty="0">
                <a:solidFill>
                  <a:srgbClr val="0070C0"/>
                </a:solidFill>
                <a:latin typeface="Courier New" panose="02070309020205020404" pitchFamily="49" charset="0"/>
                <a:cs typeface="Courier New" panose="02070309020205020404" pitchFamily="49" charset="0"/>
              </a:rPr>
              <a:t>插入</a:t>
            </a:r>
            <a:r>
              <a:rPr lang="en-US" altLang="zh-CN" sz="1500" b="1" dirty="0" err="1">
                <a:solidFill>
                  <a:srgbClr val="0070C0"/>
                </a:solidFill>
                <a:latin typeface="Courier New" panose="02070309020205020404" pitchFamily="49" charset="0"/>
                <a:cs typeface="Courier New" panose="02070309020205020404" pitchFamily="49" charset="0"/>
              </a:rPr>
              <a:t>i</a:t>
            </a:r>
            <a:r>
              <a:rPr lang="zh-CN" altLang="en-US" sz="1500" b="1" dirty="0">
                <a:solidFill>
                  <a:srgbClr val="0070C0"/>
                </a:solidFill>
                <a:latin typeface="Courier New" panose="02070309020205020404" pitchFamily="49" charset="0"/>
                <a:cs typeface="Courier New" panose="02070309020205020404" pitchFamily="49" charset="0"/>
              </a:rPr>
              <a:t>的出弧链（以</a:t>
            </a:r>
            <a:r>
              <a:rPr lang="en-US" altLang="zh-CN" sz="1500" b="1" dirty="0">
                <a:solidFill>
                  <a:srgbClr val="0070C0"/>
                </a:solidFill>
                <a:latin typeface="Courier New" panose="02070309020205020404" pitchFamily="49" charset="0"/>
                <a:cs typeface="Courier New" panose="02070309020205020404" pitchFamily="49" charset="0"/>
              </a:rPr>
              <a:t>i</a:t>
            </a:r>
            <a:r>
              <a:rPr lang="zh-CN" altLang="en-US" sz="1500" b="1" dirty="0">
                <a:solidFill>
                  <a:srgbClr val="0070C0"/>
                </a:solidFill>
                <a:latin typeface="Courier New" panose="02070309020205020404" pitchFamily="49" charset="0"/>
                <a:cs typeface="Courier New" panose="02070309020205020404" pitchFamily="49" charset="0"/>
              </a:rPr>
              <a:t>为弧尾的弧链）</a:t>
            </a:r>
            <a:endParaRPr lang="en-US" altLang="zh-CN" sz="1500" b="1" dirty="0">
              <a:solidFill>
                <a:srgbClr val="0070C0"/>
              </a:solidFill>
              <a:latin typeface="Courier New" panose="02070309020205020404" pitchFamily="49" charset="0"/>
              <a:cs typeface="Courier New" panose="02070309020205020404" pitchFamily="49" charset="0"/>
            </a:endParaRPr>
          </a:p>
          <a:p>
            <a:r>
              <a:rPr lang="en-US" altLang="zh-CN" sz="1500" b="1" dirty="0">
                <a:latin typeface="Courier New" panose="02070309020205020404" pitchFamily="49" charset="0"/>
                <a:cs typeface="Courier New" panose="02070309020205020404" pitchFamily="49" charset="0"/>
              </a:rPr>
              <a:t>    G-&gt;</a:t>
            </a:r>
            <a:r>
              <a:rPr lang="en-US" altLang="zh-CN" sz="1500" b="1" dirty="0" err="1">
                <a:latin typeface="Courier New" panose="02070309020205020404" pitchFamily="49" charset="0"/>
                <a:cs typeface="Courier New" panose="02070309020205020404" pitchFamily="49" charset="0"/>
              </a:rPr>
              <a:t>xlist</a:t>
            </a:r>
            <a:r>
              <a:rPr lang="en-US" altLang="zh-CN" sz="1500" b="1" dirty="0">
                <a:latin typeface="Courier New" panose="02070309020205020404" pitchFamily="49" charset="0"/>
                <a:cs typeface="Courier New" panose="02070309020205020404" pitchFamily="49" charset="0"/>
              </a:rPr>
              <a:t>[j].</a:t>
            </a:r>
            <a:r>
              <a:rPr lang="en-US" altLang="zh-CN" sz="1500" b="1" dirty="0" err="1">
                <a:latin typeface="Courier New" panose="02070309020205020404" pitchFamily="49" charset="0"/>
                <a:cs typeface="Courier New" panose="02070309020205020404" pitchFamily="49" charset="0"/>
              </a:rPr>
              <a:t>firstin</a:t>
            </a:r>
            <a:r>
              <a:rPr lang="en-US" altLang="zh-CN" sz="1500" b="1" dirty="0">
                <a:latin typeface="Courier New" panose="02070309020205020404" pitchFamily="49" charset="0"/>
                <a:cs typeface="Courier New" panose="02070309020205020404" pitchFamily="49" charset="0"/>
              </a:rPr>
              <a:t> = G-&gt;</a:t>
            </a:r>
            <a:r>
              <a:rPr lang="en-US" altLang="zh-CN" sz="1500" b="1" dirty="0" err="1">
                <a:latin typeface="Courier New" panose="02070309020205020404" pitchFamily="49" charset="0"/>
                <a:cs typeface="Courier New" panose="02070309020205020404" pitchFamily="49" charset="0"/>
              </a:rPr>
              <a:t>xlist</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i</a:t>
            </a:r>
            <a:r>
              <a:rPr lang="en-US" altLang="zh-CN" sz="1500" b="1" dirty="0">
                <a:latin typeface="Courier New" panose="02070309020205020404" pitchFamily="49" charset="0"/>
                <a:cs typeface="Courier New" panose="02070309020205020404" pitchFamily="49" charset="0"/>
              </a:rPr>
              <a:t>].</a:t>
            </a:r>
            <a:r>
              <a:rPr lang="en-US" altLang="zh-CN" sz="1500" b="1" dirty="0" err="1">
                <a:latin typeface="Courier New" panose="02070309020205020404" pitchFamily="49" charset="0"/>
                <a:cs typeface="Courier New" panose="02070309020205020404" pitchFamily="49" charset="0"/>
              </a:rPr>
              <a:t>firstout</a:t>
            </a:r>
            <a:r>
              <a:rPr lang="en-US" altLang="zh-CN" sz="1500" b="1" dirty="0">
                <a:latin typeface="Courier New" panose="02070309020205020404" pitchFamily="49" charset="0"/>
                <a:cs typeface="Courier New" panose="02070309020205020404" pitchFamily="49" charset="0"/>
              </a:rPr>
              <a:t> = p; </a:t>
            </a:r>
            <a:r>
              <a:rPr lang="en-US" altLang="zh-CN" sz="1500" b="1" dirty="0">
                <a:solidFill>
                  <a:srgbClr val="0070C0"/>
                </a:solidFill>
                <a:latin typeface="Courier New" panose="02070309020205020404" pitchFamily="49" charset="0"/>
                <a:cs typeface="Courier New" panose="02070309020205020404" pitchFamily="49" charset="0"/>
              </a:rPr>
              <a:t>// </a:t>
            </a:r>
            <a:r>
              <a:rPr lang="zh-CN" altLang="en-US" sz="1500" b="1" dirty="0">
                <a:solidFill>
                  <a:srgbClr val="0070C0"/>
                </a:solidFill>
                <a:latin typeface="Courier New" panose="02070309020205020404" pitchFamily="49" charset="0"/>
                <a:cs typeface="Courier New" panose="02070309020205020404" pitchFamily="49" charset="0"/>
              </a:rPr>
              <a:t>完成在入弧和出弧链头的插入</a:t>
            </a:r>
          </a:p>
          <a:p>
            <a:r>
              <a:rPr lang="en-US" altLang="zh-CN" sz="1500" b="1" dirty="0">
                <a:latin typeface="Courier New" panose="02070309020205020404" pitchFamily="49" charset="0"/>
                <a:cs typeface="Courier New" panose="02070309020205020404" pitchFamily="49" charset="0"/>
              </a:rPr>
              <a:t>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500" b="1" dirty="0">
                <a:latin typeface="Courier New" panose="02070309020205020404" pitchFamily="49" charset="0"/>
                <a:cs typeface="Courier New" panose="02070309020205020404" pitchFamily="49" charset="0"/>
              </a:rPr>
              <a:t>  </a:t>
            </a:r>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500" b="1" dirty="0">
                <a:latin typeface="Courier New" panose="02070309020205020404" pitchFamily="49" charset="0"/>
                <a:cs typeface="Courier New" panose="02070309020205020404" pitchFamily="49" charset="0"/>
              </a:rPr>
              <a:t> G;</a:t>
            </a:r>
          </a:p>
          <a:p>
            <a:r>
              <a:rPr lang="en-US" altLang="zh-CN" sz="15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500" b="1" dirty="0">
              <a:solidFill>
                <a:srgbClr val="0070C0"/>
              </a:solidFill>
              <a:latin typeface="Courier New" panose="02070309020205020404" pitchFamily="49" charset="0"/>
              <a:cs typeface="Courier New" panose="02070309020205020404" pitchFamily="49" charset="0"/>
            </a:endParaRPr>
          </a:p>
        </p:txBody>
      </p:sp>
      <p:grpSp>
        <p:nvGrpSpPr>
          <p:cNvPr id="219" name="组合 218">
            <a:extLst>
              <a:ext uri="{FF2B5EF4-FFF2-40B4-BE49-F238E27FC236}">
                <a16:creationId xmlns:a16="http://schemas.microsoft.com/office/drawing/2014/main" id="{D1068147-097D-4798-B330-5A50762F4BFD}"/>
              </a:ext>
            </a:extLst>
          </p:cNvPr>
          <p:cNvGrpSpPr/>
          <p:nvPr/>
        </p:nvGrpSpPr>
        <p:grpSpPr>
          <a:xfrm>
            <a:off x="2566397" y="2396103"/>
            <a:ext cx="2167581" cy="547675"/>
            <a:chOff x="4229001" y="2673590"/>
            <a:chExt cx="2167581" cy="547675"/>
          </a:xfrm>
        </p:grpSpPr>
        <p:sp>
          <p:nvSpPr>
            <p:cNvPr id="195" name="文本框 194">
              <a:extLst>
                <a:ext uri="{FF2B5EF4-FFF2-40B4-BE49-F238E27FC236}">
                  <a16:creationId xmlns:a16="http://schemas.microsoft.com/office/drawing/2014/main" id="{9C8A8DCB-A81E-40D5-8CEF-E9F2A62D4655}"/>
                </a:ext>
              </a:extLst>
            </p:cNvPr>
            <p:cNvSpPr txBox="1"/>
            <p:nvPr/>
          </p:nvSpPr>
          <p:spPr>
            <a:xfrm>
              <a:off x="4229001" y="2673590"/>
              <a:ext cx="2167581" cy="369332"/>
            </a:xfrm>
            <a:prstGeom prst="rect">
              <a:avLst/>
            </a:prstGeom>
            <a:noFill/>
          </p:spPr>
          <p:txBody>
            <a:bodyPr wrap="none" rtlCol="0">
              <a:spAutoFit/>
            </a:bodyPr>
            <a:lstStyle/>
            <a:p>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顶点序列</a:t>
              </a:r>
              <a:r>
                <a:rPr lang="en-US" altLang="zh-CN"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{A,B,C,D}</a:t>
              </a:r>
              <a:endPar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p:txBody>
        </p:sp>
        <p:cxnSp>
          <p:nvCxnSpPr>
            <p:cNvPr id="196" name="直接连接符 195">
              <a:extLst>
                <a:ext uri="{FF2B5EF4-FFF2-40B4-BE49-F238E27FC236}">
                  <a16:creationId xmlns:a16="http://schemas.microsoft.com/office/drawing/2014/main" id="{F651BC5A-41F9-49E1-B8D6-EC803EC804AB}"/>
                </a:ext>
              </a:extLst>
            </p:cNvPr>
            <p:cNvCxnSpPr>
              <a:cxnSpLocks/>
            </p:cNvCxnSpPr>
            <p:nvPr/>
          </p:nvCxnSpPr>
          <p:spPr>
            <a:xfrm flipH="1">
              <a:off x="5234969" y="3003167"/>
              <a:ext cx="156821" cy="218098"/>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21" name="组合 220">
            <a:extLst>
              <a:ext uri="{FF2B5EF4-FFF2-40B4-BE49-F238E27FC236}">
                <a16:creationId xmlns:a16="http://schemas.microsoft.com/office/drawing/2014/main" id="{E2597910-E74D-47F4-8B99-BDF58AFF30FF}"/>
              </a:ext>
            </a:extLst>
          </p:cNvPr>
          <p:cNvGrpSpPr/>
          <p:nvPr/>
        </p:nvGrpSpPr>
        <p:grpSpPr>
          <a:xfrm>
            <a:off x="307284" y="3330074"/>
            <a:ext cx="734971" cy="1037195"/>
            <a:chOff x="218066" y="3676917"/>
            <a:chExt cx="734971" cy="1037195"/>
          </a:xfrm>
        </p:grpSpPr>
        <p:sp>
          <p:nvSpPr>
            <p:cNvPr id="199" name="左大括号 198">
              <a:extLst>
                <a:ext uri="{FF2B5EF4-FFF2-40B4-BE49-F238E27FC236}">
                  <a16:creationId xmlns:a16="http://schemas.microsoft.com/office/drawing/2014/main" id="{7A7655F0-42E4-4B33-99AF-8440CD31ABCB}"/>
                </a:ext>
              </a:extLst>
            </p:cNvPr>
            <p:cNvSpPr/>
            <p:nvPr/>
          </p:nvSpPr>
          <p:spPr>
            <a:xfrm>
              <a:off x="553792" y="3676917"/>
              <a:ext cx="399245" cy="1037195"/>
            </a:xfrm>
            <a:prstGeom prst="leftBrace">
              <a:avLst>
                <a:gd name="adj1" fmla="val 8333"/>
                <a:gd name="adj2" fmla="val 51639"/>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0" name="文本框 199">
              <a:extLst>
                <a:ext uri="{FF2B5EF4-FFF2-40B4-BE49-F238E27FC236}">
                  <a16:creationId xmlns:a16="http://schemas.microsoft.com/office/drawing/2014/main" id="{6F2F6B48-C4DC-4352-86F3-F67EFDB59021}"/>
                </a:ext>
              </a:extLst>
            </p:cNvPr>
            <p:cNvSpPr txBox="1"/>
            <p:nvPr/>
          </p:nvSpPr>
          <p:spPr>
            <a:xfrm>
              <a:off x="218066" y="3688835"/>
              <a:ext cx="354169" cy="923330"/>
            </a:xfrm>
            <a:prstGeom prst="rect">
              <a:avLst/>
            </a:prstGeom>
            <a:noFill/>
          </p:spPr>
          <p:txBody>
            <a:bodyPr wrap="square" rtlCol="0">
              <a:spAutoFit/>
            </a:bodyPr>
            <a:lstStyle/>
            <a:p>
              <a:r>
                <a:rPr lang="zh-CN" altLang="en-US" b="1" dirty="0">
                  <a:solidFill>
                    <a:srgbClr val="C00000"/>
                  </a:solidFill>
                </a:rPr>
                <a:t>初始化</a:t>
              </a:r>
            </a:p>
          </p:txBody>
        </p:sp>
      </p:grpSp>
      <p:sp>
        <p:nvSpPr>
          <p:cNvPr id="201" name="Text Box 47">
            <a:extLst>
              <a:ext uri="{FF2B5EF4-FFF2-40B4-BE49-F238E27FC236}">
                <a16:creationId xmlns:a16="http://schemas.microsoft.com/office/drawing/2014/main" id="{39055CAC-F5CE-4689-9BAB-A21223C01896}"/>
              </a:ext>
            </a:extLst>
          </p:cNvPr>
          <p:cNvSpPr txBox="1">
            <a:spLocks noChangeArrowheads="1"/>
          </p:cNvSpPr>
          <p:nvPr/>
        </p:nvSpPr>
        <p:spPr bwMode="auto">
          <a:xfrm>
            <a:off x="4913593" y="980218"/>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202" name="Text Box 47">
            <a:extLst>
              <a:ext uri="{FF2B5EF4-FFF2-40B4-BE49-F238E27FC236}">
                <a16:creationId xmlns:a16="http://schemas.microsoft.com/office/drawing/2014/main" id="{800BDF90-7690-43BF-B946-CAE46C2A9105}"/>
              </a:ext>
            </a:extLst>
          </p:cNvPr>
          <p:cNvSpPr txBox="1">
            <a:spLocks noChangeArrowheads="1"/>
          </p:cNvSpPr>
          <p:nvPr/>
        </p:nvSpPr>
        <p:spPr bwMode="auto">
          <a:xfrm>
            <a:off x="4907381" y="1493381"/>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203" name="Text Box 47">
            <a:extLst>
              <a:ext uri="{FF2B5EF4-FFF2-40B4-BE49-F238E27FC236}">
                <a16:creationId xmlns:a16="http://schemas.microsoft.com/office/drawing/2014/main" id="{17DBE090-ED76-4B28-AF19-BB3818B387EF}"/>
              </a:ext>
            </a:extLst>
          </p:cNvPr>
          <p:cNvSpPr txBox="1">
            <a:spLocks noChangeArrowheads="1"/>
          </p:cNvSpPr>
          <p:nvPr/>
        </p:nvSpPr>
        <p:spPr bwMode="auto">
          <a:xfrm>
            <a:off x="4609011" y="1486827"/>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204" name="Text Box 47">
            <a:extLst>
              <a:ext uri="{FF2B5EF4-FFF2-40B4-BE49-F238E27FC236}">
                <a16:creationId xmlns:a16="http://schemas.microsoft.com/office/drawing/2014/main" id="{551228F2-017A-4A3F-8D9D-E5FA25EBCC7F}"/>
              </a:ext>
            </a:extLst>
          </p:cNvPr>
          <p:cNvSpPr txBox="1">
            <a:spLocks noChangeArrowheads="1"/>
          </p:cNvSpPr>
          <p:nvPr/>
        </p:nvSpPr>
        <p:spPr bwMode="auto">
          <a:xfrm>
            <a:off x="4605289" y="971500"/>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205" name="Text Box 47">
            <a:extLst>
              <a:ext uri="{FF2B5EF4-FFF2-40B4-BE49-F238E27FC236}">
                <a16:creationId xmlns:a16="http://schemas.microsoft.com/office/drawing/2014/main" id="{7284A3CC-4720-41E7-B064-C129FAA183A0}"/>
              </a:ext>
            </a:extLst>
          </p:cNvPr>
          <p:cNvSpPr txBox="1">
            <a:spLocks noChangeArrowheads="1"/>
          </p:cNvSpPr>
          <p:nvPr/>
        </p:nvSpPr>
        <p:spPr bwMode="auto">
          <a:xfrm>
            <a:off x="4605806" y="2008257"/>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206" name="Text Box 47">
            <a:extLst>
              <a:ext uri="{FF2B5EF4-FFF2-40B4-BE49-F238E27FC236}">
                <a16:creationId xmlns:a16="http://schemas.microsoft.com/office/drawing/2014/main" id="{B9F57817-CFE5-4953-BA00-960FAE846409}"/>
              </a:ext>
            </a:extLst>
          </p:cNvPr>
          <p:cNvSpPr txBox="1">
            <a:spLocks noChangeArrowheads="1"/>
          </p:cNvSpPr>
          <p:nvPr/>
        </p:nvSpPr>
        <p:spPr bwMode="auto">
          <a:xfrm>
            <a:off x="4614615" y="469264"/>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207" name="Text Box 47">
            <a:extLst>
              <a:ext uri="{FF2B5EF4-FFF2-40B4-BE49-F238E27FC236}">
                <a16:creationId xmlns:a16="http://schemas.microsoft.com/office/drawing/2014/main" id="{683A244D-0B43-46EB-B056-9BDD5B12A477}"/>
              </a:ext>
            </a:extLst>
          </p:cNvPr>
          <p:cNvSpPr txBox="1">
            <a:spLocks noChangeArrowheads="1"/>
          </p:cNvSpPr>
          <p:nvPr/>
        </p:nvSpPr>
        <p:spPr bwMode="auto">
          <a:xfrm>
            <a:off x="4898305" y="474343"/>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208" name="Text Box 47">
            <a:extLst>
              <a:ext uri="{FF2B5EF4-FFF2-40B4-BE49-F238E27FC236}">
                <a16:creationId xmlns:a16="http://schemas.microsoft.com/office/drawing/2014/main" id="{48E87436-214C-4E7E-B0CB-EC972AF50A68}"/>
              </a:ext>
            </a:extLst>
          </p:cNvPr>
          <p:cNvSpPr txBox="1">
            <a:spLocks noChangeArrowheads="1"/>
          </p:cNvSpPr>
          <p:nvPr/>
        </p:nvSpPr>
        <p:spPr bwMode="auto">
          <a:xfrm>
            <a:off x="4925500" y="2019025"/>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grpSp>
        <p:nvGrpSpPr>
          <p:cNvPr id="220" name="组合 219">
            <a:extLst>
              <a:ext uri="{FF2B5EF4-FFF2-40B4-BE49-F238E27FC236}">
                <a16:creationId xmlns:a16="http://schemas.microsoft.com/office/drawing/2014/main" id="{A4B9A00B-4E02-4F41-9957-2A9418338BDB}"/>
              </a:ext>
            </a:extLst>
          </p:cNvPr>
          <p:cNvGrpSpPr/>
          <p:nvPr/>
        </p:nvGrpSpPr>
        <p:grpSpPr>
          <a:xfrm>
            <a:off x="5932450" y="2471973"/>
            <a:ext cx="3745489" cy="891086"/>
            <a:chOff x="7185564" y="3070046"/>
            <a:chExt cx="3745489" cy="891086"/>
          </a:xfrm>
        </p:grpSpPr>
        <p:sp>
          <p:nvSpPr>
            <p:cNvPr id="197" name="文本框 196">
              <a:extLst>
                <a:ext uri="{FF2B5EF4-FFF2-40B4-BE49-F238E27FC236}">
                  <a16:creationId xmlns:a16="http://schemas.microsoft.com/office/drawing/2014/main" id="{C2C0AD8A-D27A-4EF8-AE6C-AA42F3A2AE9F}"/>
                </a:ext>
              </a:extLst>
            </p:cNvPr>
            <p:cNvSpPr txBox="1"/>
            <p:nvPr/>
          </p:nvSpPr>
          <p:spPr>
            <a:xfrm>
              <a:off x="8379158" y="3070046"/>
              <a:ext cx="2268105" cy="369332"/>
            </a:xfrm>
            <a:prstGeom prst="rect">
              <a:avLst/>
            </a:prstGeom>
            <a:noFill/>
          </p:spPr>
          <p:txBody>
            <a:bodyPr wrap="square" rtlCol="0">
              <a:spAutoFit/>
            </a:bodyPr>
            <a:lstStyle/>
            <a:p>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弧（尾</a:t>
              </a:r>
              <a:r>
                <a:rPr lang="en-US" altLang="zh-CN"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a:t>
              </a: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头对）序列</a:t>
              </a:r>
            </a:p>
          </p:txBody>
        </p:sp>
        <p:cxnSp>
          <p:nvCxnSpPr>
            <p:cNvPr id="198" name="直接连接符 197">
              <a:extLst>
                <a:ext uri="{FF2B5EF4-FFF2-40B4-BE49-F238E27FC236}">
                  <a16:creationId xmlns:a16="http://schemas.microsoft.com/office/drawing/2014/main" id="{E3F44661-2729-42AF-BDCC-2F87BABAA2BE}"/>
                </a:ext>
              </a:extLst>
            </p:cNvPr>
            <p:cNvCxnSpPr>
              <a:cxnSpLocks/>
            </p:cNvCxnSpPr>
            <p:nvPr/>
          </p:nvCxnSpPr>
          <p:spPr>
            <a:xfrm flipH="1">
              <a:off x="7185564" y="3468158"/>
              <a:ext cx="1193215" cy="4758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11" name="文本框 210">
              <a:extLst>
                <a:ext uri="{FF2B5EF4-FFF2-40B4-BE49-F238E27FC236}">
                  <a16:creationId xmlns:a16="http://schemas.microsoft.com/office/drawing/2014/main" id="{AA55B8FB-8DA7-4F7F-8F60-C41980C7E432}"/>
                </a:ext>
              </a:extLst>
            </p:cNvPr>
            <p:cNvSpPr txBox="1"/>
            <p:nvPr/>
          </p:nvSpPr>
          <p:spPr>
            <a:xfrm>
              <a:off x="8130286" y="3314801"/>
              <a:ext cx="2800767" cy="646331"/>
            </a:xfrm>
            <a:prstGeom prst="rect">
              <a:avLst/>
            </a:prstGeom>
            <a:noFill/>
          </p:spPr>
          <p:txBody>
            <a:bodyPr wrap="none" rtlCol="0">
              <a:spAutoFit/>
            </a:bodyPr>
            <a:lstStyle/>
            <a:p>
              <a:r>
                <a:rPr lang="en-US" altLang="zh-CN" b="1" dirty="0">
                  <a:solidFill>
                    <a:srgbClr val="C00000"/>
                  </a:solidFill>
                </a:rPr>
                <a:t>{ {D,C}, {A,C}, {D,B}, {C,D},</a:t>
              </a:r>
            </a:p>
            <a:p>
              <a:r>
                <a:rPr lang="en-US" altLang="zh-CN" b="1" dirty="0">
                  <a:solidFill>
                    <a:srgbClr val="C00000"/>
                  </a:solidFill>
                </a:rPr>
                <a:t>  {D,A}, {C,A}, {A,B}  }</a:t>
              </a:r>
              <a:endParaRPr lang="zh-CN" altLang="en-US" b="1" dirty="0">
                <a:solidFill>
                  <a:srgbClr val="C00000"/>
                </a:solidFill>
              </a:endParaRPr>
            </a:p>
          </p:txBody>
        </p:sp>
      </p:grpSp>
      <p:sp>
        <p:nvSpPr>
          <p:cNvPr id="214" name="文本框 213">
            <a:extLst>
              <a:ext uri="{FF2B5EF4-FFF2-40B4-BE49-F238E27FC236}">
                <a16:creationId xmlns:a16="http://schemas.microsoft.com/office/drawing/2014/main" id="{9CCF7216-59DA-4890-BD8B-805DDD821BDC}"/>
              </a:ext>
            </a:extLst>
          </p:cNvPr>
          <p:cNvSpPr txBox="1"/>
          <p:nvPr/>
        </p:nvSpPr>
        <p:spPr>
          <a:xfrm>
            <a:off x="4310212" y="448494"/>
            <a:ext cx="203582" cy="338554"/>
          </a:xfrm>
          <a:prstGeom prst="rect">
            <a:avLst/>
          </a:prstGeom>
          <a:noFill/>
        </p:spPr>
        <p:txBody>
          <a:bodyPr wrap="none" lIns="0" tIns="0" rIns="0" bIns="0" rtlCol="0">
            <a:spAutoFit/>
          </a:bodyPr>
          <a:lstStyle/>
          <a:p>
            <a:r>
              <a:rPr lang="en-US" altLang="zh-CN" sz="2200" b="1" dirty="0">
                <a:solidFill>
                  <a:schemeClr val="accent5">
                    <a:lumMod val="50000"/>
                  </a:schemeClr>
                </a:solidFill>
                <a:latin typeface="Times New Roman" panose="02020603050405020304" pitchFamily="18" charset="0"/>
                <a:cs typeface="Times New Roman" panose="02020603050405020304" pitchFamily="18" charset="0"/>
              </a:rPr>
              <a:t>A</a:t>
            </a:r>
            <a:endParaRPr lang="zh-CN" altLang="en-US" sz="22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215" name="文本框 214">
            <a:extLst>
              <a:ext uri="{FF2B5EF4-FFF2-40B4-BE49-F238E27FC236}">
                <a16:creationId xmlns:a16="http://schemas.microsoft.com/office/drawing/2014/main" id="{93220D28-D9A9-4C78-95E4-E8E5895415CE}"/>
              </a:ext>
            </a:extLst>
          </p:cNvPr>
          <p:cNvSpPr txBox="1"/>
          <p:nvPr/>
        </p:nvSpPr>
        <p:spPr>
          <a:xfrm>
            <a:off x="4307755" y="948506"/>
            <a:ext cx="187552" cy="338554"/>
          </a:xfrm>
          <a:prstGeom prst="rect">
            <a:avLst/>
          </a:prstGeom>
          <a:noFill/>
        </p:spPr>
        <p:txBody>
          <a:bodyPr wrap="none" lIns="0" tIns="0" rIns="0" bIns="0" rtlCol="0">
            <a:spAutoFit/>
          </a:bodyPr>
          <a:lstStyle/>
          <a:p>
            <a:r>
              <a:rPr lang="en-US" altLang="zh-CN" sz="2200" b="1" dirty="0">
                <a:solidFill>
                  <a:schemeClr val="accent5">
                    <a:lumMod val="50000"/>
                  </a:schemeClr>
                </a:solidFill>
                <a:latin typeface="Times New Roman" panose="02020603050405020304" pitchFamily="18" charset="0"/>
                <a:cs typeface="Times New Roman" panose="02020603050405020304" pitchFamily="18" charset="0"/>
              </a:rPr>
              <a:t>B</a:t>
            </a:r>
            <a:endParaRPr lang="zh-CN" altLang="en-US" sz="22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216" name="文本框 215">
            <a:extLst>
              <a:ext uri="{FF2B5EF4-FFF2-40B4-BE49-F238E27FC236}">
                <a16:creationId xmlns:a16="http://schemas.microsoft.com/office/drawing/2014/main" id="{7C5AA7D3-54ED-4680-BB07-DD8EADCD6A4E}"/>
              </a:ext>
            </a:extLst>
          </p:cNvPr>
          <p:cNvSpPr txBox="1"/>
          <p:nvPr/>
        </p:nvSpPr>
        <p:spPr>
          <a:xfrm>
            <a:off x="4308075" y="1463355"/>
            <a:ext cx="203582" cy="338554"/>
          </a:xfrm>
          <a:prstGeom prst="rect">
            <a:avLst/>
          </a:prstGeom>
          <a:noFill/>
        </p:spPr>
        <p:txBody>
          <a:bodyPr wrap="none" lIns="0" tIns="0" rIns="0" bIns="0" rtlCol="0">
            <a:spAutoFit/>
          </a:bodyPr>
          <a:lstStyle/>
          <a:p>
            <a:r>
              <a:rPr lang="en-US" altLang="zh-CN" sz="2200" b="1" dirty="0">
                <a:solidFill>
                  <a:schemeClr val="accent5">
                    <a:lumMod val="50000"/>
                  </a:schemeClr>
                </a:solidFill>
                <a:latin typeface="Times New Roman" panose="02020603050405020304" pitchFamily="18" charset="0"/>
                <a:cs typeface="Times New Roman" panose="02020603050405020304" pitchFamily="18" charset="0"/>
              </a:rPr>
              <a:t>C</a:t>
            </a:r>
            <a:endParaRPr lang="zh-CN" altLang="en-US" sz="22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217" name="文本框 216">
            <a:extLst>
              <a:ext uri="{FF2B5EF4-FFF2-40B4-BE49-F238E27FC236}">
                <a16:creationId xmlns:a16="http://schemas.microsoft.com/office/drawing/2014/main" id="{ABD92C84-8783-443B-A6D1-FDD1C3B7DD39}"/>
              </a:ext>
            </a:extLst>
          </p:cNvPr>
          <p:cNvSpPr txBox="1"/>
          <p:nvPr/>
        </p:nvSpPr>
        <p:spPr>
          <a:xfrm>
            <a:off x="4307792" y="1984507"/>
            <a:ext cx="203582" cy="338554"/>
          </a:xfrm>
          <a:prstGeom prst="rect">
            <a:avLst/>
          </a:prstGeom>
          <a:noFill/>
        </p:spPr>
        <p:txBody>
          <a:bodyPr wrap="none" lIns="0" tIns="0" rIns="0" bIns="0" rtlCol="0">
            <a:spAutoFit/>
          </a:bodyPr>
          <a:lstStyle/>
          <a:p>
            <a:r>
              <a:rPr lang="en-US" altLang="zh-CN" sz="2200" b="1" dirty="0">
                <a:solidFill>
                  <a:schemeClr val="accent5">
                    <a:lumMod val="50000"/>
                  </a:schemeClr>
                </a:solidFill>
                <a:latin typeface="Times New Roman" panose="02020603050405020304" pitchFamily="18" charset="0"/>
                <a:cs typeface="Times New Roman" panose="02020603050405020304" pitchFamily="18" charset="0"/>
              </a:rPr>
              <a:t>D</a:t>
            </a:r>
            <a:endParaRPr lang="zh-CN" altLang="en-US" sz="2200" b="1" dirty="0">
              <a:solidFill>
                <a:schemeClr val="accent5">
                  <a:lumMod val="50000"/>
                </a:schemeClr>
              </a:solidFill>
              <a:latin typeface="Times New Roman" panose="02020603050405020304" pitchFamily="18" charset="0"/>
              <a:cs typeface="Times New Roman" panose="02020603050405020304" pitchFamily="18" charset="0"/>
            </a:endParaRPr>
          </a:p>
        </p:txBody>
      </p:sp>
      <p:cxnSp>
        <p:nvCxnSpPr>
          <p:cNvPr id="223" name="直接连接符 222">
            <a:extLst>
              <a:ext uri="{FF2B5EF4-FFF2-40B4-BE49-F238E27FC236}">
                <a16:creationId xmlns:a16="http://schemas.microsoft.com/office/drawing/2014/main" id="{0E08A1C4-F9BF-4805-8C26-2038B59ED07A}"/>
              </a:ext>
            </a:extLst>
          </p:cNvPr>
          <p:cNvCxnSpPr/>
          <p:nvPr/>
        </p:nvCxnSpPr>
        <p:spPr>
          <a:xfrm>
            <a:off x="7172475" y="3048395"/>
            <a:ext cx="413229" cy="0"/>
          </a:xfrm>
          <a:prstGeom prst="line">
            <a:avLst/>
          </a:prstGeom>
          <a:ln w="28575">
            <a:solidFill>
              <a:srgbClr val="2FC9FF"/>
            </a:solidFill>
          </a:ln>
        </p:spPr>
        <p:style>
          <a:lnRef idx="1">
            <a:schemeClr val="accent1"/>
          </a:lnRef>
          <a:fillRef idx="0">
            <a:schemeClr val="accent1"/>
          </a:fillRef>
          <a:effectRef idx="0">
            <a:schemeClr val="accent1"/>
          </a:effectRef>
          <a:fontRef idx="minor">
            <a:schemeClr val="tx1"/>
          </a:fontRef>
        </p:style>
      </p:cxnSp>
      <p:sp>
        <p:nvSpPr>
          <p:cNvPr id="224" name="文本框 223">
            <a:extLst>
              <a:ext uri="{FF2B5EF4-FFF2-40B4-BE49-F238E27FC236}">
                <a16:creationId xmlns:a16="http://schemas.microsoft.com/office/drawing/2014/main" id="{CDFE5CFB-688A-4667-84A1-89C8D05217E7}"/>
              </a:ext>
            </a:extLst>
          </p:cNvPr>
          <p:cNvSpPr txBox="1"/>
          <p:nvPr/>
        </p:nvSpPr>
        <p:spPr>
          <a:xfrm>
            <a:off x="3817545" y="461877"/>
            <a:ext cx="208411" cy="369332"/>
          </a:xfrm>
          <a:prstGeom prst="rect">
            <a:avLst/>
          </a:prstGeom>
          <a:noFill/>
        </p:spPr>
        <p:txBody>
          <a:bodyPr wrap="square" lIns="0" tIns="0" rIns="0" bIns="0" rtlCol="0">
            <a:spAutoFit/>
          </a:bodyPr>
          <a:lstStyle/>
          <a:p>
            <a:r>
              <a:rPr lang="en-US" altLang="zh-CN" sz="2400" b="1" dirty="0" err="1">
                <a:solidFill>
                  <a:srgbClr val="C00000"/>
                </a:solidFill>
                <a:latin typeface="Courier New" panose="02070309020205020404" pitchFamily="49" charset="0"/>
                <a:cs typeface="Courier New" panose="02070309020205020404" pitchFamily="49" charset="0"/>
              </a:rPr>
              <a:t>i</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227" name="直接连接符 226">
            <a:extLst>
              <a:ext uri="{FF2B5EF4-FFF2-40B4-BE49-F238E27FC236}">
                <a16:creationId xmlns:a16="http://schemas.microsoft.com/office/drawing/2014/main" id="{62D3A62D-A4D8-4C5D-9097-A36E90E5BB3F}"/>
              </a:ext>
            </a:extLst>
          </p:cNvPr>
          <p:cNvCxnSpPr>
            <a:cxnSpLocks/>
          </p:cNvCxnSpPr>
          <p:nvPr/>
        </p:nvCxnSpPr>
        <p:spPr>
          <a:xfrm>
            <a:off x="1237724" y="4879559"/>
            <a:ext cx="856674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56" name="文本框 255">
            <a:extLst>
              <a:ext uri="{FF2B5EF4-FFF2-40B4-BE49-F238E27FC236}">
                <a16:creationId xmlns:a16="http://schemas.microsoft.com/office/drawing/2014/main" id="{ACABDA75-8E82-4EFF-AB5D-3A10EEAC47B2}"/>
              </a:ext>
            </a:extLst>
          </p:cNvPr>
          <p:cNvSpPr txBox="1"/>
          <p:nvPr/>
        </p:nvSpPr>
        <p:spPr>
          <a:xfrm>
            <a:off x="8587593" y="472085"/>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0</a:t>
            </a:r>
            <a:endParaRPr lang="zh-CN" altLang="en-US" sz="2000" b="1" dirty="0">
              <a:latin typeface="Times New Roman" panose="02020603050405020304" pitchFamily="18" charset="0"/>
              <a:cs typeface="Times New Roman" panose="02020603050405020304" pitchFamily="18" charset="0"/>
            </a:endParaRPr>
          </a:p>
        </p:txBody>
      </p:sp>
      <p:sp>
        <p:nvSpPr>
          <p:cNvPr id="257" name="文本框 256">
            <a:extLst>
              <a:ext uri="{FF2B5EF4-FFF2-40B4-BE49-F238E27FC236}">
                <a16:creationId xmlns:a16="http://schemas.microsoft.com/office/drawing/2014/main" id="{7B0BBE54-9D6B-41D2-9507-3FF3649166CD}"/>
              </a:ext>
            </a:extLst>
          </p:cNvPr>
          <p:cNvSpPr txBox="1"/>
          <p:nvPr/>
        </p:nvSpPr>
        <p:spPr>
          <a:xfrm>
            <a:off x="8874756" y="468663"/>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2</a:t>
            </a:r>
            <a:endParaRPr lang="zh-CN" altLang="en-US" sz="2000" b="1" dirty="0">
              <a:latin typeface="Times New Roman" panose="02020603050405020304" pitchFamily="18" charset="0"/>
              <a:cs typeface="Times New Roman" panose="02020603050405020304" pitchFamily="18" charset="0"/>
            </a:endParaRPr>
          </a:p>
        </p:txBody>
      </p:sp>
      <p:sp>
        <p:nvSpPr>
          <p:cNvPr id="258" name="文本框 257">
            <a:extLst>
              <a:ext uri="{FF2B5EF4-FFF2-40B4-BE49-F238E27FC236}">
                <a16:creationId xmlns:a16="http://schemas.microsoft.com/office/drawing/2014/main" id="{469C6AF0-AF89-42AA-900C-604C3FFCF968}"/>
              </a:ext>
            </a:extLst>
          </p:cNvPr>
          <p:cNvSpPr txBox="1"/>
          <p:nvPr/>
        </p:nvSpPr>
        <p:spPr>
          <a:xfrm>
            <a:off x="7060193" y="463659"/>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0</a:t>
            </a:r>
            <a:endParaRPr lang="zh-CN" altLang="en-US" sz="2000" b="1" dirty="0">
              <a:latin typeface="Times New Roman" panose="02020603050405020304" pitchFamily="18" charset="0"/>
              <a:cs typeface="Times New Roman" panose="02020603050405020304" pitchFamily="18" charset="0"/>
            </a:endParaRPr>
          </a:p>
        </p:txBody>
      </p:sp>
      <p:sp>
        <p:nvSpPr>
          <p:cNvPr id="259" name="文本框 258">
            <a:extLst>
              <a:ext uri="{FF2B5EF4-FFF2-40B4-BE49-F238E27FC236}">
                <a16:creationId xmlns:a16="http://schemas.microsoft.com/office/drawing/2014/main" id="{3A8EF359-2715-4264-896D-4802B8473472}"/>
              </a:ext>
            </a:extLst>
          </p:cNvPr>
          <p:cNvSpPr txBox="1"/>
          <p:nvPr/>
        </p:nvSpPr>
        <p:spPr>
          <a:xfrm>
            <a:off x="7358003" y="468663"/>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1</a:t>
            </a:r>
            <a:endParaRPr lang="zh-CN" altLang="en-US" sz="2000" b="1" dirty="0">
              <a:latin typeface="Times New Roman" panose="02020603050405020304" pitchFamily="18" charset="0"/>
              <a:cs typeface="Times New Roman" panose="02020603050405020304" pitchFamily="18" charset="0"/>
            </a:endParaRPr>
          </a:p>
        </p:txBody>
      </p:sp>
      <p:sp>
        <p:nvSpPr>
          <p:cNvPr id="260" name="文本框 259">
            <a:extLst>
              <a:ext uri="{FF2B5EF4-FFF2-40B4-BE49-F238E27FC236}">
                <a16:creationId xmlns:a16="http://schemas.microsoft.com/office/drawing/2014/main" id="{8F33B2A9-9016-4BE9-9DB3-B2180A2CACEB}"/>
              </a:ext>
            </a:extLst>
          </p:cNvPr>
          <p:cNvSpPr txBox="1"/>
          <p:nvPr/>
        </p:nvSpPr>
        <p:spPr>
          <a:xfrm>
            <a:off x="10135569" y="1502260"/>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2</a:t>
            </a:r>
            <a:endParaRPr lang="zh-CN" altLang="en-US" sz="2000" b="1" dirty="0">
              <a:latin typeface="Times New Roman" panose="02020603050405020304" pitchFamily="18" charset="0"/>
              <a:cs typeface="Times New Roman" panose="02020603050405020304" pitchFamily="18" charset="0"/>
            </a:endParaRPr>
          </a:p>
        </p:txBody>
      </p:sp>
      <p:sp>
        <p:nvSpPr>
          <p:cNvPr id="261" name="文本框 260">
            <a:extLst>
              <a:ext uri="{FF2B5EF4-FFF2-40B4-BE49-F238E27FC236}">
                <a16:creationId xmlns:a16="http://schemas.microsoft.com/office/drawing/2014/main" id="{D1AC1396-9B03-4FEF-968F-57B3F7D12710}"/>
              </a:ext>
            </a:extLst>
          </p:cNvPr>
          <p:cNvSpPr txBox="1"/>
          <p:nvPr/>
        </p:nvSpPr>
        <p:spPr>
          <a:xfrm>
            <a:off x="10425403" y="1500154"/>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3</a:t>
            </a:r>
            <a:endParaRPr lang="zh-CN" altLang="en-US" sz="2000" b="1" dirty="0">
              <a:latin typeface="Times New Roman" panose="02020603050405020304" pitchFamily="18" charset="0"/>
              <a:cs typeface="Times New Roman" panose="02020603050405020304" pitchFamily="18" charset="0"/>
            </a:endParaRPr>
          </a:p>
        </p:txBody>
      </p:sp>
      <p:sp>
        <p:nvSpPr>
          <p:cNvPr id="262" name="文本框 261">
            <a:extLst>
              <a:ext uri="{FF2B5EF4-FFF2-40B4-BE49-F238E27FC236}">
                <a16:creationId xmlns:a16="http://schemas.microsoft.com/office/drawing/2014/main" id="{559BFE3A-26E7-4137-A28D-AF689B1A20CA}"/>
              </a:ext>
            </a:extLst>
          </p:cNvPr>
          <p:cNvSpPr txBox="1"/>
          <p:nvPr/>
        </p:nvSpPr>
        <p:spPr>
          <a:xfrm>
            <a:off x="5521098" y="1491391"/>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2</a:t>
            </a:r>
            <a:endParaRPr lang="zh-CN" altLang="en-US" sz="2000" b="1" dirty="0">
              <a:latin typeface="Times New Roman" panose="02020603050405020304" pitchFamily="18" charset="0"/>
              <a:cs typeface="Times New Roman" panose="02020603050405020304" pitchFamily="18" charset="0"/>
            </a:endParaRPr>
          </a:p>
        </p:txBody>
      </p:sp>
      <p:sp>
        <p:nvSpPr>
          <p:cNvPr id="263" name="文本框 262">
            <a:extLst>
              <a:ext uri="{FF2B5EF4-FFF2-40B4-BE49-F238E27FC236}">
                <a16:creationId xmlns:a16="http://schemas.microsoft.com/office/drawing/2014/main" id="{D61ACD18-9009-4351-BF45-1F1C7C7C35AF}"/>
              </a:ext>
            </a:extLst>
          </p:cNvPr>
          <p:cNvSpPr txBox="1"/>
          <p:nvPr/>
        </p:nvSpPr>
        <p:spPr>
          <a:xfrm>
            <a:off x="5813087" y="1491430"/>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0</a:t>
            </a:r>
            <a:endParaRPr lang="zh-CN" altLang="en-US" sz="2000" b="1" dirty="0">
              <a:latin typeface="Times New Roman" panose="02020603050405020304" pitchFamily="18" charset="0"/>
              <a:cs typeface="Times New Roman" panose="02020603050405020304" pitchFamily="18" charset="0"/>
            </a:endParaRPr>
          </a:p>
        </p:txBody>
      </p:sp>
      <p:sp>
        <p:nvSpPr>
          <p:cNvPr id="264" name="文本框 263">
            <a:extLst>
              <a:ext uri="{FF2B5EF4-FFF2-40B4-BE49-F238E27FC236}">
                <a16:creationId xmlns:a16="http://schemas.microsoft.com/office/drawing/2014/main" id="{8AFC26ED-26F6-4D23-B6D0-D19A3797A5EB}"/>
              </a:ext>
            </a:extLst>
          </p:cNvPr>
          <p:cNvSpPr txBox="1"/>
          <p:nvPr/>
        </p:nvSpPr>
        <p:spPr>
          <a:xfrm>
            <a:off x="8590533" y="1998588"/>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3</a:t>
            </a:r>
            <a:endParaRPr lang="zh-CN" altLang="en-US" sz="2000" b="1" dirty="0">
              <a:latin typeface="Times New Roman" panose="02020603050405020304" pitchFamily="18" charset="0"/>
              <a:cs typeface="Times New Roman" panose="02020603050405020304" pitchFamily="18" charset="0"/>
            </a:endParaRPr>
          </a:p>
        </p:txBody>
      </p:sp>
      <p:sp>
        <p:nvSpPr>
          <p:cNvPr id="265" name="文本框 264">
            <a:extLst>
              <a:ext uri="{FF2B5EF4-FFF2-40B4-BE49-F238E27FC236}">
                <a16:creationId xmlns:a16="http://schemas.microsoft.com/office/drawing/2014/main" id="{84FEDCCB-73EB-4BAF-B5C7-DA9C6CBADC4E}"/>
              </a:ext>
            </a:extLst>
          </p:cNvPr>
          <p:cNvSpPr txBox="1"/>
          <p:nvPr/>
        </p:nvSpPr>
        <p:spPr>
          <a:xfrm>
            <a:off x="8877655" y="2000224"/>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2</a:t>
            </a:r>
            <a:endParaRPr lang="zh-CN" altLang="en-US" sz="2000" b="1" dirty="0">
              <a:latin typeface="Times New Roman" panose="02020603050405020304" pitchFamily="18" charset="0"/>
              <a:cs typeface="Times New Roman" panose="02020603050405020304" pitchFamily="18" charset="0"/>
            </a:endParaRPr>
          </a:p>
        </p:txBody>
      </p:sp>
      <p:sp>
        <p:nvSpPr>
          <p:cNvPr id="266" name="文本框 265">
            <a:extLst>
              <a:ext uri="{FF2B5EF4-FFF2-40B4-BE49-F238E27FC236}">
                <a16:creationId xmlns:a16="http://schemas.microsoft.com/office/drawing/2014/main" id="{10A17E09-F65A-4351-BFEC-AF120E6AD4D4}"/>
              </a:ext>
            </a:extLst>
          </p:cNvPr>
          <p:cNvSpPr txBox="1"/>
          <p:nvPr/>
        </p:nvSpPr>
        <p:spPr>
          <a:xfrm>
            <a:off x="7066480" y="1999254"/>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3</a:t>
            </a:r>
            <a:endParaRPr lang="zh-CN" altLang="en-US" sz="2000" b="1" dirty="0">
              <a:latin typeface="Times New Roman" panose="02020603050405020304" pitchFamily="18" charset="0"/>
              <a:cs typeface="Times New Roman" panose="02020603050405020304" pitchFamily="18" charset="0"/>
            </a:endParaRPr>
          </a:p>
        </p:txBody>
      </p:sp>
      <p:sp>
        <p:nvSpPr>
          <p:cNvPr id="267" name="文本框 266">
            <a:extLst>
              <a:ext uri="{FF2B5EF4-FFF2-40B4-BE49-F238E27FC236}">
                <a16:creationId xmlns:a16="http://schemas.microsoft.com/office/drawing/2014/main" id="{A24D8B2D-BB31-4B2F-9577-44F30A1E551A}"/>
              </a:ext>
            </a:extLst>
          </p:cNvPr>
          <p:cNvSpPr txBox="1"/>
          <p:nvPr/>
        </p:nvSpPr>
        <p:spPr>
          <a:xfrm>
            <a:off x="7344387" y="2005361"/>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1</a:t>
            </a:r>
            <a:endParaRPr lang="zh-CN" altLang="en-US" sz="2000" b="1" dirty="0">
              <a:latin typeface="Times New Roman" panose="02020603050405020304" pitchFamily="18" charset="0"/>
              <a:cs typeface="Times New Roman" panose="02020603050405020304" pitchFamily="18" charset="0"/>
            </a:endParaRPr>
          </a:p>
        </p:txBody>
      </p:sp>
      <p:sp>
        <p:nvSpPr>
          <p:cNvPr id="268" name="文本框 267">
            <a:extLst>
              <a:ext uri="{FF2B5EF4-FFF2-40B4-BE49-F238E27FC236}">
                <a16:creationId xmlns:a16="http://schemas.microsoft.com/office/drawing/2014/main" id="{B1BFDC5A-2A59-43D6-A531-0297064B560C}"/>
              </a:ext>
            </a:extLst>
          </p:cNvPr>
          <p:cNvSpPr txBox="1"/>
          <p:nvPr/>
        </p:nvSpPr>
        <p:spPr>
          <a:xfrm>
            <a:off x="5522868" y="2000881"/>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3</a:t>
            </a:r>
            <a:endParaRPr lang="zh-CN" altLang="en-US" sz="2000" b="1" dirty="0">
              <a:latin typeface="Times New Roman" panose="02020603050405020304" pitchFamily="18" charset="0"/>
              <a:cs typeface="Times New Roman" panose="02020603050405020304" pitchFamily="18" charset="0"/>
            </a:endParaRPr>
          </a:p>
        </p:txBody>
      </p:sp>
      <p:sp>
        <p:nvSpPr>
          <p:cNvPr id="269" name="文本框 268">
            <a:extLst>
              <a:ext uri="{FF2B5EF4-FFF2-40B4-BE49-F238E27FC236}">
                <a16:creationId xmlns:a16="http://schemas.microsoft.com/office/drawing/2014/main" id="{1610A678-B1FA-4D35-AB29-D439402A2CFC}"/>
              </a:ext>
            </a:extLst>
          </p:cNvPr>
          <p:cNvSpPr txBox="1"/>
          <p:nvPr/>
        </p:nvSpPr>
        <p:spPr>
          <a:xfrm>
            <a:off x="5814182" y="2005576"/>
            <a:ext cx="238726" cy="307777"/>
          </a:xfrm>
          <a:prstGeom prst="rect">
            <a:avLst/>
          </a:prstGeom>
          <a:noFill/>
        </p:spPr>
        <p:txBody>
          <a:bodyPr wrap="square" lIns="0" tIns="0" rIns="0" bIns="0" rtlCol="0">
            <a:spAutoFit/>
          </a:bodyPr>
          <a:lstStyle/>
          <a:p>
            <a:pPr algn="ctr"/>
            <a:r>
              <a:rPr lang="en-US" altLang="zh-CN" sz="2000" b="1" dirty="0">
                <a:latin typeface="Times New Roman" panose="02020603050405020304" pitchFamily="18" charset="0"/>
                <a:cs typeface="Times New Roman" panose="02020603050405020304" pitchFamily="18" charset="0"/>
              </a:rPr>
              <a:t>0</a:t>
            </a:r>
            <a:endParaRPr lang="zh-CN" altLang="en-US" sz="2000" b="1" dirty="0">
              <a:latin typeface="Times New Roman" panose="02020603050405020304" pitchFamily="18" charset="0"/>
              <a:cs typeface="Times New Roman" panose="02020603050405020304" pitchFamily="18" charset="0"/>
            </a:endParaRPr>
          </a:p>
        </p:txBody>
      </p:sp>
      <p:sp>
        <p:nvSpPr>
          <p:cNvPr id="209" name="Line 35">
            <a:extLst>
              <a:ext uri="{FF2B5EF4-FFF2-40B4-BE49-F238E27FC236}">
                <a16:creationId xmlns:a16="http://schemas.microsoft.com/office/drawing/2014/main" id="{C5359E30-B736-4455-B396-CEFD8F3FAB0B}"/>
              </a:ext>
            </a:extLst>
          </p:cNvPr>
          <p:cNvSpPr>
            <a:spLocks noChangeShapeType="1"/>
          </p:cNvSpPr>
          <p:nvPr/>
        </p:nvSpPr>
        <p:spPr bwMode="auto">
          <a:xfrm flipV="1">
            <a:off x="5009816" y="573196"/>
            <a:ext cx="3555602" cy="5709"/>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cxnSp>
        <p:nvCxnSpPr>
          <p:cNvPr id="210" name="直接连接符 209">
            <a:extLst>
              <a:ext uri="{FF2B5EF4-FFF2-40B4-BE49-F238E27FC236}">
                <a16:creationId xmlns:a16="http://schemas.microsoft.com/office/drawing/2014/main" id="{139C765E-5BD5-4CD2-B9A5-159CC63B74AF}"/>
              </a:ext>
            </a:extLst>
          </p:cNvPr>
          <p:cNvCxnSpPr>
            <a:cxnSpLocks/>
          </p:cNvCxnSpPr>
          <p:nvPr/>
        </p:nvCxnSpPr>
        <p:spPr>
          <a:xfrm>
            <a:off x="1314150" y="4885194"/>
            <a:ext cx="856674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22" name="文本框 221">
            <a:extLst>
              <a:ext uri="{FF2B5EF4-FFF2-40B4-BE49-F238E27FC236}">
                <a16:creationId xmlns:a16="http://schemas.microsoft.com/office/drawing/2014/main" id="{DAF50704-DA8C-4211-8B23-19E4E07BA7B9}"/>
              </a:ext>
            </a:extLst>
          </p:cNvPr>
          <p:cNvSpPr txBox="1"/>
          <p:nvPr/>
        </p:nvSpPr>
        <p:spPr>
          <a:xfrm>
            <a:off x="3820425" y="917728"/>
            <a:ext cx="184346" cy="369332"/>
          </a:xfrm>
          <a:prstGeom prst="rect">
            <a:avLst/>
          </a:prstGeom>
          <a:noFill/>
        </p:spPr>
        <p:txBody>
          <a:bodyPr wrap="none" lIns="0" tIns="0" rIns="0" bIns="0"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j</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228" name="直接连接符 227">
            <a:extLst>
              <a:ext uri="{FF2B5EF4-FFF2-40B4-BE49-F238E27FC236}">
                <a16:creationId xmlns:a16="http://schemas.microsoft.com/office/drawing/2014/main" id="{983F69D1-71FE-4AE8-8402-35AEE1B89A57}"/>
              </a:ext>
            </a:extLst>
          </p:cNvPr>
          <p:cNvCxnSpPr>
            <a:cxnSpLocks/>
          </p:cNvCxnSpPr>
          <p:nvPr/>
        </p:nvCxnSpPr>
        <p:spPr>
          <a:xfrm>
            <a:off x="1314150" y="4885194"/>
            <a:ext cx="856674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29" name="文本框 228">
            <a:extLst>
              <a:ext uri="{FF2B5EF4-FFF2-40B4-BE49-F238E27FC236}">
                <a16:creationId xmlns:a16="http://schemas.microsoft.com/office/drawing/2014/main" id="{C299EA77-577F-4028-98A9-E02F4A34C2CA}"/>
              </a:ext>
            </a:extLst>
          </p:cNvPr>
          <p:cNvSpPr txBox="1"/>
          <p:nvPr/>
        </p:nvSpPr>
        <p:spPr>
          <a:xfrm>
            <a:off x="3815093" y="1443960"/>
            <a:ext cx="208411" cy="369332"/>
          </a:xfrm>
          <a:prstGeom prst="rect">
            <a:avLst/>
          </a:prstGeom>
          <a:noFill/>
        </p:spPr>
        <p:txBody>
          <a:bodyPr wrap="square" lIns="0" tIns="0" rIns="0" bIns="0" rtlCol="0">
            <a:spAutoFit/>
          </a:bodyPr>
          <a:lstStyle/>
          <a:p>
            <a:r>
              <a:rPr lang="en-US" altLang="zh-CN" sz="2400" b="1" dirty="0" err="1">
                <a:solidFill>
                  <a:srgbClr val="C00000"/>
                </a:solidFill>
                <a:latin typeface="Courier New" panose="02070309020205020404" pitchFamily="49" charset="0"/>
                <a:cs typeface="Courier New" panose="02070309020205020404" pitchFamily="49" charset="0"/>
              </a:rPr>
              <a:t>i</a:t>
            </a:r>
            <a:endParaRPr lang="zh-CN" altLang="en-US" sz="2400" b="1" dirty="0">
              <a:solidFill>
                <a:srgbClr val="C00000"/>
              </a:solidFill>
              <a:latin typeface="Courier New" panose="02070309020205020404" pitchFamily="49" charset="0"/>
              <a:cs typeface="Courier New" panose="02070309020205020404" pitchFamily="49" charset="0"/>
            </a:endParaRPr>
          </a:p>
        </p:txBody>
      </p:sp>
      <p:sp>
        <p:nvSpPr>
          <p:cNvPr id="230" name="文本框 229">
            <a:extLst>
              <a:ext uri="{FF2B5EF4-FFF2-40B4-BE49-F238E27FC236}">
                <a16:creationId xmlns:a16="http://schemas.microsoft.com/office/drawing/2014/main" id="{E2074FA0-1FC0-46BC-9421-2102ED0D7B18}"/>
              </a:ext>
            </a:extLst>
          </p:cNvPr>
          <p:cNvSpPr txBox="1"/>
          <p:nvPr/>
        </p:nvSpPr>
        <p:spPr>
          <a:xfrm>
            <a:off x="3817470" y="1970464"/>
            <a:ext cx="184346" cy="369332"/>
          </a:xfrm>
          <a:prstGeom prst="rect">
            <a:avLst/>
          </a:prstGeom>
          <a:noFill/>
        </p:spPr>
        <p:txBody>
          <a:bodyPr wrap="none" lIns="0" tIns="0" rIns="0" bIns="0"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j</a:t>
            </a:r>
            <a:endParaRPr lang="zh-CN" altLang="en-US" sz="2400" b="1" dirty="0">
              <a:solidFill>
                <a:srgbClr val="C00000"/>
              </a:solidFill>
              <a:latin typeface="Courier New" panose="02070309020205020404" pitchFamily="49" charset="0"/>
              <a:cs typeface="Courier New" panose="02070309020205020404" pitchFamily="49" charset="0"/>
            </a:endParaRPr>
          </a:p>
        </p:txBody>
      </p:sp>
      <p:sp>
        <p:nvSpPr>
          <p:cNvPr id="231" name="Line 35">
            <a:extLst>
              <a:ext uri="{FF2B5EF4-FFF2-40B4-BE49-F238E27FC236}">
                <a16:creationId xmlns:a16="http://schemas.microsoft.com/office/drawing/2014/main" id="{DF11E31C-D1BA-4884-BB19-41E157C51E6D}"/>
              </a:ext>
            </a:extLst>
          </p:cNvPr>
          <p:cNvSpPr>
            <a:spLocks noChangeShapeType="1"/>
          </p:cNvSpPr>
          <p:nvPr/>
        </p:nvSpPr>
        <p:spPr bwMode="auto">
          <a:xfrm flipV="1">
            <a:off x="5006041" y="1599395"/>
            <a:ext cx="5078420" cy="20824"/>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cxnSp>
        <p:nvCxnSpPr>
          <p:cNvPr id="232" name="直接连接符 231">
            <a:extLst>
              <a:ext uri="{FF2B5EF4-FFF2-40B4-BE49-F238E27FC236}">
                <a16:creationId xmlns:a16="http://schemas.microsoft.com/office/drawing/2014/main" id="{5C95C395-0DD3-4117-A168-9039A7ADA067}"/>
              </a:ext>
            </a:extLst>
          </p:cNvPr>
          <p:cNvCxnSpPr>
            <a:cxnSpLocks/>
          </p:cNvCxnSpPr>
          <p:nvPr/>
        </p:nvCxnSpPr>
        <p:spPr>
          <a:xfrm>
            <a:off x="1314150" y="4885194"/>
            <a:ext cx="856674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3" name="文本框 232">
            <a:extLst>
              <a:ext uri="{FF2B5EF4-FFF2-40B4-BE49-F238E27FC236}">
                <a16:creationId xmlns:a16="http://schemas.microsoft.com/office/drawing/2014/main" id="{FAF20443-FEA3-4FAD-99BA-0D253C52851E}"/>
              </a:ext>
            </a:extLst>
          </p:cNvPr>
          <p:cNvSpPr txBox="1"/>
          <p:nvPr/>
        </p:nvSpPr>
        <p:spPr>
          <a:xfrm>
            <a:off x="3801544" y="448494"/>
            <a:ext cx="184346" cy="369332"/>
          </a:xfrm>
          <a:prstGeom prst="rect">
            <a:avLst/>
          </a:prstGeom>
          <a:noFill/>
        </p:spPr>
        <p:txBody>
          <a:bodyPr wrap="none" lIns="0" tIns="0" rIns="0" bIns="0"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j</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235" name="直接连接符 234">
            <a:extLst>
              <a:ext uri="{FF2B5EF4-FFF2-40B4-BE49-F238E27FC236}">
                <a16:creationId xmlns:a16="http://schemas.microsoft.com/office/drawing/2014/main" id="{3A34F2F3-DD92-4989-A604-C74075975A06}"/>
              </a:ext>
            </a:extLst>
          </p:cNvPr>
          <p:cNvCxnSpPr>
            <a:cxnSpLocks/>
          </p:cNvCxnSpPr>
          <p:nvPr/>
        </p:nvCxnSpPr>
        <p:spPr>
          <a:xfrm>
            <a:off x="1304393" y="4890829"/>
            <a:ext cx="856674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6" name="文本框 235">
            <a:extLst>
              <a:ext uri="{FF2B5EF4-FFF2-40B4-BE49-F238E27FC236}">
                <a16:creationId xmlns:a16="http://schemas.microsoft.com/office/drawing/2014/main" id="{3E1DF49E-2F8B-4E21-8B6E-6C57546A2E4C}"/>
              </a:ext>
            </a:extLst>
          </p:cNvPr>
          <p:cNvSpPr txBox="1"/>
          <p:nvPr/>
        </p:nvSpPr>
        <p:spPr>
          <a:xfrm>
            <a:off x="3822325" y="1982476"/>
            <a:ext cx="208411" cy="369332"/>
          </a:xfrm>
          <a:prstGeom prst="rect">
            <a:avLst/>
          </a:prstGeom>
          <a:noFill/>
        </p:spPr>
        <p:txBody>
          <a:bodyPr wrap="square" lIns="0" tIns="0" rIns="0" bIns="0" rtlCol="0">
            <a:spAutoFit/>
          </a:bodyPr>
          <a:lstStyle/>
          <a:p>
            <a:r>
              <a:rPr lang="en-US" altLang="zh-CN" sz="2400" b="1" dirty="0" err="1">
                <a:solidFill>
                  <a:srgbClr val="C00000"/>
                </a:solidFill>
                <a:latin typeface="Courier New" panose="02070309020205020404" pitchFamily="49" charset="0"/>
                <a:cs typeface="Courier New" panose="02070309020205020404" pitchFamily="49" charset="0"/>
              </a:rPr>
              <a:t>i</a:t>
            </a:r>
            <a:endParaRPr lang="zh-CN" altLang="en-US" sz="2400" b="1" dirty="0">
              <a:solidFill>
                <a:srgbClr val="C00000"/>
              </a:solidFill>
              <a:latin typeface="Courier New" panose="02070309020205020404" pitchFamily="49" charset="0"/>
              <a:cs typeface="Courier New" panose="02070309020205020404" pitchFamily="49" charset="0"/>
            </a:endParaRPr>
          </a:p>
        </p:txBody>
      </p:sp>
      <p:sp>
        <p:nvSpPr>
          <p:cNvPr id="237" name="文本框 236">
            <a:extLst>
              <a:ext uri="{FF2B5EF4-FFF2-40B4-BE49-F238E27FC236}">
                <a16:creationId xmlns:a16="http://schemas.microsoft.com/office/drawing/2014/main" id="{7347F2EE-F665-4CB9-AE66-A0E23F9F5372}"/>
              </a:ext>
            </a:extLst>
          </p:cNvPr>
          <p:cNvSpPr txBox="1"/>
          <p:nvPr/>
        </p:nvSpPr>
        <p:spPr>
          <a:xfrm>
            <a:off x="3795299" y="1437954"/>
            <a:ext cx="184346" cy="369332"/>
          </a:xfrm>
          <a:prstGeom prst="rect">
            <a:avLst/>
          </a:prstGeom>
          <a:noFill/>
        </p:spPr>
        <p:txBody>
          <a:bodyPr wrap="none" lIns="0" tIns="0" rIns="0" bIns="0"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j</a:t>
            </a:r>
            <a:endParaRPr lang="zh-CN" altLang="en-US" sz="2400" b="1" dirty="0">
              <a:solidFill>
                <a:srgbClr val="C00000"/>
              </a:solidFill>
              <a:latin typeface="Courier New" panose="02070309020205020404" pitchFamily="49" charset="0"/>
              <a:cs typeface="Courier New" panose="02070309020205020404" pitchFamily="49" charset="0"/>
            </a:endParaRPr>
          </a:p>
        </p:txBody>
      </p:sp>
      <p:sp>
        <p:nvSpPr>
          <p:cNvPr id="238" name="Line 35">
            <a:extLst>
              <a:ext uri="{FF2B5EF4-FFF2-40B4-BE49-F238E27FC236}">
                <a16:creationId xmlns:a16="http://schemas.microsoft.com/office/drawing/2014/main" id="{089AAF97-456F-4A73-BDD1-B2AB8DD13263}"/>
              </a:ext>
            </a:extLst>
          </p:cNvPr>
          <p:cNvSpPr>
            <a:spLocks noChangeShapeType="1"/>
          </p:cNvSpPr>
          <p:nvPr/>
        </p:nvSpPr>
        <p:spPr bwMode="auto">
          <a:xfrm flipV="1">
            <a:off x="5000279" y="2119036"/>
            <a:ext cx="3555602" cy="5709"/>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nvGrpSpPr>
          <p:cNvPr id="239" name="组合 238">
            <a:extLst>
              <a:ext uri="{FF2B5EF4-FFF2-40B4-BE49-F238E27FC236}">
                <a16:creationId xmlns:a16="http://schemas.microsoft.com/office/drawing/2014/main" id="{479A6433-044D-4515-9BE4-6323D92D9E27}"/>
              </a:ext>
            </a:extLst>
          </p:cNvPr>
          <p:cNvGrpSpPr/>
          <p:nvPr/>
        </p:nvGrpSpPr>
        <p:grpSpPr>
          <a:xfrm>
            <a:off x="4690605" y="1636652"/>
            <a:ext cx="4525314" cy="380032"/>
            <a:chOff x="3713945" y="1905003"/>
            <a:chExt cx="4525314" cy="380032"/>
          </a:xfrm>
        </p:grpSpPr>
        <p:sp>
          <p:nvSpPr>
            <p:cNvPr id="240" name="Line 41">
              <a:extLst>
                <a:ext uri="{FF2B5EF4-FFF2-40B4-BE49-F238E27FC236}">
                  <a16:creationId xmlns:a16="http://schemas.microsoft.com/office/drawing/2014/main" id="{7C365DF8-EDDF-4A92-8639-B5CA9DE813A7}"/>
                </a:ext>
              </a:extLst>
            </p:cNvPr>
            <p:cNvSpPr>
              <a:spLocks noChangeShapeType="1"/>
            </p:cNvSpPr>
            <p:nvPr/>
          </p:nvSpPr>
          <p:spPr bwMode="auto">
            <a:xfrm flipH="1">
              <a:off x="3713945" y="1905003"/>
              <a:ext cx="1289" cy="264301"/>
            </a:xfrm>
            <a:prstGeom prst="line">
              <a:avLst/>
            </a:prstGeom>
            <a:noFill/>
            <a:ln w="19050">
              <a:solidFill>
                <a:srgbClr val="339966"/>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41" name="Line 41">
              <a:extLst>
                <a:ext uri="{FF2B5EF4-FFF2-40B4-BE49-F238E27FC236}">
                  <a16:creationId xmlns:a16="http://schemas.microsoft.com/office/drawing/2014/main" id="{3B8E37DC-7151-4B54-8BE6-F65CA600EAAB}"/>
                </a:ext>
              </a:extLst>
            </p:cNvPr>
            <p:cNvSpPr>
              <a:spLocks noChangeShapeType="1"/>
            </p:cNvSpPr>
            <p:nvPr/>
          </p:nvSpPr>
          <p:spPr bwMode="auto">
            <a:xfrm flipV="1">
              <a:off x="3722632" y="2161287"/>
              <a:ext cx="4511170" cy="1598"/>
            </a:xfrm>
            <a:prstGeom prst="line">
              <a:avLst/>
            </a:prstGeom>
            <a:noFill/>
            <a:ln w="19050">
              <a:solidFill>
                <a:srgbClr val="339966"/>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42" name="Line 39">
              <a:extLst>
                <a:ext uri="{FF2B5EF4-FFF2-40B4-BE49-F238E27FC236}">
                  <a16:creationId xmlns:a16="http://schemas.microsoft.com/office/drawing/2014/main" id="{265555DB-71EC-4563-A5C1-34676291FD21}"/>
                </a:ext>
              </a:extLst>
            </p:cNvPr>
            <p:cNvSpPr>
              <a:spLocks noChangeShapeType="1"/>
            </p:cNvSpPr>
            <p:nvPr/>
          </p:nvSpPr>
          <p:spPr bwMode="auto">
            <a:xfrm flipH="1">
              <a:off x="8237970" y="2177833"/>
              <a:ext cx="1289" cy="107202"/>
            </a:xfrm>
            <a:prstGeom prst="line">
              <a:avLst/>
            </a:prstGeom>
            <a:noFill/>
            <a:ln w="19050">
              <a:solidFill>
                <a:srgbClr val="339966"/>
              </a:solidFill>
              <a:round/>
              <a:headEnd type="none"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cxnSp>
        <p:nvCxnSpPr>
          <p:cNvPr id="243" name="直接连接符 242">
            <a:extLst>
              <a:ext uri="{FF2B5EF4-FFF2-40B4-BE49-F238E27FC236}">
                <a16:creationId xmlns:a16="http://schemas.microsoft.com/office/drawing/2014/main" id="{0E757231-997A-4778-B6DD-B38493339C41}"/>
              </a:ext>
            </a:extLst>
          </p:cNvPr>
          <p:cNvCxnSpPr>
            <a:cxnSpLocks/>
          </p:cNvCxnSpPr>
          <p:nvPr/>
        </p:nvCxnSpPr>
        <p:spPr>
          <a:xfrm>
            <a:off x="1314150" y="4890829"/>
            <a:ext cx="856674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45" name="Line 35">
            <a:extLst>
              <a:ext uri="{FF2B5EF4-FFF2-40B4-BE49-F238E27FC236}">
                <a16:creationId xmlns:a16="http://schemas.microsoft.com/office/drawing/2014/main" id="{19D9131E-D324-4712-8BA8-0BAB7EBED91D}"/>
              </a:ext>
            </a:extLst>
          </p:cNvPr>
          <p:cNvSpPr>
            <a:spLocks noChangeShapeType="1"/>
          </p:cNvSpPr>
          <p:nvPr/>
        </p:nvSpPr>
        <p:spPr bwMode="auto">
          <a:xfrm>
            <a:off x="4996750" y="2134994"/>
            <a:ext cx="2011348" cy="828"/>
          </a:xfrm>
          <a:prstGeom prst="line">
            <a:avLst/>
          </a:prstGeom>
          <a:noFill/>
          <a:ln w="19050">
            <a:solidFill>
              <a:srgbClr val="00B0F0"/>
            </a:solidFill>
            <a:round/>
            <a:headEnd type="oval"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nvGrpSpPr>
          <p:cNvPr id="246" name="组合 245">
            <a:extLst>
              <a:ext uri="{FF2B5EF4-FFF2-40B4-BE49-F238E27FC236}">
                <a16:creationId xmlns:a16="http://schemas.microsoft.com/office/drawing/2014/main" id="{54C39CB8-7B63-4647-8B84-308482CFAD44}"/>
              </a:ext>
            </a:extLst>
          </p:cNvPr>
          <p:cNvGrpSpPr/>
          <p:nvPr/>
        </p:nvGrpSpPr>
        <p:grpSpPr>
          <a:xfrm>
            <a:off x="4670284" y="1130951"/>
            <a:ext cx="3049118" cy="865049"/>
            <a:chOff x="4006211" y="1418166"/>
            <a:chExt cx="3049118" cy="865049"/>
          </a:xfrm>
        </p:grpSpPr>
        <p:sp>
          <p:nvSpPr>
            <p:cNvPr id="247" name="Line 41">
              <a:extLst>
                <a:ext uri="{FF2B5EF4-FFF2-40B4-BE49-F238E27FC236}">
                  <a16:creationId xmlns:a16="http://schemas.microsoft.com/office/drawing/2014/main" id="{ED2A4DDC-F469-42A6-A140-82D15E041F74}"/>
                </a:ext>
              </a:extLst>
            </p:cNvPr>
            <p:cNvSpPr>
              <a:spLocks noChangeShapeType="1"/>
            </p:cNvSpPr>
            <p:nvPr/>
          </p:nvSpPr>
          <p:spPr bwMode="auto">
            <a:xfrm flipH="1">
              <a:off x="4006211" y="1418166"/>
              <a:ext cx="16992" cy="298364"/>
            </a:xfrm>
            <a:prstGeom prst="line">
              <a:avLst/>
            </a:prstGeom>
            <a:noFill/>
            <a:ln w="19050">
              <a:solidFill>
                <a:srgbClr val="339966"/>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48" name="Line 41">
              <a:extLst>
                <a:ext uri="{FF2B5EF4-FFF2-40B4-BE49-F238E27FC236}">
                  <a16:creationId xmlns:a16="http://schemas.microsoft.com/office/drawing/2014/main" id="{FEECC39F-EB75-4FA7-B185-06874D374961}"/>
                </a:ext>
              </a:extLst>
            </p:cNvPr>
            <p:cNvSpPr>
              <a:spLocks noChangeShapeType="1"/>
            </p:cNvSpPr>
            <p:nvPr/>
          </p:nvSpPr>
          <p:spPr bwMode="auto">
            <a:xfrm flipV="1">
              <a:off x="4014247" y="1709073"/>
              <a:ext cx="3033538" cy="3400"/>
            </a:xfrm>
            <a:prstGeom prst="line">
              <a:avLst/>
            </a:prstGeom>
            <a:noFill/>
            <a:ln w="19050">
              <a:solidFill>
                <a:srgbClr val="339966"/>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49" name="Line 39">
              <a:extLst>
                <a:ext uri="{FF2B5EF4-FFF2-40B4-BE49-F238E27FC236}">
                  <a16:creationId xmlns:a16="http://schemas.microsoft.com/office/drawing/2014/main" id="{954E580B-19CE-44A4-B290-4878D2816251}"/>
                </a:ext>
              </a:extLst>
            </p:cNvPr>
            <p:cNvSpPr>
              <a:spLocks noChangeShapeType="1"/>
            </p:cNvSpPr>
            <p:nvPr/>
          </p:nvSpPr>
          <p:spPr bwMode="auto">
            <a:xfrm>
              <a:off x="7051952" y="1698245"/>
              <a:ext cx="3377" cy="584970"/>
            </a:xfrm>
            <a:prstGeom prst="line">
              <a:avLst/>
            </a:prstGeom>
            <a:noFill/>
            <a:ln w="19050">
              <a:solidFill>
                <a:srgbClr val="339966"/>
              </a:solidFill>
              <a:round/>
              <a:headEnd type="none"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cxnSp>
        <p:nvCxnSpPr>
          <p:cNvPr id="250" name="直接连接符 249">
            <a:extLst>
              <a:ext uri="{FF2B5EF4-FFF2-40B4-BE49-F238E27FC236}">
                <a16:creationId xmlns:a16="http://schemas.microsoft.com/office/drawing/2014/main" id="{B0B65904-29FF-4205-B94E-94095D8CB086}"/>
              </a:ext>
            </a:extLst>
          </p:cNvPr>
          <p:cNvCxnSpPr>
            <a:cxnSpLocks/>
          </p:cNvCxnSpPr>
          <p:nvPr/>
        </p:nvCxnSpPr>
        <p:spPr>
          <a:xfrm>
            <a:off x="1237724" y="4890829"/>
            <a:ext cx="8566748"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51" name="组合 250">
            <a:extLst>
              <a:ext uri="{FF2B5EF4-FFF2-40B4-BE49-F238E27FC236}">
                <a16:creationId xmlns:a16="http://schemas.microsoft.com/office/drawing/2014/main" id="{B46DF183-EF0F-4DE9-BAC4-9A4303A13782}"/>
              </a:ext>
            </a:extLst>
          </p:cNvPr>
          <p:cNvGrpSpPr/>
          <p:nvPr/>
        </p:nvGrpSpPr>
        <p:grpSpPr>
          <a:xfrm>
            <a:off x="4695406" y="631145"/>
            <a:ext cx="1450041" cy="1376666"/>
            <a:chOff x="4020375" y="903592"/>
            <a:chExt cx="1450041" cy="1376666"/>
          </a:xfrm>
        </p:grpSpPr>
        <p:sp>
          <p:nvSpPr>
            <p:cNvPr id="252" name="Line 39">
              <a:extLst>
                <a:ext uri="{FF2B5EF4-FFF2-40B4-BE49-F238E27FC236}">
                  <a16:creationId xmlns:a16="http://schemas.microsoft.com/office/drawing/2014/main" id="{330E1162-236E-4ADD-A3AE-2AA839A7CD07}"/>
                </a:ext>
              </a:extLst>
            </p:cNvPr>
            <p:cNvSpPr>
              <a:spLocks noChangeShapeType="1"/>
            </p:cNvSpPr>
            <p:nvPr/>
          </p:nvSpPr>
          <p:spPr bwMode="auto">
            <a:xfrm flipH="1">
              <a:off x="5456163" y="1157613"/>
              <a:ext cx="14253" cy="1122645"/>
            </a:xfrm>
            <a:prstGeom prst="line">
              <a:avLst/>
            </a:prstGeom>
            <a:noFill/>
            <a:ln w="19050">
              <a:solidFill>
                <a:srgbClr val="339966"/>
              </a:solidFill>
              <a:round/>
              <a:headEnd type="none" w="med"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53" name="Line 41">
              <a:extLst>
                <a:ext uri="{FF2B5EF4-FFF2-40B4-BE49-F238E27FC236}">
                  <a16:creationId xmlns:a16="http://schemas.microsoft.com/office/drawing/2014/main" id="{8FC4D0AE-D289-49F6-91C1-859789F6ECBD}"/>
                </a:ext>
              </a:extLst>
            </p:cNvPr>
            <p:cNvSpPr>
              <a:spLocks noChangeShapeType="1"/>
            </p:cNvSpPr>
            <p:nvPr/>
          </p:nvSpPr>
          <p:spPr bwMode="auto">
            <a:xfrm flipH="1">
              <a:off x="4028043" y="903592"/>
              <a:ext cx="1289" cy="264301"/>
            </a:xfrm>
            <a:prstGeom prst="line">
              <a:avLst/>
            </a:prstGeom>
            <a:noFill/>
            <a:ln w="19050">
              <a:solidFill>
                <a:srgbClr val="339966"/>
              </a:solidFill>
              <a:round/>
              <a:headEnd type="oval"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54" name="Line 41">
              <a:extLst>
                <a:ext uri="{FF2B5EF4-FFF2-40B4-BE49-F238E27FC236}">
                  <a16:creationId xmlns:a16="http://schemas.microsoft.com/office/drawing/2014/main" id="{47C127CE-AA1F-478E-BFCE-7F54CD192647}"/>
                </a:ext>
              </a:extLst>
            </p:cNvPr>
            <p:cNvSpPr>
              <a:spLocks noChangeShapeType="1"/>
            </p:cNvSpPr>
            <p:nvPr/>
          </p:nvSpPr>
          <p:spPr bwMode="auto">
            <a:xfrm flipV="1">
              <a:off x="4020375" y="1155699"/>
              <a:ext cx="1450041" cy="3568"/>
            </a:xfrm>
            <a:prstGeom prst="line">
              <a:avLst/>
            </a:prstGeom>
            <a:noFill/>
            <a:ln w="19050">
              <a:solidFill>
                <a:srgbClr val="339966"/>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grpSp>
        <p:nvGrpSpPr>
          <p:cNvPr id="234" name="组合 233">
            <a:extLst>
              <a:ext uri="{FF2B5EF4-FFF2-40B4-BE49-F238E27FC236}">
                <a16:creationId xmlns:a16="http://schemas.microsoft.com/office/drawing/2014/main" id="{DB2C8C89-FFEF-4215-95D4-508B1C12FA77}"/>
              </a:ext>
            </a:extLst>
          </p:cNvPr>
          <p:cNvGrpSpPr/>
          <p:nvPr/>
        </p:nvGrpSpPr>
        <p:grpSpPr>
          <a:xfrm>
            <a:off x="9424986" y="1599188"/>
            <a:ext cx="174005" cy="407234"/>
            <a:chOff x="3808080" y="3228790"/>
            <a:chExt cx="134470" cy="463872"/>
          </a:xfrm>
        </p:grpSpPr>
        <p:cxnSp>
          <p:nvCxnSpPr>
            <p:cNvPr id="255" name="直接箭头连接符 254">
              <a:extLst>
                <a:ext uri="{FF2B5EF4-FFF2-40B4-BE49-F238E27FC236}">
                  <a16:creationId xmlns:a16="http://schemas.microsoft.com/office/drawing/2014/main" id="{E18CE39F-76B0-4A8C-BEB2-C69DB0BC1F47}"/>
                </a:ext>
              </a:extLst>
            </p:cNvPr>
            <p:cNvCxnSpPr>
              <a:cxnSpLocks/>
            </p:cNvCxnSpPr>
            <p:nvPr/>
          </p:nvCxnSpPr>
          <p:spPr>
            <a:xfrm flipH="1">
              <a:off x="3942524" y="3465608"/>
              <a:ext cx="26" cy="227054"/>
            </a:xfrm>
            <a:prstGeom prst="straightConnector1">
              <a:avLst/>
            </a:prstGeom>
            <a:ln w="28575">
              <a:headEnd type="oval" w="med" len="med"/>
              <a:tailEnd type="stealth" w="med" len="lg"/>
            </a:ln>
          </p:spPr>
          <p:style>
            <a:lnRef idx="1">
              <a:schemeClr val="accent1"/>
            </a:lnRef>
            <a:fillRef idx="0">
              <a:schemeClr val="accent1"/>
            </a:fillRef>
            <a:effectRef idx="0">
              <a:schemeClr val="accent1"/>
            </a:effectRef>
            <a:fontRef idx="minor">
              <a:schemeClr val="tx1"/>
            </a:fontRef>
          </p:style>
        </p:cxnSp>
        <p:sp>
          <p:nvSpPr>
            <p:cNvPr id="270" name="文本框 269">
              <a:extLst>
                <a:ext uri="{FF2B5EF4-FFF2-40B4-BE49-F238E27FC236}">
                  <a16:creationId xmlns:a16="http://schemas.microsoft.com/office/drawing/2014/main" id="{EB886C20-12DD-476E-B4D5-1F88482A9336}"/>
                </a:ext>
              </a:extLst>
            </p:cNvPr>
            <p:cNvSpPr txBox="1"/>
            <p:nvPr/>
          </p:nvSpPr>
          <p:spPr>
            <a:xfrm>
              <a:off x="3808080" y="3228790"/>
              <a:ext cx="109822" cy="297998"/>
            </a:xfrm>
            <a:prstGeom prst="rect">
              <a:avLst/>
            </a:prstGeom>
            <a:noFill/>
          </p:spPr>
          <p:txBody>
            <a:bodyPr wrap="square" lIns="0" tIns="0" rIns="0" bIns="0" rtlCol="0">
              <a:spAutoFit/>
            </a:bodyPr>
            <a:lstStyle/>
            <a:p>
              <a:pPr>
                <a:lnSpc>
                  <a:spcPct val="80000"/>
                </a:lnSpc>
              </a:pPr>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p</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grpSp>
      <p:sp>
        <p:nvSpPr>
          <p:cNvPr id="2" name="文本框 1">
            <a:extLst>
              <a:ext uri="{FF2B5EF4-FFF2-40B4-BE49-F238E27FC236}">
                <a16:creationId xmlns:a16="http://schemas.microsoft.com/office/drawing/2014/main" id="{1A342DC4-7232-4B92-B7D2-E1E9E84AC4F3}"/>
              </a:ext>
            </a:extLst>
          </p:cNvPr>
          <p:cNvSpPr txBox="1"/>
          <p:nvPr/>
        </p:nvSpPr>
        <p:spPr>
          <a:xfrm>
            <a:off x="439030" y="212294"/>
            <a:ext cx="2655023" cy="646331"/>
          </a:xfrm>
          <a:prstGeom prst="rect">
            <a:avLst/>
          </a:prstGeom>
          <a:noFill/>
        </p:spPr>
        <p:txBody>
          <a:bodyPr wrap="square" rtlCol="0">
            <a:spAutoFit/>
          </a:bodyPr>
          <a:lstStyle/>
          <a:p>
            <a:pPr algn="just"/>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7.4</a:t>
            </a:r>
            <a:r>
              <a:rPr lang="zh-CN" altLang="en-US" b="1" dirty="0"/>
              <a:t>对示例有向图</a:t>
            </a:r>
            <a:r>
              <a:rPr lang="en-US" altLang="zh-CN" b="1" dirty="0">
                <a:solidFill>
                  <a:srgbClr val="C00000"/>
                </a:solidFill>
              </a:rPr>
              <a:t>G</a:t>
            </a:r>
            <a:r>
              <a:rPr lang="zh-CN" altLang="en-US" b="1" dirty="0"/>
              <a:t>，构造</a:t>
            </a:r>
            <a:r>
              <a:rPr lang="zh-CN" altLang="en-US" b="1" dirty="0">
                <a:solidFill>
                  <a:srgbClr val="0070C0"/>
                </a:solidFill>
                <a:effectLst>
                  <a:outerShdw blurRad="38100" dist="38100" dir="2700000" algn="tl">
                    <a:srgbClr val="000000">
                      <a:alpha val="43137"/>
                    </a:srgbClr>
                  </a:outerShdw>
                </a:effectLst>
              </a:rPr>
              <a:t>十字链表</a:t>
            </a:r>
            <a:r>
              <a:rPr lang="zh-CN" altLang="en-US" b="1" dirty="0"/>
              <a:t>过程</a:t>
            </a:r>
          </a:p>
        </p:txBody>
      </p:sp>
      <p:sp>
        <p:nvSpPr>
          <p:cNvPr id="3" name="文本框 2">
            <a:extLst>
              <a:ext uri="{FF2B5EF4-FFF2-40B4-BE49-F238E27FC236}">
                <a16:creationId xmlns:a16="http://schemas.microsoft.com/office/drawing/2014/main" id="{BFC77A33-1B01-5037-99BA-DEB6587C4875}"/>
              </a:ext>
            </a:extLst>
          </p:cNvPr>
          <p:cNvSpPr txBox="1"/>
          <p:nvPr/>
        </p:nvSpPr>
        <p:spPr>
          <a:xfrm>
            <a:off x="3951757" y="6284804"/>
            <a:ext cx="6473645" cy="400110"/>
          </a:xfrm>
          <a:prstGeom prst="rect">
            <a:avLst/>
          </a:prstGeom>
          <a:solidFill>
            <a:schemeClr val="accent2">
              <a:lumMod val="20000"/>
              <a:lumOff val="80000"/>
            </a:schemeClr>
          </a:solidFill>
        </p:spPr>
        <p:txBody>
          <a:bodyPr wrap="square" rtlCol="0">
            <a:spAutoFit/>
          </a:bodyPr>
          <a:lstStyle/>
          <a:p>
            <a:r>
              <a:rPr lang="zh-CN" altLang="en-US" sz="2000" b="1" dirty="0">
                <a:latin typeface="+mj-ea"/>
                <a:ea typeface="+mj-ea"/>
              </a:rPr>
              <a:t>可在</a:t>
            </a:r>
            <a:r>
              <a:rPr lang="en-US" altLang="zh-CN" sz="2000" b="1" dirty="0" err="1">
                <a:solidFill>
                  <a:srgbClr val="8E0000"/>
                </a:solidFill>
                <a:latin typeface="Magneto" panose="04030805050802020D02" pitchFamily="82" charset="0"/>
                <a:ea typeface="+mj-ea"/>
              </a:rPr>
              <a:t>AnyviewC</a:t>
            </a:r>
            <a:r>
              <a:rPr lang="zh-CN" altLang="en-US" sz="2000" b="1" dirty="0">
                <a:latin typeface="+mj-ea"/>
                <a:ea typeface="+mj-ea"/>
              </a:rPr>
              <a:t>可视跟踪算法过程中</a:t>
            </a:r>
            <a:r>
              <a:rPr lang="zh-CN" altLang="en-US" sz="2000" b="1" dirty="0">
                <a:solidFill>
                  <a:srgbClr val="8E0000"/>
                </a:solidFill>
                <a:latin typeface="+mj-ea"/>
                <a:ea typeface="+mj-ea"/>
              </a:rPr>
              <a:t>十字链表</a:t>
            </a:r>
            <a:r>
              <a:rPr lang="zh-CN" altLang="en-US" sz="2000" b="1" dirty="0">
                <a:latin typeface="+mj-ea"/>
                <a:ea typeface="+mj-ea"/>
              </a:rPr>
              <a:t>形态变化</a:t>
            </a:r>
          </a:p>
        </p:txBody>
      </p:sp>
    </p:spTree>
    <p:extLst>
      <p:ext uri="{BB962C8B-B14F-4D97-AF65-F5344CB8AC3E}">
        <p14:creationId xmlns:p14="http://schemas.microsoft.com/office/powerpoint/2010/main" val="613285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p:cTn id="7" dur="1000" fill="hold"/>
                                        <p:tgtEl>
                                          <p:spTgt spid="193"/>
                                        </p:tgtEl>
                                        <p:attrNameLst>
                                          <p:attrName>ppt_w</p:attrName>
                                        </p:attrNameLst>
                                      </p:cBhvr>
                                      <p:tavLst>
                                        <p:tav tm="0">
                                          <p:val>
                                            <p:fltVal val="0"/>
                                          </p:val>
                                        </p:tav>
                                        <p:tav tm="100000">
                                          <p:val>
                                            <p:strVal val="#ppt_w"/>
                                          </p:val>
                                        </p:tav>
                                      </p:tavLst>
                                    </p:anim>
                                    <p:anim calcmode="lin" valueType="num">
                                      <p:cBhvr>
                                        <p:cTn id="8" dur="1000" fill="hold"/>
                                        <p:tgtEl>
                                          <p:spTgt spid="193"/>
                                        </p:tgtEl>
                                        <p:attrNameLst>
                                          <p:attrName>ppt_h</p:attrName>
                                        </p:attrNameLst>
                                      </p:cBhvr>
                                      <p:tavLst>
                                        <p:tav tm="0">
                                          <p:val>
                                            <p:fltVal val="0"/>
                                          </p:val>
                                        </p:tav>
                                        <p:tav tm="100000">
                                          <p:val>
                                            <p:strVal val="#ppt_h"/>
                                          </p:val>
                                        </p:tav>
                                      </p:tavLst>
                                    </p:anim>
                                    <p:anim calcmode="lin" valueType="num">
                                      <p:cBhvr>
                                        <p:cTn id="9" dur="1000" fill="hold"/>
                                        <p:tgtEl>
                                          <p:spTgt spid="193"/>
                                        </p:tgtEl>
                                        <p:attrNameLst>
                                          <p:attrName>style.rotation</p:attrName>
                                        </p:attrNameLst>
                                      </p:cBhvr>
                                      <p:tavLst>
                                        <p:tav tm="0">
                                          <p:val>
                                            <p:fltVal val="90"/>
                                          </p:val>
                                        </p:tav>
                                        <p:tav tm="100000">
                                          <p:val>
                                            <p:fltVal val="0"/>
                                          </p:val>
                                        </p:tav>
                                      </p:tavLst>
                                    </p:anim>
                                    <p:animEffect transition="in" filter="fade">
                                      <p:cBhvr>
                                        <p:cTn id="10" dur="1000"/>
                                        <p:tgtEl>
                                          <p:spTgt spid="19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219"/>
                                        </p:tgtEl>
                                        <p:attrNameLst>
                                          <p:attrName>style.visibility</p:attrName>
                                        </p:attrNameLst>
                                      </p:cBhvr>
                                      <p:to>
                                        <p:strVal val="visible"/>
                                      </p:to>
                                    </p:set>
                                    <p:animEffect transition="in" filter="wipe(up)">
                                      <p:cBhvr>
                                        <p:cTn id="15" dur="500"/>
                                        <p:tgtEl>
                                          <p:spTgt spid="21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20"/>
                                        </p:tgtEl>
                                        <p:attrNameLst>
                                          <p:attrName>style.visibility</p:attrName>
                                        </p:attrNameLst>
                                      </p:cBhvr>
                                      <p:to>
                                        <p:strVal val="visible"/>
                                      </p:to>
                                    </p:set>
                                    <p:animEffect transition="in" filter="wipe(up)">
                                      <p:cBhvr>
                                        <p:cTn id="20" dur="500"/>
                                        <p:tgtEl>
                                          <p:spTgt spid="22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221"/>
                                        </p:tgtEl>
                                        <p:attrNameLst>
                                          <p:attrName>style.visibility</p:attrName>
                                        </p:attrNameLst>
                                      </p:cBhvr>
                                      <p:to>
                                        <p:strVal val="visible"/>
                                      </p:to>
                                    </p:set>
                                    <p:animEffect transition="in" filter="wipe(right)">
                                      <p:cBhvr>
                                        <p:cTn id="25" dur="500"/>
                                        <p:tgtEl>
                                          <p:spTgt spid="221"/>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218"/>
                                        </p:tgtEl>
                                        <p:attrNameLst>
                                          <p:attrName>style.visibility</p:attrName>
                                        </p:attrNameLst>
                                      </p:cBhvr>
                                      <p:to>
                                        <p:strVal val="visible"/>
                                      </p:to>
                                    </p:set>
                                    <p:animEffect transition="in" filter="fade">
                                      <p:cBhvr>
                                        <p:cTn id="30" dur="1000"/>
                                        <p:tgtEl>
                                          <p:spTgt spid="218"/>
                                        </p:tgtEl>
                                      </p:cBhvr>
                                    </p:animEffect>
                                    <p:anim calcmode="lin" valueType="num">
                                      <p:cBhvr>
                                        <p:cTn id="31" dur="1000" fill="hold"/>
                                        <p:tgtEl>
                                          <p:spTgt spid="218"/>
                                        </p:tgtEl>
                                        <p:attrNameLst>
                                          <p:attrName>ppt_x</p:attrName>
                                        </p:attrNameLst>
                                      </p:cBhvr>
                                      <p:tavLst>
                                        <p:tav tm="0">
                                          <p:val>
                                            <p:strVal val="#ppt_x"/>
                                          </p:val>
                                        </p:tav>
                                        <p:tav tm="100000">
                                          <p:val>
                                            <p:strVal val="#ppt_x"/>
                                          </p:val>
                                        </p:tav>
                                      </p:tavLst>
                                    </p:anim>
                                    <p:anim calcmode="lin" valueType="num">
                                      <p:cBhvr>
                                        <p:cTn id="32" dur="1000" fill="hold"/>
                                        <p:tgtEl>
                                          <p:spTgt spid="218"/>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214"/>
                                        </p:tgtEl>
                                        <p:attrNameLst>
                                          <p:attrName>style.visibility</p:attrName>
                                        </p:attrNameLst>
                                      </p:cBhvr>
                                      <p:to>
                                        <p:strVal val="visible"/>
                                      </p:to>
                                    </p:set>
                                    <p:anim calcmode="lin" valueType="num">
                                      <p:cBhvr>
                                        <p:cTn id="37" dur="1000" fill="hold"/>
                                        <p:tgtEl>
                                          <p:spTgt spid="214"/>
                                        </p:tgtEl>
                                        <p:attrNameLst>
                                          <p:attrName>ppt_w</p:attrName>
                                        </p:attrNameLst>
                                      </p:cBhvr>
                                      <p:tavLst>
                                        <p:tav tm="0">
                                          <p:val>
                                            <p:fltVal val="0"/>
                                          </p:val>
                                        </p:tav>
                                        <p:tav tm="100000">
                                          <p:val>
                                            <p:strVal val="#ppt_w"/>
                                          </p:val>
                                        </p:tav>
                                      </p:tavLst>
                                    </p:anim>
                                    <p:anim calcmode="lin" valueType="num">
                                      <p:cBhvr>
                                        <p:cTn id="38" dur="1000" fill="hold"/>
                                        <p:tgtEl>
                                          <p:spTgt spid="214"/>
                                        </p:tgtEl>
                                        <p:attrNameLst>
                                          <p:attrName>ppt_h</p:attrName>
                                        </p:attrNameLst>
                                      </p:cBhvr>
                                      <p:tavLst>
                                        <p:tav tm="0">
                                          <p:val>
                                            <p:fltVal val="0"/>
                                          </p:val>
                                        </p:tav>
                                        <p:tav tm="100000">
                                          <p:val>
                                            <p:strVal val="#ppt_h"/>
                                          </p:val>
                                        </p:tav>
                                      </p:tavLst>
                                    </p:anim>
                                    <p:anim calcmode="lin" valueType="num">
                                      <p:cBhvr>
                                        <p:cTn id="39" dur="1000" fill="hold"/>
                                        <p:tgtEl>
                                          <p:spTgt spid="214"/>
                                        </p:tgtEl>
                                        <p:attrNameLst>
                                          <p:attrName>style.rotation</p:attrName>
                                        </p:attrNameLst>
                                      </p:cBhvr>
                                      <p:tavLst>
                                        <p:tav tm="0">
                                          <p:val>
                                            <p:fltVal val="90"/>
                                          </p:val>
                                        </p:tav>
                                        <p:tav tm="100000">
                                          <p:val>
                                            <p:fltVal val="0"/>
                                          </p:val>
                                        </p:tav>
                                      </p:tavLst>
                                    </p:anim>
                                    <p:animEffect transition="in" filter="fade">
                                      <p:cBhvr>
                                        <p:cTn id="40" dur="1000"/>
                                        <p:tgtEl>
                                          <p:spTgt spid="214"/>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206"/>
                                        </p:tgtEl>
                                        <p:attrNameLst>
                                          <p:attrName>style.visibility</p:attrName>
                                        </p:attrNameLst>
                                      </p:cBhvr>
                                      <p:to>
                                        <p:strVal val="visible"/>
                                      </p:to>
                                    </p:set>
                                    <p:animEffect transition="in" filter="wipe(left)">
                                      <p:cBhvr>
                                        <p:cTn id="44" dur="500"/>
                                        <p:tgtEl>
                                          <p:spTgt spid="206"/>
                                        </p:tgtEl>
                                      </p:cBhvr>
                                    </p:animEffect>
                                  </p:childTnLst>
                                </p:cTn>
                              </p:par>
                            </p:childTnLst>
                          </p:cTn>
                        </p:par>
                        <p:par>
                          <p:cTn id="45" fill="hold">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207"/>
                                        </p:tgtEl>
                                        <p:attrNameLst>
                                          <p:attrName>style.visibility</p:attrName>
                                        </p:attrNameLst>
                                      </p:cBhvr>
                                      <p:to>
                                        <p:strVal val="visible"/>
                                      </p:to>
                                    </p:set>
                                    <p:animEffect transition="in" filter="wipe(left)">
                                      <p:cBhvr>
                                        <p:cTn id="48" dur="500"/>
                                        <p:tgtEl>
                                          <p:spTgt spid="207"/>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215"/>
                                        </p:tgtEl>
                                        <p:attrNameLst>
                                          <p:attrName>style.visibility</p:attrName>
                                        </p:attrNameLst>
                                      </p:cBhvr>
                                      <p:to>
                                        <p:strVal val="visible"/>
                                      </p:to>
                                    </p:set>
                                    <p:anim calcmode="lin" valueType="num">
                                      <p:cBhvr>
                                        <p:cTn id="53" dur="1000" fill="hold"/>
                                        <p:tgtEl>
                                          <p:spTgt spid="215"/>
                                        </p:tgtEl>
                                        <p:attrNameLst>
                                          <p:attrName>ppt_w</p:attrName>
                                        </p:attrNameLst>
                                      </p:cBhvr>
                                      <p:tavLst>
                                        <p:tav tm="0">
                                          <p:val>
                                            <p:fltVal val="0"/>
                                          </p:val>
                                        </p:tav>
                                        <p:tav tm="100000">
                                          <p:val>
                                            <p:strVal val="#ppt_w"/>
                                          </p:val>
                                        </p:tav>
                                      </p:tavLst>
                                    </p:anim>
                                    <p:anim calcmode="lin" valueType="num">
                                      <p:cBhvr>
                                        <p:cTn id="54" dur="1000" fill="hold"/>
                                        <p:tgtEl>
                                          <p:spTgt spid="215"/>
                                        </p:tgtEl>
                                        <p:attrNameLst>
                                          <p:attrName>ppt_h</p:attrName>
                                        </p:attrNameLst>
                                      </p:cBhvr>
                                      <p:tavLst>
                                        <p:tav tm="0">
                                          <p:val>
                                            <p:fltVal val="0"/>
                                          </p:val>
                                        </p:tav>
                                        <p:tav tm="100000">
                                          <p:val>
                                            <p:strVal val="#ppt_h"/>
                                          </p:val>
                                        </p:tav>
                                      </p:tavLst>
                                    </p:anim>
                                    <p:anim calcmode="lin" valueType="num">
                                      <p:cBhvr>
                                        <p:cTn id="55" dur="1000" fill="hold"/>
                                        <p:tgtEl>
                                          <p:spTgt spid="215"/>
                                        </p:tgtEl>
                                        <p:attrNameLst>
                                          <p:attrName>style.rotation</p:attrName>
                                        </p:attrNameLst>
                                      </p:cBhvr>
                                      <p:tavLst>
                                        <p:tav tm="0">
                                          <p:val>
                                            <p:fltVal val="90"/>
                                          </p:val>
                                        </p:tav>
                                        <p:tav tm="100000">
                                          <p:val>
                                            <p:fltVal val="0"/>
                                          </p:val>
                                        </p:tav>
                                      </p:tavLst>
                                    </p:anim>
                                    <p:animEffect transition="in" filter="fade">
                                      <p:cBhvr>
                                        <p:cTn id="56" dur="1000"/>
                                        <p:tgtEl>
                                          <p:spTgt spid="215"/>
                                        </p:tgtEl>
                                      </p:cBhvr>
                                    </p:animEffect>
                                  </p:childTnLst>
                                </p:cTn>
                              </p:par>
                            </p:childTnLst>
                          </p:cTn>
                        </p:par>
                        <p:par>
                          <p:cTn id="57" fill="hold">
                            <p:stCondLst>
                              <p:cond delay="1000"/>
                            </p:stCondLst>
                            <p:childTnLst>
                              <p:par>
                                <p:cTn id="58" presetID="22" presetClass="entr" presetSubtype="8" fill="hold" grpId="0" nodeType="afterEffect">
                                  <p:stCondLst>
                                    <p:cond delay="0"/>
                                  </p:stCondLst>
                                  <p:childTnLst>
                                    <p:set>
                                      <p:cBhvr>
                                        <p:cTn id="59" dur="1" fill="hold">
                                          <p:stCondLst>
                                            <p:cond delay="0"/>
                                          </p:stCondLst>
                                        </p:cTn>
                                        <p:tgtEl>
                                          <p:spTgt spid="204"/>
                                        </p:tgtEl>
                                        <p:attrNameLst>
                                          <p:attrName>style.visibility</p:attrName>
                                        </p:attrNameLst>
                                      </p:cBhvr>
                                      <p:to>
                                        <p:strVal val="visible"/>
                                      </p:to>
                                    </p:set>
                                    <p:animEffect transition="in" filter="wipe(left)">
                                      <p:cBhvr>
                                        <p:cTn id="60" dur="500"/>
                                        <p:tgtEl>
                                          <p:spTgt spid="204"/>
                                        </p:tgtEl>
                                      </p:cBhvr>
                                    </p:animEffect>
                                  </p:childTnLst>
                                </p:cTn>
                              </p:par>
                            </p:childTnLst>
                          </p:cTn>
                        </p:par>
                        <p:par>
                          <p:cTn id="61" fill="hold">
                            <p:stCondLst>
                              <p:cond delay="1500"/>
                            </p:stCondLst>
                            <p:childTnLst>
                              <p:par>
                                <p:cTn id="62" presetID="22" presetClass="entr" presetSubtype="8" fill="hold" grpId="0" nodeType="afterEffect">
                                  <p:stCondLst>
                                    <p:cond delay="0"/>
                                  </p:stCondLst>
                                  <p:childTnLst>
                                    <p:set>
                                      <p:cBhvr>
                                        <p:cTn id="63" dur="1" fill="hold">
                                          <p:stCondLst>
                                            <p:cond delay="0"/>
                                          </p:stCondLst>
                                        </p:cTn>
                                        <p:tgtEl>
                                          <p:spTgt spid="201"/>
                                        </p:tgtEl>
                                        <p:attrNameLst>
                                          <p:attrName>style.visibility</p:attrName>
                                        </p:attrNameLst>
                                      </p:cBhvr>
                                      <p:to>
                                        <p:strVal val="visible"/>
                                      </p:to>
                                    </p:set>
                                    <p:animEffect transition="in" filter="wipe(left)">
                                      <p:cBhvr>
                                        <p:cTn id="64" dur="500"/>
                                        <p:tgtEl>
                                          <p:spTgt spid="201"/>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grpId="0" nodeType="clickEffect">
                                  <p:stCondLst>
                                    <p:cond delay="0"/>
                                  </p:stCondLst>
                                  <p:childTnLst>
                                    <p:set>
                                      <p:cBhvr>
                                        <p:cTn id="68" dur="1" fill="hold">
                                          <p:stCondLst>
                                            <p:cond delay="0"/>
                                          </p:stCondLst>
                                        </p:cTn>
                                        <p:tgtEl>
                                          <p:spTgt spid="216"/>
                                        </p:tgtEl>
                                        <p:attrNameLst>
                                          <p:attrName>style.visibility</p:attrName>
                                        </p:attrNameLst>
                                      </p:cBhvr>
                                      <p:to>
                                        <p:strVal val="visible"/>
                                      </p:to>
                                    </p:set>
                                    <p:anim calcmode="lin" valueType="num">
                                      <p:cBhvr>
                                        <p:cTn id="69" dur="1000" fill="hold"/>
                                        <p:tgtEl>
                                          <p:spTgt spid="216"/>
                                        </p:tgtEl>
                                        <p:attrNameLst>
                                          <p:attrName>ppt_w</p:attrName>
                                        </p:attrNameLst>
                                      </p:cBhvr>
                                      <p:tavLst>
                                        <p:tav tm="0">
                                          <p:val>
                                            <p:fltVal val="0"/>
                                          </p:val>
                                        </p:tav>
                                        <p:tav tm="100000">
                                          <p:val>
                                            <p:strVal val="#ppt_w"/>
                                          </p:val>
                                        </p:tav>
                                      </p:tavLst>
                                    </p:anim>
                                    <p:anim calcmode="lin" valueType="num">
                                      <p:cBhvr>
                                        <p:cTn id="70" dur="1000" fill="hold"/>
                                        <p:tgtEl>
                                          <p:spTgt spid="216"/>
                                        </p:tgtEl>
                                        <p:attrNameLst>
                                          <p:attrName>ppt_h</p:attrName>
                                        </p:attrNameLst>
                                      </p:cBhvr>
                                      <p:tavLst>
                                        <p:tav tm="0">
                                          <p:val>
                                            <p:fltVal val="0"/>
                                          </p:val>
                                        </p:tav>
                                        <p:tav tm="100000">
                                          <p:val>
                                            <p:strVal val="#ppt_h"/>
                                          </p:val>
                                        </p:tav>
                                      </p:tavLst>
                                    </p:anim>
                                    <p:anim calcmode="lin" valueType="num">
                                      <p:cBhvr>
                                        <p:cTn id="71" dur="1000" fill="hold"/>
                                        <p:tgtEl>
                                          <p:spTgt spid="216"/>
                                        </p:tgtEl>
                                        <p:attrNameLst>
                                          <p:attrName>style.rotation</p:attrName>
                                        </p:attrNameLst>
                                      </p:cBhvr>
                                      <p:tavLst>
                                        <p:tav tm="0">
                                          <p:val>
                                            <p:fltVal val="90"/>
                                          </p:val>
                                        </p:tav>
                                        <p:tav tm="100000">
                                          <p:val>
                                            <p:fltVal val="0"/>
                                          </p:val>
                                        </p:tav>
                                      </p:tavLst>
                                    </p:anim>
                                    <p:animEffect transition="in" filter="fade">
                                      <p:cBhvr>
                                        <p:cTn id="72" dur="1000"/>
                                        <p:tgtEl>
                                          <p:spTgt spid="216"/>
                                        </p:tgtEl>
                                      </p:cBhvr>
                                    </p:animEffect>
                                  </p:childTnLst>
                                </p:cTn>
                              </p:par>
                            </p:childTnLst>
                          </p:cTn>
                        </p:par>
                        <p:par>
                          <p:cTn id="73" fill="hold">
                            <p:stCondLst>
                              <p:cond delay="1000"/>
                            </p:stCondLst>
                            <p:childTnLst>
                              <p:par>
                                <p:cTn id="74" presetID="22" presetClass="entr" presetSubtype="8" fill="hold" grpId="0" nodeType="afterEffect">
                                  <p:stCondLst>
                                    <p:cond delay="0"/>
                                  </p:stCondLst>
                                  <p:childTnLst>
                                    <p:set>
                                      <p:cBhvr>
                                        <p:cTn id="75" dur="1" fill="hold">
                                          <p:stCondLst>
                                            <p:cond delay="0"/>
                                          </p:stCondLst>
                                        </p:cTn>
                                        <p:tgtEl>
                                          <p:spTgt spid="203"/>
                                        </p:tgtEl>
                                        <p:attrNameLst>
                                          <p:attrName>style.visibility</p:attrName>
                                        </p:attrNameLst>
                                      </p:cBhvr>
                                      <p:to>
                                        <p:strVal val="visible"/>
                                      </p:to>
                                    </p:set>
                                    <p:animEffect transition="in" filter="wipe(left)">
                                      <p:cBhvr>
                                        <p:cTn id="76" dur="500"/>
                                        <p:tgtEl>
                                          <p:spTgt spid="203"/>
                                        </p:tgtEl>
                                      </p:cBhvr>
                                    </p:animEffect>
                                  </p:childTnLst>
                                </p:cTn>
                              </p:par>
                            </p:childTnLst>
                          </p:cTn>
                        </p:par>
                        <p:par>
                          <p:cTn id="77" fill="hold">
                            <p:stCondLst>
                              <p:cond delay="1500"/>
                            </p:stCondLst>
                            <p:childTnLst>
                              <p:par>
                                <p:cTn id="78" presetID="22" presetClass="entr" presetSubtype="8" fill="hold" grpId="0" nodeType="afterEffect">
                                  <p:stCondLst>
                                    <p:cond delay="0"/>
                                  </p:stCondLst>
                                  <p:childTnLst>
                                    <p:set>
                                      <p:cBhvr>
                                        <p:cTn id="79" dur="1" fill="hold">
                                          <p:stCondLst>
                                            <p:cond delay="0"/>
                                          </p:stCondLst>
                                        </p:cTn>
                                        <p:tgtEl>
                                          <p:spTgt spid="202"/>
                                        </p:tgtEl>
                                        <p:attrNameLst>
                                          <p:attrName>style.visibility</p:attrName>
                                        </p:attrNameLst>
                                      </p:cBhvr>
                                      <p:to>
                                        <p:strVal val="visible"/>
                                      </p:to>
                                    </p:set>
                                    <p:animEffect transition="in" filter="wipe(left)">
                                      <p:cBhvr>
                                        <p:cTn id="80" dur="500"/>
                                        <p:tgtEl>
                                          <p:spTgt spid="202"/>
                                        </p:tgtEl>
                                      </p:cBhvr>
                                    </p:animEffect>
                                  </p:childTnLst>
                                </p:cTn>
                              </p:par>
                            </p:childTnLst>
                          </p:cTn>
                        </p:par>
                      </p:childTnLst>
                    </p:cTn>
                  </p:par>
                  <p:par>
                    <p:cTn id="81" fill="hold">
                      <p:stCondLst>
                        <p:cond delay="indefinite"/>
                      </p:stCondLst>
                      <p:childTnLst>
                        <p:par>
                          <p:cTn id="82" fill="hold">
                            <p:stCondLst>
                              <p:cond delay="0"/>
                            </p:stCondLst>
                            <p:childTnLst>
                              <p:par>
                                <p:cTn id="83" presetID="31" presetClass="entr" presetSubtype="0" fill="hold" grpId="0" nodeType="clickEffect">
                                  <p:stCondLst>
                                    <p:cond delay="0"/>
                                  </p:stCondLst>
                                  <p:childTnLst>
                                    <p:set>
                                      <p:cBhvr>
                                        <p:cTn id="84" dur="1" fill="hold">
                                          <p:stCondLst>
                                            <p:cond delay="0"/>
                                          </p:stCondLst>
                                        </p:cTn>
                                        <p:tgtEl>
                                          <p:spTgt spid="217"/>
                                        </p:tgtEl>
                                        <p:attrNameLst>
                                          <p:attrName>style.visibility</p:attrName>
                                        </p:attrNameLst>
                                      </p:cBhvr>
                                      <p:to>
                                        <p:strVal val="visible"/>
                                      </p:to>
                                    </p:set>
                                    <p:anim calcmode="lin" valueType="num">
                                      <p:cBhvr>
                                        <p:cTn id="85" dur="1000" fill="hold"/>
                                        <p:tgtEl>
                                          <p:spTgt spid="217"/>
                                        </p:tgtEl>
                                        <p:attrNameLst>
                                          <p:attrName>ppt_w</p:attrName>
                                        </p:attrNameLst>
                                      </p:cBhvr>
                                      <p:tavLst>
                                        <p:tav tm="0">
                                          <p:val>
                                            <p:fltVal val="0"/>
                                          </p:val>
                                        </p:tav>
                                        <p:tav tm="100000">
                                          <p:val>
                                            <p:strVal val="#ppt_w"/>
                                          </p:val>
                                        </p:tav>
                                      </p:tavLst>
                                    </p:anim>
                                    <p:anim calcmode="lin" valueType="num">
                                      <p:cBhvr>
                                        <p:cTn id="86" dur="1000" fill="hold"/>
                                        <p:tgtEl>
                                          <p:spTgt spid="217"/>
                                        </p:tgtEl>
                                        <p:attrNameLst>
                                          <p:attrName>ppt_h</p:attrName>
                                        </p:attrNameLst>
                                      </p:cBhvr>
                                      <p:tavLst>
                                        <p:tav tm="0">
                                          <p:val>
                                            <p:fltVal val="0"/>
                                          </p:val>
                                        </p:tav>
                                        <p:tav tm="100000">
                                          <p:val>
                                            <p:strVal val="#ppt_h"/>
                                          </p:val>
                                        </p:tav>
                                      </p:tavLst>
                                    </p:anim>
                                    <p:anim calcmode="lin" valueType="num">
                                      <p:cBhvr>
                                        <p:cTn id="87" dur="1000" fill="hold"/>
                                        <p:tgtEl>
                                          <p:spTgt spid="217"/>
                                        </p:tgtEl>
                                        <p:attrNameLst>
                                          <p:attrName>style.rotation</p:attrName>
                                        </p:attrNameLst>
                                      </p:cBhvr>
                                      <p:tavLst>
                                        <p:tav tm="0">
                                          <p:val>
                                            <p:fltVal val="90"/>
                                          </p:val>
                                        </p:tav>
                                        <p:tav tm="100000">
                                          <p:val>
                                            <p:fltVal val="0"/>
                                          </p:val>
                                        </p:tav>
                                      </p:tavLst>
                                    </p:anim>
                                    <p:animEffect transition="in" filter="fade">
                                      <p:cBhvr>
                                        <p:cTn id="88" dur="1000"/>
                                        <p:tgtEl>
                                          <p:spTgt spid="217"/>
                                        </p:tgtEl>
                                      </p:cBhvr>
                                    </p:animEffect>
                                  </p:childTnLst>
                                </p:cTn>
                              </p:par>
                            </p:childTnLst>
                          </p:cTn>
                        </p:par>
                        <p:par>
                          <p:cTn id="89" fill="hold">
                            <p:stCondLst>
                              <p:cond delay="1000"/>
                            </p:stCondLst>
                            <p:childTnLst>
                              <p:par>
                                <p:cTn id="90" presetID="22" presetClass="entr" presetSubtype="8" fill="hold" grpId="0" nodeType="afterEffect">
                                  <p:stCondLst>
                                    <p:cond delay="0"/>
                                  </p:stCondLst>
                                  <p:childTnLst>
                                    <p:set>
                                      <p:cBhvr>
                                        <p:cTn id="91" dur="1" fill="hold">
                                          <p:stCondLst>
                                            <p:cond delay="0"/>
                                          </p:stCondLst>
                                        </p:cTn>
                                        <p:tgtEl>
                                          <p:spTgt spid="205"/>
                                        </p:tgtEl>
                                        <p:attrNameLst>
                                          <p:attrName>style.visibility</p:attrName>
                                        </p:attrNameLst>
                                      </p:cBhvr>
                                      <p:to>
                                        <p:strVal val="visible"/>
                                      </p:to>
                                    </p:set>
                                    <p:animEffect transition="in" filter="wipe(left)">
                                      <p:cBhvr>
                                        <p:cTn id="92" dur="500"/>
                                        <p:tgtEl>
                                          <p:spTgt spid="205"/>
                                        </p:tgtEl>
                                      </p:cBhvr>
                                    </p:animEffect>
                                  </p:childTnLst>
                                </p:cTn>
                              </p:par>
                            </p:childTnLst>
                          </p:cTn>
                        </p:par>
                        <p:par>
                          <p:cTn id="93" fill="hold">
                            <p:stCondLst>
                              <p:cond delay="1500"/>
                            </p:stCondLst>
                            <p:childTnLst>
                              <p:par>
                                <p:cTn id="94" presetID="22" presetClass="entr" presetSubtype="8" fill="hold" grpId="0" nodeType="afterEffect">
                                  <p:stCondLst>
                                    <p:cond delay="0"/>
                                  </p:stCondLst>
                                  <p:childTnLst>
                                    <p:set>
                                      <p:cBhvr>
                                        <p:cTn id="95" dur="1" fill="hold">
                                          <p:stCondLst>
                                            <p:cond delay="0"/>
                                          </p:stCondLst>
                                        </p:cTn>
                                        <p:tgtEl>
                                          <p:spTgt spid="208"/>
                                        </p:tgtEl>
                                        <p:attrNameLst>
                                          <p:attrName>style.visibility</p:attrName>
                                        </p:attrNameLst>
                                      </p:cBhvr>
                                      <p:to>
                                        <p:strVal val="visible"/>
                                      </p:to>
                                    </p:set>
                                    <p:animEffect transition="in" filter="wipe(left)">
                                      <p:cBhvr>
                                        <p:cTn id="96" dur="500"/>
                                        <p:tgtEl>
                                          <p:spTgt spid="208"/>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223"/>
                                        </p:tgtEl>
                                        <p:attrNameLst>
                                          <p:attrName>style.visibility</p:attrName>
                                        </p:attrNameLst>
                                      </p:cBhvr>
                                      <p:to>
                                        <p:strVal val="visible"/>
                                      </p:to>
                                    </p:set>
                                    <p:animEffect transition="in" filter="wipe(left)">
                                      <p:cBhvr>
                                        <p:cTn id="101" dur="500"/>
                                        <p:tgtEl>
                                          <p:spTgt spid="223"/>
                                        </p:tgtEl>
                                      </p:cBhvr>
                                    </p:animEffect>
                                  </p:childTnLst>
                                </p:cTn>
                              </p:par>
                            </p:childTnLst>
                          </p:cTn>
                        </p:par>
                        <p:par>
                          <p:cTn id="102" fill="hold">
                            <p:stCondLst>
                              <p:cond delay="500"/>
                            </p:stCondLst>
                            <p:childTnLst>
                              <p:par>
                                <p:cTn id="103" presetID="22" presetClass="entr" presetSubtype="8" fill="hold" nodeType="afterEffect">
                                  <p:stCondLst>
                                    <p:cond delay="0"/>
                                  </p:stCondLst>
                                  <p:childTnLst>
                                    <p:set>
                                      <p:cBhvr>
                                        <p:cTn id="104" dur="1" fill="hold">
                                          <p:stCondLst>
                                            <p:cond delay="0"/>
                                          </p:stCondLst>
                                        </p:cTn>
                                        <p:tgtEl>
                                          <p:spTgt spid="235"/>
                                        </p:tgtEl>
                                        <p:attrNameLst>
                                          <p:attrName>style.visibility</p:attrName>
                                        </p:attrNameLst>
                                      </p:cBhvr>
                                      <p:to>
                                        <p:strVal val="visible"/>
                                      </p:to>
                                    </p:set>
                                    <p:animEffect transition="in" filter="wipe(left)">
                                      <p:cBhvr>
                                        <p:cTn id="105" dur="1000"/>
                                        <p:tgtEl>
                                          <p:spTgt spid="235"/>
                                        </p:tgtEl>
                                      </p:cBhvr>
                                    </p:animEffect>
                                  </p:childTnLst>
                                </p:cTn>
                              </p:par>
                            </p:childTnLst>
                          </p:cTn>
                        </p:par>
                      </p:childTnLst>
                    </p:cTn>
                  </p:par>
                  <p:par>
                    <p:cTn id="106" fill="hold">
                      <p:stCondLst>
                        <p:cond delay="indefinite"/>
                      </p:stCondLst>
                      <p:childTnLst>
                        <p:par>
                          <p:cTn id="107" fill="hold">
                            <p:stCondLst>
                              <p:cond delay="0"/>
                            </p:stCondLst>
                            <p:childTnLst>
                              <p:par>
                                <p:cTn id="108" presetID="47" presetClass="entr" presetSubtype="0" fill="hold" grpId="0" nodeType="clickEffect">
                                  <p:stCondLst>
                                    <p:cond delay="0"/>
                                  </p:stCondLst>
                                  <p:childTnLst>
                                    <p:set>
                                      <p:cBhvr>
                                        <p:cTn id="109" dur="1" fill="hold">
                                          <p:stCondLst>
                                            <p:cond delay="0"/>
                                          </p:stCondLst>
                                        </p:cTn>
                                        <p:tgtEl>
                                          <p:spTgt spid="236"/>
                                        </p:tgtEl>
                                        <p:attrNameLst>
                                          <p:attrName>style.visibility</p:attrName>
                                        </p:attrNameLst>
                                      </p:cBhvr>
                                      <p:to>
                                        <p:strVal val="visible"/>
                                      </p:to>
                                    </p:set>
                                    <p:animEffect transition="in" filter="fade">
                                      <p:cBhvr>
                                        <p:cTn id="110" dur="1000"/>
                                        <p:tgtEl>
                                          <p:spTgt spid="236"/>
                                        </p:tgtEl>
                                      </p:cBhvr>
                                    </p:animEffect>
                                    <p:anim calcmode="lin" valueType="num">
                                      <p:cBhvr>
                                        <p:cTn id="111" dur="1000" fill="hold"/>
                                        <p:tgtEl>
                                          <p:spTgt spid="236"/>
                                        </p:tgtEl>
                                        <p:attrNameLst>
                                          <p:attrName>ppt_x</p:attrName>
                                        </p:attrNameLst>
                                      </p:cBhvr>
                                      <p:tavLst>
                                        <p:tav tm="0">
                                          <p:val>
                                            <p:strVal val="#ppt_x"/>
                                          </p:val>
                                        </p:tav>
                                        <p:tav tm="100000">
                                          <p:val>
                                            <p:strVal val="#ppt_x"/>
                                          </p:val>
                                        </p:tav>
                                      </p:tavLst>
                                    </p:anim>
                                    <p:anim calcmode="lin" valueType="num">
                                      <p:cBhvr>
                                        <p:cTn id="112" dur="1000" fill="hold"/>
                                        <p:tgtEl>
                                          <p:spTgt spid="236"/>
                                        </p:tgtEl>
                                        <p:attrNameLst>
                                          <p:attrName>ppt_y</p:attrName>
                                        </p:attrNameLst>
                                      </p:cBhvr>
                                      <p:tavLst>
                                        <p:tav tm="0">
                                          <p:val>
                                            <p:strVal val="#ppt_y-.1"/>
                                          </p:val>
                                        </p:tav>
                                        <p:tav tm="100000">
                                          <p:val>
                                            <p:strVal val="#ppt_y"/>
                                          </p:val>
                                        </p:tav>
                                      </p:tavLst>
                                    </p:anim>
                                  </p:childTnLst>
                                </p:cTn>
                              </p:par>
                            </p:childTnLst>
                          </p:cTn>
                        </p:par>
                        <p:par>
                          <p:cTn id="113" fill="hold">
                            <p:stCondLst>
                              <p:cond delay="1000"/>
                            </p:stCondLst>
                            <p:childTnLst>
                              <p:par>
                                <p:cTn id="114" presetID="47" presetClass="entr" presetSubtype="0" fill="hold" grpId="0" nodeType="afterEffect">
                                  <p:stCondLst>
                                    <p:cond delay="0"/>
                                  </p:stCondLst>
                                  <p:childTnLst>
                                    <p:set>
                                      <p:cBhvr>
                                        <p:cTn id="115" dur="1" fill="hold">
                                          <p:stCondLst>
                                            <p:cond delay="0"/>
                                          </p:stCondLst>
                                        </p:cTn>
                                        <p:tgtEl>
                                          <p:spTgt spid="237"/>
                                        </p:tgtEl>
                                        <p:attrNameLst>
                                          <p:attrName>style.visibility</p:attrName>
                                        </p:attrNameLst>
                                      </p:cBhvr>
                                      <p:to>
                                        <p:strVal val="visible"/>
                                      </p:to>
                                    </p:set>
                                    <p:animEffect transition="in" filter="fade">
                                      <p:cBhvr>
                                        <p:cTn id="116" dur="1000"/>
                                        <p:tgtEl>
                                          <p:spTgt spid="237"/>
                                        </p:tgtEl>
                                      </p:cBhvr>
                                    </p:animEffect>
                                    <p:anim calcmode="lin" valueType="num">
                                      <p:cBhvr>
                                        <p:cTn id="117" dur="1000" fill="hold"/>
                                        <p:tgtEl>
                                          <p:spTgt spid="237"/>
                                        </p:tgtEl>
                                        <p:attrNameLst>
                                          <p:attrName>ppt_x</p:attrName>
                                        </p:attrNameLst>
                                      </p:cBhvr>
                                      <p:tavLst>
                                        <p:tav tm="0">
                                          <p:val>
                                            <p:strVal val="#ppt_x"/>
                                          </p:val>
                                        </p:tav>
                                        <p:tav tm="100000">
                                          <p:val>
                                            <p:strVal val="#ppt_x"/>
                                          </p:val>
                                        </p:tav>
                                      </p:tavLst>
                                    </p:anim>
                                    <p:anim calcmode="lin" valueType="num">
                                      <p:cBhvr>
                                        <p:cTn id="118" dur="1000" fill="hold"/>
                                        <p:tgtEl>
                                          <p:spTgt spid="237"/>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path" presetSubtype="0" accel="50000" decel="50000" fill="hold" nodeType="clickEffect">
                                  <p:stCondLst>
                                    <p:cond delay="0"/>
                                  </p:stCondLst>
                                  <p:childTnLst>
                                    <p:animMotion origin="layout" path="M -3.33333E-6 -4.44444E-6 L -0.00143 0.03681 " pathEditMode="relative" rAng="0" ptsTypes="AA">
                                      <p:cBhvr>
                                        <p:cTn id="122" dur="1000" fill="hold"/>
                                        <p:tgtEl>
                                          <p:spTgt spid="235"/>
                                        </p:tgtEl>
                                        <p:attrNameLst>
                                          <p:attrName>ppt_x</p:attrName>
                                          <p:attrName>ppt_y</p:attrName>
                                        </p:attrNameLst>
                                      </p:cBhvr>
                                      <p:rCtr x="-78" y="1829"/>
                                    </p:animMotion>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nodeType="clickEffect">
                                  <p:stCondLst>
                                    <p:cond delay="0"/>
                                  </p:stCondLst>
                                  <p:childTnLst>
                                    <p:set>
                                      <p:cBhvr>
                                        <p:cTn id="126" dur="1" fill="hold">
                                          <p:stCondLst>
                                            <p:cond delay="0"/>
                                          </p:stCondLst>
                                        </p:cTn>
                                        <p:tgtEl>
                                          <p:spTgt spid="130"/>
                                        </p:tgtEl>
                                        <p:attrNameLst>
                                          <p:attrName>style.visibility</p:attrName>
                                        </p:attrNameLst>
                                      </p:cBhvr>
                                      <p:to>
                                        <p:strVal val="visible"/>
                                      </p:to>
                                    </p:set>
                                    <p:animEffect transition="in" filter="fade">
                                      <p:cBhvr>
                                        <p:cTn id="127" dur="1000"/>
                                        <p:tgtEl>
                                          <p:spTgt spid="130"/>
                                        </p:tgtEl>
                                      </p:cBhvr>
                                    </p:animEffect>
                                    <p:anim calcmode="lin" valueType="num">
                                      <p:cBhvr>
                                        <p:cTn id="128" dur="1000" fill="hold"/>
                                        <p:tgtEl>
                                          <p:spTgt spid="130"/>
                                        </p:tgtEl>
                                        <p:attrNameLst>
                                          <p:attrName>ppt_x</p:attrName>
                                        </p:attrNameLst>
                                      </p:cBhvr>
                                      <p:tavLst>
                                        <p:tav tm="0">
                                          <p:val>
                                            <p:strVal val="#ppt_x"/>
                                          </p:val>
                                        </p:tav>
                                        <p:tav tm="100000">
                                          <p:val>
                                            <p:strVal val="#ppt_x"/>
                                          </p:val>
                                        </p:tav>
                                      </p:tavLst>
                                    </p:anim>
                                    <p:anim calcmode="lin" valueType="num">
                                      <p:cBhvr>
                                        <p:cTn id="129" dur="1000" fill="hold"/>
                                        <p:tgtEl>
                                          <p:spTgt spid="130"/>
                                        </p:tgtEl>
                                        <p:attrNameLst>
                                          <p:attrName>ppt_y</p:attrName>
                                        </p:attrNameLst>
                                      </p:cBhvr>
                                      <p:tavLst>
                                        <p:tav tm="0">
                                          <p:val>
                                            <p:strVal val="#ppt_y+.1"/>
                                          </p:val>
                                        </p:tav>
                                        <p:tav tm="100000">
                                          <p:val>
                                            <p:strVal val="#ppt_y"/>
                                          </p:val>
                                        </p:tav>
                                      </p:tavLst>
                                    </p:anim>
                                  </p:childTnLst>
                                </p:cTn>
                              </p:par>
                              <p:par>
                                <p:cTn id="130" presetID="22" presetClass="entr" presetSubtype="1" fill="hold" nodeType="withEffect">
                                  <p:stCondLst>
                                    <p:cond delay="500"/>
                                  </p:stCondLst>
                                  <p:childTnLst>
                                    <p:set>
                                      <p:cBhvr>
                                        <p:cTn id="131" dur="1" fill="hold">
                                          <p:stCondLst>
                                            <p:cond delay="0"/>
                                          </p:stCondLst>
                                        </p:cTn>
                                        <p:tgtEl>
                                          <p:spTgt spid="234"/>
                                        </p:tgtEl>
                                        <p:attrNameLst>
                                          <p:attrName>style.visibility</p:attrName>
                                        </p:attrNameLst>
                                      </p:cBhvr>
                                      <p:to>
                                        <p:strVal val="visible"/>
                                      </p:to>
                                    </p:set>
                                    <p:animEffect transition="in" filter="wipe(up)">
                                      <p:cBhvr>
                                        <p:cTn id="132" dur="500"/>
                                        <p:tgtEl>
                                          <p:spTgt spid="234"/>
                                        </p:tgtEl>
                                      </p:cBhvr>
                                    </p:animEffect>
                                  </p:childTnLst>
                                </p:cTn>
                              </p:par>
                            </p:childTnLst>
                          </p:cTn>
                        </p:par>
                      </p:childTnLst>
                    </p:cTn>
                  </p:par>
                  <p:par>
                    <p:cTn id="133" fill="hold">
                      <p:stCondLst>
                        <p:cond delay="indefinite"/>
                      </p:stCondLst>
                      <p:childTnLst>
                        <p:par>
                          <p:cTn id="134" fill="hold">
                            <p:stCondLst>
                              <p:cond delay="0"/>
                            </p:stCondLst>
                            <p:childTnLst>
                              <p:par>
                                <p:cTn id="135" presetID="42" presetClass="path" presetSubtype="0" accel="50000" decel="50000" fill="hold" nodeType="clickEffect">
                                  <p:stCondLst>
                                    <p:cond delay="0"/>
                                  </p:stCondLst>
                                  <p:childTnLst>
                                    <p:animMotion origin="layout" path="M -0.00143 0.03681 L -0.00143 0.0713 " pathEditMode="relative" rAng="0" ptsTypes="AA">
                                      <p:cBhvr>
                                        <p:cTn id="136" dur="1000" fill="hold"/>
                                        <p:tgtEl>
                                          <p:spTgt spid="235"/>
                                        </p:tgtEl>
                                        <p:attrNameLst>
                                          <p:attrName>ppt_x</p:attrName>
                                          <p:attrName>ppt_y</p:attrName>
                                        </p:attrNameLst>
                                      </p:cBhvr>
                                      <p:rCtr x="0" y="1713"/>
                                    </p:animMotion>
                                  </p:childTnLst>
                                </p:cTn>
                              </p:par>
                              <p:par>
                                <p:cTn id="137" presetID="31" presetClass="entr" presetSubtype="0" fill="hold" grpId="0" nodeType="withEffect">
                                  <p:stCondLst>
                                    <p:cond delay="0"/>
                                  </p:stCondLst>
                                  <p:childTnLst>
                                    <p:set>
                                      <p:cBhvr>
                                        <p:cTn id="138" dur="1" fill="hold">
                                          <p:stCondLst>
                                            <p:cond delay="0"/>
                                          </p:stCondLst>
                                        </p:cTn>
                                        <p:tgtEl>
                                          <p:spTgt spid="264"/>
                                        </p:tgtEl>
                                        <p:attrNameLst>
                                          <p:attrName>style.visibility</p:attrName>
                                        </p:attrNameLst>
                                      </p:cBhvr>
                                      <p:to>
                                        <p:strVal val="visible"/>
                                      </p:to>
                                    </p:set>
                                    <p:anim calcmode="lin" valueType="num">
                                      <p:cBhvr>
                                        <p:cTn id="139" dur="1000" fill="hold"/>
                                        <p:tgtEl>
                                          <p:spTgt spid="264"/>
                                        </p:tgtEl>
                                        <p:attrNameLst>
                                          <p:attrName>ppt_w</p:attrName>
                                        </p:attrNameLst>
                                      </p:cBhvr>
                                      <p:tavLst>
                                        <p:tav tm="0">
                                          <p:val>
                                            <p:fltVal val="0"/>
                                          </p:val>
                                        </p:tav>
                                        <p:tav tm="100000">
                                          <p:val>
                                            <p:strVal val="#ppt_w"/>
                                          </p:val>
                                        </p:tav>
                                      </p:tavLst>
                                    </p:anim>
                                    <p:anim calcmode="lin" valueType="num">
                                      <p:cBhvr>
                                        <p:cTn id="140" dur="1000" fill="hold"/>
                                        <p:tgtEl>
                                          <p:spTgt spid="264"/>
                                        </p:tgtEl>
                                        <p:attrNameLst>
                                          <p:attrName>ppt_h</p:attrName>
                                        </p:attrNameLst>
                                      </p:cBhvr>
                                      <p:tavLst>
                                        <p:tav tm="0">
                                          <p:val>
                                            <p:fltVal val="0"/>
                                          </p:val>
                                        </p:tav>
                                        <p:tav tm="100000">
                                          <p:val>
                                            <p:strVal val="#ppt_h"/>
                                          </p:val>
                                        </p:tav>
                                      </p:tavLst>
                                    </p:anim>
                                    <p:anim calcmode="lin" valueType="num">
                                      <p:cBhvr>
                                        <p:cTn id="141" dur="1000" fill="hold"/>
                                        <p:tgtEl>
                                          <p:spTgt spid="264"/>
                                        </p:tgtEl>
                                        <p:attrNameLst>
                                          <p:attrName>style.rotation</p:attrName>
                                        </p:attrNameLst>
                                      </p:cBhvr>
                                      <p:tavLst>
                                        <p:tav tm="0">
                                          <p:val>
                                            <p:fltVal val="90"/>
                                          </p:val>
                                        </p:tav>
                                        <p:tav tm="100000">
                                          <p:val>
                                            <p:fltVal val="0"/>
                                          </p:val>
                                        </p:tav>
                                      </p:tavLst>
                                    </p:anim>
                                    <p:animEffect transition="in" filter="fade">
                                      <p:cBhvr>
                                        <p:cTn id="142" dur="1000"/>
                                        <p:tgtEl>
                                          <p:spTgt spid="264"/>
                                        </p:tgtEl>
                                      </p:cBhvr>
                                    </p:animEffect>
                                  </p:childTnLst>
                                </p:cTn>
                              </p:par>
                            </p:childTnLst>
                          </p:cTn>
                        </p:par>
                        <p:par>
                          <p:cTn id="143" fill="hold">
                            <p:stCondLst>
                              <p:cond delay="1000"/>
                            </p:stCondLst>
                            <p:childTnLst>
                              <p:par>
                                <p:cTn id="144" presetID="31" presetClass="entr" presetSubtype="0" fill="hold" grpId="0" nodeType="afterEffect">
                                  <p:stCondLst>
                                    <p:cond delay="0"/>
                                  </p:stCondLst>
                                  <p:childTnLst>
                                    <p:set>
                                      <p:cBhvr>
                                        <p:cTn id="145" dur="1" fill="hold">
                                          <p:stCondLst>
                                            <p:cond delay="0"/>
                                          </p:stCondLst>
                                        </p:cTn>
                                        <p:tgtEl>
                                          <p:spTgt spid="265"/>
                                        </p:tgtEl>
                                        <p:attrNameLst>
                                          <p:attrName>style.visibility</p:attrName>
                                        </p:attrNameLst>
                                      </p:cBhvr>
                                      <p:to>
                                        <p:strVal val="visible"/>
                                      </p:to>
                                    </p:set>
                                    <p:anim calcmode="lin" valueType="num">
                                      <p:cBhvr>
                                        <p:cTn id="146" dur="1000" fill="hold"/>
                                        <p:tgtEl>
                                          <p:spTgt spid="265"/>
                                        </p:tgtEl>
                                        <p:attrNameLst>
                                          <p:attrName>ppt_w</p:attrName>
                                        </p:attrNameLst>
                                      </p:cBhvr>
                                      <p:tavLst>
                                        <p:tav tm="0">
                                          <p:val>
                                            <p:fltVal val="0"/>
                                          </p:val>
                                        </p:tav>
                                        <p:tav tm="100000">
                                          <p:val>
                                            <p:strVal val="#ppt_w"/>
                                          </p:val>
                                        </p:tav>
                                      </p:tavLst>
                                    </p:anim>
                                    <p:anim calcmode="lin" valueType="num">
                                      <p:cBhvr>
                                        <p:cTn id="147" dur="1000" fill="hold"/>
                                        <p:tgtEl>
                                          <p:spTgt spid="265"/>
                                        </p:tgtEl>
                                        <p:attrNameLst>
                                          <p:attrName>ppt_h</p:attrName>
                                        </p:attrNameLst>
                                      </p:cBhvr>
                                      <p:tavLst>
                                        <p:tav tm="0">
                                          <p:val>
                                            <p:fltVal val="0"/>
                                          </p:val>
                                        </p:tav>
                                        <p:tav tm="100000">
                                          <p:val>
                                            <p:strVal val="#ppt_h"/>
                                          </p:val>
                                        </p:tav>
                                      </p:tavLst>
                                    </p:anim>
                                    <p:anim calcmode="lin" valueType="num">
                                      <p:cBhvr>
                                        <p:cTn id="148" dur="1000" fill="hold"/>
                                        <p:tgtEl>
                                          <p:spTgt spid="265"/>
                                        </p:tgtEl>
                                        <p:attrNameLst>
                                          <p:attrName>style.rotation</p:attrName>
                                        </p:attrNameLst>
                                      </p:cBhvr>
                                      <p:tavLst>
                                        <p:tav tm="0">
                                          <p:val>
                                            <p:fltVal val="90"/>
                                          </p:val>
                                        </p:tav>
                                        <p:tav tm="100000">
                                          <p:val>
                                            <p:fltVal val="0"/>
                                          </p:val>
                                        </p:tav>
                                      </p:tavLst>
                                    </p:anim>
                                    <p:animEffect transition="in" filter="fade">
                                      <p:cBhvr>
                                        <p:cTn id="149" dur="1000"/>
                                        <p:tgtEl>
                                          <p:spTgt spid="265"/>
                                        </p:tgtEl>
                                      </p:cBhvr>
                                    </p:animEffect>
                                  </p:childTnLst>
                                </p:cTn>
                              </p:par>
                            </p:childTnLst>
                          </p:cTn>
                        </p:par>
                      </p:childTnLst>
                    </p:cTn>
                  </p:par>
                  <p:par>
                    <p:cTn id="150" fill="hold">
                      <p:stCondLst>
                        <p:cond delay="indefinite"/>
                      </p:stCondLst>
                      <p:childTnLst>
                        <p:par>
                          <p:cTn id="151" fill="hold">
                            <p:stCondLst>
                              <p:cond delay="0"/>
                            </p:stCondLst>
                            <p:childTnLst>
                              <p:par>
                                <p:cTn id="152" presetID="42" presetClass="path" presetSubtype="0" accel="50000" decel="50000" fill="hold" nodeType="clickEffect">
                                  <p:stCondLst>
                                    <p:cond delay="0"/>
                                  </p:stCondLst>
                                  <p:childTnLst>
                                    <p:animMotion origin="layout" path="M -0.00143 0.0713 L -0.00065 0.10348 " pathEditMode="relative" rAng="0" ptsTypes="AA">
                                      <p:cBhvr>
                                        <p:cTn id="153" dur="1000" fill="hold"/>
                                        <p:tgtEl>
                                          <p:spTgt spid="235"/>
                                        </p:tgtEl>
                                        <p:attrNameLst>
                                          <p:attrName>ppt_x</p:attrName>
                                          <p:attrName>ppt_y</p:attrName>
                                        </p:attrNameLst>
                                      </p:cBhvr>
                                      <p:rCtr x="39" y="1597"/>
                                    </p:animMotion>
                                  </p:childTnLst>
                                </p:cTn>
                              </p:par>
                            </p:childTnLst>
                          </p:cTn>
                        </p:par>
                        <p:par>
                          <p:cTn id="154" fill="hold">
                            <p:stCondLst>
                              <p:cond delay="1000"/>
                            </p:stCondLst>
                            <p:childTnLst>
                              <p:par>
                                <p:cTn id="155" presetID="22" presetClass="entr" presetSubtype="8" fill="hold" grpId="0" nodeType="afterEffect">
                                  <p:stCondLst>
                                    <p:cond delay="0"/>
                                  </p:stCondLst>
                                  <p:childTnLst>
                                    <p:set>
                                      <p:cBhvr>
                                        <p:cTn id="156" dur="1" fill="hold">
                                          <p:stCondLst>
                                            <p:cond delay="0"/>
                                          </p:stCondLst>
                                        </p:cTn>
                                        <p:tgtEl>
                                          <p:spTgt spid="155"/>
                                        </p:tgtEl>
                                        <p:attrNameLst>
                                          <p:attrName>style.visibility</p:attrName>
                                        </p:attrNameLst>
                                      </p:cBhvr>
                                      <p:to>
                                        <p:strVal val="visible"/>
                                      </p:to>
                                    </p:set>
                                    <p:animEffect transition="in" filter="wipe(left)">
                                      <p:cBhvr>
                                        <p:cTn id="157" dur="500"/>
                                        <p:tgtEl>
                                          <p:spTgt spid="155"/>
                                        </p:tgtEl>
                                      </p:cBhvr>
                                    </p:animEffect>
                                  </p:childTnLst>
                                </p:cTn>
                              </p:par>
                            </p:childTnLst>
                          </p:cTn>
                        </p:par>
                      </p:childTnLst>
                    </p:cTn>
                  </p:par>
                  <p:par>
                    <p:cTn id="158" fill="hold">
                      <p:stCondLst>
                        <p:cond delay="indefinite"/>
                      </p:stCondLst>
                      <p:childTnLst>
                        <p:par>
                          <p:cTn id="159" fill="hold">
                            <p:stCondLst>
                              <p:cond delay="0"/>
                            </p:stCondLst>
                            <p:childTnLst>
                              <p:par>
                                <p:cTn id="160" presetID="42" presetClass="path" presetSubtype="0" accel="50000" decel="50000" fill="hold" nodeType="clickEffect">
                                  <p:stCondLst>
                                    <p:cond delay="0"/>
                                  </p:stCondLst>
                                  <p:childTnLst>
                                    <p:animMotion origin="layout" path="M -0.00065 0.10348 L -0.00065 0.13334 " pathEditMode="relative" rAng="0" ptsTypes="AA">
                                      <p:cBhvr>
                                        <p:cTn id="161" dur="1000" fill="hold"/>
                                        <p:tgtEl>
                                          <p:spTgt spid="235"/>
                                        </p:tgtEl>
                                        <p:attrNameLst>
                                          <p:attrName>ppt_x</p:attrName>
                                          <p:attrName>ppt_y</p:attrName>
                                        </p:attrNameLst>
                                      </p:cBhvr>
                                      <p:rCtr x="0" y="1481"/>
                                    </p:animMotion>
                                  </p:childTnLst>
                                </p:cTn>
                              </p:par>
                            </p:childTnLst>
                          </p:cTn>
                        </p:par>
                        <p:par>
                          <p:cTn id="162" fill="hold">
                            <p:stCondLst>
                              <p:cond delay="1000"/>
                            </p:stCondLst>
                            <p:childTnLst>
                              <p:par>
                                <p:cTn id="163" presetID="22" presetClass="entr" presetSubtype="8" fill="hold" grpId="0" nodeType="afterEffect">
                                  <p:stCondLst>
                                    <p:cond delay="0"/>
                                  </p:stCondLst>
                                  <p:childTnLst>
                                    <p:set>
                                      <p:cBhvr>
                                        <p:cTn id="164" dur="1" fill="hold">
                                          <p:stCondLst>
                                            <p:cond delay="0"/>
                                          </p:stCondLst>
                                        </p:cTn>
                                        <p:tgtEl>
                                          <p:spTgt spid="154"/>
                                        </p:tgtEl>
                                        <p:attrNameLst>
                                          <p:attrName>style.visibility</p:attrName>
                                        </p:attrNameLst>
                                      </p:cBhvr>
                                      <p:to>
                                        <p:strVal val="visible"/>
                                      </p:to>
                                    </p:set>
                                    <p:animEffect transition="in" filter="wipe(left)">
                                      <p:cBhvr>
                                        <p:cTn id="165" dur="500"/>
                                        <p:tgtEl>
                                          <p:spTgt spid="154"/>
                                        </p:tgtEl>
                                      </p:cBhvr>
                                    </p:animEffect>
                                  </p:childTnLst>
                                </p:cTn>
                              </p:par>
                            </p:childTnLst>
                          </p:cTn>
                        </p:par>
                      </p:childTnLst>
                    </p:cTn>
                  </p:par>
                  <p:par>
                    <p:cTn id="166" fill="hold">
                      <p:stCondLst>
                        <p:cond delay="indefinite"/>
                      </p:stCondLst>
                      <p:childTnLst>
                        <p:par>
                          <p:cTn id="167" fill="hold">
                            <p:stCondLst>
                              <p:cond delay="0"/>
                            </p:stCondLst>
                            <p:childTnLst>
                              <p:par>
                                <p:cTn id="168" presetID="42" presetClass="path" presetSubtype="0" accel="50000" decel="50000" fill="hold" nodeType="clickEffect">
                                  <p:stCondLst>
                                    <p:cond delay="0"/>
                                  </p:stCondLst>
                                  <p:childTnLst>
                                    <p:animMotion origin="layout" path="M -0.00065 0.13334 L -0.00065 0.1676 " pathEditMode="relative" rAng="0" ptsTypes="AA">
                                      <p:cBhvr>
                                        <p:cTn id="169" dur="1000" fill="hold"/>
                                        <p:tgtEl>
                                          <p:spTgt spid="235"/>
                                        </p:tgtEl>
                                        <p:attrNameLst>
                                          <p:attrName>ppt_x</p:attrName>
                                          <p:attrName>ppt_y</p:attrName>
                                        </p:attrNameLst>
                                      </p:cBhvr>
                                      <p:rCtr x="0" y="1713"/>
                                    </p:animMotion>
                                  </p:childTnLst>
                                </p:cTn>
                              </p:par>
                            </p:childTnLst>
                          </p:cTn>
                        </p:par>
                      </p:childTnLst>
                    </p:cTn>
                  </p:par>
                  <p:par>
                    <p:cTn id="170" fill="hold">
                      <p:stCondLst>
                        <p:cond delay="indefinite"/>
                      </p:stCondLst>
                      <p:childTnLst>
                        <p:par>
                          <p:cTn id="171" fill="hold">
                            <p:stCondLst>
                              <p:cond delay="0"/>
                            </p:stCondLst>
                            <p:childTnLst>
                              <p:par>
                                <p:cTn id="172" presetID="22" presetClass="exit" presetSubtype="1" fill="hold" grpId="1" nodeType="clickEffect">
                                  <p:stCondLst>
                                    <p:cond delay="0"/>
                                  </p:stCondLst>
                                  <p:childTnLst>
                                    <p:animEffect transition="out" filter="wipe(up)">
                                      <p:cBhvr>
                                        <p:cTn id="173" dur="500"/>
                                        <p:tgtEl>
                                          <p:spTgt spid="208"/>
                                        </p:tgtEl>
                                      </p:cBhvr>
                                    </p:animEffect>
                                    <p:set>
                                      <p:cBhvr>
                                        <p:cTn id="174" dur="1" fill="hold">
                                          <p:stCondLst>
                                            <p:cond delay="499"/>
                                          </p:stCondLst>
                                        </p:cTn>
                                        <p:tgtEl>
                                          <p:spTgt spid="208"/>
                                        </p:tgtEl>
                                        <p:attrNameLst>
                                          <p:attrName>style.visibility</p:attrName>
                                        </p:attrNameLst>
                                      </p:cBhvr>
                                      <p:to>
                                        <p:strVal val="hidden"/>
                                      </p:to>
                                    </p:set>
                                  </p:childTnLst>
                                </p:cTn>
                              </p:par>
                            </p:childTnLst>
                          </p:cTn>
                        </p:par>
                        <p:par>
                          <p:cTn id="175" fill="hold">
                            <p:stCondLst>
                              <p:cond delay="500"/>
                            </p:stCondLst>
                            <p:childTnLst>
                              <p:par>
                                <p:cTn id="176" presetID="22" presetClass="entr" presetSubtype="8" fill="hold" grpId="0" nodeType="afterEffect">
                                  <p:stCondLst>
                                    <p:cond delay="0"/>
                                  </p:stCondLst>
                                  <p:childTnLst>
                                    <p:set>
                                      <p:cBhvr>
                                        <p:cTn id="177" dur="1" fill="hold">
                                          <p:stCondLst>
                                            <p:cond delay="0"/>
                                          </p:stCondLst>
                                        </p:cTn>
                                        <p:tgtEl>
                                          <p:spTgt spid="238"/>
                                        </p:tgtEl>
                                        <p:attrNameLst>
                                          <p:attrName>style.visibility</p:attrName>
                                        </p:attrNameLst>
                                      </p:cBhvr>
                                      <p:to>
                                        <p:strVal val="visible"/>
                                      </p:to>
                                    </p:set>
                                    <p:animEffect transition="in" filter="wipe(left)">
                                      <p:cBhvr>
                                        <p:cTn id="178" dur="1000"/>
                                        <p:tgtEl>
                                          <p:spTgt spid="238"/>
                                        </p:tgtEl>
                                      </p:cBhvr>
                                    </p:animEffect>
                                  </p:childTnLst>
                                </p:cTn>
                              </p:par>
                            </p:childTnLst>
                          </p:cTn>
                        </p:par>
                      </p:childTnLst>
                    </p:cTn>
                  </p:par>
                  <p:par>
                    <p:cTn id="179" fill="hold">
                      <p:stCondLst>
                        <p:cond delay="indefinite"/>
                      </p:stCondLst>
                      <p:childTnLst>
                        <p:par>
                          <p:cTn id="180" fill="hold">
                            <p:stCondLst>
                              <p:cond delay="0"/>
                            </p:stCondLst>
                            <p:childTnLst>
                              <p:par>
                                <p:cTn id="181" presetID="10" presetClass="exit" presetSubtype="0" fill="hold" grpId="1" nodeType="clickEffect">
                                  <p:stCondLst>
                                    <p:cond delay="0"/>
                                  </p:stCondLst>
                                  <p:childTnLst>
                                    <p:animEffect transition="out" filter="fade">
                                      <p:cBhvr>
                                        <p:cTn id="182" dur="500"/>
                                        <p:tgtEl>
                                          <p:spTgt spid="203"/>
                                        </p:tgtEl>
                                      </p:cBhvr>
                                    </p:animEffect>
                                    <p:set>
                                      <p:cBhvr>
                                        <p:cTn id="183" dur="1" fill="hold">
                                          <p:stCondLst>
                                            <p:cond delay="499"/>
                                          </p:stCondLst>
                                        </p:cTn>
                                        <p:tgtEl>
                                          <p:spTgt spid="203"/>
                                        </p:tgtEl>
                                        <p:attrNameLst>
                                          <p:attrName>style.visibility</p:attrName>
                                        </p:attrNameLst>
                                      </p:cBhvr>
                                      <p:to>
                                        <p:strVal val="hidden"/>
                                      </p:to>
                                    </p:set>
                                  </p:childTnLst>
                                </p:cTn>
                              </p:par>
                            </p:childTnLst>
                          </p:cTn>
                        </p:par>
                        <p:par>
                          <p:cTn id="184" fill="hold">
                            <p:stCondLst>
                              <p:cond delay="500"/>
                            </p:stCondLst>
                            <p:childTnLst>
                              <p:par>
                                <p:cTn id="185" presetID="22" presetClass="entr" presetSubtype="8" fill="hold" nodeType="afterEffect">
                                  <p:stCondLst>
                                    <p:cond delay="0"/>
                                  </p:stCondLst>
                                  <p:childTnLst>
                                    <p:set>
                                      <p:cBhvr>
                                        <p:cTn id="186" dur="1" fill="hold">
                                          <p:stCondLst>
                                            <p:cond delay="0"/>
                                          </p:stCondLst>
                                        </p:cTn>
                                        <p:tgtEl>
                                          <p:spTgt spid="239"/>
                                        </p:tgtEl>
                                        <p:attrNameLst>
                                          <p:attrName>style.visibility</p:attrName>
                                        </p:attrNameLst>
                                      </p:cBhvr>
                                      <p:to>
                                        <p:strVal val="visible"/>
                                      </p:to>
                                    </p:set>
                                    <p:animEffect transition="in" filter="wipe(left)">
                                      <p:cBhvr>
                                        <p:cTn id="187" dur="1000"/>
                                        <p:tgtEl>
                                          <p:spTgt spid="239"/>
                                        </p:tgtEl>
                                      </p:cBhvr>
                                    </p:animEffect>
                                  </p:childTnLst>
                                </p:cTn>
                              </p:par>
                            </p:childTnLst>
                          </p:cTn>
                        </p:par>
                      </p:childTnLst>
                    </p:cTn>
                  </p:par>
                  <p:par>
                    <p:cTn id="188" fill="hold">
                      <p:stCondLst>
                        <p:cond delay="indefinite"/>
                      </p:stCondLst>
                      <p:childTnLst>
                        <p:par>
                          <p:cTn id="189" fill="hold">
                            <p:stCondLst>
                              <p:cond delay="0"/>
                            </p:stCondLst>
                            <p:childTnLst>
                              <p:par>
                                <p:cTn id="190" presetID="1" presetClass="exit" presetSubtype="0" fill="hold" nodeType="clickEffect">
                                  <p:stCondLst>
                                    <p:cond delay="0"/>
                                  </p:stCondLst>
                                  <p:childTnLst>
                                    <p:set>
                                      <p:cBhvr>
                                        <p:cTn id="191" dur="1" fill="hold">
                                          <p:stCondLst>
                                            <p:cond delay="0"/>
                                          </p:stCondLst>
                                        </p:cTn>
                                        <p:tgtEl>
                                          <p:spTgt spid="235"/>
                                        </p:tgtEl>
                                        <p:attrNameLst>
                                          <p:attrName>style.visibility</p:attrName>
                                        </p:attrNameLst>
                                      </p:cBhvr>
                                      <p:to>
                                        <p:strVal val="hidden"/>
                                      </p:to>
                                    </p:set>
                                  </p:childTnLst>
                                </p:cTn>
                              </p:par>
                            </p:childTnLst>
                          </p:cTn>
                        </p:par>
                      </p:childTnLst>
                    </p:cTn>
                  </p:par>
                  <p:par>
                    <p:cTn id="192" fill="hold">
                      <p:stCondLst>
                        <p:cond delay="indefinite"/>
                      </p:stCondLst>
                      <p:childTnLst>
                        <p:par>
                          <p:cTn id="193" fill="hold">
                            <p:stCondLst>
                              <p:cond delay="0"/>
                            </p:stCondLst>
                            <p:childTnLst>
                              <p:par>
                                <p:cTn id="194" presetID="22" presetClass="entr" presetSubtype="8" fill="hold" nodeType="clickEffect">
                                  <p:stCondLst>
                                    <p:cond delay="0"/>
                                  </p:stCondLst>
                                  <p:childTnLst>
                                    <p:set>
                                      <p:cBhvr>
                                        <p:cTn id="195" dur="1" fill="hold">
                                          <p:stCondLst>
                                            <p:cond delay="0"/>
                                          </p:stCondLst>
                                        </p:cTn>
                                        <p:tgtEl>
                                          <p:spTgt spid="227"/>
                                        </p:tgtEl>
                                        <p:attrNameLst>
                                          <p:attrName>style.visibility</p:attrName>
                                        </p:attrNameLst>
                                      </p:cBhvr>
                                      <p:to>
                                        <p:strVal val="visible"/>
                                      </p:to>
                                    </p:set>
                                    <p:animEffect transition="in" filter="wipe(left)">
                                      <p:cBhvr>
                                        <p:cTn id="196" dur="1000"/>
                                        <p:tgtEl>
                                          <p:spTgt spid="227"/>
                                        </p:tgtEl>
                                      </p:cBhvr>
                                    </p:animEffect>
                                  </p:childTnLst>
                                </p:cTn>
                              </p:par>
                            </p:childTnLst>
                          </p:cTn>
                        </p:par>
                        <p:par>
                          <p:cTn id="197" fill="hold">
                            <p:stCondLst>
                              <p:cond delay="1000"/>
                            </p:stCondLst>
                            <p:childTnLst>
                              <p:par>
                                <p:cTn id="198" presetID="63" presetClass="path" presetSubtype="0" accel="50000" decel="50000" fill="hold" nodeType="afterEffect">
                                  <p:stCondLst>
                                    <p:cond delay="0"/>
                                  </p:stCondLst>
                                  <p:childTnLst>
                                    <p:animMotion origin="layout" path="M 1.66667E-6 -4.44444E-6 L 0.05221 -0.00046 " pathEditMode="relative" rAng="0" ptsTypes="AA">
                                      <p:cBhvr>
                                        <p:cTn id="199" dur="1000" fill="hold"/>
                                        <p:tgtEl>
                                          <p:spTgt spid="223"/>
                                        </p:tgtEl>
                                        <p:attrNameLst>
                                          <p:attrName>ppt_x</p:attrName>
                                          <p:attrName>ppt_y</p:attrName>
                                        </p:attrNameLst>
                                      </p:cBhvr>
                                      <p:rCtr x="2604" y="-23"/>
                                    </p:animMotion>
                                  </p:childTnLst>
                                </p:cTn>
                              </p:par>
                            </p:childTnLst>
                          </p:cTn>
                        </p:par>
                      </p:childTnLst>
                    </p:cTn>
                  </p:par>
                  <p:par>
                    <p:cTn id="200" fill="hold">
                      <p:stCondLst>
                        <p:cond delay="indefinite"/>
                      </p:stCondLst>
                      <p:childTnLst>
                        <p:par>
                          <p:cTn id="201" fill="hold">
                            <p:stCondLst>
                              <p:cond delay="0"/>
                            </p:stCondLst>
                            <p:childTnLst>
                              <p:par>
                                <p:cTn id="202" presetID="10" presetClass="exit" presetSubtype="0" fill="hold" grpId="2" nodeType="clickEffect">
                                  <p:stCondLst>
                                    <p:cond delay="0"/>
                                  </p:stCondLst>
                                  <p:childTnLst>
                                    <p:animEffect transition="out" filter="fade">
                                      <p:cBhvr>
                                        <p:cTn id="203" dur="500"/>
                                        <p:tgtEl>
                                          <p:spTgt spid="236"/>
                                        </p:tgtEl>
                                      </p:cBhvr>
                                    </p:animEffect>
                                    <p:set>
                                      <p:cBhvr>
                                        <p:cTn id="204" dur="1" fill="hold">
                                          <p:stCondLst>
                                            <p:cond delay="499"/>
                                          </p:stCondLst>
                                        </p:cTn>
                                        <p:tgtEl>
                                          <p:spTgt spid="236"/>
                                        </p:tgtEl>
                                        <p:attrNameLst>
                                          <p:attrName>style.visibility</p:attrName>
                                        </p:attrNameLst>
                                      </p:cBhvr>
                                      <p:to>
                                        <p:strVal val="hidden"/>
                                      </p:to>
                                    </p:set>
                                  </p:childTnLst>
                                </p:cTn>
                              </p:par>
                              <p:par>
                                <p:cTn id="205" presetID="47" presetClass="entr" presetSubtype="0" fill="hold" grpId="0" nodeType="withEffect">
                                  <p:stCondLst>
                                    <p:cond delay="0"/>
                                  </p:stCondLst>
                                  <p:childTnLst>
                                    <p:set>
                                      <p:cBhvr>
                                        <p:cTn id="206" dur="1" fill="hold">
                                          <p:stCondLst>
                                            <p:cond delay="0"/>
                                          </p:stCondLst>
                                        </p:cTn>
                                        <p:tgtEl>
                                          <p:spTgt spid="224"/>
                                        </p:tgtEl>
                                        <p:attrNameLst>
                                          <p:attrName>style.visibility</p:attrName>
                                        </p:attrNameLst>
                                      </p:cBhvr>
                                      <p:to>
                                        <p:strVal val="visible"/>
                                      </p:to>
                                    </p:set>
                                    <p:animEffect transition="in" filter="fade">
                                      <p:cBhvr>
                                        <p:cTn id="207" dur="1000"/>
                                        <p:tgtEl>
                                          <p:spTgt spid="224"/>
                                        </p:tgtEl>
                                      </p:cBhvr>
                                    </p:animEffect>
                                    <p:anim calcmode="lin" valueType="num">
                                      <p:cBhvr>
                                        <p:cTn id="208" dur="1000" fill="hold"/>
                                        <p:tgtEl>
                                          <p:spTgt spid="224"/>
                                        </p:tgtEl>
                                        <p:attrNameLst>
                                          <p:attrName>ppt_x</p:attrName>
                                        </p:attrNameLst>
                                      </p:cBhvr>
                                      <p:tavLst>
                                        <p:tav tm="0">
                                          <p:val>
                                            <p:strVal val="#ppt_x"/>
                                          </p:val>
                                        </p:tav>
                                        <p:tav tm="100000">
                                          <p:val>
                                            <p:strVal val="#ppt_x"/>
                                          </p:val>
                                        </p:tav>
                                      </p:tavLst>
                                    </p:anim>
                                    <p:anim calcmode="lin" valueType="num">
                                      <p:cBhvr>
                                        <p:cTn id="209" dur="1000" fill="hold"/>
                                        <p:tgtEl>
                                          <p:spTgt spid="224"/>
                                        </p:tgtEl>
                                        <p:attrNameLst>
                                          <p:attrName>ppt_y</p:attrName>
                                        </p:attrNameLst>
                                      </p:cBhvr>
                                      <p:tavLst>
                                        <p:tav tm="0">
                                          <p:val>
                                            <p:strVal val="#ppt_y-.1"/>
                                          </p:val>
                                        </p:tav>
                                        <p:tav tm="100000">
                                          <p:val>
                                            <p:strVal val="#ppt_y"/>
                                          </p:val>
                                        </p:tav>
                                      </p:tavLst>
                                    </p:anim>
                                  </p:childTnLst>
                                </p:cTn>
                              </p:par>
                            </p:childTnLst>
                          </p:cTn>
                        </p:par>
                      </p:childTnLst>
                    </p:cTn>
                  </p:par>
                  <p:par>
                    <p:cTn id="210" fill="hold">
                      <p:stCondLst>
                        <p:cond delay="indefinite"/>
                      </p:stCondLst>
                      <p:childTnLst>
                        <p:par>
                          <p:cTn id="211" fill="hold">
                            <p:stCondLst>
                              <p:cond delay="0"/>
                            </p:stCondLst>
                            <p:childTnLst>
                              <p:par>
                                <p:cTn id="212" presetID="42" presetClass="path" presetSubtype="0" accel="50000" decel="50000" fill="hold" nodeType="clickEffect">
                                  <p:stCondLst>
                                    <p:cond delay="0"/>
                                  </p:stCondLst>
                                  <p:childTnLst>
                                    <p:animMotion origin="layout" path="M -4.58333E-6 -4.07407E-6 L -0.00143 0.03681 " pathEditMode="relative" rAng="0" ptsTypes="AA">
                                      <p:cBhvr>
                                        <p:cTn id="213" dur="1000" fill="hold"/>
                                        <p:tgtEl>
                                          <p:spTgt spid="227"/>
                                        </p:tgtEl>
                                        <p:attrNameLst>
                                          <p:attrName>ppt_x</p:attrName>
                                          <p:attrName>ppt_y</p:attrName>
                                        </p:attrNameLst>
                                      </p:cBhvr>
                                      <p:rCtr x="-78" y="1829"/>
                                    </p:animMotion>
                                  </p:childTnLst>
                                </p:cTn>
                              </p:par>
                            </p:childTnLst>
                          </p:cTn>
                        </p:par>
                      </p:childTnLst>
                    </p:cTn>
                  </p:par>
                  <p:par>
                    <p:cTn id="214" fill="hold">
                      <p:stCondLst>
                        <p:cond delay="indefinite"/>
                      </p:stCondLst>
                      <p:childTnLst>
                        <p:par>
                          <p:cTn id="215" fill="hold">
                            <p:stCondLst>
                              <p:cond delay="0"/>
                            </p:stCondLst>
                            <p:childTnLst>
                              <p:par>
                                <p:cTn id="216" presetID="42" presetClass="entr" presetSubtype="0" fill="hold" nodeType="clickEffect">
                                  <p:stCondLst>
                                    <p:cond delay="0"/>
                                  </p:stCondLst>
                                  <p:childTnLst>
                                    <p:set>
                                      <p:cBhvr>
                                        <p:cTn id="217" dur="1" fill="hold">
                                          <p:stCondLst>
                                            <p:cond delay="0"/>
                                          </p:stCondLst>
                                        </p:cTn>
                                        <p:tgtEl>
                                          <p:spTgt spid="145"/>
                                        </p:tgtEl>
                                        <p:attrNameLst>
                                          <p:attrName>style.visibility</p:attrName>
                                        </p:attrNameLst>
                                      </p:cBhvr>
                                      <p:to>
                                        <p:strVal val="visible"/>
                                      </p:to>
                                    </p:set>
                                    <p:animEffect transition="in" filter="fade">
                                      <p:cBhvr>
                                        <p:cTn id="218" dur="1000"/>
                                        <p:tgtEl>
                                          <p:spTgt spid="145"/>
                                        </p:tgtEl>
                                      </p:cBhvr>
                                    </p:animEffect>
                                    <p:anim calcmode="lin" valueType="num">
                                      <p:cBhvr>
                                        <p:cTn id="219" dur="1000" fill="hold"/>
                                        <p:tgtEl>
                                          <p:spTgt spid="145"/>
                                        </p:tgtEl>
                                        <p:attrNameLst>
                                          <p:attrName>ppt_x</p:attrName>
                                        </p:attrNameLst>
                                      </p:cBhvr>
                                      <p:tavLst>
                                        <p:tav tm="0">
                                          <p:val>
                                            <p:strVal val="#ppt_x"/>
                                          </p:val>
                                        </p:tav>
                                        <p:tav tm="100000">
                                          <p:val>
                                            <p:strVal val="#ppt_x"/>
                                          </p:val>
                                        </p:tav>
                                      </p:tavLst>
                                    </p:anim>
                                    <p:anim calcmode="lin" valueType="num">
                                      <p:cBhvr>
                                        <p:cTn id="220" dur="1000" fill="hold"/>
                                        <p:tgtEl>
                                          <p:spTgt spid="145"/>
                                        </p:tgtEl>
                                        <p:attrNameLst>
                                          <p:attrName>ppt_y</p:attrName>
                                        </p:attrNameLst>
                                      </p:cBhvr>
                                      <p:tavLst>
                                        <p:tav tm="0">
                                          <p:val>
                                            <p:strVal val="#ppt_y+.1"/>
                                          </p:val>
                                        </p:tav>
                                        <p:tav tm="100000">
                                          <p:val>
                                            <p:strVal val="#ppt_y"/>
                                          </p:val>
                                        </p:tav>
                                      </p:tavLst>
                                    </p:anim>
                                  </p:childTnLst>
                                </p:cTn>
                              </p:par>
                              <p:par>
                                <p:cTn id="221" presetID="42" presetClass="path" presetSubtype="0" accel="50000" decel="50000" fill="hold" nodeType="withEffect">
                                  <p:stCondLst>
                                    <p:cond delay="0"/>
                                  </p:stCondLst>
                                  <p:childTnLst>
                                    <p:animMotion origin="layout" path="M 1.66667E-6 -1.48148E-6 L -0.00013 -0.22176 " pathEditMode="relative" rAng="0" ptsTypes="AA">
                                      <p:cBhvr>
                                        <p:cTn id="222" dur="1000" fill="hold"/>
                                        <p:tgtEl>
                                          <p:spTgt spid="234"/>
                                        </p:tgtEl>
                                        <p:attrNameLst>
                                          <p:attrName>ppt_x</p:attrName>
                                          <p:attrName>ppt_y</p:attrName>
                                        </p:attrNameLst>
                                      </p:cBhvr>
                                      <p:rCtr x="-13" y="-11088"/>
                                    </p:animMotion>
                                  </p:childTnLst>
                                </p:cTn>
                              </p:par>
                            </p:childTnLst>
                          </p:cTn>
                        </p:par>
                      </p:childTnLst>
                    </p:cTn>
                  </p:par>
                  <p:par>
                    <p:cTn id="223" fill="hold">
                      <p:stCondLst>
                        <p:cond delay="indefinite"/>
                      </p:stCondLst>
                      <p:childTnLst>
                        <p:par>
                          <p:cTn id="224" fill="hold">
                            <p:stCondLst>
                              <p:cond delay="0"/>
                            </p:stCondLst>
                            <p:childTnLst>
                              <p:par>
                                <p:cTn id="225" presetID="42" presetClass="path" presetSubtype="0" accel="50000" decel="50000" fill="hold" nodeType="clickEffect">
                                  <p:stCondLst>
                                    <p:cond delay="0"/>
                                  </p:stCondLst>
                                  <p:childTnLst>
                                    <p:animMotion origin="layout" path="M -0.00143 0.03681 L -0.00143 0.0713 " pathEditMode="relative" rAng="0" ptsTypes="AA">
                                      <p:cBhvr>
                                        <p:cTn id="226" dur="1000" fill="hold"/>
                                        <p:tgtEl>
                                          <p:spTgt spid="227"/>
                                        </p:tgtEl>
                                        <p:attrNameLst>
                                          <p:attrName>ppt_x</p:attrName>
                                          <p:attrName>ppt_y</p:attrName>
                                        </p:attrNameLst>
                                      </p:cBhvr>
                                      <p:rCtr x="0" y="1713"/>
                                    </p:animMotion>
                                  </p:childTnLst>
                                </p:cTn>
                              </p:par>
                            </p:childTnLst>
                          </p:cTn>
                        </p:par>
                      </p:childTnLst>
                    </p:cTn>
                  </p:par>
                  <p:par>
                    <p:cTn id="227" fill="hold">
                      <p:stCondLst>
                        <p:cond delay="indefinite"/>
                      </p:stCondLst>
                      <p:childTnLst>
                        <p:par>
                          <p:cTn id="228" fill="hold">
                            <p:stCondLst>
                              <p:cond delay="0"/>
                            </p:stCondLst>
                            <p:childTnLst>
                              <p:par>
                                <p:cTn id="229" presetID="31" presetClass="entr" presetSubtype="0" fill="hold" grpId="0" nodeType="clickEffect">
                                  <p:stCondLst>
                                    <p:cond delay="0"/>
                                  </p:stCondLst>
                                  <p:childTnLst>
                                    <p:set>
                                      <p:cBhvr>
                                        <p:cTn id="230" dur="1" fill="hold">
                                          <p:stCondLst>
                                            <p:cond delay="0"/>
                                          </p:stCondLst>
                                        </p:cTn>
                                        <p:tgtEl>
                                          <p:spTgt spid="256"/>
                                        </p:tgtEl>
                                        <p:attrNameLst>
                                          <p:attrName>style.visibility</p:attrName>
                                        </p:attrNameLst>
                                      </p:cBhvr>
                                      <p:to>
                                        <p:strVal val="visible"/>
                                      </p:to>
                                    </p:set>
                                    <p:anim calcmode="lin" valueType="num">
                                      <p:cBhvr>
                                        <p:cTn id="231" dur="1000" fill="hold"/>
                                        <p:tgtEl>
                                          <p:spTgt spid="256"/>
                                        </p:tgtEl>
                                        <p:attrNameLst>
                                          <p:attrName>ppt_w</p:attrName>
                                        </p:attrNameLst>
                                      </p:cBhvr>
                                      <p:tavLst>
                                        <p:tav tm="0">
                                          <p:val>
                                            <p:fltVal val="0"/>
                                          </p:val>
                                        </p:tav>
                                        <p:tav tm="100000">
                                          <p:val>
                                            <p:strVal val="#ppt_w"/>
                                          </p:val>
                                        </p:tav>
                                      </p:tavLst>
                                    </p:anim>
                                    <p:anim calcmode="lin" valueType="num">
                                      <p:cBhvr>
                                        <p:cTn id="232" dur="1000" fill="hold"/>
                                        <p:tgtEl>
                                          <p:spTgt spid="256"/>
                                        </p:tgtEl>
                                        <p:attrNameLst>
                                          <p:attrName>ppt_h</p:attrName>
                                        </p:attrNameLst>
                                      </p:cBhvr>
                                      <p:tavLst>
                                        <p:tav tm="0">
                                          <p:val>
                                            <p:fltVal val="0"/>
                                          </p:val>
                                        </p:tav>
                                        <p:tav tm="100000">
                                          <p:val>
                                            <p:strVal val="#ppt_h"/>
                                          </p:val>
                                        </p:tav>
                                      </p:tavLst>
                                    </p:anim>
                                    <p:anim calcmode="lin" valueType="num">
                                      <p:cBhvr>
                                        <p:cTn id="233" dur="1000" fill="hold"/>
                                        <p:tgtEl>
                                          <p:spTgt spid="256"/>
                                        </p:tgtEl>
                                        <p:attrNameLst>
                                          <p:attrName>style.rotation</p:attrName>
                                        </p:attrNameLst>
                                      </p:cBhvr>
                                      <p:tavLst>
                                        <p:tav tm="0">
                                          <p:val>
                                            <p:fltVal val="90"/>
                                          </p:val>
                                        </p:tav>
                                        <p:tav tm="100000">
                                          <p:val>
                                            <p:fltVal val="0"/>
                                          </p:val>
                                        </p:tav>
                                      </p:tavLst>
                                    </p:anim>
                                    <p:animEffect transition="in" filter="fade">
                                      <p:cBhvr>
                                        <p:cTn id="234" dur="1000"/>
                                        <p:tgtEl>
                                          <p:spTgt spid="256"/>
                                        </p:tgtEl>
                                      </p:cBhvr>
                                    </p:animEffect>
                                  </p:childTnLst>
                                </p:cTn>
                              </p:par>
                            </p:childTnLst>
                          </p:cTn>
                        </p:par>
                        <p:par>
                          <p:cTn id="235" fill="hold">
                            <p:stCondLst>
                              <p:cond delay="1000"/>
                            </p:stCondLst>
                            <p:childTnLst>
                              <p:par>
                                <p:cTn id="236" presetID="31" presetClass="entr" presetSubtype="0" fill="hold" grpId="0" nodeType="afterEffect">
                                  <p:stCondLst>
                                    <p:cond delay="0"/>
                                  </p:stCondLst>
                                  <p:childTnLst>
                                    <p:set>
                                      <p:cBhvr>
                                        <p:cTn id="237" dur="1" fill="hold">
                                          <p:stCondLst>
                                            <p:cond delay="0"/>
                                          </p:stCondLst>
                                        </p:cTn>
                                        <p:tgtEl>
                                          <p:spTgt spid="257"/>
                                        </p:tgtEl>
                                        <p:attrNameLst>
                                          <p:attrName>style.visibility</p:attrName>
                                        </p:attrNameLst>
                                      </p:cBhvr>
                                      <p:to>
                                        <p:strVal val="visible"/>
                                      </p:to>
                                    </p:set>
                                    <p:anim calcmode="lin" valueType="num">
                                      <p:cBhvr>
                                        <p:cTn id="238" dur="1000" fill="hold"/>
                                        <p:tgtEl>
                                          <p:spTgt spid="257"/>
                                        </p:tgtEl>
                                        <p:attrNameLst>
                                          <p:attrName>ppt_w</p:attrName>
                                        </p:attrNameLst>
                                      </p:cBhvr>
                                      <p:tavLst>
                                        <p:tav tm="0">
                                          <p:val>
                                            <p:fltVal val="0"/>
                                          </p:val>
                                        </p:tav>
                                        <p:tav tm="100000">
                                          <p:val>
                                            <p:strVal val="#ppt_w"/>
                                          </p:val>
                                        </p:tav>
                                      </p:tavLst>
                                    </p:anim>
                                    <p:anim calcmode="lin" valueType="num">
                                      <p:cBhvr>
                                        <p:cTn id="239" dur="1000" fill="hold"/>
                                        <p:tgtEl>
                                          <p:spTgt spid="257"/>
                                        </p:tgtEl>
                                        <p:attrNameLst>
                                          <p:attrName>ppt_h</p:attrName>
                                        </p:attrNameLst>
                                      </p:cBhvr>
                                      <p:tavLst>
                                        <p:tav tm="0">
                                          <p:val>
                                            <p:fltVal val="0"/>
                                          </p:val>
                                        </p:tav>
                                        <p:tav tm="100000">
                                          <p:val>
                                            <p:strVal val="#ppt_h"/>
                                          </p:val>
                                        </p:tav>
                                      </p:tavLst>
                                    </p:anim>
                                    <p:anim calcmode="lin" valueType="num">
                                      <p:cBhvr>
                                        <p:cTn id="240" dur="1000" fill="hold"/>
                                        <p:tgtEl>
                                          <p:spTgt spid="257"/>
                                        </p:tgtEl>
                                        <p:attrNameLst>
                                          <p:attrName>style.rotation</p:attrName>
                                        </p:attrNameLst>
                                      </p:cBhvr>
                                      <p:tavLst>
                                        <p:tav tm="0">
                                          <p:val>
                                            <p:fltVal val="90"/>
                                          </p:val>
                                        </p:tav>
                                        <p:tav tm="100000">
                                          <p:val>
                                            <p:fltVal val="0"/>
                                          </p:val>
                                        </p:tav>
                                      </p:tavLst>
                                    </p:anim>
                                    <p:animEffect transition="in" filter="fade">
                                      <p:cBhvr>
                                        <p:cTn id="241" dur="1000"/>
                                        <p:tgtEl>
                                          <p:spTgt spid="257"/>
                                        </p:tgtEl>
                                      </p:cBhvr>
                                    </p:animEffect>
                                  </p:childTnLst>
                                </p:cTn>
                              </p:par>
                            </p:childTnLst>
                          </p:cTn>
                        </p:par>
                      </p:childTnLst>
                    </p:cTn>
                  </p:par>
                  <p:par>
                    <p:cTn id="242" fill="hold">
                      <p:stCondLst>
                        <p:cond delay="indefinite"/>
                      </p:stCondLst>
                      <p:childTnLst>
                        <p:par>
                          <p:cTn id="243" fill="hold">
                            <p:stCondLst>
                              <p:cond delay="0"/>
                            </p:stCondLst>
                            <p:childTnLst>
                              <p:par>
                                <p:cTn id="244" presetID="42" presetClass="path" presetSubtype="0" accel="50000" decel="50000" fill="hold" nodeType="clickEffect">
                                  <p:stCondLst>
                                    <p:cond delay="0"/>
                                  </p:stCondLst>
                                  <p:childTnLst>
                                    <p:animMotion origin="layout" path="M -0.00143 0.0713 L -0.00065 0.10348 " pathEditMode="relative" rAng="0" ptsTypes="AA">
                                      <p:cBhvr>
                                        <p:cTn id="245" dur="1000" fill="hold"/>
                                        <p:tgtEl>
                                          <p:spTgt spid="227"/>
                                        </p:tgtEl>
                                        <p:attrNameLst>
                                          <p:attrName>ppt_x</p:attrName>
                                          <p:attrName>ppt_y</p:attrName>
                                        </p:attrNameLst>
                                      </p:cBhvr>
                                      <p:rCtr x="39" y="1597"/>
                                    </p:animMotion>
                                  </p:childTnLst>
                                </p:cTn>
                              </p:par>
                            </p:childTnLst>
                          </p:cTn>
                        </p:par>
                        <p:par>
                          <p:cTn id="246" fill="hold">
                            <p:stCondLst>
                              <p:cond delay="1000"/>
                            </p:stCondLst>
                            <p:childTnLst>
                              <p:par>
                                <p:cTn id="247" presetID="22" presetClass="entr" presetSubtype="1" fill="hold" grpId="0" nodeType="afterEffect">
                                  <p:stCondLst>
                                    <p:cond delay="0"/>
                                  </p:stCondLst>
                                  <p:childTnLst>
                                    <p:set>
                                      <p:cBhvr>
                                        <p:cTn id="248" dur="1" fill="hold">
                                          <p:stCondLst>
                                            <p:cond delay="0"/>
                                          </p:stCondLst>
                                        </p:cTn>
                                        <p:tgtEl>
                                          <p:spTgt spid="153"/>
                                        </p:tgtEl>
                                        <p:attrNameLst>
                                          <p:attrName>style.visibility</p:attrName>
                                        </p:attrNameLst>
                                      </p:cBhvr>
                                      <p:to>
                                        <p:strVal val="visible"/>
                                      </p:to>
                                    </p:set>
                                    <p:animEffect transition="in" filter="wipe(up)">
                                      <p:cBhvr>
                                        <p:cTn id="249" dur="1000"/>
                                        <p:tgtEl>
                                          <p:spTgt spid="153"/>
                                        </p:tgtEl>
                                      </p:cBhvr>
                                    </p:animEffect>
                                  </p:childTnLst>
                                </p:cTn>
                              </p:par>
                            </p:childTnLst>
                          </p:cTn>
                        </p:par>
                      </p:childTnLst>
                    </p:cTn>
                  </p:par>
                  <p:par>
                    <p:cTn id="250" fill="hold">
                      <p:stCondLst>
                        <p:cond delay="indefinite"/>
                      </p:stCondLst>
                      <p:childTnLst>
                        <p:par>
                          <p:cTn id="251" fill="hold">
                            <p:stCondLst>
                              <p:cond delay="0"/>
                            </p:stCondLst>
                            <p:childTnLst>
                              <p:par>
                                <p:cTn id="252" presetID="42" presetClass="path" presetSubtype="0" accel="50000" decel="50000" fill="hold" nodeType="clickEffect">
                                  <p:stCondLst>
                                    <p:cond delay="0"/>
                                  </p:stCondLst>
                                  <p:childTnLst>
                                    <p:animMotion origin="layout" path="M -0.00065 0.10348 L -0.00065 0.13334 " pathEditMode="relative" rAng="0" ptsTypes="AA">
                                      <p:cBhvr>
                                        <p:cTn id="253" dur="1000" fill="hold"/>
                                        <p:tgtEl>
                                          <p:spTgt spid="227"/>
                                        </p:tgtEl>
                                        <p:attrNameLst>
                                          <p:attrName>ppt_x</p:attrName>
                                          <p:attrName>ppt_y</p:attrName>
                                        </p:attrNameLst>
                                      </p:cBhvr>
                                      <p:rCtr x="0" y="1481"/>
                                    </p:animMotion>
                                  </p:childTnLst>
                                </p:cTn>
                              </p:par>
                            </p:childTnLst>
                          </p:cTn>
                        </p:par>
                        <p:par>
                          <p:cTn id="254" fill="hold">
                            <p:stCondLst>
                              <p:cond delay="1000"/>
                            </p:stCondLst>
                            <p:childTnLst>
                              <p:par>
                                <p:cTn id="255" presetID="22" presetClass="entr" presetSubtype="1" fill="hold" grpId="0" nodeType="afterEffect">
                                  <p:stCondLst>
                                    <p:cond delay="0"/>
                                  </p:stCondLst>
                                  <p:childTnLst>
                                    <p:set>
                                      <p:cBhvr>
                                        <p:cTn id="256" dur="1" fill="hold">
                                          <p:stCondLst>
                                            <p:cond delay="0"/>
                                          </p:stCondLst>
                                        </p:cTn>
                                        <p:tgtEl>
                                          <p:spTgt spid="159"/>
                                        </p:tgtEl>
                                        <p:attrNameLst>
                                          <p:attrName>style.visibility</p:attrName>
                                        </p:attrNameLst>
                                      </p:cBhvr>
                                      <p:to>
                                        <p:strVal val="visible"/>
                                      </p:to>
                                    </p:set>
                                    <p:animEffect transition="in" filter="wipe(up)">
                                      <p:cBhvr>
                                        <p:cTn id="257" dur="1000"/>
                                        <p:tgtEl>
                                          <p:spTgt spid="159"/>
                                        </p:tgtEl>
                                      </p:cBhvr>
                                    </p:animEffect>
                                  </p:childTnLst>
                                </p:cTn>
                              </p:par>
                            </p:childTnLst>
                          </p:cTn>
                        </p:par>
                      </p:childTnLst>
                    </p:cTn>
                  </p:par>
                  <p:par>
                    <p:cTn id="258" fill="hold">
                      <p:stCondLst>
                        <p:cond delay="indefinite"/>
                      </p:stCondLst>
                      <p:childTnLst>
                        <p:par>
                          <p:cTn id="259" fill="hold">
                            <p:stCondLst>
                              <p:cond delay="0"/>
                            </p:stCondLst>
                            <p:childTnLst>
                              <p:par>
                                <p:cTn id="260" presetID="42" presetClass="path" presetSubtype="0" accel="50000" decel="50000" fill="hold" nodeType="clickEffect">
                                  <p:stCondLst>
                                    <p:cond delay="0"/>
                                  </p:stCondLst>
                                  <p:childTnLst>
                                    <p:animMotion origin="layout" path="M -0.00065 0.13334 L -0.00065 0.1676 " pathEditMode="relative" rAng="0" ptsTypes="AA">
                                      <p:cBhvr>
                                        <p:cTn id="261" dur="1000" fill="hold"/>
                                        <p:tgtEl>
                                          <p:spTgt spid="227"/>
                                        </p:tgtEl>
                                        <p:attrNameLst>
                                          <p:attrName>ppt_x</p:attrName>
                                          <p:attrName>ppt_y</p:attrName>
                                        </p:attrNameLst>
                                      </p:cBhvr>
                                      <p:rCtr x="0" y="1713"/>
                                    </p:animMotion>
                                  </p:childTnLst>
                                </p:cTn>
                              </p:par>
                            </p:childTnLst>
                          </p:cTn>
                        </p:par>
                      </p:childTnLst>
                    </p:cTn>
                  </p:par>
                  <p:par>
                    <p:cTn id="262" fill="hold">
                      <p:stCondLst>
                        <p:cond delay="indefinite"/>
                      </p:stCondLst>
                      <p:childTnLst>
                        <p:par>
                          <p:cTn id="263" fill="hold">
                            <p:stCondLst>
                              <p:cond delay="0"/>
                            </p:stCondLst>
                            <p:childTnLst>
                              <p:par>
                                <p:cTn id="264" presetID="22" presetClass="exit" presetSubtype="2" fill="hold" nodeType="clickEffect">
                                  <p:stCondLst>
                                    <p:cond delay="0"/>
                                  </p:stCondLst>
                                  <p:childTnLst>
                                    <p:animEffect transition="out" filter="wipe(right)">
                                      <p:cBhvr>
                                        <p:cTn id="265" dur="500"/>
                                        <p:tgtEl>
                                          <p:spTgt spid="239"/>
                                        </p:tgtEl>
                                      </p:cBhvr>
                                    </p:animEffect>
                                    <p:set>
                                      <p:cBhvr>
                                        <p:cTn id="266" dur="1" fill="hold">
                                          <p:stCondLst>
                                            <p:cond delay="499"/>
                                          </p:stCondLst>
                                        </p:cTn>
                                        <p:tgtEl>
                                          <p:spTgt spid="239"/>
                                        </p:tgtEl>
                                        <p:attrNameLst>
                                          <p:attrName>style.visibility</p:attrName>
                                        </p:attrNameLst>
                                      </p:cBhvr>
                                      <p:to>
                                        <p:strVal val="hidden"/>
                                      </p:to>
                                    </p:set>
                                  </p:childTnLst>
                                </p:cTn>
                              </p:par>
                            </p:childTnLst>
                          </p:cTn>
                        </p:par>
                        <p:par>
                          <p:cTn id="267" fill="hold">
                            <p:stCondLst>
                              <p:cond delay="500"/>
                            </p:stCondLst>
                            <p:childTnLst>
                              <p:par>
                                <p:cTn id="268" presetID="22" presetClass="entr" presetSubtype="8" fill="hold" nodeType="afterEffect">
                                  <p:stCondLst>
                                    <p:cond delay="0"/>
                                  </p:stCondLst>
                                  <p:childTnLst>
                                    <p:set>
                                      <p:cBhvr>
                                        <p:cTn id="269" dur="1" fill="hold">
                                          <p:stCondLst>
                                            <p:cond delay="0"/>
                                          </p:stCondLst>
                                        </p:cTn>
                                        <p:tgtEl>
                                          <p:spTgt spid="190"/>
                                        </p:tgtEl>
                                        <p:attrNameLst>
                                          <p:attrName>style.visibility</p:attrName>
                                        </p:attrNameLst>
                                      </p:cBhvr>
                                      <p:to>
                                        <p:strVal val="visible"/>
                                      </p:to>
                                    </p:set>
                                    <p:animEffect transition="in" filter="wipe(left)">
                                      <p:cBhvr>
                                        <p:cTn id="270" dur="1000"/>
                                        <p:tgtEl>
                                          <p:spTgt spid="190"/>
                                        </p:tgtEl>
                                      </p:cBhvr>
                                    </p:animEffect>
                                  </p:childTnLst>
                                </p:cTn>
                              </p:par>
                            </p:childTnLst>
                          </p:cTn>
                        </p:par>
                      </p:childTnLst>
                    </p:cTn>
                  </p:par>
                  <p:par>
                    <p:cTn id="271" fill="hold">
                      <p:stCondLst>
                        <p:cond delay="indefinite"/>
                      </p:stCondLst>
                      <p:childTnLst>
                        <p:par>
                          <p:cTn id="272" fill="hold">
                            <p:stCondLst>
                              <p:cond delay="0"/>
                            </p:stCondLst>
                            <p:childTnLst>
                              <p:par>
                                <p:cTn id="273" presetID="22" presetClass="exit" presetSubtype="8" fill="hold" grpId="1" nodeType="clickEffect">
                                  <p:stCondLst>
                                    <p:cond delay="0"/>
                                  </p:stCondLst>
                                  <p:childTnLst>
                                    <p:animEffect transition="out" filter="wipe(left)">
                                      <p:cBhvr>
                                        <p:cTn id="274" dur="500"/>
                                        <p:tgtEl>
                                          <p:spTgt spid="207"/>
                                        </p:tgtEl>
                                      </p:cBhvr>
                                    </p:animEffect>
                                    <p:set>
                                      <p:cBhvr>
                                        <p:cTn id="275" dur="1" fill="hold">
                                          <p:stCondLst>
                                            <p:cond delay="499"/>
                                          </p:stCondLst>
                                        </p:cTn>
                                        <p:tgtEl>
                                          <p:spTgt spid="207"/>
                                        </p:tgtEl>
                                        <p:attrNameLst>
                                          <p:attrName>style.visibility</p:attrName>
                                        </p:attrNameLst>
                                      </p:cBhvr>
                                      <p:to>
                                        <p:strVal val="hidden"/>
                                      </p:to>
                                    </p:set>
                                  </p:childTnLst>
                                </p:cTn>
                              </p:par>
                            </p:childTnLst>
                          </p:cTn>
                        </p:par>
                        <p:par>
                          <p:cTn id="276" fill="hold">
                            <p:stCondLst>
                              <p:cond delay="500"/>
                            </p:stCondLst>
                            <p:childTnLst>
                              <p:par>
                                <p:cTn id="277" presetID="22" presetClass="entr" presetSubtype="8" fill="hold" grpId="0" nodeType="afterEffect">
                                  <p:stCondLst>
                                    <p:cond delay="0"/>
                                  </p:stCondLst>
                                  <p:childTnLst>
                                    <p:set>
                                      <p:cBhvr>
                                        <p:cTn id="278" dur="1" fill="hold">
                                          <p:stCondLst>
                                            <p:cond delay="0"/>
                                          </p:stCondLst>
                                        </p:cTn>
                                        <p:tgtEl>
                                          <p:spTgt spid="209"/>
                                        </p:tgtEl>
                                        <p:attrNameLst>
                                          <p:attrName>style.visibility</p:attrName>
                                        </p:attrNameLst>
                                      </p:cBhvr>
                                      <p:to>
                                        <p:strVal val="visible"/>
                                      </p:to>
                                    </p:set>
                                    <p:animEffect transition="in" filter="wipe(left)">
                                      <p:cBhvr>
                                        <p:cTn id="279" dur="1000"/>
                                        <p:tgtEl>
                                          <p:spTgt spid="209"/>
                                        </p:tgtEl>
                                      </p:cBhvr>
                                    </p:animEffect>
                                  </p:childTnLst>
                                </p:cTn>
                              </p:par>
                            </p:childTnLst>
                          </p:cTn>
                        </p:par>
                      </p:childTnLst>
                    </p:cTn>
                  </p:par>
                  <p:par>
                    <p:cTn id="280" fill="hold">
                      <p:stCondLst>
                        <p:cond delay="indefinite"/>
                      </p:stCondLst>
                      <p:childTnLst>
                        <p:par>
                          <p:cTn id="281" fill="hold">
                            <p:stCondLst>
                              <p:cond delay="0"/>
                            </p:stCondLst>
                            <p:childTnLst>
                              <p:par>
                                <p:cTn id="282" presetID="1" presetClass="exit" presetSubtype="0" fill="hold" nodeType="clickEffect">
                                  <p:stCondLst>
                                    <p:cond delay="0"/>
                                  </p:stCondLst>
                                  <p:childTnLst>
                                    <p:set>
                                      <p:cBhvr>
                                        <p:cTn id="283" dur="1" fill="hold">
                                          <p:stCondLst>
                                            <p:cond delay="0"/>
                                          </p:stCondLst>
                                        </p:cTn>
                                        <p:tgtEl>
                                          <p:spTgt spid="227"/>
                                        </p:tgtEl>
                                        <p:attrNameLst>
                                          <p:attrName>style.visibility</p:attrName>
                                        </p:attrNameLst>
                                      </p:cBhvr>
                                      <p:to>
                                        <p:strVal val="hidden"/>
                                      </p:to>
                                    </p:set>
                                  </p:childTnLst>
                                </p:cTn>
                              </p:par>
                            </p:childTnLst>
                          </p:cTn>
                        </p:par>
                        <p:par>
                          <p:cTn id="284" fill="hold">
                            <p:stCondLst>
                              <p:cond delay="0"/>
                            </p:stCondLst>
                            <p:childTnLst>
                              <p:par>
                                <p:cTn id="285" presetID="22" presetClass="entr" presetSubtype="8" fill="hold" nodeType="afterEffect">
                                  <p:stCondLst>
                                    <p:cond delay="0"/>
                                  </p:stCondLst>
                                  <p:childTnLst>
                                    <p:set>
                                      <p:cBhvr>
                                        <p:cTn id="286" dur="1" fill="hold">
                                          <p:stCondLst>
                                            <p:cond delay="0"/>
                                          </p:stCondLst>
                                        </p:cTn>
                                        <p:tgtEl>
                                          <p:spTgt spid="243"/>
                                        </p:tgtEl>
                                        <p:attrNameLst>
                                          <p:attrName>style.visibility</p:attrName>
                                        </p:attrNameLst>
                                      </p:cBhvr>
                                      <p:to>
                                        <p:strVal val="visible"/>
                                      </p:to>
                                    </p:set>
                                    <p:animEffect transition="in" filter="wipe(left)">
                                      <p:cBhvr>
                                        <p:cTn id="287" dur="1000"/>
                                        <p:tgtEl>
                                          <p:spTgt spid="243"/>
                                        </p:tgtEl>
                                      </p:cBhvr>
                                    </p:animEffect>
                                  </p:childTnLst>
                                </p:cTn>
                              </p:par>
                            </p:childTnLst>
                          </p:cTn>
                        </p:par>
                        <p:par>
                          <p:cTn id="288" fill="hold">
                            <p:stCondLst>
                              <p:cond delay="1000"/>
                            </p:stCondLst>
                            <p:childTnLst>
                              <p:par>
                                <p:cTn id="289" presetID="63" presetClass="path" presetSubtype="0" accel="50000" decel="50000" fill="hold" nodeType="afterEffect">
                                  <p:stCondLst>
                                    <p:cond delay="0"/>
                                  </p:stCondLst>
                                  <p:childTnLst>
                                    <p:animMotion origin="layout" path="M 0.05221 -0.00046 L 0.10612 -0.00046 " pathEditMode="relative" rAng="0" ptsTypes="AA">
                                      <p:cBhvr>
                                        <p:cTn id="290" dur="1000" fill="hold"/>
                                        <p:tgtEl>
                                          <p:spTgt spid="223"/>
                                        </p:tgtEl>
                                        <p:attrNameLst>
                                          <p:attrName>ppt_x</p:attrName>
                                          <p:attrName>ppt_y</p:attrName>
                                        </p:attrNameLst>
                                      </p:cBhvr>
                                      <p:rCtr x="2695" y="0"/>
                                    </p:animMotion>
                                  </p:childTnLst>
                                </p:cTn>
                              </p:par>
                              <p:par>
                                <p:cTn id="291" presetID="47" presetClass="entr" presetSubtype="0" fill="hold" grpId="1" nodeType="withEffect">
                                  <p:stCondLst>
                                    <p:cond delay="0"/>
                                  </p:stCondLst>
                                  <p:childTnLst>
                                    <p:set>
                                      <p:cBhvr>
                                        <p:cTn id="292" dur="1" fill="hold">
                                          <p:stCondLst>
                                            <p:cond delay="0"/>
                                          </p:stCondLst>
                                        </p:cTn>
                                        <p:tgtEl>
                                          <p:spTgt spid="236"/>
                                        </p:tgtEl>
                                        <p:attrNameLst>
                                          <p:attrName>style.visibility</p:attrName>
                                        </p:attrNameLst>
                                      </p:cBhvr>
                                      <p:to>
                                        <p:strVal val="visible"/>
                                      </p:to>
                                    </p:set>
                                    <p:animEffect transition="in" filter="fade">
                                      <p:cBhvr>
                                        <p:cTn id="293" dur="1000"/>
                                        <p:tgtEl>
                                          <p:spTgt spid="236"/>
                                        </p:tgtEl>
                                      </p:cBhvr>
                                    </p:animEffect>
                                    <p:anim calcmode="lin" valueType="num">
                                      <p:cBhvr>
                                        <p:cTn id="294" dur="1000" fill="hold"/>
                                        <p:tgtEl>
                                          <p:spTgt spid="236"/>
                                        </p:tgtEl>
                                        <p:attrNameLst>
                                          <p:attrName>ppt_x</p:attrName>
                                        </p:attrNameLst>
                                      </p:cBhvr>
                                      <p:tavLst>
                                        <p:tav tm="0">
                                          <p:val>
                                            <p:strVal val="#ppt_x"/>
                                          </p:val>
                                        </p:tav>
                                        <p:tav tm="100000">
                                          <p:val>
                                            <p:strVal val="#ppt_x"/>
                                          </p:val>
                                        </p:tav>
                                      </p:tavLst>
                                    </p:anim>
                                    <p:anim calcmode="lin" valueType="num">
                                      <p:cBhvr>
                                        <p:cTn id="295" dur="1000" fill="hold"/>
                                        <p:tgtEl>
                                          <p:spTgt spid="236"/>
                                        </p:tgtEl>
                                        <p:attrNameLst>
                                          <p:attrName>ppt_y</p:attrName>
                                        </p:attrNameLst>
                                      </p:cBhvr>
                                      <p:tavLst>
                                        <p:tav tm="0">
                                          <p:val>
                                            <p:strVal val="#ppt_y-.1"/>
                                          </p:val>
                                        </p:tav>
                                        <p:tav tm="100000">
                                          <p:val>
                                            <p:strVal val="#ppt_y"/>
                                          </p:val>
                                        </p:tav>
                                      </p:tavLst>
                                    </p:anim>
                                  </p:childTnLst>
                                </p:cTn>
                              </p:par>
                            </p:childTnLst>
                          </p:cTn>
                        </p:par>
                      </p:childTnLst>
                    </p:cTn>
                  </p:par>
                  <p:par>
                    <p:cTn id="296" fill="hold">
                      <p:stCondLst>
                        <p:cond delay="indefinite"/>
                      </p:stCondLst>
                      <p:childTnLst>
                        <p:par>
                          <p:cTn id="297" fill="hold">
                            <p:stCondLst>
                              <p:cond delay="0"/>
                            </p:stCondLst>
                            <p:childTnLst>
                              <p:par>
                                <p:cTn id="298" presetID="10" presetClass="exit" presetSubtype="0" fill="hold" grpId="1" nodeType="clickEffect">
                                  <p:stCondLst>
                                    <p:cond delay="0"/>
                                  </p:stCondLst>
                                  <p:childTnLst>
                                    <p:animEffect transition="out" filter="fade">
                                      <p:cBhvr>
                                        <p:cTn id="299" dur="500"/>
                                        <p:tgtEl>
                                          <p:spTgt spid="224"/>
                                        </p:tgtEl>
                                      </p:cBhvr>
                                    </p:animEffect>
                                    <p:set>
                                      <p:cBhvr>
                                        <p:cTn id="300" dur="1" fill="hold">
                                          <p:stCondLst>
                                            <p:cond delay="499"/>
                                          </p:stCondLst>
                                        </p:cTn>
                                        <p:tgtEl>
                                          <p:spTgt spid="224"/>
                                        </p:tgtEl>
                                        <p:attrNameLst>
                                          <p:attrName>style.visibility</p:attrName>
                                        </p:attrNameLst>
                                      </p:cBhvr>
                                      <p:to>
                                        <p:strVal val="hidden"/>
                                      </p:to>
                                    </p:set>
                                  </p:childTnLst>
                                </p:cTn>
                              </p:par>
                              <p:par>
                                <p:cTn id="301" presetID="10" presetClass="exit" presetSubtype="0" fill="hold" grpId="1" nodeType="withEffect">
                                  <p:stCondLst>
                                    <p:cond delay="0"/>
                                  </p:stCondLst>
                                  <p:childTnLst>
                                    <p:animEffect transition="out" filter="fade">
                                      <p:cBhvr>
                                        <p:cTn id="302" dur="500"/>
                                        <p:tgtEl>
                                          <p:spTgt spid="237"/>
                                        </p:tgtEl>
                                      </p:cBhvr>
                                    </p:animEffect>
                                    <p:set>
                                      <p:cBhvr>
                                        <p:cTn id="303" dur="1" fill="hold">
                                          <p:stCondLst>
                                            <p:cond delay="499"/>
                                          </p:stCondLst>
                                        </p:cTn>
                                        <p:tgtEl>
                                          <p:spTgt spid="237"/>
                                        </p:tgtEl>
                                        <p:attrNameLst>
                                          <p:attrName>style.visibility</p:attrName>
                                        </p:attrNameLst>
                                      </p:cBhvr>
                                      <p:to>
                                        <p:strVal val="hidden"/>
                                      </p:to>
                                    </p:set>
                                  </p:childTnLst>
                                </p:cTn>
                              </p:par>
                              <p:par>
                                <p:cTn id="304" presetID="42" presetClass="entr" presetSubtype="0" fill="hold" grpId="0" nodeType="withEffect">
                                  <p:stCondLst>
                                    <p:cond delay="0"/>
                                  </p:stCondLst>
                                  <p:childTnLst>
                                    <p:set>
                                      <p:cBhvr>
                                        <p:cTn id="305" dur="1" fill="hold">
                                          <p:stCondLst>
                                            <p:cond delay="0"/>
                                          </p:stCondLst>
                                        </p:cTn>
                                        <p:tgtEl>
                                          <p:spTgt spid="222"/>
                                        </p:tgtEl>
                                        <p:attrNameLst>
                                          <p:attrName>style.visibility</p:attrName>
                                        </p:attrNameLst>
                                      </p:cBhvr>
                                      <p:to>
                                        <p:strVal val="visible"/>
                                      </p:to>
                                    </p:set>
                                    <p:animEffect transition="in" filter="fade">
                                      <p:cBhvr>
                                        <p:cTn id="306" dur="1000"/>
                                        <p:tgtEl>
                                          <p:spTgt spid="222"/>
                                        </p:tgtEl>
                                      </p:cBhvr>
                                    </p:animEffect>
                                    <p:anim calcmode="lin" valueType="num">
                                      <p:cBhvr>
                                        <p:cTn id="307" dur="1000" fill="hold"/>
                                        <p:tgtEl>
                                          <p:spTgt spid="222"/>
                                        </p:tgtEl>
                                        <p:attrNameLst>
                                          <p:attrName>ppt_x</p:attrName>
                                        </p:attrNameLst>
                                      </p:cBhvr>
                                      <p:tavLst>
                                        <p:tav tm="0">
                                          <p:val>
                                            <p:strVal val="#ppt_x"/>
                                          </p:val>
                                        </p:tav>
                                        <p:tav tm="100000">
                                          <p:val>
                                            <p:strVal val="#ppt_x"/>
                                          </p:val>
                                        </p:tav>
                                      </p:tavLst>
                                    </p:anim>
                                    <p:anim calcmode="lin" valueType="num">
                                      <p:cBhvr>
                                        <p:cTn id="308" dur="1000" fill="hold"/>
                                        <p:tgtEl>
                                          <p:spTgt spid="222"/>
                                        </p:tgtEl>
                                        <p:attrNameLst>
                                          <p:attrName>ppt_y</p:attrName>
                                        </p:attrNameLst>
                                      </p:cBhvr>
                                      <p:tavLst>
                                        <p:tav tm="0">
                                          <p:val>
                                            <p:strVal val="#ppt_y+.1"/>
                                          </p:val>
                                        </p:tav>
                                        <p:tav tm="100000">
                                          <p:val>
                                            <p:strVal val="#ppt_y"/>
                                          </p:val>
                                        </p:tav>
                                      </p:tavLst>
                                    </p:anim>
                                  </p:childTnLst>
                                </p:cTn>
                              </p:par>
                            </p:childTnLst>
                          </p:cTn>
                        </p:par>
                      </p:childTnLst>
                    </p:cTn>
                  </p:par>
                  <p:par>
                    <p:cTn id="309" fill="hold">
                      <p:stCondLst>
                        <p:cond delay="indefinite"/>
                      </p:stCondLst>
                      <p:childTnLst>
                        <p:par>
                          <p:cTn id="310" fill="hold">
                            <p:stCondLst>
                              <p:cond delay="0"/>
                            </p:stCondLst>
                            <p:childTnLst>
                              <p:par>
                                <p:cTn id="311" presetID="42" presetClass="path" presetSubtype="0" accel="50000" decel="50000" fill="hold" nodeType="clickEffect">
                                  <p:stCondLst>
                                    <p:cond delay="0"/>
                                  </p:stCondLst>
                                  <p:childTnLst>
                                    <p:animMotion origin="layout" path="M -4.58333E-6 -4.44444E-6 L -0.00143 0.03681 " pathEditMode="relative" rAng="0" ptsTypes="AA">
                                      <p:cBhvr>
                                        <p:cTn id="312" dur="1000" fill="hold"/>
                                        <p:tgtEl>
                                          <p:spTgt spid="243"/>
                                        </p:tgtEl>
                                        <p:attrNameLst>
                                          <p:attrName>ppt_x</p:attrName>
                                          <p:attrName>ppt_y</p:attrName>
                                        </p:attrNameLst>
                                      </p:cBhvr>
                                      <p:rCtr x="-78" y="1829"/>
                                    </p:animMotion>
                                  </p:childTnLst>
                                </p:cTn>
                              </p:par>
                            </p:childTnLst>
                          </p:cTn>
                        </p:par>
                      </p:childTnLst>
                    </p:cTn>
                  </p:par>
                  <p:par>
                    <p:cTn id="313" fill="hold">
                      <p:stCondLst>
                        <p:cond delay="indefinite"/>
                      </p:stCondLst>
                      <p:childTnLst>
                        <p:par>
                          <p:cTn id="314" fill="hold">
                            <p:stCondLst>
                              <p:cond delay="0"/>
                            </p:stCondLst>
                            <p:childTnLst>
                              <p:par>
                                <p:cTn id="315" presetID="42" presetClass="entr" presetSubtype="0" fill="hold" nodeType="clickEffect">
                                  <p:stCondLst>
                                    <p:cond delay="0"/>
                                  </p:stCondLst>
                                  <p:childTnLst>
                                    <p:set>
                                      <p:cBhvr>
                                        <p:cTn id="316" dur="1" fill="hold">
                                          <p:stCondLst>
                                            <p:cond delay="0"/>
                                          </p:stCondLst>
                                        </p:cTn>
                                        <p:tgtEl>
                                          <p:spTgt spid="125"/>
                                        </p:tgtEl>
                                        <p:attrNameLst>
                                          <p:attrName>style.visibility</p:attrName>
                                        </p:attrNameLst>
                                      </p:cBhvr>
                                      <p:to>
                                        <p:strVal val="visible"/>
                                      </p:to>
                                    </p:set>
                                    <p:animEffect transition="in" filter="fade">
                                      <p:cBhvr>
                                        <p:cTn id="317" dur="1000"/>
                                        <p:tgtEl>
                                          <p:spTgt spid="125"/>
                                        </p:tgtEl>
                                      </p:cBhvr>
                                    </p:animEffect>
                                    <p:anim calcmode="lin" valueType="num">
                                      <p:cBhvr>
                                        <p:cTn id="318" dur="1000" fill="hold"/>
                                        <p:tgtEl>
                                          <p:spTgt spid="125"/>
                                        </p:tgtEl>
                                        <p:attrNameLst>
                                          <p:attrName>ppt_x</p:attrName>
                                        </p:attrNameLst>
                                      </p:cBhvr>
                                      <p:tavLst>
                                        <p:tav tm="0">
                                          <p:val>
                                            <p:strVal val="#ppt_x"/>
                                          </p:val>
                                        </p:tav>
                                        <p:tav tm="100000">
                                          <p:val>
                                            <p:strVal val="#ppt_x"/>
                                          </p:val>
                                        </p:tav>
                                      </p:tavLst>
                                    </p:anim>
                                    <p:anim calcmode="lin" valueType="num">
                                      <p:cBhvr>
                                        <p:cTn id="319" dur="1000" fill="hold"/>
                                        <p:tgtEl>
                                          <p:spTgt spid="125"/>
                                        </p:tgtEl>
                                        <p:attrNameLst>
                                          <p:attrName>ppt_y</p:attrName>
                                        </p:attrNameLst>
                                      </p:cBhvr>
                                      <p:tavLst>
                                        <p:tav tm="0">
                                          <p:val>
                                            <p:strVal val="#ppt_y+.1"/>
                                          </p:val>
                                        </p:tav>
                                        <p:tav tm="100000">
                                          <p:val>
                                            <p:strVal val="#ppt_y"/>
                                          </p:val>
                                        </p:tav>
                                      </p:tavLst>
                                    </p:anim>
                                  </p:childTnLst>
                                </p:cTn>
                              </p:par>
                              <p:par>
                                <p:cTn id="320" presetID="42" presetClass="path" presetSubtype="0" accel="50000" decel="50000" fill="hold" nodeType="withEffect">
                                  <p:stCondLst>
                                    <p:cond delay="0"/>
                                  </p:stCondLst>
                                  <p:childTnLst>
                                    <p:animMotion origin="layout" path="M -0.00013 -0.22176 L -0.12669 0.00139 " pathEditMode="relative" rAng="0" ptsTypes="AA">
                                      <p:cBhvr>
                                        <p:cTn id="321" dur="1000" fill="hold"/>
                                        <p:tgtEl>
                                          <p:spTgt spid="234"/>
                                        </p:tgtEl>
                                        <p:attrNameLst>
                                          <p:attrName>ppt_x</p:attrName>
                                          <p:attrName>ppt_y</p:attrName>
                                        </p:attrNameLst>
                                      </p:cBhvr>
                                      <p:rCtr x="-6328" y="11157"/>
                                    </p:animMotion>
                                  </p:childTnLst>
                                </p:cTn>
                              </p:par>
                            </p:childTnLst>
                          </p:cTn>
                        </p:par>
                      </p:childTnLst>
                    </p:cTn>
                  </p:par>
                  <p:par>
                    <p:cTn id="322" fill="hold">
                      <p:stCondLst>
                        <p:cond delay="indefinite"/>
                      </p:stCondLst>
                      <p:childTnLst>
                        <p:par>
                          <p:cTn id="323" fill="hold">
                            <p:stCondLst>
                              <p:cond delay="0"/>
                            </p:stCondLst>
                            <p:childTnLst>
                              <p:par>
                                <p:cTn id="324" presetID="42" presetClass="path" presetSubtype="0" accel="50000" decel="50000" fill="hold" nodeType="clickEffect">
                                  <p:stCondLst>
                                    <p:cond delay="0"/>
                                  </p:stCondLst>
                                  <p:childTnLst>
                                    <p:animMotion origin="layout" path="M -0.00143 0.03681 L -0.00143 0.0713 " pathEditMode="relative" rAng="0" ptsTypes="AA">
                                      <p:cBhvr>
                                        <p:cTn id="325" dur="1000" fill="hold"/>
                                        <p:tgtEl>
                                          <p:spTgt spid="243"/>
                                        </p:tgtEl>
                                        <p:attrNameLst>
                                          <p:attrName>ppt_x</p:attrName>
                                          <p:attrName>ppt_y</p:attrName>
                                        </p:attrNameLst>
                                      </p:cBhvr>
                                      <p:rCtr x="0" y="1713"/>
                                    </p:animMotion>
                                  </p:childTnLst>
                                </p:cTn>
                              </p:par>
                              <p:par>
                                <p:cTn id="326" presetID="31" presetClass="entr" presetSubtype="0" fill="hold" grpId="0" nodeType="withEffect">
                                  <p:stCondLst>
                                    <p:cond delay="0"/>
                                  </p:stCondLst>
                                  <p:childTnLst>
                                    <p:set>
                                      <p:cBhvr>
                                        <p:cTn id="327" dur="1" fill="hold">
                                          <p:stCondLst>
                                            <p:cond delay="0"/>
                                          </p:stCondLst>
                                        </p:cTn>
                                        <p:tgtEl>
                                          <p:spTgt spid="266"/>
                                        </p:tgtEl>
                                        <p:attrNameLst>
                                          <p:attrName>style.visibility</p:attrName>
                                        </p:attrNameLst>
                                      </p:cBhvr>
                                      <p:to>
                                        <p:strVal val="visible"/>
                                      </p:to>
                                    </p:set>
                                    <p:anim calcmode="lin" valueType="num">
                                      <p:cBhvr>
                                        <p:cTn id="328" dur="1000" fill="hold"/>
                                        <p:tgtEl>
                                          <p:spTgt spid="266"/>
                                        </p:tgtEl>
                                        <p:attrNameLst>
                                          <p:attrName>ppt_w</p:attrName>
                                        </p:attrNameLst>
                                      </p:cBhvr>
                                      <p:tavLst>
                                        <p:tav tm="0">
                                          <p:val>
                                            <p:fltVal val="0"/>
                                          </p:val>
                                        </p:tav>
                                        <p:tav tm="100000">
                                          <p:val>
                                            <p:strVal val="#ppt_w"/>
                                          </p:val>
                                        </p:tav>
                                      </p:tavLst>
                                    </p:anim>
                                    <p:anim calcmode="lin" valueType="num">
                                      <p:cBhvr>
                                        <p:cTn id="329" dur="1000" fill="hold"/>
                                        <p:tgtEl>
                                          <p:spTgt spid="266"/>
                                        </p:tgtEl>
                                        <p:attrNameLst>
                                          <p:attrName>ppt_h</p:attrName>
                                        </p:attrNameLst>
                                      </p:cBhvr>
                                      <p:tavLst>
                                        <p:tav tm="0">
                                          <p:val>
                                            <p:fltVal val="0"/>
                                          </p:val>
                                        </p:tav>
                                        <p:tav tm="100000">
                                          <p:val>
                                            <p:strVal val="#ppt_h"/>
                                          </p:val>
                                        </p:tav>
                                      </p:tavLst>
                                    </p:anim>
                                    <p:anim calcmode="lin" valueType="num">
                                      <p:cBhvr>
                                        <p:cTn id="330" dur="1000" fill="hold"/>
                                        <p:tgtEl>
                                          <p:spTgt spid="266"/>
                                        </p:tgtEl>
                                        <p:attrNameLst>
                                          <p:attrName>style.rotation</p:attrName>
                                        </p:attrNameLst>
                                      </p:cBhvr>
                                      <p:tavLst>
                                        <p:tav tm="0">
                                          <p:val>
                                            <p:fltVal val="90"/>
                                          </p:val>
                                        </p:tav>
                                        <p:tav tm="100000">
                                          <p:val>
                                            <p:fltVal val="0"/>
                                          </p:val>
                                        </p:tav>
                                      </p:tavLst>
                                    </p:anim>
                                    <p:animEffect transition="in" filter="fade">
                                      <p:cBhvr>
                                        <p:cTn id="331" dur="1000"/>
                                        <p:tgtEl>
                                          <p:spTgt spid="266"/>
                                        </p:tgtEl>
                                      </p:cBhvr>
                                    </p:animEffect>
                                  </p:childTnLst>
                                </p:cTn>
                              </p:par>
                            </p:childTnLst>
                          </p:cTn>
                        </p:par>
                        <p:par>
                          <p:cTn id="332" fill="hold">
                            <p:stCondLst>
                              <p:cond delay="1000"/>
                            </p:stCondLst>
                            <p:childTnLst>
                              <p:par>
                                <p:cTn id="333" presetID="31" presetClass="entr" presetSubtype="0" fill="hold" grpId="0" nodeType="afterEffect">
                                  <p:stCondLst>
                                    <p:cond delay="0"/>
                                  </p:stCondLst>
                                  <p:childTnLst>
                                    <p:set>
                                      <p:cBhvr>
                                        <p:cTn id="334" dur="1" fill="hold">
                                          <p:stCondLst>
                                            <p:cond delay="0"/>
                                          </p:stCondLst>
                                        </p:cTn>
                                        <p:tgtEl>
                                          <p:spTgt spid="267"/>
                                        </p:tgtEl>
                                        <p:attrNameLst>
                                          <p:attrName>style.visibility</p:attrName>
                                        </p:attrNameLst>
                                      </p:cBhvr>
                                      <p:to>
                                        <p:strVal val="visible"/>
                                      </p:to>
                                    </p:set>
                                    <p:anim calcmode="lin" valueType="num">
                                      <p:cBhvr>
                                        <p:cTn id="335" dur="1000" fill="hold"/>
                                        <p:tgtEl>
                                          <p:spTgt spid="267"/>
                                        </p:tgtEl>
                                        <p:attrNameLst>
                                          <p:attrName>ppt_w</p:attrName>
                                        </p:attrNameLst>
                                      </p:cBhvr>
                                      <p:tavLst>
                                        <p:tav tm="0">
                                          <p:val>
                                            <p:fltVal val="0"/>
                                          </p:val>
                                        </p:tav>
                                        <p:tav tm="100000">
                                          <p:val>
                                            <p:strVal val="#ppt_w"/>
                                          </p:val>
                                        </p:tav>
                                      </p:tavLst>
                                    </p:anim>
                                    <p:anim calcmode="lin" valueType="num">
                                      <p:cBhvr>
                                        <p:cTn id="336" dur="1000" fill="hold"/>
                                        <p:tgtEl>
                                          <p:spTgt spid="267"/>
                                        </p:tgtEl>
                                        <p:attrNameLst>
                                          <p:attrName>ppt_h</p:attrName>
                                        </p:attrNameLst>
                                      </p:cBhvr>
                                      <p:tavLst>
                                        <p:tav tm="0">
                                          <p:val>
                                            <p:fltVal val="0"/>
                                          </p:val>
                                        </p:tav>
                                        <p:tav tm="100000">
                                          <p:val>
                                            <p:strVal val="#ppt_h"/>
                                          </p:val>
                                        </p:tav>
                                      </p:tavLst>
                                    </p:anim>
                                    <p:anim calcmode="lin" valueType="num">
                                      <p:cBhvr>
                                        <p:cTn id="337" dur="1000" fill="hold"/>
                                        <p:tgtEl>
                                          <p:spTgt spid="267"/>
                                        </p:tgtEl>
                                        <p:attrNameLst>
                                          <p:attrName>style.rotation</p:attrName>
                                        </p:attrNameLst>
                                      </p:cBhvr>
                                      <p:tavLst>
                                        <p:tav tm="0">
                                          <p:val>
                                            <p:fltVal val="90"/>
                                          </p:val>
                                        </p:tav>
                                        <p:tav tm="100000">
                                          <p:val>
                                            <p:fltVal val="0"/>
                                          </p:val>
                                        </p:tav>
                                      </p:tavLst>
                                    </p:anim>
                                    <p:animEffect transition="in" filter="fade">
                                      <p:cBhvr>
                                        <p:cTn id="338" dur="1000"/>
                                        <p:tgtEl>
                                          <p:spTgt spid="267"/>
                                        </p:tgtEl>
                                      </p:cBhvr>
                                    </p:animEffect>
                                  </p:childTnLst>
                                </p:cTn>
                              </p:par>
                            </p:childTnLst>
                          </p:cTn>
                        </p:par>
                      </p:childTnLst>
                    </p:cTn>
                  </p:par>
                  <p:par>
                    <p:cTn id="339" fill="hold">
                      <p:stCondLst>
                        <p:cond delay="indefinite"/>
                      </p:stCondLst>
                      <p:childTnLst>
                        <p:par>
                          <p:cTn id="340" fill="hold">
                            <p:stCondLst>
                              <p:cond delay="0"/>
                            </p:stCondLst>
                            <p:childTnLst>
                              <p:par>
                                <p:cTn id="341" presetID="42" presetClass="path" presetSubtype="0" accel="50000" decel="50000" fill="hold" nodeType="clickEffect">
                                  <p:stCondLst>
                                    <p:cond delay="0"/>
                                  </p:stCondLst>
                                  <p:childTnLst>
                                    <p:animMotion origin="layout" path="M -0.00143 0.0713 L -0.00065 0.10348 " pathEditMode="relative" rAng="0" ptsTypes="AA">
                                      <p:cBhvr>
                                        <p:cTn id="342" dur="1000" fill="hold"/>
                                        <p:tgtEl>
                                          <p:spTgt spid="243"/>
                                        </p:tgtEl>
                                        <p:attrNameLst>
                                          <p:attrName>ppt_x</p:attrName>
                                          <p:attrName>ppt_y</p:attrName>
                                        </p:attrNameLst>
                                      </p:cBhvr>
                                      <p:rCtr x="39" y="1597"/>
                                    </p:animMotion>
                                  </p:childTnLst>
                                </p:cTn>
                              </p:par>
                            </p:childTnLst>
                          </p:cTn>
                        </p:par>
                      </p:childTnLst>
                    </p:cTn>
                  </p:par>
                  <p:par>
                    <p:cTn id="343" fill="hold">
                      <p:stCondLst>
                        <p:cond delay="indefinite"/>
                      </p:stCondLst>
                      <p:childTnLst>
                        <p:par>
                          <p:cTn id="344" fill="hold">
                            <p:stCondLst>
                              <p:cond delay="0"/>
                            </p:stCondLst>
                            <p:childTnLst>
                              <p:par>
                                <p:cTn id="345" presetID="22" presetClass="entr" presetSubtype="1" fill="hold" grpId="0" nodeType="clickEffect">
                                  <p:stCondLst>
                                    <p:cond delay="0"/>
                                  </p:stCondLst>
                                  <p:childTnLst>
                                    <p:set>
                                      <p:cBhvr>
                                        <p:cTn id="346" dur="1" fill="hold">
                                          <p:stCondLst>
                                            <p:cond delay="0"/>
                                          </p:stCondLst>
                                        </p:cTn>
                                        <p:tgtEl>
                                          <p:spTgt spid="158"/>
                                        </p:tgtEl>
                                        <p:attrNameLst>
                                          <p:attrName>style.visibility</p:attrName>
                                        </p:attrNameLst>
                                      </p:cBhvr>
                                      <p:to>
                                        <p:strVal val="visible"/>
                                      </p:to>
                                    </p:set>
                                    <p:animEffect transition="in" filter="wipe(up)">
                                      <p:cBhvr>
                                        <p:cTn id="347" dur="500"/>
                                        <p:tgtEl>
                                          <p:spTgt spid="158"/>
                                        </p:tgtEl>
                                      </p:cBhvr>
                                    </p:animEffect>
                                  </p:childTnLst>
                                </p:cTn>
                              </p:par>
                            </p:childTnLst>
                          </p:cTn>
                        </p:par>
                      </p:childTnLst>
                    </p:cTn>
                  </p:par>
                  <p:par>
                    <p:cTn id="348" fill="hold">
                      <p:stCondLst>
                        <p:cond delay="indefinite"/>
                      </p:stCondLst>
                      <p:childTnLst>
                        <p:par>
                          <p:cTn id="349" fill="hold">
                            <p:stCondLst>
                              <p:cond delay="0"/>
                            </p:stCondLst>
                            <p:childTnLst>
                              <p:par>
                                <p:cTn id="350" presetID="42" presetClass="path" presetSubtype="0" accel="50000" decel="50000" fill="hold" nodeType="clickEffect">
                                  <p:stCondLst>
                                    <p:cond delay="0"/>
                                  </p:stCondLst>
                                  <p:childTnLst>
                                    <p:animMotion origin="layout" path="M -0.00065 0.10348 L -0.00065 0.13334 " pathEditMode="relative" rAng="0" ptsTypes="AA">
                                      <p:cBhvr>
                                        <p:cTn id="351" dur="1000" fill="hold"/>
                                        <p:tgtEl>
                                          <p:spTgt spid="243"/>
                                        </p:tgtEl>
                                        <p:attrNameLst>
                                          <p:attrName>ppt_x</p:attrName>
                                          <p:attrName>ppt_y</p:attrName>
                                        </p:attrNameLst>
                                      </p:cBhvr>
                                      <p:rCtr x="0" y="1481"/>
                                    </p:animMotion>
                                  </p:childTnLst>
                                </p:cTn>
                              </p:par>
                            </p:childTnLst>
                          </p:cTn>
                        </p:par>
                        <p:par>
                          <p:cTn id="352" fill="hold">
                            <p:stCondLst>
                              <p:cond delay="1000"/>
                            </p:stCondLst>
                            <p:childTnLst>
                              <p:par>
                                <p:cTn id="353" presetID="22" presetClass="entr" presetSubtype="8" fill="hold" grpId="0" nodeType="afterEffect">
                                  <p:stCondLst>
                                    <p:cond delay="0"/>
                                  </p:stCondLst>
                                  <p:childTnLst>
                                    <p:set>
                                      <p:cBhvr>
                                        <p:cTn id="354" dur="1" fill="hold">
                                          <p:stCondLst>
                                            <p:cond delay="0"/>
                                          </p:stCondLst>
                                        </p:cTn>
                                        <p:tgtEl>
                                          <p:spTgt spid="167"/>
                                        </p:tgtEl>
                                        <p:attrNameLst>
                                          <p:attrName>style.visibility</p:attrName>
                                        </p:attrNameLst>
                                      </p:cBhvr>
                                      <p:to>
                                        <p:strVal val="visible"/>
                                      </p:to>
                                    </p:set>
                                    <p:animEffect transition="in" filter="wipe(left)">
                                      <p:cBhvr>
                                        <p:cTn id="355" dur="1000"/>
                                        <p:tgtEl>
                                          <p:spTgt spid="167"/>
                                        </p:tgtEl>
                                      </p:cBhvr>
                                    </p:animEffect>
                                  </p:childTnLst>
                                </p:cTn>
                              </p:par>
                            </p:childTnLst>
                          </p:cTn>
                        </p:par>
                      </p:childTnLst>
                    </p:cTn>
                  </p:par>
                  <p:par>
                    <p:cTn id="356" fill="hold">
                      <p:stCondLst>
                        <p:cond delay="indefinite"/>
                      </p:stCondLst>
                      <p:childTnLst>
                        <p:par>
                          <p:cTn id="357" fill="hold">
                            <p:stCondLst>
                              <p:cond delay="0"/>
                            </p:stCondLst>
                            <p:childTnLst>
                              <p:par>
                                <p:cTn id="358" presetID="42" presetClass="path" presetSubtype="0" accel="50000" decel="50000" fill="hold" nodeType="clickEffect">
                                  <p:stCondLst>
                                    <p:cond delay="0"/>
                                  </p:stCondLst>
                                  <p:childTnLst>
                                    <p:animMotion origin="layout" path="M -0.00065 0.13334 L -0.00065 0.1676 " pathEditMode="relative" rAng="0" ptsTypes="AA">
                                      <p:cBhvr>
                                        <p:cTn id="359" dur="1000" fill="hold"/>
                                        <p:tgtEl>
                                          <p:spTgt spid="243"/>
                                        </p:tgtEl>
                                        <p:attrNameLst>
                                          <p:attrName>ppt_x</p:attrName>
                                          <p:attrName>ppt_y</p:attrName>
                                        </p:attrNameLst>
                                      </p:cBhvr>
                                      <p:rCtr x="0" y="1713"/>
                                    </p:animMotion>
                                  </p:childTnLst>
                                </p:cTn>
                              </p:par>
                            </p:childTnLst>
                          </p:cTn>
                        </p:par>
                      </p:childTnLst>
                    </p:cTn>
                  </p:par>
                  <p:par>
                    <p:cTn id="360" fill="hold">
                      <p:stCondLst>
                        <p:cond delay="indefinite"/>
                      </p:stCondLst>
                      <p:childTnLst>
                        <p:par>
                          <p:cTn id="361" fill="hold">
                            <p:stCondLst>
                              <p:cond delay="0"/>
                            </p:stCondLst>
                            <p:childTnLst>
                              <p:par>
                                <p:cTn id="362" presetID="22" presetClass="exit" presetSubtype="2" fill="hold" grpId="1" nodeType="clickEffect">
                                  <p:stCondLst>
                                    <p:cond delay="0"/>
                                  </p:stCondLst>
                                  <p:childTnLst>
                                    <p:animEffect transition="out" filter="wipe(right)">
                                      <p:cBhvr>
                                        <p:cTn id="363" dur="500"/>
                                        <p:tgtEl>
                                          <p:spTgt spid="238"/>
                                        </p:tgtEl>
                                      </p:cBhvr>
                                    </p:animEffect>
                                    <p:set>
                                      <p:cBhvr>
                                        <p:cTn id="364" dur="1" fill="hold">
                                          <p:stCondLst>
                                            <p:cond delay="499"/>
                                          </p:stCondLst>
                                        </p:cTn>
                                        <p:tgtEl>
                                          <p:spTgt spid="238"/>
                                        </p:tgtEl>
                                        <p:attrNameLst>
                                          <p:attrName>style.visibility</p:attrName>
                                        </p:attrNameLst>
                                      </p:cBhvr>
                                      <p:to>
                                        <p:strVal val="hidden"/>
                                      </p:to>
                                    </p:set>
                                  </p:childTnLst>
                                </p:cTn>
                              </p:par>
                            </p:childTnLst>
                          </p:cTn>
                        </p:par>
                        <p:par>
                          <p:cTn id="365" fill="hold">
                            <p:stCondLst>
                              <p:cond delay="500"/>
                            </p:stCondLst>
                            <p:childTnLst>
                              <p:par>
                                <p:cTn id="366" presetID="22" presetClass="entr" presetSubtype="8" fill="hold" grpId="0" nodeType="afterEffect">
                                  <p:stCondLst>
                                    <p:cond delay="0"/>
                                  </p:stCondLst>
                                  <p:childTnLst>
                                    <p:set>
                                      <p:cBhvr>
                                        <p:cTn id="367" dur="1" fill="hold">
                                          <p:stCondLst>
                                            <p:cond delay="0"/>
                                          </p:stCondLst>
                                        </p:cTn>
                                        <p:tgtEl>
                                          <p:spTgt spid="245"/>
                                        </p:tgtEl>
                                        <p:attrNameLst>
                                          <p:attrName>style.visibility</p:attrName>
                                        </p:attrNameLst>
                                      </p:cBhvr>
                                      <p:to>
                                        <p:strVal val="visible"/>
                                      </p:to>
                                    </p:set>
                                    <p:animEffect transition="in" filter="wipe(left)">
                                      <p:cBhvr>
                                        <p:cTn id="368" dur="1000"/>
                                        <p:tgtEl>
                                          <p:spTgt spid="245"/>
                                        </p:tgtEl>
                                      </p:cBhvr>
                                    </p:animEffect>
                                  </p:childTnLst>
                                </p:cTn>
                              </p:par>
                            </p:childTnLst>
                          </p:cTn>
                        </p:par>
                      </p:childTnLst>
                    </p:cTn>
                  </p:par>
                  <p:par>
                    <p:cTn id="369" fill="hold">
                      <p:stCondLst>
                        <p:cond delay="indefinite"/>
                      </p:stCondLst>
                      <p:childTnLst>
                        <p:par>
                          <p:cTn id="370" fill="hold">
                            <p:stCondLst>
                              <p:cond delay="0"/>
                            </p:stCondLst>
                            <p:childTnLst>
                              <p:par>
                                <p:cTn id="371" presetID="10" presetClass="exit" presetSubtype="0" fill="hold" grpId="1" nodeType="clickEffect">
                                  <p:stCondLst>
                                    <p:cond delay="0"/>
                                  </p:stCondLst>
                                  <p:childTnLst>
                                    <p:animEffect transition="out" filter="fade">
                                      <p:cBhvr>
                                        <p:cTn id="372" dur="500"/>
                                        <p:tgtEl>
                                          <p:spTgt spid="204"/>
                                        </p:tgtEl>
                                      </p:cBhvr>
                                    </p:animEffect>
                                    <p:set>
                                      <p:cBhvr>
                                        <p:cTn id="373" dur="1" fill="hold">
                                          <p:stCondLst>
                                            <p:cond delay="499"/>
                                          </p:stCondLst>
                                        </p:cTn>
                                        <p:tgtEl>
                                          <p:spTgt spid="204"/>
                                        </p:tgtEl>
                                        <p:attrNameLst>
                                          <p:attrName>style.visibility</p:attrName>
                                        </p:attrNameLst>
                                      </p:cBhvr>
                                      <p:to>
                                        <p:strVal val="hidden"/>
                                      </p:to>
                                    </p:set>
                                  </p:childTnLst>
                                </p:cTn>
                              </p:par>
                            </p:childTnLst>
                          </p:cTn>
                        </p:par>
                        <p:par>
                          <p:cTn id="374" fill="hold">
                            <p:stCondLst>
                              <p:cond delay="500"/>
                            </p:stCondLst>
                            <p:childTnLst>
                              <p:par>
                                <p:cTn id="375" presetID="22" presetClass="entr" presetSubtype="8" fill="hold" nodeType="afterEffect">
                                  <p:stCondLst>
                                    <p:cond delay="0"/>
                                  </p:stCondLst>
                                  <p:childTnLst>
                                    <p:set>
                                      <p:cBhvr>
                                        <p:cTn id="376" dur="1" fill="hold">
                                          <p:stCondLst>
                                            <p:cond delay="0"/>
                                          </p:stCondLst>
                                        </p:cTn>
                                        <p:tgtEl>
                                          <p:spTgt spid="246"/>
                                        </p:tgtEl>
                                        <p:attrNameLst>
                                          <p:attrName>style.visibility</p:attrName>
                                        </p:attrNameLst>
                                      </p:cBhvr>
                                      <p:to>
                                        <p:strVal val="visible"/>
                                      </p:to>
                                    </p:set>
                                    <p:animEffect transition="in" filter="wipe(left)">
                                      <p:cBhvr>
                                        <p:cTn id="377" dur="1000"/>
                                        <p:tgtEl>
                                          <p:spTgt spid="246"/>
                                        </p:tgtEl>
                                      </p:cBhvr>
                                    </p:animEffect>
                                  </p:childTnLst>
                                </p:cTn>
                              </p:par>
                            </p:childTnLst>
                          </p:cTn>
                        </p:par>
                      </p:childTnLst>
                    </p:cTn>
                  </p:par>
                  <p:par>
                    <p:cTn id="378" fill="hold">
                      <p:stCondLst>
                        <p:cond delay="indefinite"/>
                      </p:stCondLst>
                      <p:childTnLst>
                        <p:par>
                          <p:cTn id="379" fill="hold">
                            <p:stCondLst>
                              <p:cond delay="0"/>
                            </p:stCondLst>
                            <p:childTnLst>
                              <p:par>
                                <p:cTn id="380" presetID="1" presetClass="exit" presetSubtype="0" fill="hold" nodeType="clickEffect">
                                  <p:stCondLst>
                                    <p:cond delay="0"/>
                                  </p:stCondLst>
                                  <p:childTnLst>
                                    <p:set>
                                      <p:cBhvr>
                                        <p:cTn id="381" dur="1" fill="hold">
                                          <p:stCondLst>
                                            <p:cond delay="0"/>
                                          </p:stCondLst>
                                        </p:cTn>
                                        <p:tgtEl>
                                          <p:spTgt spid="243"/>
                                        </p:tgtEl>
                                        <p:attrNameLst>
                                          <p:attrName>style.visibility</p:attrName>
                                        </p:attrNameLst>
                                      </p:cBhvr>
                                      <p:to>
                                        <p:strVal val="hidden"/>
                                      </p:to>
                                    </p:set>
                                  </p:childTnLst>
                                </p:cTn>
                              </p:par>
                            </p:childTnLst>
                          </p:cTn>
                        </p:par>
                        <p:par>
                          <p:cTn id="382" fill="hold">
                            <p:stCondLst>
                              <p:cond delay="0"/>
                            </p:stCondLst>
                            <p:childTnLst>
                              <p:par>
                                <p:cTn id="383" presetID="22" presetClass="entr" presetSubtype="8" fill="hold" nodeType="afterEffect">
                                  <p:stCondLst>
                                    <p:cond delay="0"/>
                                  </p:stCondLst>
                                  <p:childTnLst>
                                    <p:set>
                                      <p:cBhvr>
                                        <p:cTn id="384" dur="1" fill="hold">
                                          <p:stCondLst>
                                            <p:cond delay="0"/>
                                          </p:stCondLst>
                                        </p:cTn>
                                        <p:tgtEl>
                                          <p:spTgt spid="228"/>
                                        </p:tgtEl>
                                        <p:attrNameLst>
                                          <p:attrName>style.visibility</p:attrName>
                                        </p:attrNameLst>
                                      </p:cBhvr>
                                      <p:to>
                                        <p:strVal val="visible"/>
                                      </p:to>
                                    </p:set>
                                    <p:animEffect transition="in" filter="wipe(left)">
                                      <p:cBhvr>
                                        <p:cTn id="385" dur="1000"/>
                                        <p:tgtEl>
                                          <p:spTgt spid="228"/>
                                        </p:tgtEl>
                                      </p:cBhvr>
                                    </p:animEffect>
                                  </p:childTnLst>
                                </p:cTn>
                              </p:par>
                            </p:childTnLst>
                          </p:cTn>
                        </p:par>
                        <p:par>
                          <p:cTn id="386" fill="hold">
                            <p:stCondLst>
                              <p:cond delay="1000"/>
                            </p:stCondLst>
                            <p:childTnLst>
                              <p:par>
                                <p:cTn id="387" presetID="63" presetClass="path" presetSubtype="0" accel="50000" decel="50000" fill="hold" nodeType="afterEffect">
                                  <p:stCondLst>
                                    <p:cond delay="0"/>
                                  </p:stCondLst>
                                  <p:childTnLst>
                                    <p:animMotion origin="layout" path="M 0.10612 -0.00046 L 0.15482 0.0007 " pathEditMode="relative" rAng="0" ptsTypes="AA">
                                      <p:cBhvr>
                                        <p:cTn id="388" dur="1000" fill="hold"/>
                                        <p:tgtEl>
                                          <p:spTgt spid="223"/>
                                        </p:tgtEl>
                                        <p:attrNameLst>
                                          <p:attrName>ppt_x</p:attrName>
                                          <p:attrName>ppt_y</p:attrName>
                                        </p:attrNameLst>
                                      </p:cBhvr>
                                      <p:rCtr x="2435" y="46"/>
                                    </p:animMotion>
                                  </p:childTnLst>
                                </p:cTn>
                              </p:par>
                            </p:childTnLst>
                          </p:cTn>
                        </p:par>
                      </p:childTnLst>
                    </p:cTn>
                  </p:par>
                  <p:par>
                    <p:cTn id="389" fill="hold">
                      <p:stCondLst>
                        <p:cond delay="indefinite"/>
                      </p:stCondLst>
                      <p:childTnLst>
                        <p:par>
                          <p:cTn id="390" fill="hold">
                            <p:stCondLst>
                              <p:cond delay="0"/>
                            </p:stCondLst>
                            <p:childTnLst>
                              <p:par>
                                <p:cTn id="391" presetID="10" presetClass="exit" presetSubtype="0" fill="hold" grpId="3" nodeType="clickEffect">
                                  <p:stCondLst>
                                    <p:cond delay="0"/>
                                  </p:stCondLst>
                                  <p:childTnLst>
                                    <p:animEffect transition="out" filter="fade">
                                      <p:cBhvr>
                                        <p:cTn id="392" dur="500"/>
                                        <p:tgtEl>
                                          <p:spTgt spid="236"/>
                                        </p:tgtEl>
                                      </p:cBhvr>
                                    </p:animEffect>
                                    <p:set>
                                      <p:cBhvr>
                                        <p:cTn id="393" dur="1" fill="hold">
                                          <p:stCondLst>
                                            <p:cond delay="499"/>
                                          </p:stCondLst>
                                        </p:cTn>
                                        <p:tgtEl>
                                          <p:spTgt spid="236"/>
                                        </p:tgtEl>
                                        <p:attrNameLst>
                                          <p:attrName>style.visibility</p:attrName>
                                        </p:attrNameLst>
                                      </p:cBhvr>
                                      <p:to>
                                        <p:strVal val="hidden"/>
                                      </p:to>
                                    </p:set>
                                  </p:childTnLst>
                                </p:cTn>
                              </p:par>
                              <p:par>
                                <p:cTn id="394" presetID="47" presetClass="entr" presetSubtype="0" fill="hold" grpId="0" nodeType="withEffect">
                                  <p:stCondLst>
                                    <p:cond delay="0"/>
                                  </p:stCondLst>
                                  <p:childTnLst>
                                    <p:set>
                                      <p:cBhvr>
                                        <p:cTn id="395" dur="1" fill="hold">
                                          <p:stCondLst>
                                            <p:cond delay="0"/>
                                          </p:stCondLst>
                                        </p:cTn>
                                        <p:tgtEl>
                                          <p:spTgt spid="229"/>
                                        </p:tgtEl>
                                        <p:attrNameLst>
                                          <p:attrName>style.visibility</p:attrName>
                                        </p:attrNameLst>
                                      </p:cBhvr>
                                      <p:to>
                                        <p:strVal val="visible"/>
                                      </p:to>
                                    </p:set>
                                    <p:animEffect transition="in" filter="fade">
                                      <p:cBhvr>
                                        <p:cTn id="396" dur="1000"/>
                                        <p:tgtEl>
                                          <p:spTgt spid="229"/>
                                        </p:tgtEl>
                                      </p:cBhvr>
                                    </p:animEffect>
                                    <p:anim calcmode="lin" valueType="num">
                                      <p:cBhvr>
                                        <p:cTn id="397" dur="1000" fill="hold"/>
                                        <p:tgtEl>
                                          <p:spTgt spid="229"/>
                                        </p:tgtEl>
                                        <p:attrNameLst>
                                          <p:attrName>ppt_x</p:attrName>
                                        </p:attrNameLst>
                                      </p:cBhvr>
                                      <p:tavLst>
                                        <p:tav tm="0">
                                          <p:val>
                                            <p:strVal val="#ppt_x"/>
                                          </p:val>
                                        </p:tav>
                                        <p:tav tm="100000">
                                          <p:val>
                                            <p:strVal val="#ppt_x"/>
                                          </p:val>
                                        </p:tav>
                                      </p:tavLst>
                                    </p:anim>
                                    <p:anim calcmode="lin" valueType="num">
                                      <p:cBhvr>
                                        <p:cTn id="398" dur="1000" fill="hold"/>
                                        <p:tgtEl>
                                          <p:spTgt spid="229"/>
                                        </p:tgtEl>
                                        <p:attrNameLst>
                                          <p:attrName>ppt_y</p:attrName>
                                        </p:attrNameLst>
                                      </p:cBhvr>
                                      <p:tavLst>
                                        <p:tav tm="0">
                                          <p:val>
                                            <p:strVal val="#ppt_y-.1"/>
                                          </p:val>
                                        </p:tav>
                                        <p:tav tm="100000">
                                          <p:val>
                                            <p:strVal val="#ppt_y"/>
                                          </p:val>
                                        </p:tav>
                                      </p:tavLst>
                                    </p:anim>
                                  </p:childTnLst>
                                </p:cTn>
                              </p:par>
                              <p:par>
                                <p:cTn id="399" presetID="10" presetClass="exit" presetSubtype="0" fill="hold" grpId="1" nodeType="withEffect">
                                  <p:stCondLst>
                                    <p:cond delay="0"/>
                                  </p:stCondLst>
                                  <p:childTnLst>
                                    <p:animEffect transition="out" filter="fade">
                                      <p:cBhvr>
                                        <p:cTn id="400" dur="500"/>
                                        <p:tgtEl>
                                          <p:spTgt spid="222"/>
                                        </p:tgtEl>
                                      </p:cBhvr>
                                    </p:animEffect>
                                    <p:set>
                                      <p:cBhvr>
                                        <p:cTn id="401" dur="1" fill="hold">
                                          <p:stCondLst>
                                            <p:cond delay="499"/>
                                          </p:stCondLst>
                                        </p:cTn>
                                        <p:tgtEl>
                                          <p:spTgt spid="222"/>
                                        </p:tgtEl>
                                        <p:attrNameLst>
                                          <p:attrName>style.visibility</p:attrName>
                                        </p:attrNameLst>
                                      </p:cBhvr>
                                      <p:to>
                                        <p:strVal val="hidden"/>
                                      </p:to>
                                    </p:set>
                                  </p:childTnLst>
                                </p:cTn>
                              </p:par>
                              <p:par>
                                <p:cTn id="402" presetID="47" presetClass="entr" presetSubtype="0" fill="hold" grpId="0" nodeType="withEffect">
                                  <p:stCondLst>
                                    <p:cond delay="0"/>
                                  </p:stCondLst>
                                  <p:childTnLst>
                                    <p:set>
                                      <p:cBhvr>
                                        <p:cTn id="403" dur="1" fill="hold">
                                          <p:stCondLst>
                                            <p:cond delay="0"/>
                                          </p:stCondLst>
                                        </p:cTn>
                                        <p:tgtEl>
                                          <p:spTgt spid="230"/>
                                        </p:tgtEl>
                                        <p:attrNameLst>
                                          <p:attrName>style.visibility</p:attrName>
                                        </p:attrNameLst>
                                      </p:cBhvr>
                                      <p:to>
                                        <p:strVal val="visible"/>
                                      </p:to>
                                    </p:set>
                                    <p:animEffect transition="in" filter="fade">
                                      <p:cBhvr>
                                        <p:cTn id="404" dur="1000"/>
                                        <p:tgtEl>
                                          <p:spTgt spid="230"/>
                                        </p:tgtEl>
                                      </p:cBhvr>
                                    </p:animEffect>
                                    <p:anim calcmode="lin" valueType="num">
                                      <p:cBhvr>
                                        <p:cTn id="405" dur="1000" fill="hold"/>
                                        <p:tgtEl>
                                          <p:spTgt spid="230"/>
                                        </p:tgtEl>
                                        <p:attrNameLst>
                                          <p:attrName>ppt_x</p:attrName>
                                        </p:attrNameLst>
                                      </p:cBhvr>
                                      <p:tavLst>
                                        <p:tav tm="0">
                                          <p:val>
                                            <p:strVal val="#ppt_x"/>
                                          </p:val>
                                        </p:tav>
                                        <p:tav tm="100000">
                                          <p:val>
                                            <p:strVal val="#ppt_x"/>
                                          </p:val>
                                        </p:tav>
                                      </p:tavLst>
                                    </p:anim>
                                    <p:anim calcmode="lin" valueType="num">
                                      <p:cBhvr>
                                        <p:cTn id="406" dur="1000" fill="hold"/>
                                        <p:tgtEl>
                                          <p:spTgt spid="230"/>
                                        </p:tgtEl>
                                        <p:attrNameLst>
                                          <p:attrName>ppt_y</p:attrName>
                                        </p:attrNameLst>
                                      </p:cBhvr>
                                      <p:tavLst>
                                        <p:tav tm="0">
                                          <p:val>
                                            <p:strVal val="#ppt_y-.1"/>
                                          </p:val>
                                        </p:tav>
                                        <p:tav tm="100000">
                                          <p:val>
                                            <p:strVal val="#ppt_y"/>
                                          </p:val>
                                        </p:tav>
                                      </p:tavLst>
                                    </p:anim>
                                  </p:childTnLst>
                                </p:cTn>
                              </p:par>
                            </p:childTnLst>
                          </p:cTn>
                        </p:par>
                      </p:childTnLst>
                    </p:cTn>
                  </p:par>
                  <p:par>
                    <p:cTn id="407" fill="hold">
                      <p:stCondLst>
                        <p:cond delay="indefinite"/>
                      </p:stCondLst>
                      <p:childTnLst>
                        <p:par>
                          <p:cTn id="408" fill="hold">
                            <p:stCondLst>
                              <p:cond delay="0"/>
                            </p:stCondLst>
                            <p:childTnLst>
                              <p:par>
                                <p:cTn id="409" presetID="42" presetClass="path" presetSubtype="0" accel="50000" decel="50000" fill="hold" nodeType="clickEffect">
                                  <p:stCondLst>
                                    <p:cond delay="0"/>
                                  </p:stCondLst>
                                  <p:childTnLst>
                                    <p:animMotion origin="layout" path="M -4.58333E-6 1.48148E-6 L -0.00143 0.0368 " pathEditMode="relative" rAng="0" ptsTypes="AA">
                                      <p:cBhvr>
                                        <p:cTn id="410" dur="1000" fill="hold"/>
                                        <p:tgtEl>
                                          <p:spTgt spid="228"/>
                                        </p:tgtEl>
                                        <p:attrNameLst>
                                          <p:attrName>ppt_x</p:attrName>
                                          <p:attrName>ppt_y</p:attrName>
                                        </p:attrNameLst>
                                      </p:cBhvr>
                                      <p:rCtr x="-78" y="1829"/>
                                    </p:animMotion>
                                  </p:childTnLst>
                                </p:cTn>
                              </p:par>
                            </p:childTnLst>
                          </p:cTn>
                        </p:par>
                      </p:childTnLst>
                    </p:cTn>
                  </p:par>
                  <p:par>
                    <p:cTn id="411" fill="hold">
                      <p:stCondLst>
                        <p:cond delay="indefinite"/>
                      </p:stCondLst>
                      <p:childTnLst>
                        <p:par>
                          <p:cTn id="412" fill="hold">
                            <p:stCondLst>
                              <p:cond delay="0"/>
                            </p:stCondLst>
                            <p:childTnLst>
                              <p:par>
                                <p:cTn id="413" presetID="42" presetClass="entr" presetSubtype="0" fill="hold" nodeType="clickEffect">
                                  <p:stCondLst>
                                    <p:cond delay="0"/>
                                  </p:stCondLst>
                                  <p:childTnLst>
                                    <p:set>
                                      <p:cBhvr>
                                        <p:cTn id="414" dur="1" fill="hold">
                                          <p:stCondLst>
                                            <p:cond delay="0"/>
                                          </p:stCondLst>
                                        </p:cTn>
                                        <p:tgtEl>
                                          <p:spTgt spid="135"/>
                                        </p:tgtEl>
                                        <p:attrNameLst>
                                          <p:attrName>style.visibility</p:attrName>
                                        </p:attrNameLst>
                                      </p:cBhvr>
                                      <p:to>
                                        <p:strVal val="visible"/>
                                      </p:to>
                                    </p:set>
                                    <p:animEffect transition="in" filter="fade">
                                      <p:cBhvr>
                                        <p:cTn id="415" dur="1000"/>
                                        <p:tgtEl>
                                          <p:spTgt spid="135"/>
                                        </p:tgtEl>
                                      </p:cBhvr>
                                    </p:animEffect>
                                    <p:anim calcmode="lin" valueType="num">
                                      <p:cBhvr>
                                        <p:cTn id="416" dur="1000" fill="hold"/>
                                        <p:tgtEl>
                                          <p:spTgt spid="135"/>
                                        </p:tgtEl>
                                        <p:attrNameLst>
                                          <p:attrName>ppt_x</p:attrName>
                                        </p:attrNameLst>
                                      </p:cBhvr>
                                      <p:tavLst>
                                        <p:tav tm="0">
                                          <p:val>
                                            <p:strVal val="#ppt_x"/>
                                          </p:val>
                                        </p:tav>
                                        <p:tav tm="100000">
                                          <p:val>
                                            <p:strVal val="#ppt_x"/>
                                          </p:val>
                                        </p:tav>
                                      </p:tavLst>
                                    </p:anim>
                                    <p:anim calcmode="lin" valueType="num">
                                      <p:cBhvr>
                                        <p:cTn id="417" dur="1000" fill="hold"/>
                                        <p:tgtEl>
                                          <p:spTgt spid="135"/>
                                        </p:tgtEl>
                                        <p:attrNameLst>
                                          <p:attrName>ppt_y</p:attrName>
                                        </p:attrNameLst>
                                      </p:cBhvr>
                                      <p:tavLst>
                                        <p:tav tm="0">
                                          <p:val>
                                            <p:strVal val="#ppt_y+.1"/>
                                          </p:val>
                                        </p:tav>
                                        <p:tav tm="100000">
                                          <p:val>
                                            <p:strVal val="#ppt_y"/>
                                          </p:val>
                                        </p:tav>
                                      </p:tavLst>
                                    </p:anim>
                                  </p:childTnLst>
                                </p:cTn>
                              </p:par>
                              <p:par>
                                <p:cTn id="418" presetID="64" presetClass="path" presetSubtype="0" accel="50000" decel="50000" fill="hold" nodeType="withEffect">
                                  <p:stCondLst>
                                    <p:cond delay="0"/>
                                  </p:stCondLst>
                                  <p:childTnLst>
                                    <p:animMotion origin="layout" path="M -0.12669 0.00139 L 0.08906 -0.07222 " pathEditMode="relative" rAng="0" ptsTypes="AA">
                                      <p:cBhvr>
                                        <p:cTn id="419" dur="1000" fill="hold"/>
                                        <p:tgtEl>
                                          <p:spTgt spid="234"/>
                                        </p:tgtEl>
                                        <p:attrNameLst>
                                          <p:attrName>ppt_x</p:attrName>
                                          <p:attrName>ppt_y</p:attrName>
                                        </p:attrNameLst>
                                      </p:cBhvr>
                                      <p:rCtr x="10781" y="-3681"/>
                                    </p:animMotion>
                                  </p:childTnLst>
                                </p:cTn>
                              </p:par>
                            </p:childTnLst>
                          </p:cTn>
                        </p:par>
                      </p:childTnLst>
                    </p:cTn>
                  </p:par>
                  <p:par>
                    <p:cTn id="420" fill="hold">
                      <p:stCondLst>
                        <p:cond delay="indefinite"/>
                      </p:stCondLst>
                      <p:childTnLst>
                        <p:par>
                          <p:cTn id="421" fill="hold">
                            <p:stCondLst>
                              <p:cond delay="0"/>
                            </p:stCondLst>
                            <p:childTnLst>
                              <p:par>
                                <p:cTn id="422" presetID="42" presetClass="path" presetSubtype="0" accel="50000" decel="50000" fill="hold" nodeType="clickEffect">
                                  <p:stCondLst>
                                    <p:cond delay="0"/>
                                  </p:stCondLst>
                                  <p:childTnLst>
                                    <p:animMotion origin="layout" path="M -0.00143 0.0368 L -0.00143 0.07129 " pathEditMode="relative" rAng="0" ptsTypes="AA">
                                      <p:cBhvr>
                                        <p:cTn id="423" dur="1000" fill="hold"/>
                                        <p:tgtEl>
                                          <p:spTgt spid="228"/>
                                        </p:tgtEl>
                                        <p:attrNameLst>
                                          <p:attrName>ppt_x</p:attrName>
                                          <p:attrName>ppt_y</p:attrName>
                                        </p:attrNameLst>
                                      </p:cBhvr>
                                      <p:rCtr x="0" y="1713"/>
                                    </p:animMotion>
                                  </p:childTnLst>
                                </p:cTn>
                              </p:par>
                              <p:par>
                                <p:cTn id="424" presetID="31" presetClass="entr" presetSubtype="0" fill="hold" grpId="0" nodeType="withEffect">
                                  <p:stCondLst>
                                    <p:cond delay="0"/>
                                  </p:stCondLst>
                                  <p:childTnLst>
                                    <p:set>
                                      <p:cBhvr>
                                        <p:cTn id="425" dur="1" fill="hold">
                                          <p:stCondLst>
                                            <p:cond delay="0"/>
                                          </p:stCondLst>
                                        </p:cTn>
                                        <p:tgtEl>
                                          <p:spTgt spid="260"/>
                                        </p:tgtEl>
                                        <p:attrNameLst>
                                          <p:attrName>style.visibility</p:attrName>
                                        </p:attrNameLst>
                                      </p:cBhvr>
                                      <p:to>
                                        <p:strVal val="visible"/>
                                      </p:to>
                                    </p:set>
                                    <p:anim calcmode="lin" valueType="num">
                                      <p:cBhvr>
                                        <p:cTn id="426" dur="1000" fill="hold"/>
                                        <p:tgtEl>
                                          <p:spTgt spid="260"/>
                                        </p:tgtEl>
                                        <p:attrNameLst>
                                          <p:attrName>ppt_w</p:attrName>
                                        </p:attrNameLst>
                                      </p:cBhvr>
                                      <p:tavLst>
                                        <p:tav tm="0">
                                          <p:val>
                                            <p:fltVal val="0"/>
                                          </p:val>
                                        </p:tav>
                                        <p:tav tm="100000">
                                          <p:val>
                                            <p:strVal val="#ppt_w"/>
                                          </p:val>
                                        </p:tav>
                                      </p:tavLst>
                                    </p:anim>
                                    <p:anim calcmode="lin" valueType="num">
                                      <p:cBhvr>
                                        <p:cTn id="427" dur="1000" fill="hold"/>
                                        <p:tgtEl>
                                          <p:spTgt spid="260"/>
                                        </p:tgtEl>
                                        <p:attrNameLst>
                                          <p:attrName>ppt_h</p:attrName>
                                        </p:attrNameLst>
                                      </p:cBhvr>
                                      <p:tavLst>
                                        <p:tav tm="0">
                                          <p:val>
                                            <p:fltVal val="0"/>
                                          </p:val>
                                        </p:tav>
                                        <p:tav tm="100000">
                                          <p:val>
                                            <p:strVal val="#ppt_h"/>
                                          </p:val>
                                        </p:tav>
                                      </p:tavLst>
                                    </p:anim>
                                    <p:anim calcmode="lin" valueType="num">
                                      <p:cBhvr>
                                        <p:cTn id="428" dur="1000" fill="hold"/>
                                        <p:tgtEl>
                                          <p:spTgt spid="260"/>
                                        </p:tgtEl>
                                        <p:attrNameLst>
                                          <p:attrName>style.rotation</p:attrName>
                                        </p:attrNameLst>
                                      </p:cBhvr>
                                      <p:tavLst>
                                        <p:tav tm="0">
                                          <p:val>
                                            <p:fltVal val="90"/>
                                          </p:val>
                                        </p:tav>
                                        <p:tav tm="100000">
                                          <p:val>
                                            <p:fltVal val="0"/>
                                          </p:val>
                                        </p:tav>
                                      </p:tavLst>
                                    </p:anim>
                                    <p:animEffect transition="in" filter="fade">
                                      <p:cBhvr>
                                        <p:cTn id="429" dur="1000"/>
                                        <p:tgtEl>
                                          <p:spTgt spid="260"/>
                                        </p:tgtEl>
                                      </p:cBhvr>
                                    </p:animEffect>
                                  </p:childTnLst>
                                </p:cTn>
                              </p:par>
                            </p:childTnLst>
                          </p:cTn>
                        </p:par>
                        <p:par>
                          <p:cTn id="430" fill="hold">
                            <p:stCondLst>
                              <p:cond delay="1000"/>
                            </p:stCondLst>
                            <p:childTnLst>
                              <p:par>
                                <p:cTn id="431" presetID="31" presetClass="entr" presetSubtype="0" fill="hold" grpId="0" nodeType="afterEffect">
                                  <p:stCondLst>
                                    <p:cond delay="0"/>
                                  </p:stCondLst>
                                  <p:childTnLst>
                                    <p:set>
                                      <p:cBhvr>
                                        <p:cTn id="432" dur="1" fill="hold">
                                          <p:stCondLst>
                                            <p:cond delay="0"/>
                                          </p:stCondLst>
                                        </p:cTn>
                                        <p:tgtEl>
                                          <p:spTgt spid="261"/>
                                        </p:tgtEl>
                                        <p:attrNameLst>
                                          <p:attrName>style.visibility</p:attrName>
                                        </p:attrNameLst>
                                      </p:cBhvr>
                                      <p:to>
                                        <p:strVal val="visible"/>
                                      </p:to>
                                    </p:set>
                                    <p:anim calcmode="lin" valueType="num">
                                      <p:cBhvr>
                                        <p:cTn id="433" dur="1000" fill="hold"/>
                                        <p:tgtEl>
                                          <p:spTgt spid="261"/>
                                        </p:tgtEl>
                                        <p:attrNameLst>
                                          <p:attrName>ppt_w</p:attrName>
                                        </p:attrNameLst>
                                      </p:cBhvr>
                                      <p:tavLst>
                                        <p:tav tm="0">
                                          <p:val>
                                            <p:fltVal val="0"/>
                                          </p:val>
                                        </p:tav>
                                        <p:tav tm="100000">
                                          <p:val>
                                            <p:strVal val="#ppt_w"/>
                                          </p:val>
                                        </p:tav>
                                      </p:tavLst>
                                    </p:anim>
                                    <p:anim calcmode="lin" valueType="num">
                                      <p:cBhvr>
                                        <p:cTn id="434" dur="1000" fill="hold"/>
                                        <p:tgtEl>
                                          <p:spTgt spid="261"/>
                                        </p:tgtEl>
                                        <p:attrNameLst>
                                          <p:attrName>ppt_h</p:attrName>
                                        </p:attrNameLst>
                                      </p:cBhvr>
                                      <p:tavLst>
                                        <p:tav tm="0">
                                          <p:val>
                                            <p:fltVal val="0"/>
                                          </p:val>
                                        </p:tav>
                                        <p:tav tm="100000">
                                          <p:val>
                                            <p:strVal val="#ppt_h"/>
                                          </p:val>
                                        </p:tav>
                                      </p:tavLst>
                                    </p:anim>
                                    <p:anim calcmode="lin" valueType="num">
                                      <p:cBhvr>
                                        <p:cTn id="435" dur="1000" fill="hold"/>
                                        <p:tgtEl>
                                          <p:spTgt spid="261"/>
                                        </p:tgtEl>
                                        <p:attrNameLst>
                                          <p:attrName>style.rotation</p:attrName>
                                        </p:attrNameLst>
                                      </p:cBhvr>
                                      <p:tavLst>
                                        <p:tav tm="0">
                                          <p:val>
                                            <p:fltVal val="90"/>
                                          </p:val>
                                        </p:tav>
                                        <p:tav tm="100000">
                                          <p:val>
                                            <p:fltVal val="0"/>
                                          </p:val>
                                        </p:tav>
                                      </p:tavLst>
                                    </p:anim>
                                    <p:animEffect transition="in" filter="fade">
                                      <p:cBhvr>
                                        <p:cTn id="436" dur="1000"/>
                                        <p:tgtEl>
                                          <p:spTgt spid="261"/>
                                        </p:tgtEl>
                                      </p:cBhvr>
                                    </p:animEffect>
                                  </p:childTnLst>
                                </p:cTn>
                              </p:par>
                            </p:childTnLst>
                          </p:cTn>
                        </p:par>
                      </p:childTnLst>
                    </p:cTn>
                  </p:par>
                  <p:par>
                    <p:cTn id="437" fill="hold">
                      <p:stCondLst>
                        <p:cond delay="indefinite"/>
                      </p:stCondLst>
                      <p:childTnLst>
                        <p:par>
                          <p:cTn id="438" fill="hold">
                            <p:stCondLst>
                              <p:cond delay="0"/>
                            </p:stCondLst>
                            <p:childTnLst>
                              <p:par>
                                <p:cTn id="439" presetID="42" presetClass="path" presetSubtype="0" accel="50000" decel="50000" fill="hold" nodeType="clickEffect">
                                  <p:stCondLst>
                                    <p:cond delay="0"/>
                                  </p:stCondLst>
                                  <p:childTnLst>
                                    <p:animMotion origin="layout" path="M -0.00143 0.07129 L -0.00065 0.10347 " pathEditMode="relative" rAng="0" ptsTypes="AA">
                                      <p:cBhvr>
                                        <p:cTn id="440" dur="1000" fill="hold"/>
                                        <p:tgtEl>
                                          <p:spTgt spid="228"/>
                                        </p:tgtEl>
                                        <p:attrNameLst>
                                          <p:attrName>ppt_x</p:attrName>
                                          <p:attrName>ppt_y</p:attrName>
                                        </p:attrNameLst>
                                      </p:cBhvr>
                                      <p:rCtr x="39" y="1597"/>
                                    </p:animMotion>
                                  </p:childTnLst>
                                </p:cTn>
                              </p:par>
                            </p:childTnLst>
                          </p:cTn>
                        </p:par>
                        <p:par>
                          <p:cTn id="441" fill="hold">
                            <p:stCondLst>
                              <p:cond delay="1000"/>
                            </p:stCondLst>
                            <p:childTnLst>
                              <p:par>
                                <p:cTn id="442" presetID="22" presetClass="entr" presetSubtype="1" fill="hold" grpId="0" nodeType="afterEffect">
                                  <p:stCondLst>
                                    <p:cond delay="0"/>
                                  </p:stCondLst>
                                  <p:childTnLst>
                                    <p:set>
                                      <p:cBhvr>
                                        <p:cTn id="443" dur="1" fill="hold">
                                          <p:stCondLst>
                                            <p:cond delay="0"/>
                                          </p:stCondLst>
                                        </p:cTn>
                                        <p:tgtEl>
                                          <p:spTgt spid="160"/>
                                        </p:tgtEl>
                                        <p:attrNameLst>
                                          <p:attrName>style.visibility</p:attrName>
                                        </p:attrNameLst>
                                      </p:cBhvr>
                                      <p:to>
                                        <p:strVal val="visible"/>
                                      </p:to>
                                    </p:set>
                                    <p:animEffect transition="in" filter="wipe(up)">
                                      <p:cBhvr>
                                        <p:cTn id="444" dur="1000"/>
                                        <p:tgtEl>
                                          <p:spTgt spid="160"/>
                                        </p:tgtEl>
                                      </p:cBhvr>
                                    </p:animEffect>
                                  </p:childTnLst>
                                </p:cTn>
                              </p:par>
                            </p:childTnLst>
                          </p:cTn>
                        </p:par>
                      </p:childTnLst>
                    </p:cTn>
                  </p:par>
                  <p:par>
                    <p:cTn id="445" fill="hold">
                      <p:stCondLst>
                        <p:cond delay="indefinite"/>
                      </p:stCondLst>
                      <p:childTnLst>
                        <p:par>
                          <p:cTn id="446" fill="hold">
                            <p:stCondLst>
                              <p:cond delay="0"/>
                            </p:stCondLst>
                            <p:childTnLst>
                              <p:par>
                                <p:cTn id="447" presetID="42" presetClass="path" presetSubtype="0" accel="50000" decel="50000" fill="hold" nodeType="clickEffect">
                                  <p:stCondLst>
                                    <p:cond delay="0"/>
                                  </p:stCondLst>
                                  <p:childTnLst>
                                    <p:animMotion origin="layout" path="M -0.00065 0.10347 L -0.00065 0.13333 " pathEditMode="relative" rAng="0" ptsTypes="AA">
                                      <p:cBhvr>
                                        <p:cTn id="448" dur="1000" fill="hold"/>
                                        <p:tgtEl>
                                          <p:spTgt spid="228"/>
                                        </p:tgtEl>
                                        <p:attrNameLst>
                                          <p:attrName>ppt_x</p:attrName>
                                          <p:attrName>ppt_y</p:attrName>
                                        </p:attrNameLst>
                                      </p:cBhvr>
                                      <p:rCtr x="0" y="1481"/>
                                    </p:animMotion>
                                  </p:childTnLst>
                                </p:cTn>
                              </p:par>
                            </p:childTnLst>
                          </p:cTn>
                        </p:par>
                        <p:par>
                          <p:cTn id="449" fill="hold">
                            <p:stCondLst>
                              <p:cond delay="1000"/>
                            </p:stCondLst>
                            <p:childTnLst>
                              <p:par>
                                <p:cTn id="450" presetID="22" presetClass="entr" presetSubtype="8" fill="hold" grpId="0" nodeType="afterEffect">
                                  <p:stCondLst>
                                    <p:cond delay="0"/>
                                  </p:stCondLst>
                                  <p:childTnLst>
                                    <p:set>
                                      <p:cBhvr>
                                        <p:cTn id="451" dur="1" fill="hold">
                                          <p:stCondLst>
                                            <p:cond delay="0"/>
                                          </p:stCondLst>
                                        </p:cTn>
                                        <p:tgtEl>
                                          <p:spTgt spid="156"/>
                                        </p:tgtEl>
                                        <p:attrNameLst>
                                          <p:attrName>style.visibility</p:attrName>
                                        </p:attrNameLst>
                                      </p:cBhvr>
                                      <p:to>
                                        <p:strVal val="visible"/>
                                      </p:to>
                                    </p:set>
                                    <p:animEffect transition="in" filter="wipe(left)">
                                      <p:cBhvr>
                                        <p:cTn id="452" dur="1000"/>
                                        <p:tgtEl>
                                          <p:spTgt spid="156"/>
                                        </p:tgtEl>
                                      </p:cBhvr>
                                    </p:animEffect>
                                  </p:childTnLst>
                                </p:cTn>
                              </p:par>
                            </p:childTnLst>
                          </p:cTn>
                        </p:par>
                      </p:childTnLst>
                    </p:cTn>
                  </p:par>
                  <p:par>
                    <p:cTn id="453" fill="hold">
                      <p:stCondLst>
                        <p:cond delay="indefinite"/>
                      </p:stCondLst>
                      <p:childTnLst>
                        <p:par>
                          <p:cTn id="454" fill="hold">
                            <p:stCondLst>
                              <p:cond delay="0"/>
                            </p:stCondLst>
                            <p:childTnLst>
                              <p:par>
                                <p:cTn id="455" presetID="42" presetClass="path" presetSubtype="0" accel="50000" decel="50000" fill="hold" nodeType="clickEffect">
                                  <p:stCondLst>
                                    <p:cond delay="0"/>
                                  </p:stCondLst>
                                  <p:childTnLst>
                                    <p:animMotion origin="layout" path="M -0.00065 0.13333 L -0.00065 0.16759 " pathEditMode="relative" rAng="0" ptsTypes="AA">
                                      <p:cBhvr>
                                        <p:cTn id="456" dur="1000" fill="hold"/>
                                        <p:tgtEl>
                                          <p:spTgt spid="228"/>
                                        </p:tgtEl>
                                        <p:attrNameLst>
                                          <p:attrName>ppt_x</p:attrName>
                                          <p:attrName>ppt_y</p:attrName>
                                        </p:attrNameLst>
                                      </p:cBhvr>
                                      <p:rCtr x="0" y="1713"/>
                                    </p:animMotion>
                                  </p:childTnLst>
                                </p:cTn>
                              </p:par>
                            </p:childTnLst>
                          </p:cTn>
                        </p:par>
                      </p:childTnLst>
                    </p:cTn>
                  </p:par>
                  <p:par>
                    <p:cTn id="457" fill="hold">
                      <p:stCondLst>
                        <p:cond delay="indefinite"/>
                      </p:stCondLst>
                      <p:childTnLst>
                        <p:par>
                          <p:cTn id="458" fill="hold">
                            <p:stCondLst>
                              <p:cond delay="0"/>
                            </p:stCondLst>
                            <p:childTnLst>
                              <p:par>
                                <p:cTn id="459" presetID="22" presetClass="exit" presetSubtype="1" fill="hold" grpId="1" nodeType="clickEffect">
                                  <p:stCondLst>
                                    <p:cond delay="0"/>
                                  </p:stCondLst>
                                  <p:childTnLst>
                                    <p:animEffect transition="out" filter="wipe(up)">
                                      <p:cBhvr>
                                        <p:cTn id="460" dur="500"/>
                                        <p:tgtEl>
                                          <p:spTgt spid="205"/>
                                        </p:tgtEl>
                                      </p:cBhvr>
                                    </p:animEffect>
                                    <p:set>
                                      <p:cBhvr>
                                        <p:cTn id="461" dur="1" fill="hold">
                                          <p:stCondLst>
                                            <p:cond delay="499"/>
                                          </p:stCondLst>
                                        </p:cTn>
                                        <p:tgtEl>
                                          <p:spTgt spid="205"/>
                                        </p:tgtEl>
                                        <p:attrNameLst>
                                          <p:attrName>style.visibility</p:attrName>
                                        </p:attrNameLst>
                                      </p:cBhvr>
                                      <p:to>
                                        <p:strVal val="hidden"/>
                                      </p:to>
                                    </p:set>
                                  </p:childTnLst>
                                </p:cTn>
                              </p:par>
                            </p:childTnLst>
                          </p:cTn>
                        </p:par>
                        <p:par>
                          <p:cTn id="462" fill="hold">
                            <p:stCondLst>
                              <p:cond delay="500"/>
                            </p:stCondLst>
                            <p:childTnLst>
                              <p:par>
                                <p:cTn id="463" presetID="22" presetClass="entr" presetSubtype="8" fill="hold" nodeType="afterEffect">
                                  <p:stCondLst>
                                    <p:cond delay="0"/>
                                  </p:stCondLst>
                                  <p:childTnLst>
                                    <p:set>
                                      <p:cBhvr>
                                        <p:cTn id="464" dur="1" fill="hold">
                                          <p:stCondLst>
                                            <p:cond delay="0"/>
                                          </p:stCondLst>
                                        </p:cTn>
                                        <p:tgtEl>
                                          <p:spTgt spid="191"/>
                                        </p:tgtEl>
                                        <p:attrNameLst>
                                          <p:attrName>style.visibility</p:attrName>
                                        </p:attrNameLst>
                                      </p:cBhvr>
                                      <p:to>
                                        <p:strVal val="visible"/>
                                      </p:to>
                                    </p:set>
                                    <p:animEffect transition="in" filter="wipe(left)">
                                      <p:cBhvr>
                                        <p:cTn id="465" dur="1000"/>
                                        <p:tgtEl>
                                          <p:spTgt spid="191"/>
                                        </p:tgtEl>
                                      </p:cBhvr>
                                    </p:animEffect>
                                  </p:childTnLst>
                                </p:cTn>
                              </p:par>
                            </p:childTnLst>
                          </p:cTn>
                        </p:par>
                      </p:childTnLst>
                    </p:cTn>
                  </p:par>
                  <p:par>
                    <p:cTn id="466" fill="hold">
                      <p:stCondLst>
                        <p:cond delay="indefinite"/>
                      </p:stCondLst>
                      <p:childTnLst>
                        <p:par>
                          <p:cTn id="467" fill="hold">
                            <p:stCondLst>
                              <p:cond delay="0"/>
                            </p:stCondLst>
                            <p:childTnLst>
                              <p:par>
                                <p:cTn id="468" presetID="10" presetClass="exit" presetSubtype="0" fill="hold" grpId="1" nodeType="clickEffect">
                                  <p:stCondLst>
                                    <p:cond delay="0"/>
                                  </p:stCondLst>
                                  <p:childTnLst>
                                    <p:animEffect transition="out" filter="fade">
                                      <p:cBhvr>
                                        <p:cTn id="469" dur="500"/>
                                        <p:tgtEl>
                                          <p:spTgt spid="202"/>
                                        </p:tgtEl>
                                      </p:cBhvr>
                                    </p:animEffect>
                                    <p:set>
                                      <p:cBhvr>
                                        <p:cTn id="470" dur="1" fill="hold">
                                          <p:stCondLst>
                                            <p:cond delay="499"/>
                                          </p:stCondLst>
                                        </p:cTn>
                                        <p:tgtEl>
                                          <p:spTgt spid="202"/>
                                        </p:tgtEl>
                                        <p:attrNameLst>
                                          <p:attrName>style.visibility</p:attrName>
                                        </p:attrNameLst>
                                      </p:cBhvr>
                                      <p:to>
                                        <p:strVal val="hidden"/>
                                      </p:to>
                                    </p:set>
                                  </p:childTnLst>
                                </p:cTn>
                              </p:par>
                            </p:childTnLst>
                          </p:cTn>
                        </p:par>
                        <p:par>
                          <p:cTn id="471" fill="hold">
                            <p:stCondLst>
                              <p:cond delay="500"/>
                            </p:stCondLst>
                            <p:childTnLst>
                              <p:par>
                                <p:cTn id="472" presetID="22" presetClass="entr" presetSubtype="8" fill="hold" grpId="0" nodeType="afterEffect">
                                  <p:stCondLst>
                                    <p:cond delay="0"/>
                                  </p:stCondLst>
                                  <p:childTnLst>
                                    <p:set>
                                      <p:cBhvr>
                                        <p:cTn id="473" dur="1" fill="hold">
                                          <p:stCondLst>
                                            <p:cond delay="0"/>
                                          </p:stCondLst>
                                        </p:cTn>
                                        <p:tgtEl>
                                          <p:spTgt spid="231"/>
                                        </p:tgtEl>
                                        <p:attrNameLst>
                                          <p:attrName>style.visibility</p:attrName>
                                        </p:attrNameLst>
                                      </p:cBhvr>
                                      <p:to>
                                        <p:strVal val="visible"/>
                                      </p:to>
                                    </p:set>
                                    <p:animEffect transition="in" filter="wipe(left)">
                                      <p:cBhvr>
                                        <p:cTn id="474" dur="1000"/>
                                        <p:tgtEl>
                                          <p:spTgt spid="231"/>
                                        </p:tgtEl>
                                      </p:cBhvr>
                                    </p:animEffect>
                                  </p:childTnLst>
                                </p:cTn>
                              </p:par>
                            </p:childTnLst>
                          </p:cTn>
                        </p:par>
                      </p:childTnLst>
                    </p:cTn>
                  </p:par>
                  <p:par>
                    <p:cTn id="475" fill="hold">
                      <p:stCondLst>
                        <p:cond delay="indefinite"/>
                      </p:stCondLst>
                      <p:childTnLst>
                        <p:par>
                          <p:cTn id="476" fill="hold">
                            <p:stCondLst>
                              <p:cond delay="0"/>
                            </p:stCondLst>
                            <p:childTnLst>
                              <p:par>
                                <p:cTn id="477" presetID="1" presetClass="exit" presetSubtype="0" fill="hold" nodeType="clickEffect">
                                  <p:stCondLst>
                                    <p:cond delay="0"/>
                                  </p:stCondLst>
                                  <p:childTnLst>
                                    <p:set>
                                      <p:cBhvr>
                                        <p:cTn id="478" dur="1" fill="hold">
                                          <p:stCondLst>
                                            <p:cond delay="0"/>
                                          </p:stCondLst>
                                        </p:cTn>
                                        <p:tgtEl>
                                          <p:spTgt spid="228"/>
                                        </p:tgtEl>
                                        <p:attrNameLst>
                                          <p:attrName>style.visibility</p:attrName>
                                        </p:attrNameLst>
                                      </p:cBhvr>
                                      <p:to>
                                        <p:strVal val="hidden"/>
                                      </p:to>
                                    </p:set>
                                  </p:childTnLst>
                                </p:cTn>
                              </p:par>
                            </p:childTnLst>
                          </p:cTn>
                        </p:par>
                        <p:par>
                          <p:cTn id="479" fill="hold">
                            <p:stCondLst>
                              <p:cond delay="0"/>
                            </p:stCondLst>
                            <p:childTnLst>
                              <p:par>
                                <p:cTn id="480" presetID="22" presetClass="entr" presetSubtype="8" fill="hold" nodeType="afterEffect">
                                  <p:stCondLst>
                                    <p:cond delay="0"/>
                                  </p:stCondLst>
                                  <p:childTnLst>
                                    <p:set>
                                      <p:cBhvr>
                                        <p:cTn id="481" dur="1" fill="hold">
                                          <p:stCondLst>
                                            <p:cond delay="0"/>
                                          </p:stCondLst>
                                        </p:cTn>
                                        <p:tgtEl>
                                          <p:spTgt spid="250"/>
                                        </p:tgtEl>
                                        <p:attrNameLst>
                                          <p:attrName>style.visibility</p:attrName>
                                        </p:attrNameLst>
                                      </p:cBhvr>
                                      <p:to>
                                        <p:strVal val="visible"/>
                                      </p:to>
                                    </p:set>
                                    <p:animEffect transition="in" filter="wipe(left)">
                                      <p:cBhvr>
                                        <p:cTn id="482" dur="1000"/>
                                        <p:tgtEl>
                                          <p:spTgt spid="250"/>
                                        </p:tgtEl>
                                      </p:cBhvr>
                                    </p:animEffect>
                                  </p:childTnLst>
                                </p:cTn>
                              </p:par>
                            </p:childTnLst>
                          </p:cTn>
                        </p:par>
                        <p:par>
                          <p:cTn id="483" fill="hold">
                            <p:stCondLst>
                              <p:cond delay="1000"/>
                            </p:stCondLst>
                            <p:childTnLst>
                              <p:par>
                                <p:cTn id="484" presetID="35" presetClass="path" presetSubtype="0" accel="50000" decel="50000" fill="hold" nodeType="afterEffect">
                                  <p:stCondLst>
                                    <p:cond delay="0"/>
                                  </p:stCondLst>
                                  <p:childTnLst>
                                    <p:animMotion origin="layout" path="M 0.15482 0.0007 L -0.0013 0.03496 " pathEditMode="relative" rAng="0" ptsTypes="AA">
                                      <p:cBhvr>
                                        <p:cTn id="485" dur="1000" fill="hold"/>
                                        <p:tgtEl>
                                          <p:spTgt spid="223"/>
                                        </p:tgtEl>
                                        <p:attrNameLst>
                                          <p:attrName>ppt_x</p:attrName>
                                          <p:attrName>ppt_y</p:attrName>
                                        </p:attrNameLst>
                                      </p:cBhvr>
                                      <p:rCtr x="-7813" y="1713"/>
                                    </p:animMotion>
                                  </p:childTnLst>
                                </p:cTn>
                              </p:par>
                            </p:childTnLst>
                          </p:cTn>
                        </p:par>
                      </p:childTnLst>
                    </p:cTn>
                  </p:par>
                  <p:par>
                    <p:cTn id="486" fill="hold">
                      <p:stCondLst>
                        <p:cond delay="indefinite"/>
                      </p:stCondLst>
                      <p:childTnLst>
                        <p:par>
                          <p:cTn id="487" fill="hold">
                            <p:stCondLst>
                              <p:cond delay="0"/>
                            </p:stCondLst>
                            <p:childTnLst>
                              <p:par>
                                <p:cTn id="488" presetID="10" presetClass="exit" presetSubtype="0" fill="hold" grpId="1" nodeType="clickEffect">
                                  <p:stCondLst>
                                    <p:cond delay="0"/>
                                  </p:stCondLst>
                                  <p:childTnLst>
                                    <p:animEffect transition="out" filter="fade">
                                      <p:cBhvr>
                                        <p:cTn id="489" dur="500"/>
                                        <p:tgtEl>
                                          <p:spTgt spid="229"/>
                                        </p:tgtEl>
                                      </p:cBhvr>
                                    </p:animEffect>
                                    <p:set>
                                      <p:cBhvr>
                                        <p:cTn id="490" dur="1" fill="hold">
                                          <p:stCondLst>
                                            <p:cond delay="499"/>
                                          </p:stCondLst>
                                        </p:cTn>
                                        <p:tgtEl>
                                          <p:spTgt spid="229"/>
                                        </p:tgtEl>
                                        <p:attrNameLst>
                                          <p:attrName>style.visibility</p:attrName>
                                        </p:attrNameLst>
                                      </p:cBhvr>
                                      <p:to>
                                        <p:strVal val="hidden"/>
                                      </p:to>
                                    </p:set>
                                  </p:childTnLst>
                                </p:cTn>
                              </p:par>
                              <p:par>
                                <p:cTn id="491" presetID="42" presetClass="entr" presetSubtype="0" fill="hold" grpId="4" nodeType="withEffect">
                                  <p:stCondLst>
                                    <p:cond delay="0"/>
                                  </p:stCondLst>
                                  <p:childTnLst>
                                    <p:set>
                                      <p:cBhvr>
                                        <p:cTn id="492" dur="1" fill="hold">
                                          <p:stCondLst>
                                            <p:cond delay="0"/>
                                          </p:stCondLst>
                                        </p:cTn>
                                        <p:tgtEl>
                                          <p:spTgt spid="236"/>
                                        </p:tgtEl>
                                        <p:attrNameLst>
                                          <p:attrName>style.visibility</p:attrName>
                                        </p:attrNameLst>
                                      </p:cBhvr>
                                      <p:to>
                                        <p:strVal val="visible"/>
                                      </p:to>
                                    </p:set>
                                    <p:animEffect transition="in" filter="fade">
                                      <p:cBhvr>
                                        <p:cTn id="493" dur="1000"/>
                                        <p:tgtEl>
                                          <p:spTgt spid="236"/>
                                        </p:tgtEl>
                                      </p:cBhvr>
                                    </p:animEffect>
                                    <p:anim calcmode="lin" valueType="num">
                                      <p:cBhvr>
                                        <p:cTn id="494" dur="1000" fill="hold"/>
                                        <p:tgtEl>
                                          <p:spTgt spid="236"/>
                                        </p:tgtEl>
                                        <p:attrNameLst>
                                          <p:attrName>ppt_x</p:attrName>
                                        </p:attrNameLst>
                                      </p:cBhvr>
                                      <p:tavLst>
                                        <p:tav tm="0">
                                          <p:val>
                                            <p:strVal val="#ppt_x"/>
                                          </p:val>
                                        </p:tav>
                                        <p:tav tm="100000">
                                          <p:val>
                                            <p:strVal val="#ppt_x"/>
                                          </p:val>
                                        </p:tav>
                                      </p:tavLst>
                                    </p:anim>
                                    <p:anim calcmode="lin" valueType="num">
                                      <p:cBhvr>
                                        <p:cTn id="495" dur="1000" fill="hold"/>
                                        <p:tgtEl>
                                          <p:spTgt spid="236"/>
                                        </p:tgtEl>
                                        <p:attrNameLst>
                                          <p:attrName>ppt_y</p:attrName>
                                        </p:attrNameLst>
                                      </p:cBhvr>
                                      <p:tavLst>
                                        <p:tav tm="0">
                                          <p:val>
                                            <p:strVal val="#ppt_y+.1"/>
                                          </p:val>
                                        </p:tav>
                                        <p:tav tm="100000">
                                          <p:val>
                                            <p:strVal val="#ppt_y"/>
                                          </p:val>
                                        </p:tav>
                                      </p:tavLst>
                                    </p:anim>
                                  </p:childTnLst>
                                </p:cTn>
                              </p:par>
                              <p:par>
                                <p:cTn id="496" presetID="10" presetClass="exit" presetSubtype="0" fill="hold" grpId="1" nodeType="withEffect">
                                  <p:stCondLst>
                                    <p:cond delay="0"/>
                                  </p:stCondLst>
                                  <p:childTnLst>
                                    <p:animEffect transition="out" filter="fade">
                                      <p:cBhvr>
                                        <p:cTn id="497" dur="500"/>
                                        <p:tgtEl>
                                          <p:spTgt spid="230"/>
                                        </p:tgtEl>
                                      </p:cBhvr>
                                    </p:animEffect>
                                    <p:set>
                                      <p:cBhvr>
                                        <p:cTn id="498" dur="1" fill="hold">
                                          <p:stCondLst>
                                            <p:cond delay="499"/>
                                          </p:stCondLst>
                                        </p:cTn>
                                        <p:tgtEl>
                                          <p:spTgt spid="230"/>
                                        </p:tgtEl>
                                        <p:attrNameLst>
                                          <p:attrName>style.visibility</p:attrName>
                                        </p:attrNameLst>
                                      </p:cBhvr>
                                      <p:to>
                                        <p:strVal val="hidden"/>
                                      </p:to>
                                    </p:set>
                                  </p:childTnLst>
                                </p:cTn>
                              </p:par>
                              <p:par>
                                <p:cTn id="499" presetID="47" presetClass="entr" presetSubtype="0" fill="hold" grpId="0" nodeType="withEffect">
                                  <p:stCondLst>
                                    <p:cond delay="0"/>
                                  </p:stCondLst>
                                  <p:childTnLst>
                                    <p:set>
                                      <p:cBhvr>
                                        <p:cTn id="500" dur="1" fill="hold">
                                          <p:stCondLst>
                                            <p:cond delay="0"/>
                                          </p:stCondLst>
                                        </p:cTn>
                                        <p:tgtEl>
                                          <p:spTgt spid="233"/>
                                        </p:tgtEl>
                                        <p:attrNameLst>
                                          <p:attrName>style.visibility</p:attrName>
                                        </p:attrNameLst>
                                      </p:cBhvr>
                                      <p:to>
                                        <p:strVal val="visible"/>
                                      </p:to>
                                    </p:set>
                                    <p:animEffect transition="in" filter="fade">
                                      <p:cBhvr>
                                        <p:cTn id="501" dur="1000"/>
                                        <p:tgtEl>
                                          <p:spTgt spid="233"/>
                                        </p:tgtEl>
                                      </p:cBhvr>
                                    </p:animEffect>
                                    <p:anim calcmode="lin" valueType="num">
                                      <p:cBhvr>
                                        <p:cTn id="502" dur="1000" fill="hold"/>
                                        <p:tgtEl>
                                          <p:spTgt spid="233"/>
                                        </p:tgtEl>
                                        <p:attrNameLst>
                                          <p:attrName>ppt_x</p:attrName>
                                        </p:attrNameLst>
                                      </p:cBhvr>
                                      <p:tavLst>
                                        <p:tav tm="0">
                                          <p:val>
                                            <p:strVal val="#ppt_x"/>
                                          </p:val>
                                        </p:tav>
                                        <p:tav tm="100000">
                                          <p:val>
                                            <p:strVal val="#ppt_x"/>
                                          </p:val>
                                        </p:tav>
                                      </p:tavLst>
                                    </p:anim>
                                    <p:anim calcmode="lin" valueType="num">
                                      <p:cBhvr>
                                        <p:cTn id="503" dur="1000" fill="hold"/>
                                        <p:tgtEl>
                                          <p:spTgt spid="233"/>
                                        </p:tgtEl>
                                        <p:attrNameLst>
                                          <p:attrName>ppt_y</p:attrName>
                                        </p:attrNameLst>
                                      </p:cBhvr>
                                      <p:tavLst>
                                        <p:tav tm="0">
                                          <p:val>
                                            <p:strVal val="#ppt_y-.1"/>
                                          </p:val>
                                        </p:tav>
                                        <p:tav tm="100000">
                                          <p:val>
                                            <p:strVal val="#ppt_y"/>
                                          </p:val>
                                        </p:tav>
                                      </p:tavLst>
                                    </p:anim>
                                  </p:childTnLst>
                                </p:cTn>
                              </p:par>
                            </p:childTnLst>
                          </p:cTn>
                        </p:par>
                      </p:childTnLst>
                    </p:cTn>
                  </p:par>
                  <p:par>
                    <p:cTn id="504" fill="hold">
                      <p:stCondLst>
                        <p:cond delay="indefinite"/>
                      </p:stCondLst>
                      <p:childTnLst>
                        <p:par>
                          <p:cTn id="505" fill="hold">
                            <p:stCondLst>
                              <p:cond delay="0"/>
                            </p:stCondLst>
                            <p:childTnLst>
                              <p:par>
                                <p:cTn id="506" presetID="42" presetClass="path" presetSubtype="0" accel="50000" decel="50000" fill="hold" nodeType="clickEffect">
                                  <p:stCondLst>
                                    <p:cond delay="0"/>
                                  </p:stCondLst>
                                  <p:childTnLst>
                                    <p:animMotion origin="layout" path="M -4.58333E-6 -4.44444E-6 L -0.00143 0.03681 " pathEditMode="relative" rAng="0" ptsTypes="AA">
                                      <p:cBhvr>
                                        <p:cTn id="507" dur="1000" fill="hold"/>
                                        <p:tgtEl>
                                          <p:spTgt spid="250"/>
                                        </p:tgtEl>
                                        <p:attrNameLst>
                                          <p:attrName>ppt_x</p:attrName>
                                          <p:attrName>ppt_y</p:attrName>
                                        </p:attrNameLst>
                                      </p:cBhvr>
                                      <p:rCtr x="-78" y="1829"/>
                                    </p:animMotion>
                                  </p:childTnLst>
                                </p:cTn>
                              </p:par>
                            </p:childTnLst>
                          </p:cTn>
                        </p:par>
                      </p:childTnLst>
                    </p:cTn>
                  </p:par>
                  <p:par>
                    <p:cTn id="508" fill="hold">
                      <p:stCondLst>
                        <p:cond delay="indefinite"/>
                      </p:stCondLst>
                      <p:childTnLst>
                        <p:par>
                          <p:cTn id="509" fill="hold">
                            <p:stCondLst>
                              <p:cond delay="0"/>
                            </p:stCondLst>
                            <p:childTnLst>
                              <p:par>
                                <p:cTn id="510" presetID="42" presetClass="entr" presetSubtype="0" fill="hold" nodeType="clickEffect">
                                  <p:stCondLst>
                                    <p:cond delay="0"/>
                                  </p:stCondLst>
                                  <p:childTnLst>
                                    <p:set>
                                      <p:cBhvr>
                                        <p:cTn id="511" dur="1" fill="hold">
                                          <p:stCondLst>
                                            <p:cond delay="0"/>
                                          </p:stCondLst>
                                        </p:cTn>
                                        <p:tgtEl>
                                          <p:spTgt spid="97"/>
                                        </p:tgtEl>
                                        <p:attrNameLst>
                                          <p:attrName>style.visibility</p:attrName>
                                        </p:attrNameLst>
                                      </p:cBhvr>
                                      <p:to>
                                        <p:strVal val="visible"/>
                                      </p:to>
                                    </p:set>
                                    <p:animEffect transition="in" filter="fade">
                                      <p:cBhvr>
                                        <p:cTn id="512" dur="1000"/>
                                        <p:tgtEl>
                                          <p:spTgt spid="97"/>
                                        </p:tgtEl>
                                      </p:cBhvr>
                                    </p:animEffect>
                                    <p:anim calcmode="lin" valueType="num">
                                      <p:cBhvr>
                                        <p:cTn id="513" dur="1000" fill="hold"/>
                                        <p:tgtEl>
                                          <p:spTgt spid="97"/>
                                        </p:tgtEl>
                                        <p:attrNameLst>
                                          <p:attrName>ppt_x</p:attrName>
                                        </p:attrNameLst>
                                      </p:cBhvr>
                                      <p:tavLst>
                                        <p:tav tm="0">
                                          <p:val>
                                            <p:strVal val="#ppt_x"/>
                                          </p:val>
                                        </p:tav>
                                        <p:tav tm="100000">
                                          <p:val>
                                            <p:strVal val="#ppt_x"/>
                                          </p:val>
                                        </p:tav>
                                      </p:tavLst>
                                    </p:anim>
                                    <p:anim calcmode="lin" valueType="num">
                                      <p:cBhvr>
                                        <p:cTn id="514" dur="1000" fill="hold"/>
                                        <p:tgtEl>
                                          <p:spTgt spid="97"/>
                                        </p:tgtEl>
                                        <p:attrNameLst>
                                          <p:attrName>ppt_y</p:attrName>
                                        </p:attrNameLst>
                                      </p:cBhvr>
                                      <p:tavLst>
                                        <p:tav tm="0">
                                          <p:val>
                                            <p:strVal val="#ppt_y+.1"/>
                                          </p:val>
                                        </p:tav>
                                        <p:tav tm="100000">
                                          <p:val>
                                            <p:strVal val="#ppt_y"/>
                                          </p:val>
                                        </p:tav>
                                      </p:tavLst>
                                    </p:anim>
                                  </p:childTnLst>
                                </p:cTn>
                              </p:par>
                              <p:par>
                                <p:cTn id="515" presetID="35" presetClass="path" presetSubtype="0" accel="50000" decel="50000" fill="hold" nodeType="withEffect">
                                  <p:stCondLst>
                                    <p:cond delay="0"/>
                                  </p:stCondLst>
                                  <p:childTnLst>
                                    <p:animMotion origin="layout" path="M 0.08906 -0.07222 L -0.25 -1.48148E-6 " pathEditMode="relative" rAng="0" ptsTypes="AA">
                                      <p:cBhvr>
                                        <p:cTn id="516" dur="1000" fill="hold"/>
                                        <p:tgtEl>
                                          <p:spTgt spid="234"/>
                                        </p:tgtEl>
                                        <p:attrNameLst>
                                          <p:attrName>ppt_x</p:attrName>
                                          <p:attrName>ppt_y</p:attrName>
                                        </p:attrNameLst>
                                      </p:cBhvr>
                                      <p:rCtr x="-16953" y="3611"/>
                                    </p:animMotion>
                                  </p:childTnLst>
                                </p:cTn>
                              </p:par>
                            </p:childTnLst>
                          </p:cTn>
                        </p:par>
                      </p:childTnLst>
                    </p:cTn>
                  </p:par>
                  <p:par>
                    <p:cTn id="517" fill="hold">
                      <p:stCondLst>
                        <p:cond delay="indefinite"/>
                      </p:stCondLst>
                      <p:childTnLst>
                        <p:par>
                          <p:cTn id="518" fill="hold">
                            <p:stCondLst>
                              <p:cond delay="0"/>
                            </p:stCondLst>
                            <p:childTnLst>
                              <p:par>
                                <p:cTn id="519" presetID="42" presetClass="path" presetSubtype="0" accel="50000" decel="50000" fill="hold" nodeType="clickEffect">
                                  <p:stCondLst>
                                    <p:cond delay="0"/>
                                  </p:stCondLst>
                                  <p:childTnLst>
                                    <p:animMotion origin="layout" path="M -0.00143 0.03681 L -0.00143 0.0713 " pathEditMode="relative" rAng="0" ptsTypes="AA">
                                      <p:cBhvr>
                                        <p:cTn id="520" dur="1000" fill="hold"/>
                                        <p:tgtEl>
                                          <p:spTgt spid="250"/>
                                        </p:tgtEl>
                                        <p:attrNameLst>
                                          <p:attrName>ppt_x</p:attrName>
                                          <p:attrName>ppt_y</p:attrName>
                                        </p:attrNameLst>
                                      </p:cBhvr>
                                      <p:rCtr x="0" y="1713"/>
                                    </p:animMotion>
                                  </p:childTnLst>
                                </p:cTn>
                              </p:par>
                              <p:par>
                                <p:cTn id="521" presetID="31" presetClass="entr" presetSubtype="0" fill="hold" grpId="0" nodeType="withEffect">
                                  <p:stCondLst>
                                    <p:cond delay="0"/>
                                  </p:stCondLst>
                                  <p:childTnLst>
                                    <p:set>
                                      <p:cBhvr>
                                        <p:cTn id="522" dur="1" fill="hold">
                                          <p:stCondLst>
                                            <p:cond delay="0"/>
                                          </p:stCondLst>
                                        </p:cTn>
                                        <p:tgtEl>
                                          <p:spTgt spid="268"/>
                                        </p:tgtEl>
                                        <p:attrNameLst>
                                          <p:attrName>style.visibility</p:attrName>
                                        </p:attrNameLst>
                                      </p:cBhvr>
                                      <p:to>
                                        <p:strVal val="visible"/>
                                      </p:to>
                                    </p:set>
                                    <p:anim calcmode="lin" valueType="num">
                                      <p:cBhvr>
                                        <p:cTn id="523" dur="1000" fill="hold"/>
                                        <p:tgtEl>
                                          <p:spTgt spid="268"/>
                                        </p:tgtEl>
                                        <p:attrNameLst>
                                          <p:attrName>ppt_w</p:attrName>
                                        </p:attrNameLst>
                                      </p:cBhvr>
                                      <p:tavLst>
                                        <p:tav tm="0">
                                          <p:val>
                                            <p:fltVal val="0"/>
                                          </p:val>
                                        </p:tav>
                                        <p:tav tm="100000">
                                          <p:val>
                                            <p:strVal val="#ppt_w"/>
                                          </p:val>
                                        </p:tav>
                                      </p:tavLst>
                                    </p:anim>
                                    <p:anim calcmode="lin" valueType="num">
                                      <p:cBhvr>
                                        <p:cTn id="524" dur="1000" fill="hold"/>
                                        <p:tgtEl>
                                          <p:spTgt spid="268"/>
                                        </p:tgtEl>
                                        <p:attrNameLst>
                                          <p:attrName>ppt_h</p:attrName>
                                        </p:attrNameLst>
                                      </p:cBhvr>
                                      <p:tavLst>
                                        <p:tav tm="0">
                                          <p:val>
                                            <p:fltVal val="0"/>
                                          </p:val>
                                        </p:tav>
                                        <p:tav tm="100000">
                                          <p:val>
                                            <p:strVal val="#ppt_h"/>
                                          </p:val>
                                        </p:tav>
                                      </p:tavLst>
                                    </p:anim>
                                    <p:anim calcmode="lin" valueType="num">
                                      <p:cBhvr>
                                        <p:cTn id="525" dur="1000" fill="hold"/>
                                        <p:tgtEl>
                                          <p:spTgt spid="268"/>
                                        </p:tgtEl>
                                        <p:attrNameLst>
                                          <p:attrName>style.rotation</p:attrName>
                                        </p:attrNameLst>
                                      </p:cBhvr>
                                      <p:tavLst>
                                        <p:tav tm="0">
                                          <p:val>
                                            <p:fltVal val="90"/>
                                          </p:val>
                                        </p:tav>
                                        <p:tav tm="100000">
                                          <p:val>
                                            <p:fltVal val="0"/>
                                          </p:val>
                                        </p:tav>
                                      </p:tavLst>
                                    </p:anim>
                                    <p:animEffect transition="in" filter="fade">
                                      <p:cBhvr>
                                        <p:cTn id="526" dur="1000"/>
                                        <p:tgtEl>
                                          <p:spTgt spid="268"/>
                                        </p:tgtEl>
                                      </p:cBhvr>
                                    </p:animEffect>
                                  </p:childTnLst>
                                </p:cTn>
                              </p:par>
                            </p:childTnLst>
                          </p:cTn>
                        </p:par>
                        <p:par>
                          <p:cTn id="527" fill="hold">
                            <p:stCondLst>
                              <p:cond delay="1000"/>
                            </p:stCondLst>
                            <p:childTnLst>
                              <p:par>
                                <p:cTn id="528" presetID="31" presetClass="entr" presetSubtype="0" fill="hold" grpId="0" nodeType="afterEffect">
                                  <p:stCondLst>
                                    <p:cond delay="0"/>
                                  </p:stCondLst>
                                  <p:childTnLst>
                                    <p:set>
                                      <p:cBhvr>
                                        <p:cTn id="529" dur="1" fill="hold">
                                          <p:stCondLst>
                                            <p:cond delay="0"/>
                                          </p:stCondLst>
                                        </p:cTn>
                                        <p:tgtEl>
                                          <p:spTgt spid="269"/>
                                        </p:tgtEl>
                                        <p:attrNameLst>
                                          <p:attrName>style.visibility</p:attrName>
                                        </p:attrNameLst>
                                      </p:cBhvr>
                                      <p:to>
                                        <p:strVal val="visible"/>
                                      </p:to>
                                    </p:set>
                                    <p:anim calcmode="lin" valueType="num">
                                      <p:cBhvr>
                                        <p:cTn id="530" dur="1000" fill="hold"/>
                                        <p:tgtEl>
                                          <p:spTgt spid="269"/>
                                        </p:tgtEl>
                                        <p:attrNameLst>
                                          <p:attrName>ppt_w</p:attrName>
                                        </p:attrNameLst>
                                      </p:cBhvr>
                                      <p:tavLst>
                                        <p:tav tm="0">
                                          <p:val>
                                            <p:fltVal val="0"/>
                                          </p:val>
                                        </p:tav>
                                        <p:tav tm="100000">
                                          <p:val>
                                            <p:strVal val="#ppt_w"/>
                                          </p:val>
                                        </p:tav>
                                      </p:tavLst>
                                    </p:anim>
                                    <p:anim calcmode="lin" valueType="num">
                                      <p:cBhvr>
                                        <p:cTn id="531" dur="1000" fill="hold"/>
                                        <p:tgtEl>
                                          <p:spTgt spid="269"/>
                                        </p:tgtEl>
                                        <p:attrNameLst>
                                          <p:attrName>ppt_h</p:attrName>
                                        </p:attrNameLst>
                                      </p:cBhvr>
                                      <p:tavLst>
                                        <p:tav tm="0">
                                          <p:val>
                                            <p:fltVal val="0"/>
                                          </p:val>
                                        </p:tav>
                                        <p:tav tm="100000">
                                          <p:val>
                                            <p:strVal val="#ppt_h"/>
                                          </p:val>
                                        </p:tav>
                                      </p:tavLst>
                                    </p:anim>
                                    <p:anim calcmode="lin" valueType="num">
                                      <p:cBhvr>
                                        <p:cTn id="532" dur="1000" fill="hold"/>
                                        <p:tgtEl>
                                          <p:spTgt spid="269"/>
                                        </p:tgtEl>
                                        <p:attrNameLst>
                                          <p:attrName>style.rotation</p:attrName>
                                        </p:attrNameLst>
                                      </p:cBhvr>
                                      <p:tavLst>
                                        <p:tav tm="0">
                                          <p:val>
                                            <p:fltVal val="90"/>
                                          </p:val>
                                        </p:tav>
                                        <p:tav tm="100000">
                                          <p:val>
                                            <p:fltVal val="0"/>
                                          </p:val>
                                        </p:tav>
                                      </p:tavLst>
                                    </p:anim>
                                    <p:animEffect transition="in" filter="fade">
                                      <p:cBhvr>
                                        <p:cTn id="533" dur="1000"/>
                                        <p:tgtEl>
                                          <p:spTgt spid="269"/>
                                        </p:tgtEl>
                                      </p:cBhvr>
                                    </p:animEffect>
                                  </p:childTnLst>
                                </p:cTn>
                              </p:par>
                            </p:childTnLst>
                          </p:cTn>
                        </p:par>
                      </p:childTnLst>
                    </p:cTn>
                  </p:par>
                  <p:par>
                    <p:cTn id="534" fill="hold">
                      <p:stCondLst>
                        <p:cond delay="indefinite"/>
                      </p:stCondLst>
                      <p:childTnLst>
                        <p:par>
                          <p:cTn id="535" fill="hold">
                            <p:stCondLst>
                              <p:cond delay="0"/>
                            </p:stCondLst>
                            <p:childTnLst>
                              <p:par>
                                <p:cTn id="536" presetID="42" presetClass="path" presetSubtype="0" accel="50000" decel="50000" fill="hold" nodeType="clickEffect">
                                  <p:stCondLst>
                                    <p:cond delay="0"/>
                                  </p:stCondLst>
                                  <p:childTnLst>
                                    <p:animMotion origin="layout" path="M -0.00143 0.0713 L -0.00065 0.10348 " pathEditMode="relative" rAng="0" ptsTypes="AA">
                                      <p:cBhvr>
                                        <p:cTn id="537" dur="1000" fill="hold"/>
                                        <p:tgtEl>
                                          <p:spTgt spid="250"/>
                                        </p:tgtEl>
                                        <p:attrNameLst>
                                          <p:attrName>ppt_x</p:attrName>
                                          <p:attrName>ppt_y</p:attrName>
                                        </p:attrNameLst>
                                      </p:cBhvr>
                                      <p:rCtr x="39" y="1597"/>
                                    </p:animMotion>
                                  </p:childTnLst>
                                </p:cTn>
                              </p:par>
                            </p:childTnLst>
                          </p:cTn>
                        </p:par>
                      </p:childTnLst>
                    </p:cTn>
                  </p:par>
                  <p:par>
                    <p:cTn id="538" fill="hold">
                      <p:stCondLst>
                        <p:cond delay="indefinite"/>
                      </p:stCondLst>
                      <p:childTnLst>
                        <p:par>
                          <p:cTn id="539" fill="hold">
                            <p:stCondLst>
                              <p:cond delay="0"/>
                            </p:stCondLst>
                            <p:childTnLst>
                              <p:par>
                                <p:cTn id="540" presetID="22" presetClass="entr" presetSubtype="8" fill="hold" grpId="0" nodeType="clickEffect">
                                  <p:stCondLst>
                                    <p:cond delay="0"/>
                                  </p:stCondLst>
                                  <p:childTnLst>
                                    <p:set>
                                      <p:cBhvr>
                                        <p:cTn id="541" dur="1" fill="hold">
                                          <p:stCondLst>
                                            <p:cond delay="0"/>
                                          </p:stCondLst>
                                        </p:cTn>
                                        <p:tgtEl>
                                          <p:spTgt spid="157"/>
                                        </p:tgtEl>
                                        <p:attrNameLst>
                                          <p:attrName>style.visibility</p:attrName>
                                        </p:attrNameLst>
                                      </p:cBhvr>
                                      <p:to>
                                        <p:strVal val="visible"/>
                                      </p:to>
                                    </p:set>
                                    <p:animEffect transition="in" filter="wipe(left)">
                                      <p:cBhvr>
                                        <p:cTn id="542" dur="500"/>
                                        <p:tgtEl>
                                          <p:spTgt spid="157"/>
                                        </p:tgtEl>
                                      </p:cBhvr>
                                    </p:animEffect>
                                  </p:childTnLst>
                                </p:cTn>
                              </p:par>
                            </p:childTnLst>
                          </p:cTn>
                        </p:par>
                      </p:childTnLst>
                    </p:cTn>
                  </p:par>
                  <p:par>
                    <p:cTn id="543" fill="hold">
                      <p:stCondLst>
                        <p:cond delay="indefinite"/>
                      </p:stCondLst>
                      <p:childTnLst>
                        <p:par>
                          <p:cTn id="544" fill="hold">
                            <p:stCondLst>
                              <p:cond delay="0"/>
                            </p:stCondLst>
                            <p:childTnLst>
                              <p:par>
                                <p:cTn id="545" presetID="42" presetClass="path" presetSubtype="0" accel="50000" decel="50000" fill="hold" nodeType="clickEffect">
                                  <p:stCondLst>
                                    <p:cond delay="0"/>
                                  </p:stCondLst>
                                  <p:childTnLst>
                                    <p:animMotion origin="layout" path="M -0.00065 0.10348 L -0.00065 0.13334 " pathEditMode="relative" rAng="0" ptsTypes="AA">
                                      <p:cBhvr>
                                        <p:cTn id="546" dur="1000" fill="hold"/>
                                        <p:tgtEl>
                                          <p:spTgt spid="250"/>
                                        </p:tgtEl>
                                        <p:attrNameLst>
                                          <p:attrName>ppt_x</p:attrName>
                                          <p:attrName>ppt_y</p:attrName>
                                        </p:attrNameLst>
                                      </p:cBhvr>
                                      <p:rCtr x="0" y="1481"/>
                                    </p:animMotion>
                                  </p:childTnLst>
                                </p:cTn>
                              </p:par>
                            </p:childTnLst>
                          </p:cTn>
                        </p:par>
                        <p:par>
                          <p:cTn id="547" fill="hold">
                            <p:stCondLst>
                              <p:cond delay="1000"/>
                            </p:stCondLst>
                            <p:childTnLst>
                              <p:par>
                                <p:cTn id="548" presetID="22" presetClass="entr" presetSubtype="8" fill="hold" grpId="0" nodeType="afterEffect">
                                  <p:stCondLst>
                                    <p:cond delay="0"/>
                                  </p:stCondLst>
                                  <p:childTnLst>
                                    <p:set>
                                      <p:cBhvr>
                                        <p:cTn id="549" dur="1" fill="hold">
                                          <p:stCondLst>
                                            <p:cond delay="0"/>
                                          </p:stCondLst>
                                        </p:cTn>
                                        <p:tgtEl>
                                          <p:spTgt spid="166"/>
                                        </p:tgtEl>
                                        <p:attrNameLst>
                                          <p:attrName>style.visibility</p:attrName>
                                        </p:attrNameLst>
                                      </p:cBhvr>
                                      <p:to>
                                        <p:strVal val="visible"/>
                                      </p:to>
                                    </p:set>
                                    <p:animEffect transition="in" filter="wipe(left)">
                                      <p:cBhvr>
                                        <p:cTn id="550" dur="1000"/>
                                        <p:tgtEl>
                                          <p:spTgt spid="166"/>
                                        </p:tgtEl>
                                      </p:cBhvr>
                                    </p:animEffect>
                                  </p:childTnLst>
                                </p:cTn>
                              </p:par>
                            </p:childTnLst>
                          </p:cTn>
                        </p:par>
                      </p:childTnLst>
                    </p:cTn>
                  </p:par>
                  <p:par>
                    <p:cTn id="551" fill="hold">
                      <p:stCondLst>
                        <p:cond delay="indefinite"/>
                      </p:stCondLst>
                      <p:childTnLst>
                        <p:par>
                          <p:cTn id="552" fill="hold">
                            <p:stCondLst>
                              <p:cond delay="0"/>
                            </p:stCondLst>
                            <p:childTnLst>
                              <p:par>
                                <p:cTn id="553" presetID="42" presetClass="path" presetSubtype="0" accel="50000" decel="50000" fill="hold" nodeType="clickEffect">
                                  <p:stCondLst>
                                    <p:cond delay="0"/>
                                  </p:stCondLst>
                                  <p:childTnLst>
                                    <p:animMotion origin="layout" path="M -0.00065 0.13334 L -0.00065 0.1676 " pathEditMode="relative" rAng="0" ptsTypes="AA">
                                      <p:cBhvr>
                                        <p:cTn id="554" dur="1000" fill="hold"/>
                                        <p:tgtEl>
                                          <p:spTgt spid="250"/>
                                        </p:tgtEl>
                                        <p:attrNameLst>
                                          <p:attrName>ppt_x</p:attrName>
                                          <p:attrName>ppt_y</p:attrName>
                                        </p:attrNameLst>
                                      </p:cBhvr>
                                      <p:rCtr x="0" y="1713"/>
                                    </p:animMotion>
                                  </p:childTnLst>
                                </p:cTn>
                              </p:par>
                            </p:childTnLst>
                          </p:cTn>
                        </p:par>
                      </p:childTnLst>
                    </p:cTn>
                  </p:par>
                  <p:par>
                    <p:cTn id="555" fill="hold">
                      <p:stCondLst>
                        <p:cond delay="indefinite"/>
                      </p:stCondLst>
                      <p:childTnLst>
                        <p:par>
                          <p:cTn id="556" fill="hold">
                            <p:stCondLst>
                              <p:cond delay="0"/>
                            </p:stCondLst>
                            <p:childTnLst>
                              <p:par>
                                <p:cTn id="557" presetID="22" presetClass="exit" presetSubtype="2" fill="hold" grpId="1" nodeType="clickEffect">
                                  <p:stCondLst>
                                    <p:cond delay="0"/>
                                  </p:stCondLst>
                                  <p:childTnLst>
                                    <p:animEffect transition="out" filter="wipe(right)">
                                      <p:cBhvr>
                                        <p:cTn id="558" dur="500"/>
                                        <p:tgtEl>
                                          <p:spTgt spid="245"/>
                                        </p:tgtEl>
                                      </p:cBhvr>
                                    </p:animEffect>
                                    <p:set>
                                      <p:cBhvr>
                                        <p:cTn id="559" dur="1" fill="hold">
                                          <p:stCondLst>
                                            <p:cond delay="499"/>
                                          </p:stCondLst>
                                        </p:cTn>
                                        <p:tgtEl>
                                          <p:spTgt spid="245"/>
                                        </p:tgtEl>
                                        <p:attrNameLst>
                                          <p:attrName>style.visibility</p:attrName>
                                        </p:attrNameLst>
                                      </p:cBhvr>
                                      <p:to>
                                        <p:strVal val="hidden"/>
                                      </p:to>
                                    </p:set>
                                  </p:childTnLst>
                                </p:cTn>
                              </p:par>
                            </p:childTnLst>
                          </p:cTn>
                        </p:par>
                        <p:par>
                          <p:cTn id="560" fill="hold">
                            <p:stCondLst>
                              <p:cond delay="500"/>
                            </p:stCondLst>
                            <p:childTnLst>
                              <p:par>
                                <p:cTn id="561" presetID="22" presetClass="entr" presetSubtype="8" fill="hold" grpId="0" nodeType="afterEffect">
                                  <p:stCondLst>
                                    <p:cond delay="0"/>
                                  </p:stCondLst>
                                  <p:childTnLst>
                                    <p:set>
                                      <p:cBhvr>
                                        <p:cTn id="562" dur="1" fill="hold">
                                          <p:stCondLst>
                                            <p:cond delay="0"/>
                                          </p:stCondLst>
                                        </p:cTn>
                                        <p:tgtEl>
                                          <p:spTgt spid="165"/>
                                        </p:tgtEl>
                                        <p:attrNameLst>
                                          <p:attrName>style.visibility</p:attrName>
                                        </p:attrNameLst>
                                      </p:cBhvr>
                                      <p:to>
                                        <p:strVal val="visible"/>
                                      </p:to>
                                    </p:set>
                                    <p:animEffect transition="in" filter="wipe(left)">
                                      <p:cBhvr>
                                        <p:cTn id="563" dur="1000"/>
                                        <p:tgtEl>
                                          <p:spTgt spid="165"/>
                                        </p:tgtEl>
                                      </p:cBhvr>
                                    </p:animEffect>
                                  </p:childTnLst>
                                </p:cTn>
                              </p:par>
                            </p:childTnLst>
                          </p:cTn>
                        </p:par>
                      </p:childTnLst>
                    </p:cTn>
                  </p:par>
                  <p:par>
                    <p:cTn id="564" fill="hold">
                      <p:stCondLst>
                        <p:cond delay="indefinite"/>
                      </p:stCondLst>
                      <p:childTnLst>
                        <p:par>
                          <p:cTn id="565" fill="hold">
                            <p:stCondLst>
                              <p:cond delay="0"/>
                            </p:stCondLst>
                            <p:childTnLst>
                              <p:par>
                                <p:cTn id="566" presetID="22" presetClass="exit" presetSubtype="1" fill="hold" grpId="1" nodeType="clickEffect">
                                  <p:stCondLst>
                                    <p:cond delay="0"/>
                                  </p:stCondLst>
                                  <p:childTnLst>
                                    <p:animEffect transition="out" filter="wipe(up)">
                                      <p:cBhvr>
                                        <p:cTn id="567" dur="500"/>
                                        <p:tgtEl>
                                          <p:spTgt spid="206"/>
                                        </p:tgtEl>
                                      </p:cBhvr>
                                    </p:animEffect>
                                    <p:set>
                                      <p:cBhvr>
                                        <p:cTn id="568" dur="1" fill="hold">
                                          <p:stCondLst>
                                            <p:cond delay="499"/>
                                          </p:stCondLst>
                                        </p:cTn>
                                        <p:tgtEl>
                                          <p:spTgt spid="206"/>
                                        </p:tgtEl>
                                        <p:attrNameLst>
                                          <p:attrName>style.visibility</p:attrName>
                                        </p:attrNameLst>
                                      </p:cBhvr>
                                      <p:to>
                                        <p:strVal val="hidden"/>
                                      </p:to>
                                    </p:set>
                                  </p:childTnLst>
                                </p:cTn>
                              </p:par>
                            </p:childTnLst>
                          </p:cTn>
                        </p:par>
                        <p:par>
                          <p:cTn id="569" fill="hold">
                            <p:stCondLst>
                              <p:cond delay="500"/>
                            </p:stCondLst>
                            <p:childTnLst>
                              <p:par>
                                <p:cTn id="570" presetID="22" presetClass="entr" presetSubtype="8" fill="hold" nodeType="afterEffect">
                                  <p:stCondLst>
                                    <p:cond delay="0"/>
                                  </p:stCondLst>
                                  <p:childTnLst>
                                    <p:set>
                                      <p:cBhvr>
                                        <p:cTn id="571" dur="1" fill="hold">
                                          <p:stCondLst>
                                            <p:cond delay="0"/>
                                          </p:stCondLst>
                                        </p:cTn>
                                        <p:tgtEl>
                                          <p:spTgt spid="251"/>
                                        </p:tgtEl>
                                        <p:attrNameLst>
                                          <p:attrName>style.visibility</p:attrName>
                                        </p:attrNameLst>
                                      </p:cBhvr>
                                      <p:to>
                                        <p:strVal val="visible"/>
                                      </p:to>
                                    </p:set>
                                    <p:animEffect transition="in" filter="wipe(left)">
                                      <p:cBhvr>
                                        <p:cTn id="572" dur="1000"/>
                                        <p:tgtEl>
                                          <p:spTgt spid="251"/>
                                        </p:tgtEl>
                                      </p:cBhvr>
                                    </p:animEffect>
                                  </p:childTnLst>
                                </p:cTn>
                              </p:par>
                            </p:childTnLst>
                          </p:cTn>
                        </p:par>
                      </p:childTnLst>
                    </p:cTn>
                  </p:par>
                  <p:par>
                    <p:cTn id="573" fill="hold">
                      <p:stCondLst>
                        <p:cond delay="indefinite"/>
                      </p:stCondLst>
                      <p:childTnLst>
                        <p:par>
                          <p:cTn id="574" fill="hold">
                            <p:stCondLst>
                              <p:cond delay="0"/>
                            </p:stCondLst>
                            <p:childTnLst>
                              <p:par>
                                <p:cTn id="575" presetID="1" presetClass="exit" presetSubtype="0" fill="hold" nodeType="clickEffect">
                                  <p:stCondLst>
                                    <p:cond delay="0"/>
                                  </p:stCondLst>
                                  <p:childTnLst>
                                    <p:set>
                                      <p:cBhvr>
                                        <p:cTn id="576" dur="1" fill="hold">
                                          <p:stCondLst>
                                            <p:cond delay="0"/>
                                          </p:stCondLst>
                                        </p:cTn>
                                        <p:tgtEl>
                                          <p:spTgt spid="250"/>
                                        </p:tgtEl>
                                        <p:attrNameLst>
                                          <p:attrName>style.visibility</p:attrName>
                                        </p:attrNameLst>
                                      </p:cBhvr>
                                      <p:to>
                                        <p:strVal val="hidden"/>
                                      </p:to>
                                    </p:set>
                                  </p:childTnLst>
                                </p:cTn>
                              </p:par>
                            </p:childTnLst>
                          </p:cTn>
                        </p:par>
                        <p:par>
                          <p:cTn id="577" fill="hold">
                            <p:stCondLst>
                              <p:cond delay="0"/>
                            </p:stCondLst>
                            <p:childTnLst>
                              <p:par>
                                <p:cTn id="578" presetID="22" presetClass="entr" presetSubtype="8" fill="hold" nodeType="afterEffect">
                                  <p:stCondLst>
                                    <p:cond delay="0"/>
                                  </p:stCondLst>
                                  <p:childTnLst>
                                    <p:set>
                                      <p:cBhvr>
                                        <p:cTn id="579" dur="1" fill="hold">
                                          <p:stCondLst>
                                            <p:cond delay="0"/>
                                          </p:stCondLst>
                                        </p:cTn>
                                        <p:tgtEl>
                                          <p:spTgt spid="232"/>
                                        </p:tgtEl>
                                        <p:attrNameLst>
                                          <p:attrName>style.visibility</p:attrName>
                                        </p:attrNameLst>
                                      </p:cBhvr>
                                      <p:to>
                                        <p:strVal val="visible"/>
                                      </p:to>
                                    </p:set>
                                    <p:animEffect transition="in" filter="wipe(left)">
                                      <p:cBhvr>
                                        <p:cTn id="580" dur="1000"/>
                                        <p:tgtEl>
                                          <p:spTgt spid="232"/>
                                        </p:tgtEl>
                                      </p:cBhvr>
                                    </p:animEffect>
                                  </p:childTnLst>
                                </p:cTn>
                              </p:par>
                            </p:childTnLst>
                          </p:cTn>
                        </p:par>
                        <p:par>
                          <p:cTn id="581" fill="hold">
                            <p:stCondLst>
                              <p:cond delay="1000"/>
                            </p:stCondLst>
                            <p:childTnLst>
                              <p:par>
                                <p:cTn id="582" presetID="63" presetClass="path" presetSubtype="0" accel="50000" decel="50000" fill="hold" nodeType="afterEffect">
                                  <p:stCondLst>
                                    <p:cond delay="0"/>
                                  </p:stCondLst>
                                  <p:childTnLst>
                                    <p:animMotion origin="layout" path="M -0.0013 0.03496 L 0.05026 0.03588 " pathEditMode="relative" rAng="0" ptsTypes="AA">
                                      <p:cBhvr>
                                        <p:cTn id="583" dur="1000" fill="hold"/>
                                        <p:tgtEl>
                                          <p:spTgt spid="223"/>
                                        </p:tgtEl>
                                        <p:attrNameLst>
                                          <p:attrName>ppt_x</p:attrName>
                                          <p:attrName>ppt_y</p:attrName>
                                        </p:attrNameLst>
                                      </p:cBhvr>
                                      <p:rCtr x="2578" y="46"/>
                                    </p:animMotion>
                                  </p:childTnLst>
                                </p:cTn>
                              </p:par>
                            </p:childTnLst>
                          </p:cTn>
                        </p:par>
                      </p:childTnLst>
                    </p:cTn>
                  </p:par>
                  <p:par>
                    <p:cTn id="584" fill="hold">
                      <p:stCondLst>
                        <p:cond delay="indefinite"/>
                      </p:stCondLst>
                      <p:childTnLst>
                        <p:par>
                          <p:cTn id="585" fill="hold">
                            <p:stCondLst>
                              <p:cond delay="0"/>
                            </p:stCondLst>
                            <p:childTnLst>
                              <p:par>
                                <p:cTn id="586" presetID="10" presetClass="exit" presetSubtype="0" fill="hold" grpId="5" nodeType="clickEffect">
                                  <p:stCondLst>
                                    <p:cond delay="0"/>
                                  </p:stCondLst>
                                  <p:childTnLst>
                                    <p:animEffect transition="out" filter="fade">
                                      <p:cBhvr>
                                        <p:cTn id="587" dur="500"/>
                                        <p:tgtEl>
                                          <p:spTgt spid="236"/>
                                        </p:tgtEl>
                                      </p:cBhvr>
                                    </p:animEffect>
                                    <p:set>
                                      <p:cBhvr>
                                        <p:cTn id="588" dur="1" fill="hold">
                                          <p:stCondLst>
                                            <p:cond delay="499"/>
                                          </p:stCondLst>
                                        </p:cTn>
                                        <p:tgtEl>
                                          <p:spTgt spid="236"/>
                                        </p:tgtEl>
                                        <p:attrNameLst>
                                          <p:attrName>style.visibility</p:attrName>
                                        </p:attrNameLst>
                                      </p:cBhvr>
                                      <p:to>
                                        <p:strVal val="hidden"/>
                                      </p:to>
                                    </p:set>
                                  </p:childTnLst>
                                </p:cTn>
                              </p:par>
                              <p:par>
                                <p:cTn id="589" presetID="42" presetClass="entr" presetSubtype="0" fill="hold" grpId="2" nodeType="withEffect">
                                  <p:stCondLst>
                                    <p:cond delay="0"/>
                                  </p:stCondLst>
                                  <p:childTnLst>
                                    <p:set>
                                      <p:cBhvr>
                                        <p:cTn id="590" dur="1" fill="hold">
                                          <p:stCondLst>
                                            <p:cond delay="0"/>
                                          </p:stCondLst>
                                        </p:cTn>
                                        <p:tgtEl>
                                          <p:spTgt spid="229"/>
                                        </p:tgtEl>
                                        <p:attrNameLst>
                                          <p:attrName>style.visibility</p:attrName>
                                        </p:attrNameLst>
                                      </p:cBhvr>
                                      <p:to>
                                        <p:strVal val="visible"/>
                                      </p:to>
                                    </p:set>
                                    <p:animEffect transition="in" filter="fade">
                                      <p:cBhvr>
                                        <p:cTn id="591" dur="1000"/>
                                        <p:tgtEl>
                                          <p:spTgt spid="229"/>
                                        </p:tgtEl>
                                      </p:cBhvr>
                                    </p:animEffect>
                                    <p:anim calcmode="lin" valueType="num">
                                      <p:cBhvr>
                                        <p:cTn id="592" dur="1000" fill="hold"/>
                                        <p:tgtEl>
                                          <p:spTgt spid="229"/>
                                        </p:tgtEl>
                                        <p:attrNameLst>
                                          <p:attrName>ppt_x</p:attrName>
                                        </p:attrNameLst>
                                      </p:cBhvr>
                                      <p:tavLst>
                                        <p:tav tm="0">
                                          <p:val>
                                            <p:strVal val="#ppt_x"/>
                                          </p:val>
                                        </p:tav>
                                        <p:tav tm="100000">
                                          <p:val>
                                            <p:strVal val="#ppt_x"/>
                                          </p:val>
                                        </p:tav>
                                      </p:tavLst>
                                    </p:anim>
                                    <p:anim calcmode="lin" valueType="num">
                                      <p:cBhvr>
                                        <p:cTn id="593" dur="1000" fill="hold"/>
                                        <p:tgtEl>
                                          <p:spTgt spid="229"/>
                                        </p:tgtEl>
                                        <p:attrNameLst>
                                          <p:attrName>ppt_y</p:attrName>
                                        </p:attrNameLst>
                                      </p:cBhvr>
                                      <p:tavLst>
                                        <p:tav tm="0">
                                          <p:val>
                                            <p:strVal val="#ppt_y+.1"/>
                                          </p:val>
                                        </p:tav>
                                        <p:tav tm="100000">
                                          <p:val>
                                            <p:strVal val="#ppt_y"/>
                                          </p:val>
                                        </p:tav>
                                      </p:tavLst>
                                    </p:anim>
                                  </p:childTnLst>
                                </p:cTn>
                              </p:par>
                            </p:childTnLst>
                          </p:cTn>
                        </p:par>
                      </p:childTnLst>
                    </p:cTn>
                  </p:par>
                  <p:par>
                    <p:cTn id="594" fill="hold">
                      <p:stCondLst>
                        <p:cond delay="indefinite"/>
                      </p:stCondLst>
                      <p:childTnLst>
                        <p:par>
                          <p:cTn id="595" fill="hold">
                            <p:stCondLst>
                              <p:cond delay="0"/>
                            </p:stCondLst>
                            <p:childTnLst>
                              <p:par>
                                <p:cTn id="596" presetID="42" presetClass="path" presetSubtype="0" accel="50000" decel="50000" fill="hold" nodeType="clickEffect">
                                  <p:stCondLst>
                                    <p:cond delay="0"/>
                                  </p:stCondLst>
                                  <p:childTnLst>
                                    <p:animMotion origin="layout" path="M -4.58333E-6 1.48148E-6 L -0.00143 0.0368 " pathEditMode="relative" rAng="0" ptsTypes="AA">
                                      <p:cBhvr>
                                        <p:cTn id="597" dur="1000" fill="hold"/>
                                        <p:tgtEl>
                                          <p:spTgt spid="232"/>
                                        </p:tgtEl>
                                        <p:attrNameLst>
                                          <p:attrName>ppt_x</p:attrName>
                                          <p:attrName>ppt_y</p:attrName>
                                        </p:attrNameLst>
                                      </p:cBhvr>
                                      <p:rCtr x="-78" y="1829"/>
                                    </p:animMotion>
                                  </p:childTnLst>
                                </p:cTn>
                              </p:par>
                            </p:childTnLst>
                          </p:cTn>
                        </p:par>
                      </p:childTnLst>
                    </p:cTn>
                  </p:par>
                  <p:par>
                    <p:cTn id="598" fill="hold">
                      <p:stCondLst>
                        <p:cond delay="indefinite"/>
                      </p:stCondLst>
                      <p:childTnLst>
                        <p:par>
                          <p:cTn id="599" fill="hold">
                            <p:stCondLst>
                              <p:cond delay="0"/>
                            </p:stCondLst>
                            <p:childTnLst>
                              <p:par>
                                <p:cTn id="600" presetID="42" presetClass="entr" presetSubtype="0" fill="hold" nodeType="clickEffect">
                                  <p:stCondLst>
                                    <p:cond delay="0"/>
                                  </p:stCondLst>
                                  <p:childTnLst>
                                    <p:set>
                                      <p:cBhvr>
                                        <p:cTn id="601" dur="1" fill="hold">
                                          <p:stCondLst>
                                            <p:cond delay="0"/>
                                          </p:stCondLst>
                                        </p:cTn>
                                        <p:tgtEl>
                                          <p:spTgt spid="120"/>
                                        </p:tgtEl>
                                        <p:attrNameLst>
                                          <p:attrName>style.visibility</p:attrName>
                                        </p:attrNameLst>
                                      </p:cBhvr>
                                      <p:to>
                                        <p:strVal val="visible"/>
                                      </p:to>
                                    </p:set>
                                    <p:animEffect transition="in" filter="fade">
                                      <p:cBhvr>
                                        <p:cTn id="602" dur="1000"/>
                                        <p:tgtEl>
                                          <p:spTgt spid="120"/>
                                        </p:tgtEl>
                                      </p:cBhvr>
                                    </p:animEffect>
                                    <p:anim calcmode="lin" valueType="num">
                                      <p:cBhvr>
                                        <p:cTn id="603" dur="1000" fill="hold"/>
                                        <p:tgtEl>
                                          <p:spTgt spid="120"/>
                                        </p:tgtEl>
                                        <p:attrNameLst>
                                          <p:attrName>ppt_x</p:attrName>
                                        </p:attrNameLst>
                                      </p:cBhvr>
                                      <p:tavLst>
                                        <p:tav tm="0">
                                          <p:val>
                                            <p:strVal val="#ppt_x"/>
                                          </p:val>
                                        </p:tav>
                                        <p:tav tm="100000">
                                          <p:val>
                                            <p:strVal val="#ppt_x"/>
                                          </p:val>
                                        </p:tav>
                                      </p:tavLst>
                                    </p:anim>
                                    <p:anim calcmode="lin" valueType="num">
                                      <p:cBhvr>
                                        <p:cTn id="604" dur="1000" fill="hold"/>
                                        <p:tgtEl>
                                          <p:spTgt spid="120"/>
                                        </p:tgtEl>
                                        <p:attrNameLst>
                                          <p:attrName>ppt_y</p:attrName>
                                        </p:attrNameLst>
                                      </p:cBhvr>
                                      <p:tavLst>
                                        <p:tav tm="0">
                                          <p:val>
                                            <p:strVal val="#ppt_y+.1"/>
                                          </p:val>
                                        </p:tav>
                                        <p:tav tm="100000">
                                          <p:val>
                                            <p:strVal val="#ppt_y"/>
                                          </p:val>
                                        </p:tav>
                                      </p:tavLst>
                                    </p:anim>
                                  </p:childTnLst>
                                </p:cTn>
                              </p:par>
                              <p:par>
                                <p:cTn id="605" presetID="64" presetClass="path" presetSubtype="0" accel="50000" decel="50000" fill="hold" nodeType="withEffect">
                                  <p:stCondLst>
                                    <p:cond delay="0"/>
                                  </p:stCondLst>
                                  <p:childTnLst>
                                    <p:animMotion origin="layout" path="M -0.25 -1.48148E-6 L -0.25274 -0.07315 " pathEditMode="relative" rAng="0" ptsTypes="AA">
                                      <p:cBhvr>
                                        <p:cTn id="606" dur="1000" fill="hold"/>
                                        <p:tgtEl>
                                          <p:spTgt spid="234"/>
                                        </p:tgtEl>
                                        <p:attrNameLst>
                                          <p:attrName>ppt_x</p:attrName>
                                          <p:attrName>ppt_y</p:attrName>
                                        </p:attrNameLst>
                                      </p:cBhvr>
                                      <p:rCtr x="-143" y="-3657"/>
                                    </p:animMotion>
                                  </p:childTnLst>
                                </p:cTn>
                              </p:par>
                            </p:childTnLst>
                          </p:cTn>
                        </p:par>
                      </p:childTnLst>
                    </p:cTn>
                  </p:par>
                  <p:par>
                    <p:cTn id="607" fill="hold">
                      <p:stCondLst>
                        <p:cond delay="indefinite"/>
                      </p:stCondLst>
                      <p:childTnLst>
                        <p:par>
                          <p:cTn id="608" fill="hold">
                            <p:stCondLst>
                              <p:cond delay="0"/>
                            </p:stCondLst>
                            <p:childTnLst>
                              <p:par>
                                <p:cTn id="609" presetID="42" presetClass="path" presetSubtype="0" accel="50000" decel="50000" fill="hold" nodeType="clickEffect">
                                  <p:stCondLst>
                                    <p:cond delay="0"/>
                                  </p:stCondLst>
                                  <p:childTnLst>
                                    <p:animMotion origin="layout" path="M -0.00143 0.0368 L -0.00143 0.07129 " pathEditMode="relative" rAng="0" ptsTypes="AA">
                                      <p:cBhvr>
                                        <p:cTn id="610" dur="1000" fill="hold"/>
                                        <p:tgtEl>
                                          <p:spTgt spid="232"/>
                                        </p:tgtEl>
                                        <p:attrNameLst>
                                          <p:attrName>ppt_x</p:attrName>
                                          <p:attrName>ppt_y</p:attrName>
                                        </p:attrNameLst>
                                      </p:cBhvr>
                                      <p:rCtr x="0" y="1713"/>
                                    </p:animMotion>
                                  </p:childTnLst>
                                </p:cTn>
                              </p:par>
                              <p:par>
                                <p:cTn id="611" presetID="31" presetClass="entr" presetSubtype="0" fill="hold" grpId="0" nodeType="withEffect">
                                  <p:stCondLst>
                                    <p:cond delay="0"/>
                                  </p:stCondLst>
                                  <p:childTnLst>
                                    <p:set>
                                      <p:cBhvr>
                                        <p:cTn id="612" dur="1" fill="hold">
                                          <p:stCondLst>
                                            <p:cond delay="0"/>
                                          </p:stCondLst>
                                        </p:cTn>
                                        <p:tgtEl>
                                          <p:spTgt spid="262"/>
                                        </p:tgtEl>
                                        <p:attrNameLst>
                                          <p:attrName>style.visibility</p:attrName>
                                        </p:attrNameLst>
                                      </p:cBhvr>
                                      <p:to>
                                        <p:strVal val="visible"/>
                                      </p:to>
                                    </p:set>
                                    <p:anim calcmode="lin" valueType="num">
                                      <p:cBhvr>
                                        <p:cTn id="613" dur="1000" fill="hold"/>
                                        <p:tgtEl>
                                          <p:spTgt spid="262"/>
                                        </p:tgtEl>
                                        <p:attrNameLst>
                                          <p:attrName>ppt_w</p:attrName>
                                        </p:attrNameLst>
                                      </p:cBhvr>
                                      <p:tavLst>
                                        <p:tav tm="0">
                                          <p:val>
                                            <p:fltVal val="0"/>
                                          </p:val>
                                        </p:tav>
                                        <p:tav tm="100000">
                                          <p:val>
                                            <p:strVal val="#ppt_w"/>
                                          </p:val>
                                        </p:tav>
                                      </p:tavLst>
                                    </p:anim>
                                    <p:anim calcmode="lin" valueType="num">
                                      <p:cBhvr>
                                        <p:cTn id="614" dur="1000" fill="hold"/>
                                        <p:tgtEl>
                                          <p:spTgt spid="262"/>
                                        </p:tgtEl>
                                        <p:attrNameLst>
                                          <p:attrName>ppt_h</p:attrName>
                                        </p:attrNameLst>
                                      </p:cBhvr>
                                      <p:tavLst>
                                        <p:tav tm="0">
                                          <p:val>
                                            <p:fltVal val="0"/>
                                          </p:val>
                                        </p:tav>
                                        <p:tav tm="100000">
                                          <p:val>
                                            <p:strVal val="#ppt_h"/>
                                          </p:val>
                                        </p:tav>
                                      </p:tavLst>
                                    </p:anim>
                                    <p:anim calcmode="lin" valueType="num">
                                      <p:cBhvr>
                                        <p:cTn id="615" dur="1000" fill="hold"/>
                                        <p:tgtEl>
                                          <p:spTgt spid="262"/>
                                        </p:tgtEl>
                                        <p:attrNameLst>
                                          <p:attrName>style.rotation</p:attrName>
                                        </p:attrNameLst>
                                      </p:cBhvr>
                                      <p:tavLst>
                                        <p:tav tm="0">
                                          <p:val>
                                            <p:fltVal val="90"/>
                                          </p:val>
                                        </p:tav>
                                        <p:tav tm="100000">
                                          <p:val>
                                            <p:fltVal val="0"/>
                                          </p:val>
                                        </p:tav>
                                      </p:tavLst>
                                    </p:anim>
                                    <p:animEffect transition="in" filter="fade">
                                      <p:cBhvr>
                                        <p:cTn id="616" dur="1000"/>
                                        <p:tgtEl>
                                          <p:spTgt spid="262"/>
                                        </p:tgtEl>
                                      </p:cBhvr>
                                    </p:animEffect>
                                  </p:childTnLst>
                                </p:cTn>
                              </p:par>
                            </p:childTnLst>
                          </p:cTn>
                        </p:par>
                        <p:par>
                          <p:cTn id="617" fill="hold">
                            <p:stCondLst>
                              <p:cond delay="1000"/>
                            </p:stCondLst>
                            <p:childTnLst>
                              <p:par>
                                <p:cTn id="618" presetID="31" presetClass="entr" presetSubtype="0" fill="hold" grpId="0" nodeType="afterEffect">
                                  <p:stCondLst>
                                    <p:cond delay="0"/>
                                  </p:stCondLst>
                                  <p:childTnLst>
                                    <p:set>
                                      <p:cBhvr>
                                        <p:cTn id="619" dur="1" fill="hold">
                                          <p:stCondLst>
                                            <p:cond delay="0"/>
                                          </p:stCondLst>
                                        </p:cTn>
                                        <p:tgtEl>
                                          <p:spTgt spid="263"/>
                                        </p:tgtEl>
                                        <p:attrNameLst>
                                          <p:attrName>style.visibility</p:attrName>
                                        </p:attrNameLst>
                                      </p:cBhvr>
                                      <p:to>
                                        <p:strVal val="visible"/>
                                      </p:to>
                                    </p:set>
                                    <p:anim calcmode="lin" valueType="num">
                                      <p:cBhvr>
                                        <p:cTn id="620" dur="1000" fill="hold"/>
                                        <p:tgtEl>
                                          <p:spTgt spid="263"/>
                                        </p:tgtEl>
                                        <p:attrNameLst>
                                          <p:attrName>ppt_w</p:attrName>
                                        </p:attrNameLst>
                                      </p:cBhvr>
                                      <p:tavLst>
                                        <p:tav tm="0">
                                          <p:val>
                                            <p:fltVal val="0"/>
                                          </p:val>
                                        </p:tav>
                                        <p:tav tm="100000">
                                          <p:val>
                                            <p:strVal val="#ppt_w"/>
                                          </p:val>
                                        </p:tav>
                                      </p:tavLst>
                                    </p:anim>
                                    <p:anim calcmode="lin" valueType="num">
                                      <p:cBhvr>
                                        <p:cTn id="621" dur="1000" fill="hold"/>
                                        <p:tgtEl>
                                          <p:spTgt spid="263"/>
                                        </p:tgtEl>
                                        <p:attrNameLst>
                                          <p:attrName>ppt_h</p:attrName>
                                        </p:attrNameLst>
                                      </p:cBhvr>
                                      <p:tavLst>
                                        <p:tav tm="0">
                                          <p:val>
                                            <p:fltVal val="0"/>
                                          </p:val>
                                        </p:tav>
                                        <p:tav tm="100000">
                                          <p:val>
                                            <p:strVal val="#ppt_h"/>
                                          </p:val>
                                        </p:tav>
                                      </p:tavLst>
                                    </p:anim>
                                    <p:anim calcmode="lin" valueType="num">
                                      <p:cBhvr>
                                        <p:cTn id="622" dur="1000" fill="hold"/>
                                        <p:tgtEl>
                                          <p:spTgt spid="263"/>
                                        </p:tgtEl>
                                        <p:attrNameLst>
                                          <p:attrName>style.rotation</p:attrName>
                                        </p:attrNameLst>
                                      </p:cBhvr>
                                      <p:tavLst>
                                        <p:tav tm="0">
                                          <p:val>
                                            <p:fltVal val="90"/>
                                          </p:val>
                                        </p:tav>
                                        <p:tav tm="100000">
                                          <p:val>
                                            <p:fltVal val="0"/>
                                          </p:val>
                                        </p:tav>
                                      </p:tavLst>
                                    </p:anim>
                                    <p:animEffect transition="in" filter="fade">
                                      <p:cBhvr>
                                        <p:cTn id="623" dur="1000"/>
                                        <p:tgtEl>
                                          <p:spTgt spid="263"/>
                                        </p:tgtEl>
                                      </p:cBhvr>
                                    </p:animEffect>
                                  </p:childTnLst>
                                </p:cTn>
                              </p:par>
                            </p:childTnLst>
                          </p:cTn>
                        </p:par>
                      </p:childTnLst>
                    </p:cTn>
                  </p:par>
                  <p:par>
                    <p:cTn id="624" fill="hold">
                      <p:stCondLst>
                        <p:cond delay="indefinite"/>
                      </p:stCondLst>
                      <p:childTnLst>
                        <p:par>
                          <p:cTn id="625" fill="hold">
                            <p:stCondLst>
                              <p:cond delay="0"/>
                            </p:stCondLst>
                            <p:childTnLst>
                              <p:par>
                                <p:cTn id="626" presetID="42" presetClass="path" presetSubtype="0" accel="50000" decel="50000" fill="hold" nodeType="clickEffect">
                                  <p:stCondLst>
                                    <p:cond delay="0"/>
                                  </p:stCondLst>
                                  <p:childTnLst>
                                    <p:animMotion origin="layout" path="M -0.00143 0.07129 L -0.00065 0.10347 " pathEditMode="relative" rAng="0" ptsTypes="AA">
                                      <p:cBhvr>
                                        <p:cTn id="627" dur="1000" fill="hold"/>
                                        <p:tgtEl>
                                          <p:spTgt spid="232"/>
                                        </p:tgtEl>
                                        <p:attrNameLst>
                                          <p:attrName>ppt_x</p:attrName>
                                          <p:attrName>ppt_y</p:attrName>
                                        </p:attrNameLst>
                                      </p:cBhvr>
                                      <p:rCtr x="39" y="1597"/>
                                    </p:animMotion>
                                  </p:childTnLst>
                                </p:cTn>
                              </p:par>
                            </p:childTnLst>
                          </p:cTn>
                        </p:par>
                        <p:par>
                          <p:cTn id="628" fill="hold">
                            <p:stCondLst>
                              <p:cond delay="1000"/>
                            </p:stCondLst>
                            <p:childTnLst>
                              <p:par>
                                <p:cTn id="629" presetID="22" presetClass="entr" presetSubtype="8" fill="hold" grpId="0" nodeType="afterEffect">
                                  <p:stCondLst>
                                    <p:cond delay="0"/>
                                  </p:stCondLst>
                                  <p:childTnLst>
                                    <p:set>
                                      <p:cBhvr>
                                        <p:cTn id="630" dur="1" fill="hold">
                                          <p:stCondLst>
                                            <p:cond delay="0"/>
                                          </p:stCondLst>
                                        </p:cTn>
                                        <p:tgtEl>
                                          <p:spTgt spid="163"/>
                                        </p:tgtEl>
                                        <p:attrNameLst>
                                          <p:attrName>style.visibility</p:attrName>
                                        </p:attrNameLst>
                                      </p:cBhvr>
                                      <p:to>
                                        <p:strVal val="visible"/>
                                      </p:to>
                                    </p:set>
                                    <p:animEffect transition="in" filter="wipe(left)">
                                      <p:cBhvr>
                                        <p:cTn id="631" dur="1000"/>
                                        <p:tgtEl>
                                          <p:spTgt spid="163"/>
                                        </p:tgtEl>
                                      </p:cBhvr>
                                    </p:animEffect>
                                  </p:childTnLst>
                                </p:cTn>
                              </p:par>
                            </p:childTnLst>
                          </p:cTn>
                        </p:par>
                      </p:childTnLst>
                    </p:cTn>
                  </p:par>
                  <p:par>
                    <p:cTn id="632" fill="hold">
                      <p:stCondLst>
                        <p:cond delay="indefinite"/>
                      </p:stCondLst>
                      <p:childTnLst>
                        <p:par>
                          <p:cTn id="633" fill="hold">
                            <p:stCondLst>
                              <p:cond delay="0"/>
                            </p:stCondLst>
                            <p:childTnLst>
                              <p:par>
                                <p:cTn id="634" presetID="42" presetClass="path" presetSubtype="0" accel="50000" decel="50000" fill="hold" nodeType="clickEffect">
                                  <p:stCondLst>
                                    <p:cond delay="0"/>
                                  </p:stCondLst>
                                  <p:childTnLst>
                                    <p:animMotion origin="layout" path="M -0.00065 0.10347 L -0.00065 0.13333 " pathEditMode="relative" rAng="0" ptsTypes="AA">
                                      <p:cBhvr>
                                        <p:cTn id="635" dur="1000" fill="hold"/>
                                        <p:tgtEl>
                                          <p:spTgt spid="232"/>
                                        </p:tgtEl>
                                        <p:attrNameLst>
                                          <p:attrName>ppt_x</p:attrName>
                                          <p:attrName>ppt_y</p:attrName>
                                        </p:attrNameLst>
                                      </p:cBhvr>
                                      <p:rCtr x="0" y="1481"/>
                                    </p:animMotion>
                                  </p:childTnLst>
                                </p:cTn>
                              </p:par>
                              <p:par>
                                <p:cTn id="636" presetID="22" presetClass="entr" presetSubtype="1" fill="hold" grpId="0" nodeType="withEffect">
                                  <p:stCondLst>
                                    <p:cond delay="0"/>
                                  </p:stCondLst>
                                  <p:childTnLst>
                                    <p:set>
                                      <p:cBhvr>
                                        <p:cTn id="637" dur="1" fill="hold">
                                          <p:stCondLst>
                                            <p:cond delay="0"/>
                                          </p:stCondLst>
                                        </p:cTn>
                                        <p:tgtEl>
                                          <p:spTgt spid="151"/>
                                        </p:tgtEl>
                                        <p:attrNameLst>
                                          <p:attrName>style.visibility</p:attrName>
                                        </p:attrNameLst>
                                      </p:cBhvr>
                                      <p:to>
                                        <p:strVal val="visible"/>
                                      </p:to>
                                    </p:set>
                                    <p:animEffect transition="in" filter="wipe(up)">
                                      <p:cBhvr>
                                        <p:cTn id="638" dur="1000"/>
                                        <p:tgtEl>
                                          <p:spTgt spid="151"/>
                                        </p:tgtEl>
                                      </p:cBhvr>
                                    </p:animEffect>
                                  </p:childTnLst>
                                </p:cTn>
                              </p:par>
                            </p:childTnLst>
                          </p:cTn>
                        </p:par>
                      </p:childTnLst>
                    </p:cTn>
                  </p:par>
                  <p:par>
                    <p:cTn id="639" fill="hold">
                      <p:stCondLst>
                        <p:cond delay="indefinite"/>
                      </p:stCondLst>
                      <p:childTnLst>
                        <p:par>
                          <p:cTn id="640" fill="hold">
                            <p:stCondLst>
                              <p:cond delay="0"/>
                            </p:stCondLst>
                            <p:childTnLst>
                              <p:par>
                                <p:cTn id="641" presetID="42" presetClass="path" presetSubtype="0" accel="50000" decel="50000" fill="hold" nodeType="clickEffect">
                                  <p:stCondLst>
                                    <p:cond delay="0"/>
                                  </p:stCondLst>
                                  <p:childTnLst>
                                    <p:animMotion origin="layout" path="M -0.00065 0.13333 L -0.00065 0.16759 " pathEditMode="relative" rAng="0" ptsTypes="AA">
                                      <p:cBhvr>
                                        <p:cTn id="642" dur="1000" fill="hold"/>
                                        <p:tgtEl>
                                          <p:spTgt spid="232"/>
                                        </p:tgtEl>
                                        <p:attrNameLst>
                                          <p:attrName>ppt_x</p:attrName>
                                          <p:attrName>ppt_y</p:attrName>
                                        </p:attrNameLst>
                                      </p:cBhvr>
                                      <p:rCtr x="0" y="1713"/>
                                    </p:animMotion>
                                  </p:childTnLst>
                                </p:cTn>
                              </p:par>
                            </p:childTnLst>
                          </p:cTn>
                        </p:par>
                      </p:childTnLst>
                    </p:cTn>
                  </p:par>
                  <p:par>
                    <p:cTn id="643" fill="hold">
                      <p:stCondLst>
                        <p:cond delay="indefinite"/>
                      </p:stCondLst>
                      <p:childTnLst>
                        <p:par>
                          <p:cTn id="644" fill="hold">
                            <p:stCondLst>
                              <p:cond delay="0"/>
                            </p:stCondLst>
                            <p:childTnLst>
                              <p:par>
                                <p:cTn id="645" presetID="22" presetClass="exit" presetSubtype="4" fill="hold" nodeType="clickEffect">
                                  <p:stCondLst>
                                    <p:cond delay="0"/>
                                  </p:stCondLst>
                                  <p:childTnLst>
                                    <p:animEffect transition="out" filter="wipe(down)">
                                      <p:cBhvr>
                                        <p:cTn id="646" dur="500"/>
                                        <p:tgtEl>
                                          <p:spTgt spid="251"/>
                                        </p:tgtEl>
                                      </p:cBhvr>
                                    </p:animEffect>
                                    <p:set>
                                      <p:cBhvr>
                                        <p:cTn id="647" dur="1" fill="hold">
                                          <p:stCondLst>
                                            <p:cond delay="499"/>
                                          </p:stCondLst>
                                        </p:cTn>
                                        <p:tgtEl>
                                          <p:spTgt spid="251"/>
                                        </p:tgtEl>
                                        <p:attrNameLst>
                                          <p:attrName>style.visibility</p:attrName>
                                        </p:attrNameLst>
                                      </p:cBhvr>
                                      <p:to>
                                        <p:strVal val="hidden"/>
                                      </p:to>
                                    </p:set>
                                  </p:childTnLst>
                                </p:cTn>
                              </p:par>
                            </p:childTnLst>
                          </p:cTn>
                        </p:par>
                        <p:par>
                          <p:cTn id="648" fill="hold">
                            <p:stCondLst>
                              <p:cond delay="500"/>
                            </p:stCondLst>
                            <p:childTnLst>
                              <p:par>
                                <p:cTn id="649" presetID="22" presetClass="entr" presetSubtype="8" fill="hold" nodeType="afterEffect">
                                  <p:stCondLst>
                                    <p:cond delay="0"/>
                                  </p:stCondLst>
                                  <p:childTnLst>
                                    <p:set>
                                      <p:cBhvr>
                                        <p:cTn id="650" dur="1" fill="hold">
                                          <p:stCondLst>
                                            <p:cond delay="0"/>
                                          </p:stCondLst>
                                        </p:cTn>
                                        <p:tgtEl>
                                          <p:spTgt spid="188"/>
                                        </p:tgtEl>
                                        <p:attrNameLst>
                                          <p:attrName>style.visibility</p:attrName>
                                        </p:attrNameLst>
                                      </p:cBhvr>
                                      <p:to>
                                        <p:strVal val="visible"/>
                                      </p:to>
                                    </p:set>
                                    <p:animEffect transition="in" filter="wipe(left)">
                                      <p:cBhvr>
                                        <p:cTn id="651" dur="1000"/>
                                        <p:tgtEl>
                                          <p:spTgt spid="188"/>
                                        </p:tgtEl>
                                      </p:cBhvr>
                                    </p:animEffect>
                                  </p:childTnLst>
                                </p:cTn>
                              </p:par>
                            </p:childTnLst>
                          </p:cTn>
                        </p:par>
                      </p:childTnLst>
                    </p:cTn>
                  </p:par>
                  <p:par>
                    <p:cTn id="652" fill="hold">
                      <p:stCondLst>
                        <p:cond delay="indefinite"/>
                      </p:stCondLst>
                      <p:childTnLst>
                        <p:par>
                          <p:cTn id="653" fill="hold">
                            <p:stCondLst>
                              <p:cond delay="0"/>
                            </p:stCondLst>
                            <p:childTnLst>
                              <p:par>
                                <p:cTn id="654" presetID="22" presetClass="exit" presetSubtype="2" fill="hold" grpId="1" nodeType="clickEffect">
                                  <p:stCondLst>
                                    <p:cond delay="0"/>
                                  </p:stCondLst>
                                  <p:childTnLst>
                                    <p:animEffect transition="out" filter="wipe(right)">
                                      <p:cBhvr>
                                        <p:cTn id="655" dur="500"/>
                                        <p:tgtEl>
                                          <p:spTgt spid="231"/>
                                        </p:tgtEl>
                                      </p:cBhvr>
                                    </p:animEffect>
                                    <p:set>
                                      <p:cBhvr>
                                        <p:cTn id="656" dur="1" fill="hold">
                                          <p:stCondLst>
                                            <p:cond delay="499"/>
                                          </p:stCondLst>
                                        </p:cTn>
                                        <p:tgtEl>
                                          <p:spTgt spid="231"/>
                                        </p:tgtEl>
                                        <p:attrNameLst>
                                          <p:attrName>style.visibility</p:attrName>
                                        </p:attrNameLst>
                                      </p:cBhvr>
                                      <p:to>
                                        <p:strVal val="hidden"/>
                                      </p:to>
                                    </p:set>
                                  </p:childTnLst>
                                </p:cTn>
                              </p:par>
                            </p:childTnLst>
                          </p:cTn>
                        </p:par>
                        <p:par>
                          <p:cTn id="657" fill="hold">
                            <p:stCondLst>
                              <p:cond delay="500"/>
                            </p:stCondLst>
                            <p:childTnLst>
                              <p:par>
                                <p:cTn id="658" presetID="22" presetClass="entr" presetSubtype="8" fill="hold" grpId="0" nodeType="afterEffect">
                                  <p:stCondLst>
                                    <p:cond delay="0"/>
                                  </p:stCondLst>
                                  <p:childTnLst>
                                    <p:set>
                                      <p:cBhvr>
                                        <p:cTn id="659" dur="1" fill="hold">
                                          <p:stCondLst>
                                            <p:cond delay="0"/>
                                          </p:stCondLst>
                                        </p:cTn>
                                        <p:tgtEl>
                                          <p:spTgt spid="164"/>
                                        </p:tgtEl>
                                        <p:attrNameLst>
                                          <p:attrName>style.visibility</p:attrName>
                                        </p:attrNameLst>
                                      </p:cBhvr>
                                      <p:to>
                                        <p:strVal val="visible"/>
                                      </p:to>
                                    </p:set>
                                    <p:animEffect transition="in" filter="wipe(left)">
                                      <p:cBhvr>
                                        <p:cTn id="660" dur="1000"/>
                                        <p:tgtEl>
                                          <p:spTgt spid="164"/>
                                        </p:tgtEl>
                                      </p:cBhvr>
                                    </p:animEffect>
                                  </p:childTnLst>
                                </p:cTn>
                              </p:par>
                            </p:childTnLst>
                          </p:cTn>
                        </p:par>
                      </p:childTnLst>
                    </p:cTn>
                  </p:par>
                  <p:par>
                    <p:cTn id="661" fill="hold">
                      <p:stCondLst>
                        <p:cond delay="indefinite"/>
                      </p:stCondLst>
                      <p:childTnLst>
                        <p:par>
                          <p:cTn id="662" fill="hold">
                            <p:stCondLst>
                              <p:cond delay="0"/>
                            </p:stCondLst>
                            <p:childTnLst>
                              <p:par>
                                <p:cTn id="663" presetID="1" presetClass="exit" presetSubtype="0" fill="hold" nodeType="clickEffect">
                                  <p:stCondLst>
                                    <p:cond delay="0"/>
                                  </p:stCondLst>
                                  <p:childTnLst>
                                    <p:set>
                                      <p:cBhvr>
                                        <p:cTn id="664" dur="1" fill="hold">
                                          <p:stCondLst>
                                            <p:cond delay="0"/>
                                          </p:stCondLst>
                                        </p:cTn>
                                        <p:tgtEl>
                                          <p:spTgt spid="232"/>
                                        </p:tgtEl>
                                        <p:attrNameLst>
                                          <p:attrName>style.visibility</p:attrName>
                                        </p:attrNameLst>
                                      </p:cBhvr>
                                      <p:to>
                                        <p:strVal val="hidden"/>
                                      </p:to>
                                    </p:set>
                                  </p:childTnLst>
                                </p:cTn>
                              </p:par>
                            </p:childTnLst>
                          </p:cTn>
                        </p:par>
                        <p:par>
                          <p:cTn id="665" fill="hold">
                            <p:stCondLst>
                              <p:cond delay="0"/>
                            </p:stCondLst>
                            <p:childTnLst>
                              <p:par>
                                <p:cTn id="666" presetID="22" presetClass="entr" presetSubtype="8" fill="hold" nodeType="afterEffect">
                                  <p:stCondLst>
                                    <p:cond delay="0"/>
                                  </p:stCondLst>
                                  <p:childTnLst>
                                    <p:set>
                                      <p:cBhvr>
                                        <p:cTn id="667" dur="1" fill="hold">
                                          <p:stCondLst>
                                            <p:cond delay="0"/>
                                          </p:stCondLst>
                                        </p:cTn>
                                        <p:tgtEl>
                                          <p:spTgt spid="210"/>
                                        </p:tgtEl>
                                        <p:attrNameLst>
                                          <p:attrName>style.visibility</p:attrName>
                                        </p:attrNameLst>
                                      </p:cBhvr>
                                      <p:to>
                                        <p:strVal val="visible"/>
                                      </p:to>
                                    </p:set>
                                    <p:animEffect transition="in" filter="wipe(left)">
                                      <p:cBhvr>
                                        <p:cTn id="668" dur="1000"/>
                                        <p:tgtEl>
                                          <p:spTgt spid="210"/>
                                        </p:tgtEl>
                                      </p:cBhvr>
                                    </p:animEffect>
                                  </p:childTnLst>
                                </p:cTn>
                              </p:par>
                            </p:childTnLst>
                          </p:cTn>
                        </p:par>
                        <p:par>
                          <p:cTn id="669" fill="hold">
                            <p:stCondLst>
                              <p:cond delay="1000"/>
                            </p:stCondLst>
                            <p:childTnLst>
                              <p:par>
                                <p:cTn id="670" presetID="63" presetClass="path" presetSubtype="0" accel="50000" decel="50000" fill="hold" nodeType="afterEffect">
                                  <p:stCondLst>
                                    <p:cond delay="0"/>
                                  </p:stCondLst>
                                  <p:childTnLst>
                                    <p:animMotion origin="layout" path="M 0.05026 0.03588 L 0.10234 0.03635 " pathEditMode="relative" rAng="0" ptsTypes="AA">
                                      <p:cBhvr>
                                        <p:cTn id="671" dur="1000" fill="hold"/>
                                        <p:tgtEl>
                                          <p:spTgt spid="223"/>
                                        </p:tgtEl>
                                        <p:attrNameLst>
                                          <p:attrName>ppt_x</p:attrName>
                                          <p:attrName>ppt_y</p:attrName>
                                        </p:attrNameLst>
                                      </p:cBhvr>
                                      <p:rCtr x="2604" y="23"/>
                                    </p:animMotion>
                                  </p:childTnLst>
                                </p:cTn>
                              </p:par>
                            </p:childTnLst>
                          </p:cTn>
                        </p:par>
                      </p:childTnLst>
                    </p:cTn>
                  </p:par>
                  <p:par>
                    <p:cTn id="672" fill="hold">
                      <p:stCondLst>
                        <p:cond delay="indefinite"/>
                      </p:stCondLst>
                      <p:childTnLst>
                        <p:par>
                          <p:cTn id="673" fill="hold">
                            <p:stCondLst>
                              <p:cond delay="0"/>
                            </p:stCondLst>
                            <p:childTnLst>
                              <p:par>
                                <p:cTn id="674" presetID="10" presetClass="exit" presetSubtype="0" fill="hold" grpId="3" nodeType="clickEffect">
                                  <p:stCondLst>
                                    <p:cond delay="0"/>
                                  </p:stCondLst>
                                  <p:childTnLst>
                                    <p:animEffect transition="out" filter="fade">
                                      <p:cBhvr>
                                        <p:cTn id="675" dur="500"/>
                                        <p:tgtEl>
                                          <p:spTgt spid="229"/>
                                        </p:tgtEl>
                                      </p:cBhvr>
                                    </p:animEffect>
                                    <p:set>
                                      <p:cBhvr>
                                        <p:cTn id="676" dur="1" fill="hold">
                                          <p:stCondLst>
                                            <p:cond delay="499"/>
                                          </p:stCondLst>
                                        </p:cTn>
                                        <p:tgtEl>
                                          <p:spTgt spid="229"/>
                                        </p:tgtEl>
                                        <p:attrNameLst>
                                          <p:attrName>style.visibility</p:attrName>
                                        </p:attrNameLst>
                                      </p:cBhvr>
                                      <p:to>
                                        <p:strVal val="hidden"/>
                                      </p:to>
                                    </p:set>
                                  </p:childTnLst>
                                </p:cTn>
                              </p:par>
                              <p:par>
                                <p:cTn id="677" presetID="42" presetClass="entr" presetSubtype="0" fill="hold" grpId="2" nodeType="withEffect">
                                  <p:stCondLst>
                                    <p:cond delay="0"/>
                                  </p:stCondLst>
                                  <p:childTnLst>
                                    <p:set>
                                      <p:cBhvr>
                                        <p:cTn id="678" dur="1" fill="hold">
                                          <p:stCondLst>
                                            <p:cond delay="0"/>
                                          </p:stCondLst>
                                        </p:cTn>
                                        <p:tgtEl>
                                          <p:spTgt spid="224"/>
                                        </p:tgtEl>
                                        <p:attrNameLst>
                                          <p:attrName>style.visibility</p:attrName>
                                        </p:attrNameLst>
                                      </p:cBhvr>
                                      <p:to>
                                        <p:strVal val="visible"/>
                                      </p:to>
                                    </p:set>
                                    <p:animEffect transition="in" filter="fade">
                                      <p:cBhvr>
                                        <p:cTn id="679" dur="1000"/>
                                        <p:tgtEl>
                                          <p:spTgt spid="224"/>
                                        </p:tgtEl>
                                      </p:cBhvr>
                                    </p:animEffect>
                                    <p:anim calcmode="lin" valueType="num">
                                      <p:cBhvr>
                                        <p:cTn id="680" dur="1000" fill="hold"/>
                                        <p:tgtEl>
                                          <p:spTgt spid="224"/>
                                        </p:tgtEl>
                                        <p:attrNameLst>
                                          <p:attrName>ppt_x</p:attrName>
                                        </p:attrNameLst>
                                      </p:cBhvr>
                                      <p:tavLst>
                                        <p:tav tm="0">
                                          <p:val>
                                            <p:strVal val="#ppt_x"/>
                                          </p:val>
                                        </p:tav>
                                        <p:tav tm="100000">
                                          <p:val>
                                            <p:strVal val="#ppt_x"/>
                                          </p:val>
                                        </p:tav>
                                      </p:tavLst>
                                    </p:anim>
                                    <p:anim calcmode="lin" valueType="num">
                                      <p:cBhvr>
                                        <p:cTn id="681" dur="1000" fill="hold"/>
                                        <p:tgtEl>
                                          <p:spTgt spid="224"/>
                                        </p:tgtEl>
                                        <p:attrNameLst>
                                          <p:attrName>ppt_y</p:attrName>
                                        </p:attrNameLst>
                                      </p:cBhvr>
                                      <p:tavLst>
                                        <p:tav tm="0">
                                          <p:val>
                                            <p:strVal val="#ppt_y+.1"/>
                                          </p:val>
                                        </p:tav>
                                        <p:tav tm="100000">
                                          <p:val>
                                            <p:strVal val="#ppt_y"/>
                                          </p:val>
                                        </p:tav>
                                      </p:tavLst>
                                    </p:anim>
                                  </p:childTnLst>
                                </p:cTn>
                              </p:par>
                              <p:par>
                                <p:cTn id="682" presetID="10" presetClass="exit" presetSubtype="0" fill="hold" grpId="1" nodeType="withEffect">
                                  <p:stCondLst>
                                    <p:cond delay="0"/>
                                  </p:stCondLst>
                                  <p:childTnLst>
                                    <p:animEffect transition="out" filter="fade">
                                      <p:cBhvr>
                                        <p:cTn id="683" dur="500"/>
                                        <p:tgtEl>
                                          <p:spTgt spid="233"/>
                                        </p:tgtEl>
                                      </p:cBhvr>
                                    </p:animEffect>
                                    <p:set>
                                      <p:cBhvr>
                                        <p:cTn id="684" dur="1" fill="hold">
                                          <p:stCondLst>
                                            <p:cond delay="499"/>
                                          </p:stCondLst>
                                        </p:cTn>
                                        <p:tgtEl>
                                          <p:spTgt spid="233"/>
                                        </p:tgtEl>
                                        <p:attrNameLst>
                                          <p:attrName>style.visibility</p:attrName>
                                        </p:attrNameLst>
                                      </p:cBhvr>
                                      <p:to>
                                        <p:strVal val="hidden"/>
                                      </p:to>
                                    </p:set>
                                  </p:childTnLst>
                                </p:cTn>
                              </p:par>
                              <p:par>
                                <p:cTn id="685" presetID="47" presetClass="entr" presetSubtype="0" fill="hold" grpId="2" nodeType="withEffect">
                                  <p:stCondLst>
                                    <p:cond delay="0"/>
                                  </p:stCondLst>
                                  <p:childTnLst>
                                    <p:set>
                                      <p:cBhvr>
                                        <p:cTn id="686" dur="1" fill="hold">
                                          <p:stCondLst>
                                            <p:cond delay="0"/>
                                          </p:stCondLst>
                                        </p:cTn>
                                        <p:tgtEl>
                                          <p:spTgt spid="222"/>
                                        </p:tgtEl>
                                        <p:attrNameLst>
                                          <p:attrName>style.visibility</p:attrName>
                                        </p:attrNameLst>
                                      </p:cBhvr>
                                      <p:to>
                                        <p:strVal val="visible"/>
                                      </p:to>
                                    </p:set>
                                    <p:animEffect transition="in" filter="fade">
                                      <p:cBhvr>
                                        <p:cTn id="687" dur="1000"/>
                                        <p:tgtEl>
                                          <p:spTgt spid="222"/>
                                        </p:tgtEl>
                                      </p:cBhvr>
                                    </p:animEffect>
                                    <p:anim calcmode="lin" valueType="num">
                                      <p:cBhvr>
                                        <p:cTn id="688" dur="1000" fill="hold"/>
                                        <p:tgtEl>
                                          <p:spTgt spid="222"/>
                                        </p:tgtEl>
                                        <p:attrNameLst>
                                          <p:attrName>ppt_x</p:attrName>
                                        </p:attrNameLst>
                                      </p:cBhvr>
                                      <p:tavLst>
                                        <p:tav tm="0">
                                          <p:val>
                                            <p:strVal val="#ppt_x"/>
                                          </p:val>
                                        </p:tav>
                                        <p:tav tm="100000">
                                          <p:val>
                                            <p:strVal val="#ppt_x"/>
                                          </p:val>
                                        </p:tav>
                                      </p:tavLst>
                                    </p:anim>
                                    <p:anim calcmode="lin" valueType="num">
                                      <p:cBhvr>
                                        <p:cTn id="689" dur="1000" fill="hold"/>
                                        <p:tgtEl>
                                          <p:spTgt spid="222"/>
                                        </p:tgtEl>
                                        <p:attrNameLst>
                                          <p:attrName>ppt_y</p:attrName>
                                        </p:attrNameLst>
                                      </p:cBhvr>
                                      <p:tavLst>
                                        <p:tav tm="0">
                                          <p:val>
                                            <p:strVal val="#ppt_y-.1"/>
                                          </p:val>
                                        </p:tav>
                                        <p:tav tm="100000">
                                          <p:val>
                                            <p:strVal val="#ppt_y"/>
                                          </p:val>
                                        </p:tav>
                                      </p:tavLst>
                                    </p:anim>
                                  </p:childTnLst>
                                </p:cTn>
                              </p:par>
                            </p:childTnLst>
                          </p:cTn>
                        </p:par>
                      </p:childTnLst>
                    </p:cTn>
                  </p:par>
                  <p:par>
                    <p:cTn id="690" fill="hold">
                      <p:stCondLst>
                        <p:cond delay="indefinite"/>
                      </p:stCondLst>
                      <p:childTnLst>
                        <p:par>
                          <p:cTn id="691" fill="hold">
                            <p:stCondLst>
                              <p:cond delay="0"/>
                            </p:stCondLst>
                            <p:childTnLst>
                              <p:par>
                                <p:cTn id="692" presetID="42" presetClass="path" presetSubtype="0" accel="50000" decel="50000" fill="hold" nodeType="clickEffect">
                                  <p:stCondLst>
                                    <p:cond delay="0"/>
                                  </p:stCondLst>
                                  <p:childTnLst>
                                    <p:animMotion origin="layout" path="M -4.58333E-6 1.48148E-6 L -0.00143 0.0368 " pathEditMode="relative" rAng="0" ptsTypes="AA">
                                      <p:cBhvr>
                                        <p:cTn id="693" dur="1000" fill="hold"/>
                                        <p:tgtEl>
                                          <p:spTgt spid="210"/>
                                        </p:tgtEl>
                                        <p:attrNameLst>
                                          <p:attrName>ppt_x</p:attrName>
                                          <p:attrName>ppt_y</p:attrName>
                                        </p:attrNameLst>
                                      </p:cBhvr>
                                      <p:rCtr x="-78" y="1829"/>
                                    </p:animMotion>
                                  </p:childTnLst>
                                </p:cTn>
                              </p:par>
                            </p:childTnLst>
                          </p:cTn>
                        </p:par>
                      </p:childTnLst>
                    </p:cTn>
                  </p:par>
                  <p:par>
                    <p:cTn id="694" fill="hold">
                      <p:stCondLst>
                        <p:cond delay="indefinite"/>
                      </p:stCondLst>
                      <p:childTnLst>
                        <p:par>
                          <p:cTn id="695" fill="hold">
                            <p:stCondLst>
                              <p:cond delay="0"/>
                            </p:stCondLst>
                            <p:childTnLst>
                              <p:par>
                                <p:cTn id="696" presetID="42" presetClass="entr" presetSubtype="0" fill="hold" nodeType="clickEffect">
                                  <p:stCondLst>
                                    <p:cond delay="0"/>
                                  </p:stCondLst>
                                  <p:childTnLst>
                                    <p:set>
                                      <p:cBhvr>
                                        <p:cTn id="697" dur="1" fill="hold">
                                          <p:stCondLst>
                                            <p:cond delay="0"/>
                                          </p:stCondLst>
                                        </p:cTn>
                                        <p:tgtEl>
                                          <p:spTgt spid="140"/>
                                        </p:tgtEl>
                                        <p:attrNameLst>
                                          <p:attrName>style.visibility</p:attrName>
                                        </p:attrNameLst>
                                      </p:cBhvr>
                                      <p:to>
                                        <p:strVal val="visible"/>
                                      </p:to>
                                    </p:set>
                                    <p:animEffect transition="in" filter="fade">
                                      <p:cBhvr>
                                        <p:cTn id="698" dur="1000"/>
                                        <p:tgtEl>
                                          <p:spTgt spid="140"/>
                                        </p:tgtEl>
                                      </p:cBhvr>
                                    </p:animEffect>
                                    <p:anim calcmode="lin" valueType="num">
                                      <p:cBhvr>
                                        <p:cTn id="699" dur="1000" fill="hold"/>
                                        <p:tgtEl>
                                          <p:spTgt spid="140"/>
                                        </p:tgtEl>
                                        <p:attrNameLst>
                                          <p:attrName>ppt_x</p:attrName>
                                        </p:attrNameLst>
                                      </p:cBhvr>
                                      <p:tavLst>
                                        <p:tav tm="0">
                                          <p:val>
                                            <p:strVal val="#ppt_x"/>
                                          </p:val>
                                        </p:tav>
                                        <p:tav tm="100000">
                                          <p:val>
                                            <p:strVal val="#ppt_x"/>
                                          </p:val>
                                        </p:tav>
                                      </p:tavLst>
                                    </p:anim>
                                    <p:anim calcmode="lin" valueType="num">
                                      <p:cBhvr>
                                        <p:cTn id="700" dur="1000" fill="hold"/>
                                        <p:tgtEl>
                                          <p:spTgt spid="140"/>
                                        </p:tgtEl>
                                        <p:attrNameLst>
                                          <p:attrName>ppt_y</p:attrName>
                                        </p:attrNameLst>
                                      </p:cBhvr>
                                      <p:tavLst>
                                        <p:tav tm="0">
                                          <p:val>
                                            <p:strVal val="#ppt_y+.1"/>
                                          </p:val>
                                        </p:tav>
                                        <p:tav tm="100000">
                                          <p:val>
                                            <p:strVal val="#ppt_y"/>
                                          </p:val>
                                        </p:tav>
                                      </p:tavLst>
                                    </p:anim>
                                  </p:childTnLst>
                                </p:cTn>
                              </p:par>
                              <p:par>
                                <p:cTn id="701" presetID="64" presetClass="path" presetSubtype="0" accel="50000" decel="50000" fill="hold" nodeType="withEffect">
                                  <p:stCondLst>
                                    <p:cond delay="0"/>
                                  </p:stCondLst>
                                  <p:childTnLst>
                                    <p:animMotion origin="layout" path="M -0.25274 -0.07315 L -0.15847 -0.22477 " pathEditMode="relative" rAng="0" ptsTypes="AA">
                                      <p:cBhvr>
                                        <p:cTn id="702" dur="1000" fill="hold"/>
                                        <p:tgtEl>
                                          <p:spTgt spid="234"/>
                                        </p:tgtEl>
                                        <p:attrNameLst>
                                          <p:attrName>ppt_x</p:attrName>
                                          <p:attrName>ppt_y</p:attrName>
                                        </p:attrNameLst>
                                      </p:cBhvr>
                                      <p:rCtr x="4714" y="-7593"/>
                                    </p:animMotion>
                                  </p:childTnLst>
                                </p:cTn>
                              </p:par>
                            </p:childTnLst>
                          </p:cTn>
                        </p:par>
                      </p:childTnLst>
                    </p:cTn>
                  </p:par>
                  <p:par>
                    <p:cTn id="703" fill="hold">
                      <p:stCondLst>
                        <p:cond delay="indefinite"/>
                      </p:stCondLst>
                      <p:childTnLst>
                        <p:par>
                          <p:cTn id="704" fill="hold">
                            <p:stCondLst>
                              <p:cond delay="0"/>
                            </p:stCondLst>
                            <p:childTnLst>
                              <p:par>
                                <p:cTn id="705" presetID="42" presetClass="path" presetSubtype="0" accel="50000" decel="50000" fill="hold" nodeType="clickEffect">
                                  <p:stCondLst>
                                    <p:cond delay="0"/>
                                  </p:stCondLst>
                                  <p:childTnLst>
                                    <p:animMotion origin="layout" path="M -0.00143 0.0368 L -0.00143 0.07129 " pathEditMode="relative" rAng="0" ptsTypes="AA">
                                      <p:cBhvr>
                                        <p:cTn id="706" dur="1000" fill="hold"/>
                                        <p:tgtEl>
                                          <p:spTgt spid="210"/>
                                        </p:tgtEl>
                                        <p:attrNameLst>
                                          <p:attrName>ppt_x</p:attrName>
                                          <p:attrName>ppt_y</p:attrName>
                                        </p:attrNameLst>
                                      </p:cBhvr>
                                      <p:rCtr x="0" y="1713"/>
                                    </p:animMotion>
                                  </p:childTnLst>
                                </p:cTn>
                              </p:par>
                              <p:par>
                                <p:cTn id="707" presetID="31" presetClass="entr" presetSubtype="0" fill="hold" grpId="0" nodeType="withEffect">
                                  <p:stCondLst>
                                    <p:cond delay="0"/>
                                  </p:stCondLst>
                                  <p:childTnLst>
                                    <p:set>
                                      <p:cBhvr>
                                        <p:cTn id="708" dur="1" fill="hold">
                                          <p:stCondLst>
                                            <p:cond delay="0"/>
                                          </p:stCondLst>
                                        </p:cTn>
                                        <p:tgtEl>
                                          <p:spTgt spid="258"/>
                                        </p:tgtEl>
                                        <p:attrNameLst>
                                          <p:attrName>style.visibility</p:attrName>
                                        </p:attrNameLst>
                                      </p:cBhvr>
                                      <p:to>
                                        <p:strVal val="visible"/>
                                      </p:to>
                                    </p:set>
                                    <p:anim calcmode="lin" valueType="num">
                                      <p:cBhvr>
                                        <p:cTn id="709" dur="1000" fill="hold"/>
                                        <p:tgtEl>
                                          <p:spTgt spid="258"/>
                                        </p:tgtEl>
                                        <p:attrNameLst>
                                          <p:attrName>ppt_w</p:attrName>
                                        </p:attrNameLst>
                                      </p:cBhvr>
                                      <p:tavLst>
                                        <p:tav tm="0">
                                          <p:val>
                                            <p:fltVal val="0"/>
                                          </p:val>
                                        </p:tav>
                                        <p:tav tm="100000">
                                          <p:val>
                                            <p:strVal val="#ppt_w"/>
                                          </p:val>
                                        </p:tav>
                                      </p:tavLst>
                                    </p:anim>
                                    <p:anim calcmode="lin" valueType="num">
                                      <p:cBhvr>
                                        <p:cTn id="710" dur="1000" fill="hold"/>
                                        <p:tgtEl>
                                          <p:spTgt spid="258"/>
                                        </p:tgtEl>
                                        <p:attrNameLst>
                                          <p:attrName>ppt_h</p:attrName>
                                        </p:attrNameLst>
                                      </p:cBhvr>
                                      <p:tavLst>
                                        <p:tav tm="0">
                                          <p:val>
                                            <p:fltVal val="0"/>
                                          </p:val>
                                        </p:tav>
                                        <p:tav tm="100000">
                                          <p:val>
                                            <p:strVal val="#ppt_h"/>
                                          </p:val>
                                        </p:tav>
                                      </p:tavLst>
                                    </p:anim>
                                    <p:anim calcmode="lin" valueType="num">
                                      <p:cBhvr>
                                        <p:cTn id="711" dur="1000" fill="hold"/>
                                        <p:tgtEl>
                                          <p:spTgt spid="258"/>
                                        </p:tgtEl>
                                        <p:attrNameLst>
                                          <p:attrName>style.rotation</p:attrName>
                                        </p:attrNameLst>
                                      </p:cBhvr>
                                      <p:tavLst>
                                        <p:tav tm="0">
                                          <p:val>
                                            <p:fltVal val="90"/>
                                          </p:val>
                                        </p:tav>
                                        <p:tav tm="100000">
                                          <p:val>
                                            <p:fltVal val="0"/>
                                          </p:val>
                                        </p:tav>
                                      </p:tavLst>
                                    </p:anim>
                                    <p:animEffect transition="in" filter="fade">
                                      <p:cBhvr>
                                        <p:cTn id="712" dur="1000"/>
                                        <p:tgtEl>
                                          <p:spTgt spid="258"/>
                                        </p:tgtEl>
                                      </p:cBhvr>
                                    </p:animEffect>
                                  </p:childTnLst>
                                </p:cTn>
                              </p:par>
                            </p:childTnLst>
                          </p:cTn>
                        </p:par>
                        <p:par>
                          <p:cTn id="713" fill="hold">
                            <p:stCondLst>
                              <p:cond delay="1000"/>
                            </p:stCondLst>
                            <p:childTnLst>
                              <p:par>
                                <p:cTn id="714" presetID="31" presetClass="entr" presetSubtype="0" fill="hold" grpId="0" nodeType="afterEffect">
                                  <p:stCondLst>
                                    <p:cond delay="0"/>
                                  </p:stCondLst>
                                  <p:childTnLst>
                                    <p:set>
                                      <p:cBhvr>
                                        <p:cTn id="715" dur="1" fill="hold">
                                          <p:stCondLst>
                                            <p:cond delay="0"/>
                                          </p:stCondLst>
                                        </p:cTn>
                                        <p:tgtEl>
                                          <p:spTgt spid="259"/>
                                        </p:tgtEl>
                                        <p:attrNameLst>
                                          <p:attrName>style.visibility</p:attrName>
                                        </p:attrNameLst>
                                      </p:cBhvr>
                                      <p:to>
                                        <p:strVal val="visible"/>
                                      </p:to>
                                    </p:set>
                                    <p:anim calcmode="lin" valueType="num">
                                      <p:cBhvr>
                                        <p:cTn id="716" dur="1000" fill="hold"/>
                                        <p:tgtEl>
                                          <p:spTgt spid="259"/>
                                        </p:tgtEl>
                                        <p:attrNameLst>
                                          <p:attrName>ppt_w</p:attrName>
                                        </p:attrNameLst>
                                      </p:cBhvr>
                                      <p:tavLst>
                                        <p:tav tm="0">
                                          <p:val>
                                            <p:fltVal val="0"/>
                                          </p:val>
                                        </p:tav>
                                        <p:tav tm="100000">
                                          <p:val>
                                            <p:strVal val="#ppt_w"/>
                                          </p:val>
                                        </p:tav>
                                      </p:tavLst>
                                    </p:anim>
                                    <p:anim calcmode="lin" valueType="num">
                                      <p:cBhvr>
                                        <p:cTn id="717" dur="1000" fill="hold"/>
                                        <p:tgtEl>
                                          <p:spTgt spid="259"/>
                                        </p:tgtEl>
                                        <p:attrNameLst>
                                          <p:attrName>ppt_h</p:attrName>
                                        </p:attrNameLst>
                                      </p:cBhvr>
                                      <p:tavLst>
                                        <p:tav tm="0">
                                          <p:val>
                                            <p:fltVal val="0"/>
                                          </p:val>
                                        </p:tav>
                                        <p:tav tm="100000">
                                          <p:val>
                                            <p:strVal val="#ppt_h"/>
                                          </p:val>
                                        </p:tav>
                                      </p:tavLst>
                                    </p:anim>
                                    <p:anim calcmode="lin" valueType="num">
                                      <p:cBhvr>
                                        <p:cTn id="718" dur="1000" fill="hold"/>
                                        <p:tgtEl>
                                          <p:spTgt spid="259"/>
                                        </p:tgtEl>
                                        <p:attrNameLst>
                                          <p:attrName>style.rotation</p:attrName>
                                        </p:attrNameLst>
                                      </p:cBhvr>
                                      <p:tavLst>
                                        <p:tav tm="0">
                                          <p:val>
                                            <p:fltVal val="90"/>
                                          </p:val>
                                        </p:tav>
                                        <p:tav tm="100000">
                                          <p:val>
                                            <p:fltVal val="0"/>
                                          </p:val>
                                        </p:tav>
                                      </p:tavLst>
                                    </p:anim>
                                    <p:animEffect transition="in" filter="fade">
                                      <p:cBhvr>
                                        <p:cTn id="719" dur="1000"/>
                                        <p:tgtEl>
                                          <p:spTgt spid="259"/>
                                        </p:tgtEl>
                                      </p:cBhvr>
                                    </p:animEffect>
                                  </p:childTnLst>
                                </p:cTn>
                              </p:par>
                            </p:childTnLst>
                          </p:cTn>
                        </p:par>
                      </p:childTnLst>
                    </p:cTn>
                  </p:par>
                  <p:par>
                    <p:cTn id="720" fill="hold">
                      <p:stCondLst>
                        <p:cond delay="indefinite"/>
                      </p:stCondLst>
                      <p:childTnLst>
                        <p:par>
                          <p:cTn id="721" fill="hold">
                            <p:stCondLst>
                              <p:cond delay="0"/>
                            </p:stCondLst>
                            <p:childTnLst>
                              <p:par>
                                <p:cTn id="722" presetID="42" presetClass="path" presetSubtype="0" accel="50000" decel="50000" fill="hold" nodeType="clickEffect">
                                  <p:stCondLst>
                                    <p:cond delay="0"/>
                                  </p:stCondLst>
                                  <p:childTnLst>
                                    <p:animMotion origin="layout" path="M -0.00143 0.07129 L -0.00065 0.10347 " pathEditMode="relative" rAng="0" ptsTypes="AA">
                                      <p:cBhvr>
                                        <p:cTn id="723" dur="1000" fill="hold"/>
                                        <p:tgtEl>
                                          <p:spTgt spid="210"/>
                                        </p:tgtEl>
                                        <p:attrNameLst>
                                          <p:attrName>ppt_x</p:attrName>
                                          <p:attrName>ppt_y</p:attrName>
                                        </p:attrNameLst>
                                      </p:cBhvr>
                                      <p:rCtr x="39" y="1597"/>
                                    </p:animMotion>
                                  </p:childTnLst>
                                </p:cTn>
                              </p:par>
                            </p:childTnLst>
                          </p:cTn>
                        </p:par>
                        <p:par>
                          <p:cTn id="724" fill="hold">
                            <p:stCondLst>
                              <p:cond delay="1000"/>
                            </p:stCondLst>
                            <p:childTnLst>
                              <p:par>
                                <p:cTn id="725" presetID="22" presetClass="entr" presetSubtype="1" fill="hold" grpId="0" nodeType="afterEffect">
                                  <p:stCondLst>
                                    <p:cond delay="0"/>
                                  </p:stCondLst>
                                  <p:childTnLst>
                                    <p:set>
                                      <p:cBhvr>
                                        <p:cTn id="726" dur="1" fill="hold">
                                          <p:stCondLst>
                                            <p:cond delay="0"/>
                                          </p:stCondLst>
                                        </p:cTn>
                                        <p:tgtEl>
                                          <p:spTgt spid="150"/>
                                        </p:tgtEl>
                                        <p:attrNameLst>
                                          <p:attrName>style.visibility</p:attrName>
                                        </p:attrNameLst>
                                      </p:cBhvr>
                                      <p:to>
                                        <p:strVal val="visible"/>
                                      </p:to>
                                    </p:set>
                                    <p:animEffect transition="in" filter="wipe(up)">
                                      <p:cBhvr>
                                        <p:cTn id="727" dur="1000"/>
                                        <p:tgtEl>
                                          <p:spTgt spid="150"/>
                                        </p:tgtEl>
                                      </p:cBhvr>
                                    </p:animEffect>
                                  </p:childTnLst>
                                </p:cTn>
                              </p:par>
                            </p:childTnLst>
                          </p:cTn>
                        </p:par>
                      </p:childTnLst>
                    </p:cTn>
                  </p:par>
                  <p:par>
                    <p:cTn id="728" fill="hold">
                      <p:stCondLst>
                        <p:cond delay="indefinite"/>
                      </p:stCondLst>
                      <p:childTnLst>
                        <p:par>
                          <p:cTn id="729" fill="hold">
                            <p:stCondLst>
                              <p:cond delay="0"/>
                            </p:stCondLst>
                            <p:childTnLst>
                              <p:par>
                                <p:cTn id="730" presetID="42" presetClass="path" presetSubtype="0" accel="50000" decel="50000" fill="hold" nodeType="clickEffect">
                                  <p:stCondLst>
                                    <p:cond delay="0"/>
                                  </p:stCondLst>
                                  <p:childTnLst>
                                    <p:animMotion origin="layout" path="M -0.00065 0.10347 L -0.00065 0.13333 " pathEditMode="relative" rAng="0" ptsTypes="AA">
                                      <p:cBhvr>
                                        <p:cTn id="731" dur="1000" fill="hold"/>
                                        <p:tgtEl>
                                          <p:spTgt spid="210"/>
                                        </p:tgtEl>
                                        <p:attrNameLst>
                                          <p:attrName>ppt_x</p:attrName>
                                          <p:attrName>ppt_y</p:attrName>
                                        </p:attrNameLst>
                                      </p:cBhvr>
                                      <p:rCtr x="0" y="1481"/>
                                    </p:animMotion>
                                  </p:childTnLst>
                                </p:cTn>
                              </p:par>
                            </p:childTnLst>
                          </p:cTn>
                        </p:par>
                        <p:par>
                          <p:cTn id="732" fill="hold">
                            <p:stCondLst>
                              <p:cond delay="1000"/>
                            </p:stCondLst>
                            <p:childTnLst>
                              <p:par>
                                <p:cTn id="733" presetID="22" presetClass="entr" presetSubtype="8" fill="hold" grpId="0" nodeType="afterEffect">
                                  <p:stCondLst>
                                    <p:cond delay="0"/>
                                  </p:stCondLst>
                                  <p:childTnLst>
                                    <p:set>
                                      <p:cBhvr>
                                        <p:cTn id="734" dur="1" fill="hold">
                                          <p:stCondLst>
                                            <p:cond delay="0"/>
                                          </p:stCondLst>
                                        </p:cTn>
                                        <p:tgtEl>
                                          <p:spTgt spid="161"/>
                                        </p:tgtEl>
                                        <p:attrNameLst>
                                          <p:attrName>style.visibility</p:attrName>
                                        </p:attrNameLst>
                                      </p:cBhvr>
                                      <p:to>
                                        <p:strVal val="visible"/>
                                      </p:to>
                                    </p:set>
                                    <p:animEffect transition="in" filter="wipe(left)">
                                      <p:cBhvr>
                                        <p:cTn id="735" dur="1000"/>
                                        <p:tgtEl>
                                          <p:spTgt spid="161"/>
                                        </p:tgtEl>
                                      </p:cBhvr>
                                    </p:animEffect>
                                  </p:childTnLst>
                                </p:cTn>
                              </p:par>
                            </p:childTnLst>
                          </p:cTn>
                        </p:par>
                      </p:childTnLst>
                    </p:cTn>
                  </p:par>
                  <p:par>
                    <p:cTn id="736" fill="hold">
                      <p:stCondLst>
                        <p:cond delay="indefinite"/>
                      </p:stCondLst>
                      <p:childTnLst>
                        <p:par>
                          <p:cTn id="737" fill="hold">
                            <p:stCondLst>
                              <p:cond delay="0"/>
                            </p:stCondLst>
                            <p:childTnLst>
                              <p:par>
                                <p:cTn id="738" presetID="42" presetClass="path" presetSubtype="0" accel="50000" decel="50000" fill="hold" nodeType="clickEffect">
                                  <p:stCondLst>
                                    <p:cond delay="0"/>
                                  </p:stCondLst>
                                  <p:childTnLst>
                                    <p:animMotion origin="layout" path="M -0.00065 0.13333 L -0.00065 0.16759 " pathEditMode="relative" rAng="0" ptsTypes="AA">
                                      <p:cBhvr>
                                        <p:cTn id="739" dur="1000" fill="hold"/>
                                        <p:tgtEl>
                                          <p:spTgt spid="210"/>
                                        </p:tgtEl>
                                        <p:attrNameLst>
                                          <p:attrName>ppt_x</p:attrName>
                                          <p:attrName>ppt_y</p:attrName>
                                        </p:attrNameLst>
                                      </p:cBhvr>
                                      <p:rCtr x="0" y="1713"/>
                                    </p:animMotion>
                                  </p:childTnLst>
                                </p:cTn>
                              </p:par>
                            </p:childTnLst>
                          </p:cTn>
                        </p:par>
                      </p:childTnLst>
                    </p:cTn>
                  </p:par>
                  <p:par>
                    <p:cTn id="740" fill="hold">
                      <p:stCondLst>
                        <p:cond delay="indefinite"/>
                      </p:stCondLst>
                      <p:childTnLst>
                        <p:par>
                          <p:cTn id="741" fill="hold">
                            <p:stCondLst>
                              <p:cond delay="0"/>
                            </p:stCondLst>
                            <p:childTnLst>
                              <p:par>
                                <p:cTn id="742" presetID="22" presetClass="exit" presetSubtype="2" fill="hold" nodeType="clickEffect">
                                  <p:stCondLst>
                                    <p:cond delay="0"/>
                                  </p:stCondLst>
                                  <p:childTnLst>
                                    <p:animEffect transition="out" filter="wipe(right)">
                                      <p:cBhvr>
                                        <p:cTn id="743" dur="1000"/>
                                        <p:tgtEl>
                                          <p:spTgt spid="246"/>
                                        </p:tgtEl>
                                      </p:cBhvr>
                                    </p:animEffect>
                                    <p:set>
                                      <p:cBhvr>
                                        <p:cTn id="744" dur="1" fill="hold">
                                          <p:stCondLst>
                                            <p:cond delay="999"/>
                                          </p:stCondLst>
                                        </p:cTn>
                                        <p:tgtEl>
                                          <p:spTgt spid="246"/>
                                        </p:tgtEl>
                                        <p:attrNameLst>
                                          <p:attrName>style.visibility</p:attrName>
                                        </p:attrNameLst>
                                      </p:cBhvr>
                                      <p:to>
                                        <p:strVal val="hidden"/>
                                      </p:to>
                                    </p:set>
                                  </p:childTnLst>
                                </p:cTn>
                              </p:par>
                            </p:childTnLst>
                          </p:cTn>
                        </p:par>
                        <p:par>
                          <p:cTn id="745" fill="hold">
                            <p:stCondLst>
                              <p:cond delay="1000"/>
                            </p:stCondLst>
                            <p:childTnLst>
                              <p:par>
                                <p:cTn id="746" presetID="22" presetClass="entr" presetSubtype="8" fill="hold" nodeType="afterEffect">
                                  <p:stCondLst>
                                    <p:cond delay="0"/>
                                  </p:stCondLst>
                                  <p:childTnLst>
                                    <p:set>
                                      <p:cBhvr>
                                        <p:cTn id="747" dur="1" fill="hold">
                                          <p:stCondLst>
                                            <p:cond delay="0"/>
                                          </p:stCondLst>
                                        </p:cTn>
                                        <p:tgtEl>
                                          <p:spTgt spid="189"/>
                                        </p:tgtEl>
                                        <p:attrNameLst>
                                          <p:attrName>style.visibility</p:attrName>
                                        </p:attrNameLst>
                                      </p:cBhvr>
                                      <p:to>
                                        <p:strVal val="visible"/>
                                      </p:to>
                                    </p:set>
                                    <p:animEffect transition="in" filter="wipe(left)">
                                      <p:cBhvr>
                                        <p:cTn id="748" dur="500"/>
                                        <p:tgtEl>
                                          <p:spTgt spid="189"/>
                                        </p:tgtEl>
                                      </p:cBhvr>
                                    </p:animEffect>
                                  </p:childTnLst>
                                </p:cTn>
                              </p:par>
                            </p:childTnLst>
                          </p:cTn>
                        </p:par>
                      </p:childTnLst>
                    </p:cTn>
                  </p:par>
                  <p:par>
                    <p:cTn id="749" fill="hold">
                      <p:stCondLst>
                        <p:cond delay="indefinite"/>
                      </p:stCondLst>
                      <p:childTnLst>
                        <p:par>
                          <p:cTn id="750" fill="hold">
                            <p:stCondLst>
                              <p:cond delay="0"/>
                            </p:stCondLst>
                            <p:childTnLst>
                              <p:par>
                                <p:cTn id="751" presetID="22" presetClass="exit" presetSubtype="2" fill="hold" grpId="1" nodeType="clickEffect">
                                  <p:stCondLst>
                                    <p:cond delay="0"/>
                                  </p:stCondLst>
                                  <p:childTnLst>
                                    <p:animEffect transition="out" filter="wipe(right)">
                                      <p:cBhvr>
                                        <p:cTn id="752" dur="500"/>
                                        <p:tgtEl>
                                          <p:spTgt spid="209"/>
                                        </p:tgtEl>
                                      </p:cBhvr>
                                    </p:animEffect>
                                    <p:set>
                                      <p:cBhvr>
                                        <p:cTn id="753" dur="1" fill="hold">
                                          <p:stCondLst>
                                            <p:cond delay="499"/>
                                          </p:stCondLst>
                                        </p:cTn>
                                        <p:tgtEl>
                                          <p:spTgt spid="209"/>
                                        </p:tgtEl>
                                        <p:attrNameLst>
                                          <p:attrName>style.visibility</p:attrName>
                                        </p:attrNameLst>
                                      </p:cBhvr>
                                      <p:to>
                                        <p:strVal val="hidden"/>
                                      </p:to>
                                    </p:set>
                                  </p:childTnLst>
                                </p:cTn>
                              </p:par>
                            </p:childTnLst>
                          </p:cTn>
                        </p:par>
                        <p:par>
                          <p:cTn id="754" fill="hold">
                            <p:stCondLst>
                              <p:cond delay="500"/>
                            </p:stCondLst>
                            <p:childTnLst>
                              <p:par>
                                <p:cTn id="755" presetID="22" presetClass="entr" presetSubtype="8" fill="hold" grpId="0" nodeType="afterEffect">
                                  <p:stCondLst>
                                    <p:cond delay="0"/>
                                  </p:stCondLst>
                                  <p:childTnLst>
                                    <p:set>
                                      <p:cBhvr>
                                        <p:cTn id="756" dur="1" fill="hold">
                                          <p:stCondLst>
                                            <p:cond delay="0"/>
                                          </p:stCondLst>
                                        </p:cTn>
                                        <p:tgtEl>
                                          <p:spTgt spid="162"/>
                                        </p:tgtEl>
                                        <p:attrNameLst>
                                          <p:attrName>style.visibility</p:attrName>
                                        </p:attrNameLst>
                                      </p:cBhvr>
                                      <p:to>
                                        <p:strVal val="visible"/>
                                      </p:to>
                                    </p:set>
                                    <p:animEffect transition="in" filter="wipe(left)">
                                      <p:cBhvr>
                                        <p:cTn id="757" dur="1000"/>
                                        <p:tgtEl>
                                          <p:spTgt spid="162"/>
                                        </p:tgtEl>
                                      </p:cBhvr>
                                    </p:animEffect>
                                  </p:childTnLst>
                                </p:cTn>
                              </p:par>
                            </p:childTnLst>
                          </p:cTn>
                        </p:par>
                      </p:childTnLst>
                    </p:cTn>
                  </p:par>
                  <p:par>
                    <p:cTn id="758" fill="hold">
                      <p:stCondLst>
                        <p:cond delay="indefinite"/>
                      </p:stCondLst>
                      <p:childTnLst>
                        <p:par>
                          <p:cTn id="759" fill="hold">
                            <p:stCondLst>
                              <p:cond delay="0"/>
                            </p:stCondLst>
                            <p:childTnLst>
                              <p:par>
                                <p:cTn id="760" presetID="1" presetClass="exit" presetSubtype="0" fill="hold" nodeType="clickEffect">
                                  <p:stCondLst>
                                    <p:cond delay="0"/>
                                  </p:stCondLst>
                                  <p:childTnLst>
                                    <p:set>
                                      <p:cBhvr>
                                        <p:cTn id="761" dur="1" fill="hold">
                                          <p:stCondLst>
                                            <p:cond delay="0"/>
                                          </p:stCondLst>
                                        </p:cTn>
                                        <p:tgtEl>
                                          <p:spTgt spid="210"/>
                                        </p:tgtEl>
                                        <p:attrNameLst>
                                          <p:attrName>style.visibility</p:attrName>
                                        </p:attrNameLst>
                                      </p:cBhvr>
                                      <p:to>
                                        <p:strVal val="hidden"/>
                                      </p:to>
                                    </p:set>
                                  </p:childTnLst>
                                </p:cTn>
                              </p:par>
                            </p:childTnLst>
                          </p:cTn>
                        </p:par>
                      </p:childTnLst>
                    </p:cTn>
                  </p:par>
                  <p:par>
                    <p:cTn id="762" fill="hold">
                      <p:stCondLst>
                        <p:cond delay="indefinite"/>
                      </p:stCondLst>
                      <p:childTnLst>
                        <p:par>
                          <p:cTn id="763" fill="hold">
                            <p:stCondLst>
                              <p:cond delay="0"/>
                            </p:stCondLst>
                            <p:childTnLst>
                              <p:par>
                                <p:cTn id="764" presetID="42" presetClass="entr" presetSubtype="0" fill="hold" grpId="0" nodeType="clickEffect">
                                  <p:stCondLst>
                                    <p:cond delay="0"/>
                                  </p:stCondLst>
                                  <p:childTnLst>
                                    <p:set>
                                      <p:cBhvr>
                                        <p:cTn id="765" dur="1" fill="hold">
                                          <p:stCondLst>
                                            <p:cond delay="0"/>
                                          </p:stCondLst>
                                        </p:cTn>
                                        <p:tgtEl>
                                          <p:spTgt spid="3"/>
                                        </p:tgtEl>
                                        <p:attrNameLst>
                                          <p:attrName>style.visibility</p:attrName>
                                        </p:attrNameLst>
                                      </p:cBhvr>
                                      <p:to>
                                        <p:strVal val="visible"/>
                                      </p:to>
                                    </p:set>
                                    <p:animEffect transition="in" filter="fade">
                                      <p:cBhvr>
                                        <p:cTn id="766" dur="1000"/>
                                        <p:tgtEl>
                                          <p:spTgt spid="3"/>
                                        </p:tgtEl>
                                      </p:cBhvr>
                                    </p:animEffect>
                                    <p:anim calcmode="lin" valueType="num">
                                      <p:cBhvr>
                                        <p:cTn id="767" dur="1000" fill="hold"/>
                                        <p:tgtEl>
                                          <p:spTgt spid="3"/>
                                        </p:tgtEl>
                                        <p:attrNameLst>
                                          <p:attrName>ppt_x</p:attrName>
                                        </p:attrNameLst>
                                      </p:cBhvr>
                                      <p:tavLst>
                                        <p:tav tm="0">
                                          <p:val>
                                            <p:strVal val="#ppt_x"/>
                                          </p:val>
                                        </p:tav>
                                        <p:tav tm="100000">
                                          <p:val>
                                            <p:strVal val="#ppt_x"/>
                                          </p:val>
                                        </p:tav>
                                      </p:tavLst>
                                    </p:anim>
                                    <p:anim calcmode="lin" valueType="num">
                                      <p:cBhvr>
                                        <p:cTn id="76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p:bldP spid="151" grpId="0" animBg="1"/>
      <p:bldP spid="153" grpId="0" animBg="1"/>
      <p:bldP spid="154" grpId="0"/>
      <p:bldP spid="155" grpId="0"/>
      <p:bldP spid="156" grpId="0"/>
      <p:bldP spid="157" grpId="0"/>
      <p:bldP spid="158" grpId="0"/>
      <p:bldP spid="159" grpId="0"/>
      <p:bldP spid="160" grpId="0"/>
      <p:bldP spid="161" grpId="0" animBg="1"/>
      <p:bldP spid="162" grpId="0" animBg="1"/>
      <p:bldP spid="163" grpId="0" animBg="1"/>
      <p:bldP spid="164" grpId="0" animBg="1"/>
      <p:bldP spid="165" grpId="0" animBg="1"/>
      <p:bldP spid="166" grpId="0" animBg="1"/>
      <p:bldP spid="167" grpId="0" animBg="1"/>
      <p:bldP spid="193" grpId="0" animBg="1"/>
      <p:bldP spid="201" grpId="0"/>
      <p:bldP spid="202" grpId="0"/>
      <p:bldP spid="202" grpId="1"/>
      <p:bldP spid="203" grpId="0"/>
      <p:bldP spid="203" grpId="1"/>
      <p:bldP spid="204" grpId="0"/>
      <p:bldP spid="204" grpId="1"/>
      <p:bldP spid="205" grpId="0"/>
      <p:bldP spid="205" grpId="1"/>
      <p:bldP spid="206" grpId="0"/>
      <p:bldP spid="206" grpId="1"/>
      <p:bldP spid="207" grpId="0"/>
      <p:bldP spid="207" grpId="1"/>
      <p:bldP spid="208" grpId="0"/>
      <p:bldP spid="208" grpId="1"/>
      <p:bldP spid="214" grpId="0"/>
      <p:bldP spid="215" grpId="0"/>
      <p:bldP spid="216" grpId="0"/>
      <p:bldP spid="217" grpId="0"/>
      <p:bldP spid="224" grpId="0"/>
      <p:bldP spid="224" grpId="1"/>
      <p:bldP spid="224" grpId="2"/>
      <p:bldP spid="256" grpId="0"/>
      <p:bldP spid="257" grpId="0"/>
      <p:bldP spid="258" grpId="0"/>
      <p:bldP spid="259" grpId="0"/>
      <p:bldP spid="260" grpId="0"/>
      <p:bldP spid="261" grpId="0"/>
      <p:bldP spid="262" grpId="0"/>
      <p:bldP spid="263" grpId="0"/>
      <p:bldP spid="264" grpId="0"/>
      <p:bldP spid="265" grpId="0"/>
      <p:bldP spid="266" grpId="0"/>
      <p:bldP spid="267" grpId="0"/>
      <p:bldP spid="268" grpId="0"/>
      <p:bldP spid="269" grpId="0"/>
      <p:bldP spid="209" grpId="0" animBg="1"/>
      <p:bldP spid="209" grpId="1" animBg="1"/>
      <p:bldP spid="222" grpId="0"/>
      <p:bldP spid="222" grpId="1"/>
      <p:bldP spid="222" grpId="2"/>
      <p:bldP spid="229" grpId="0"/>
      <p:bldP spid="229" grpId="1"/>
      <p:bldP spid="229" grpId="2"/>
      <p:bldP spid="229" grpId="3"/>
      <p:bldP spid="230" grpId="0"/>
      <p:bldP spid="230" grpId="1"/>
      <p:bldP spid="231" grpId="0" animBg="1"/>
      <p:bldP spid="231" grpId="1" animBg="1"/>
      <p:bldP spid="233" grpId="0"/>
      <p:bldP spid="233" grpId="1"/>
      <p:bldP spid="236" grpId="0"/>
      <p:bldP spid="236" grpId="1"/>
      <p:bldP spid="236" grpId="2"/>
      <p:bldP spid="236" grpId="3"/>
      <p:bldP spid="236" grpId="4"/>
      <p:bldP spid="236" grpId="5"/>
      <p:bldP spid="237" grpId="0"/>
      <p:bldP spid="237" grpId="1"/>
      <p:bldP spid="238" grpId="0" animBg="1"/>
      <p:bldP spid="238" grpId="1" animBg="1"/>
      <p:bldP spid="245" grpId="0" animBg="1"/>
      <p:bldP spid="245" grpId="1" animBg="1"/>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4737D212-EB08-4D75-9E60-AF44DA639F4E}"/>
              </a:ext>
            </a:extLst>
          </p:cNvPr>
          <p:cNvGrpSpPr/>
          <p:nvPr/>
        </p:nvGrpSpPr>
        <p:grpSpPr>
          <a:xfrm>
            <a:off x="1766206" y="3157185"/>
            <a:ext cx="3071437" cy="2244947"/>
            <a:chOff x="1650318" y="749394"/>
            <a:chExt cx="3071437" cy="2244947"/>
          </a:xfrm>
        </p:grpSpPr>
        <p:cxnSp>
          <p:nvCxnSpPr>
            <p:cNvPr id="5" name="直接连接符 4">
              <a:extLst>
                <a:ext uri="{FF2B5EF4-FFF2-40B4-BE49-F238E27FC236}">
                  <a16:creationId xmlns:a16="http://schemas.microsoft.com/office/drawing/2014/main" id="{D0D87E63-90B0-47E2-84B4-C582EF7083F3}"/>
                </a:ext>
              </a:extLst>
            </p:cNvPr>
            <p:cNvCxnSpPr/>
            <p:nvPr/>
          </p:nvCxnSpPr>
          <p:spPr>
            <a:xfrm>
              <a:off x="3205083" y="929394"/>
              <a:ext cx="894921" cy="4205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A869E8C7-C6AA-46D6-9FEF-A17070E4661D}"/>
                </a:ext>
              </a:extLst>
            </p:cNvPr>
            <p:cNvCxnSpPr>
              <a:cxnSpLocks/>
            </p:cNvCxnSpPr>
            <p:nvPr/>
          </p:nvCxnSpPr>
          <p:spPr>
            <a:xfrm flipV="1">
              <a:off x="2318460" y="910587"/>
              <a:ext cx="886623" cy="43600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40981BE8-F70C-4513-B0FF-1E08562F0AA6}"/>
                </a:ext>
              </a:extLst>
            </p:cNvPr>
            <p:cNvCxnSpPr>
              <a:cxnSpLocks/>
            </p:cNvCxnSpPr>
            <p:nvPr/>
          </p:nvCxnSpPr>
          <p:spPr>
            <a:xfrm>
              <a:off x="2321620" y="1349926"/>
              <a:ext cx="423971" cy="65677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4DA3036F-5556-4F2C-ACA0-44D48AD4030C}"/>
                </a:ext>
              </a:extLst>
            </p:cNvPr>
            <p:cNvCxnSpPr>
              <a:cxnSpLocks/>
            </p:cNvCxnSpPr>
            <p:nvPr/>
          </p:nvCxnSpPr>
          <p:spPr>
            <a:xfrm>
              <a:off x="2748751" y="2006703"/>
              <a:ext cx="176840" cy="80763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0B56C3D0-2D91-48E3-9047-A5CC4F82D6DA}"/>
                </a:ext>
              </a:extLst>
            </p:cNvPr>
            <p:cNvCxnSpPr>
              <a:cxnSpLocks/>
            </p:cNvCxnSpPr>
            <p:nvPr/>
          </p:nvCxnSpPr>
          <p:spPr>
            <a:xfrm flipV="1">
              <a:off x="3632214" y="1380192"/>
              <a:ext cx="482410" cy="63784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47BF1B21-5964-4BC0-B86F-018513DA1C15}"/>
                </a:ext>
              </a:extLst>
            </p:cNvPr>
            <p:cNvCxnSpPr>
              <a:cxnSpLocks/>
            </p:cNvCxnSpPr>
            <p:nvPr/>
          </p:nvCxnSpPr>
          <p:spPr>
            <a:xfrm>
              <a:off x="4094294" y="1361262"/>
              <a:ext cx="447461" cy="6379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FFE8BEF-0C61-45CC-8DC1-FD657911D1AE}"/>
                </a:ext>
              </a:extLst>
            </p:cNvPr>
            <p:cNvCxnSpPr>
              <a:cxnSpLocks/>
            </p:cNvCxnSpPr>
            <p:nvPr/>
          </p:nvCxnSpPr>
          <p:spPr>
            <a:xfrm flipH="1">
              <a:off x="1794800" y="1338467"/>
              <a:ext cx="501562" cy="66823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33F53810-0DA3-4D50-9989-3172A5DF3BB4}"/>
                </a:ext>
              </a:extLst>
            </p:cNvPr>
            <p:cNvSpPr/>
            <p:nvPr/>
          </p:nvSpPr>
          <p:spPr>
            <a:xfrm>
              <a:off x="1650318" y="1822217"/>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4</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15" name="椭圆 14">
              <a:extLst>
                <a:ext uri="{FF2B5EF4-FFF2-40B4-BE49-F238E27FC236}">
                  <a16:creationId xmlns:a16="http://schemas.microsoft.com/office/drawing/2014/main" id="{54BFECE0-7CA0-4590-AA6C-42AC5292E7B1}"/>
                </a:ext>
              </a:extLst>
            </p:cNvPr>
            <p:cNvSpPr/>
            <p:nvPr/>
          </p:nvSpPr>
          <p:spPr>
            <a:xfrm>
              <a:off x="2565591" y="1816194"/>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5</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16" name="椭圆 15">
              <a:extLst>
                <a:ext uri="{FF2B5EF4-FFF2-40B4-BE49-F238E27FC236}">
                  <a16:creationId xmlns:a16="http://schemas.microsoft.com/office/drawing/2014/main" id="{5B481834-EDAD-4356-97C8-FB431195F778}"/>
                </a:ext>
              </a:extLst>
            </p:cNvPr>
            <p:cNvSpPr/>
            <p:nvPr/>
          </p:nvSpPr>
          <p:spPr>
            <a:xfrm>
              <a:off x="2745591" y="2634341"/>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8</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17" name="椭圆 16">
              <a:extLst>
                <a:ext uri="{FF2B5EF4-FFF2-40B4-BE49-F238E27FC236}">
                  <a16:creationId xmlns:a16="http://schemas.microsoft.com/office/drawing/2014/main" id="{F126F5FB-4E3D-4874-9CB8-79F22761FB5D}"/>
                </a:ext>
              </a:extLst>
            </p:cNvPr>
            <p:cNvSpPr/>
            <p:nvPr/>
          </p:nvSpPr>
          <p:spPr>
            <a:xfrm>
              <a:off x="3025083" y="749394"/>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1</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18" name="椭圆 17">
              <a:extLst>
                <a:ext uri="{FF2B5EF4-FFF2-40B4-BE49-F238E27FC236}">
                  <a16:creationId xmlns:a16="http://schemas.microsoft.com/office/drawing/2014/main" id="{75D7EF43-C2DD-4B73-9EB9-E07A091C3F9E}"/>
                </a:ext>
              </a:extLst>
            </p:cNvPr>
            <p:cNvSpPr/>
            <p:nvPr/>
          </p:nvSpPr>
          <p:spPr>
            <a:xfrm>
              <a:off x="2153080" y="1169926"/>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2</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19" name="椭圆 18">
              <a:extLst>
                <a:ext uri="{FF2B5EF4-FFF2-40B4-BE49-F238E27FC236}">
                  <a16:creationId xmlns:a16="http://schemas.microsoft.com/office/drawing/2014/main" id="{79B00381-19AC-4B3C-9D23-3EF853370E8C}"/>
                </a:ext>
              </a:extLst>
            </p:cNvPr>
            <p:cNvSpPr/>
            <p:nvPr/>
          </p:nvSpPr>
          <p:spPr>
            <a:xfrm>
              <a:off x="3920004" y="1169926"/>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3</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20" name="椭圆 19">
              <a:extLst>
                <a:ext uri="{FF2B5EF4-FFF2-40B4-BE49-F238E27FC236}">
                  <a16:creationId xmlns:a16="http://schemas.microsoft.com/office/drawing/2014/main" id="{9AE09654-8801-41EA-82D5-AA359E38FC49}"/>
                </a:ext>
              </a:extLst>
            </p:cNvPr>
            <p:cNvSpPr/>
            <p:nvPr/>
          </p:nvSpPr>
          <p:spPr>
            <a:xfrm>
              <a:off x="3454980" y="1816194"/>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6</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21" name="椭圆 20">
              <a:extLst>
                <a:ext uri="{FF2B5EF4-FFF2-40B4-BE49-F238E27FC236}">
                  <a16:creationId xmlns:a16="http://schemas.microsoft.com/office/drawing/2014/main" id="{FC7197D8-62F5-4007-93A5-18F1EE3B43F3}"/>
                </a:ext>
              </a:extLst>
            </p:cNvPr>
            <p:cNvSpPr/>
            <p:nvPr/>
          </p:nvSpPr>
          <p:spPr>
            <a:xfrm>
              <a:off x="4361755" y="1816194"/>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7</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grpSp>
      <p:sp>
        <p:nvSpPr>
          <p:cNvPr id="22" name="矩形: 圆角 21">
            <a:extLst>
              <a:ext uri="{FF2B5EF4-FFF2-40B4-BE49-F238E27FC236}">
                <a16:creationId xmlns:a16="http://schemas.microsoft.com/office/drawing/2014/main" id="{DDCD402C-1BF4-4A6C-9A08-17398379DDC3}"/>
              </a:ext>
            </a:extLst>
          </p:cNvPr>
          <p:cNvSpPr/>
          <p:nvPr/>
        </p:nvSpPr>
        <p:spPr>
          <a:xfrm>
            <a:off x="1439505" y="283595"/>
            <a:ext cx="3933059" cy="408314"/>
          </a:xfrm>
          <a:prstGeom prst="roundRect">
            <a:avLst/>
          </a:prstGeom>
          <a:solidFill>
            <a:schemeClr val="tx2">
              <a:lumMod val="10000"/>
              <a:lumOff val="9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n>
                  <a:solidFill>
                    <a:srgbClr val="002060"/>
                  </a:solidFill>
                </a:ln>
                <a:solidFill>
                  <a:srgbClr val="C00000"/>
                </a:solidFill>
              </a:rPr>
              <a:t>算法</a:t>
            </a:r>
            <a:r>
              <a:rPr lang="en-US" altLang="zh-CN" sz="2000" b="1" dirty="0">
                <a:ln>
                  <a:solidFill>
                    <a:srgbClr val="002060"/>
                  </a:solidFill>
                </a:ln>
                <a:solidFill>
                  <a:srgbClr val="C00000"/>
                </a:solidFill>
              </a:rPr>
              <a:t>7.5</a:t>
            </a:r>
            <a:r>
              <a:rPr lang="en-US" altLang="zh-CN" sz="2000" b="1" dirty="0">
                <a:ln>
                  <a:solidFill>
                    <a:srgbClr val="002060"/>
                  </a:solidFill>
                </a:ln>
                <a:solidFill>
                  <a:srgbClr val="0070C0"/>
                </a:solidFill>
              </a:rPr>
              <a:t>  </a:t>
            </a:r>
            <a:r>
              <a:rPr lang="zh-CN" altLang="en-US" sz="2000" b="1" dirty="0">
                <a:ln>
                  <a:solidFill>
                    <a:srgbClr val="002060"/>
                  </a:solidFill>
                </a:ln>
                <a:solidFill>
                  <a:srgbClr val="0070C0"/>
                </a:solidFill>
              </a:rPr>
              <a:t>无向图的深度优先遍历</a:t>
            </a:r>
          </a:p>
        </p:txBody>
      </p:sp>
      <p:grpSp>
        <p:nvGrpSpPr>
          <p:cNvPr id="23" name="组合 22">
            <a:extLst>
              <a:ext uri="{FF2B5EF4-FFF2-40B4-BE49-F238E27FC236}">
                <a16:creationId xmlns:a16="http://schemas.microsoft.com/office/drawing/2014/main" id="{B5768D91-D7EE-4881-A54B-B51CBA214FBA}"/>
              </a:ext>
            </a:extLst>
          </p:cNvPr>
          <p:cNvGrpSpPr/>
          <p:nvPr/>
        </p:nvGrpSpPr>
        <p:grpSpPr>
          <a:xfrm>
            <a:off x="5372564" y="3163763"/>
            <a:ext cx="3071437" cy="2244947"/>
            <a:chOff x="1650318" y="749394"/>
            <a:chExt cx="3071437" cy="2244947"/>
          </a:xfrm>
        </p:grpSpPr>
        <p:cxnSp>
          <p:nvCxnSpPr>
            <p:cNvPr id="24" name="直接连接符 23">
              <a:extLst>
                <a:ext uri="{FF2B5EF4-FFF2-40B4-BE49-F238E27FC236}">
                  <a16:creationId xmlns:a16="http://schemas.microsoft.com/office/drawing/2014/main" id="{EF3C1E74-C747-425E-82D2-751B63434E12}"/>
                </a:ext>
              </a:extLst>
            </p:cNvPr>
            <p:cNvCxnSpPr/>
            <p:nvPr/>
          </p:nvCxnSpPr>
          <p:spPr>
            <a:xfrm>
              <a:off x="3205083" y="929394"/>
              <a:ext cx="894921" cy="4205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AE3F1A5-9DC0-4979-A03A-5FA950E759E1}"/>
                </a:ext>
              </a:extLst>
            </p:cNvPr>
            <p:cNvCxnSpPr>
              <a:cxnSpLocks/>
            </p:cNvCxnSpPr>
            <p:nvPr/>
          </p:nvCxnSpPr>
          <p:spPr>
            <a:xfrm flipV="1">
              <a:off x="2318460" y="910587"/>
              <a:ext cx="886623" cy="43600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B2D7B027-15E7-4FB7-B3D7-A19FFCDD0BC1}"/>
                </a:ext>
              </a:extLst>
            </p:cNvPr>
            <p:cNvCxnSpPr>
              <a:cxnSpLocks/>
            </p:cNvCxnSpPr>
            <p:nvPr/>
          </p:nvCxnSpPr>
          <p:spPr>
            <a:xfrm>
              <a:off x="2321620" y="1349926"/>
              <a:ext cx="423971" cy="65677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8D9471D1-E3B8-47ED-8F76-023B35D4FAE2}"/>
                </a:ext>
              </a:extLst>
            </p:cNvPr>
            <p:cNvCxnSpPr>
              <a:cxnSpLocks/>
            </p:cNvCxnSpPr>
            <p:nvPr/>
          </p:nvCxnSpPr>
          <p:spPr>
            <a:xfrm>
              <a:off x="2748751" y="2006703"/>
              <a:ext cx="176840" cy="80763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B100CAFB-85AA-4DB4-BC12-3EC878662C62}"/>
                </a:ext>
              </a:extLst>
            </p:cNvPr>
            <p:cNvCxnSpPr>
              <a:cxnSpLocks/>
            </p:cNvCxnSpPr>
            <p:nvPr/>
          </p:nvCxnSpPr>
          <p:spPr>
            <a:xfrm>
              <a:off x="1807800" y="1996194"/>
              <a:ext cx="1117791" cy="81814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9FF1CB73-933C-4BE9-AF56-1709B9ED3263}"/>
                </a:ext>
              </a:extLst>
            </p:cNvPr>
            <p:cNvCxnSpPr>
              <a:cxnSpLocks/>
            </p:cNvCxnSpPr>
            <p:nvPr/>
          </p:nvCxnSpPr>
          <p:spPr>
            <a:xfrm flipV="1">
              <a:off x="3632214" y="1380192"/>
              <a:ext cx="482410" cy="63784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CC799567-C582-4DF9-91AC-51C314276ED7}"/>
                </a:ext>
              </a:extLst>
            </p:cNvPr>
            <p:cNvCxnSpPr>
              <a:cxnSpLocks/>
            </p:cNvCxnSpPr>
            <p:nvPr/>
          </p:nvCxnSpPr>
          <p:spPr>
            <a:xfrm>
              <a:off x="4094294" y="1361262"/>
              <a:ext cx="447461" cy="6379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EEEA7D54-A6E6-41C0-95AC-361135346197}"/>
                </a:ext>
              </a:extLst>
            </p:cNvPr>
            <p:cNvCxnSpPr>
              <a:cxnSpLocks/>
            </p:cNvCxnSpPr>
            <p:nvPr/>
          </p:nvCxnSpPr>
          <p:spPr>
            <a:xfrm>
              <a:off x="3632214" y="1996194"/>
              <a:ext cx="909541"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DB0C7FA-BB74-45E2-9ECD-2A0BB64A443D}"/>
                </a:ext>
              </a:extLst>
            </p:cNvPr>
            <p:cNvCxnSpPr>
              <a:cxnSpLocks/>
            </p:cNvCxnSpPr>
            <p:nvPr/>
          </p:nvCxnSpPr>
          <p:spPr>
            <a:xfrm flipH="1">
              <a:off x="1794800" y="1338467"/>
              <a:ext cx="501562" cy="66823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60A456EB-E715-4E99-B877-130DC8B2DEE9}"/>
                </a:ext>
              </a:extLst>
            </p:cNvPr>
            <p:cNvSpPr/>
            <p:nvPr/>
          </p:nvSpPr>
          <p:spPr>
            <a:xfrm>
              <a:off x="1650318" y="1822217"/>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4</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34" name="椭圆 33">
              <a:extLst>
                <a:ext uri="{FF2B5EF4-FFF2-40B4-BE49-F238E27FC236}">
                  <a16:creationId xmlns:a16="http://schemas.microsoft.com/office/drawing/2014/main" id="{9501BCF1-64DE-47F2-A1A4-3D923D18D321}"/>
                </a:ext>
              </a:extLst>
            </p:cNvPr>
            <p:cNvSpPr/>
            <p:nvPr/>
          </p:nvSpPr>
          <p:spPr>
            <a:xfrm>
              <a:off x="2565591" y="1816194"/>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5</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35" name="椭圆 34">
              <a:extLst>
                <a:ext uri="{FF2B5EF4-FFF2-40B4-BE49-F238E27FC236}">
                  <a16:creationId xmlns:a16="http://schemas.microsoft.com/office/drawing/2014/main" id="{784A26F0-3CC2-4EAF-B2C0-F18B8370EDF4}"/>
                </a:ext>
              </a:extLst>
            </p:cNvPr>
            <p:cNvSpPr/>
            <p:nvPr/>
          </p:nvSpPr>
          <p:spPr>
            <a:xfrm>
              <a:off x="2745591" y="2634341"/>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8</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36" name="椭圆 35">
              <a:extLst>
                <a:ext uri="{FF2B5EF4-FFF2-40B4-BE49-F238E27FC236}">
                  <a16:creationId xmlns:a16="http://schemas.microsoft.com/office/drawing/2014/main" id="{534244F2-2B3C-40CA-AF3C-5BD7267BD8C6}"/>
                </a:ext>
              </a:extLst>
            </p:cNvPr>
            <p:cNvSpPr/>
            <p:nvPr/>
          </p:nvSpPr>
          <p:spPr>
            <a:xfrm>
              <a:off x="3025083" y="749394"/>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1</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37" name="椭圆 36">
              <a:extLst>
                <a:ext uri="{FF2B5EF4-FFF2-40B4-BE49-F238E27FC236}">
                  <a16:creationId xmlns:a16="http://schemas.microsoft.com/office/drawing/2014/main" id="{21C9D987-C049-46C0-8F28-1E1C1619FF70}"/>
                </a:ext>
              </a:extLst>
            </p:cNvPr>
            <p:cNvSpPr/>
            <p:nvPr/>
          </p:nvSpPr>
          <p:spPr>
            <a:xfrm>
              <a:off x="2153080" y="1169926"/>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2</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38" name="椭圆 37">
              <a:extLst>
                <a:ext uri="{FF2B5EF4-FFF2-40B4-BE49-F238E27FC236}">
                  <a16:creationId xmlns:a16="http://schemas.microsoft.com/office/drawing/2014/main" id="{D816428C-BD78-4DA1-AD2F-2796C5714165}"/>
                </a:ext>
              </a:extLst>
            </p:cNvPr>
            <p:cNvSpPr/>
            <p:nvPr/>
          </p:nvSpPr>
          <p:spPr>
            <a:xfrm>
              <a:off x="3920004" y="1169926"/>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3</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39" name="椭圆 38">
              <a:extLst>
                <a:ext uri="{FF2B5EF4-FFF2-40B4-BE49-F238E27FC236}">
                  <a16:creationId xmlns:a16="http://schemas.microsoft.com/office/drawing/2014/main" id="{7934B2C7-C360-4ECB-ADC8-BB420257BFA4}"/>
                </a:ext>
              </a:extLst>
            </p:cNvPr>
            <p:cNvSpPr/>
            <p:nvPr/>
          </p:nvSpPr>
          <p:spPr>
            <a:xfrm>
              <a:off x="3454980" y="1816194"/>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6</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40" name="椭圆 39">
              <a:extLst>
                <a:ext uri="{FF2B5EF4-FFF2-40B4-BE49-F238E27FC236}">
                  <a16:creationId xmlns:a16="http://schemas.microsoft.com/office/drawing/2014/main" id="{BD46D763-5447-4ABC-8CA1-E523982BE537}"/>
                </a:ext>
              </a:extLst>
            </p:cNvPr>
            <p:cNvSpPr/>
            <p:nvPr/>
          </p:nvSpPr>
          <p:spPr>
            <a:xfrm>
              <a:off x="4361755" y="1816194"/>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7</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grpSp>
      <p:sp>
        <p:nvSpPr>
          <p:cNvPr id="41" name="文本框 40">
            <a:extLst>
              <a:ext uri="{FF2B5EF4-FFF2-40B4-BE49-F238E27FC236}">
                <a16:creationId xmlns:a16="http://schemas.microsoft.com/office/drawing/2014/main" id="{8063EB26-9B17-4D01-B9EA-E877E87B1FB8}"/>
              </a:ext>
            </a:extLst>
          </p:cNvPr>
          <p:cNvSpPr txBox="1"/>
          <p:nvPr/>
        </p:nvSpPr>
        <p:spPr>
          <a:xfrm>
            <a:off x="4473934" y="3158208"/>
            <a:ext cx="1383063" cy="646331"/>
          </a:xfrm>
          <a:prstGeom prst="rect">
            <a:avLst/>
          </a:prstGeom>
          <a:noFill/>
        </p:spPr>
        <p:txBody>
          <a:bodyPr wrap="square" rtlCol="0">
            <a:spAutoFit/>
          </a:bodyPr>
          <a:lstStyle/>
          <a:p>
            <a:pPr algn="ctr"/>
            <a:r>
              <a:rPr lang="zh-CN" altLang="en-US" b="1" dirty="0">
                <a:solidFill>
                  <a:srgbClr val="C00000"/>
                </a:solidFill>
              </a:rPr>
              <a:t>比较两个</a:t>
            </a:r>
            <a:endParaRPr lang="en-US" altLang="zh-CN" b="1" dirty="0">
              <a:solidFill>
                <a:srgbClr val="C00000"/>
              </a:solidFill>
            </a:endParaRPr>
          </a:p>
          <a:p>
            <a:pPr algn="ctr"/>
            <a:r>
              <a:rPr lang="zh-CN" altLang="en-US" b="1" dirty="0">
                <a:solidFill>
                  <a:srgbClr val="C00000"/>
                </a:solidFill>
              </a:rPr>
              <a:t>树和图</a:t>
            </a:r>
          </a:p>
        </p:txBody>
      </p:sp>
      <p:sp>
        <p:nvSpPr>
          <p:cNvPr id="42" name="文本框 41">
            <a:extLst>
              <a:ext uri="{FF2B5EF4-FFF2-40B4-BE49-F238E27FC236}">
                <a16:creationId xmlns:a16="http://schemas.microsoft.com/office/drawing/2014/main" id="{2FF17528-8538-47D9-9DD7-742A579E6508}"/>
              </a:ext>
            </a:extLst>
          </p:cNvPr>
          <p:cNvSpPr txBox="1"/>
          <p:nvPr/>
        </p:nvSpPr>
        <p:spPr>
          <a:xfrm>
            <a:off x="1624292" y="5363265"/>
            <a:ext cx="2760692" cy="1323439"/>
          </a:xfrm>
          <a:prstGeom prst="rect">
            <a:avLst/>
          </a:prstGeom>
          <a:noFill/>
        </p:spPr>
        <p:txBody>
          <a:bodyPr wrap="none" rtlCol="0">
            <a:spAutoFit/>
          </a:bodyPr>
          <a:lstStyle/>
          <a:p>
            <a:r>
              <a:rPr lang="zh-CN" altLang="en-US" sz="1600" b="1" dirty="0"/>
              <a:t>（</a:t>
            </a:r>
            <a:r>
              <a:rPr lang="en-US" altLang="zh-CN" sz="1600" b="1" dirty="0"/>
              <a:t>1</a:t>
            </a:r>
            <a:r>
              <a:rPr lang="zh-CN" altLang="en-US" sz="1600" b="1" dirty="0"/>
              <a:t>）</a:t>
            </a:r>
            <a:r>
              <a:rPr lang="en-US" altLang="zh-CN" sz="1600" b="1" dirty="0"/>
              <a:t> </a:t>
            </a:r>
            <a:r>
              <a:rPr lang="zh-CN" altLang="en-US" sz="1600" b="1" dirty="0"/>
              <a:t>有根</a:t>
            </a:r>
            <a:endParaRPr lang="en-US" altLang="zh-CN" sz="1600" b="1" dirty="0"/>
          </a:p>
          <a:p>
            <a:r>
              <a:rPr lang="zh-CN" altLang="en-US" sz="1600" b="1" dirty="0"/>
              <a:t>（</a:t>
            </a:r>
            <a:r>
              <a:rPr lang="en-US" altLang="zh-CN" sz="1600" b="1" dirty="0"/>
              <a:t>2</a:t>
            </a:r>
            <a:r>
              <a:rPr lang="zh-CN" altLang="en-US" sz="1600" b="1" dirty="0"/>
              <a:t>） 父子关系、有向</a:t>
            </a:r>
            <a:endParaRPr lang="en-US" altLang="zh-CN" sz="1600" b="1" dirty="0"/>
          </a:p>
          <a:p>
            <a:r>
              <a:rPr lang="zh-CN" altLang="en-US" sz="1600" b="1" dirty="0"/>
              <a:t>（</a:t>
            </a:r>
            <a:r>
              <a:rPr lang="en-US" altLang="zh-CN" sz="1600" b="1" dirty="0"/>
              <a:t>3</a:t>
            </a:r>
            <a:r>
              <a:rPr lang="zh-CN" altLang="en-US" sz="1600" b="1" dirty="0"/>
              <a:t>）子树是划分的、不相交</a:t>
            </a:r>
            <a:endParaRPr lang="en-US" altLang="zh-CN" sz="1600" b="1" dirty="0"/>
          </a:p>
          <a:p>
            <a:r>
              <a:rPr lang="zh-CN" altLang="en-US" sz="1600" b="1" dirty="0"/>
              <a:t>（</a:t>
            </a:r>
            <a:r>
              <a:rPr lang="en-US" altLang="zh-CN" sz="1600" b="1" dirty="0"/>
              <a:t>4</a:t>
            </a:r>
            <a:r>
              <a:rPr lang="zh-CN" altLang="en-US" sz="1600" b="1" dirty="0"/>
              <a:t>）可先、中、后序遍历</a:t>
            </a:r>
            <a:endParaRPr lang="en-US" altLang="zh-CN" sz="1600" b="1" dirty="0"/>
          </a:p>
          <a:p>
            <a:r>
              <a:rPr lang="en-US" altLang="zh-CN" sz="1600" b="1" dirty="0"/>
              <a:t>         </a:t>
            </a:r>
            <a:r>
              <a:rPr lang="zh-CN" altLang="en-US" sz="1600" b="1" dirty="0"/>
              <a:t>和层次遍历</a:t>
            </a:r>
          </a:p>
        </p:txBody>
      </p:sp>
      <p:sp>
        <p:nvSpPr>
          <p:cNvPr id="43" name="文本框 42">
            <a:extLst>
              <a:ext uri="{FF2B5EF4-FFF2-40B4-BE49-F238E27FC236}">
                <a16:creationId xmlns:a16="http://schemas.microsoft.com/office/drawing/2014/main" id="{8D649020-264B-4992-A62F-B256B8AFD335}"/>
              </a:ext>
            </a:extLst>
          </p:cNvPr>
          <p:cNvSpPr txBox="1"/>
          <p:nvPr/>
        </p:nvSpPr>
        <p:spPr>
          <a:xfrm>
            <a:off x="5085927" y="5295176"/>
            <a:ext cx="595035" cy="338554"/>
          </a:xfrm>
          <a:prstGeom prst="rect">
            <a:avLst/>
          </a:prstGeom>
          <a:noFill/>
        </p:spPr>
        <p:txBody>
          <a:bodyPr wrap="none" rtlCol="0">
            <a:spAutoFit/>
          </a:bodyPr>
          <a:lstStyle/>
          <a:p>
            <a:r>
              <a:rPr lang="zh-CN" altLang="en-US" sz="1600" b="1" dirty="0"/>
              <a:t>无根</a:t>
            </a:r>
          </a:p>
        </p:txBody>
      </p:sp>
      <p:sp>
        <p:nvSpPr>
          <p:cNvPr id="44" name="文本框 43">
            <a:extLst>
              <a:ext uri="{FF2B5EF4-FFF2-40B4-BE49-F238E27FC236}">
                <a16:creationId xmlns:a16="http://schemas.microsoft.com/office/drawing/2014/main" id="{35018032-7118-4D9F-81D1-9F009809BBF2}"/>
              </a:ext>
            </a:extLst>
          </p:cNvPr>
          <p:cNvSpPr txBox="1"/>
          <p:nvPr/>
        </p:nvSpPr>
        <p:spPr>
          <a:xfrm>
            <a:off x="5083567" y="5618341"/>
            <a:ext cx="2646878" cy="338554"/>
          </a:xfrm>
          <a:prstGeom prst="rect">
            <a:avLst/>
          </a:prstGeom>
          <a:noFill/>
        </p:spPr>
        <p:txBody>
          <a:bodyPr wrap="none" rtlCol="0">
            <a:spAutoFit/>
          </a:bodyPr>
          <a:lstStyle/>
          <a:p>
            <a:r>
              <a:rPr lang="zh-CN" altLang="en-US" sz="1600" b="1" dirty="0"/>
              <a:t>平等相邻关系、有向或无向</a:t>
            </a:r>
          </a:p>
        </p:txBody>
      </p:sp>
      <p:sp>
        <p:nvSpPr>
          <p:cNvPr id="45" name="文本框 44">
            <a:extLst>
              <a:ext uri="{FF2B5EF4-FFF2-40B4-BE49-F238E27FC236}">
                <a16:creationId xmlns:a16="http://schemas.microsoft.com/office/drawing/2014/main" id="{F9B91AA0-837D-444A-90AA-4CAB0A25A4CF}"/>
              </a:ext>
            </a:extLst>
          </p:cNvPr>
          <p:cNvSpPr txBox="1"/>
          <p:nvPr/>
        </p:nvSpPr>
        <p:spPr>
          <a:xfrm>
            <a:off x="5083567" y="5890192"/>
            <a:ext cx="1620957" cy="338554"/>
          </a:xfrm>
          <a:prstGeom prst="rect">
            <a:avLst/>
          </a:prstGeom>
          <a:noFill/>
        </p:spPr>
        <p:txBody>
          <a:bodyPr wrap="none" rtlCol="0">
            <a:spAutoFit/>
          </a:bodyPr>
          <a:lstStyle/>
          <a:p>
            <a:r>
              <a:rPr lang="zh-CN" altLang="en-US" sz="1600" b="1" dirty="0"/>
              <a:t>子图可相交重叠</a:t>
            </a:r>
          </a:p>
        </p:txBody>
      </p:sp>
      <p:sp>
        <p:nvSpPr>
          <p:cNvPr id="46" name="文本框 45">
            <a:extLst>
              <a:ext uri="{FF2B5EF4-FFF2-40B4-BE49-F238E27FC236}">
                <a16:creationId xmlns:a16="http://schemas.microsoft.com/office/drawing/2014/main" id="{24B9B698-46B6-4EFB-AF3B-E4101205D089}"/>
              </a:ext>
            </a:extLst>
          </p:cNvPr>
          <p:cNvSpPr txBox="1"/>
          <p:nvPr/>
        </p:nvSpPr>
        <p:spPr>
          <a:xfrm>
            <a:off x="5083567" y="6156503"/>
            <a:ext cx="2031325" cy="584775"/>
          </a:xfrm>
          <a:prstGeom prst="rect">
            <a:avLst/>
          </a:prstGeom>
          <a:noFill/>
        </p:spPr>
        <p:txBody>
          <a:bodyPr wrap="none" rtlCol="0">
            <a:spAutoFit/>
          </a:bodyPr>
          <a:lstStyle/>
          <a:p>
            <a:r>
              <a:rPr lang="zh-CN" altLang="en-US" sz="1600" b="1" dirty="0"/>
              <a:t>深度优先搜索遍历、</a:t>
            </a:r>
            <a:endParaRPr lang="en-US" altLang="zh-CN" sz="1600" b="1" dirty="0"/>
          </a:p>
          <a:p>
            <a:r>
              <a:rPr lang="zh-CN" altLang="en-US" sz="1600" b="1" dirty="0"/>
              <a:t>广度优先搜索遍历</a:t>
            </a:r>
          </a:p>
        </p:txBody>
      </p:sp>
      <p:cxnSp>
        <p:nvCxnSpPr>
          <p:cNvPr id="48" name="直接连接符 47">
            <a:extLst>
              <a:ext uri="{FF2B5EF4-FFF2-40B4-BE49-F238E27FC236}">
                <a16:creationId xmlns:a16="http://schemas.microsoft.com/office/drawing/2014/main" id="{8AD67617-3F47-4016-9D25-0CCC0AA336BB}"/>
              </a:ext>
            </a:extLst>
          </p:cNvPr>
          <p:cNvCxnSpPr>
            <a:cxnSpLocks/>
            <a:stCxn id="33" idx="5"/>
            <a:endCxn id="35" idx="1"/>
          </p:cNvCxnSpPr>
          <p:nvPr/>
        </p:nvCxnSpPr>
        <p:spPr>
          <a:xfrm>
            <a:off x="5679843" y="4543865"/>
            <a:ext cx="840715" cy="55756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FF029E05-63C5-431E-802B-9059273B1AC2}"/>
              </a:ext>
            </a:extLst>
          </p:cNvPr>
          <p:cNvCxnSpPr>
            <a:cxnSpLocks/>
            <a:stCxn id="39" idx="6"/>
            <a:endCxn id="40" idx="2"/>
          </p:cNvCxnSpPr>
          <p:nvPr/>
        </p:nvCxnSpPr>
        <p:spPr>
          <a:xfrm>
            <a:off x="7537226" y="4410563"/>
            <a:ext cx="5467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408AE02B-23F3-47A7-B0A1-FC738BBB3F2E}"/>
              </a:ext>
            </a:extLst>
          </p:cNvPr>
          <p:cNvSpPr txBox="1"/>
          <p:nvPr/>
        </p:nvSpPr>
        <p:spPr>
          <a:xfrm>
            <a:off x="4153511" y="4703059"/>
            <a:ext cx="1826141" cy="584775"/>
          </a:xfrm>
          <a:prstGeom prst="rect">
            <a:avLst/>
          </a:prstGeom>
          <a:noFill/>
        </p:spPr>
        <p:txBody>
          <a:bodyPr wrap="none" rtlCol="0">
            <a:spAutoFit/>
          </a:bodyPr>
          <a:lstStyle/>
          <a:p>
            <a:r>
              <a:rPr lang="zh-CN" altLang="en-US" sz="1600" b="1" dirty="0">
                <a:solidFill>
                  <a:srgbClr val="8E3BAB"/>
                </a:solidFill>
              </a:rPr>
              <a:t>比树多两条边</a:t>
            </a:r>
            <a:endParaRPr lang="en-US" altLang="zh-CN" sz="1600" b="1" dirty="0">
              <a:solidFill>
                <a:srgbClr val="8E3BAB"/>
              </a:solidFill>
            </a:endParaRPr>
          </a:p>
          <a:p>
            <a:r>
              <a:rPr lang="zh-CN" altLang="en-US" sz="1600" b="1" dirty="0">
                <a:solidFill>
                  <a:srgbClr val="8E3BAB"/>
                </a:solidFill>
              </a:rPr>
              <a:t>回路导致重复可达</a:t>
            </a:r>
          </a:p>
        </p:txBody>
      </p:sp>
      <p:sp>
        <p:nvSpPr>
          <p:cNvPr id="54" name="文本框 53">
            <a:extLst>
              <a:ext uri="{FF2B5EF4-FFF2-40B4-BE49-F238E27FC236}">
                <a16:creationId xmlns:a16="http://schemas.microsoft.com/office/drawing/2014/main" id="{0B5B4631-A009-4C35-85AA-EA9AF366F2C6}"/>
              </a:ext>
            </a:extLst>
          </p:cNvPr>
          <p:cNvSpPr txBox="1"/>
          <p:nvPr/>
        </p:nvSpPr>
        <p:spPr>
          <a:xfrm>
            <a:off x="7068338" y="4726517"/>
            <a:ext cx="2236510" cy="584775"/>
          </a:xfrm>
          <a:prstGeom prst="rect">
            <a:avLst/>
          </a:prstGeom>
          <a:noFill/>
        </p:spPr>
        <p:txBody>
          <a:bodyPr wrap="none" rtlCol="0">
            <a:spAutoFit/>
          </a:bodyPr>
          <a:lstStyle/>
          <a:p>
            <a:r>
              <a:rPr lang="zh-CN" altLang="en-US" sz="1600" b="1" dirty="0">
                <a:solidFill>
                  <a:srgbClr val="8E3BAB"/>
                </a:solidFill>
              </a:rPr>
              <a:t>无向图的相邻是相互的</a:t>
            </a:r>
            <a:endParaRPr lang="en-US" altLang="zh-CN" sz="1600" b="1" dirty="0">
              <a:solidFill>
                <a:srgbClr val="8E3BAB"/>
              </a:solidFill>
            </a:endParaRPr>
          </a:p>
          <a:p>
            <a:r>
              <a:rPr lang="zh-CN" altLang="en-US" sz="1600" b="1" dirty="0">
                <a:solidFill>
                  <a:srgbClr val="8E3BAB"/>
                </a:solidFill>
              </a:rPr>
              <a:t>也导致重复可达</a:t>
            </a:r>
          </a:p>
        </p:txBody>
      </p:sp>
      <p:sp>
        <p:nvSpPr>
          <p:cNvPr id="55" name="文本框 54">
            <a:extLst>
              <a:ext uri="{FF2B5EF4-FFF2-40B4-BE49-F238E27FC236}">
                <a16:creationId xmlns:a16="http://schemas.microsoft.com/office/drawing/2014/main" id="{901388C6-AFC4-48C6-B5C1-B3FABFBCCCF0}"/>
              </a:ext>
            </a:extLst>
          </p:cNvPr>
          <p:cNvSpPr txBox="1"/>
          <p:nvPr/>
        </p:nvSpPr>
        <p:spPr>
          <a:xfrm>
            <a:off x="406657" y="771708"/>
            <a:ext cx="4772845" cy="2308324"/>
          </a:xfrm>
          <a:prstGeom prst="rect">
            <a:avLst/>
          </a:prstGeom>
          <a:noFill/>
        </p:spPr>
        <p:txBody>
          <a:bodyPr wrap="none" rtlCol="0">
            <a:spAutoFit/>
          </a:bodyPr>
          <a:lstStyle/>
          <a:p>
            <a:r>
              <a:rPr lang="zh-CN" altLang="en-US" sz="1600" b="1" dirty="0">
                <a:solidFill>
                  <a:srgbClr val="C00000"/>
                </a:solidFill>
              </a:rPr>
              <a:t>遍历</a:t>
            </a:r>
            <a:r>
              <a:rPr lang="zh-CN" altLang="en-US" sz="1600" b="1" dirty="0"/>
              <a:t>：要求对每个顶点都访问</a:t>
            </a:r>
            <a:r>
              <a:rPr lang="en-US" altLang="zh-CN" sz="1600" b="1" dirty="0"/>
              <a:t>1</a:t>
            </a:r>
            <a:r>
              <a:rPr lang="zh-CN" altLang="en-US" sz="1600" b="1" dirty="0"/>
              <a:t>次且仅</a:t>
            </a:r>
            <a:r>
              <a:rPr lang="en-US" altLang="zh-CN" sz="1600" b="1" dirty="0"/>
              <a:t>1</a:t>
            </a:r>
            <a:r>
              <a:rPr lang="zh-CN" altLang="en-US" sz="1600" b="1" dirty="0"/>
              <a:t>次。</a:t>
            </a:r>
            <a:endParaRPr lang="en-US" altLang="zh-CN" sz="1600" b="1" dirty="0"/>
          </a:p>
          <a:p>
            <a:r>
              <a:rPr lang="zh-CN" altLang="en-US" sz="1600" b="1" dirty="0"/>
              <a:t>二叉树的递归地先序遍历确保了这一遍历要求。</a:t>
            </a:r>
            <a:endParaRPr lang="en-US" altLang="zh-CN" sz="1600" b="1" dirty="0"/>
          </a:p>
          <a:p>
            <a:r>
              <a:rPr lang="zh-CN" altLang="en-US" sz="1600" b="1" dirty="0"/>
              <a:t>图呢？无向图呢？先比较</a:t>
            </a:r>
            <a:r>
              <a:rPr lang="zh-CN" altLang="en-US" sz="1600" b="1" dirty="0">
                <a:solidFill>
                  <a:srgbClr val="C00000"/>
                </a:solidFill>
              </a:rPr>
              <a:t>树</a:t>
            </a:r>
            <a:r>
              <a:rPr lang="zh-CN" altLang="en-US" sz="1600" b="1" dirty="0"/>
              <a:t>和</a:t>
            </a:r>
            <a:r>
              <a:rPr lang="zh-CN" altLang="en-US" sz="1600" b="1" dirty="0">
                <a:solidFill>
                  <a:srgbClr val="C00000"/>
                </a:solidFill>
              </a:rPr>
              <a:t>图</a:t>
            </a:r>
            <a:r>
              <a:rPr lang="zh-CN" altLang="en-US" sz="1600" b="1" dirty="0"/>
              <a:t>的特点。</a:t>
            </a:r>
            <a:endParaRPr lang="en-US" altLang="zh-CN" sz="1600" b="1" dirty="0"/>
          </a:p>
          <a:p>
            <a:r>
              <a:rPr lang="zh-CN" altLang="en-US" sz="1600" b="1" dirty="0"/>
              <a:t>对</a:t>
            </a:r>
            <a:r>
              <a:rPr lang="zh-CN" altLang="en-US" sz="1600" b="1" dirty="0">
                <a:solidFill>
                  <a:srgbClr val="0070C0"/>
                </a:solidFill>
              </a:rPr>
              <a:t>连通图</a:t>
            </a:r>
            <a:r>
              <a:rPr lang="zh-CN" altLang="en-US" sz="1600" b="1" dirty="0"/>
              <a:t>进行</a:t>
            </a:r>
            <a:r>
              <a:rPr lang="zh-CN" altLang="en-US" sz="1600" b="1" dirty="0">
                <a:solidFill>
                  <a:srgbClr val="C00000"/>
                </a:solidFill>
              </a:rPr>
              <a:t>深度优先搜索遍历</a:t>
            </a:r>
            <a:r>
              <a:rPr lang="zh-CN" altLang="en-US" sz="1600" b="1" dirty="0"/>
              <a:t>的要点：</a:t>
            </a:r>
            <a:endParaRPr lang="en-US" altLang="zh-CN" sz="1600" b="1" dirty="0"/>
          </a:p>
          <a:p>
            <a:r>
              <a:rPr lang="zh-CN" altLang="en-US" sz="1600" b="1" dirty="0"/>
              <a:t>（</a:t>
            </a:r>
            <a:r>
              <a:rPr lang="en-US" altLang="zh-CN" sz="1600" b="1" dirty="0"/>
              <a:t>1</a:t>
            </a:r>
            <a:r>
              <a:rPr lang="zh-CN" altLang="en-US" sz="1600" b="1" dirty="0"/>
              <a:t>）到达</a:t>
            </a:r>
            <a:r>
              <a:rPr lang="en-US" altLang="zh-CN" sz="1600" b="1" dirty="0"/>
              <a:t>v</a:t>
            </a:r>
            <a:r>
              <a:rPr lang="zh-CN" altLang="en-US" sz="1600" b="1" dirty="0"/>
              <a:t>，即访问，打已访问标记 “</a:t>
            </a:r>
            <a:r>
              <a:rPr lang="en-US" altLang="zh-CN" sz="1600" b="1" dirty="0">
                <a:solidFill>
                  <a:srgbClr val="C00000"/>
                </a:solidFill>
              </a:rPr>
              <a:t>Visited</a:t>
            </a:r>
            <a:r>
              <a:rPr lang="zh-CN" altLang="en-US" sz="1600" b="1" dirty="0"/>
              <a:t>”；</a:t>
            </a:r>
            <a:endParaRPr lang="en-US" altLang="zh-CN" sz="1600" b="1" dirty="0"/>
          </a:p>
          <a:p>
            <a:r>
              <a:rPr lang="zh-CN" altLang="en-US" sz="1600" b="1" dirty="0"/>
              <a:t>（</a:t>
            </a:r>
            <a:r>
              <a:rPr lang="en-US" altLang="zh-CN" sz="1600" b="1" dirty="0"/>
              <a:t>2</a:t>
            </a:r>
            <a:r>
              <a:rPr lang="zh-CN" altLang="en-US" sz="1600" b="1" dirty="0"/>
              <a:t>）对</a:t>
            </a:r>
            <a:r>
              <a:rPr lang="en-US" altLang="zh-CN" sz="1600" b="1" dirty="0"/>
              <a:t>v</a:t>
            </a:r>
            <a:r>
              <a:rPr lang="zh-CN" altLang="en-US" sz="1600" b="1" dirty="0"/>
              <a:t>的每个邻接顶点发起</a:t>
            </a:r>
            <a:r>
              <a:rPr lang="en-US" altLang="zh-CN" sz="1600" b="1" dirty="0"/>
              <a:t>1</a:t>
            </a:r>
            <a:r>
              <a:rPr lang="zh-CN" altLang="en-US" sz="1600" b="1" dirty="0"/>
              <a:t>次且仅</a:t>
            </a:r>
            <a:r>
              <a:rPr lang="en-US" altLang="zh-CN" sz="1600" b="1" dirty="0"/>
              <a:t>1</a:t>
            </a:r>
            <a:r>
              <a:rPr lang="zh-CN" altLang="en-US" sz="1600" b="1" dirty="0"/>
              <a:t>次搜索：</a:t>
            </a:r>
            <a:endParaRPr lang="en-US" altLang="zh-CN" sz="1600" b="1" dirty="0"/>
          </a:p>
          <a:p>
            <a:r>
              <a:rPr lang="zh-CN" altLang="en-US" sz="1600" b="1" dirty="0">
                <a:solidFill>
                  <a:srgbClr val="00B0F0"/>
                </a:solidFill>
              </a:rPr>
              <a:t>         </a:t>
            </a:r>
            <a:r>
              <a:rPr lang="zh-CN" altLang="en-US" sz="1600" b="1" dirty="0">
                <a:solidFill>
                  <a:srgbClr val="0070C0"/>
                </a:solidFill>
              </a:rPr>
              <a:t>先取首个邻接顶点：</a:t>
            </a:r>
            <a:r>
              <a:rPr lang="en-US" altLang="zh-CN" sz="1600" b="1" dirty="0" err="1"/>
              <a:t>FirstAdjVex</a:t>
            </a:r>
            <a:r>
              <a:rPr lang="en-US" altLang="zh-CN" sz="1600" b="1" dirty="0"/>
              <a:t>(v)</a:t>
            </a:r>
            <a:r>
              <a:rPr lang="zh-CN" altLang="en-US" sz="1600" b="1" dirty="0"/>
              <a:t>；</a:t>
            </a:r>
            <a:endParaRPr lang="en-US" altLang="zh-CN" sz="1600" b="1" dirty="0"/>
          </a:p>
          <a:p>
            <a:r>
              <a:rPr lang="en-US" altLang="zh-CN" sz="1600" b="1" dirty="0">
                <a:solidFill>
                  <a:srgbClr val="00B0F0"/>
                </a:solidFill>
              </a:rPr>
              <a:t>         </a:t>
            </a:r>
            <a:r>
              <a:rPr lang="zh-CN" altLang="en-US" sz="1600" b="1" dirty="0">
                <a:solidFill>
                  <a:srgbClr val="0070C0"/>
                </a:solidFill>
              </a:rPr>
              <a:t>然后逐个邻接顶点：</a:t>
            </a:r>
            <a:r>
              <a:rPr lang="en-US" altLang="zh-CN" sz="1600" b="1" dirty="0" err="1"/>
              <a:t>NextAdjVex</a:t>
            </a:r>
            <a:r>
              <a:rPr lang="en-US" altLang="zh-CN" sz="1600" b="1" dirty="0"/>
              <a:t>(v)</a:t>
            </a:r>
            <a:r>
              <a:rPr lang="zh-CN" altLang="en-US" sz="1600" b="1" dirty="0"/>
              <a:t>；</a:t>
            </a:r>
            <a:endParaRPr lang="en-US" altLang="zh-CN" sz="1600" b="1" dirty="0">
              <a:solidFill>
                <a:srgbClr val="0070C0"/>
              </a:solidFill>
            </a:endParaRPr>
          </a:p>
          <a:p>
            <a:r>
              <a:rPr lang="zh-CN" altLang="en-US" sz="1600" b="1" dirty="0"/>
              <a:t>         依次递归地深度优先搜索遍历</a:t>
            </a:r>
            <a:endParaRPr lang="en-US" altLang="zh-CN" sz="1600" b="1" dirty="0"/>
          </a:p>
        </p:txBody>
      </p:sp>
      <p:grpSp>
        <p:nvGrpSpPr>
          <p:cNvPr id="59" name="组合 58">
            <a:extLst>
              <a:ext uri="{FF2B5EF4-FFF2-40B4-BE49-F238E27FC236}">
                <a16:creationId xmlns:a16="http://schemas.microsoft.com/office/drawing/2014/main" id="{5ED650D5-DA8B-4567-B637-1BC9EFD096AD}"/>
              </a:ext>
            </a:extLst>
          </p:cNvPr>
          <p:cNvGrpSpPr/>
          <p:nvPr/>
        </p:nvGrpSpPr>
        <p:grpSpPr>
          <a:xfrm>
            <a:off x="5818844" y="5315882"/>
            <a:ext cx="4307498" cy="338554"/>
            <a:chOff x="4274678" y="3926954"/>
            <a:chExt cx="4307498" cy="338554"/>
          </a:xfrm>
        </p:grpSpPr>
        <p:cxnSp>
          <p:nvCxnSpPr>
            <p:cNvPr id="57" name="直接连接符 56">
              <a:extLst>
                <a:ext uri="{FF2B5EF4-FFF2-40B4-BE49-F238E27FC236}">
                  <a16:creationId xmlns:a16="http://schemas.microsoft.com/office/drawing/2014/main" id="{C7A5BF9B-2159-4098-A2A6-110FBB52302A}"/>
                </a:ext>
              </a:extLst>
            </p:cNvPr>
            <p:cNvCxnSpPr/>
            <p:nvPr/>
          </p:nvCxnSpPr>
          <p:spPr>
            <a:xfrm>
              <a:off x="4274678" y="4090914"/>
              <a:ext cx="253143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48FBAC3A-C0F4-469E-8608-FB3EB431129A}"/>
                </a:ext>
              </a:extLst>
            </p:cNvPr>
            <p:cNvSpPr txBox="1"/>
            <p:nvPr/>
          </p:nvSpPr>
          <p:spPr>
            <a:xfrm>
              <a:off x="6756035" y="3926954"/>
              <a:ext cx="1826141" cy="338554"/>
            </a:xfrm>
            <a:prstGeom prst="rect">
              <a:avLst/>
            </a:prstGeom>
            <a:noFill/>
          </p:spPr>
          <p:txBody>
            <a:bodyPr wrap="none" rtlCol="0">
              <a:spAutoFit/>
            </a:bodyPr>
            <a:lstStyle/>
            <a:p>
              <a:r>
                <a:rPr lang="zh-CN" altLang="en-US" sz="1600" b="1" dirty="0">
                  <a:solidFill>
                    <a:srgbClr val="0070C0"/>
                  </a:solidFill>
                </a:rPr>
                <a:t>可从任一顶点出发</a:t>
              </a:r>
            </a:p>
          </p:txBody>
        </p:sp>
      </p:grpSp>
      <p:grpSp>
        <p:nvGrpSpPr>
          <p:cNvPr id="60" name="组合 59">
            <a:extLst>
              <a:ext uri="{FF2B5EF4-FFF2-40B4-BE49-F238E27FC236}">
                <a16:creationId xmlns:a16="http://schemas.microsoft.com/office/drawing/2014/main" id="{6755D817-95C4-413C-9DBF-8D2820C92BE7}"/>
              </a:ext>
            </a:extLst>
          </p:cNvPr>
          <p:cNvGrpSpPr/>
          <p:nvPr/>
        </p:nvGrpSpPr>
        <p:grpSpPr>
          <a:xfrm>
            <a:off x="7917695" y="5639046"/>
            <a:ext cx="2957388" cy="338554"/>
            <a:chOff x="6240341" y="3926954"/>
            <a:chExt cx="2957388" cy="338554"/>
          </a:xfrm>
        </p:grpSpPr>
        <p:cxnSp>
          <p:nvCxnSpPr>
            <p:cNvPr id="61" name="直接连接符 60">
              <a:extLst>
                <a:ext uri="{FF2B5EF4-FFF2-40B4-BE49-F238E27FC236}">
                  <a16:creationId xmlns:a16="http://schemas.microsoft.com/office/drawing/2014/main" id="{44292F1C-2DFD-43CD-B7D3-82A161DC281F}"/>
                </a:ext>
              </a:extLst>
            </p:cNvPr>
            <p:cNvCxnSpPr>
              <a:cxnSpLocks/>
            </p:cNvCxnSpPr>
            <p:nvPr/>
          </p:nvCxnSpPr>
          <p:spPr>
            <a:xfrm>
              <a:off x="6240341" y="4090914"/>
              <a:ext cx="565774"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026E9962-0549-4692-81C2-A99A4004B75E}"/>
                </a:ext>
              </a:extLst>
            </p:cNvPr>
            <p:cNvSpPr txBox="1"/>
            <p:nvPr/>
          </p:nvSpPr>
          <p:spPr>
            <a:xfrm>
              <a:off x="6756035" y="3926954"/>
              <a:ext cx="2441694" cy="338554"/>
            </a:xfrm>
            <a:prstGeom prst="rect">
              <a:avLst/>
            </a:prstGeom>
            <a:noFill/>
          </p:spPr>
          <p:txBody>
            <a:bodyPr wrap="none" rtlCol="0">
              <a:spAutoFit/>
            </a:bodyPr>
            <a:lstStyle/>
            <a:p>
              <a:r>
                <a:rPr lang="zh-CN" altLang="en-US" sz="1600" b="1" dirty="0">
                  <a:solidFill>
                    <a:srgbClr val="0070C0"/>
                  </a:solidFill>
                </a:rPr>
                <a:t>从所有邻接顶点发起搜索</a:t>
              </a:r>
            </a:p>
          </p:txBody>
        </p:sp>
      </p:grpSp>
      <p:grpSp>
        <p:nvGrpSpPr>
          <p:cNvPr id="64" name="组合 63">
            <a:extLst>
              <a:ext uri="{FF2B5EF4-FFF2-40B4-BE49-F238E27FC236}">
                <a16:creationId xmlns:a16="http://schemas.microsoft.com/office/drawing/2014/main" id="{F940D577-93A5-49E1-8F45-D8889A8EBEC3}"/>
              </a:ext>
            </a:extLst>
          </p:cNvPr>
          <p:cNvGrpSpPr/>
          <p:nvPr/>
        </p:nvGrpSpPr>
        <p:grpSpPr>
          <a:xfrm>
            <a:off x="6914118" y="5936025"/>
            <a:ext cx="2966077" cy="338554"/>
            <a:chOff x="6240341" y="3942180"/>
            <a:chExt cx="2551328" cy="338554"/>
          </a:xfrm>
        </p:grpSpPr>
        <p:cxnSp>
          <p:nvCxnSpPr>
            <p:cNvPr id="65" name="直接连接符 64">
              <a:extLst>
                <a:ext uri="{FF2B5EF4-FFF2-40B4-BE49-F238E27FC236}">
                  <a16:creationId xmlns:a16="http://schemas.microsoft.com/office/drawing/2014/main" id="{FE8086F8-29FA-4E88-A650-230DDB16E815}"/>
                </a:ext>
              </a:extLst>
            </p:cNvPr>
            <p:cNvCxnSpPr>
              <a:cxnSpLocks/>
            </p:cNvCxnSpPr>
            <p:nvPr/>
          </p:nvCxnSpPr>
          <p:spPr>
            <a:xfrm>
              <a:off x="6240341" y="4090914"/>
              <a:ext cx="863246"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8320095C-9BD7-45E1-8E5B-E2712FB6C791}"/>
                </a:ext>
              </a:extLst>
            </p:cNvPr>
            <p:cNvSpPr txBox="1"/>
            <p:nvPr/>
          </p:nvSpPr>
          <p:spPr>
            <a:xfrm>
              <a:off x="7044386" y="3942180"/>
              <a:ext cx="1747283" cy="338554"/>
            </a:xfrm>
            <a:prstGeom prst="rect">
              <a:avLst/>
            </a:prstGeom>
            <a:noFill/>
          </p:spPr>
          <p:txBody>
            <a:bodyPr wrap="none" rtlCol="0">
              <a:spAutoFit/>
            </a:bodyPr>
            <a:lstStyle/>
            <a:p>
              <a:r>
                <a:rPr lang="zh-CN" altLang="en-US" sz="1600" b="1" dirty="0">
                  <a:solidFill>
                    <a:srgbClr val="0070C0"/>
                  </a:solidFill>
                </a:rPr>
                <a:t>打标记区分访问与否</a:t>
              </a:r>
            </a:p>
          </p:txBody>
        </p:sp>
      </p:grpSp>
      <p:grpSp>
        <p:nvGrpSpPr>
          <p:cNvPr id="68" name="组合 67">
            <a:extLst>
              <a:ext uri="{FF2B5EF4-FFF2-40B4-BE49-F238E27FC236}">
                <a16:creationId xmlns:a16="http://schemas.microsoft.com/office/drawing/2014/main" id="{B6CE407A-3427-42B4-8BE1-2945B3F6A75F}"/>
              </a:ext>
            </a:extLst>
          </p:cNvPr>
          <p:cNvGrpSpPr/>
          <p:nvPr/>
        </p:nvGrpSpPr>
        <p:grpSpPr>
          <a:xfrm>
            <a:off x="7156117" y="6192434"/>
            <a:ext cx="3367757" cy="338554"/>
            <a:chOff x="6240341" y="3926954"/>
            <a:chExt cx="3367757" cy="338554"/>
          </a:xfrm>
        </p:grpSpPr>
        <p:cxnSp>
          <p:nvCxnSpPr>
            <p:cNvPr id="69" name="直接连接符 68">
              <a:extLst>
                <a:ext uri="{FF2B5EF4-FFF2-40B4-BE49-F238E27FC236}">
                  <a16:creationId xmlns:a16="http://schemas.microsoft.com/office/drawing/2014/main" id="{82B3E98E-C0D6-4521-A3CB-6F4CE3333922}"/>
                </a:ext>
              </a:extLst>
            </p:cNvPr>
            <p:cNvCxnSpPr>
              <a:cxnSpLocks/>
            </p:cNvCxnSpPr>
            <p:nvPr/>
          </p:nvCxnSpPr>
          <p:spPr>
            <a:xfrm>
              <a:off x="6240341" y="4090914"/>
              <a:ext cx="565774"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A0AF5A4B-ABC7-4D0A-89DB-6B0D36036BBE}"/>
                </a:ext>
              </a:extLst>
            </p:cNvPr>
            <p:cNvSpPr txBox="1"/>
            <p:nvPr/>
          </p:nvSpPr>
          <p:spPr>
            <a:xfrm>
              <a:off x="6756035" y="3926954"/>
              <a:ext cx="2852063" cy="338554"/>
            </a:xfrm>
            <a:prstGeom prst="rect">
              <a:avLst/>
            </a:prstGeom>
            <a:noFill/>
          </p:spPr>
          <p:txBody>
            <a:bodyPr wrap="none" rtlCol="0">
              <a:spAutoFit/>
            </a:bodyPr>
            <a:lstStyle/>
            <a:p>
              <a:r>
                <a:rPr lang="zh-CN" altLang="en-US" sz="1600" b="1" dirty="0">
                  <a:solidFill>
                    <a:srgbClr val="0070C0"/>
                  </a:solidFill>
                </a:rPr>
                <a:t>单兵突进搜索，有多远走多远</a:t>
              </a:r>
            </a:p>
          </p:txBody>
        </p:sp>
      </p:grpSp>
      <p:grpSp>
        <p:nvGrpSpPr>
          <p:cNvPr id="71" name="组合 70">
            <a:extLst>
              <a:ext uri="{FF2B5EF4-FFF2-40B4-BE49-F238E27FC236}">
                <a16:creationId xmlns:a16="http://schemas.microsoft.com/office/drawing/2014/main" id="{F73B5413-91D2-4E21-8FFF-404111AFFF33}"/>
              </a:ext>
            </a:extLst>
          </p:cNvPr>
          <p:cNvGrpSpPr/>
          <p:nvPr/>
        </p:nvGrpSpPr>
        <p:grpSpPr>
          <a:xfrm>
            <a:off x="7163175" y="6469317"/>
            <a:ext cx="3367757" cy="338554"/>
            <a:chOff x="6240341" y="3926954"/>
            <a:chExt cx="3367757" cy="338554"/>
          </a:xfrm>
        </p:grpSpPr>
        <p:cxnSp>
          <p:nvCxnSpPr>
            <p:cNvPr id="72" name="直接连接符 71">
              <a:extLst>
                <a:ext uri="{FF2B5EF4-FFF2-40B4-BE49-F238E27FC236}">
                  <a16:creationId xmlns:a16="http://schemas.microsoft.com/office/drawing/2014/main" id="{6AD7A810-30B9-4656-94E0-ED9665AF2BB9}"/>
                </a:ext>
              </a:extLst>
            </p:cNvPr>
            <p:cNvCxnSpPr>
              <a:cxnSpLocks/>
            </p:cNvCxnSpPr>
            <p:nvPr/>
          </p:nvCxnSpPr>
          <p:spPr>
            <a:xfrm>
              <a:off x="6240341" y="4090914"/>
              <a:ext cx="565774"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3" name="文本框 72">
              <a:extLst>
                <a:ext uri="{FF2B5EF4-FFF2-40B4-BE49-F238E27FC236}">
                  <a16:creationId xmlns:a16="http://schemas.microsoft.com/office/drawing/2014/main" id="{D602BE83-A91E-4955-AB0F-868E8164EB8C}"/>
                </a:ext>
              </a:extLst>
            </p:cNvPr>
            <p:cNvSpPr txBox="1"/>
            <p:nvPr/>
          </p:nvSpPr>
          <p:spPr>
            <a:xfrm>
              <a:off x="6756035" y="3926954"/>
              <a:ext cx="2852063" cy="338554"/>
            </a:xfrm>
            <a:prstGeom prst="rect">
              <a:avLst/>
            </a:prstGeom>
            <a:noFill/>
          </p:spPr>
          <p:txBody>
            <a:bodyPr wrap="none" rtlCol="0">
              <a:spAutoFit/>
            </a:bodyPr>
            <a:lstStyle/>
            <a:p>
              <a:r>
                <a:rPr lang="zh-CN" altLang="en-US" sz="1600" b="1" dirty="0">
                  <a:solidFill>
                    <a:srgbClr val="0070C0"/>
                  </a:solidFill>
                </a:rPr>
                <a:t>步步为营，逐渐扩大搜索范围</a:t>
              </a:r>
            </a:p>
          </p:txBody>
        </p:sp>
      </p:grpSp>
      <p:sp>
        <p:nvSpPr>
          <p:cNvPr id="75" name="文本框 74">
            <a:extLst>
              <a:ext uri="{FF2B5EF4-FFF2-40B4-BE49-F238E27FC236}">
                <a16:creationId xmlns:a16="http://schemas.microsoft.com/office/drawing/2014/main" id="{FBCCF713-D0D4-4EBE-8536-1FC31F82549B}"/>
              </a:ext>
            </a:extLst>
          </p:cNvPr>
          <p:cNvSpPr txBox="1"/>
          <p:nvPr/>
        </p:nvSpPr>
        <p:spPr>
          <a:xfrm>
            <a:off x="5083568" y="875461"/>
            <a:ext cx="6768236" cy="2139047"/>
          </a:xfrm>
          <a:prstGeom prst="rect">
            <a:avLst/>
          </a:prstGeom>
          <a:solidFill>
            <a:srgbClr val="F1F8EC"/>
          </a:solidFill>
          <a:ln w="12700">
            <a:solidFill>
              <a:schemeClr val="accent6">
                <a:lumMod val="50000"/>
              </a:schemeClr>
            </a:solidFill>
          </a:ln>
        </p:spPr>
        <p:txBody>
          <a:bodyPr wrap="square">
            <a:spAutoFit/>
          </a:bodyPr>
          <a:lstStyle/>
          <a:p>
            <a:pPr>
              <a:spcAft>
                <a:spcPts val="600"/>
              </a:spcAft>
            </a:pP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Status</a:t>
            </a:r>
            <a:r>
              <a:rPr lang="en-US" altLang="zh-CN" sz="1600" b="1" dirty="0">
                <a:latin typeface="Courier New" panose="02070309020205020404" pitchFamily="49" charset="0"/>
                <a:cs typeface="Courier New" panose="02070309020205020404" pitchFamily="49" charset="0"/>
              </a:rPr>
              <a:t> (* </a:t>
            </a:r>
            <a:r>
              <a:rPr lang="en-US" altLang="zh-CN" sz="1600" b="1" dirty="0" err="1">
                <a:latin typeface="Courier New" panose="02070309020205020404" pitchFamily="49" charset="0"/>
                <a:cs typeface="Courier New" panose="02070309020205020404" pitchFamily="49" charset="0"/>
              </a:rPr>
              <a:t>VisitFunc</a:t>
            </a:r>
            <a:r>
              <a:rPr lang="en-US" altLang="zh-CN" sz="1600" b="1" dirty="0">
                <a:latin typeface="Courier New" panose="02070309020205020404" pitchFamily="49" charset="0"/>
                <a:cs typeface="Courier New" panose="02070309020205020404" pitchFamily="49" charset="0"/>
              </a:rPr>
              <a: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v);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zh-CN" sz="1600" b="1" dirty="0">
                <a:solidFill>
                  <a:srgbClr val="0070C0"/>
                </a:solidFill>
                <a:latin typeface="Courier New" panose="02070309020205020404" pitchFamily="49" charset="0"/>
                <a:cs typeface="Courier New" panose="02070309020205020404" pitchFamily="49" charset="0"/>
              </a:rPr>
              <a:t>函数变量</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DFS(Graph G,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v)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C0000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从第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个顶点出发递归地深度优先遍历图</a:t>
            </a:r>
            <a:r>
              <a:rPr lang="en-US" altLang="zh-CN" sz="1600" b="1" dirty="0">
                <a:solidFill>
                  <a:srgbClr val="0070C0"/>
                </a:solidFill>
                <a:latin typeface="Courier New" panose="02070309020205020404" pitchFamily="49" charset="0"/>
                <a:cs typeface="Courier New" panose="02070309020205020404" pitchFamily="49" charset="0"/>
              </a:rPr>
              <a:t>G</a:t>
            </a:r>
            <a:endParaRPr lang="zh-CN" altLang="en-US"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G-&gt;visited[v]=Visited;   </a:t>
            </a:r>
            <a:r>
              <a:rPr lang="en-US" altLang="zh-CN" sz="1600" b="1" dirty="0" err="1">
                <a:latin typeface="Courier New" panose="02070309020205020404" pitchFamily="49" charset="0"/>
                <a:cs typeface="Courier New" panose="02070309020205020404" pitchFamily="49" charset="0"/>
              </a:rPr>
              <a:t>VisitFunc</a:t>
            </a:r>
            <a:r>
              <a:rPr lang="en-US" altLang="zh-CN" sz="1600" b="1" dirty="0">
                <a:latin typeface="Courier New" panose="02070309020205020404" pitchFamily="49" charset="0"/>
                <a:cs typeface="Courier New" panose="02070309020205020404" pitchFamily="49" charset="0"/>
              </a:rPr>
              <a:t>(v);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访问第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顶点</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(w=</a:t>
            </a:r>
            <a:r>
              <a:rPr lang="en-US" altLang="zh-CN" sz="1600" b="1" dirty="0" err="1">
                <a:latin typeface="Courier New" panose="02070309020205020404" pitchFamily="49" charset="0"/>
                <a:cs typeface="Courier New" panose="02070309020205020404" pitchFamily="49" charset="0"/>
              </a:rPr>
              <a:t>FirstAdjVex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 w&gt;=0; w=</a:t>
            </a:r>
            <a:r>
              <a:rPr lang="en-US" altLang="zh-CN" sz="1600" b="1" dirty="0" err="1">
                <a:latin typeface="Courier New" panose="02070309020205020404" pitchFamily="49" charset="0"/>
                <a:cs typeface="Courier New" panose="02070309020205020404" pitchFamily="49" charset="0"/>
              </a:rPr>
              <a:t>NextAdjVex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UN</a:t>
            </a:r>
            <a:r>
              <a:rPr lang="en-US" altLang="zh-CN" sz="1600" b="1" dirty="0" err="1">
                <a:latin typeface="Courier New" panose="02070309020205020404" pitchFamily="49" charset="0"/>
                <a:cs typeface="Courier New" panose="02070309020205020404" pitchFamily="49" charset="0"/>
              </a:rPr>
              <a:t>Visited</a:t>
            </a:r>
            <a:r>
              <a:rPr lang="en-US" altLang="zh-CN" sz="1600" b="1" dirty="0">
                <a:latin typeface="Courier New" panose="02070309020205020404" pitchFamily="49" charset="0"/>
                <a:cs typeface="Courier New" panose="02070309020205020404" pitchFamily="49" charset="0"/>
              </a:rPr>
              <a:t>==G-&gt;visited[w]) DFS(</a:t>
            </a:r>
            <a:r>
              <a:rPr lang="en-US" altLang="zh-CN" sz="1600" b="1" dirty="0" err="1">
                <a:latin typeface="Courier New" panose="02070309020205020404" pitchFamily="49" charset="0"/>
                <a:cs typeface="Courier New" panose="02070309020205020404" pitchFamily="49" charset="0"/>
              </a:rPr>
              <a:t>G,w</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对</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的尚未访问的邻接顶点</a:t>
            </a:r>
            <a:r>
              <a:rPr lang="en-US" altLang="zh-CN" sz="1600" b="1" dirty="0">
                <a:solidFill>
                  <a:srgbClr val="0070C0"/>
                </a:solidFill>
                <a:latin typeface="Courier New" panose="02070309020205020404" pitchFamily="49" charset="0"/>
                <a:cs typeface="Courier New" panose="02070309020205020404" pitchFamily="49" charset="0"/>
              </a:rPr>
              <a:t>w</a:t>
            </a:r>
            <a:r>
              <a:rPr lang="zh-CN" altLang="en-US" sz="1600" b="1" dirty="0">
                <a:solidFill>
                  <a:srgbClr val="0070C0"/>
                </a:solidFill>
                <a:latin typeface="Courier New" panose="02070309020205020404" pitchFamily="49" charset="0"/>
                <a:cs typeface="Courier New" panose="02070309020205020404" pitchFamily="49" charset="0"/>
              </a:rPr>
              <a:t>递归调用</a:t>
            </a:r>
            <a:r>
              <a:rPr lang="en-US" altLang="zh-CN" sz="1600" b="1" dirty="0">
                <a:solidFill>
                  <a:srgbClr val="0070C0"/>
                </a:solidFill>
                <a:latin typeface="Courier New" panose="02070309020205020404" pitchFamily="49" charset="0"/>
                <a:cs typeface="Courier New" panose="02070309020205020404" pitchFamily="49" charset="0"/>
              </a:rPr>
              <a:t>DFS</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60804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5">
                                            <p:txEl>
                                              <p:pRg st="0" end="0"/>
                                            </p:txEl>
                                          </p:spTgt>
                                        </p:tgtEl>
                                        <p:attrNameLst>
                                          <p:attrName>style.visibility</p:attrName>
                                        </p:attrNameLst>
                                      </p:cBhvr>
                                      <p:to>
                                        <p:strVal val="visible"/>
                                      </p:to>
                                    </p:set>
                                    <p:animEffect transition="in" filter="wipe(up)">
                                      <p:cBhvr>
                                        <p:cTn id="7" dur="500"/>
                                        <p:tgtEl>
                                          <p:spTgt spid="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
                                            <p:txEl>
                                              <p:pRg st="1" end="1"/>
                                            </p:txEl>
                                          </p:spTgt>
                                        </p:tgtEl>
                                        <p:attrNameLst>
                                          <p:attrName>style.visibility</p:attrName>
                                        </p:attrNameLst>
                                      </p:cBhvr>
                                      <p:to>
                                        <p:strVal val="visible"/>
                                      </p:to>
                                    </p:set>
                                    <p:animEffect transition="in" filter="wipe(up)">
                                      <p:cBhvr>
                                        <p:cTn id="12" dur="500"/>
                                        <p:tgtEl>
                                          <p:spTgt spid="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
                                            <p:txEl>
                                              <p:pRg st="2" end="2"/>
                                            </p:txEl>
                                          </p:spTgt>
                                        </p:tgtEl>
                                        <p:attrNameLst>
                                          <p:attrName>style.visibility</p:attrName>
                                        </p:attrNameLst>
                                      </p:cBhvr>
                                      <p:to>
                                        <p:strVal val="visible"/>
                                      </p:to>
                                    </p:set>
                                    <p:animEffect transition="in" filter="wipe(up)">
                                      <p:cBhvr>
                                        <p:cTn id="17" dur="500"/>
                                        <p:tgtEl>
                                          <p:spTgt spid="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1000"/>
                                        <p:tgtEl>
                                          <p:spTgt spid="23"/>
                                        </p:tgtEl>
                                      </p:cBhvr>
                                    </p:animEffect>
                                    <p:anim calcmode="lin" valueType="num">
                                      <p:cBhvr>
                                        <p:cTn id="30" dur="1000" fill="hold"/>
                                        <p:tgtEl>
                                          <p:spTgt spid="23"/>
                                        </p:tgtEl>
                                        <p:attrNameLst>
                                          <p:attrName>ppt_x</p:attrName>
                                        </p:attrNameLst>
                                      </p:cBhvr>
                                      <p:tavLst>
                                        <p:tav tm="0">
                                          <p:val>
                                            <p:strVal val="#ppt_x"/>
                                          </p:val>
                                        </p:tav>
                                        <p:tav tm="100000">
                                          <p:val>
                                            <p:strVal val="#ppt_x"/>
                                          </p:val>
                                        </p:tav>
                                      </p:tavLst>
                                    </p:anim>
                                    <p:anim calcmode="lin" valueType="num">
                                      <p:cBhvr>
                                        <p:cTn id="3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grpId="0" nodeType="clickEffect">
                                  <p:stCondLst>
                                    <p:cond delay="0"/>
                                  </p:stCondLst>
                                  <p:childTnLst>
                                    <p:set>
                                      <p:cBhvr>
                                        <p:cTn id="35" dur="1" fill="hold">
                                          <p:stCondLst>
                                            <p:cond delay="0"/>
                                          </p:stCondLst>
                                        </p:cTn>
                                        <p:tgtEl>
                                          <p:spTgt spid="41"/>
                                        </p:tgtEl>
                                        <p:attrNameLst>
                                          <p:attrName>style.visibility</p:attrName>
                                        </p:attrNameLst>
                                      </p:cBhvr>
                                      <p:to>
                                        <p:strVal val="visible"/>
                                      </p:to>
                                    </p:set>
                                    <p:anim calcmode="lin" valueType="num">
                                      <p:cBhvr>
                                        <p:cTn id="36" dur="1000" fill="hold"/>
                                        <p:tgtEl>
                                          <p:spTgt spid="41"/>
                                        </p:tgtEl>
                                        <p:attrNameLst>
                                          <p:attrName>ppt_w</p:attrName>
                                        </p:attrNameLst>
                                      </p:cBhvr>
                                      <p:tavLst>
                                        <p:tav tm="0">
                                          <p:val>
                                            <p:fltVal val="0"/>
                                          </p:val>
                                        </p:tav>
                                        <p:tav tm="100000">
                                          <p:val>
                                            <p:strVal val="#ppt_w"/>
                                          </p:val>
                                        </p:tav>
                                      </p:tavLst>
                                    </p:anim>
                                    <p:anim calcmode="lin" valueType="num">
                                      <p:cBhvr>
                                        <p:cTn id="37" dur="1000" fill="hold"/>
                                        <p:tgtEl>
                                          <p:spTgt spid="41"/>
                                        </p:tgtEl>
                                        <p:attrNameLst>
                                          <p:attrName>ppt_h</p:attrName>
                                        </p:attrNameLst>
                                      </p:cBhvr>
                                      <p:tavLst>
                                        <p:tav tm="0">
                                          <p:val>
                                            <p:fltVal val="0"/>
                                          </p:val>
                                        </p:tav>
                                        <p:tav tm="100000">
                                          <p:val>
                                            <p:strVal val="#ppt_h"/>
                                          </p:val>
                                        </p:tav>
                                      </p:tavLst>
                                    </p:anim>
                                    <p:anim calcmode="lin" valueType="num">
                                      <p:cBhvr>
                                        <p:cTn id="38" dur="1000" fill="hold"/>
                                        <p:tgtEl>
                                          <p:spTgt spid="41"/>
                                        </p:tgtEl>
                                        <p:attrNameLst>
                                          <p:attrName>style.rotation</p:attrName>
                                        </p:attrNameLst>
                                      </p:cBhvr>
                                      <p:tavLst>
                                        <p:tav tm="0">
                                          <p:val>
                                            <p:fltVal val="90"/>
                                          </p:val>
                                        </p:tav>
                                        <p:tav tm="100000">
                                          <p:val>
                                            <p:fltVal val="0"/>
                                          </p:val>
                                        </p:tav>
                                      </p:tavLst>
                                    </p:anim>
                                    <p:animEffect transition="in" filter="fade">
                                      <p:cBhvr>
                                        <p:cTn id="39" dur="10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wipe(right)">
                                      <p:cBhvr>
                                        <p:cTn id="44" dur="500"/>
                                        <p:tgtEl>
                                          <p:spTgt spid="53"/>
                                        </p:tgtEl>
                                      </p:cBhvr>
                                    </p:animEffect>
                                  </p:childTnLst>
                                </p:cTn>
                              </p:par>
                            </p:childTnLst>
                          </p:cTn>
                        </p:par>
                        <p:par>
                          <p:cTn id="45" fill="hold">
                            <p:stCondLst>
                              <p:cond delay="500"/>
                            </p:stCondLst>
                            <p:childTnLst>
                              <p:par>
                                <p:cTn id="46" presetID="31" presetClass="entr" presetSubtype="0" fill="hold" nodeType="afterEffect">
                                  <p:stCondLst>
                                    <p:cond delay="0"/>
                                  </p:stCondLst>
                                  <p:childTnLst>
                                    <p:set>
                                      <p:cBhvr>
                                        <p:cTn id="47" dur="1" fill="hold">
                                          <p:stCondLst>
                                            <p:cond delay="0"/>
                                          </p:stCondLst>
                                        </p:cTn>
                                        <p:tgtEl>
                                          <p:spTgt spid="48"/>
                                        </p:tgtEl>
                                        <p:attrNameLst>
                                          <p:attrName>style.visibility</p:attrName>
                                        </p:attrNameLst>
                                      </p:cBhvr>
                                      <p:to>
                                        <p:strVal val="visible"/>
                                      </p:to>
                                    </p:set>
                                    <p:anim calcmode="lin" valueType="num">
                                      <p:cBhvr>
                                        <p:cTn id="48" dur="1000" fill="hold"/>
                                        <p:tgtEl>
                                          <p:spTgt spid="48"/>
                                        </p:tgtEl>
                                        <p:attrNameLst>
                                          <p:attrName>ppt_w</p:attrName>
                                        </p:attrNameLst>
                                      </p:cBhvr>
                                      <p:tavLst>
                                        <p:tav tm="0">
                                          <p:val>
                                            <p:fltVal val="0"/>
                                          </p:val>
                                        </p:tav>
                                        <p:tav tm="100000">
                                          <p:val>
                                            <p:strVal val="#ppt_w"/>
                                          </p:val>
                                        </p:tav>
                                      </p:tavLst>
                                    </p:anim>
                                    <p:anim calcmode="lin" valueType="num">
                                      <p:cBhvr>
                                        <p:cTn id="49" dur="1000" fill="hold"/>
                                        <p:tgtEl>
                                          <p:spTgt spid="48"/>
                                        </p:tgtEl>
                                        <p:attrNameLst>
                                          <p:attrName>ppt_h</p:attrName>
                                        </p:attrNameLst>
                                      </p:cBhvr>
                                      <p:tavLst>
                                        <p:tav tm="0">
                                          <p:val>
                                            <p:fltVal val="0"/>
                                          </p:val>
                                        </p:tav>
                                        <p:tav tm="100000">
                                          <p:val>
                                            <p:strVal val="#ppt_h"/>
                                          </p:val>
                                        </p:tav>
                                      </p:tavLst>
                                    </p:anim>
                                    <p:anim calcmode="lin" valueType="num">
                                      <p:cBhvr>
                                        <p:cTn id="50" dur="1000" fill="hold"/>
                                        <p:tgtEl>
                                          <p:spTgt spid="48"/>
                                        </p:tgtEl>
                                        <p:attrNameLst>
                                          <p:attrName>style.rotation</p:attrName>
                                        </p:attrNameLst>
                                      </p:cBhvr>
                                      <p:tavLst>
                                        <p:tav tm="0">
                                          <p:val>
                                            <p:fltVal val="90"/>
                                          </p:val>
                                        </p:tav>
                                        <p:tav tm="100000">
                                          <p:val>
                                            <p:fltVal val="0"/>
                                          </p:val>
                                        </p:tav>
                                      </p:tavLst>
                                    </p:anim>
                                    <p:animEffect transition="in" filter="fade">
                                      <p:cBhvr>
                                        <p:cTn id="51" dur="1000"/>
                                        <p:tgtEl>
                                          <p:spTgt spid="4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2" fill="hold" grpId="0" nodeType="clickEffect">
                                  <p:stCondLst>
                                    <p:cond delay="0"/>
                                  </p:stCondLst>
                                  <p:childTnLst>
                                    <p:set>
                                      <p:cBhvr>
                                        <p:cTn id="55" dur="1" fill="hold">
                                          <p:stCondLst>
                                            <p:cond delay="0"/>
                                          </p:stCondLst>
                                        </p:cTn>
                                        <p:tgtEl>
                                          <p:spTgt spid="54"/>
                                        </p:tgtEl>
                                        <p:attrNameLst>
                                          <p:attrName>style.visibility</p:attrName>
                                        </p:attrNameLst>
                                      </p:cBhvr>
                                      <p:to>
                                        <p:strVal val="visible"/>
                                      </p:to>
                                    </p:set>
                                    <p:animEffect transition="in" filter="wipe(right)">
                                      <p:cBhvr>
                                        <p:cTn id="56" dur="500"/>
                                        <p:tgtEl>
                                          <p:spTgt spid="54"/>
                                        </p:tgtEl>
                                      </p:cBhvr>
                                    </p:animEffect>
                                  </p:childTnLst>
                                </p:cTn>
                              </p:par>
                            </p:childTnLst>
                          </p:cTn>
                        </p:par>
                        <p:par>
                          <p:cTn id="57" fill="hold">
                            <p:stCondLst>
                              <p:cond delay="500"/>
                            </p:stCondLst>
                            <p:childTnLst>
                              <p:par>
                                <p:cTn id="58" presetID="31" presetClass="entr" presetSubtype="0" fill="hold" nodeType="afterEffect">
                                  <p:stCondLst>
                                    <p:cond delay="0"/>
                                  </p:stCondLst>
                                  <p:childTnLst>
                                    <p:set>
                                      <p:cBhvr>
                                        <p:cTn id="59" dur="1" fill="hold">
                                          <p:stCondLst>
                                            <p:cond delay="0"/>
                                          </p:stCondLst>
                                        </p:cTn>
                                        <p:tgtEl>
                                          <p:spTgt spid="50"/>
                                        </p:tgtEl>
                                        <p:attrNameLst>
                                          <p:attrName>style.visibility</p:attrName>
                                        </p:attrNameLst>
                                      </p:cBhvr>
                                      <p:to>
                                        <p:strVal val="visible"/>
                                      </p:to>
                                    </p:set>
                                    <p:anim calcmode="lin" valueType="num">
                                      <p:cBhvr>
                                        <p:cTn id="60" dur="1000" fill="hold"/>
                                        <p:tgtEl>
                                          <p:spTgt spid="50"/>
                                        </p:tgtEl>
                                        <p:attrNameLst>
                                          <p:attrName>ppt_w</p:attrName>
                                        </p:attrNameLst>
                                      </p:cBhvr>
                                      <p:tavLst>
                                        <p:tav tm="0">
                                          <p:val>
                                            <p:fltVal val="0"/>
                                          </p:val>
                                        </p:tav>
                                        <p:tav tm="100000">
                                          <p:val>
                                            <p:strVal val="#ppt_w"/>
                                          </p:val>
                                        </p:tav>
                                      </p:tavLst>
                                    </p:anim>
                                    <p:anim calcmode="lin" valueType="num">
                                      <p:cBhvr>
                                        <p:cTn id="61" dur="1000" fill="hold"/>
                                        <p:tgtEl>
                                          <p:spTgt spid="50"/>
                                        </p:tgtEl>
                                        <p:attrNameLst>
                                          <p:attrName>ppt_h</p:attrName>
                                        </p:attrNameLst>
                                      </p:cBhvr>
                                      <p:tavLst>
                                        <p:tav tm="0">
                                          <p:val>
                                            <p:fltVal val="0"/>
                                          </p:val>
                                        </p:tav>
                                        <p:tav tm="100000">
                                          <p:val>
                                            <p:strVal val="#ppt_h"/>
                                          </p:val>
                                        </p:tav>
                                      </p:tavLst>
                                    </p:anim>
                                    <p:anim calcmode="lin" valueType="num">
                                      <p:cBhvr>
                                        <p:cTn id="62" dur="1000" fill="hold"/>
                                        <p:tgtEl>
                                          <p:spTgt spid="50"/>
                                        </p:tgtEl>
                                        <p:attrNameLst>
                                          <p:attrName>style.rotation</p:attrName>
                                        </p:attrNameLst>
                                      </p:cBhvr>
                                      <p:tavLst>
                                        <p:tav tm="0">
                                          <p:val>
                                            <p:fltVal val="90"/>
                                          </p:val>
                                        </p:tav>
                                        <p:tav tm="100000">
                                          <p:val>
                                            <p:fltVal val="0"/>
                                          </p:val>
                                        </p:tav>
                                      </p:tavLst>
                                    </p:anim>
                                    <p:animEffect transition="in" filter="fade">
                                      <p:cBhvr>
                                        <p:cTn id="63" dur="1000"/>
                                        <p:tgtEl>
                                          <p:spTgt spid="5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42">
                                            <p:txEl>
                                              <p:pRg st="0" end="0"/>
                                            </p:txEl>
                                          </p:spTgt>
                                        </p:tgtEl>
                                        <p:attrNameLst>
                                          <p:attrName>style.visibility</p:attrName>
                                        </p:attrNameLst>
                                      </p:cBhvr>
                                      <p:to>
                                        <p:strVal val="visible"/>
                                      </p:to>
                                    </p:set>
                                    <p:animEffect transition="in" filter="wipe(up)">
                                      <p:cBhvr>
                                        <p:cTn id="68" dur="500"/>
                                        <p:tgtEl>
                                          <p:spTgt spid="42">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wipe(left)">
                                      <p:cBhvr>
                                        <p:cTn id="73" dur="500"/>
                                        <p:tgtEl>
                                          <p:spTgt spid="43"/>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42">
                                            <p:txEl>
                                              <p:pRg st="1" end="1"/>
                                            </p:txEl>
                                          </p:spTgt>
                                        </p:tgtEl>
                                        <p:attrNameLst>
                                          <p:attrName>style.visibility</p:attrName>
                                        </p:attrNameLst>
                                      </p:cBhvr>
                                      <p:to>
                                        <p:strVal val="visible"/>
                                      </p:to>
                                    </p:set>
                                    <p:animEffect transition="in" filter="wipe(up)">
                                      <p:cBhvr>
                                        <p:cTn id="78" dur="500"/>
                                        <p:tgtEl>
                                          <p:spTgt spid="42">
                                            <p:txEl>
                                              <p:pRg st="1" end="1"/>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wipe(left)">
                                      <p:cBhvr>
                                        <p:cTn id="83" dur="500"/>
                                        <p:tgtEl>
                                          <p:spTgt spid="4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42">
                                            <p:txEl>
                                              <p:pRg st="2" end="2"/>
                                            </p:txEl>
                                          </p:spTgt>
                                        </p:tgtEl>
                                        <p:attrNameLst>
                                          <p:attrName>style.visibility</p:attrName>
                                        </p:attrNameLst>
                                      </p:cBhvr>
                                      <p:to>
                                        <p:strVal val="visible"/>
                                      </p:to>
                                    </p:set>
                                    <p:animEffect transition="in" filter="wipe(up)">
                                      <p:cBhvr>
                                        <p:cTn id="88" dur="500"/>
                                        <p:tgtEl>
                                          <p:spTgt spid="42">
                                            <p:txEl>
                                              <p:pRg st="2" end="2"/>
                                            </p:txEl>
                                          </p:spTgt>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wipe(left)">
                                      <p:cBhvr>
                                        <p:cTn id="91" dur="500"/>
                                        <p:tgtEl>
                                          <p:spTgt spid="4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42">
                                            <p:txEl>
                                              <p:pRg st="3" end="3"/>
                                            </p:txEl>
                                          </p:spTgt>
                                        </p:tgtEl>
                                        <p:attrNameLst>
                                          <p:attrName>style.visibility</p:attrName>
                                        </p:attrNameLst>
                                      </p:cBhvr>
                                      <p:to>
                                        <p:strVal val="visible"/>
                                      </p:to>
                                    </p:set>
                                    <p:animEffect transition="in" filter="wipe(up)">
                                      <p:cBhvr>
                                        <p:cTn id="96" dur="500"/>
                                        <p:tgtEl>
                                          <p:spTgt spid="42">
                                            <p:txEl>
                                              <p:pRg st="3" end="3"/>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grpId="0" nodeType="clickEffect">
                                  <p:stCondLst>
                                    <p:cond delay="0"/>
                                  </p:stCondLst>
                                  <p:childTnLst>
                                    <p:set>
                                      <p:cBhvr>
                                        <p:cTn id="100" dur="1" fill="hold">
                                          <p:stCondLst>
                                            <p:cond delay="0"/>
                                          </p:stCondLst>
                                        </p:cTn>
                                        <p:tgtEl>
                                          <p:spTgt spid="42">
                                            <p:txEl>
                                              <p:pRg st="4" end="4"/>
                                            </p:txEl>
                                          </p:spTgt>
                                        </p:tgtEl>
                                        <p:attrNameLst>
                                          <p:attrName>style.visibility</p:attrName>
                                        </p:attrNameLst>
                                      </p:cBhvr>
                                      <p:to>
                                        <p:strVal val="visible"/>
                                      </p:to>
                                    </p:set>
                                    <p:animEffect transition="in" filter="wipe(up)">
                                      <p:cBhvr>
                                        <p:cTn id="101" dur="500"/>
                                        <p:tgtEl>
                                          <p:spTgt spid="42">
                                            <p:txEl>
                                              <p:pRg st="4" end="4"/>
                                            </p:txEl>
                                          </p:spTgt>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wipe(left)">
                                      <p:cBhvr>
                                        <p:cTn id="104" dur="500"/>
                                        <p:tgtEl>
                                          <p:spTgt spid="46"/>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59"/>
                                        </p:tgtEl>
                                        <p:attrNameLst>
                                          <p:attrName>style.visibility</p:attrName>
                                        </p:attrNameLst>
                                      </p:cBhvr>
                                      <p:to>
                                        <p:strVal val="visible"/>
                                      </p:to>
                                    </p:set>
                                    <p:animEffect transition="in" filter="wipe(left)">
                                      <p:cBhvr>
                                        <p:cTn id="109" dur="500"/>
                                        <p:tgtEl>
                                          <p:spTgt spid="59"/>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60"/>
                                        </p:tgtEl>
                                        <p:attrNameLst>
                                          <p:attrName>style.visibility</p:attrName>
                                        </p:attrNameLst>
                                      </p:cBhvr>
                                      <p:to>
                                        <p:strVal val="visible"/>
                                      </p:to>
                                    </p:set>
                                    <p:animEffect transition="in" filter="wipe(left)">
                                      <p:cBhvr>
                                        <p:cTn id="114" dur="500"/>
                                        <p:tgtEl>
                                          <p:spTgt spid="60"/>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64"/>
                                        </p:tgtEl>
                                        <p:attrNameLst>
                                          <p:attrName>style.visibility</p:attrName>
                                        </p:attrNameLst>
                                      </p:cBhvr>
                                      <p:to>
                                        <p:strVal val="visible"/>
                                      </p:to>
                                    </p:set>
                                    <p:animEffect transition="in" filter="wipe(left)">
                                      <p:cBhvr>
                                        <p:cTn id="119" dur="500"/>
                                        <p:tgtEl>
                                          <p:spTgt spid="64"/>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68"/>
                                        </p:tgtEl>
                                        <p:attrNameLst>
                                          <p:attrName>style.visibility</p:attrName>
                                        </p:attrNameLst>
                                      </p:cBhvr>
                                      <p:to>
                                        <p:strVal val="visible"/>
                                      </p:to>
                                    </p:set>
                                    <p:animEffect transition="in" filter="wipe(left)">
                                      <p:cBhvr>
                                        <p:cTn id="124" dur="500"/>
                                        <p:tgtEl>
                                          <p:spTgt spid="68"/>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71"/>
                                        </p:tgtEl>
                                        <p:attrNameLst>
                                          <p:attrName>style.visibility</p:attrName>
                                        </p:attrNameLst>
                                      </p:cBhvr>
                                      <p:to>
                                        <p:strVal val="visible"/>
                                      </p:to>
                                    </p:set>
                                    <p:animEffect transition="in" filter="wipe(left)">
                                      <p:cBhvr>
                                        <p:cTn id="129" dur="500"/>
                                        <p:tgtEl>
                                          <p:spTgt spid="71"/>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1" fill="hold" grpId="0" nodeType="clickEffect">
                                  <p:stCondLst>
                                    <p:cond delay="0"/>
                                  </p:stCondLst>
                                  <p:childTnLst>
                                    <p:set>
                                      <p:cBhvr>
                                        <p:cTn id="133" dur="1" fill="hold">
                                          <p:stCondLst>
                                            <p:cond delay="0"/>
                                          </p:stCondLst>
                                        </p:cTn>
                                        <p:tgtEl>
                                          <p:spTgt spid="55">
                                            <p:txEl>
                                              <p:pRg st="3" end="3"/>
                                            </p:txEl>
                                          </p:spTgt>
                                        </p:tgtEl>
                                        <p:attrNameLst>
                                          <p:attrName>style.visibility</p:attrName>
                                        </p:attrNameLst>
                                      </p:cBhvr>
                                      <p:to>
                                        <p:strVal val="visible"/>
                                      </p:to>
                                    </p:set>
                                    <p:animEffect transition="in" filter="wipe(up)">
                                      <p:cBhvr>
                                        <p:cTn id="134" dur="500"/>
                                        <p:tgtEl>
                                          <p:spTgt spid="55">
                                            <p:txEl>
                                              <p:pRg st="3" end="3"/>
                                            </p:txEl>
                                          </p:spTgt>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1" fill="hold" grpId="0" nodeType="clickEffect">
                                  <p:stCondLst>
                                    <p:cond delay="0"/>
                                  </p:stCondLst>
                                  <p:childTnLst>
                                    <p:set>
                                      <p:cBhvr>
                                        <p:cTn id="138" dur="1" fill="hold">
                                          <p:stCondLst>
                                            <p:cond delay="0"/>
                                          </p:stCondLst>
                                        </p:cTn>
                                        <p:tgtEl>
                                          <p:spTgt spid="55">
                                            <p:txEl>
                                              <p:pRg st="4" end="4"/>
                                            </p:txEl>
                                          </p:spTgt>
                                        </p:tgtEl>
                                        <p:attrNameLst>
                                          <p:attrName>style.visibility</p:attrName>
                                        </p:attrNameLst>
                                      </p:cBhvr>
                                      <p:to>
                                        <p:strVal val="visible"/>
                                      </p:to>
                                    </p:set>
                                    <p:animEffect transition="in" filter="wipe(up)">
                                      <p:cBhvr>
                                        <p:cTn id="139" dur="500"/>
                                        <p:tgtEl>
                                          <p:spTgt spid="55">
                                            <p:txEl>
                                              <p:pRg st="4" end="4"/>
                                            </p:txEl>
                                          </p:spTgt>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1" fill="hold" grpId="0" nodeType="clickEffect">
                                  <p:stCondLst>
                                    <p:cond delay="0"/>
                                  </p:stCondLst>
                                  <p:childTnLst>
                                    <p:set>
                                      <p:cBhvr>
                                        <p:cTn id="143" dur="1" fill="hold">
                                          <p:stCondLst>
                                            <p:cond delay="0"/>
                                          </p:stCondLst>
                                        </p:cTn>
                                        <p:tgtEl>
                                          <p:spTgt spid="55">
                                            <p:txEl>
                                              <p:pRg st="5" end="5"/>
                                            </p:txEl>
                                          </p:spTgt>
                                        </p:tgtEl>
                                        <p:attrNameLst>
                                          <p:attrName>style.visibility</p:attrName>
                                        </p:attrNameLst>
                                      </p:cBhvr>
                                      <p:to>
                                        <p:strVal val="visible"/>
                                      </p:to>
                                    </p:set>
                                    <p:animEffect transition="in" filter="wipe(up)">
                                      <p:cBhvr>
                                        <p:cTn id="144" dur="500"/>
                                        <p:tgtEl>
                                          <p:spTgt spid="55">
                                            <p:txEl>
                                              <p:pRg st="5" end="5"/>
                                            </p:txEl>
                                          </p:spTgt>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1" fill="hold" grpId="0" nodeType="clickEffect">
                                  <p:stCondLst>
                                    <p:cond delay="0"/>
                                  </p:stCondLst>
                                  <p:childTnLst>
                                    <p:set>
                                      <p:cBhvr>
                                        <p:cTn id="148" dur="1" fill="hold">
                                          <p:stCondLst>
                                            <p:cond delay="0"/>
                                          </p:stCondLst>
                                        </p:cTn>
                                        <p:tgtEl>
                                          <p:spTgt spid="55">
                                            <p:txEl>
                                              <p:pRg st="6" end="6"/>
                                            </p:txEl>
                                          </p:spTgt>
                                        </p:tgtEl>
                                        <p:attrNameLst>
                                          <p:attrName>style.visibility</p:attrName>
                                        </p:attrNameLst>
                                      </p:cBhvr>
                                      <p:to>
                                        <p:strVal val="visible"/>
                                      </p:to>
                                    </p:set>
                                    <p:animEffect transition="in" filter="wipe(up)">
                                      <p:cBhvr>
                                        <p:cTn id="149" dur="500"/>
                                        <p:tgtEl>
                                          <p:spTgt spid="55">
                                            <p:txEl>
                                              <p:pRg st="6" end="6"/>
                                            </p:txEl>
                                          </p:spTgt>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1" fill="hold" grpId="0" nodeType="clickEffect">
                                  <p:stCondLst>
                                    <p:cond delay="0"/>
                                  </p:stCondLst>
                                  <p:childTnLst>
                                    <p:set>
                                      <p:cBhvr>
                                        <p:cTn id="153" dur="1" fill="hold">
                                          <p:stCondLst>
                                            <p:cond delay="0"/>
                                          </p:stCondLst>
                                        </p:cTn>
                                        <p:tgtEl>
                                          <p:spTgt spid="55">
                                            <p:txEl>
                                              <p:pRg st="7" end="7"/>
                                            </p:txEl>
                                          </p:spTgt>
                                        </p:tgtEl>
                                        <p:attrNameLst>
                                          <p:attrName>style.visibility</p:attrName>
                                        </p:attrNameLst>
                                      </p:cBhvr>
                                      <p:to>
                                        <p:strVal val="visible"/>
                                      </p:to>
                                    </p:set>
                                    <p:animEffect transition="in" filter="wipe(up)">
                                      <p:cBhvr>
                                        <p:cTn id="154" dur="500"/>
                                        <p:tgtEl>
                                          <p:spTgt spid="55">
                                            <p:txEl>
                                              <p:pRg st="7" end="7"/>
                                            </p:txEl>
                                          </p:spTgt>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1" fill="hold" grpId="0" nodeType="clickEffect">
                                  <p:stCondLst>
                                    <p:cond delay="0"/>
                                  </p:stCondLst>
                                  <p:childTnLst>
                                    <p:set>
                                      <p:cBhvr>
                                        <p:cTn id="158" dur="1" fill="hold">
                                          <p:stCondLst>
                                            <p:cond delay="0"/>
                                          </p:stCondLst>
                                        </p:cTn>
                                        <p:tgtEl>
                                          <p:spTgt spid="55">
                                            <p:txEl>
                                              <p:pRg st="8" end="8"/>
                                            </p:txEl>
                                          </p:spTgt>
                                        </p:tgtEl>
                                        <p:attrNameLst>
                                          <p:attrName>style.visibility</p:attrName>
                                        </p:attrNameLst>
                                      </p:cBhvr>
                                      <p:to>
                                        <p:strVal val="visible"/>
                                      </p:to>
                                    </p:set>
                                    <p:animEffect transition="in" filter="wipe(up)">
                                      <p:cBhvr>
                                        <p:cTn id="159" dur="500"/>
                                        <p:tgtEl>
                                          <p:spTgt spid="55">
                                            <p:txEl>
                                              <p:pRg st="8" end="8"/>
                                            </p:txEl>
                                          </p:spTgt>
                                        </p:tgtEl>
                                      </p:cBhvr>
                                    </p:animEffect>
                                  </p:childTnLst>
                                </p:cTn>
                              </p:par>
                            </p:childTnLst>
                          </p:cTn>
                        </p:par>
                      </p:childTnLst>
                    </p:cTn>
                  </p:par>
                  <p:par>
                    <p:cTn id="160" fill="hold">
                      <p:stCondLst>
                        <p:cond delay="indefinite"/>
                      </p:stCondLst>
                      <p:childTnLst>
                        <p:par>
                          <p:cTn id="161" fill="hold">
                            <p:stCondLst>
                              <p:cond delay="0"/>
                            </p:stCondLst>
                            <p:childTnLst>
                              <p:par>
                                <p:cTn id="162" presetID="42" presetClass="entr" presetSubtype="0" fill="hold" grpId="0" nodeType="clickEffect">
                                  <p:stCondLst>
                                    <p:cond delay="0"/>
                                  </p:stCondLst>
                                  <p:childTnLst>
                                    <p:set>
                                      <p:cBhvr>
                                        <p:cTn id="163" dur="1" fill="hold">
                                          <p:stCondLst>
                                            <p:cond delay="0"/>
                                          </p:stCondLst>
                                        </p:cTn>
                                        <p:tgtEl>
                                          <p:spTgt spid="75"/>
                                        </p:tgtEl>
                                        <p:attrNameLst>
                                          <p:attrName>style.visibility</p:attrName>
                                        </p:attrNameLst>
                                      </p:cBhvr>
                                      <p:to>
                                        <p:strVal val="visible"/>
                                      </p:to>
                                    </p:set>
                                    <p:animEffect transition="in" filter="fade">
                                      <p:cBhvr>
                                        <p:cTn id="164" dur="1000"/>
                                        <p:tgtEl>
                                          <p:spTgt spid="75"/>
                                        </p:tgtEl>
                                      </p:cBhvr>
                                    </p:animEffect>
                                    <p:anim calcmode="lin" valueType="num">
                                      <p:cBhvr>
                                        <p:cTn id="165" dur="1000" fill="hold"/>
                                        <p:tgtEl>
                                          <p:spTgt spid="75"/>
                                        </p:tgtEl>
                                        <p:attrNameLst>
                                          <p:attrName>ppt_x</p:attrName>
                                        </p:attrNameLst>
                                      </p:cBhvr>
                                      <p:tavLst>
                                        <p:tav tm="0">
                                          <p:val>
                                            <p:strVal val="#ppt_x"/>
                                          </p:val>
                                        </p:tav>
                                        <p:tav tm="100000">
                                          <p:val>
                                            <p:strVal val="#ppt_x"/>
                                          </p:val>
                                        </p:tav>
                                      </p:tavLst>
                                    </p:anim>
                                    <p:anim calcmode="lin" valueType="num">
                                      <p:cBhvr>
                                        <p:cTn id="166" dur="1000" fill="hold"/>
                                        <p:tgtEl>
                                          <p:spTgt spid="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uiExpand="1" build="p"/>
      <p:bldP spid="43" grpId="0"/>
      <p:bldP spid="44" grpId="0"/>
      <p:bldP spid="45" grpId="0"/>
      <p:bldP spid="46" grpId="0"/>
      <p:bldP spid="53" grpId="0"/>
      <p:bldP spid="54" grpId="0"/>
      <p:bldP spid="55" grpId="0" uiExpand="1" build="p"/>
      <p:bldP spid="7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直接连接符 41">
            <a:extLst>
              <a:ext uri="{FF2B5EF4-FFF2-40B4-BE49-F238E27FC236}">
                <a16:creationId xmlns:a16="http://schemas.microsoft.com/office/drawing/2014/main" id="{9037FB37-FCE6-4A1C-95FF-1597B74A3DE5}"/>
              </a:ext>
            </a:extLst>
          </p:cNvPr>
          <p:cNvCxnSpPr/>
          <p:nvPr/>
        </p:nvCxnSpPr>
        <p:spPr>
          <a:xfrm>
            <a:off x="8099251" y="947288"/>
            <a:ext cx="894921" cy="42053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4D2BB5A4-E544-45AD-AC4D-8B1806D07BBD}"/>
              </a:ext>
            </a:extLst>
          </p:cNvPr>
          <p:cNvCxnSpPr>
            <a:cxnSpLocks/>
          </p:cNvCxnSpPr>
          <p:nvPr/>
        </p:nvCxnSpPr>
        <p:spPr>
          <a:xfrm flipV="1">
            <a:off x="7212628" y="928481"/>
            <a:ext cx="886623" cy="43600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95DD69D-3ADC-4BA5-BBF7-976E24F12C9D}"/>
              </a:ext>
            </a:extLst>
          </p:cNvPr>
          <p:cNvCxnSpPr>
            <a:cxnSpLocks/>
          </p:cNvCxnSpPr>
          <p:nvPr/>
        </p:nvCxnSpPr>
        <p:spPr>
          <a:xfrm>
            <a:off x="7215788" y="1367820"/>
            <a:ext cx="423971" cy="65677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40CB642D-E896-4C1C-B637-071B8F477A8A}"/>
              </a:ext>
            </a:extLst>
          </p:cNvPr>
          <p:cNvCxnSpPr>
            <a:cxnSpLocks/>
          </p:cNvCxnSpPr>
          <p:nvPr/>
        </p:nvCxnSpPr>
        <p:spPr>
          <a:xfrm>
            <a:off x="7642919" y="2024597"/>
            <a:ext cx="176840" cy="80763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D38D9D68-E606-4C98-89AB-EC5429358482}"/>
              </a:ext>
            </a:extLst>
          </p:cNvPr>
          <p:cNvCxnSpPr>
            <a:cxnSpLocks/>
          </p:cNvCxnSpPr>
          <p:nvPr/>
        </p:nvCxnSpPr>
        <p:spPr>
          <a:xfrm>
            <a:off x="6701968" y="2014088"/>
            <a:ext cx="1117791" cy="81814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4C44F3D5-5546-438E-8F91-7F79848089FC}"/>
              </a:ext>
            </a:extLst>
          </p:cNvPr>
          <p:cNvCxnSpPr>
            <a:cxnSpLocks/>
          </p:cNvCxnSpPr>
          <p:nvPr/>
        </p:nvCxnSpPr>
        <p:spPr>
          <a:xfrm flipV="1">
            <a:off x="8526382" y="1398086"/>
            <a:ext cx="482410" cy="63784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7AE44E88-239D-4B4A-8248-1B57E102897E}"/>
              </a:ext>
            </a:extLst>
          </p:cNvPr>
          <p:cNvCxnSpPr>
            <a:cxnSpLocks/>
          </p:cNvCxnSpPr>
          <p:nvPr/>
        </p:nvCxnSpPr>
        <p:spPr>
          <a:xfrm>
            <a:off x="8988462" y="1379156"/>
            <a:ext cx="447461" cy="6379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55E7E5CF-3788-4ACE-9B53-55004F204059}"/>
              </a:ext>
            </a:extLst>
          </p:cNvPr>
          <p:cNvCxnSpPr>
            <a:cxnSpLocks/>
          </p:cNvCxnSpPr>
          <p:nvPr/>
        </p:nvCxnSpPr>
        <p:spPr>
          <a:xfrm>
            <a:off x="8526382" y="2014088"/>
            <a:ext cx="909541"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544EB041-35F8-4736-9E54-74C79BF058BF}"/>
              </a:ext>
            </a:extLst>
          </p:cNvPr>
          <p:cNvCxnSpPr>
            <a:cxnSpLocks/>
          </p:cNvCxnSpPr>
          <p:nvPr/>
        </p:nvCxnSpPr>
        <p:spPr>
          <a:xfrm flipH="1">
            <a:off x="6688968" y="1364483"/>
            <a:ext cx="550189" cy="66011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1" name="椭圆 50">
            <a:extLst>
              <a:ext uri="{FF2B5EF4-FFF2-40B4-BE49-F238E27FC236}">
                <a16:creationId xmlns:a16="http://schemas.microsoft.com/office/drawing/2014/main" id="{52FF8E05-D7B9-41D6-AD66-7D5EDE3C9656}"/>
              </a:ext>
            </a:extLst>
          </p:cNvPr>
          <p:cNvSpPr/>
          <p:nvPr/>
        </p:nvSpPr>
        <p:spPr>
          <a:xfrm>
            <a:off x="6544486" y="1840111"/>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4</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52" name="椭圆 51">
            <a:extLst>
              <a:ext uri="{FF2B5EF4-FFF2-40B4-BE49-F238E27FC236}">
                <a16:creationId xmlns:a16="http://schemas.microsoft.com/office/drawing/2014/main" id="{35919243-CFFA-4B82-80A4-E6D8DF9DAC24}"/>
              </a:ext>
            </a:extLst>
          </p:cNvPr>
          <p:cNvSpPr/>
          <p:nvPr/>
        </p:nvSpPr>
        <p:spPr>
          <a:xfrm>
            <a:off x="7459759" y="1834088"/>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5</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53" name="椭圆 52">
            <a:extLst>
              <a:ext uri="{FF2B5EF4-FFF2-40B4-BE49-F238E27FC236}">
                <a16:creationId xmlns:a16="http://schemas.microsoft.com/office/drawing/2014/main" id="{1855D84B-367E-4AD6-A0C4-9FE2ACA3CD7F}"/>
              </a:ext>
            </a:extLst>
          </p:cNvPr>
          <p:cNvSpPr/>
          <p:nvPr/>
        </p:nvSpPr>
        <p:spPr>
          <a:xfrm>
            <a:off x="7639759" y="2652235"/>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8</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54" name="椭圆 53">
            <a:extLst>
              <a:ext uri="{FF2B5EF4-FFF2-40B4-BE49-F238E27FC236}">
                <a16:creationId xmlns:a16="http://schemas.microsoft.com/office/drawing/2014/main" id="{6805852F-C22E-40B4-B297-97A715D86521}"/>
              </a:ext>
            </a:extLst>
          </p:cNvPr>
          <p:cNvSpPr/>
          <p:nvPr/>
        </p:nvSpPr>
        <p:spPr>
          <a:xfrm>
            <a:off x="7919251" y="767288"/>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1</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55" name="椭圆 54">
            <a:extLst>
              <a:ext uri="{FF2B5EF4-FFF2-40B4-BE49-F238E27FC236}">
                <a16:creationId xmlns:a16="http://schemas.microsoft.com/office/drawing/2014/main" id="{B0DE98BD-A239-44B2-96EA-4AEFE4DFECC5}"/>
              </a:ext>
            </a:extLst>
          </p:cNvPr>
          <p:cNvSpPr/>
          <p:nvPr/>
        </p:nvSpPr>
        <p:spPr>
          <a:xfrm>
            <a:off x="7047248" y="1187820"/>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2</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56" name="椭圆 55">
            <a:extLst>
              <a:ext uri="{FF2B5EF4-FFF2-40B4-BE49-F238E27FC236}">
                <a16:creationId xmlns:a16="http://schemas.microsoft.com/office/drawing/2014/main" id="{40B18AFF-2CE3-4EFE-BA4A-AB56A259C4BC}"/>
              </a:ext>
            </a:extLst>
          </p:cNvPr>
          <p:cNvSpPr/>
          <p:nvPr/>
        </p:nvSpPr>
        <p:spPr>
          <a:xfrm>
            <a:off x="8814172" y="1187820"/>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3</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57" name="椭圆 56">
            <a:extLst>
              <a:ext uri="{FF2B5EF4-FFF2-40B4-BE49-F238E27FC236}">
                <a16:creationId xmlns:a16="http://schemas.microsoft.com/office/drawing/2014/main" id="{EACDA1A8-0643-4C61-8EDA-0B70B3745FC3}"/>
              </a:ext>
            </a:extLst>
          </p:cNvPr>
          <p:cNvSpPr/>
          <p:nvPr/>
        </p:nvSpPr>
        <p:spPr>
          <a:xfrm>
            <a:off x="8349148" y="1834088"/>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6</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58" name="椭圆 57">
            <a:extLst>
              <a:ext uri="{FF2B5EF4-FFF2-40B4-BE49-F238E27FC236}">
                <a16:creationId xmlns:a16="http://schemas.microsoft.com/office/drawing/2014/main" id="{C11EAAF1-8A25-40ED-B50D-A71F5BF61056}"/>
              </a:ext>
            </a:extLst>
          </p:cNvPr>
          <p:cNvSpPr/>
          <p:nvPr/>
        </p:nvSpPr>
        <p:spPr>
          <a:xfrm>
            <a:off x="9255923" y="1834088"/>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7</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59" name="文本框 58">
            <a:extLst>
              <a:ext uri="{FF2B5EF4-FFF2-40B4-BE49-F238E27FC236}">
                <a16:creationId xmlns:a16="http://schemas.microsoft.com/office/drawing/2014/main" id="{666789FA-D42E-4522-9727-BA0B8BF284AA}"/>
              </a:ext>
            </a:extLst>
          </p:cNvPr>
          <p:cNvSpPr txBox="1"/>
          <p:nvPr/>
        </p:nvSpPr>
        <p:spPr>
          <a:xfrm>
            <a:off x="251249" y="3888266"/>
            <a:ext cx="6694087" cy="2000548"/>
          </a:xfrm>
          <a:prstGeom prst="rect">
            <a:avLst/>
          </a:prstGeom>
          <a:solidFill>
            <a:srgbClr val="F1F8EC"/>
          </a:solidFill>
          <a:ln w="12700">
            <a:solidFill>
              <a:schemeClr val="accent6">
                <a:lumMod val="50000"/>
              </a:schemeClr>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DFS(Graph G,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2800" b="1" i="1" dirty="0">
                <a:solidFill>
                  <a:srgbClr val="00B050"/>
                </a:solidFill>
                <a:latin typeface="Times New Roman" panose="02020603050405020304" pitchFamily="18" charset="0"/>
                <a:cs typeface="Times New Roman" panose="02020603050405020304" pitchFamily="18" charset="0"/>
              </a:rPr>
              <a:t>v</a:t>
            </a:r>
            <a:r>
              <a:rPr lang="en-US" altLang="zh-CN" sz="2400" b="1" i="1" dirty="0">
                <a:solidFill>
                  <a:srgbClr val="00B050"/>
                </a:solidFill>
                <a:latin typeface="Times New Roman" panose="02020603050405020304" pitchFamily="18" charset="0"/>
                <a:cs typeface="Times New Roman" panose="02020603050405020304" pitchFamily="18" charset="0"/>
              </a:rPr>
              <a:t> </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从第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个顶点出发递归地深度优先遍历图</a:t>
            </a:r>
            <a:r>
              <a:rPr lang="en-US" altLang="zh-CN" sz="1600" b="1" dirty="0">
                <a:solidFill>
                  <a:srgbClr val="0070C0"/>
                </a:solidFill>
                <a:latin typeface="Courier New" panose="02070309020205020404" pitchFamily="49" charset="0"/>
                <a:cs typeface="Courier New" panose="02070309020205020404" pitchFamily="49" charset="0"/>
              </a:rPr>
              <a:t>G</a:t>
            </a:r>
            <a:endParaRPr lang="zh-CN" altLang="en-US"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G-&gt;visited[v]=Visited;  </a:t>
            </a:r>
            <a:r>
              <a:rPr lang="en-US" altLang="zh-CN" sz="1600" b="1" dirty="0" err="1">
                <a:latin typeface="Courier New" panose="02070309020205020404" pitchFamily="49" charset="0"/>
                <a:cs typeface="Courier New" panose="02070309020205020404" pitchFamily="49" charset="0"/>
              </a:rPr>
              <a:t>VisitFunc</a:t>
            </a:r>
            <a:r>
              <a:rPr lang="en-US" altLang="zh-CN" sz="1600" b="1" dirty="0">
                <a:latin typeface="Courier New" panose="02070309020205020404" pitchFamily="49" charset="0"/>
                <a:cs typeface="Courier New" panose="02070309020205020404" pitchFamily="49" charset="0"/>
              </a:rPr>
              <a:t>(v);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访问第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顶点</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(w=</a:t>
            </a:r>
            <a:r>
              <a:rPr lang="en-US" altLang="zh-CN" sz="1600" b="1" dirty="0" err="1">
                <a:latin typeface="Courier New" panose="02070309020205020404" pitchFamily="49" charset="0"/>
                <a:cs typeface="Courier New" panose="02070309020205020404" pitchFamily="49" charset="0"/>
              </a:rPr>
              <a:t>FirstAdjVex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 w&gt;=0; w=</a:t>
            </a:r>
            <a:r>
              <a:rPr lang="en-US" altLang="zh-CN" sz="1600" b="1" dirty="0" err="1">
                <a:latin typeface="Courier New" panose="02070309020205020404" pitchFamily="49" charset="0"/>
                <a:cs typeface="Courier New" panose="02070309020205020404" pitchFamily="49" charset="0"/>
              </a:rPr>
              <a:t>NextAdjVex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UN</a:t>
            </a:r>
            <a:r>
              <a:rPr lang="en-US" altLang="zh-CN" sz="1600" b="1" dirty="0" err="1">
                <a:latin typeface="Courier New" panose="02070309020205020404" pitchFamily="49" charset="0"/>
                <a:cs typeface="Courier New" panose="02070309020205020404" pitchFamily="49" charset="0"/>
              </a:rPr>
              <a:t>Visited</a:t>
            </a:r>
            <a:r>
              <a:rPr lang="en-US" altLang="zh-CN" sz="1600" b="1" dirty="0">
                <a:latin typeface="Courier New" panose="02070309020205020404" pitchFamily="49" charset="0"/>
                <a:cs typeface="Courier New" panose="02070309020205020404" pitchFamily="49" charset="0"/>
              </a:rPr>
              <a:t>==G-&gt;visited[w]) DFS(</a:t>
            </a:r>
            <a:r>
              <a:rPr lang="en-US" altLang="zh-CN" sz="1600" b="1" dirty="0" err="1">
                <a:latin typeface="Courier New" panose="02070309020205020404" pitchFamily="49" charset="0"/>
                <a:cs typeface="Courier New" panose="02070309020205020404" pitchFamily="49" charset="0"/>
              </a:rPr>
              <a:t>G,w</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对</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的尚未访问的邻接顶点</a:t>
            </a:r>
            <a:r>
              <a:rPr lang="en-US" altLang="zh-CN" sz="1600" b="1" dirty="0">
                <a:solidFill>
                  <a:srgbClr val="0070C0"/>
                </a:solidFill>
                <a:latin typeface="Courier New" panose="02070309020205020404" pitchFamily="49" charset="0"/>
                <a:cs typeface="Courier New" panose="02070309020205020404" pitchFamily="49" charset="0"/>
              </a:rPr>
              <a:t>w</a:t>
            </a:r>
            <a:r>
              <a:rPr lang="zh-CN" altLang="en-US" sz="1600" b="1" dirty="0">
                <a:solidFill>
                  <a:srgbClr val="0070C0"/>
                </a:solidFill>
                <a:latin typeface="Courier New" panose="02070309020205020404" pitchFamily="49" charset="0"/>
                <a:cs typeface="Courier New" panose="02070309020205020404" pitchFamily="49" charset="0"/>
              </a:rPr>
              <a:t>递归调用</a:t>
            </a:r>
            <a:r>
              <a:rPr lang="en-US" altLang="zh-CN" sz="1600" b="1" dirty="0">
                <a:solidFill>
                  <a:srgbClr val="0070C0"/>
                </a:solidFill>
                <a:latin typeface="Courier New" panose="02070309020205020404" pitchFamily="49" charset="0"/>
                <a:cs typeface="Courier New" panose="02070309020205020404" pitchFamily="49" charset="0"/>
              </a:rPr>
              <a:t>DFS</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2" name="文本框 1">
            <a:extLst>
              <a:ext uri="{FF2B5EF4-FFF2-40B4-BE49-F238E27FC236}">
                <a16:creationId xmlns:a16="http://schemas.microsoft.com/office/drawing/2014/main" id="{A5033534-4742-4D16-A1CF-E8528760444C}"/>
              </a:ext>
            </a:extLst>
          </p:cNvPr>
          <p:cNvSpPr txBox="1"/>
          <p:nvPr/>
        </p:nvSpPr>
        <p:spPr>
          <a:xfrm>
            <a:off x="7806311" y="539169"/>
            <a:ext cx="182742" cy="393954"/>
          </a:xfrm>
          <a:prstGeom prst="rect">
            <a:avLst/>
          </a:prstGeom>
          <a:noFill/>
        </p:spPr>
        <p:txBody>
          <a:bodyPr wrap="none" lIns="0" tIns="0" rIns="0" bIns="0" rtlCol="0">
            <a:spAutoFit/>
          </a:bodyPr>
          <a:lstStyle/>
          <a:p>
            <a:pPr>
              <a:lnSpc>
                <a:spcPct val="80000"/>
              </a:lnSpc>
            </a:pPr>
            <a:r>
              <a:rPr lang="en-US" altLang="zh-CN" sz="3200"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t>
            </a:r>
            <a:endParaRPr lang="zh-CN" altLang="en-US" sz="3200"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12" name="组合 11">
            <a:extLst>
              <a:ext uri="{FF2B5EF4-FFF2-40B4-BE49-F238E27FC236}">
                <a16:creationId xmlns:a16="http://schemas.microsoft.com/office/drawing/2014/main" id="{7BDEC4FB-7D41-427D-B8CC-2E9806E91BCC}"/>
              </a:ext>
            </a:extLst>
          </p:cNvPr>
          <p:cNvGrpSpPr/>
          <p:nvPr/>
        </p:nvGrpSpPr>
        <p:grpSpPr>
          <a:xfrm>
            <a:off x="7303947" y="758953"/>
            <a:ext cx="524566" cy="476022"/>
            <a:chOff x="1265963" y="762882"/>
            <a:chExt cx="524566" cy="476022"/>
          </a:xfrm>
        </p:grpSpPr>
        <p:sp>
          <p:nvSpPr>
            <p:cNvPr id="3" name="文本框 2">
              <a:extLst>
                <a:ext uri="{FF2B5EF4-FFF2-40B4-BE49-F238E27FC236}">
                  <a16:creationId xmlns:a16="http://schemas.microsoft.com/office/drawing/2014/main" id="{98FC5CDA-B154-4A41-9236-8F30C2EE1BEE}"/>
                </a:ext>
              </a:extLst>
            </p:cNvPr>
            <p:cNvSpPr txBox="1"/>
            <p:nvPr/>
          </p:nvSpPr>
          <p:spPr>
            <a:xfrm>
              <a:off x="1464799" y="762882"/>
              <a:ext cx="325730" cy="369332"/>
            </a:xfrm>
            <a:prstGeom prst="rect">
              <a:avLst/>
            </a:prstGeom>
            <a:noFill/>
          </p:spPr>
          <p:txBody>
            <a:bodyPr wrap="none" rtlCol="0">
              <a:spAutoFit/>
            </a:bodyPr>
            <a:lstStyle/>
            <a:p>
              <a:r>
                <a:rPr lang="en-US" altLang="zh-CN"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t>
              </a:r>
              <a:endParaRPr lang="zh-CN" altLang="en-US"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0" name="文本框 59">
              <a:extLst>
                <a:ext uri="{FF2B5EF4-FFF2-40B4-BE49-F238E27FC236}">
                  <a16:creationId xmlns:a16="http://schemas.microsoft.com/office/drawing/2014/main" id="{B15CF056-06B4-4479-93BD-37E7D54AC378}"/>
                </a:ext>
              </a:extLst>
            </p:cNvPr>
            <p:cNvSpPr txBox="1"/>
            <p:nvPr/>
          </p:nvSpPr>
          <p:spPr>
            <a:xfrm>
              <a:off x="1265963" y="894194"/>
              <a:ext cx="238848" cy="344710"/>
            </a:xfrm>
            <a:prstGeom prst="rect">
              <a:avLst/>
            </a:prstGeom>
            <a:noFill/>
          </p:spPr>
          <p:txBody>
            <a:bodyPr wrap="none" lIns="0" tIns="0" rIns="0" bIns="0" rtlCol="0">
              <a:spAutoFit/>
            </a:bodyPr>
            <a:lstStyle/>
            <a:p>
              <a:pPr>
                <a:lnSpc>
                  <a:spcPct val="80000"/>
                </a:lnSpc>
              </a:pPr>
              <a:r>
                <a:rPr lang="en-US" altLang="zh-CN" sz="2800"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cxnSp>
        <p:nvCxnSpPr>
          <p:cNvPr id="19" name="直接连接符 18">
            <a:extLst>
              <a:ext uri="{FF2B5EF4-FFF2-40B4-BE49-F238E27FC236}">
                <a16:creationId xmlns:a16="http://schemas.microsoft.com/office/drawing/2014/main" id="{061E7465-E225-44FC-8BFF-4956F5334920}"/>
              </a:ext>
            </a:extLst>
          </p:cNvPr>
          <p:cNvCxnSpPr/>
          <p:nvPr/>
        </p:nvCxnSpPr>
        <p:spPr>
          <a:xfrm>
            <a:off x="579549" y="4829577"/>
            <a:ext cx="399889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8553A137-822F-42F4-9400-745FB1BF4434}"/>
              </a:ext>
            </a:extLst>
          </p:cNvPr>
          <p:cNvCxnSpPr>
            <a:cxnSpLocks/>
          </p:cNvCxnSpPr>
          <p:nvPr/>
        </p:nvCxnSpPr>
        <p:spPr>
          <a:xfrm>
            <a:off x="1041229" y="5078569"/>
            <a:ext cx="216561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C4E03EC3-F793-4091-8FC9-D1AD99C61190}"/>
              </a:ext>
            </a:extLst>
          </p:cNvPr>
          <p:cNvCxnSpPr>
            <a:cxnSpLocks/>
          </p:cNvCxnSpPr>
          <p:nvPr/>
        </p:nvCxnSpPr>
        <p:spPr>
          <a:xfrm>
            <a:off x="1153189" y="5301803"/>
            <a:ext cx="2419477"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714B374D-A345-4EBE-9612-218BACDCD034}"/>
              </a:ext>
            </a:extLst>
          </p:cNvPr>
          <p:cNvCxnSpPr>
            <a:cxnSpLocks/>
          </p:cNvCxnSpPr>
          <p:nvPr/>
        </p:nvCxnSpPr>
        <p:spPr>
          <a:xfrm>
            <a:off x="3833798" y="5310389"/>
            <a:ext cx="1118128"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CBB60CF6-4389-4A63-A7B2-BB8222099DDE}"/>
              </a:ext>
            </a:extLst>
          </p:cNvPr>
          <p:cNvCxnSpPr>
            <a:cxnSpLocks/>
          </p:cNvCxnSpPr>
          <p:nvPr/>
        </p:nvCxnSpPr>
        <p:spPr>
          <a:xfrm flipV="1">
            <a:off x="4336074" y="5078569"/>
            <a:ext cx="2064726" cy="214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C3CAB749-7C68-4DFE-88E0-7A2E3A94C894}"/>
              </a:ext>
            </a:extLst>
          </p:cNvPr>
          <p:cNvSpPr txBox="1"/>
          <p:nvPr/>
        </p:nvSpPr>
        <p:spPr>
          <a:xfrm>
            <a:off x="1583421" y="4096367"/>
            <a:ext cx="6618998" cy="2000548"/>
          </a:xfrm>
          <a:prstGeom prst="rect">
            <a:avLst/>
          </a:prstGeom>
          <a:solidFill>
            <a:srgbClr val="FFFAEB"/>
          </a:solidFill>
          <a:ln w="12700">
            <a:solidFill>
              <a:schemeClr val="accent6">
                <a:lumMod val="50000"/>
              </a:schemeClr>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DFS(Graph G,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2800" b="1" i="1" dirty="0">
                <a:solidFill>
                  <a:srgbClr val="E26714"/>
                </a:solidFill>
                <a:latin typeface="Times New Roman" panose="02020603050405020304" pitchFamily="18" charset="0"/>
                <a:cs typeface="Times New Roman" panose="02020603050405020304" pitchFamily="18" charset="0"/>
              </a:rPr>
              <a:t>v</a:t>
            </a:r>
            <a:r>
              <a:rPr lang="en-US" altLang="zh-CN" sz="2400" b="1" i="1" dirty="0">
                <a:solidFill>
                  <a:srgbClr val="00B050"/>
                </a:solidFill>
                <a:latin typeface="Times New Roman" panose="02020603050405020304" pitchFamily="18" charset="0"/>
                <a:cs typeface="Times New Roman" panose="02020603050405020304" pitchFamily="18" charset="0"/>
              </a:rPr>
              <a:t> </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从第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个顶点出发递归地深度优先遍历图</a:t>
            </a:r>
            <a:r>
              <a:rPr lang="en-US" altLang="zh-CN" sz="1600" b="1" dirty="0">
                <a:solidFill>
                  <a:srgbClr val="0070C0"/>
                </a:solidFill>
                <a:latin typeface="Courier New" panose="02070309020205020404" pitchFamily="49" charset="0"/>
                <a:cs typeface="Courier New" panose="02070309020205020404" pitchFamily="49" charset="0"/>
              </a:rPr>
              <a:t>G</a:t>
            </a:r>
            <a:endParaRPr lang="zh-CN" altLang="en-US"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G-&gt;visited[v]=Visited;  </a:t>
            </a:r>
            <a:r>
              <a:rPr lang="en-US" altLang="zh-CN" sz="1600" b="1" dirty="0" err="1">
                <a:latin typeface="Courier New" panose="02070309020205020404" pitchFamily="49" charset="0"/>
                <a:cs typeface="Courier New" panose="02070309020205020404" pitchFamily="49" charset="0"/>
              </a:rPr>
              <a:t>VisitFunc</a:t>
            </a:r>
            <a:r>
              <a:rPr lang="en-US" altLang="zh-CN" sz="1600" b="1" dirty="0">
                <a:latin typeface="Courier New" panose="02070309020205020404" pitchFamily="49" charset="0"/>
                <a:cs typeface="Courier New" panose="02070309020205020404" pitchFamily="49" charset="0"/>
              </a:rPr>
              <a:t>(v);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访问第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顶点</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(w=</a:t>
            </a:r>
            <a:r>
              <a:rPr lang="en-US" altLang="zh-CN" sz="1600" b="1" dirty="0" err="1">
                <a:latin typeface="Courier New" panose="02070309020205020404" pitchFamily="49" charset="0"/>
                <a:cs typeface="Courier New" panose="02070309020205020404" pitchFamily="49" charset="0"/>
              </a:rPr>
              <a:t>FirstAdjVex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 w&gt;=0; w=</a:t>
            </a:r>
            <a:r>
              <a:rPr lang="en-US" altLang="zh-CN" sz="1600" b="1" dirty="0" err="1">
                <a:latin typeface="Courier New" panose="02070309020205020404" pitchFamily="49" charset="0"/>
                <a:cs typeface="Courier New" panose="02070309020205020404" pitchFamily="49" charset="0"/>
              </a:rPr>
              <a:t>NextAdjVex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UN</a:t>
            </a:r>
            <a:r>
              <a:rPr lang="en-US" altLang="zh-CN" sz="1600" b="1" dirty="0" err="1">
                <a:latin typeface="Courier New" panose="02070309020205020404" pitchFamily="49" charset="0"/>
                <a:cs typeface="Courier New" panose="02070309020205020404" pitchFamily="49" charset="0"/>
              </a:rPr>
              <a:t>Visited</a:t>
            </a:r>
            <a:r>
              <a:rPr lang="en-US" altLang="zh-CN" sz="1600" b="1" dirty="0">
                <a:latin typeface="Courier New" panose="02070309020205020404" pitchFamily="49" charset="0"/>
                <a:cs typeface="Courier New" panose="02070309020205020404" pitchFamily="49" charset="0"/>
              </a:rPr>
              <a:t>==G-&gt;visited[w]) DFS(</a:t>
            </a:r>
            <a:r>
              <a:rPr lang="en-US" altLang="zh-CN" sz="1600" b="1" dirty="0" err="1">
                <a:latin typeface="Courier New" panose="02070309020205020404" pitchFamily="49" charset="0"/>
                <a:cs typeface="Courier New" panose="02070309020205020404" pitchFamily="49" charset="0"/>
              </a:rPr>
              <a:t>G,w</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对</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的尚未访问的邻接顶点</a:t>
            </a:r>
            <a:r>
              <a:rPr lang="en-US" altLang="zh-CN" sz="1600" b="1" dirty="0">
                <a:solidFill>
                  <a:srgbClr val="0070C0"/>
                </a:solidFill>
                <a:latin typeface="Courier New" panose="02070309020205020404" pitchFamily="49" charset="0"/>
                <a:cs typeface="Courier New" panose="02070309020205020404" pitchFamily="49" charset="0"/>
              </a:rPr>
              <a:t>w</a:t>
            </a:r>
            <a:r>
              <a:rPr lang="zh-CN" altLang="en-US" sz="1600" b="1" dirty="0">
                <a:solidFill>
                  <a:srgbClr val="0070C0"/>
                </a:solidFill>
                <a:latin typeface="Courier New" panose="02070309020205020404" pitchFamily="49" charset="0"/>
                <a:cs typeface="Courier New" panose="02070309020205020404" pitchFamily="49" charset="0"/>
              </a:rPr>
              <a:t>递归调用</a:t>
            </a:r>
            <a:r>
              <a:rPr lang="en-US" altLang="zh-CN" sz="1600" b="1" dirty="0">
                <a:solidFill>
                  <a:srgbClr val="0070C0"/>
                </a:solidFill>
                <a:latin typeface="Courier New" panose="02070309020205020404" pitchFamily="49" charset="0"/>
                <a:cs typeface="Courier New" panose="02070309020205020404" pitchFamily="49" charset="0"/>
              </a:rPr>
              <a:t>DFS</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66" name="直接连接符 65">
            <a:extLst>
              <a:ext uri="{FF2B5EF4-FFF2-40B4-BE49-F238E27FC236}">
                <a16:creationId xmlns:a16="http://schemas.microsoft.com/office/drawing/2014/main" id="{3BC04B6D-C105-49CB-8CBA-7C51876BF0CD}"/>
              </a:ext>
            </a:extLst>
          </p:cNvPr>
          <p:cNvCxnSpPr/>
          <p:nvPr/>
        </p:nvCxnSpPr>
        <p:spPr>
          <a:xfrm>
            <a:off x="1930704" y="5051447"/>
            <a:ext cx="3998890" cy="0"/>
          </a:xfrm>
          <a:prstGeom prst="line">
            <a:avLst/>
          </a:prstGeom>
          <a:ln w="28575">
            <a:solidFill>
              <a:srgbClr val="E26714"/>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F163FA69-CB9D-4B2A-AD07-802ED6F129D4}"/>
              </a:ext>
            </a:extLst>
          </p:cNvPr>
          <p:cNvCxnSpPr>
            <a:cxnSpLocks/>
          </p:cNvCxnSpPr>
          <p:nvPr/>
        </p:nvCxnSpPr>
        <p:spPr>
          <a:xfrm>
            <a:off x="2392384" y="5300439"/>
            <a:ext cx="2165610" cy="0"/>
          </a:xfrm>
          <a:prstGeom prst="line">
            <a:avLst/>
          </a:prstGeom>
          <a:ln w="28575">
            <a:solidFill>
              <a:srgbClr val="E26714"/>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6BBCCF4A-C1A3-4AFC-848D-7E6457FBDAC0}"/>
              </a:ext>
            </a:extLst>
          </p:cNvPr>
          <p:cNvCxnSpPr>
            <a:cxnSpLocks/>
          </p:cNvCxnSpPr>
          <p:nvPr/>
        </p:nvCxnSpPr>
        <p:spPr>
          <a:xfrm>
            <a:off x="2504344" y="5523673"/>
            <a:ext cx="2419477" cy="0"/>
          </a:xfrm>
          <a:prstGeom prst="line">
            <a:avLst/>
          </a:prstGeom>
          <a:ln w="28575">
            <a:solidFill>
              <a:srgbClr val="E26714"/>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88A453C-F520-46E7-A707-456799AA142A}"/>
              </a:ext>
            </a:extLst>
          </p:cNvPr>
          <p:cNvCxnSpPr>
            <a:cxnSpLocks/>
          </p:cNvCxnSpPr>
          <p:nvPr/>
        </p:nvCxnSpPr>
        <p:spPr>
          <a:xfrm>
            <a:off x="5184953" y="5532259"/>
            <a:ext cx="1118128" cy="0"/>
          </a:xfrm>
          <a:prstGeom prst="line">
            <a:avLst/>
          </a:prstGeom>
          <a:ln w="28575">
            <a:solidFill>
              <a:srgbClr val="E26714"/>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46A6F911-889C-4F6C-A6CE-1E7788F23A26}"/>
              </a:ext>
            </a:extLst>
          </p:cNvPr>
          <p:cNvCxnSpPr>
            <a:cxnSpLocks/>
          </p:cNvCxnSpPr>
          <p:nvPr/>
        </p:nvCxnSpPr>
        <p:spPr>
          <a:xfrm flipV="1">
            <a:off x="5687229" y="5300439"/>
            <a:ext cx="2064726" cy="2146"/>
          </a:xfrm>
          <a:prstGeom prst="line">
            <a:avLst/>
          </a:prstGeom>
          <a:ln w="28575">
            <a:solidFill>
              <a:srgbClr val="E26714"/>
            </a:solidFill>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6CDF8558-E48E-4609-A4FE-245306D3B2A6}"/>
              </a:ext>
            </a:extLst>
          </p:cNvPr>
          <p:cNvSpPr txBox="1"/>
          <p:nvPr/>
        </p:nvSpPr>
        <p:spPr>
          <a:xfrm>
            <a:off x="6973416" y="911183"/>
            <a:ext cx="182742" cy="393954"/>
          </a:xfrm>
          <a:prstGeom prst="rect">
            <a:avLst/>
          </a:prstGeom>
          <a:noFill/>
        </p:spPr>
        <p:txBody>
          <a:bodyPr wrap="none" lIns="0" tIns="0" rIns="0" bIns="0" rtlCol="0">
            <a:spAutoFit/>
          </a:bodyPr>
          <a:lstStyle/>
          <a:p>
            <a:pPr>
              <a:lnSpc>
                <a:spcPct val="80000"/>
              </a:lnSpc>
            </a:pPr>
            <a:r>
              <a:rPr lang="en-US" altLang="zh-CN" sz="3200" i="1" dirty="0">
                <a:solidFill>
                  <a:schemeClr val="accent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t>
            </a:r>
            <a:endParaRPr lang="zh-CN" altLang="en-US" sz="3200" i="1" dirty="0">
              <a:solidFill>
                <a:schemeClr val="accent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72" name="组合 71">
            <a:extLst>
              <a:ext uri="{FF2B5EF4-FFF2-40B4-BE49-F238E27FC236}">
                <a16:creationId xmlns:a16="http://schemas.microsoft.com/office/drawing/2014/main" id="{736621A1-4E09-4C59-8AC0-692FA71CDFAD}"/>
              </a:ext>
            </a:extLst>
          </p:cNvPr>
          <p:cNvGrpSpPr/>
          <p:nvPr/>
        </p:nvGrpSpPr>
        <p:grpSpPr>
          <a:xfrm>
            <a:off x="6644825" y="1326146"/>
            <a:ext cx="465044" cy="527348"/>
            <a:chOff x="1265963" y="711556"/>
            <a:chExt cx="465044" cy="527348"/>
          </a:xfrm>
        </p:grpSpPr>
        <p:sp>
          <p:nvSpPr>
            <p:cNvPr id="73" name="文本框 72">
              <a:extLst>
                <a:ext uri="{FF2B5EF4-FFF2-40B4-BE49-F238E27FC236}">
                  <a16:creationId xmlns:a16="http://schemas.microsoft.com/office/drawing/2014/main" id="{574FDF0E-D4F3-4817-92B8-2DCF878BE52D}"/>
                </a:ext>
              </a:extLst>
            </p:cNvPr>
            <p:cNvSpPr txBox="1"/>
            <p:nvPr/>
          </p:nvSpPr>
          <p:spPr>
            <a:xfrm>
              <a:off x="1405277" y="711556"/>
              <a:ext cx="325730" cy="369332"/>
            </a:xfrm>
            <a:prstGeom prst="rect">
              <a:avLst/>
            </a:prstGeom>
            <a:noFill/>
          </p:spPr>
          <p:txBody>
            <a:bodyPr wrap="none" rtlCol="0">
              <a:spAutoFit/>
            </a:bodyPr>
            <a:lstStyle/>
            <a:p>
              <a:r>
                <a:rPr lang="en-US" altLang="zh-CN" i="1" dirty="0">
                  <a:solidFill>
                    <a:schemeClr val="accent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t>
              </a:r>
              <a:endParaRPr lang="zh-CN" altLang="en-US" i="1" dirty="0">
                <a:solidFill>
                  <a:schemeClr val="accent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4" name="文本框 73">
              <a:extLst>
                <a:ext uri="{FF2B5EF4-FFF2-40B4-BE49-F238E27FC236}">
                  <a16:creationId xmlns:a16="http://schemas.microsoft.com/office/drawing/2014/main" id="{36ED1FA8-5CD1-4118-A086-654A5CA51A4A}"/>
                </a:ext>
              </a:extLst>
            </p:cNvPr>
            <p:cNvSpPr txBox="1"/>
            <p:nvPr/>
          </p:nvSpPr>
          <p:spPr>
            <a:xfrm>
              <a:off x="1265963" y="894194"/>
              <a:ext cx="238848" cy="344710"/>
            </a:xfrm>
            <a:prstGeom prst="rect">
              <a:avLst/>
            </a:prstGeom>
            <a:noFill/>
          </p:spPr>
          <p:txBody>
            <a:bodyPr wrap="none" lIns="0" tIns="0" rIns="0" bIns="0" rtlCol="0">
              <a:spAutoFit/>
            </a:bodyPr>
            <a:lstStyle/>
            <a:p>
              <a:pPr>
                <a:lnSpc>
                  <a:spcPct val="80000"/>
                </a:lnSpc>
              </a:pPr>
              <a:r>
                <a:rPr lang="en-US" altLang="zh-CN" sz="2800" i="1" dirty="0">
                  <a:solidFill>
                    <a:schemeClr val="accent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chemeClr val="accent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29" name="组合 28">
            <a:extLst>
              <a:ext uri="{FF2B5EF4-FFF2-40B4-BE49-F238E27FC236}">
                <a16:creationId xmlns:a16="http://schemas.microsoft.com/office/drawing/2014/main" id="{577BF736-8E90-4594-B46E-847DB28C1E29}"/>
              </a:ext>
            </a:extLst>
          </p:cNvPr>
          <p:cNvGrpSpPr/>
          <p:nvPr/>
        </p:nvGrpSpPr>
        <p:grpSpPr>
          <a:xfrm>
            <a:off x="10134329" y="1627529"/>
            <a:ext cx="1514371" cy="369332"/>
            <a:chOff x="3123647" y="304911"/>
            <a:chExt cx="1514371" cy="369332"/>
          </a:xfrm>
        </p:grpSpPr>
        <p:sp>
          <p:nvSpPr>
            <p:cNvPr id="75" name="椭圆 74">
              <a:extLst>
                <a:ext uri="{FF2B5EF4-FFF2-40B4-BE49-F238E27FC236}">
                  <a16:creationId xmlns:a16="http://schemas.microsoft.com/office/drawing/2014/main" id="{8243EAB8-428C-4B09-858B-8E48776C7D76}"/>
                </a:ext>
              </a:extLst>
            </p:cNvPr>
            <p:cNvSpPr/>
            <p:nvPr/>
          </p:nvSpPr>
          <p:spPr>
            <a:xfrm>
              <a:off x="4278018" y="306075"/>
              <a:ext cx="360000" cy="36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i="1" baseline="-25000" dirty="0">
                  <a:solidFill>
                    <a:srgbClr val="C00000"/>
                  </a:solidFill>
                  <a:latin typeface="Times New Roman" panose="02020603050405020304" pitchFamily="18" charset="0"/>
                  <a:cs typeface="Times New Roman" panose="02020603050405020304" pitchFamily="18" charset="0"/>
                </a:rPr>
                <a:t>i</a:t>
              </a:r>
              <a:endParaRPr lang="zh-CN" altLang="en-US" b="1" i="1" baseline="-25000" dirty="0">
                <a:solidFill>
                  <a:srgbClr val="C00000"/>
                </a:solidFill>
                <a:latin typeface="Times New Roman" panose="02020603050405020304" pitchFamily="18" charset="0"/>
                <a:cs typeface="Times New Roman" panose="02020603050405020304" pitchFamily="18" charset="0"/>
              </a:endParaRPr>
            </a:p>
          </p:txBody>
        </p:sp>
        <p:sp>
          <p:nvSpPr>
            <p:cNvPr id="28" name="文本框 27">
              <a:extLst>
                <a:ext uri="{FF2B5EF4-FFF2-40B4-BE49-F238E27FC236}">
                  <a16:creationId xmlns:a16="http://schemas.microsoft.com/office/drawing/2014/main" id="{425C3658-A7FC-4A8E-80AF-F32AB8DBB04F}"/>
                </a:ext>
              </a:extLst>
            </p:cNvPr>
            <p:cNvSpPr txBox="1"/>
            <p:nvPr/>
          </p:nvSpPr>
          <p:spPr>
            <a:xfrm>
              <a:off x="3123647" y="304911"/>
              <a:ext cx="1330885" cy="369332"/>
            </a:xfrm>
            <a:prstGeom prst="rect">
              <a:avLst/>
            </a:prstGeom>
            <a:noFill/>
          </p:spPr>
          <p:txBody>
            <a:bodyPr wrap="square" rtlCol="0">
              <a:spAutoFit/>
            </a:bodyPr>
            <a:lstStyle/>
            <a:p>
              <a:r>
                <a:rPr lang="en-US" altLang="zh-CN" b="1" dirty="0" err="1">
                  <a:solidFill>
                    <a:srgbClr val="C00000"/>
                  </a:solidFill>
                </a:rPr>
                <a:t>UN</a:t>
              </a:r>
              <a:r>
                <a:rPr lang="en-US" altLang="zh-CN" b="1" dirty="0" err="1"/>
                <a:t>Visited</a:t>
              </a:r>
              <a:endParaRPr lang="zh-CN" altLang="en-US" b="1" dirty="0"/>
            </a:p>
          </p:txBody>
        </p:sp>
      </p:grpSp>
      <p:grpSp>
        <p:nvGrpSpPr>
          <p:cNvPr id="76" name="组合 75">
            <a:extLst>
              <a:ext uri="{FF2B5EF4-FFF2-40B4-BE49-F238E27FC236}">
                <a16:creationId xmlns:a16="http://schemas.microsoft.com/office/drawing/2014/main" id="{38A6ADD0-5555-4B82-8E0A-911A6E239130}"/>
              </a:ext>
            </a:extLst>
          </p:cNvPr>
          <p:cNvGrpSpPr/>
          <p:nvPr/>
        </p:nvGrpSpPr>
        <p:grpSpPr>
          <a:xfrm>
            <a:off x="10123469" y="2073834"/>
            <a:ext cx="1514371" cy="369332"/>
            <a:chOff x="3123647" y="304911"/>
            <a:chExt cx="1514371" cy="369332"/>
          </a:xfrm>
        </p:grpSpPr>
        <p:sp>
          <p:nvSpPr>
            <p:cNvPr id="77" name="椭圆 76">
              <a:extLst>
                <a:ext uri="{FF2B5EF4-FFF2-40B4-BE49-F238E27FC236}">
                  <a16:creationId xmlns:a16="http://schemas.microsoft.com/office/drawing/2014/main" id="{4A24FCE2-41C9-4561-B123-4BD954F5EB69}"/>
                </a:ext>
              </a:extLst>
            </p:cNvPr>
            <p:cNvSpPr/>
            <p:nvPr/>
          </p:nvSpPr>
          <p:spPr>
            <a:xfrm>
              <a:off x="4278018" y="306075"/>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90000"/>
                </a:lnSpc>
              </a:pP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i="1" baseline="-25000" dirty="0">
                  <a:solidFill>
                    <a:srgbClr val="C00000"/>
                  </a:solidFill>
                  <a:latin typeface="Times New Roman" panose="02020603050405020304" pitchFamily="18" charset="0"/>
                  <a:cs typeface="Times New Roman" panose="02020603050405020304" pitchFamily="18" charset="0"/>
                </a:rPr>
                <a:t>i</a:t>
              </a:r>
              <a:endParaRPr lang="zh-CN" altLang="en-US" b="1" i="1" baseline="-25000" dirty="0">
                <a:solidFill>
                  <a:srgbClr val="C00000"/>
                </a:solidFill>
                <a:latin typeface="Times New Roman" panose="02020603050405020304" pitchFamily="18" charset="0"/>
                <a:cs typeface="Times New Roman" panose="02020603050405020304" pitchFamily="18" charset="0"/>
              </a:endParaRPr>
            </a:p>
          </p:txBody>
        </p:sp>
        <p:sp>
          <p:nvSpPr>
            <p:cNvPr id="78" name="文本框 77">
              <a:extLst>
                <a:ext uri="{FF2B5EF4-FFF2-40B4-BE49-F238E27FC236}">
                  <a16:creationId xmlns:a16="http://schemas.microsoft.com/office/drawing/2014/main" id="{B0E3F229-E852-45B9-B63C-47FFF94CDB1A}"/>
                </a:ext>
              </a:extLst>
            </p:cNvPr>
            <p:cNvSpPr txBox="1"/>
            <p:nvPr/>
          </p:nvSpPr>
          <p:spPr>
            <a:xfrm>
              <a:off x="3123647" y="304911"/>
              <a:ext cx="1330885" cy="369332"/>
            </a:xfrm>
            <a:prstGeom prst="rect">
              <a:avLst/>
            </a:prstGeom>
            <a:noFill/>
          </p:spPr>
          <p:txBody>
            <a:bodyPr wrap="square" rtlCol="0">
              <a:spAutoFit/>
            </a:bodyPr>
            <a:lstStyle/>
            <a:p>
              <a:r>
                <a:rPr lang="en-US" altLang="zh-CN" b="1" dirty="0">
                  <a:solidFill>
                    <a:srgbClr val="C00000"/>
                  </a:solidFill>
                </a:rPr>
                <a:t>     </a:t>
              </a:r>
              <a:r>
                <a:rPr lang="en-US" altLang="zh-CN" b="1" dirty="0"/>
                <a:t>Visited</a:t>
              </a:r>
              <a:endParaRPr lang="zh-CN" altLang="en-US" b="1" dirty="0"/>
            </a:p>
          </p:txBody>
        </p:sp>
      </p:grpSp>
      <p:sp>
        <p:nvSpPr>
          <p:cNvPr id="79" name="文本框 78">
            <a:extLst>
              <a:ext uri="{FF2B5EF4-FFF2-40B4-BE49-F238E27FC236}">
                <a16:creationId xmlns:a16="http://schemas.microsoft.com/office/drawing/2014/main" id="{0B4D374B-2177-4886-897F-27B43995715B}"/>
              </a:ext>
            </a:extLst>
          </p:cNvPr>
          <p:cNvSpPr txBox="1"/>
          <p:nvPr/>
        </p:nvSpPr>
        <p:spPr>
          <a:xfrm>
            <a:off x="2953486" y="4302802"/>
            <a:ext cx="6617906" cy="2000548"/>
          </a:xfrm>
          <a:prstGeom prst="rect">
            <a:avLst/>
          </a:prstGeom>
          <a:solidFill>
            <a:srgbClr val="F4EDF9"/>
          </a:solidFill>
          <a:ln w="12700">
            <a:solidFill>
              <a:schemeClr val="accent6">
                <a:lumMod val="50000"/>
              </a:schemeClr>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DFS(Graph G,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2800" b="1" i="1" dirty="0">
                <a:solidFill>
                  <a:srgbClr val="8E3BAB"/>
                </a:solidFill>
                <a:latin typeface="Times New Roman" panose="02020603050405020304" pitchFamily="18" charset="0"/>
                <a:cs typeface="Times New Roman" panose="02020603050405020304" pitchFamily="18" charset="0"/>
              </a:rPr>
              <a:t>v</a:t>
            </a:r>
            <a:r>
              <a:rPr lang="en-US" altLang="zh-CN" sz="2400" b="1" i="1" dirty="0">
                <a:solidFill>
                  <a:srgbClr val="00B050"/>
                </a:solidFill>
                <a:latin typeface="Times New Roman" panose="02020603050405020304" pitchFamily="18" charset="0"/>
                <a:cs typeface="Times New Roman" panose="02020603050405020304" pitchFamily="18" charset="0"/>
              </a:rPr>
              <a:t> </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从第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个顶点出发递归地深度优先遍历图</a:t>
            </a:r>
            <a:r>
              <a:rPr lang="en-US" altLang="zh-CN" sz="1600" b="1" dirty="0">
                <a:solidFill>
                  <a:srgbClr val="0070C0"/>
                </a:solidFill>
                <a:latin typeface="Courier New" panose="02070309020205020404" pitchFamily="49" charset="0"/>
                <a:cs typeface="Courier New" panose="02070309020205020404" pitchFamily="49" charset="0"/>
              </a:rPr>
              <a:t>G</a:t>
            </a:r>
            <a:endParaRPr lang="zh-CN" altLang="en-US"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G-&gt;visited[v]=Visited;  </a:t>
            </a:r>
            <a:r>
              <a:rPr lang="en-US" altLang="zh-CN" sz="1600" b="1" dirty="0" err="1">
                <a:latin typeface="Courier New" panose="02070309020205020404" pitchFamily="49" charset="0"/>
                <a:cs typeface="Courier New" panose="02070309020205020404" pitchFamily="49" charset="0"/>
              </a:rPr>
              <a:t>VisitFunc</a:t>
            </a:r>
            <a:r>
              <a:rPr lang="en-US" altLang="zh-CN" sz="1600" b="1" dirty="0">
                <a:latin typeface="Courier New" panose="02070309020205020404" pitchFamily="49" charset="0"/>
                <a:cs typeface="Courier New" panose="02070309020205020404" pitchFamily="49" charset="0"/>
              </a:rPr>
              <a:t>(v);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访问第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顶点</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(w=</a:t>
            </a:r>
            <a:r>
              <a:rPr lang="en-US" altLang="zh-CN" sz="1600" b="1" dirty="0" err="1">
                <a:latin typeface="Courier New" panose="02070309020205020404" pitchFamily="49" charset="0"/>
                <a:cs typeface="Courier New" panose="02070309020205020404" pitchFamily="49" charset="0"/>
              </a:rPr>
              <a:t>FirstAdjVex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 w&gt;=0; w=</a:t>
            </a:r>
            <a:r>
              <a:rPr lang="en-US" altLang="zh-CN" sz="1600" b="1" dirty="0" err="1">
                <a:latin typeface="Courier New" panose="02070309020205020404" pitchFamily="49" charset="0"/>
                <a:cs typeface="Courier New" panose="02070309020205020404" pitchFamily="49" charset="0"/>
              </a:rPr>
              <a:t>NextAdjVex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UN</a:t>
            </a:r>
            <a:r>
              <a:rPr lang="en-US" altLang="zh-CN" sz="1600" b="1" dirty="0" err="1">
                <a:latin typeface="Courier New" panose="02070309020205020404" pitchFamily="49" charset="0"/>
                <a:cs typeface="Courier New" panose="02070309020205020404" pitchFamily="49" charset="0"/>
              </a:rPr>
              <a:t>Visited</a:t>
            </a:r>
            <a:r>
              <a:rPr lang="en-US" altLang="zh-CN" sz="1600" b="1" dirty="0">
                <a:latin typeface="Courier New" panose="02070309020205020404" pitchFamily="49" charset="0"/>
                <a:cs typeface="Courier New" panose="02070309020205020404" pitchFamily="49" charset="0"/>
              </a:rPr>
              <a:t>==G-&gt;visited[w]) DFS(</a:t>
            </a:r>
            <a:r>
              <a:rPr lang="en-US" altLang="zh-CN" sz="1600" b="1" dirty="0" err="1">
                <a:latin typeface="Courier New" panose="02070309020205020404" pitchFamily="49" charset="0"/>
                <a:cs typeface="Courier New" panose="02070309020205020404" pitchFamily="49" charset="0"/>
              </a:rPr>
              <a:t>G,w</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对</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的尚未访问的邻接顶点</a:t>
            </a:r>
            <a:r>
              <a:rPr lang="en-US" altLang="zh-CN" sz="1600" b="1" dirty="0">
                <a:solidFill>
                  <a:srgbClr val="0070C0"/>
                </a:solidFill>
                <a:latin typeface="Courier New" panose="02070309020205020404" pitchFamily="49" charset="0"/>
                <a:cs typeface="Courier New" panose="02070309020205020404" pitchFamily="49" charset="0"/>
              </a:rPr>
              <a:t>w</a:t>
            </a:r>
            <a:r>
              <a:rPr lang="zh-CN" altLang="en-US" sz="1600" b="1" dirty="0">
                <a:solidFill>
                  <a:srgbClr val="0070C0"/>
                </a:solidFill>
                <a:latin typeface="Courier New" panose="02070309020205020404" pitchFamily="49" charset="0"/>
                <a:cs typeface="Courier New" panose="02070309020205020404" pitchFamily="49" charset="0"/>
              </a:rPr>
              <a:t>递归调用</a:t>
            </a:r>
            <a:r>
              <a:rPr lang="en-US" altLang="zh-CN" sz="1600" b="1" dirty="0">
                <a:solidFill>
                  <a:srgbClr val="0070C0"/>
                </a:solidFill>
                <a:latin typeface="Courier New" panose="02070309020205020404" pitchFamily="49" charset="0"/>
                <a:cs typeface="Courier New" panose="02070309020205020404" pitchFamily="49" charset="0"/>
              </a:rPr>
              <a:t>DFS</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80" name="直接连接符 79">
            <a:extLst>
              <a:ext uri="{FF2B5EF4-FFF2-40B4-BE49-F238E27FC236}">
                <a16:creationId xmlns:a16="http://schemas.microsoft.com/office/drawing/2014/main" id="{90B55BF1-1D38-4FB7-91B8-6CB93AFA8539}"/>
              </a:ext>
            </a:extLst>
          </p:cNvPr>
          <p:cNvCxnSpPr/>
          <p:nvPr/>
        </p:nvCxnSpPr>
        <p:spPr>
          <a:xfrm>
            <a:off x="3276994" y="5261380"/>
            <a:ext cx="3998890" cy="0"/>
          </a:xfrm>
          <a:prstGeom prst="line">
            <a:avLst/>
          </a:prstGeom>
          <a:ln w="28575">
            <a:solidFill>
              <a:srgbClr val="8E3BAB"/>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0866F53D-1216-4673-BB17-03E6E36D7305}"/>
              </a:ext>
            </a:extLst>
          </p:cNvPr>
          <p:cNvCxnSpPr>
            <a:cxnSpLocks/>
          </p:cNvCxnSpPr>
          <p:nvPr/>
        </p:nvCxnSpPr>
        <p:spPr>
          <a:xfrm>
            <a:off x="3738674" y="5510372"/>
            <a:ext cx="2165610" cy="0"/>
          </a:xfrm>
          <a:prstGeom prst="line">
            <a:avLst/>
          </a:prstGeom>
          <a:ln w="28575">
            <a:solidFill>
              <a:srgbClr val="8E3BAB"/>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E31B737-C321-4373-B463-B86B5AEC03FF}"/>
              </a:ext>
            </a:extLst>
          </p:cNvPr>
          <p:cNvCxnSpPr>
            <a:cxnSpLocks/>
          </p:cNvCxnSpPr>
          <p:nvPr/>
        </p:nvCxnSpPr>
        <p:spPr>
          <a:xfrm>
            <a:off x="3850634" y="5733606"/>
            <a:ext cx="2419477" cy="0"/>
          </a:xfrm>
          <a:prstGeom prst="line">
            <a:avLst/>
          </a:prstGeom>
          <a:ln w="28575">
            <a:solidFill>
              <a:srgbClr val="8E3BAB"/>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9D5033EC-A6C8-4638-BE87-679F7A368B86}"/>
              </a:ext>
            </a:extLst>
          </p:cNvPr>
          <p:cNvCxnSpPr>
            <a:cxnSpLocks/>
          </p:cNvCxnSpPr>
          <p:nvPr/>
        </p:nvCxnSpPr>
        <p:spPr>
          <a:xfrm>
            <a:off x="6531243" y="5742192"/>
            <a:ext cx="1118128" cy="0"/>
          </a:xfrm>
          <a:prstGeom prst="line">
            <a:avLst/>
          </a:prstGeom>
          <a:ln w="28575">
            <a:solidFill>
              <a:srgbClr val="8E3BAB"/>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24B06D9A-1EB2-495F-8843-676BFD4074AB}"/>
              </a:ext>
            </a:extLst>
          </p:cNvPr>
          <p:cNvCxnSpPr>
            <a:cxnSpLocks/>
          </p:cNvCxnSpPr>
          <p:nvPr/>
        </p:nvCxnSpPr>
        <p:spPr>
          <a:xfrm flipV="1">
            <a:off x="7033519" y="5510372"/>
            <a:ext cx="2064726" cy="2146"/>
          </a:xfrm>
          <a:prstGeom prst="line">
            <a:avLst/>
          </a:prstGeom>
          <a:ln w="28575">
            <a:solidFill>
              <a:srgbClr val="8E3BAB"/>
            </a:solidFill>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0E67546D-D8AF-43D7-90B0-619E86BFB877}"/>
              </a:ext>
            </a:extLst>
          </p:cNvPr>
          <p:cNvSpPr txBox="1"/>
          <p:nvPr/>
        </p:nvSpPr>
        <p:spPr>
          <a:xfrm>
            <a:off x="6406080" y="1627529"/>
            <a:ext cx="182742" cy="393954"/>
          </a:xfrm>
          <a:prstGeom prst="rect">
            <a:avLst/>
          </a:prstGeom>
          <a:noFill/>
        </p:spPr>
        <p:txBody>
          <a:bodyPr wrap="none" lIns="0" tIns="0" rIns="0" bIns="0" rtlCol="0">
            <a:spAutoFit/>
          </a:bodyPr>
          <a:lstStyle/>
          <a:p>
            <a:pPr>
              <a:lnSpc>
                <a:spcPct val="80000"/>
              </a:lnSpc>
            </a:pPr>
            <a:r>
              <a:rPr lang="en-US" altLang="zh-CN" sz="3200"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t>
            </a:r>
            <a:endParaRPr lang="zh-CN" altLang="en-US" sz="3200"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86" name="组合 85">
            <a:extLst>
              <a:ext uri="{FF2B5EF4-FFF2-40B4-BE49-F238E27FC236}">
                <a16:creationId xmlns:a16="http://schemas.microsoft.com/office/drawing/2014/main" id="{5BDFC673-EE3E-46A6-BE19-9A1352C911A5}"/>
              </a:ext>
            </a:extLst>
          </p:cNvPr>
          <p:cNvGrpSpPr/>
          <p:nvPr/>
        </p:nvGrpSpPr>
        <p:grpSpPr>
          <a:xfrm rot="18422790">
            <a:off x="6807604" y="1603029"/>
            <a:ext cx="473273" cy="378625"/>
            <a:chOff x="1195986" y="887022"/>
            <a:chExt cx="473273" cy="378625"/>
          </a:xfrm>
        </p:grpSpPr>
        <p:sp>
          <p:nvSpPr>
            <p:cNvPr id="87" name="文本框 86">
              <a:extLst>
                <a:ext uri="{FF2B5EF4-FFF2-40B4-BE49-F238E27FC236}">
                  <a16:creationId xmlns:a16="http://schemas.microsoft.com/office/drawing/2014/main" id="{FDA3025D-5430-4C61-ADF4-6807E2D4B623}"/>
                </a:ext>
              </a:extLst>
            </p:cNvPr>
            <p:cNvSpPr txBox="1"/>
            <p:nvPr/>
          </p:nvSpPr>
          <p:spPr>
            <a:xfrm>
              <a:off x="1195986" y="887022"/>
              <a:ext cx="325730" cy="369332"/>
            </a:xfrm>
            <a:prstGeom prst="rect">
              <a:avLst/>
            </a:prstGeom>
            <a:noFill/>
          </p:spPr>
          <p:txBody>
            <a:bodyPr wrap="none" rtlCol="0">
              <a:spAutoFit/>
            </a:bodyPr>
            <a:lstStyle/>
            <a:p>
              <a:r>
                <a:rPr lang="en-US" altLang="zh-CN"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t>
              </a:r>
              <a:endParaRPr lang="zh-CN" altLang="en-US"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8" name="文本框 87">
              <a:extLst>
                <a:ext uri="{FF2B5EF4-FFF2-40B4-BE49-F238E27FC236}">
                  <a16:creationId xmlns:a16="http://schemas.microsoft.com/office/drawing/2014/main" id="{92EFFC80-4314-438C-BE42-3854B1F35D5C}"/>
                </a:ext>
              </a:extLst>
            </p:cNvPr>
            <p:cNvSpPr txBox="1"/>
            <p:nvPr/>
          </p:nvSpPr>
          <p:spPr>
            <a:xfrm>
              <a:off x="1430411" y="920937"/>
              <a:ext cx="238848" cy="344710"/>
            </a:xfrm>
            <a:prstGeom prst="rect">
              <a:avLst/>
            </a:prstGeom>
            <a:noFill/>
          </p:spPr>
          <p:txBody>
            <a:bodyPr wrap="none" lIns="0" tIns="0" rIns="0" bIns="0" rtlCol="0">
              <a:spAutoFit/>
            </a:bodyPr>
            <a:lstStyle/>
            <a:p>
              <a:pPr>
                <a:lnSpc>
                  <a:spcPct val="80000"/>
                </a:lnSpc>
              </a:pPr>
              <a:r>
                <a:rPr lang="en-US" altLang="zh-CN" sz="2800"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89" name="组合 88">
            <a:extLst>
              <a:ext uri="{FF2B5EF4-FFF2-40B4-BE49-F238E27FC236}">
                <a16:creationId xmlns:a16="http://schemas.microsoft.com/office/drawing/2014/main" id="{CAC503AF-0403-4B2D-B7C0-09F05ED2095D}"/>
              </a:ext>
            </a:extLst>
          </p:cNvPr>
          <p:cNvGrpSpPr/>
          <p:nvPr/>
        </p:nvGrpSpPr>
        <p:grpSpPr>
          <a:xfrm rot="2099187">
            <a:off x="6746107" y="2243166"/>
            <a:ext cx="666629" cy="406065"/>
            <a:chOff x="1002630" y="859582"/>
            <a:chExt cx="666629" cy="406065"/>
          </a:xfrm>
        </p:grpSpPr>
        <p:sp>
          <p:nvSpPr>
            <p:cNvPr id="90" name="文本框 89">
              <a:extLst>
                <a:ext uri="{FF2B5EF4-FFF2-40B4-BE49-F238E27FC236}">
                  <a16:creationId xmlns:a16="http://schemas.microsoft.com/office/drawing/2014/main" id="{04A8131B-B85A-47A0-8F5D-6A40206DDA87}"/>
                </a:ext>
              </a:extLst>
            </p:cNvPr>
            <p:cNvSpPr txBox="1"/>
            <p:nvPr/>
          </p:nvSpPr>
          <p:spPr>
            <a:xfrm>
              <a:off x="1002630" y="859582"/>
              <a:ext cx="453970" cy="369332"/>
            </a:xfrm>
            <a:prstGeom prst="rect">
              <a:avLst/>
            </a:prstGeom>
            <a:noFill/>
          </p:spPr>
          <p:txBody>
            <a:bodyPr wrap="none" rtlCol="0">
              <a:spAutoFit/>
            </a:bodyPr>
            <a:lstStyle/>
            <a:p>
              <a:r>
                <a:rPr lang="en-US" altLang="zh-CN"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N1</a:t>
              </a:r>
              <a:endParaRPr lang="zh-CN" altLang="en-US"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1" name="文本框 90">
              <a:extLst>
                <a:ext uri="{FF2B5EF4-FFF2-40B4-BE49-F238E27FC236}">
                  <a16:creationId xmlns:a16="http://schemas.microsoft.com/office/drawing/2014/main" id="{B856DA38-B8C5-43B4-9A08-E89CED4AC2E9}"/>
                </a:ext>
              </a:extLst>
            </p:cNvPr>
            <p:cNvSpPr txBox="1"/>
            <p:nvPr/>
          </p:nvSpPr>
          <p:spPr>
            <a:xfrm>
              <a:off x="1430411" y="920937"/>
              <a:ext cx="238848" cy="344710"/>
            </a:xfrm>
            <a:prstGeom prst="rect">
              <a:avLst/>
            </a:prstGeom>
            <a:noFill/>
          </p:spPr>
          <p:txBody>
            <a:bodyPr wrap="none" lIns="0" tIns="0" rIns="0" bIns="0" rtlCol="0">
              <a:spAutoFit/>
            </a:bodyPr>
            <a:lstStyle/>
            <a:p>
              <a:pPr>
                <a:lnSpc>
                  <a:spcPct val="80000"/>
                </a:lnSpc>
              </a:pPr>
              <a:r>
                <a:rPr lang="en-US" altLang="zh-CN" sz="2800"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94" name="文本框 93">
            <a:extLst>
              <a:ext uri="{FF2B5EF4-FFF2-40B4-BE49-F238E27FC236}">
                <a16:creationId xmlns:a16="http://schemas.microsoft.com/office/drawing/2014/main" id="{A0FDA728-85D0-4475-AEAE-2D578FCA96D7}"/>
              </a:ext>
            </a:extLst>
          </p:cNvPr>
          <p:cNvSpPr txBox="1"/>
          <p:nvPr/>
        </p:nvSpPr>
        <p:spPr>
          <a:xfrm>
            <a:off x="4286770" y="4504456"/>
            <a:ext cx="6780723" cy="2018279"/>
          </a:xfrm>
          <a:prstGeom prst="rect">
            <a:avLst/>
          </a:prstGeom>
          <a:solidFill>
            <a:srgbClr val="EAF2FA"/>
          </a:solidFill>
          <a:ln w="12700">
            <a:solidFill>
              <a:schemeClr val="accent6">
                <a:lumMod val="50000"/>
              </a:schemeClr>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DFS(Graph G,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2800" b="1" i="1" dirty="0">
                <a:solidFill>
                  <a:srgbClr val="0070C0"/>
                </a:solidFill>
                <a:latin typeface="Times New Roman" panose="02020603050405020304" pitchFamily="18" charset="0"/>
                <a:cs typeface="Times New Roman" panose="02020603050405020304" pitchFamily="18" charset="0"/>
              </a:rPr>
              <a:t>v</a:t>
            </a:r>
            <a:r>
              <a:rPr lang="en-US" altLang="zh-CN" sz="2400" b="1" i="1" dirty="0">
                <a:solidFill>
                  <a:srgbClr val="00B050"/>
                </a:solidFill>
                <a:latin typeface="Times New Roman" panose="02020603050405020304" pitchFamily="18" charset="0"/>
                <a:cs typeface="Times New Roman" panose="02020603050405020304" pitchFamily="18" charset="0"/>
              </a:rPr>
              <a:t> </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从第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个顶点出发递归地深度优先遍历图</a:t>
            </a:r>
            <a:r>
              <a:rPr lang="en-US" altLang="zh-CN" sz="1600" b="1" dirty="0">
                <a:solidFill>
                  <a:srgbClr val="0070C0"/>
                </a:solidFill>
                <a:latin typeface="Courier New" panose="02070309020205020404" pitchFamily="49" charset="0"/>
                <a:cs typeface="Courier New" panose="02070309020205020404" pitchFamily="49" charset="0"/>
              </a:rPr>
              <a:t>G</a:t>
            </a:r>
            <a:endParaRPr lang="zh-CN" altLang="en-US"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G-&gt;visited[v]=Visited;   </a:t>
            </a:r>
            <a:r>
              <a:rPr lang="en-US" altLang="zh-CN" sz="1600" b="1" dirty="0" err="1">
                <a:latin typeface="Courier New" panose="02070309020205020404" pitchFamily="49" charset="0"/>
                <a:cs typeface="Courier New" panose="02070309020205020404" pitchFamily="49" charset="0"/>
              </a:rPr>
              <a:t>VisitFunc</a:t>
            </a:r>
            <a:r>
              <a:rPr lang="en-US" altLang="zh-CN" sz="1600" b="1" dirty="0">
                <a:latin typeface="Courier New" panose="02070309020205020404" pitchFamily="49" charset="0"/>
                <a:cs typeface="Courier New" panose="02070309020205020404" pitchFamily="49" charset="0"/>
              </a:rPr>
              <a:t>(v);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访问第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顶点</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(w=</a:t>
            </a:r>
            <a:r>
              <a:rPr lang="en-US" altLang="zh-CN" sz="1600" b="1" dirty="0" err="1">
                <a:latin typeface="Courier New" panose="02070309020205020404" pitchFamily="49" charset="0"/>
                <a:cs typeface="Courier New" panose="02070309020205020404" pitchFamily="49" charset="0"/>
              </a:rPr>
              <a:t>FirstAdjVex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 w&gt;=0; w=</a:t>
            </a:r>
            <a:r>
              <a:rPr lang="en-US" altLang="zh-CN" sz="1600" b="1" dirty="0" err="1">
                <a:latin typeface="Courier New" panose="02070309020205020404" pitchFamily="49" charset="0"/>
                <a:cs typeface="Courier New" panose="02070309020205020404" pitchFamily="49" charset="0"/>
              </a:rPr>
              <a:t>NextAdjVex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UN</a:t>
            </a:r>
            <a:r>
              <a:rPr lang="en-US" altLang="zh-CN" sz="1600" b="1" dirty="0" err="1">
                <a:latin typeface="Courier New" panose="02070309020205020404" pitchFamily="49" charset="0"/>
                <a:cs typeface="Courier New" panose="02070309020205020404" pitchFamily="49" charset="0"/>
              </a:rPr>
              <a:t>Visited</a:t>
            </a:r>
            <a:r>
              <a:rPr lang="en-US" altLang="zh-CN" sz="1600" b="1" dirty="0">
                <a:latin typeface="Courier New" panose="02070309020205020404" pitchFamily="49" charset="0"/>
                <a:cs typeface="Courier New" panose="02070309020205020404" pitchFamily="49" charset="0"/>
              </a:rPr>
              <a:t>==G-&gt;visited[w]) DFS(</a:t>
            </a:r>
            <a:r>
              <a:rPr lang="en-US" altLang="zh-CN" sz="1600" b="1" dirty="0" err="1">
                <a:latin typeface="Courier New" panose="02070309020205020404" pitchFamily="49" charset="0"/>
                <a:cs typeface="Courier New" panose="02070309020205020404" pitchFamily="49" charset="0"/>
              </a:rPr>
              <a:t>G,w</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对</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的尚未访问的邻接顶点</a:t>
            </a:r>
            <a:r>
              <a:rPr lang="en-US" altLang="zh-CN" sz="1600" b="1" dirty="0">
                <a:solidFill>
                  <a:srgbClr val="0070C0"/>
                </a:solidFill>
                <a:latin typeface="Courier New" panose="02070309020205020404" pitchFamily="49" charset="0"/>
                <a:cs typeface="Courier New" panose="02070309020205020404" pitchFamily="49" charset="0"/>
              </a:rPr>
              <a:t>w</a:t>
            </a:r>
            <a:r>
              <a:rPr lang="zh-CN" altLang="en-US" sz="1600" b="1" dirty="0">
                <a:solidFill>
                  <a:srgbClr val="0070C0"/>
                </a:solidFill>
                <a:latin typeface="Courier New" panose="02070309020205020404" pitchFamily="49" charset="0"/>
                <a:cs typeface="Courier New" panose="02070309020205020404" pitchFamily="49" charset="0"/>
              </a:rPr>
              <a:t>递归调用</a:t>
            </a:r>
            <a:r>
              <a:rPr lang="en-US" altLang="zh-CN" sz="1600" b="1" dirty="0">
                <a:solidFill>
                  <a:srgbClr val="0070C0"/>
                </a:solidFill>
                <a:latin typeface="Courier New" panose="02070309020205020404" pitchFamily="49" charset="0"/>
                <a:cs typeface="Courier New" panose="02070309020205020404" pitchFamily="49" charset="0"/>
              </a:rPr>
              <a:t>DFS</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95" name="直接连接符 94">
            <a:extLst>
              <a:ext uri="{FF2B5EF4-FFF2-40B4-BE49-F238E27FC236}">
                <a16:creationId xmlns:a16="http://schemas.microsoft.com/office/drawing/2014/main" id="{AF58E964-4288-49D7-8565-A3FFA276B204}"/>
              </a:ext>
            </a:extLst>
          </p:cNvPr>
          <p:cNvCxnSpPr/>
          <p:nvPr/>
        </p:nvCxnSpPr>
        <p:spPr>
          <a:xfrm>
            <a:off x="4634223" y="5467652"/>
            <a:ext cx="399889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F264D8C4-C389-4F30-A44B-5A103B1D8527}"/>
              </a:ext>
            </a:extLst>
          </p:cNvPr>
          <p:cNvCxnSpPr>
            <a:cxnSpLocks/>
          </p:cNvCxnSpPr>
          <p:nvPr/>
        </p:nvCxnSpPr>
        <p:spPr>
          <a:xfrm>
            <a:off x="5095903" y="5716644"/>
            <a:ext cx="216561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03BC4763-6756-41BA-ADED-A6A50AB1EF8C}"/>
              </a:ext>
            </a:extLst>
          </p:cNvPr>
          <p:cNvCxnSpPr>
            <a:cxnSpLocks/>
          </p:cNvCxnSpPr>
          <p:nvPr/>
        </p:nvCxnSpPr>
        <p:spPr>
          <a:xfrm>
            <a:off x="5207863" y="5939878"/>
            <a:ext cx="2419477"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1EFD881A-CA93-473A-B2EF-F73F4C8CC0E7}"/>
              </a:ext>
            </a:extLst>
          </p:cNvPr>
          <p:cNvCxnSpPr>
            <a:cxnSpLocks/>
          </p:cNvCxnSpPr>
          <p:nvPr/>
        </p:nvCxnSpPr>
        <p:spPr>
          <a:xfrm>
            <a:off x="7888472" y="5948464"/>
            <a:ext cx="1118128"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D559A482-E69A-40FF-9517-46CC096A9DEA}"/>
              </a:ext>
            </a:extLst>
          </p:cNvPr>
          <p:cNvCxnSpPr>
            <a:cxnSpLocks/>
          </p:cNvCxnSpPr>
          <p:nvPr/>
        </p:nvCxnSpPr>
        <p:spPr>
          <a:xfrm flipV="1">
            <a:off x="8390748" y="5716644"/>
            <a:ext cx="2064726" cy="21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ACCA75D2-EFEE-4B55-82DF-F809D58964D9}"/>
              </a:ext>
            </a:extLst>
          </p:cNvPr>
          <p:cNvSpPr txBox="1"/>
          <p:nvPr/>
        </p:nvSpPr>
        <p:spPr>
          <a:xfrm>
            <a:off x="7424811" y="2593973"/>
            <a:ext cx="182742" cy="393954"/>
          </a:xfrm>
          <a:prstGeom prst="rect">
            <a:avLst/>
          </a:prstGeom>
          <a:noFill/>
        </p:spPr>
        <p:txBody>
          <a:bodyPr wrap="none" lIns="0" tIns="0" rIns="0" bIns="0" rtlCol="0">
            <a:spAutoFit/>
          </a:bodyPr>
          <a:lstStyle/>
          <a:p>
            <a:pPr>
              <a:lnSpc>
                <a:spcPct val="80000"/>
              </a:lnSpc>
            </a:pPr>
            <a:r>
              <a:rPr lang="en-US" altLang="zh-CN" sz="32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t>
            </a:r>
            <a:endParaRPr lang="zh-CN" altLang="en-US" sz="32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101" name="组合 100">
            <a:extLst>
              <a:ext uri="{FF2B5EF4-FFF2-40B4-BE49-F238E27FC236}">
                <a16:creationId xmlns:a16="http://schemas.microsoft.com/office/drawing/2014/main" id="{C0B7D348-C977-4468-A765-EE783182EAD2}"/>
              </a:ext>
            </a:extLst>
          </p:cNvPr>
          <p:cNvGrpSpPr/>
          <p:nvPr/>
        </p:nvGrpSpPr>
        <p:grpSpPr>
          <a:xfrm rot="2272475">
            <a:off x="7052865" y="2139539"/>
            <a:ext cx="521193" cy="414520"/>
            <a:chOff x="1283596" y="849006"/>
            <a:chExt cx="521193" cy="414520"/>
          </a:xfrm>
        </p:grpSpPr>
        <p:sp>
          <p:nvSpPr>
            <p:cNvPr id="102" name="文本框 101">
              <a:extLst>
                <a:ext uri="{FF2B5EF4-FFF2-40B4-BE49-F238E27FC236}">
                  <a16:creationId xmlns:a16="http://schemas.microsoft.com/office/drawing/2014/main" id="{EF3E3237-DAB3-4C77-8593-6053E5F613BA}"/>
                </a:ext>
              </a:extLst>
            </p:cNvPr>
            <p:cNvSpPr txBox="1"/>
            <p:nvPr/>
          </p:nvSpPr>
          <p:spPr>
            <a:xfrm>
              <a:off x="1479059" y="849006"/>
              <a:ext cx="325730" cy="369332"/>
            </a:xfrm>
            <a:prstGeom prst="rect">
              <a:avLst/>
            </a:prstGeom>
            <a:noFill/>
          </p:spPr>
          <p:txBody>
            <a:bodyPr wrap="none" rtlCol="0">
              <a:spAutoFit/>
            </a:bodyPr>
            <a:lstStyle/>
            <a:p>
              <a:r>
                <a:rPr lang="en-US" altLang="zh-CN"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t>
              </a:r>
              <a:endParaRPr lang="zh-CN" altLang="en-US"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3" name="文本框 102">
              <a:extLst>
                <a:ext uri="{FF2B5EF4-FFF2-40B4-BE49-F238E27FC236}">
                  <a16:creationId xmlns:a16="http://schemas.microsoft.com/office/drawing/2014/main" id="{3DFE9BA3-711C-4583-B9B5-8422A80A5353}"/>
                </a:ext>
              </a:extLst>
            </p:cNvPr>
            <p:cNvSpPr txBox="1"/>
            <p:nvPr/>
          </p:nvSpPr>
          <p:spPr>
            <a:xfrm>
              <a:off x="1283596" y="918816"/>
              <a:ext cx="238848" cy="344710"/>
            </a:xfrm>
            <a:prstGeom prst="rect">
              <a:avLst/>
            </a:prstGeom>
            <a:noFill/>
          </p:spPr>
          <p:txBody>
            <a:bodyPr wrap="none" lIns="0" tIns="0" rIns="0" bIns="0" rtlCol="0">
              <a:spAutoFit/>
            </a:bodyPr>
            <a:lstStyle/>
            <a:p>
              <a:pPr>
                <a:lnSpc>
                  <a:spcPct val="80000"/>
                </a:lnSpc>
              </a:pPr>
              <a:r>
                <a:rPr lang="en-US" altLang="zh-CN"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04" name="组合 103">
            <a:extLst>
              <a:ext uri="{FF2B5EF4-FFF2-40B4-BE49-F238E27FC236}">
                <a16:creationId xmlns:a16="http://schemas.microsoft.com/office/drawing/2014/main" id="{1DC99681-1C55-4EDD-B40B-ADD3C27036DF}"/>
              </a:ext>
            </a:extLst>
          </p:cNvPr>
          <p:cNvGrpSpPr/>
          <p:nvPr/>
        </p:nvGrpSpPr>
        <p:grpSpPr>
          <a:xfrm rot="4185558">
            <a:off x="7731184" y="2309449"/>
            <a:ext cx="541414" cy="506644"/>
            <a:chOff x="1430411" y="759003"/>
            <a:chExt cx="541414" cy="506644"/>
          </a:xfrm>
        </p:grpSpPr>
        <p:sp>
          <p:nvSpPr>
            <p:cNvPr id="105" name="文本框 104">
              <a:extLst>
                <a:ext uri="{FF2B5EF4-FFF2-40B4-BE49-F238E27FC236}">
                  <a16:creationId xmlns:a16="http://schemas.microsoft.com/office/drawing/2014/main" id="{3FF110D9-5CFE-472A-81BB-0A6C5643822A}"/>
                </a:ext>
              </a:extLst>
            </p:cNvPr>
            <p:cNvSpPr txBox="1"/>
            <p:nvPr/>
          </p:nvSpPr>
          <p:spPr>
            <a:xfrm rot="96648">
              <a:off x="1517855" y="759003"/>
              <a:ext cx="453970" cy="369332"/>
            </a:xfrm>
            <a:prstGeom prst="rect">
              <a:avLst/>
            </a:prstGeom>
            <a:noFill/>
          </p:spPr>
          <p:txBody>
            <a:bodyPr wrap="none" rtlCol="0">
              <a:spAutoFit/>
            </a:bodyPr>
            <a:lstStyle/>
            <a:p>
              <a:r>
                <a:rPr lang="en-US" altLang="zh-CN"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N1</a:t>
              </a:r>
              <a:endParaRPr lang="zh-CN" altLang="en-US"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6" name="文本框 105">
              <a:extLst>
                <a:ext uri="{FF2B5EF4-FFF2-40B4-BE49-F238E27FC236}">
                  <a16:creationId xmlns:a16="http://schemas.microsoft.com/office/drawing/2014/main" id="{96C12E52-FB8D-4027-8E16-20822A6961C6}"/>
                </a:ext>
              </a:extLst>
            </p:cNvPr>
            <p:cNvSpPr txBox="1"/>
            <p:nvPr/>
          </p:nvSpPr>
          <p:spPr>
            <a:xfrm>
              <a:off x="1430411" y="920937"/>
              <a:ext cx="238848" cy="344710"/>
            </a:xfrm>
            <a:prstGeom prst="rect">
              <a:avLst/>
            </a:prstGeom>
            <a:noFill/>
          </p:spPr>
          <p:txBody>
            <a:bodyPr wrap="none" lIns="0" tIns="0" rIns="0" bIns="0" rtlCol="0">
              <a:spAutoFit/>
            </a:bodyPr>
            <a:lstStyle/>
            <a:p>
              <a:pPr>
                <a:lnSpc>
                  <a:spcPct val="80000"/>
                </a:lnSpc>
              </a:pPr>
              <a:r>
                <a:rPr lang="en-US" altLang="zh-CN"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107" name="文本框 106">
            <a:extLst>
              <a:ext uri="{FF2B5EF4-FFF2-40B4-BE49-F238E27FC236}">
                <a16:creationId xmlns:a16="http://schemas.microsoft.com/office/drawing/2014/main" id="{26872A1A-09CF-40C7-8F79-8165D74CAEA9}"/>
              </a:ext>
            </a:extLst>
          </p:cNvPr>
          <p:cNvSpPr txBox="1"/>
          <p:nvPr/>
        </p:nvSpPr>
        <p:spPr>
          <a:xfrm>
            <a:off x="5642531" y="4716370"/>
            <a:ext cx="6617906" cy="2000548"/>
          </a:xfrm>
          <a:prstGeom prst="rect">
            <a:avLst/>
          </a:prstGeom>
          <a:solidFill>
            <a:schemeClr val="accent3">
              <a:lumMod val="20000"/>
              <a:lumOff val="80000"/>
            </a:schemeClr>
          </a:solidFill>
          <a:ln w="12700">
            <a:solidFill>
              <a:schemeClr val="accent6">
                <a:lumMod val="50000"/>
              </a:schemeClr>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DFS(Graph G,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2800" b="1" i="1" dirty="0">
                <a:solidFill>
                  <a:schemeClr val="accent3">
                    <a:lumMod val="50000"/>
                  </a:schemeClr>
                </a:solidFill>
                <a:latin typeface="Times New Roman" panose="02020603050405020304" pitchFamily="18" charset="0"/>
                <a:cs typeface="Times New Roman" panose="02020603050405020304" pitchFamily="18" charset="0"/>
              </a:rPr>
              <a:t>v</a:t>
            </a:r>
            <a:r>
              <a:rPr lang="en-US" altLang="zh-CN" sz="2400" b="1" i="1" dirty="0">
                <a:solidFill>
                  <a:srgbClr val="00B050"/>
                </a:solidFill>
                <a:latin typeface="Times New Roman" panose="02020603050405020304" pitchFamily="18" charset="0"/>
                <a:cs typeface="Times New Roman" panose="02020603050405020304" pitchFamily="18" charset="0"/>
              </a:rPr>
              <a:t> </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从第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个顶点出发递归地深度优先遍历图</a:t>
            </a:r>
            <a:r>
              <a:rPr lang="en-US" altLang="zh-CN" sz="1600" b="1" dirty="0">
                <a:solidFill>
                  <a:srgbClr val="0070C0"/>
                </a:solidFill>
                <a:latin typeface="Courier New" panose="02070309020205020404" pitchFamily="49" charset="0"/>
                <a:cs typeface="Courier New" panose="02070309020205020404" pitchFamily="49" charset="0"/>
              </a:rPr>
              <a:t>G</a:t>
            </a:r>
            <a:endParaRPr lang="zh-CN" altLang="en-US"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G-&gt;visited[v]=Visited;  </a:t>
            </a:r>
            <a:r>
              <a:rPr lang="en-US" altLang="zh-CN" sz="1600" b="1" dirty="0" err="1">
                <a:latin typeface="Courier New" panose="02070309020205020404" pitchFamily="49" charset="0"/>
                <a:cs typeface="Courier New" panose="02070309020205020404" pitchFamily="49" charset="0"/>
              </a:rPr>
              <a:t>VisitFunc</a:t>
            </a:r>
            <a:r>
              <a:rPr lang="en-US" altLang="zh-CN" sz="1600" b="1" dirty="0">
                <a:latin typeface="Courier New" panose="02070309020205020404" pitchFamily="49" charset="0"/>
                <a:cs typeface="Courier New" panose="02070309020205020404" pitchFamily="49" charset="0"/>
              </a:rPr>
              <a:t>(v);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访问第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顶点</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(w=</a:t>
            </a:r>
            <a:r>
              <a:rPr lang="en-US" altLang="zh-CN" sz="1600" b="1" dirty="0" err="1">
                <a:latin typeface="Courier New" panose="02070309020205020404" pitchFamily="49" charset="0"/>
                <a:cs typeface="Courier New" panose="02070309020205020404" pitchFamily="49" charset="0"/>
              </a:rPr>
              <a:t>FirstAdjVex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 w&gt;=0; w=</a:t>
            </a:r>
            <a:r>
              <a:rPr lang="en-US" altLang="zh-CN" sz="1600" b="1" dirty="0" err="1">
                <a:latin typeface="Courier New" panose="02070309020205020404" pitchFamily="49" charset="0"/>
                <a:cs typeface="Courier New" panose="02070309020205020404" pitchFamily="49" charset="0"/>
              </a:rPr>
              <a:t>NextAdjVex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UN</a:t>
            </a:r>
            <a:r>
              <a:rPr lang="en-US" altLang="zh-CN" sz="1600" b="1" dirty="0" err="1">
                <a:latin typeface="Courier New" panose="02070309020205020404" pitchFamily="49" charset="0"/>
                <a:cs typeface="Courier New" panose="02070309020205020404" pitchFamily="49" charset="0"/>
              </a:rPr>
              <a:t>Visited</a:t>
            </a:r>
            <a:r>
              <a:rPr lang="en-US" altLang="zh-CN" sz="1600" b="1" dirty="0">
                <a:latin typeface="Courier New" panose="02070309020205020404" pitchFamily="49" charset="0"/>
                <a:cs typeface="Courier New" panose="02070309020205020404" pitchFamily="49" charset="0"/>
              </a:rPr>
              <a:t>==G-&gt;visited[w]) DFS(</a:t>
            </a:r>
            <a:r>
              <a:rPr lang="en-US" altLang="zh-CN" sz="1600" b="1" dirty="0" err="1">
                <a:latin typeface="Courier New" panose="02070309020205020404" pitchFamily="49" charset="0"/>
                <a:cs typeface="Courier New" panose="02070309020205020404" pitchFamily="49" charset="0"/>
              </a:rPr>
              <a:t>G,w</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对</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的尚未访问的邻接顶点</a:t>
            </a:r>
            <a:r>
              <a:rPr lang="en-US" altLang="zh-CN" sz="1600" b="1" dirty="0">
                <a:solidFill>
                  <a:srgbClr val="0070C0"/>
                </a:solidFill>
                <a:latin typeface="Courier New" panose="02070309020205020404" pitchFamily="49" charset="0"/>
                <a:cs typeface="Courier New" panose="02070309020205020404" pitchFamily="49" charset="0"/>
              </a:rPr>
              <a:t>w</a:t>
            </a:r>
            <a:r>
              <a:rPr lang="zh-CN" altLang="en-US" sz="1600" b="1" dirty="0">
                <a:solidFill>
                  <a:srgbClr val="0070C0"/>
                </a:solidFill>
                <a:latin typeface="Courier New" panose="02070309020205020404" pitchFamily="49" charset="0"/>
                <a:cs typeface="Courier New" panose="02070309020205020404" pitchFamily="49" charset="0"/>
              </a:rPr>
              <a:t>递归调用</a:t>
            </a:r>
            <a:r>
              <a:rPr lang="en-US" altLang="zh-CN" sz="1600" b="1" dirty="0">
                <a:solidFill>
                  <a:srgbClr val="0070C0"/>
                </a:solidFill>
                <a:latin typeface="Courier New" panose="02070309020205020404" pitchFamily="49" charset="0"/>
                <a:cs typeface="Courier New" panose="02070309020205020404" pitchFamily="49" charset="0"/>
              </a:rPr>
              <a:t>DFS</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08" name="直接连接符 107">
            <a:extLst>
              <a:ext uri="{FF2B5EF4-FFF2-40B4-BE49-F238E27FC236}">
                <a16:creationId xmlns:a16="http://schemas.microsoft.com/office/drawing/2014/main" id="{31F818C8-3363-405D-B971-DBDAA5C65E1D}"/>
              </a:ext>
            </a:extLst>
          </p:cNvPr>
          <p:cNvCxnSpPr/>
          <p:nvPr/>
        </p:nvCxnSpPr>
        <p:spPr>
          <a:xfrm>
            <a:off x="5986506" y="5656712"/>
            <a:ext cx="3998890" cy="0"/>
          </a:xfrm>
          <a:prstGeom prst="line">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18D432C7-400A-4183-9554-6DD09BE8D37E}"/>
              </a:ext>
            </a:extLst>
          </p:cNvPr>
          <p:cNvCxnSpPr>
            <a:cxnSpLocks/>
          </p:cNvCxnSpPr>
          <p:nvPr/>
        </p:nvCxnSpPr>
        <p:spPr>
          <a:xfrm>
            <a:off x="6448186" y="5905704"/>
            <a:ext cx="2165610" cy="0"/>
          </a:xfrm>
          <a:prstGeom prst="line">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283425FF-7D44-462C-B45C-264332103210}"/>
              </a:ext>
            </a:extLst>
          </p:cNvPr>
          <p:cNvCxnSpPr>
            <a:cxnSpLocks/>
          </p:cNvCxnSpPr>
          <p:nvPr/>
        </p:nvCxnSpPr>
        <p:spPr>
          <a:xfrm>
            <a:off x="6560146" y="6128938"/>
            <a:ext cx="2419477" cy="0"/>
          </a:xfrm>
          <a:prstGeom prst="line">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92632EF5-DC11-4DBE-841A-03F6FFA429BC}"/>
              </a:ext>
            </a:extLst>
          </p:cNvPr>
          <p:cNvCxnSpPr>
            <a:cxnSpLocks/>
          </p:cNvCxnSpPr>
          <p:nvPr/>
        </p:nvCxnSpPr>
        <p:spPr>
          <a:xfrm flipV="1">
            <a:off x="9652713" y="5903558"/>
            <a:ext cx="2064726" cy="2146"/>
          </a:xfrm>
          <a:prstGeom prst="line">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13" name="文本框 112">
            <a:extLst>
              <a:ext uri="{FF2B5EF4-FFF2-40B4-BE49-F238E27FC236}">
                <a16:creationId xmlns:a16="http://schemas.microsoft.com/office/drawing/2014/main" id="{31BCADBC-C534-4205-82F0-C7DBD6F35E15}"/>
              </a:ext>
            </a:extLst>
          </p:cNvPr>
          <p:cNvSpPr txBox="1"/>
          <p:nvPr/>
        </p:nvSpPr>
        <p:spPr>
          <a:xfrm>
            <a:off x="7829314" y="1895002"/>
            <a:ext cx="182742" cy="393954"/>
          </a:xfrm>
          <a:prstGeom prst="rect">
            <a:avLst/>
          </a:prstGeom>
          <a:noFill/>
        </p:spPr>
        <p:txBody>
          <a:bodyPr wrap="none" lIns="0" tIns="0" rIns="0" bIns="0" rtlCol="0">
            <a:spAutoFit/>
          </a:bodyPr>
          <a:lstStyle/>
          <a:p>
            <a:pPr>
              <a:lnSpc>
                <a:spcPct val="80000"/>
              </a:lnSpc>
            </a:pPr>
            <a:r>
              <a:rPr lang="en-US" altLang="zh-CN" sz="3200"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t>
            </a:r>
            <a:endParaRPr lang="zh-CN" altLang="en-US" sz="3200"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114" name="组合 113">
            <a:extLst>
              <a:ext uri="{FF2B5EF4-FFF2-40B4-BE49-F238E27FC236}">
                <a16:creationId xmlns:a16="http://schemas.microsoft.com/office/drawing/2014/main" id="{560A664E-3E24-4AF0-BC31-E818FA74C9F6}"/>
              </a:ext>
            </a:extLst>
          </p:cNvPr>
          <p:cNvGrpSpPr/>
          <p:nvPr/>
        </p:nvGrpSpPr>
        <p:grpSpPr>
          <a:xfrm rot="4004576">
            <a:off x="7365752" y="2158517"/>
            <a:ext cx="489133" cy="419940"/>
            <a:chOff x="1033311" y="843586"/>
            <a:chExt cx="489133" cy="419940"/>
          </a:xfrm>
        </p:grpSpPr>
        <p:sp>
          <p:nvSpPr>
            <p:cNvPr id="115" name="文本框 114">
              <a:extLst>
                <a:ext uri="{FF2B5EF4-FFF2-40B4-BE49-F238E27FC236}">
                  <a16:creationId xmlns:a16="http://schemas.microsoft.com/office/drawing/2014/main" id="{F58741AE-5A03-430F-BAAF-FC3A609A0117}"/>
                </a:ext>
              </a:extLst>
            </p:cNvPr>
            <p:cNvSpPr txBox="1"/>
            <p:nvPr/>
          </p:nvSpPr>
          <p:spPr>
            <a:xfrm>
              <a:off x="1033311" y="843586"/>
              <a:ext cx="325730" cy="369332"/>
            </a:xfrm>
            <a:prstGeom prst="rect">
              <a:avLst/>
            </a:prstGeom>
            <a:noFill/>
          </p:spPr>
          <p:txBody>
            <a:bodyPr wrap="none" rtlCol="0">
              <a:spAutoFit/>
            </a:bodyPr>
            <a:lstStyle/>
            <a:p>
              <a:r>
                <a:rPr lang="en-US" altLang="zh-CN"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t>
              </a:r>
              <a:endParaRPr lang="zh-CN" altLang="en-US"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6" name="文本框 115">
              <a:extLst>
                <a:ext uri="{FF2B5EF4-FFF2-40B4-BE49-F238E27FC236}">
                  <a16:creationId xmlns:a16="http://schemas.microsoft.com/office/drawing/2014/main" id="{63A55BAA-62B9-4866-A567-9E3E84F9F3B0}"/>
                </a:ext>
              </a:extLst>
            </p:cNvPr>
            <p:cNvSpPr txBox="1"/>
            <p:nvPr/>
          </p:nvSpPr>
          <p:spPr>
            <a:xfrm>
              <a:off x="1283596" y="918816"/>
              <a:ext cx="238848" cy="344710"/>
            </a:xfrm>
            <a:prstGeom prst="rect">
              <a:avLst/>
            </a:prstGeom>
            <a:noFill/>
          </p:spPr>
          <p:txBody>
            <a:bodyPr wrap="none" lIns="0" tIns="0" rIns="0" bIns="0" rtlCol="0">
              <a:spAutoFit/>
            </a:bodyPr>
            <a:lstStyle/>
            <a:p>
              <a:pPr>
                <a:lnSpc>
                  <a:spcPct val="80000"/>
                </a:lnSpc>
              </a:pPr>
              <a:r>
                <a:rPr lang="en-US" altLang="zh-CN" sz="2800"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17" name="组合 116">
            <a:extLst>
              <a:ext uri="{FF2B5EF4-FFF2-40B4-BE49-F238E27FC236}">
                <a16:creationId xmlns:a16="http://schemas.microsoft.com/office/drawing/2014/main" id="{6CAC5F16-F987-4CA8-9911-A3D3549815A8}"/>
              </a:ext>
            </a:extLst>
          </p:cNvPr>
          <p:cNvGrpSpPr/>
          <p:nvPr/>
        </p:nvGrpSpPr>
        <p:grpSpPr>
          <a:xfrm rot="4185558">
            <a:off x="7304595" y="1439349"/>
            <a:ext cx="541414" cy="506644"/>
            <a:chOff x="1430411" y="759003"/>
            <a:chExt cx="541414" cy="506644"/>
          </a:xfrm>
        </p:grpSpPr>
        <p:sp>
          <p:nvSpPr>
            <p:cNvPr id="118" name="文本框 117">
              <a:extLst>
                <a:ext uri="{FF2B5EF4-FFF2-40B4-BE49-F238E27FC236}">
                  <a16:creationId xmlns:a16="http://schemas.microsoft.com/office/drawing/2014/main" id="{49C7C183-0F5D-40B7-B92F-503D2599A751}"/>
                </a:ext>
              </a:extLst>
            </p:cNvPr>
            <p:cNvSpPr txBox="1"/>
            <p:nvPr/>
          </p:nvSpPr>
          <p:spPr>
            <a:xfrm rot="96648">
              <a:off x="1517855" y="759003"/>
              <a:ext cx="453970" cy="369332"/>
            </a:xfrm>
            <a:prstGeom prst="rect">
              <a:avLst/>
            </a:prstGeom>
            <a:noFill/>
          </p:spPr>
          <p:txBody>
            <a:bodyPr wrap="none" rtlCol="0">
              <a:spAutoFit/>
            </a:bodyPr>
            <a:lstStyle/>
            <a:p>
              <a:r>
                <a:rPr lang="en-US" altLang="zh-CN"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N1</a:t>
              </a:r>
              <a:endParaRPr lang="zh-CN" altLang="en-US"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9" name="文本框 118">
              <a:extLst>
                <a:ext uri="{FF2B5EF4-FFF2-40B4-BE49-F238E27FC236}">
                  <a16:creationId xmlns:a16="http://schemas.microsoft.com/office/drawing/2014/main" id="{904015E7-D4B2-4982-B816-921F072BC605}"/>
                </a:ext>
              </a:extLst>
            </p:cNvPr>
            <p:cNvSpPr txBox="1"/>
            <p:nvPr/>
          </p:nvSpPr>
          <p:spPr>
            <a:xfrm>
              <a:off x="1430411" y="920937"/>
              <a:ext cx="238848" cy="344710"/>
            </a:xfrm>
            <a:prstGeom prst="rect">
              <a:avLst/>
            </a:prstGeom>
            <a:noFill/>
          </p:spPr>
          <p:txBody>
            <a:bodyPr wrap="none" lIns="0" tIns="0" rIns="0" bIns="0" rtlCol="0">
              <a:spAutoFit/>
            </a:bodyPr>
            <a:lstStyle/>
            <a:p>
              <a:pPr>
                <a:lnSpc>
                  <a:spcPct val="80000"/>
                </a:lnSpc>
              </a:pPr>
              <a:r>
                <a:rPr lang="en-US" altLang="zh-CN" sz="2800"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20" name="组合 119">
            <a:extLst>
              <a:ext uri="{FF2B5EF4-FFF2-40B4-BE49-F238E27FC236}">
                <a16:creationId xmlns:a16="http://schemas.microsoft.com/office/drawing/2014/main" id="{64A2E634-193B-4D2D-8C7D-1E2793A1A8D1}"/>
              </a:ext>
            </a:extLst>
          </p:cNvPr>
          <p:cNvGrpSpPr/>
          <p:nvPr/>
        </p:nvGrpSpPr>
        <p:grpSpPr>
          <a:xfrm rot="18930314">
            <a:off x="7623291" y="1516951"/>
            <a:ext cx="666629" cy="406065"/>
            <a:chOff x="1002630" y="859582"/>
            <a:chExt cx="666629" cy="406065"/>
          </a:xfrm>
        </p:grpSpPr>
        <p:sp>
          <p:nvSpPr>
            <p:cNvPr id="121" name="文本框 120">
              <a:extLst>
                <a:ext uri="{FF2B5EF4-FFF2-40B4-BE49-F238E27FC236}">
                  <a16:creationId xmlns:a16="http://schemas.microsoft.com/office/drawing/2014/main" id="{22FE17E0-6D8E-4FFA-82A0-E2FF03D3B04D}"/>
                </a:ext>
              </a:extLst>
            </p:cNvPr>
            <p:cNvSpPr txBox="1"/>
            <p:nvPr/>
          </p:nvSpPr>
          <p:spPr>
            <a:xfrm>
              <a:off x="1002630" y="859582"/>
              <a:ext cx="453970" cy="369332"/>
            </a:xfrm>
            <a:prstGeom prst="rect">
              <a:avLst/>
            </a:prstGeom>
            <a:noFill/>
          </p:spPr>
          <p:txBody>
            <a:bodyPr wrap="none" rtlCol="0">
              <a:spAutoFit/>
            </a:bodyPr>
            <a:lstStyle/>
            <a:p>
              <a:r>
                <a:rPr lang="en-US" altLang="zh-CN"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N2</a:t>
              </a:r>
              <a:endParaRPr lang="zh-CN" altLang="en-US"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2" name="文本框 121">
              <a:extLst>
                <a:ext uri="{FF2B5EF4-FFF2-40B4-BE49-F238E27FC236}">
                  <a16:creationId xmlns:a16="http://schemas.microsoft.com/office/drawing/2014/main" id="{208D2B26-02CC-4E9B-8EFE-DB14DE5E9788}"/>
                </a:ext>
              </a:extLst>
            </p:cNvPr>
            <p:cNvSpPr txBox="1"/>
            <p:nvPr/>
          </p:nvSpPr>
          <p:spPr>
            <a:xfrm>
              <a:off x="1430411" y="920937"/>
              <a:ext cx="238848" cy="344710"/>
            </a:xfrm>
            <a:prstGeom prst="rect">
              <a:avLst/>
            </a:prstGeom>
            <a:noFill/>
          </p:spPr>
          <p:txBody>
            <a:bodyPr wrap="none" lIns="0" tIns="0" rIns="0" bIns="0" rtlCol="0">
              <a:spAutoFit/>
            </a:bodyPr>
            <a:lstStyle/>
            <a:p>
              <a:pPr>
                <a:lnSpc>
                  <a:spcPct val="80000"/>
                </a:lnSpc>
              </a:pPr>
              <a:r>
                <a:rPr lang="en-US" altLang="zh-CN" sz="2800"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23" name="组合 122">
            <a:extLst>
              <a:ext uri="{FF2B5EF4-FFF2-40B4-BE49-F238E27FC236}">
                <a16:creationId xmlns:a16="http://schemas.microsoft.com/office/drawing/2014/main" id="{CCF3A77A-4EF1-4ABF-B864-9E2709B281E5}"/>
              </a:ext>
            </a:extLst>
          </p:cNvPr>
          <p:cNvGrpSpPr/>
          <p:nvPr/>
        </p:nvGrpSpPr>
        <p:grpSpPr>
          <a:xfrm rot="633471">
            <a:off x="7904231" y="2678012"/>
            <a:ext cx="614484" cy="415785"/>
            <a:chOff x="1002630" y="859581"/>
            <a:chExt cx="614484" cy="415785"/>
          </a:xfrm>
        </p:grpSpPr>
        <p:sp>
          <p:nvSpPr>
            <p:cNvPr id="124" name="文本框 123">
              <a:extLst>
                <a:ext uri="{FF2B5EF4-FFF2-40B4-BE49-F238E27FC236}">
                  <a16:creationId xmlns:a16="http://schemas.microsoft.com/office/drawing/2014/main" id="{F907B315-1B99-4DD8-9220-C516A1AE2E44}"/>
                </a:ext>
              </a:extLst>
            </p:cNvPr>
            <p:cNvSpPr txBox="1"/>
            <p:nvPr/>
          </p:nvSpPr>
          <p:spPr>
            <a:xfrm>
              <a:off x="1002630" y="859581"/>
              <a:ext cx="453970" cy="369332"/>
            </a:xfrm>
            <a:prstGeom prst="rect">
              <a:avLst/>
            </a:prstGeom>
            <a:noFill/>
          </p:spPr>
          <p:txBody>
            <a:bodyPr wrap="none" rtlCol="0">
              <a:spAutoFit/>
            </a:bodyPr>
            <a:lstStyle/>
            <a:p>
              <a:r>
                <a:rPr lang="en-US" altLang="zh-CN"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N2</a:t>
              </a:r>
              <a:endParaRPr lang="zh-CN" altLang="en-US"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5" name="文本框 124">
              <a:extLst>
                <a:ext uri="{FF2B5EF4-FFF2-40B4-BE49-F238E27FC236}">
                  <a16:creationId xmlns:a16="http://schemas.microsoft.com/office/drawing/2014/main" id="{849BB7EA-F647-4842-A432-CF61E3560372}"/>
                </a:ext>
              </a:extLst>
            </p:cNvPr>
            <p:cNvSpPr txBox="1"/>
            <p:nvPr/>
          </p:nvSpPr>
          <p:spPr>
            <a:xfrm>
              <a:off x="1378266" y="930656"/>
              <a:ext cx="238848" cy="344710"/>
            </a:xfrm>
            <a:prstGeom prst="rect">
              <a:avLst/>
            </a:prstGeom>
            <a:noFill/>
          </p:spPr>
          <p:txBody>
            <a:bodyPr wrap="none" lIns="0" tIns="0" rIns="0" bIns="0" rtlCol="0">
              <a:spAutoFit/>
            </a:bodyPr>
            <a:lstStyle/>
            <a:p>
              <a:pPr>
                <a:lnSpc>
                  <a:spcPct val="80000"/>
                </a:lnSpc>
              </a:pPr>
              <a:r>
                <a:rPr lang="en-US" altLang="zh-CN"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26" name="组合 125">
            <a:extLst>
              <a:ext uri="{FF2B5EF4-FFF2-40B4-BE49-F238E27FC236}">
                <a16:creationId xmlns:a16="http://schemas.microsoft.com/office/drawing/2014/main" id="{B26102A3-B2AF-4D33-9786-4C3044D65C53}"/>
              </a:ext>
            </a:extLst>
          </p:cNvPr>
          <p:cNvGrpSpPr/>
          <p:nvPr/>
        </p:nvGrpSpPr>
        <p:grpSpPr>
          <a:xfrm rot="4663738">
            <a:off x="6345182" y="2247186"/>
            <a:ext cx="666629" cy="406065"/>
            <a:chOff x="1002630" y="859582"/>
            <a:chExt cx="666629" cy="406065"/>
          </a:xfrm>
        </p:grpSpPr>
        <p:sp>
          <p:nvSpPr>
            <p:cNvPr id="127" name="文本框 126">
              <a:extLst>
                <a:ext uri="{FF2B5EF4-FFF2-40B4-BE49-F238E27FC236}">
                  <a16:creationId xmlns:a16="http://schemas.microsoft.com/office/drawing/2014/main" id="{2382D5FC-144E-442F-9383-2FA8909559D0}"/>
                </a:ext>
              </a:extLst>
            </p:cNvPr>
            <p:cNvSpPr txBox="1"/>
            <p:nvPr/>
          </p:nvSpPr>
          <p:spPr>
            <a:xfrm>
              <a:off x="1002630" y="859582"/>
              <a:ext cx="453970" cy="369332"/>
            </a:xfrm>
            <a:prstGeom prst="rect">
              <a:avLst/>
            </a:prstGeom>
            <a:noFill/>
          </p:spPr>
          <p:txBody>
            <a:bodyPr wrap="none" rtlCol="0">
              <a:spAutoFit/>
            </a:bodyPr>
            <a:lstStyle/>
            <a:p>
              <a:r>
                <a:rPr lang="en-US" altLang="zh-CN"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N2</a:t>
              </a:r>
              <a:endParaRPr lang="zh-CN" altLang="en-US"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8" name="文本框 127">
              <a:extLst>
                <a:ext uri="{FF2B5EF4-FFF2-40B4-BE49-F238E27FC236}">
                  <a16:creationId xmlns:a16="http://schemas.microsoft.com/office/drawing/2014/main" id="{CA91F20D-F69B-45C8-854D-BD39D65B1625}"/>
                </a:ext>
              </a:extLst>
            </p:cNvPr>
            <p:cNvSpPr txBox="1"/>
            <p:nvPr/>
          </p:nvSpPr>
          <p:spPr>
            <a:xfrm>
              <a:off x="1430411" y="920937"/>
              <a:ext cx="238848" cy="344710"/>
            </a:xfrm>
            <a:prstGeom prst="rect">
              <a:avLst/>
            </a:prstGeom>
            <a:noFill/>
          </p:spPr>
          <p:txBody>
            <a:bodyPr wrap="none" lIns="0" tIns="0" rIns="0" bIns="0" rtlCol="0">
              <a:spAutoFit/>
            </a:bodyPr>
            <a:lstStyle/>
            <a:p>
              <a:pPr>
                <a:lnSpc>
                  <a:spcPct val="80000"/>
                </a:lnSpc>
              </a:pPr>
              <a:r>
                <a:rPr lang="en-US" altLang="zh-CN" sz="2800"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29" name="组合 128">
            <a:extLst>
              <a:ext uri="{FF2B5EF4-FFF2-40B4-BE49-F238E27FC236}">
                <a16:creationId xmlns:a16="http://schemas.microsoft.com/office/drawing/2014/main" id="{B2D1AA5F-3335-49C7-BFB8-BDAA2AD602C1}"/>
              </a:ext>
            </a:extLst>
          </p:cNvPr>
          <p:cNvGrpSpPr/>
          <p:nvPr/>
        </p:nvGrpSpPr>
        <p:grpSpPr>
          <a:xfrm rot="19658408">
            <a:off x="7314035" y="1124459"/>
            <a:ext cx="640022" cy="369332"/>
            <a:chOff x="1131865" y="887021"/>
            <a:chExt cx="640022" cy="369332"/>
          </a:xfrm>
        </p:grpSpPr>
        <p:sp>
          <p:nvSpPr>
            <p:cNvPr id="130" name="文本框 129">
              <a:extLst>
                <a:ext uri="{FF2B5EF4-FFF2-40B4-BE49-F238E27FC236}">
                  <a16:creationId xmlns:a16="http://schemas.microsoft.com/office/drawing/2014/main" id="{DE5AB382-3DA4-4D23-A24D-5BE6C545EE4E}"/>
                </a:ext>
              </a:extLst>
            </p:cNvPr>
            <p:cNvSpPr txBox="1"/>
            <p:nvPr/>
          </p:nvSpPr>
          <p:spPr>
            <a:xfrm>
              <a:off x="1131865" y="887021"/>
              <a:ext cx="453970" cy="369332"/>
            </a:xfrm>
            <a:prstGeom prst="rect">
              <a:avLst/>
            </a:prstGeom>
            <a:noFill/>
          </p:spPr>
          <p:txBody>
            <a:bodyPr wrap="none" rtlCol="0">
              <a:spAutoFit/>
            </a:bodyPr>
            <a:lstStyle/>
            <a:p>
              <a:r>
                <a:rPr lang="en-US" altLang="zh-CN"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N1</a:t>
              </a:r>
              <a:endParaRPr lang="zh-CN" altLang="en-US"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1" name="文本框 130">
              <a:extLst>
                <a:ext uri="{FF2B5EF4-FFF2-40B4-BE49-F238E27FC236}">
                  <a16:creationId xmlns:a16="http://schemas.microsoft.com/office/drawing/2014/main" id="{13EB21AD-2256-47DF-8D4C-044173EA5ABA}"/>
                </a:ext>
              </a:extLst>
            </p:cNvPr>
            <p:cNvSpPr txBox="1"/>
            <p:nvPr/>
          </p:nvSpPr>
          <p:spPr>
            <a:xfrm>
              <a:off x="1533039" y="907528"/>
              <a:ext cx="238848" cy="344710"/>
            </a:xfrm>
            <a:prstGeom prst="rect">
              <a:avLst/>
            </a:prstGeom>
            <a:noFill/>
          </p:spPr>
          <p:txBody>
            <a:bodyPr wrap="none" lIns="0" tIns="0" rIns="0" bIns="0" rtlCol="0">
              <a:spAutoFit/>
            </a:bodyPr>
            <a:lstStyle/>
            <a:p>
              <a:pPr>
                <a:lnSpc>
                  <a:spcPct val="80000"/>
                </a:lnSpc>
              </a:pPr>
              <a:r>
                <a:rPr lang="en-US" altLang="zh-CN"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32" name="组合 131">
            <a:extLst>
              <a:ext uri="{FF2B5EF4-FFF2-40B4-BE49-F238E27FC236}">
                <a16:creationId xmlns:a16="http://schemas.microsoft.com/office/drawing/2014/main" id="{C2B90BDC-0AE1-4232-90F7-5E08B2880851}"/>
              </a:ext>
            </a:extLst>
          </p:cNvPr>
          <p:cNvGrpSpPr/>
          <p:nvPr/>
        </p:nvGrpSpPr>
        <p:grpSpPr>
          <a:xfrm rot="1390097">
            <a:off x="8193215" y="744542"/>
            <a:ext cx="666629" cy="406065"/>
            <a:chOff x="1002630" y="859582"/>
            <a:chExt cx="666629" cy="406065"/>
          </a:xfrm>
        </p:grpSpPr>
        <p:sp>
          <p:nvSpPr>
            <p:cNvPr id="133" name="文本框 132">
              <a:extLst>
                <a:ext uri="{FF2B5EF4-FFF2-40B4-BE49-F238E27FC236}">
                  <a16:creationId xmlns:a16="http://schemas.microsoft.com/office/drawing/2014/main" id="{A29E9412-2132-4C2A-ACDF-5B14BD2AC2B0}"/>
                </a:ext>
              </a:extLst>
            </p:cNvPr>
            <p:cNvSpPr txBox="1"/>
            <p:nvPr/>
          </p:nvSpPr>
          <p:spPr>
            <a:xfrm>
              <a:off x="1002630" y="859582"/>
              <a:ext cx="453970" cy="369332"/>
            </a:xfrm>
            <a:prstGeom prst="rect">
              <a:avLst/>
            </a:prstGeom>
            <a:noFill/>
          </p:spPr>
          <p:txBody>
            <a:bodyPr wrap="none" rtlCol="0">
              <a:spAutoFit/>
            </a:bodyPr>
            <a:lstStyle/>
            <a:p>
              <a:r>
                <a:rPr lang="en-US" altLang="zh-CN"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N1</a:t>
              </a:r>
              <a:endParaRPr lang="zh-CN" altLang="en-US"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4" name="文本框 133">
              <a:extLst>
                <a:ext uri="{FF2B5EF4-FFF2-40B4-BE49-F238E27FC236}">
                  <a16:creationId xmlns:a16="http://schemas.microsoft.com/office/drawing/2014/main" id="{B1991241-605A-4E4A-9092-43B47D085015}"/>
                </a:ext>
              </a:extLst>
            </p:cNvPr>
            <p:cNvSpPr txBox="1"/>
            <p:nvPr/>
          </p:nvSpPr>
          <p:spPr>
            <a:xfrm>
              <a:off x="1430411" y="920937"/>
              <a:ext cx="238848" cy="344710"/>
            </a:xfrm>
            <a:prstGeom prst="rect">
              <a:avLst/>
            </a:prstGeom>
            <a:noFill/>
          </p:spPr>
          <p:txBody>
            <a:bodyPr wrap="none" lIns="0" tIns="0" rIns="0" bIns="0" rtlCol="0">
              <a:spAutoFit/>
            </a:bodyPr>
            <a:lstStyle/>
            <a:p>
              <a:pPr>
                <a:lnSpc>
                  <a:spcPct val="80000"/>
                </a:lnSpc>
              </a:pPr>
              <a:r>
                <a:rPr lang="en-US" altLang="zh-CN" sz="2800"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135" name="文本框 134">
            <a:extLst>
              <a:ext uri="{FF2B5EF4-FFF2-40B4-BE49-F238E27FC236}">
                <a16:creationId xmlns:a16="http://schemas.microsoft.com/office/drawing/2014/main" id="{B8CCFBB5-A0DA-42EA-862F-DBDDC38C87A8}"/>
              </a:ext>
            </a:extLst>
          </p:cNvPr>
          <p:cNvSpPr txBox="1"/>
          <p:nvPr/>
        </p:nvSpPr>
        <p:spPr>
          <a:xfrm>
            <a:off x="8932500" y="855967"/>
            <a:ext cx="182742" cy="393954"/>
          </a:xfrm>
          <a:prstGeom prst="rect">
            <a:avLst/>
          </a:prstGeom>
          <a:noFill/>
        </p:spPr>
        <p:txBody>
          <a:bodyPr wrap="none" lIns="0" tIns="0" rIns="0" bIns="0" rtlCol="0">
            <a:spAutoFit/>
          </a:bodyPr>
          <a:lstStyle/>
          <a:p>
            <a:pPr>
              <a:lnSpc>
                <a:spcPct val="80000"/>
              </a:lnSpc>
            </a:pPr>
            <a:r>
              <a:rPr lang="en-US" altLang="zh-CN" sz="32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t>
            </a:r>
            <a:endParaRPr lang="zh-CN" altLang="en-US" sz="32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6" name="文本框 135">
            <a:extLst>
              <a:ext uri="{FF2B5EF4-FFF2-40B4-BE49-F238E27FC236}">
                <a16:creationId xmlns:a16="http://schemas.microsoft.com/office/drawing/2014/main" id="{E80F9429-3532-4FE3-8A6B-8E18172CEE7F}"/>
              </a:ext>
            </a:extLst>
          </p:cNvPr>
          <p:cNvSpPr txBox="1"/>
          <p:nvPr/>
        </p:nvSpPr>
        <p:spPr>
          <a:xfrm>
            <a:off x="1580847" y="4108619"/>
            <a:ext cx="6618998" cy="2000548"/>
          </a:xfrm>
          <a:prstGeom prst="rect">
            <a:avLst/>
          </a:prstGeom>
          <a:solidFill>
            <a:srgbClr val="FFFAEB"/>
          </a:solidFill>
          <a:ln w="12700">
            <a:solidFill>
              <a:schemeClr val="accent6">
                <a:lumMod val="50000"/>
              </a:schemeClr>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DFS(Graph G,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2800" b="1" i="1" dirty="0">
                <a:solidFill>
                  <a:srgbClr val="E26714"/>
                </a:solidFill>
                <a:latin typeface="Times New Roman" panose="02020603050405020304" pitchFamily="18" charset="0"/>
                <a:cs typeface="Times New Roman" panose="02020603050405020304" pitchFamily="18" charset="0"/>
              </a:rPr>
              <a:t>v</a:t>
            </a:r>
            <a:r>
              <a:rPr lang="en-US" altLang="zh-CN" sz="2400" b="1" i="1" dirty="0">
                <a:solidFill>
                  <a:srgbClr val="00B050"/>
                </a:solidFill>
                <a:latin typeface="Times New Roman" panose="02020603050405020304" pitchFamily="18" charset="0"/>
                <a:cs typeface="Times New Roman" panose="02020603050405020304" pitchFamily="18" charset="0"/>
              </a:rPr>
              <a:t> </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从第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个顶点出发递归地深度优先遍历图</a:t>
            </a:r>
            <a:r>
              <a:rPr lang="en-US" altLang="zh-CN" sz="1600" b="1" dirty="0">
                <a:solidFill>
                  <a:srgbClr val="0070C0"/>
                </a:solidFill>
                <a:latin typeface="Courier New" panose="02070309020205020404" pitchFamily="49" charset="0"/>
                <a:cs typeface="Courier New" panose="02070309020205020404" pitchFamily="49" charset="0"/>
              </a:rPr>
              <a:t>G</a:t>
            </a:r>
            <a:endParaRPr lang="zh-CN" altLang="en-US"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G-&gt;visited[v]=Visited;  </a:t>
            </a:r>
            <a:r>
              <a:rPr lang="en-US" altLang="zh-CN" sz="1600" b="1" dirty="0" err="1">
                <a:latin typeface="Courier New" panose="02070309020205020404" pitchFamily="49" charset="0"/>
                <a:cs typeface="Courier New" panose="02070309020205020404" pitchFamily="49" charset="0"/>
              </a:rPr>
              <a:t>VisitFunc</a:t>
            </a:r>
            <a:r>
              <a:rPr lang="en-US" altLang="zh-CN" sz="1600" b="1" dirty="0">
                <a:latin typeface="Courier New" panose="02070309020205020404" pitchFamily="49" charset="0"/>
                <a:cs typeface="Courier New" panose="02070309020205020404" pitchFamily="49" charset="0"/>
              </a:rPr>
              <a:t>(v);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访问第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顶点</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(w=</a:t>
            </a:r>
            <a:r>
              <a:rPr lang="en-US" altLang="zh-CN" sz="1600" b="1" dirty="0" err="1">
                <a:latin typeface="Courier New" panose="02070309020205020404" pitchFamily="49" charset="0"/>
                <a:cs typeface="Courier New" panose="02070309020205020404" pitchFamily="49" charset="0"/>
              </a:rPr>
              <a:t>FirstAdjVex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 w&gt;=0; w=</a:t>
            </a:r>
            <a:r>
              <a:rPr lang="en-US" altLang="zh-CN" sz="1600" b="1" dirty="0" err="1">
                <a:latin typeface="Courier New" panose="02070309020205020404" pitchFamily="49" charset="0"/>
                <a:cs typeface="Courier New" panose="02070309020205020404" pitchFamily="49" charset="0"/>
              </a:rPr>
              <a:t>NextAdjVex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UN</a:t>
            </a:r>
            <a:r>
              <a:rPr lang="en-US" altLang="zh-CN" sz="1600" b="1" dirty="0" err="1">
                <a:latin typeface="Courier New" panose="02070309020205020404" pitchFamily="49" charset="0"/>
                <a:cs typeface="Courier New" panose="02070309020205020404" pitchFamily="49" charset="0"/>
              </a:rPr>
              <a:t>Visited</a:t>
            </a:r>
            <a:r>
              <a:rPr lang="en-US" altLang="zh-CN" sz="1600" b="1" dirty="0">
                <a:latin typeface="Courier New" panose="02070309020205020404" pitchFamily="49" charset="0"/>
                <a:cs typeface="Courier New" panose="02070309020205020404" pitchFamily="49" charset="0"/>
              </a:rPr>
              <a:t>==G-&gt;visited[w]) DFS(</a:t>
            </a:r>
            <a:r>
              <a:rPr lang="en-US" altLang="zh-CN" sz="1600" b="1" dirty="0" err="1">
                <a:latin typeface="Courier New" panose="02070309020205020404" pitchFamily="49" charset="0"/>
                <a:cs typeface="Courier New" panose="02070309020205020404" pitchFamily="49" charset="0"/>
              </a:rPr>
              <a:t>G,w</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对</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的尚未访问的邻接顶点</a:t>
            </a:r>
            <a:r>
              <a:rPr lang="en-US" altLang="zh-CN" sz="1600" b="1" dirty="0">
                <a:solidFill>
                  <a:srgbClr val="0070C0"/>
                </a:solidFill>
                <a:latin typeface="Courier New" panose="02070309020205020404" pitchFamily="49" charset="0"/>
                <a:cs typeface="Courier New" panose="02070309020205020404" pitchFamily="49" charset="0"/>
              </a:rPr>
              <a:t>w</a:t>
            </a:r>
            <a:r>
              <a:rPr lang="zh-CN" altLang="en-US" sz="1600" b="1" dirty="0">
                <a:solidFill>
                  <a:srgbClr val="0070C0"/>
                </a:solidFill>
                <a:latin typeface="Courier New" panose="02070309020205020404" pitchFamily="49" charset="0"/>
                <a:cs typeface="Courier New" panose="02070309020205020404" pitchFamily="49" charset="0"/>
              </a:rPr>
              <a:t>递归调用</a:t>
            </a:r>
            <a:r>
              <a:rPr lang="en-US" altLang="zh-CN" sz="1600" b="1" dirty="0">
                <a:solidFill>
                  <a:srgbClr val="0070C0"/>
                </a:solidFill>
                <a:latin typeface="Courier New" panose="02070309020205020404" pitchFamily="49" charset="0"/>
                <a:cs typeface="Courier New" panose="02070309020205020404" pitchFamily="49" charset="0"/>
              </a:rPr>
              <a:t>DFS</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37" name="直接连接符 136">
            <a:extLst>
              <a:ext uri="{FF2B5EF4-FFF2-40B4-BE49-F238E27FC236}">
                <a16:creationId xmlns:a16="http://schemas.microsoft.com/office/drawing/2014/main" id="{3138B2D6-C886-41A7-B6EA-28550D22A12F}"/>
              </a:ext>
            </a:extLst>
          </p:cNvPr>
          <p:cNvCxnSpPr/>
          <p:nvPr/>
        </p:nvCxnSpPr>
        <p:spPr>
          <a:xfrm>
            <a:off x="1935920" y="5046441"/>
            <a:ext cx="3998890" cy="0"/>
          </a:xfrm>
          <a:prstGeom prst="line">
            <a:avLst/>
          </a:prstGeom>
          <a:ln w="28575">
            <a:solidFill>
              <a:srgbClr val="E26714"/>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587C43F3-677E-47D6-BB5E-3FC2EF4A3928}"/>
              </a:ext>
            </a:extLst>
          </p:cNvPr>
          <p:cNvCxnSpPr>
            <a:cxnSpLocks/>
          </p:cNvCxnSpPr>
          <p:nvPr/>
        </p:nvCxnSpPr>
        <p:spPr>
          <a:xfrm>
            <a:off x="2397600" y="5295433"/>
            <a:ext cx="2165610" cy="0"/>
          </a:xfrm>
          <a:prstGeom prst="line">
            <a:avLst/>
          </a:prstGeom>
          <a:ln w="28575">
            <a:solidFill>
              <a:srgbClr val="E26714"/>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FD3209E2-EA71-4C47-94EB-BA17401E56DD}"/>
              </a:ext>
            </a:extLst>
          </p:cNvPr>
          <p:cNvCxnSpPr>
            <a:cxnSpLocks/>
          </p:cNvCxnSpPr>
          <p:nvPr/>
        </p:nvCxnSpPr>
        <p:spPr>
          <a:xfrm>
            <a:off x="2509560" y="5518667"/>
            <a:ext cx="2419477" cy="0"/>
          </a:xfrm>
          <a:prstGeom prst="line">
            <a:avLst/>
          </a:prstGeom>
          <a:ln w="28575">
            <a:solidFill>
              <a:srgbClr val="E26714"/>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BF5CA76D-7B44-4D4E-BFEB-6B1D54544B34}"/>
              </a:ext>
            </a:extLst>
          </p:cNvPr>
          <p:cNvCxnSpPr>
            <a:cxnSpLocks/>
          </p:cNvCxnSpPr>
          <p:nvPr/>
        </p:nvCxnSpPr>
        <p:spPr>
          <a:xfrm>
            <a:off x="5190169" y="5527253"/>
            <a:ext cx="1118128" cy="0"/>
          </a:xfrm>
          <a:prstGeom prst="line">
            <a:avLst/>
          </a:prstGeom>
          <a:ln w="28575">
            <a:solidFill>
              <a:srgbClr val="E26714"/>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2492D41C-AE60-4A1D-8170-A1422BAD3A98}"/>
              </a:ext>
            </a:extLst>
          </p:cNvPr>
          <p:cNvCxnSpPr>
            <a:cxnSpLocks/>
          </p:cNvCxnSpPr>
          <p:nvPr/>
        </p:nvCxnSpPr>
        <p:spPr>
          <a:xfrm flipV="1">
            <a:off x="5692445" y="5295433"/>
            <a:ext cx="2064726" cy="2146"/>
          </a:xfrm>
          <a:prstGeom prst="line">
            <a:avLst/>
          </a:prstGeom>
          <a:ln w="28575">
            <a:solidFill>
              <a:srgbClr val="E26714"/>
            </a:solidFill>
          </a:ln>
        </p:spPr>
        <p:style>
          <a:lnRef idx="1">
            <a:schemeClr val="accent1"/>
          </a:lnRef>
          <a:fillRef idx="0">
            <a:schemeClr val="accent1"/>
          </a:fillRef>
          <a:effectRef idx="0">
            <a:schemeClr val="accent1"/>
          </a:effectRef>
          <a:fontRef idx="minor">
            <a:schemeClr val="tx1"/>
          </a:fontRef>
        </p:style>
      </p:cxnSp>
      <p:grpSp>
        <p:nvGrpSpPr>
          <p:cNvPr id="142" name="组合 141">
            <a:extLst>
              <a:ext uri="{FF2B5EF4-FFF2-40B4-BE49-F238E27FC236}">
                <a16:creationId xmlns:a16="http://schemas.microsoft.com/office/drawing/2014/main" id="{9E0B3D98-A597-464B-A399-32FBFE97684E}"/>
              </a:ext>
            </a:extLst>
          </p:cNvPr>
          <p:cNvGrpSpPr/>
          <p:nvPr/>
        </p:nvGrpSpPr>
        <p:grpSpPr>
          <a:xfrm rot="2272475">
            <a:off x="8305271" y="1068226"/>
            <a:ext cx="521194" cy="414520"/>
            <a:chOff x="1283596" y="849006"/>
            <a:chExt cx="521194" cy="414520"/>
          </a:xfrm>
        </p:grpSpPr>
        <p:sp>
          <p:nvSpPr>
            <p:cNvPr id="143" name="文本框 142">
              <a:extLst>
                <a:ext uri="{FF2B5EF4-FFF2-40B4-BE49-F238E27FC236}">
                  <a16:creationId xmlns:a16="http://schemas.microsoft.com/office/drawing/2014/main" id="{5E1F8316-7B27-4F50-92FC-D37611482356}"/>
                </a:ext>
              </a:extLst>
            </p:cNvPr>
            <p:cNvSpPr txBox="1"/>
            <p:nvPr/>
          </p:nvSpPr>
          <p:spPr>
            <a:xfrm>
              <a:off x="1479060" y="849006"/>
              <a:ext cx="325730" cy="369332"/>
            </a:xfrm>
            <a:prstGeom prst="rect">
              <a:avLst/>
            </a:prstGeom>
            <a:noFill/>
          </p:spPr>
          <p:txBody>
            <a:bodyPr wrap="none" rtlCol="0">
              <a:spAutoFit/>
            </a:bodyPr>
            <a:lstStyle/>
            <a:p>
              <a:r>
                <a:rPr lang="en-US" altLang="zh-CN"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t>
              </a:r>
              <a:endParaRPr lang="zh-CN" altLang="en-US"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44" name="文本框 143">
              <a:extLst>
                <a:ext uri="{FF2B5EF4-FFF2-40B4-BE49-F238E27FC236}">
                  <a16:creationId xmlns:a16="http://schemas.microsoft.com/office/drawing/2014/main" id="{8C503F41-59B4-4C2C-B829-62019620D588}"/>
                </a:ext>
              </a:extLst>
            </p:cNvPr>
            <p:cNvSpPr txBox="1"/>
            <p:nvPr/>
          </p:nvSpPr>
          <p:spPr>
            <a:xfrm>
              <a:off x="1283596" y="918816"/>
              <a:ext cx="238848" cy="344710"/>
            </a:xfrm>
            <a:prstGeom prst="rect">
              <a:avLst/>
            </a:prstGeom>
            <a:noFill/>
          </p:spPr>
          <p:txBody>
            <a:bodyPr wrap="none" lIns="0" tIns="0" rIns="0" bIns="0" rtlCol="0">
              <a:spAutoFit/>
            </a:bodyPr>
            <a:lstStyle/>
            <a:p>
              <a:pPr>
                <a:lnSpc>
                  <a:spcPct val="80000"/>
                </a:lnSpc>
              </a:pPr>
              <a:r>
                <a:rPr lang="en-US" altLang="zh-CN"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45" name="组合 144">
            <a:extLst>
              <a:ext uri="{FF2B5EF4-FFF2-40B4-BE49-F238E27FC236}">
                <a16:creationId xmlns:a16="http://schemas.microsoft.com/office/drawing/2014/main" id="{0DFC0076-372B-401C-ADEF-5A99C8C98D1D}"/>
              </a:ext>
            </a:extLst>
          </p:cNvPr>
          <p:cNvGrpSpPr/>
          <p:nvPr/>
        </p:nvGrpSpPr>
        <p:grpSpPr>
          <a:xfrm>
            <a:off x="8430768" y="1323922"/>
            <a:ext cx="539492" cy="527348"/>
            <a:chOff x="1265963" y="711556"/>
            <a:chExt cx="539492" cy="527348"/>
          </a:xfrm>
        </p:grpSpPr>
        <p:sp>
          <p:nvSpPr>
            <p:cNvPr id="146" name="文本框 145">
              <a:extLst>
                <a:ext uri="{FF2B5EF4-FFF2-40B4-BE49-F238E27FC236}">
                  <a16:creationId xmlns:a16="http://schemas.microsoft.com/office/drawing/2014/main" id="{127A5310-02D7-4D15-B21C-CC364996E55F}"/>
                </a:ext>
              </a:extLst>
            </p:cNvPr>
            <p:cNvSpPr txBox="1"/>
            <p:nvPr/>
          </p:nvSpPr>
          <p:spPr>
            <a:xfrm>
              <a:off x="1351485" y="711556"/>
              <a:ext cx="453970" cy="369332"/>
            </a:xfrm>
            <a:prstGeom prst="rect">
              <a:avLst/>
            </a:prstGeom>
            <a:noFill/>
          </p:spPr>
          <p:txBody>
            <a:bodyPr wrap="none" rtlCol="0">
              <a:spAutoFit/>
            </a:bodyPr>
            <a:lstStyle/>
            <a:p>
              <a:r>
                <a:rPr lang="en-US" altLang="zh-CN" i="1" dirty="0">
                  <a:solidFill>
                    <a:schemeClr val="accent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N1</a:t>
              </a:r>
              <a:endParaRPr lang="zh-CN" altLang="en-US" i="1" dirty="0">
                <a:solidFill>
                  <a:schemeClr val="accent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47" name="文本框 146">
              <a:extLst>
                <a:ext uri="{FF2B5EF4-FFF2-40B4-BE49-F238E27FC236}">
                  <a16:creationId xmlns:a16="http://schemas.microsoft.com/office/drawing/2014/main" id="{2DD96E69-6913-40AA-B5D3-5E46281B5FC1}"/>
                </a:ext>
              </a:extLst>
            </p:cNvPr>
            <p:cNvSpPr txBox="1"/>
            <p:nvPr/>
          </p:nvSpPr>
          <p:spPr>
            <a:xfrm>
              <a:off x="1265963" y="894194"/>
              <a:ext cx="238848" cy="344710"/>
            </a:xfrm>
            <a:prstGeom prst="rect">
              <a:avLst/>
            </a:prstGeom>
            <a:noFill/>
          </p:spPr>
          <p:txBody>
            <a:bodyPr wrap="none" lIns="0" tIns="0" rIns="0" bIns="0" rtlCol="0">
              <a:spAutoFit/>
            </a:bodyPr>
            <a:lstStyle/>
            <a:p>
              <a:pPr>
                <a:lnSpc>
                  <a:spcPct val="80000"/>
                </a:lnSpc>
              </a:pPr>
              <a:r>
                <a:rPr lang="en-US" altLang="zh-CN" sz="2800" i="1" dirty="0">
                  <a:solidFill>
                    <a:schemeClr val="accent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chemeClr val="accent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148" name="文本框 147">
            <a:extLst>
              <a:ext uri="{FF2B5EF4-FFF2-40B4-BE49-F238E27FC236}">
                <a16:creationId xmlns:a16="http://schemas.microsoft.com/office/drawing/2014/main" id="{60C590BA-3010-466C-A371-1B6794CD2507}"/>
              </a:ext>
            </a:extLst>
          </p:cNvPr>
          <p:cNvSpPr txBox="1"/>
          <p:nvPr/>
        </p:nvSpPr>
        <p:spPr>
          <a:xfrm>
            <a:off x="2947631" y="4308299"/>
            <a:ext cx="6629616" cy="2000548"/>
          </a:xfrm>
          <a:prstGeom prst="rect">
            <a:avLst/>
          </a:prstGeom>
          <a:solidFill>
            <a:srgbClr val="F4EDF9"/>
          </a:solidFill>
          <a:ln w="12700">
            <a:solidFill>
              <a:schemeClr val="accent6">
                <a:lumMod val="50000"/>
              </a:schemeClr>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DFS(Graph G,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2800" b="1" i="1" dirty="0">
                <a:solidFill>
                  <a:srgbClr val="8E3BAB"/>
                </a:solidFill>
                <a:latin typeface="Times New Roman" panose="02020603050405020304" pitchFamily="18" charset="0"/>
                <a:cs typeface="Times New Roman" panose="02020603050405020304" pitchFamily="18" charset="0"/>
              </a:rPr>
              <a:t>v</a:t>
            </a:r>
            <a:r>
              <a:rPr lang="en-US" altLang="zh-CN" sz="2400" b="1" i="1" dirty="0">
                <a:solidFill>
                  <a:srgbClr val="00B050"/>
                </a:solidFill>
                <a:latin typeface="Times New Roman" panose="02020603050405020304" pitchFamily="18" charset="0"/>
                <a:cs typeface="Times New Roman" panose="02020603050405020304" pitchFamily="18" charset="0"/>
              </a:rPr>
              <a:t> </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从第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个顶点出发递归地深度优先遍历图</a:t>
            </a:r>
            <a:r>
              <a:rPr lang="en-US" altLang="zh-CN" sz="1600" b="1" dirty="0">
                <a:solidFill>
                  <a:srgbClr val="0070C0"/>
                </a:solidFill>
                <a:latin typeface="Courier New" panose="02070309020205020404" pitchFamily="49" charset="0"/>
                <a:cs typeface="Courier New" panose="02070309020205020404" pitchFamily="49" charset="0"/>
              </a:rPr>
              <a:t>G</a:t>
            </a:r>
            <a:endParaRPr lang="zh-CN" altLang="en-US"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G-&gt;visited[v]=Visited;  </a:t>
            </a:r>
            <a:r>
              <a:rPr lang="en-US" altLang="zh-CN" sz="1600" b="1" dirty="0" err="1">
                <a:latin typeface="Courier New" panose="02070309020205020404" pitchFamily="49" charset="0"/>
                <a:cs typeface="Courier New" panose="02070309020205020404" pitchFamily="49" charset="0"/>
              </a:rPr>
              <a:t>VisitFunc</a:t>
            </a:r>
            <a:r>
              <a:rPr lang="en-US" altLang="zh-CN" sz="1600" b="1" dirty="0">
                <a:latin typeface="Courier New" panose="02070309020205020404" pitchFamily="49" charset="0"/>
                <a:cs typeface="Courier New" panose="02070309020205020404" pitchFamily="49" charset="0"/>
              </a:rPr>
              <a:t>(v);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访问第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顶点</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(w=</a:t>
            </a:r>
            <a:r>
              <a:rPr lang="en-US" altLang="zh-CN" sz="1600" b="1" dirty="0" err="1">
                <a:latin typeface="Courier New" panose="02070309020205020404" pitchFamily="49" charset="0"/>
                <a:cs typeface="Courier New" panose="02070309020205020404" pitchFamily="49" charset="0"/>
              </a:rPr>
              <a:t>FirstAdjVex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 w&gt;=0; w=</a:t>
            </a:r>
            <a:r>
              <a:rPr lang="en-US" altLang="zh-CN" sz="1600" b="1" dirty="0" err="1">
                <a:latin typeface="Courier New" panose="02070309020205020404" pitchFamily="49" charset="0"/>
                <a:cs typeface="Courier New" panose="02070309020205020404" pitchFamily="49" charset="0"/>
              </a:rPr>
              <a:t>NextAdjVex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UN</a:t>
            </a:r>
            <a:r>
              <a:rPr lang="en-US" altLang="zh-CN" sz="1600" b="1" dirty="0" err="1">
                <a:latin typeface="Courier New" panose="02070309020205020404" pitchFamily="49" charset="0"/>
                <a:cs typeface="Courier New" panose="02070309020205020404" pitchFamily="49" charset="0"/>
              </a:rPr>
              <a:t>Visited</a:t>
            </a:r>
            <a:r>
              <a:rPr lang="en-US" altLang="zh-CN" sz="1600" b="1" dirty="0">
                <a:latin typeface="Courier New" panose="02070309020205020404" pitchFamily="49" charset="0"/>
                <a:cs typeface="Courier New" panose="02070309020205020404" pitchFamily="49" charset="0"/>
              </a:rPr>
              <a:t>==G-&gt;visited[w]) DFS(</a:t>
            </a:r>
            <a:r>
              <a:rPr lang="en-US" altLang="zh-CN" sz="1600" b="1" dirty="0" err="1">
                <a:latin typeface="Courier New" panose="02070309020205020404" pitchFamily="49" charset="0"/>
                <a:cs typeface="Courier New" panose="02070309020205020404" pitchFamily="49" charset="0"/>
              </a:rPr>
              <a:t>G,w</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对</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的尚未访问的邻接顶点</a:t>
            </a:r>
            <a:r>
              <a:rPr lang="en-US" altLang="zh-CN" sz="1600" b="1" dirty="0">
                <a:solidFill>
                  <a:srgbClr val="0070C0"/>
                </a:solidFill>
                <a:latin typeface="Courier New" panose="02070309020205020404" pitchFamily="49" charset="0"/>
                <a:cs typeface="Courier New" panose="02070309020205020404" pitchFamily="49" charset="0"/>
              </a:rPr>
              <a:t>w</a:t>
            </a:r>
            <a:r>
              <a:rPr lang="zh-CN" altLang="en-US" sz="1600" b="1" dirty="0">
                <a:solidFill>
                  <a:srgbClr val="0070C0"/>
                </a:solidFill>
                <a:latin typeface="Courier New" panose="02070309020205020404" pitchFamily="49" charset="0"/>
                <a:cs typeface="Courier New" panose="02070309020205020404" pitchFamily="49" charset="0"/>
              </a:rPr>
              <a:t>递归调用</a:t>
            </a:r>
            <a:r>
              <a:rPr lang="en-US" altLang="zh-CN" sz="1600" b="1" dirty="0">
                <a:solidFill>
                  <a:srgbClr val="0070C0"/>
                </a:solidFill>
                <a:latin typeface="Courier New" panose="02070309020205020404" pitchFamily="49" charset="0"/>
                <a:cs typeface="Courier New" panose="02070309020205020404" pitchFamily="49" charset="0"/>
              </a:rPr>
              <a:t>DFS</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49" name="直接连接符 148">
            <a:extLst>
              <a:ext uri="{FF2B5EF4-FFF2-40B4-BE49-F238E27FC236}">
                <a16:creationId xmlns:a16="http://schemas.microsoft.com/office/drawing/2014/main" id="{B677D66F-E894-41A6-A798-B3371F657FEA}"/>
              </a:ext>
            </a:extLst>
          </p:cNvPr>
          <p:cNvCxnSpPr/>
          <p:nvPr/>
        </p:nvCxnSpPr>
        <p:spPr>
          <a:xfrm>
            <a:off x="3277059" y="5261685"/>
            <a:ext cx="3998890" cy="0"/>
          </a:xfrm>
          <a:prstGeom prst="line">
            <a:avLst/>
          </a:prstGeom>
          <a:ln w="28575">
            <a:solidFill>
              <a:srgbClr val="8E3BAB"/>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2985D227-8AE7-4EEF-871B-44254A1644DE}"/>
              </a:ext>
            </a:extLst>
          </p:cNvPr>
          <p:cNvCxnSpPr>
            <a:cxnSpLocks/>
          </p:cNvCxnSpPr>
          <p:nvPr/>
        </p:nvCxnSpPr>
        <p:spPr>
          <a:xfrm>
            <a:off x="3738739" y="5510677"/>
            <a:ext cx="2165610" cy="0"/>
          </a:xfrm>
          <a:prstGeom prst="line">
            <a:avLst/>
          </a:prstGeom>
          <a:ln w="28575">
            <a:solidFill>
              <a:srgbClr val="8E3BAB"/>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7BAB384F-F314-4C71-AA29-C4E60CDF52CB}"/>
              </a:ext>
            </a:extLst>
          </p:cNvPr>
          <p:cNvCxnSpPr>
            <a:cxnSpLocks/>
          </p:cNvCxnSpPr>
          <p:nvPr/>
        </p:nvCxnSpPr>
        <p:spPr>
          <a:xfrm>
            <a:off x="3850699" y="5733911"/>
            <a:ext cx="2419477" cy="0"/>
          </a:xfrm>
          <a:prstGeom prst="line">
            <a:avLst/>
          </a:prstGeom>
          <a:ln w="28575">
            <a:solidFill>
              <a:srgbClr val="8E3BAB"/>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CA5E21E3-907A-4754-9B12-F42EB1A2519D}"/>
              </a:ext>
            </a:extLst>
          </p:cNvPr>
          <p:cNvCxnSpPr>
            <a:cxnSpLocks/>
          </p:cNvCxnSpPr>
          <p:nvPr/>
        </p:nvCxnSpPr>
        <p:spPr>
          <a:xfrm>
            <a:off x="6531308" y="5742497"/>
            <a:ext cx="1118128" cy="0"/>
          </a:xfrm>
          <a:prstGeom prst="line">
            <a:avLst/>
          </a:prstGeom>
          <a:ln w="28575">
            <a:solidFill>
              <a:srgbClr val="8E3BAB"/>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99F3E682-A965-4DA6-9EFE-E0795719D19A}"/>
              </a:ext>
            </a:extLst>
          </p:cNvPr>
          <p:cNvCxnSpPr>
            <a:cxnSpLocks/>
          </p:cNvCxnSpPr>
          <p:nvPr/>
        </p:nvCxnSpPr>
        <p:spPr>
          <a:xfrm flipV="1">
            <a:off x="7033584" y="5510677"/>
            <a:ext cx="2064726" cy="2146"/>
          </a:xfrm>
          <a:prstGeom prst="line">
            <a:avLst/>
          </a:prstGeom>
          <a:ln w="28575">
            <a:solidFill>
              <a:srgbClr val="8E3BAB"/>
            </a:solidFill>
          </a:ln>
        </p:spPr>
        <p:style>
          <a:lnRef idx="1">
            <a:schemeClr val="accent1"/>
          </a:lnRef>
          <a:fillRef idx="0">
            <a:schemeClr val="accent1"/>
          </a:fillRef>
          <a:effectRef idx="0">
            <a:schemeClr val="accent1"/>
          </a:effectRef>
          <a:fontRef idx="minor">
            <a:schemeClr val="tx1"/>
          </a:fontRef>
        </p:style>
      </p:cxnSp>
      <p:sp>
        <p:nvSpPr>
          <p:cNvPr id="154" name="文本框 153">
            <a:extLst>
              <a:ext uri="{FF2B5EF4-FFF2-40B4-BE49-F238E27FC236}">
                <a16:creationId xmlns:a16="http://schemas.microsoft.com/office/drawing/2014/main" id="{1E74D053-4CB9-49A2-989C-5B0044D088D2}"/>
              </a:ext>
            </a:extLst>
          </p:cNvPr>
          <p:cNvSpPr txBox="1"/>
          <p:nvPr/>
        </p:nvSpPr>
        <p:spPr>
          <a:xfrm>
            <a:off x="8203983" y="1639762"/>
            <a:ext cx="182742" cy="393954"/>
          </a:xfrm>
          <a:prstGeom prst="rect">
            <a:avLst/>
          </a:prstGeom>
          <a:noFill/>
        </p:spPr>
        <p:txBody>
          <a:bodyPr wrap="none" lIns="0" tIns="0" rIns="0" bIns="0" rtlCol="0">
            <a:spAutoFit/>
          </a:bodyPr>
          <a:lstStyle/>
          <a:p>
            <a:pPr>
              <a:lnSpc>
                <a:spcPct val="80000"/>
              </a:lnSpc>
            </a:pPr>
            <a:r>
              <a:rPr lang="en-US" altLang="zh-CN" sz="3200"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t>
            </a:r>
            <a:endParaRPr lang="zh-CN" altLang="en-US" sz="3200"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155" name="组合 154">
            <a:extLst>
              <a:ext uri="{FF2B5EF4-FFF2-40B4-BE49-F238E27FC236}">
                <a16:creationId xmlns:a16="http://schemas.microsoft.com/office/drawing/2014/main" id="{F5F59F7C-74C4-4CFC-AC45-D3D82704649E}"/>
              </a:ext>
            </a:extLst>
          </p:cNvPr>
          <p:cNvGrpSpPr/>
          <p:nvPr/>
        </p:nvGrpSpPr>
        <p:grpSpPr>
          <a:xfrm>
            <a:off x="8633856" y="1934031"/>
            <a:ext cx="455640" cy="369332"/>
            <a:chOff x="1195986" y="887022"/>
            <a:chExt cx="455640" cy="369332"/>
          </a:xfrm>
        </p:grpSpPr>
        <p:sp>
          <p:nvSpPr>
            <p:cNvPr id="156" name="文本框 155">
              <a:extLst>
                <a:ext uri="{FF2B5EF4-FFF2-40B4-BE49-F238E27FC236}">
                  <a16:creationId xmlns:a16="http://schemas.microsoft.com/office/drawing/2014/main" id="{6DAD4BB0-E451-4E1E-A6BE-14DA9924B6EF}"/>
                </a:ext>
              </a:extLst>
            </p:cNvPr>
            <p:cNvSpPr txBox="1"/>
            <p:nvPr/>
          </p:nvSpPr>
          <p:spPr>
            <a:xfrm>
              <a:off x="1195986" y="887022"/>
              <a:ext cx="325730" cy="369332"/>
            </a:xfrm>
            <a:prstGeom prst="rect">
              <a:avLst/>
            </a:prstGeom>
            <a:noFill/>
          </p:spPr>
          <p:txBody>
            <a:bodyPr wrap="none" rtlCol="0">
              <a:spAutoFit/>
            </a:bodyPr>
            <a:lstStyle/>
            <a:p>
              <a:r>
                <a:rPr lang="en-US" altLang="zh-CN"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t>
              </a:r>
              <a:endParaRPr lang="zh-CN" altLang="en-US"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7" name="文本框 156">
              <a:extLst>
                <a:ext uri="{FF2B5EF4-FFF2-40B4-BE49-F238E27FC236}">
                  <a16:creationId xmlns:a16="http://schemas.microsoft.com/office/drawing/2014/main" id="{6F130E47-A173-4AA8-888C-EF58A2B83D8F}"/>
                </a:ext>
              </a:extLst>
            </p:cNvPr>
            <p:cNvSpPr txBox="1"/>
            <p:nvPr/>
          </p:nvSpPr>
          <p:spPr>
            <a:xfrm>
              <a:off x="1412778" y="896315"/>
              <a:ext cx="238848" cy="344710"/>
            </a:xfrm>
            <a:prstGeom prst="rect">
              <a:avLst/>
            </a:prstGeom>
            <a:noFill/>
          </p:spPr>
          <p:txBody>
            <a:bodyPr wrap="none" lIns="0" tIns="0" rIns="0" bIns="0" rtlCol="0">
              <a:spAutoFit/>
            </a:bodyPr>
            <a:lstStyle/>
            <a:p>
              <a:pPr>
                <a:lnSpc>
                  <a:spcPct val="80000"/>
                </a:lnSpc>
              </a:pPr>
              <a:r>
                <a:rPr lang="en-US" altLang="zh-CN" sz="2800"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158" name="文本框 157">
            <a:extLst>
              <a:ext uri="{FF2B5EF4-FFF2-40B4-BE49-F238E27FC236}">
                <a16:creationId xmlns:a16="http://schemas.microsoft.com/office/drawing/2014/main" id="{FC0621BE-1608-4626-B2AB-46F127271D9F}"/>
              </a:ext>
            </a:extLst>
          </p:cNvPr>
          <p:cNvSpPr txBox="1"/>
          <p:nvPr/>
        </p:nvSpPr>
        <p:spPr>
          <a:xfrm>
            <a:off x="9189151" y="2064626"/>
            <a:ext cx="182742" cy="393954"/>
          </a:xfrm>
          <a:prstGeom prst="rect">
            <a:avLst/>
          </a:prstGeom>
          <a:noFill/>
        </p:spPr>
        <p:txBody>
          <a:bodyPr wrap="none" lIns="0" tIns="0" rIns="0" bIns="0" rtlCol="0">
            <a:spAutoFit/>
          </a:bodyPr>
          <a:lstStyle/>
          <a:p>
            <a:pPr>
              <a:lnSpc>
                <a:spcPct val="80000"/>
              </a:lnSpc>
            </a:pPr>
            <a:r>
              <a:rPr lang="en-US" altLang="zh-CN" sz="32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t>
            </a:r>
            <a:endParaRPr lang="zh-CN" altLang="en-US" sz="32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9" name="文本框 158">
            <a:extLst>
              <a:ext uri="{FF2B5EF4-FFF2-40B4-BE49-F238E27FC236}">
                <a16:creationId xmlns:a16="http://schemas.microsoft.com/office/drawing/2014/main" id="{659DB9AC-0D11-460B-9EFF-18F34553C0AA}"/>
              </a:ext>
            </a:extLst>
          </p:cNvPr>
          <p:cNvSpPr txBox="1"/>
          <p:nvPr/>
        </p:nvSpPr>
        <p:spPr>
          <a:xfrm>
            <a:off x="4286770" y="4509952"/>
            <a:ext cx="6780723" cy="2000548"/>
          </a:xfrm>
          <a:prstGeom prst="rect">
            <a:avLst/>
          </a:prstGeom>
          <a:solidFill>
            <a:srgbClr val="EAF2FA"/>
          </a:solidFill>
          <a:ln w="12700">
            <a:solidFill>
              <a:schemeClr val="accent6">
                <a:lumMod val="50000"/>
              </a:schemeClr>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DFS(Graph G,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2800" b="1" i="1" dirty="0">
                <a:solidFill>
                  <a:srgbClr val="0070C0"/>
                </a:solidFill>
                <a:latin typeface="Times New Roman" panose="02020603050405020304" pitchFamily="18" charset="0"/>
                <a:cs typeface="Times New Roman" panose="02020603050405020304" pitchFamily="18" charset="0"/>
              </a:rPr>
              <a:t>v</a:t>
            </a:r>
            <a:r>
              <a:rPr lang="en-US" altLang="zh-CN" sz="2400" b="1" i="1" dirty="0">
                <a:solidFill>
                  <a:srgbClr val="00B050"/>
                </a:solidFill>
                <a:latin typeface="Times New Roman" panose="02020603050405020304" pitchFamily="18" charset="0"/>
                <a:cs typeface="Times New Roman" panose="02020603050405020304" pitchFamily="18" charset="0"/>
              </a:rPr>
              <a:t> </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从第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个顶点出发递归地深度优先遍历图</a:t>
            </a:r>
            <a:r>
              <a:rPr lang="en-US" altLang="zh-CN" sz="1600" b="1" dirty="0">
                <a:solidFill>
                  <a:srgbClr val="0070C0"/>
                </a:solidFill>
                <a:latin typeface="Courier New" panose="02070309020205020404" pitchFamily="49" charset="0"/>
                <a:cs typeface="Courier New" panose="02070309020205020404" pitchFamily="49" charset="0"/>
              </a:rPr>
              <a:t>G</a:t>
            </a:r>
            <a:endParaRPr lang="zh-CN" altLang="en-US" sz="1600" b="1" dirty="0">
              <a:solidFill>
                <a:srgbClr val="0070C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G-&gt;visited[v]=Visited;   </a:t>
            </a:r>
            <a:r>
              <a:rPr lang="en-US" altLang="zh-CN" sz="1600" b="1" dirty="0" err="1">
                <a:latin typeface="Courier New" panose="02070309020205020404" pitchFamily="49" charset="0"/>
                <a:cs typeface="Courier New" panose="02070309020205020404" pitchFamily="49" charset="0"/>
              </a:rPr>
              <a:t>VisitFunc</a:t>
            </a:r>
            <a:r>
              <a:rPr lang="en-US" altLang="zh-CN" sz="1600" b="1" dirty="0">
                <a:latin typeface="Courier New" panose="02070309020205020404" pitchFamily="49" charset="0"/>
                <a:cs typeface="Courier New" panose="02070309020205020404" pitchFamily="49" charset="0"/>
              </a:rPr>
              <a:t>(v);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访问第</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顶点</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(w=</a:t>
            </a:r>
            <a:r>
              <a:rPr lang="en-US" altLang="zh-CN" sz="1600" b="1" dirty="0" err="1">
                <a:latin typeface="Courier New" panose="02070309020205020404" pitchFamily="49" charset="0"/>
                <a:cs typeface="Courier New" panose="02070309020205020404" pitchFamily="49" charset="0"/>
              </a:rPr>
              <a:t>FirstAdjVex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 w&gt;=0; w=</a:t>
            </a:r>
            <a:r>
              <a:rPr lang="en-US" altLang="zh-CN" sz="1600" b="1" dirty="0" err="1">
                <a:latin typeface="Courier New" panose="02070309020205020404" pitchFamily="49" charset="0"/>
                <a:cs typeface="Courier New" panose="02070309020205020404" pitchFamily="49" charset="0"/>
              </a:rPr>
              <a:t>NextAdjVex</a:t>
            </a:r>
            <a:r>
              <a:rPr lang="en-US" altLang="zh-CN" sz="1600" b="1" dirty="0">
                <a:latin typeface="Courier New" panose="02070309020205020404" pitchFamily="49" charset="0"/>
                <a:cs typeface="Courier New" panose="02070309020205020404" pitchFamily="49" charset="0"/>
              </a:rPr>
              <a:t>(</a:t>
            </a:r>
            <a:r>
              <a:rPr lang="en-US" altLang="zh-CN" sz="1600" b="1" dirty="0" err="1">
                <a:latin typeface="Courier New" panose="02070309020205020404" pitchFamily="49" charset="0"/>
                <a:cs typeface="Courier New" panose="02070309020205020404" pitchFamily="49" charset="0"/>
              </a:rPr>
              <a:t>G,v</a:t>
            </a:r>
            <a:r>
              <a:rPr lang="en-US" altLang="zh-CN" sz="1600" b="1" dirty="0">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a:t>
            </a:r>
            <a:r>
              <a:rPr lang="en-US" altLang="zh-CN" sz="16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UN</a:t>
            </a:r>
            <a:r>
              <a:rPr lang="en-US" altLang="zh-CN" sz="1600" b="1" dirty="0" err="1">
                <a:latin typeface="Courier New" panose="02070309020205020404" pitchFamily="49" charset="0"/>
                <a:cs typeface="Courier New" panose="02070309020205020404" pitchFamily="49" charset="0"/>
              </a:rPr>
              <a:t>Visited</a:t>
            </a:r>
            <a:r>
              <a:rPr lang="en-US" altLang="zh-CN" sz="1600" b="1" dirty="0">
                <a:latin typeface="Courier New" panose="02070309020205020404" pitchFamily="49" charset="0"/>
                <a:cs typeface="Courier New" panose="02070309020205020404" pitchFamily="49" charset="0"/>
              </a:rPr>
              <a:t>==G-&gt;visited[w]) DFS(</a:t>
            </a:r>
            <a:r>
              <a:rPr lang="en-US" altLang="zh-CN" sz="1600" b="1" dirty="0" err="1">
                <a:latin typeface="Courier New" panose="02070309020205020404" pitchFamily="49" charset="0"/>
                <a:cs typeface="Courier New" panose="02070309020205020404" pitchFamily="49" charset="0"/>
              </a:rPr>
              <a:t>G,w</a:t>
            </a:r>
            <a:r>
              <a:rPr lang="en-US" altLang="zh-CN" sz="1600" b="1" dirty="0">
                <a:latin typeface="Courier New" panose="02070309020205020404" pitchFamily="49" charset="0"/>
                <a:cs typeface="Courier New" panose="02070309020205020404" pitchFamily="49" charset="0"/>
              </a:rPr>
              <a:t>);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对</a:t>
            </a:r>
            <a:r>
              <a:rPr lang="en-US" altLang="zh-CN" sz="1600" b="1" dirty="0">
                <a:solidFill>
                  <a:srgbClr val="0070C0"/>
                </a:solidFill>
                <a:latin typeface="Courier New" panose="02070309020205020404" pitchFamily="49" charset="0"/>
                <a:cs typeface="Courier New" panose="02070309020205020404" pitchFamily="49" charset="0"/>
              </a:rPr>
              <a:t>v</a:t>
            </a:r>
            <a:r>
              <a:rPr lang="zh-CN" altLang="en-US" sz="1600" b="1" dirty="0">
                <a:solidFill>
                  <a:srgbClr val="0070C0"/>
                </a:solidFill>
                <a:latin typeface="Courier New" panose="02070309020205020404" pitchFamily="49" charset="0"/>
                <a:cs typeface="Courier New" panose="02070309020205020404" pitchFamily="49" charset="0"/>
              </a:rPr>
              <a:t>的尚未访问的邻接顶点</a:t>
            </a:r>
            <a:r>
              <a:rPr lang="en-US" altLang="zh-CN" sz="1600" b="1" dirty="0">
                <a:solidFill>
                  <a:srgbClr val="0070C0"/>
                </a:solidFill>
                <a:latin typeface="Courier New" panose="02070309020205020404" pitchFamily="49" charset="0"/>
                <a:cs typeface="Courier New" panose="02070309020205020404" pitchFamily="49" charset="0"/>
              </a:rPr>
              <a:t>w</a:t>
            </a:r>
            <a:r>
              <a:rPr lang="zh-CN" altLang="en-US" sz="1600" b="1" dirty="0">
                <a:solidFill>
                  <a:srgbClr val="0070C0"/>
                </a:solidFill>
                <a:latin typeface="Courier New" panose="02070309020205020404" pitchFamily="49" charset="0"/>
                <a:cs typeface="Courier New" panose="02070309020205020404" pitchFamily="49" charset="0"/>
              </a:rPr>
              <a:t>递归调用</a:t>
            </a:r>
            <a:r>
              <a:rPr lang="en-US" altLang="zh-CN" sz="1600" b="1" dirty="0">
                <a:solidFill>
                  <a:srgbClr val="0070C0"/>
                </a:solidFill>
                <a:latin typeface="Courier New" panose="02070309020205020404" pitchFamily="49" charset="0"/>
                <a:cs typeface="Courier New" panose="02070309020205020404" pitchFamily="49" charset="0"/>
              </a:rPr>
              <a:t>DFS</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60" name="直接连接符 159">
            <a:extLst>
              <a:ext uri="{FF2B5EF4-FFF2-40B4-BE49-F238E27FC236}">
                <a16:creationId xmlns:a16="http://schemas.microsoft.com/office/drawing/2014/main" id="{A72D2065-BD1D-47F3-98EE-1C1F0224518F}"/>
              </a:ext>
            </a:extLst>
          </p:cNvPr>
          <p:cNvCxnSpPr>
            <a:cxnSpLocks/>
          </p:cNvCxnSpPr>
          <p:nvPr/>
        </p:nvCxnSpPr>
        <p:spPr>
          <a:xfrm>
            <a:off x="4634749" y="5467652"/>
            <a:ext cx="4621174"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1" name="直接连接符 160">
            <a:extLst>
              <a:ext uri="{FF2B5EF4-FFF2-40B4-BE49-F238E27FC236}">
                <a16:creationId xmlns:a16="http://schemas.microsoft.com/office/drawing/2014/main" id="{A4461136-3CC1-4B45-8176-6E0291FF369C}"/>
              </a:ext>
            </a:extLst>
          </p:cNvPr>
          <p:cNvCxnSpPr>
            <a:cxnSpLocks/>
          </p:cNvCxnSpPr>
          <p:nvPr/>
        </p:nvCxnSpPr>
        <p:spPr>
          <a:xfrm>
            <a:off x="5096429" y="5716644"/>
            <a:ext cx="216561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1909E939-1C4E-4735-80AD-02F54C66B17D}"/>
              </a:ext>
            </a:extLst>
          </p:cNvPr>
          <p:cNvCxnSpPr>
            <a:cxnSpLocks/>
          </p:cNvCxnSpPr>
          <p:nvPr/>
        </p:nvCxnSpPr>
        <p:spPr>
          <a:xfrm>
            <a:off x="5208389" y="5939878"/>
            <a:ext cx="3007483" cy="858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D5E32EFA-B19B-4D97-A613-40A5E59821E9}"/>
              </a:ext>
            </a:extLst>
          </p:cNvPr>
          <p:cNvCxnSpPr>
            <a:cxnSpLocks/>
          </p:cNvCxnSpPr>
          <p:nvPr/>
        </p:nvCxnSpPr>
        <p:spPr>
          <a:xfrm flipV="1">
            <a:off x="8391274" y="5716644"/>
            <a:ext cx="2064726" cy="21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5" name="组合 164">
            <a:extLst>
              <a:ext uri="{FF2B5EF4-FFF2-40B4-BE49-F238E27FC236}">
                <a16:creationId xmlns:a16="http://schemas.microsoft.com/office/drawing/2014/main" id="{9356630C-FEE1-409B-9A21-F3F1026026E6}"/>
              </a:ext>
            </a:extLst>
          </p:cNvPr>
          <p:cNvGrpSpPr/>
          <p:nvPr/>
        </p:nvGrpSpPr>
        <p:grpSpPr>
          <a:xfrm>
            <a:off x="8807801" y="1751914"/>
            <a:ext cx="517952" cy="384365"/>
            <a:chOff x="1265963" y="854539"/>
            <a:chExt cx="517952" cy="384365"/>
          </a:xfrm>
        </p:grpSpPr>
        <p:sp>
          <p:nvSpPr>
            <p:cNvPr id="166" name="文本框 165">
              <a:extLst>
                <a:ext uri="{FF2B5EF4-FFF2-40B4-BE49-F238E27FC236}">
                  <a16:creationId xmlns:a16="http://schemas.microsoft.com/office/drawing/2014/main" id="{FEFA70DF-ACE7-4E4A-91C0-16A704EF203A}"/>
                </a:ext>
              </a:extLst>
            </p:cNvPr>
            <p:cNvSpPr txBox="1"/>
            <p:nvPr/>
          </p:nvSpPr>
          <p:spPr>
            <a:xfrm>
              <a:off x="1458185" y="854539"/>
              <a:ext cx="325730" cy="369332"/>
            </a:xfrm>
            <a:prstGeom prst="rect">
              <a:avLst/>
            </a:prstGeom>
            <a:noFill/>
          </p:spPr>
          <p:txBody>
            <a:bodyPr wrap="none" rtlCol="0">
              <a:spAutoFit/>
            </a:bodyPr>
            <a:lstStyle/>
            <a:p>
              <a:r>
                <a:rPr lang="en-US" altLang="zh-CN"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t>
              </a:r>
              <a:endParaRPr lang="zh-CN" altLang="en-US"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67" name="文本框 166">
              <a:extLst>
                <a:ext uri="{FF2B5EF4-FFF2-40B4-BE49-F238E27FC236}">
                  <a16:creationId xmlns:a16="http://schemas.microsoft.com/office/drawing/2014/main" id="{A33417F1-C347-4824-A849-521C34991715}"/>
                </a:ext>
              </a:extLst>
            </p:cNvPr>
            <p:cNvSpPr txBox="1"/>
            <p:nvPr/>
          </p:nvSpPr>
          <p:spPr>
            <a:xfrm>
              <a:off x="1265963" y="894194"/>
              <a:ext cx="238848" cy="344710"/>
            </a:xfrm>
            <a:prstGeom prst="rect">
              <a:avLst/>
            </a:prstGeom>
            <a:noFill/>
          </p:spPr>
          <p:txBody>
            <a:bodyPr wrap="none" lIns="0" tIns="0" rIns="0" bIns="0" rtlCol="0">
              <a:spAutoFit/>
            </a:bodyPr>
            <a:lstStyle/>
            <a:p>
              <a:pPr>
                <a:lnSpc>
                  <a:spcPct val="80000"/>
                </a:lnSpc>
              </a:pPr>
              <a:r>
                <a:rPr lang="en-US" altLang="zh-CN"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68" name="组合 167">
            <a:extLst>
              <a:ext uri="{FF2B5EF4-FFF2-40B4-BE49-F238E27FC236}">
                <a16:creationId xmlns:a16="http://schemas.microsoft.com/office/drawing/2014/main" id="{11DC8ED6-E865-4554-B7D1-CBAC77F51B5C}"/>
              </a:ext>
            </a:extLst>
          </p:cNvPr>
          <p:cNvGrpSpPr/>
          <p:nvPr/>
        </p:nvGrpSpPr>
        <p:grpSpPr>
          <a:xfrm rot="3318706">
            <a:off x="9109048" y="1471403"/>
            <a:ext cx="621952" cy="419211"/>
            <a:chOff x="834648" y="859582"/>
            <a:chExt cx="621952" cy="419211"/>
          </a:xfrm>
        </p:grpSpPr>
        <p:sp>
          <p:nvSpPr>
            <p:cNvPr id="169" name="文本框 168">
              <a:extLst>
                <a:ext uri="{FF2B5EF4-FFF2-40B4-BE49-F238E27FC236}">
                  <a16:creationId xmlns:a16="http://schemas.microsoft.com/office/drawing/2014/main" id="{3FA54340-FE58-45F9-ABB4-F69A9597F9B3}"/>
                </a:ext>
              </a:extLst>
            </p:cNvPr>
            <p:cNvSpPr txBox="1"/>
            <p:nvPr/>
          </p:nvSpPr>
          <p:spPr>
            <a:xfrm>
              <a:off x="1002630" y="859582"/>
              <a:ext cx="453970" cy="369332"/>
            </a:xfrm>
            <a:prstGeom prst="rect">
              <a:avLst/>
            </a:prstGeom>
            <a:noFill/>
          </p:spPr>
          <p:txBody>
            <a:bodyPr wrap="none" rtlCol="0">
              <a:spAutoFit/>
            </a:bodyPr>
            <a:lstStyle/>
            <a:p>
              <a:r>
                <a:rPr lang="en-US" altLang="zh-CN"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N1</a:t>
              </a:r>
              <a:endParaRPr lang="zh-CN" altLang="en-US"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70" name="文本框 169">
              <a:extLst>
                <a:ext uri="{FF2B5EF4-FFF2-40B4-BE49-F238E27FC236}">
                  <a16:creationId xmlns:a16="http://schemas.microsoft.com/office/drawing/2014/main" id="{AFD41D41-7945-4030-AB4E-E00CBE6C0BF4}"/>
                </a:ext>
              </a:extLst>
            </p:cNvPr>
            <p:cNvSpPr txBox="1"/>
            <p:nvPr/>
          </p:nvSpPr>
          <p:spPr>
            <a:xfrm>
              <a:off x="834648" y="934083"/>
              <a:ext cx="238848" cy="344710"/>
            </a:xfrm>
            <a:prstGeom prst="rect">
              <a:avLst/>
            </a:prstGeom>
            <a:noFill/>
          </p:spPr>
          <p:txBody>
            <a:bodyPr wrap="none" lIns="0" tIns="0" rIns="0" bIns="0" rtlCol="0">
              <a:spAutoFit/>
            </a:bodyPr>
            <a:lstStyle/>
            <a:p>
              <a:pPr>
                <a:lnSpc>
                  <a:spcPct val="80000"/>
                </a:lnSpc>
              </a:pPr>
              <a:r>
                <a:rPr lang="en-US" altLang="zh-CN"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71" name="组合 170">
            <a:extLst>
              <a:ext uri="{FF2B5EF4-FFF2-40B4-BE49-F238E27FC236}">
                <a16:creationId xmlns:a16="http://schemas.microsoft.com/office/drawing/2014/main" id="{C37F8F5B-C34A-4B38-904C-F42161F82444}"/>
              </a:ext>
            </a:extLst>
          </p:cNvPr>
          <p:cNvGrpSpPr/>
          <p:nvPr/>
        </p:nvGrpSpPr>
        <p:grpSpPr>
          <a:xfrm rot="20805452">
            <a:off x="9351994" y="2038994"/>
            <a:ext cx="641558" cy="400165"/>
            <a:chOff x="1002630" y="859582"/>
            <a:chExt cx="641558" cy="400165"/>
          </a:xfrm>
        </p:grpSpPr>
        <p:sp>
          <p:nvSpPr>
            <p:cNvPr id="172" name="文本框 171">
              <a:extLst>
                <a:ext uri="{FF2B5EF4-FFF2-40B4-BE49-F238E27FC236}">
                  <a16:creationId xmlns:a16="http://schemas.microsoft.com/office/drawing/2014/main" id="{A940F80B-B8AE-4828-960C-9120CF1DEFD7}"/>
                </a:ext>
              </a:extLst>
            </p:cNvPr>
            <p:cNvSpPr txBox="1"/>
            <p:nvPr/>
          </p:nvSpPr>
          <p:spPr>
            <a:xfrm>
              <a:off x="1002630" y="859582"/>
              <a:ext cx="453970" cy="369332"/>
            </a:xfrm>
            <a:prstGeom prst="rect">
              <a:avLst/>
            </a:prstGeom>
            <a:noFill/>
          </p:spPr>
          <p:txBody>
            <a:bodyPr wrap="none" rtlCol="0">
              <a:spAutoFit/>
            </a:bodyPr>
            <a:lstStyle/>
            <a:p>
              <a:r>
                <a:rPr lang="en-US" altLang="zh-CN"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N2</a:t>
              </a:r>
              <a:endParaRPr lang="zh-CN" altLang="en-US"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73" name="文本框 172">
              <a:extLst>
                <a:ext uri="{FF2B5EF4-FFF2-40B4-BE49-F238E27FC236}">
                  <a16:creationId xmlns:a16="http://schemas.microsoft.com/office/drawing/2014/main" id="{8847E44D-6457-48C3-B261-79F8CC090951}"/>
                </a:ext>
              </a:extLst>
            </p:cNvPr>
            <p:cNvSpPr txBox="1"/>
            <p:nvPr/>
          </p:nvSpPr>
          <p:spPr>
            <a:xfrm>
              <a:off x="1405340" y="915037"/>
              <a:ext cx="238848" cy="344710"/>
            </a:xfrm>
            <a:prstGeom prst="rect">
              <a:avLst/>
            </a:prstGeom>
            <a:noFill/>
          </p:spPr>
          <p:txBody>
            <a:bodyPr wrap="none" lIns="0" tIns="0" rIns="0" bIns="0" rtlCol="0">
              <a:spAutoFit/>
            </a:bodyPr>
            <a:lstStyle/>
            <a:p>
              <a:pPr>
                <a:lnSpc>
                  <a:spcPct val="80000"/>
                </a:lnSpc>
              </a:pPr>
              <a:r>
                <a:rPr lang="en-US" altLang="zh-CN"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75" name="组合 174">
            <a:extLst>
              <a:ext uri="{FF2B5EF4-FFF2-40B4-BE49-F238E27FC236}">
                <a16:creationId xmlns:a16="http://schemas.microsoft.com/office/drawing/2014/main" id="{F4C731D3-FC90-406E-B1BD-7940E3A88EE3}"/>
              </a:ext>
            </a:extLst>
          </p:cNvPr>
          <p:cNvGrpSpPr/>
          <p:nvPr/>
        </p:nvGrpSpPr>
        <p:grpSpPr>
          <a:xfrm rot="18200618">
            <a:off x="8510833" y="1609091"/>
            <a:ext cx="640022" cy="369332"/>
            <a:chOff x="1131865" y="887021"/>
            <a:chExt cx="640022" cy="369332"/>
          </a:xfrm>
        </p:grpSpPr>
        <p:sp>
          <p:nvSpPr>
            <p:cNvPr id="176" name="文本框 175">
              <a:extLst>
                <a:ext uri="{FF2B5EF4-FFF2-40B4-BE49-F238E27FC236}">
                  <a16:creationId xmlns:a16="http://schemas.microsoft.com/office/drawing/2014/main" id="{A3A15512-611F-4C10-9DA6-A645D4106125}"/>
                </a:ext>
              </a:extLst>
            </p:cNvPr>
            <p:cNvSpPr txBox="1"/>
            <p:nvPr/>
          </p:nvSpPr>
          <p:spPr>
            <a:xfrm>
              <a:off x="1131865" y="887021"/>
              <a:ext cx="453970" cy="369332"/>
            </a:xfrm>
            <a:prstGeom prst="rect">
              <a:avLst/>
            </a:prstGeom>
            <a:noFill/>
          </p:spPr>
          <p:txBody>
            <a:bodyPr wrap="none" rtlCol="0">
              <a:spAutoFit/>
            </a:bodyPr>
            <a:lstStyle/>
            <a:p>
              <a:r>
                <a:rPr lang="en-US" altLang="zh-CN"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N1</a:t>
              </a:r>
              <a:endParaRPr lang="zh-CN" altLang="en-US"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77" name="文本框 176">
              <a:extLst>
                <a:ext uri="{FF2B5EF4-FFF2-40B4-BE49-F238E27FC236}">
                  <a16:creationId xmlns:a16="http://schemas.microsoft.com/office/drawing/2014/main" id="{168BDE85-64EF-4028-B724-67649A11D352}"/>
                </a:ext>
              </a:extLst>
            </p:cNvPr>
            <p:cNvSpPr txBox="1"/>
            <p:nvPr/>
          </p:nvSpPr>
          <p:spPr>
            <a:xfrm>
              <a:off x="1533039" y="907528"/>
              <a:ext cx="238848" cy="344710"/>
            </a:xfrm>
            <a:prstGeom prst="rect">
              <a:avLst/>
            </a:prstGeom>
            <a:noFill/>
          </p:spPr>
          <p:txBody>
            <a:bodyPr wrap="none" lIns="0" tIns="0" rIns="0" bIns="0" rtlCol="0">
              <a:spAutoFit/>
            </a:bodyPr>
            <a:lstStyle/>
            <a:p>
              <a:pPr>
                <a:lnSpc>
                  <a:spcPct val="80000"/>
                </a:lnSpc>
              </a:pPr>
              <a:r>
                <a:rPr lang="en-US" altLang="zh-CN" sz="2800"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78" name="组合 177">
            <a:extLst>
              <a:ext uri="{FF2B5EF4-FFF2-40B4-BE49-F238E27FC236}">
                <a16:creationId xmlns:a16="http://schemas.microsoft.com/office/drawing/2014/main" id="{BA36B85D-E1DB-49C9-822B-8F89C48840A6}"/>
              </a:ext>
            </a:extLst>
          </p:cNvPr>
          <p:cNvGrpSpPr/>
          <p:nvPr/>
        </p:nvGrpSpPr>
        <p:grpSpPr>
          <a:xfrm rot="3322706">
            <a:off x="8296573" y="2125850"/>
            <a:ext cx="614484" cy="415785"/>
            <a:chOff x="1002630" y="859581"/>
            <a:chExt cx="614484" cy="415785"/>
          </a:xfrm>
        </p:grpSpPr>
        <p:sp>
          <p:nvSpPr>
            <p:cNvPr id="179" name="文本框 178">
              <a:extLst>
                <a:ext uri="{FF2B5EF4-FFF2-40B4-BE49-F238E27FC236}">
                  <a16:creationId xmlns:a16="http://schemas.microsoft.com/office/drawing/2014/main" id="{A0EE5987-1119-4CEE-87CB-1FEBFCB31C8C}"/>
                </a:ext>
              </a:extLst>
            </p:cNvPr>
            <p:cNvSpPr txBox="1"/>
            <p:nvPr/>
          </p:nvSpPr>
          <p:spPr>
            <a:xfrm>
              <a:off x="1002630" y="859581"/>
              <a:ext cx="453970" cy="369332"/>
            </a:xfrm>
            <a:prstGeom prst="rect">
              <a:avLst/>
            </a:prstGeom>
            <a:noFill/>
          </p:spPr>
          <p:txBody>
            <a:bodyPr wrap="none" rtlCol="0">
              <a:spAutoFit/>
            </a:bodyPr>
            <a:lstStyle/>
            <a:p>
              <a:r>
                <a:rPr lang="en-US" altLang="zh-CN"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N2</a:t>
              </a:r>
              <a:endParaRPr lang="zh-CN" altLang="en-US"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0" name="文本框 179">
              <a:extLst>
                <a:ext uri="{FF2B5EF4-FFF2-40B4-BE49-F238E27FC236}">
                  <a16:creationId xmlns:a16="http://schemas.microsoft.com/office/drawing/2014/main" id="{35EAEEBA-71F2-4DDB-B67B-E33514F6CEFA}"/>
                </a:ext>
              </a:extLst>
            </p:cNvPr>
            <p:cNvSpPr txBox="1"/>
            <p:nvPr/>
          </p:nvSpPr>
          <p:spPr>
            <a:xfrm>
              <a:off x="1378266" y="930656"/>
              <a:ext cx="238848" cy="344710"/>
            </a:xfrm>
            <a:prstGeom prst="rect">
              <a:avLst/>
            </a:prstGeom>
            <a:noFill/>
          </p:spPr>
          <p:txBody>
            <a:bodyPr wrap="none" lIns="0" tIns="0" rIns="0" bIns="0" rtlCol="0">
              <a:spAutoFit/>
            </a:bodyPr>
            <a:lstStyle/>
            <a:p>
              <a:pPr>
                <a:lnSpc>
                  <a:spcPct val="80000"/>
                </a:lnSpc>
              </a:pPr>
              <a:r>
                <a:rPr lang="en-US" altLang="zh-CN" sz="2800"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8E3BA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63" name="组合 162">
            <a:extLst>
              <a:ext uri="{FF2B5EF4-FFF2-40B4-BE49-F238E27FC236}">
                <a16:creationId xmlns:a16="http://schemas.microsoft.com/office/drawing/2014/main" id="{D59A79CF-9E87-4D6C-ACC6-73170D8FA743}"/>
              </a:ext>
            </a:extLst>
          </p:cNvPr>
          <p:cNvGrpSpPr/>
          <p:nvPr/>
        </p:nvGrpSpPr>
        <p:grpSpPr>
          <a:xfrm rot="1390097">
            <a:off x="9003948" y="1495081"/>
            <a:ext cx="666629" cy="406065"/>
            <a:chOff x="1002630" y="859582"/>
            <a:chExt cx="666629" cy="406065"/>
          </a:xfrm>
        </p:grpSpPr>
        <p:sp>
          <p:nvSpPr>
            <p:cNvPr id="174" name="文本框 173">
              <a:extLst>
                <a:ext uri="{FF2B5EF4-FFF2-40B4-BE49-F238E27FC236}">
                  <a16:creationId xmlns:a16="http://schemas.microsoft.com/office/drawing/2014/main" id="{D74DCA80-6622-4B5F-B3D2-D373C820D4CA}"/>
                </a:ext>
              </a:extLst>
            </p:cNvPr>
            <p:cNvSpPr txBox="1"/>
            <p:nvPr/>
          </p:nvSpPr>
          <p:spPr>
            <a:xfrm>
              <a:off x="1002630" y="859582"/>
              <a:ext cx="453970" cy="369332"/>
            </a:xfrm>
            <a:prstGeom prst="rect">
              <a:avLst/>
            </a:prstGeom>
            <a:noFill/>
          </p:spPr>
          <p:txBody>
            <a:bodyPr wrap="none" rtlCol="0">
              <a:spAutoFit/>
            </a:bodyPr>
            <a:lstStyle/>
            <a:p>
              <a:r>
                <a:rPr lang="en-US" altLang="zh-CN"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N2</a:t>
              </a:r>
              <a:endParaRPr lang="zh-CN" altLang="en-US"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1" name="文本框 180">
              <a:extLst>
                <a:ext uri="{FF2B5EF4-FFF2-40B4-BE49-F238E27FC236}">
                  <a16:creationId xmlns:a16="http://schemas.microsoft.com/office/drawing/2014/main" id="{2C7796CD-279D-4FD5-86C1-FF2E14DFE60D}"/>
                </a:ext>
              </a:extLst>
            </p:cNvPr>
            <p:cNvSpPr txBox="1"/>
            <p:nvPr/>
          </p:nvSpPr>
          <p:spPr>
            <a:xfrm>
              <a:off x="1430411" y="920937"/>
              <a:ext cx="238848" cy="344710"/>
            </a:xfrm>
            <a:prstGeom prst="rect">
              <a:avLst/>
            </a:prstGeom>
            <a:noFill/>
          </p:spPr>
          <p:txBody>
            <a:bodyPr wrap="none" lIns="0" tIns="0" rIns="0" bIns="0" rtlCol="0">
              <a:spAutoFit/>
            </a:bodyPr>
            <a:lstStyle/>
            <a:p>
              <a:pPr>
                <a:lnSpc>
                  <a:spcPct val="80000"/>
                </a:lnSpc>
              </a:pPr>
              <a:r>
                <a:rPr lang="en-US" altLang="zh-CN"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82" name="组合 181">
            <a:extLst>
              <a:ext uri="{FF2B5EF4-FFF2-40B4-BE49-F238E27FC236}">
                <a16:creationId xmlns:a16="http://schemas.microsoft.com/office/drawing/2014/main" id="{0146A79E-5EB8-4F2C-9469-F025615F008F}"/>
              </a:ext>
            </a:extLst>
          </p:cNvPr>
          <p:cNvGrpSpPr/>
          <p:nvPr/>
        </p:nvGrpSpPr>
        <p:grpSpPr>
          <a:xfrm rot="20805452">
            <a:off x="9021137" y="1058681"/>
            <a:ext cx="641558" cy="400165"/>
            <a:chOff x="1002630" y="859582"/>
            <a:chExt cx="641558" cy="400165"/>
          </a:xfrm>
        </p:grpSpPr>
        <p:sp>
          <p:nvSpPr>
            <p:cNvPr id="183" name="文本框 182">
              <a:extLst>
                <a:ext uri="{FF2B5EF4-FFF2-40B4-BE49-F238E27FC236}">
                  <a16:creationId xmlns:a16="http://schemas.microsoft.com/office/drawing/2014/main" id="{82B7B826-86BE-4154-99DB-7764A3254756}"/>
                </a:ext>
              </a:extLst>
            </p:cNvPr>
            <p:cNvSpPr txBox="1"/>
            <p:nvPr/>
          </p:nvSpPr>
          <p:spPr>
            <a:xfrm>
              <a:off x="1002630" y="859582"/>
              <a:ext cx="453970" cy="369332"/>
            </a:xfrm>
            <a:prstGeom prst="rect">
              <a:avLst/>
            </a:prstGeom>
            <a:noFill/>
          </p:spPr>
          <p:txBody>
            <a:bodyPr wrap="none" rtlCol="0">
              <a:spAutoFit/>
            </a:bodyPr>
            <a:lstStyle/>
            <a:p>
              <a:r>
                <a:rPr lang="en-US" altLang="zh-CN"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N3</a:t>
              </a:r>
              <a:endParaRPr lang="zh-CN" altLang="en-US"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4" name="文本框 183">
              <a:extLst>
                <a:ext uri="{FF2B5EF4-FFF2-40B4-BE49-F238E27FC236}">
                  <a16:creationId xmlns:a16="http://schemas.microsoft.com/office/drawing/2014/main" id="{C4B4F48D-DAB4-4BF6-B4BF-E1BABCD869B1}"/>
                </a:ext>
              </a:extLst>
            </p:cNvPr>
            <p:cNvSpPr txBox="1"/>
            <p:nvPr/>
          </p:nvSpPr>
          <p:spPr>
            <a:xfrm>
              <a:off x="1405340" y="915037"/>
              <a:ext cx="238848" cy="344710"/>
            </a:xfrm>
            <a:prstGeom prst="rect">
              <a:avLst/>
            </a:prstGeom>
            <a:noFill/>
          </p:spPr>
          <p:txBody>
            <a:bodyPr wrap="none" lIns="0" tIns="0" rIns="0" bIns="0" rtlCol="0">
              <a:spAutoFit/>
            </a:bodyPr>
            <a:lstStyle/>
            <a:p>
              <a:pPr>
                <a:lnSpc>
                  <a:spcPct val="80000"/>
                </a:lnSpc>
              </a:pPr>
              <a:r>
                <a:rPr lang="en-US" altLang="zh-CN"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85" name="组合 184">
            <a:extLst>
              <a:ext uri="{FF2B5EF4-FFF2-40B4-BE49-F238E27FC236}">
                <a16:creationId xmlns:a16="http://schemas.microsoft.com/office/drawing/2014/main" id="{3F2132CC-0DCE-4B18-A9CD-EBDDA50293AF}"/>
              </a:ext>
            </a:extLst>
          </p:cNvPr>
          <p:cNvGrpSpPr/>
          <p:nvPr/>
        </p:nvGrpSpPr>
        <p:grpSpPr>
          <a:xfrm rot="1229715">
            <a:off x="6525825" y="1047363"/>
            <a:ext cx="613901" cy="390347"/>
            <a:chOff x="971934" y="887021"/>
            <a:chExt cx="613901" cy="390347"/>
          </a:xfrm>
        </p:grpSpPr>
        <p:sp>
          <p:nvSpPr>
            <p:cNvPr id="186" name="文本框 185">
              <a:extLst>
                <a:ext uri="{FF2B5EF4-FFF2-40B4-BE49-F238E27FC236}">
                  <a16:creationId xmlns:a16="http://schemas.microsoft.com/office/drawing/2014/main" id="{923EF3E4-2B80-4D13-85C6-243BDE70FA0A}"/>
                </a:ext>
              </a:extLst>
            </p:cNvPr>
            <p:cNvSpPr txBox="1"/>
            <p:nvPr/>
          </p:nvSpPr>
          <p:spPr>
            <a:xfrm>
              <a:off x="1131865" y="887021"/>
              <a:ext cx="453970" cy="369332"/>
            </a:xfrm>
            <a:prstGeom prst="rect">
              <a:avLst/>
            </a:prstGeom>
            <a:noFill/>
          </p:spPr>
          <p:txBody>
            <a:bodyPr wrap="none" rtlCol="0">
              <a:spAutoFit/>
            </a:bodyPr>
            <a:lstStyle/>
            <a:p>
              <a:r>
                <a:rPr lang="en-US" altLang="zh-CN"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N3</a:t>
              </a:r>
              <a:endParaRPr lang="zh-CN" altLang="en-US"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7" name="文本框 186">
              <a:extLst>
                <a:ext uri="{FF2B5EF4-FFF2-40B4-BE49-F238E27FC236}">
                  <a16:creationId xmlns:a16="http://schemas.microsoft.com/office/drawing/2014/main" id="{DA734AB3-07F2-4C64-8C24-8D59F09CD379}"/>
                </a:ext>
              </a:extLst>
            </p:cNvPr>
            <p:cNvSpPr txBox="1"/>
            <p:nvPr/>
          </p:nvSpPr>
          <p:spPr>
            <a:xfrm>
              <a:off x="971934" y="932658"/>
              <a:ext cx="238848" cy="344710"/>
            </a:xfrm>
            <a:prstGeom prst="rect">
              <a:avLst/>
            </a:prstGeom>
            <a:noFill/>
          </p:spPr>
          <p:txBody>
            <a:bodyPr wrap="none" lIns="0" tIns="0" rIns="0" bIns="0" rtlCol="0">
              <a:spAutoFit/>
            </a:bodyPr>
            <a:lstStyle/>
            <a:p>
              <a:pPr>
                <a:lnSpc>
                  <a:spcPct val="80000"/>
                </a:lnSpc>
              </a:pPr>
              <a:r>
                <a:rPr lang="en-US" altLang="zh-CN"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88" name="组合 187">
            <a:extLst>
              <a:ext uri="{FF2B5EF4-FFF2-40B4-BE49-F238E27FC236}">
                <a16:creationId xmlns:a16="http://schemas.microsoft.com/office/drawing/2014/main" id="{84EC85E1-B7A6-47F8-86A1-D5009790744B}"/>
              </a:ext>
            </a:extLst>
          </p:cNvPr>
          <p:cNvGrpSpPr/>
          <p:nvPr/>
        </p:nvGrpSpPr>
        <p:grpSpPr>
          <a:xfrm rot="20224181">
            <a:off x="8009084" y="440262"/>
            <a:ext cx="666629" cy="406066"/>
            <a:chOff x="1002630" y="859582"/>
            <a:chExt cx="666629" cy="406066"/>
          </a:xfrm>
        </p:grpSpPr>
        <p:sp>
          <p:nvSpPr>
            <p:cNvPr id="189" name="文本框 188">
              <a:extLst>
                <a:ext uri="{FF2B5EF4-FFF2-40B4-BE49-F238E27FC236}">
                  <a16:creationId xmlns:a16="http://schemas.microsoft.com/office/drawing/2014/main" id="{E11C7CFC-4EFD-4753-848F-F226C64FE43D}"/>
                </a:ext>
              </a:extLst>
            </p:cNvPr>
            <p:cNvSpPr txBox="1"/>
            <p:nvPr/>
          </p:nvSpPr>
          <p:spPr>
            <a:xfrm>
              <a:off x="1002630" y="859582"/>
              <a:ext cx="453970" cy="369332"/>
            </a:xfrm>
            <a:prstGeom prst="rect">
              <a:avLst/>
            </a:prstGeom>
            <a:noFill/>
          </p:spPr>
          <p:txBody>
            <a:bodyPr wrap="none" rtlCol="0">
              <a:spAutoFit/>
            </a:bodyPr>
            <a:lstStyle/>
            <a:p>
              <a:r>
                <a:rPr lang="en-US" altLang="zh-CN"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N2</a:t>
              </a:r>
              <a:endParaRPr lang="zh-CN" altLang="en-US"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90" name="文本框 189">
              <a:extLst>
                <a:ext uri="{FF2B5EF4-FFF2-40B4-BE49-F238E27FC236}">
                  <a16:creationId xmlns:a16="http://schemas.microsoft.com/office/drawing/2014/main" id="{7297C9FE-59E6-4FB5-8D53-3D93B97BA064}"/>
                </a:ext>
              </a:extLst>
            </p:cNvPr>
            <p:cNvSpPr txBox="1"/>
            <p:nvPr/>
          </p:nvSpPr>
          <p:spPr>
            <a:xfrm>
              <a:off x="1430411" y="920938"/>
              <a:ext cx="238848" cy="344710"/>
            </a:xfrm>
            <a:prstGeom prst="rect">
              <a:avLst/>
            </a:prstGeom>
            <a:noFill/>
          </p:spPr>
          <p:txBody>
            <a:bodyPr wrap="none" lIns="0" tIns="0" rIns="0" bIns="0" rtlCol="0">
              <a:spAutoFit/>
            </a:bodyPr>
            <a:lstStyle/>
            <a:p>
              <a:pPr>
                <a:lnSpc>
                  <a:spcPct val="80000"/>
                </a:lnSpc>
              </a:pPr>
              <a:r>
                <a:rPr lang="en-US" altLang="zh-CN" sz="2800"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191" name="组合 190">
            <a:extLst>
              <a:ext uri="{FF2B5EF4-FFF2-40B4-BE49-F238E27FC236}">
                <a16:creationId xmlns:a16="http://schemas.microsoft.com/office/drawing/2014/main" id="{793D076E-874D-461F-A83B-278623BAC3C5}"/>
              </a:ext>
            </a:extLst>
          </p:cNvPr>
          <p:cNvGrpSpPr/>
          <p:nvPr/>
        </p:nvGrpSpPr>
        <p:grpSpPr>
          <a:xfrm rot="3216418">
            <a:off x="7023911" y="1539284"/>
            <a:ext cx="614861" cy="416196"/>
            <a:chOff x="1131865" y="887021"/>
            <a:chExt cx="614861" cy="416196"/>
          </a:xfrm>
        </p:grpSpPr>
        <p:sp>
          <p:nvSpPr>
            <p:cNvPr id="192" name="文本框 191">
              <a:extLst>
                <a:ext uri="{FF2B5EF4-FFF2-40B4-BE49-F238E27FC236}">
                  <a16:creationId xmlns:a16="http://schemas.microsoft.com/office/drawing/2014/main" id="{CA4D7A88-142A-4F70-933C-B5A4F8B8F170}"/>
                </a:ext>
              </a:extLst>
            </p:cNvPr>
            <p:cNvSpPr txBox="1"/>
            <p:nvPr/>
          </p:nvSpPr>
          <p:spPr>
            <a:xfrm>
              <a:off x="1131865" y="887021"/>
              <a:ext cx="453970" cy="369332"/>
            </a:xfrm>
            <a:prstGeom prst="rect">
              <a:avLst/>
            </a:prstGeom>
            <a:noFill/>
          </p:spPr>
          <p:txBody>
            <a:bodyPr wrap="none" rtlCol="0">
              <a:spAutoFit/>
            </a:bodyPr>
            <a:lstStyle/>
            <a:p>
              <a:r>
                <a:rPr lang="en-US" altLang="zh-CN"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N2</a:t>
              </a:r>
              <a:endParaRPr lang="zh-CN" altLang="en-US"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93" name="文本框 192">
              <a:extLst>
                <a:ext uri="{FF2B5EF4-FFF2-40B4-BE49-F238E27FC236}">
                  <a16:creationId xmlns:a16="http://schemas.microsoft.com/office/drawing/2014/main" id="{FD26E6FE-3FDA-4112-91F9-ABCE59A68B21}"/>
                </a:ext>
              </a:extLst>
            </p:cNvPr>
            <p:cNvSpPr txBox="1"/>
            <p:nvPr/>
          </p:nvSpPr>
          <p:spPr>
            <a:xfrm>
              <a:off x="1507878" y="958507"/>
              <a:ext cx="238848" cy="344710"/>
            </a:xfrm>
            <a:prstGeom prst="rect">
              <a:avLst/>
            </a:prstGeom>
            <a:noFill/>
          </p:spPr>
          <p:txBody>
            <a:bodyPr wrap="none" lIns="0" tIns="0" rIns="0" bIns="0" rtlCol="0">
              <a:spAutoFit/>
            </a:bodyPr>
            <a:lstStyle/>
            <a:p>
              <a:pPr>
                <a:lnSpc>
                  <a:spcPct val="80000"/>
                </a:lnSpc>
              </a:pPr>
              <a:r>
                <a:rPr lang="en-US" altLang="zh-CN"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a:t>
              </a:r>
              <a:endParaRPr lang="zh-CN" altLang="en-US" sz="2800" i="1" dirty="0">
                <a:solidFill>
                  <a:srgbClr val="E26714"/>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5" name="文本框 4">
            <a:extLst>
              <a:ext uri="{FF2B5EF4-FFF2-40B4-BE49-F238E27FC236}">
                <a16:creationId xmlns:a16="http://schemas.microsoft.com/office/drawing/2014/main" id="{7A1F4C91-207E-48A4-8538-A3B8DD49AC5E}"/>
              </a:ext>
            </a:extLst>
          </p:cNvPr>
          <p:cNvSpPr txBox="1"/>
          <p:nvPr/>
        </p:nvSpPr>
        <p:spPr>
          <a:xfrm>
            <a:off x="6724926" y="3289138"/>
            <a:ext cx="1800493" cy="369332"/>
          </a:xfrm>
          <a:prstGeom prst="rect">
            <a:avLst/>
          </a:prstGeom>
          <a:noFill/>
        </p:spPr>
        <p:txBody>
          <a:bodyPr wrap="none" rtlCol="0">
            <a:spAutoFit/>
          </a:bodyPr>
          <a:lstStyle/>
          <a:p>
            <a:r>
              <a:rPr lang="zh-CN" altLang="en-US" b="1" dirty="0">
                <a:solidFill>
                  <a:srgbClr val="C00000"/>
                </a:solidFill>
              </a:rPr>
              <a:t>深度优先序列：</a:t>
            </a:r>
          </a:p>
        </p:txBody>
      </p:sp>
      <p:sp>
        <p:nvSpPr>
          <p:cNvPr id="6" name="文本框 5">
            <a:extLst>
              <a:ext uri="{FF2B5EF4-FFF2-40B4-BE49-F238E27FC236}">
                <a16:creationId xmlns:a16="http://schemas.microsoft.com/office/drawing/2014/main" id="{691BE7F0-75B4-4405-BF71-AF9F9094CD7D}"/>
              </a:ext>
            </a:extLst>
          </p:cNvPr>
          <p:cNvSpPr txBox="1"/>
          <p:nvPr/>
        </p:nvSpPr>
        <p:spPr>
          <a:xfrm>
            <a:off x="7985040" y="800603"/>
            <a:ext cx="230832"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1</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194" name="文本框 193">
            <a:extLst>
              <a:ext uri="{FF2B5EF4-FFF2-40B4-BE49-F238E27FC236}">
                <a16:creationId xmlns:a16="http://schemas.microsoft.com/office/drawing/2014/main" id="{D83FE049-1177-4A80-B82F-EAECF7C7768E}"/>
              </a:ext>
            </a:extLst>
          </p:cNvPr>
          <p:cNvSpPr txBox="1"/>
          <p:nvPr/>
        </p:nvSpPr>
        <p:spPr>
          <a:xfrm>
            <a:off x="7116458" y="1203163"/>
            <a:ext cx="230832"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2</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195" name="文本框 194">
            <a:extLst>
              <a:ext uri="{FF2B5EF4-FFF2-40B4-BE49-F238E27FC236}">
                <a16:creationId xmlns:a16="http://schemas.microsoft.com/office/drawing/2014/main" id="{A0546133-C344-46FF-8188-D4C9120E3207}"/>
              </a:ext>
            </a:extLst>
          </p:cNvPr>
          <p:cNvSpPr txBox="1"/>
          <p:nvPr/>
        </p:nvSpPr>
        <p:spPr>
          <a:xfrm>
            <a:off x="8881423" y="1208956"/>
            <a:ext cx="230832"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3</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196" name="文本框 195">
            <a:extLst>
              <a:ext uri="{FF2B5EF4-FFF2-40B4-BE49-F238E27FC236}">
                <a16:creationId xmlns:a16="http://schemas.microsoft.com/office/drawing/2014/main" id="{E165B367-DF1F-478B-86DD-8F3D5A7994C5}"/>
              </a:ext>
            </a:extLst>
          </p:cNvPr>
          <p:cNvSpPr txBox="1"/>
          <p:nvPr/>
        </p:nvSpPr>
        <p:spPr>
          <a:xfrm>
            <a:off x="6611980" y="1861253"/>
            <a:ext cx="230832"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4</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197" name="文本框 196">
            <a:extLst>
              <a:ext uri="{FF2B5EF4-FFF2-40B4-BE49-F238E27FC236}">
                <a16:creationId xmlns:a16="http://schemas.microsoft.com/office/drawing/2014/main" id="{037873F6-A4B3-4258-8A09-8FCC260E6656}"/>
              </a:ext>
            </a:extLst>
          </p:cNvPr>
          <p:cNvSpPr txBox="1"/>
          <p:nvPr/>
        </p:nvSpPr>
        <p:spPr>
          <a:xfrm>
            <a:off x="7530991" y="1862091"/>
            <a:ext cx="230832"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5</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198" name="文本框 197">
            <a:extLst>
              <a:ext uri="{FF2B5EF4-FFF2-40B4-BE49-F238E27FC236}">
                <a16:creationId xmlns:a16="http://schemas.microsoft.com/office/drawing/2014/main" id="{2BD3F173-664D-46B3-8C2A-EB020565367B}"/>
              </a:ext>
            </a:extLst>
          </p:cNvPr>
          <p:cNvSpPr txBox="1"/>
          <p:nvPr/>
        </p:nvSpPr>
        <p:spPr>
          <a:xfrm>
            <a:off x="8421389" y="1867325"/>
            <a:ext cx="230832"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6</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199" name="文本框 198">
            <a:extLst>
              <a:ext uri="{FF2B5EF4-FFF2-40B4-BE49-F238E27FC236}">
                <a16:creationId xmlns:a16="http://schemas.microsoft.com/office/drawing/2014/main" id="{0D545468-836E-4395-A055-9C2799EF67E0}"/>
              </a:ext>
            </a:extLst>
          </p:cNvPr>
          <p:cNvSpPr txBox="1"/>
          <p:nvPr/>
        </p:nvSpPr>
        <p:spPr>
          <a:xfrm>
            <a:off x="9320816" y="1869360"/>
            <a:ext cx="230832"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7</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200" name="文本框 199">
            <a:extLst>
              <a:ext uri="{FF2B5EF4-FFF2-40B4-BE49-F238E27FC236}">
                <a16:creationId xmlns:a16="http://schemas.microsoft.com/office/drawing/2014/main" id="{EB22F38A-3C96-4ADD-9D99-CD8E307198D3}"/>
              </a:ext>
            </a:extLst>
          </p:cNvPr>
          <p:cNvSpPr txBox="1"/>
          <p:nvPr/>
        </p:nvSpPr>
        <p:spPr>
          <a:xfrm>
            <a:off x="7709121" y="2689974"/>
            <a:ext cx="230832" cy="276999"/>
          </a:xfrm>
          <a:prstGeom prst="rect">
            <a:avLst/>
          </a:prstGeom>
          <a:noFill/>
        </p:spPr>
        <p:txBody>
          <a:bodyPr wrap="none" lIns="0" tIns="0" rIns="0" bIns="0" rtlCol="0">
            <a:spAutoFit/>
          </a:bodyPr>
          <a:lstStyle/>
          <a:p>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8</a:t>
            </a:r>
            <a:endParaRPr lang="zh-CN" altLang="en-US" b="1" baseline="-25000" dirty="0">
              <a:solidFill>
                <a:srgbClr val="C00000"/>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CB2EBA5C-B771-4CFB-AC49-4238B9252646}"/>
              </a:ext>
            </a:extLst>
          </p:cNvPr>
          <p:cNvSpPr txBox="1"/>
          <p:nvPr/>
        </p:nvSpPr>
        <p:spPr>
          <a:xfrm>
            <a:off x="492313" y="764341"/>
            <a:ext cx="5455466" cy="3139321"/>
          </a:xfrm>
          <a:prstGeom prst="rect">
            <a:avLst/>
          </a:prstGeom>
          <a:noFill/>
        </p:spPr>
        <p:txBody>
          <a:bodyPr wrap="square" rtlCol="0">
            <a:spAutoFit/>
          </a:bodyPr>
          <a:lstStyle/>
          <a:p>
            <a:pPr algn="just"/>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7.5 </a:t>
            </a:r>
            <a:r>
              <a:rPr lang="zh-CN" altLang="en-US" b="1" dirty="0"/>
              <a:t>的</a:t>
            </a:r>
            <a:r>
              <a:rPr lang="en-US" altLang="zh-CN" b="1" dirty="0">
                <a:solidFill>
                  <a:srgbClr val="C00000"/>
                </a:solidFill>
                <a:effectLst>
                  <a:outerShdw blurRad="38100" dist="38100" dir="2700000" algn="tl">
                    <a:srgbClr val="000000">
                      <a:alpha val="43137"/>
                    </a:srgbClr>
                  </a:outerShdw>
                </a:effectLst>
              </a:rPr>
              <a:t>DFS</a:t>
            </a:r>
            <a:r>
              <a:rPr lang="zh-CN" altLang="en-US" b="1" dirty="0">
                <a:effectLst>
                  <a:outerShdw blurRad="38100" dist="38100" dir="2700000" algn="tl">
                    <a:srgbClr val="000000">
                      <a:alpha val="43137"/>
                    </a:srgbClr>
                  </a:outerShdw>
                </a:effectLst>
              </a:rPr>
              <a:t>函数</a:t>
            </a:r>
            <a:r>
              <a:rPr lang="zh-CN" altLang="en-US" b="1" dirty="0"/>
              <a:t>递归地深度优先搜索遍历图</a:t>
            </a:r>
            <a:r>
              <a:rPr lang="en-US" altLang="zh-CN" b="1" dirty="0"/>
              <a:t>G</a:t>
            </a:r>
            <a:r>
              <a:rPr lang="zh-CN" altLang="en-US" b="1" dirty="0"/>
              <a:t>的一个连通子图。</a:t>
            </a:r>
            <a:endParaRPr lang="en-US" altLang="zh-CN" b="1" dirty="0"/>
          </a:p>
          <a:p>
            <a:pPr algn="just"/>
            <a:r>
              <a:rPr lang="zh-CN" altLang="en-US" b="1" dirty="0"/>
              <a:t>图</a:t>
            </a:r>
            <a:r>
              <a:rPr lang="en-US" altLang="zh-CN" b="1" dirty="0"/>
              <a:t>G</a:t>
            </a:r>
            <a:r>
              <a:rPr lang="zh-CN" altLang="en-US" b="1" dirty="0"/>
              <a:t>内设标记数组，对访问的结点打“</a:t>
            </a:r>
            <a:r>
              <a:rPr lang="en-US" altLang="zh-CN" b="1" dirty="0">
                <a:solidFill>
                  <a:srgbClr val="0070C0"/>
                </a:solidFill>
              </a:rPr>
              <a:t>Visited</a:t>
            </a:r>
            <a:r>
              <a:rPr lang="zh-CN" altLang="en-US" b="1" dirty="0"/>
              <a:t>”标记，以区分顶点访问与否？</a:t>
            </a:r>
            <a:endParaRPr lang="en-US" altLang="zh-CN" b="1" dirty="0"/>
          </a:p>
          <a:p>
            <a:pPr algn="just"/>
            <a:r>
              <a:rPr lang="en-US" altLang="zh-CN" sz="1800" b="1" dirty="0" err="1">
                <a:latin typeface="Courier New" panose="02070309020205020404" pitchFamily="49" charset="0"/>
                <a:cs typeface="Courier New" panose="02070309020205020404" pitchFamily="49" charset="0"/>
              </a:rPr>
              <a:t>FirstAdjVex</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G,v</a:t>
            </a:r>
            <a:r>
              <a:rPr lang="en-US" altLang="zh-CN" sz="1800" b="1" dirty="0">
                <a:latin typeface="Courier New" panose="02070309020205020404" pitchFamily="49" charset="0"/>
                <a:cs typeface="Courier New" panose="02070309020205020404" pitchFamily="49" charset="0"/>
              </a:rPr>
              <a:t>)</a:t>
            </a:r>
            <a:r>
              <a:rPr lang="zh-CN" altLang="en-US" sz="1800" b="1" dirty="0">
                <a:latin typeface="Courier New" panose="02070309020205020404" pitchFamily="49" charset="0"/>
                <a:cs typeface="Courier New" panose="02070309020205020404" pitchFamily="49" charset="0"/>
              </a:rPr>
              <a:t>和</a:t>
            </a:r>
            <a:r>
              <a:rPr lang="en-US" altLang="zh-CN" sz="1800" b="1" dirty="0" err="1">
                <a:latin typeface="Courier New" panose="02070309020205020404" pitchFamily="49" charset="0"/>
                <a:cs typeface="Courier New" panose="02070309020205020404" pitchFamily="49" charset="0"/>
              </a:rPr>
              <a:t>NextAdjVex</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G,v</a:t>
            </a:r>
            <a:r>
              <a:rPr lang="en-US" altLang="zh-CN" sz="1800" b="1" dirty="0">
                <a:latin typeface="Courier New" panose="02070309020205020404" pitchFamily="49" charset="0"/>
                <a:cs typeface="Courier New" panose="02070309020205020404" pitchFamily="49" charset="0"/>
              </a:rPr>
              <a:t>)</a:t>
            </a:r>
            <a:r>
              <a:rPr lang="zh-CN" altLang="en-US" sz="1800" b="1" dirty="0">
                <a:latin typeface="Courier New" panose="02070309020205020404" pitchFamily="49" charset="0"/>
                <a:cs typeface="Courier New" panose="02070309020205020404" pitchFamily="49" charset="0"/>
              </a:rPr>
              <a:t>这对迭代操作，帮助依次获取</a:t>
            </a:r>
            <a:r>
              <a:rPr lang="en-US" altLang="zh-CN"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顶点的每个邻接顶点。</a:t>
            </a:r>
            <a:endParaRPr lang="en-US" altLang="zh-CN" sz="1800" b="1" dirty="0">
              <a:latin typeface="Courier New" panose="02070309020205020404" pitchFamily="49" charset="0"/>
              <a:cs typeface="Courier New" panose="02070309020205020404" pitchFamily="49" charset="0"/>
            </a:endParaRPr>
          </a:p>
          <a:p>
            <a:pPr algn="just"/>
            <a:r>
              <a:rPr lang="zh-CN" altLang="en-US" b="1" dirty="0">
                <a:latin typeface="Courier New" panose="02070309020205020404" pitchFamily="49" charset="0"/>
                <a:cs typeface="Courier New" panose="02070309020205020404" pitchFamily="49" charset="0"/>
              </a:rPr>
              <a:t>下面结合示例，讲解演示对连通的无向图图</a:t>
            </a:r>
            <a:r>
              <a:rPr lang="en-US" altLang="zh-CN" b="1" dirty="0">
                <a:latin typeface="Courier New" panose="02070309020205020404" pitchFamily="49" charset="0"/>
                <a:cs typeface="Courier New" panose="02070309020205020404" pitchFamily="49" charset="0"/>
              </a:rPr>
              <a:t>G</a:t>
            </a:r>
            <a:r>
              <a:rPr lang="zh-CN" altLang="en-US" b="1" dirty="0">
                <a:latin typeface="Courier New" panose="02070309020205020404" pitchFamily="49" charset="0"/>
                <a:cs typeface="Courier New" panose="02070309020205020404" pitchFamily="49" charset="0"/>
              </a:rPr>
              <a:t>进行递归地深度优先搜索遍历的过程。</a:t>
            </a:r>
            <a:endParaRPr lang="en-US" altLang="zh-CN" b="1" dirty="0">
              <a:latin typeface="Courier New" panose="02070309020205020404" pitchFamily="49" charset="0"/>
              <a:cs typeface="Courier New" panose="02070309020205020404" pitchFamily="49" charset="0"/>
            </a:endParaRPr>
          </a:p>
          <a:p>
            <a:pPr algn="just"/>
            <a:r>
              <a:rPr lang="zh-CN" altLang="en-US" b="1" dirty="0">
                <a:solidFill>
                  <a:srgbClr val="C00000"/>
                </a:solidFill>
                <a:latin typeface="Courier New" panose="02070309020205020404" pitchFamily="49" charset="0"/>
                <a:cs typeface="Courier New" panose="02070309020205020404" pitchFamily="49" charset="0"/>
              </a:rPr>
              <a:t>提示</a:t>
            </a:r>
            <a:r>
              <a:rPr lang="zh-CN" altLang="en-US" b="1" dirty="0">
                <a:latin typeface="Courier New" panose="02070309020205020404" pitchFamily="49" charset="0"/>
                <a:cs typeface="Courier New" panose="02070309020205020404" pitchFamily="49" charset="0"/>
              </a:rPr>
              <a:t>：形式上算法与具体存储结构无关，但从迭代操作获得的邻接顶点的次序实际上与存储结构以及顶点的边（弧）的相对存储位置有关。</a:t>
            </a:r>
            <a:endParaRPr lang="zh-CN" altLang="en-US" b="1" dirty="0"/>
          </a:p>
        </p:txBody>
      </p:sp>
      <p:sp>
        <p:nvSpPr>
          <p:cNvPr id="8" name="文本框 7">
            <a:extLst>
              <a:ext uri="{FF2B5EF4-FFF2-40B4-BE49-F238E27FC236}">
                <a16:creationId xmlns:a16="http://schemas.microsoft.com/office/drawing/2014/main" id="{0EC2D193-8D1C-4CBC-9152-1C3F8935CFA6}"/>
              </a:ext>
            </a:extLst>
          </p:cNvPr>
          <p:cNvSpPr txBox="1"/>
          <p:nvPr/>
        </p:nvSpPr>
        <p:spPr>
          <a:xfrm>
            <a:off x="9901575" y="911183"/>
            <a:ext cx="2031325" cy="646331"/>
          </a:xfrm>
          <a:prstGeom prst="rect">
            <a:avLst/>
          </a:prstGeom>
          <a:noFill/>
        </p:spPr>
        <p:txBody>
          <a:bodyPr wrap="none" rtlCol="0">
            <a:spAutoFit/>
          </a:bodyPr>
          <a:lstStyle/>
          <a:p>
            <a:r>
              <a:rPr lang="zh-CN" altLang="en-US" b="1" dirty="0">
                <a:solidFill>
                  <a:srgbClr val="00B0F0"/>
                </a:solidFill>
              </a:rPr>
              <a:t>演示中用颜色代表</a:t>
            </a:r>
            <a:endParaRPr lang="en-US" altLang="zh-CN" b="1" dirty="0">
              <a:solidFill>
                <a:srgbClr val="00B0F0"/>
              </a:solidFill>
            </a:endParaRPr>
          </a:p>
          <a:p>
            <a:r>
              <a:rPr lang="zh-CN" altLang="en-US" b="1" dirty="0">
                <a:solidFill>
                  <a:srgbClr val="00B0F0"/>
                </a:solidFill>
              </a:rPr>
              <a:t>访问标记的变化：</a:t>
            </a:r>
          </a:p>
        </p:txBody>
      </p:sp>
      <p:sp>
        <p:nvSpPr>
          <p:cNvPr id="201" name="矩形: 圆角 200">
            <a:extLst>
              <a:ext uri="{FF2B5EF4-FFF2-40B4-BE49-F238E27FC236}">
                <a16:creationId xmlns:a16="http://schemas.microsoft.com/office/drawing/2014/main" id="{6128DCA6-71AA-4176-951C-C0260F9DE1DE}"/>
              </a:ext>
            </a:extLst>
          </p:cNvPr>
          <p:cNvSpPr/>
          <p:nvPr/>
        </p:nvSpPr>
        <p:spPr>
          <a:xfrm>
            <a:off x="1413723" y="277332"/>
            <a:ext cx="4125771" cy="396978"/>
          </a:xfrm>
          <a:prstGeom prst="roundRect">
            <a:avLst/>
          </a:prstGeom>
          <a:solidFill>
            <a:schemeClr val="tx2">
              <a:lumMod val="10000"/>
              <a:lumOff val="9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n>
                  <a:solidFill>
                    <a:srgbClr val="002060"/>
                  </a:solidFill>
                </a:ln>
                <a:solidFill>
                  <a:srgbClr val="C00000"/>
                </a:solidFill>
              </a:rPr>
              <a:t>算法</a:t>
            </a:r>
            <a:r>
              <a:rPr lang="en-US" altLang="zh-CN" sz="2000" b="1" dirty="0">
                <a:ln>
                  <a:solidFill>
                    <a:srgbClr val="002060"/>
                  </a:solidFill>
                </a:ln>
                <a:solidFill>
                  <a:srgbClr val="C00000"/>
                </a:solidFill>
              </a:rPr>
              <a:t>7.5  </a:t>
            </a:r>
            <a:r>
              <a:rPr lang="zh-CN" altLang="en-US" sz="2000" b="1" dirty="0">
                <a:ln>
                  <a:solidFill>
                    <a:srgbClr val="002060"/>
                  </a:solidFill>
                </a:ln>
                <a:solidFill>
                  <a:srgbClr val="0070C0"/>
                </a:solidFill>
              </a:rPr>
              <a:t>无向图的深度优先遍历</a:t>
            </a:r>
          </a:p>
        </p:txBody>
      </p:sp>
    </p:spTree>
    <p:extLst>
      <p:ext uri="{BB962C8B-B14F-4D97-AF65-F5344CB8AC3E}">
        <p14:creationId xmlns:p14="http://schemas.microsoft.com/office/powerpoint/2010/main" val="995147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up)">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up)">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up)">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up)">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up)">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left)">
                                      <p:cBhvr>
                                        <p:cTn id="38" dur="500"/>
                                        <p:tgtEl>
                                          <p:spTgt spid="29"/>
                                        </p:tgtEl>
                                      </p:cBhvr>
                                    </p:animEffect>
                                  </p:childTnLst>
                                </p:cTn>
                              </p:par>
                            </p:childTnLst>
                          </p:cTn>
                        </p:par>
                        <p:par>
                          <p:cTn id="39" fill="hold">
                            <p:stCondLst>
                              <p:cond delay="1500"/>
                            </p:stCondLst>
                            <p:childTnLst>
                              <p:par>
                                <p:cTn id="40" presetID="22" presetClass="entr" presetSubtype="8" fill="hold" nodeType="afterEffect">
                                  <p:stCondLst>
                                    <p:cond delay="0"/>
                                  </p:stCondLst>
                                  <p:childTnLst>
                                    <p:set>
                                      <p:cBhvr>
                                        <p:cTn id="41" dur="1" fill="hold">
                                          <p:stCondLst>
                                            <p:cond delay="0"/>
                                          </p:stCondLst>
                                        </p:cTn>
                                        <p:tgtEl>
                                          <p:spTgt spid="76"/>
                                        </p:tgtEl>
                                        <p:attrNameLst>
                                          <p:attrName>style.visibility</p:attrName>
                                        </p:attrNameLst>
                                      </p:cBhvr>
                                      <p:to>
                                        <p:strVal val="visible"/>
                                      </p:to>
                                    </p:set>
                                    <p:animEffect transition="in" filter="wipe(left)">
                                      <p:cBhvr>
                                        <p:cTn id="42" dur="500"/>
                                        <p:tgtEl>
                                          <p:spTgt spid="76"/>
                                        </p:tgtEl>
                                      </p:cBhvr>
                                    </p:animEffect>
                                  </p:childTnLst>
                                </p:cTn>
                              </p:par>
                            </p:childTnLst>
                          </p:cTn>
                        </p:par>
                        <p:par>
                          <p:cTn id="43" fill="hold">
                            <p:stCondLst>
                              <p:cond delay="2000"/>
                            </p:stCondLst>
                            <p:childTnLst>
                              <p:par>
                                <p:cTn id="44" presetID="22" presetClass="entr" presetSubtype="8" fill="hold" grpId="0"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left)">
                                      <p:cBhvr>
                                        <p:cTn id="46" dur="500"/>
                                        <p:tgtEl>
                                          <p:spTgt spid="5"/>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59"/>
                                        </p:tgtEl>
                                        <p:attrNameLst>
                                          <p:attrName>style.visibility</p:attrName>
                                        </p:attrNameLst>
                                      </p:cBhvr>
                                      <p:to>
                                        <p:strVal val="visible"/>
                                      </p:to>
                                    </p:set>
                                    <p:animEffect transition="in" filter="fade">
                                      <p:cBhvr>
                                        <p:cTn id="51" dur="1000"/>
                                        <p:tgtEl>
                                          <p:spTgt spid="59"/>
                                        </p:tgtEl>
                                      </p:cBhvr>
                                    </p:animEffect>
                                    <p:anim calcmode="lin" valueType="num">
                                      <p:cBhvr>
                                        <p:cTn id="52" dur="1000" fill="hold"/>
                                        <p:tgtEl>
                                          <p:spTgt spid="59"/>
                                        </p:tgtEl>
                                        <p:attrNameLst>
                                          <p:attrName>ppt_x</p:attrName>
                                        </p:attrNameLst>
                                      </p:cBhvr>
                                      <p:tavLst>
                                        <p:tav tm="0">
                                          <p:val>
                                            <p:strVal val="#ppt_x"/>
                                          </p:val>
                                        </p:tav>
                                        <p:tav tm="100000">
                                          <p:val>
                                            <p:strVal val="#ppt_x"/>
                                          </p:val>
                                        </p:tav>
                                      </p:tavLst>
                                    </p:anim>
                                    <p:anim calcmode="lin" valueType="num">
                                      <p:cBhvr>
                                        <p:cTn id="53" dur="1000" fill="hold"/>
                                        <p:tgtEl>
                                          <p:spTgt spid="59"/>
                                        </p:tgtEl>
                                        <p:attrNameLst>
                                          <p:attrName>ppt_y</p:attrName>
                                        </p:attrNameLst>
                                      </p:cBhvr>
                                      <p:tavLst>
                                        <p:tav tm="0">
                                          <p:val>
                                            <p:strVal val="#ppt_y+.1"/>
                                          </p:val>
                                        </p:tav>
                                        <p:tav tm="100000">
                                          <p:val>
                                            <p:strVal val="#ppt_y"/>
                                          </p:val>
                                        </p:tav>
                                      </p:tavLst>
                                    </p:anim>
                                  </p:childTnLst>
                                </p:cTn>
                              </p:par>
                            </p:childTnLst>
                          </p:cTn>
                        </p:par>
                        <p:par>
                          <p:cTn id="54" fill="hold">
                            <p:stCondLst>
                              <p:cond delay="1000"/>
                            </p:stCondLst>
                            <p:childTnLst>
                              <p:par>
                                <p:cTn id="55" presetID="47" presetClass="entr" presetSubtype="0" fill="hold" grpId="0" nodeType="after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fade">
                                      <p:cBhvr>
                                        <p:cTn id="57" dur="2000"/>
                                        <p:tgtEl>
                                          <p:spTgt spid="2"/>
                                        </p:tgtEl>
                                      </p:cBhvr>
                                    </p:animEffect>
                                    <p:anim calcmode="lin" valueType="num">
                                      <p:cBhvr>
                                        <p:cTn id="58" dur="2000" fill="hold"/>
                                        <p:tgtEl>
                                          <p:spTgt spid="2"/>
                                        </p:tgtEl>
                                        <p:attrNameLst>
                                          <p:attrName>ppt_x</p:attrName>
                                        </p:attrNameLst>
                                      </p:cBhvr>
                                      <p:tavLst>
                                        <p:tav tm="0">
                                          <p:val>
                                            <p:strVal val="#ppt_x"/>
                                          </p:val>
                                        </p:tav>
                                        <p:tav tm="100000">
                                          <p:val>
                                            <p:strVal val="#ppt_x"/>
                                          </p:val>
                                        </p:tav>
                                      </p:tavLst>
                                    </p:anim>
                                    <p:anim calcmode="lin" valueType="num">
                                      <p:cBhvr>
                                        <p:cTn id="59" dur="2000" fill="hold"/>
                                        <p:tgtEl>
                                          <p:spTgt spid="2"/>
                                        </p:tgtEl>
                                        <p:attrNameLst>
                                          <p:attrName>ppt_y</p:attrName>
                                        </p:attrNameLst>
                                      </p:cBhvr>
                                      <p:tavLst>
                                        <p:tav tm="0">
                                          <p:val>
                                            <p:strVal val="#ppt_y-.1"/>
                                          </p:val>
                                        </p:tav>
                                        <p:tav tm="100000">
                                          <p:val>
                                            <p:strVal val="#ppt_y"/>
                                          </p:val>
                                        </p:tav>
                                      </p:tavLst>
                                    </p:anim>
                                  </p:childTnLst>
                                </p:cTn>
                              </p:par>
                            </p:childTnLst>
                          </p:cTn>
                        </p:par>
                        <p:par>
                          <p:cTn id="60" fill="hold">
                            <p:stCondLst>
                              <p:cond delay="3000"/>
                            </p:stCondLst>
                            <p:childTnLst>
                              <p:par>
                                <p:cTn id="61" presetID="22" presetClass="entr" presetSubtype="8"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left)">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6" presetClass="emph" presetSubtype="0" autoRev="1" fill="hold" grpId="2" nodeType="clickEffect">
                                  <p:stCondLst>
                                    <p:cond delay="0"/>
                                  </p:stCondLst>
                                  <p:childTnLst>
                                    <p:animScale>
                                      <p:cBhvr>
                                        <p:cTn id="67" dur="500" fill="hold"/>
                                        <p:tgtEl>
                                          <p:spTgt spid="54"/>
                                        </p:tgtEl>
                                      </p:cBhvr>
                                      <p:by x="150000" y="150000"/>
                                    </p:animScale>
                                  </p:childTnLst>
                                </p:cTn>
                              </p:par>
                            </p:childTnLst>
                          </p:cTn>
                        </p:par>
                        <p:par>
                          <p:cTn id="68" fill="hold">
                            <p:stCondLst>
                              <p:cond delay="1000"/>
                            </p:stCondLst>
                            <p:childTnLst>
                              <p:par>
                                <p:cTn id="69" presetID="1" presetClass="emph" presetSubtype="2" fill="hold" nodeType="afterEffect">
                                  <p:stCondLst>
                                    <p:cond delay="0"/>
                                  </p:stCondLst>
                                  <p:childTnLst>
                                    <p:animClr clrSpc="rgb" dir="cw">
                                      <p:cBhvr>
                                        <p:cTn id="70" dur="1000" fill="hold"/>
                                        <p:tgtEl>
                                          <p:spTgt spid="54"/>
                                        </p:tgtEl>
                                        <p:attrNameLst>
                                          <p:attrName>fillcolor</p:attrName>
                                        </p:attrNameLst>
                                      </p:cBhvr>
                                      <p:to>
                                        <a:srgbClr val="FFF2CC"/>
                                      </p:to>
                                    </p:animClr>
                                    <p:set>
                                      <p:cBhvr>
                                        <p:cTn id="71" dur="1000" fill="hold"/>
                                        <p:tgtEl>
                                          <p:spTgt spid="54"/>
                                        </p:tgtEl>
                                        <p:attrNameLst>
                                          <p:attrName>fill.type</p:attrName>
                                        </p:attrNameLst>
                                      </p:cBhvr>
                                      <p:to>
                                        <p:strVal val="solid"/>
                                      </p:to>
                                    </p:set>
                                    <p:set>
                                      <p:cBhvr>
                                        <p:cTn id="72" dur="1000" fill="hold"/>
                                        <p:tgtEl>
                                          <p:spTgt spid="54"/>
                                        </p:tgtEl>
                                        <p:attrNameLst>
                                          <p:attrName>fill.on</p:attrName>
                                        </p:attrNameLst>
                                      </p:cBhvr>
                                      <p:to>
                                        <p:strVal val="true"/>
                                      </p:to>
                                    </p:set>
                                  </p:childTnLst>
                                </p:cTn>
                              </p:par>
                            </p:childTnLst>
                          </p:cTn>
                        </p:par>
                        <p:par>
                          <p:cTn id="73" fill="hold">
                            <p:stCondLst>
                              <p:cond delay="2000"/>
                            </p:stCondLst>
                            <p:childTnLst>
                              <p:par>
                                <p:cTn id="74" presetID="1" presetClass="entr" presetSubtype="0" fill="hold" grpId="0" nodeType="afterEffect">
                                  <p:stCondLst>
                                    <p:cond delay="0"/>
                                  </p:stCondLst>
                                  <p:childTnLst>
                                    <p:set>
                                      <p:cBhvr>
                                        <p:cTn id="75" dur="1" fill="hold">
                                          <p:stCondLst>
                                            <p:cond delay="0"/>
                                          </p:stCondLst>
                                        </p:cTn>
                                        <p:tgtEl>
                                          <p:spTgt spid="6"/>
                                        </p:tgtEl>
                                        <p:attrNameLst>
                                          <p:attrName>style.visibility</p:attrName>
                                        </p:attrNameLst>
                                      </p:cBhvr>
                                      <p:to>
                                        <p:strVal val="visible"/>
                                      </p:to>
                                    </p:set>
                                  </p:childTnLst>
                                </p:cTn>
                              </p:par>
                              <p:par>
                                <p:cTn id="76" presetID="42" presetClass="path" presetSubtype="0" accel="50000" decel="50000" fill="hold" grpId="1" nodeType="withEffect">
                                  <p:stCondLst>
                                    <p:cond delay="0"/>
                                  </p:stCondLst>
                                  <p:childTnLst>
                                    <p:animMotion origin="layout" path="M -2.91667E-6 4.44444E-6 L 0.0349 0.37175 " pathEditMode="relative" rAng="0" ptsTypes="AA">
                                      <p:cBhvr>
                                        <p:cTn id="77" dur="2000" fill="hold"/>
                                        <p:tgtEl>
                                          <p:spTgt spid="6"/>
                                        </p:tgtEl>
                                        <p:attrNameLst>
                                          <p:attrName>ppt_x</p:attrName>
                                          <p:attrName>ppt_y</p:attrName>
                                        </p:attrNameLst>
                                      </p:cBhvr>
                                      <p:rCtr x="1745" y="18588"/>
                                    </p:animMotion>
                                  </p:childTnLst>
                                </p:cTn>
                              </p:par>
                            </p:childTnLst>
                          </p:cTn>
                        </p:par>
                        <p:par>
                          <p:cTn id="78" fill="hold">
                            <p:stCondLst>
                              <p:cond delay="5000"/>
                            </p:stCondLst>
                            <p:childTnLst>
                              <p:par>
                                <p:cTn id="79" presetID="22" presetClass="exit" presetSubtype="1" fill="hold" nodeType="afterEffect">
                                  <p:stCondLst>
                                    <p:cond delay="0"/>
                                  </p:stCondLst>
                                  <p:childTnLst>
                                    <p:animEffect transition="out" filter="wipe(up)">
                                      <p:cBhvr>
                                        <p:cTn id="80" dur="500"/>
                                        <p:tgtEl>
                                          <p:spTgt spid="19"/>
                                        </p:tgtEl>
                                      </p:cBhvr>
                                    </p:animEffect>
                                    <p:set>
                                      <p:cBhvr>
                                        <p:cTn id="81" dur="1" fill="hold">
                                          <p:stCondLst>
                                            <p:cond delay="499"/>
                                          </p:stCondLst>
                                        </p:cTn>
                                        <p:tgtEl>
                                          <p:spTgt spid="19"/>
                                        </p:tgtEl>
                                        <p:attrNameLst>
                                          <p:attrName>style.visibility</p:attrName>
                                        </p:attrNameLst>
                                      </p:cBhvr>
                                      <p:to>
                                        <p:strVal val="hidden"/>
                                      </p:to>
                                    </p:set>
                                  </p:childTnLst>
                                </p:cTn>
                              </p:par>
                              <p:par>
                                <p:cTn id="82" presetID="22" presetClass="entr" presetSubtype="8" fill="hold" nodeType="withEffect">
                                  <p:stCondLst>
                                    <p:cond delay="0"/>
                                  </p:stCondLst>
                                  <p:childTnLst>
                                    <p:set>
                                      <p:cBhvr>
                                        <p:cTn id="83" dur="1" fill="hold">
                                          <p:stCondLst>
                                            <p:cond delay="0"/>
                                          </p:stCondLst>
                                        </p:cTn>
                                        <p:tgtEl>
                                          <p:spTgt spid="61"/>
                                        </p:tgtEl>
                                        <p:attrNameLst>
                                          <p:attrName>style.visibility</p:attrName>
                                        </p:attrNameLst>
                                      </p:cBhvr>
                                      <p:to>
                                        <p:strVal val="visible"/>
                                      </p:to>
                                    </p:set>
                                    <p:animEffect transition="in" filter="wipe(left)">
                                      <p:cBhvr>
                                        <p:cTn id="84" dur="1000"/>
                                        <p:tgtEl>
                                          <p:spTgt spid="61"/>
                                        </p:tgtEl>
                                      </p:cBhvr>
                                    </p:animEffect>
                                  </p:childTnLst>
                                </p:cTn>
                              </p:par>
                            </p:childTnLst>
                          </p:cTn>
                        </p:par>
                      </p:childTnLst>
                    </p:cTn>
                  </p:par>
                  <p:par>
                    <p:cTn id="85" fill="hold">
                      <p:stCondLst>
                        <p:cond delay="indefinite"/>
                      </p:stCondLst>
                      <p:childTnLst>
                        <p:par>
                          <p:cTn id="86" fill="hold">
                            <p:stCondLst>
                              <p:cond delay="0"/>
                            </p:stCondLst>
                            <p:childTnLst>
                              <p:par>
                                <p:cTn id="87" presetID="31" presetClass="entr" presetSubtype="0" fill="hold" nodeType="clickEffect">
                                  <p:stCondLst>
                                    <p:cond delay="0"/>
                                  </p:stCondLst>
                                  <p:childTnLst>
                                    <p:set>
                                      <p:cBhvr>
                                        <p:cTn id="88" dur="1" fill="hold">
                                          <p:stCondLst>
                                            <p:cond delay="0"/>
                                          </p:stCondLst>
                                        </p:cTn>
                                        <p:tgtEl>
                                          <p:spTgt spid="12"/>
                                        </p:tgtEl>
                                        <p:attrNameLst>
                                          <p:attrName>style.visibility</p:attrName>
                                        </p:attrNameLst>
                                      </p:cBhvr>
                                      <p:to>
                                        <p:strVal val="visible"/>
                                      </p:to>
                                    </p:set>
                                    <p:anim calcmode="lin" valueType="num">
                                      <p:cBhvr>
                                        <p:cTn id="89" dur="2000" fill="hold"/>
                                        <p:tgtEl>
                                          <p:spTgt spid="12"/>
                                        </p:tgtEl>
                                        <p:attrNameLst>
                                          <p:attrName>ppt_w</p:attrName>
                                        </p:attrNameLst>
                                      </p:cBhvr>
                                      <p:tavLst>
                                        <p:tav tm="0">
                                          <p:val>
                                            <p:fltVal val="0"/>
                                          </p:val>
                                        </p:tav>
                                        <p:tav tm="100000">
                                          <p:val>
                                            <p:strVal val="#ppt_w"/>
                                          </p:val>
                                        </p:tav>
                                      </p:tavLst>
                                    </p:anim>
                                    <p:anim calcmode="lin" valueType="num">
                                      <p:cBhvr>
                                        <p:cTn id="90" dur="2000" fill="hold"/>
                                        <p:tgtEl>
                                          <p:spTgt spid="12"/>
                                        </p:tgtEl>
                                        <p:attrNameLst>
                                          <p:attrName>ppt_h</p:attrName>
                                        </p:attrNameLst>
                                      </p:cBhvr>
                                      <p:tavLst>
                                        <p:tav tm="0">
                                          <p:val>
                                            <p:fltVal val="0"/>
                                          </p:val>
                                        </p:tav>
                                        <p:tav tm="100000">
                                          <p:val>
                                            <p:strVal val="#ppt_h"/>
                                          </p:val>
                                        </p:tav>
                                      </p:tavLst>
                                    </p:anim>
                                    <p:anim calcmode="lin" valueType="num">
                                      <p:cBhvr>
                                        <p:cTn id="91" dur="2000" fill="hold"/>
                                        <p:tgtEl>
                                          <p:spTgt spid="12"/>
                                        </p:tgtEl>
                                        <p:attrNameLst>
                                          <p:attrName>style.rotation</p:attrName>
                                        </p:attrNameLst>
                                      </p:cBhvr>
                                      <p:tavLst>
                                        <p:tav tm="0">
                                          <p:val>
                                            <p:fltVal val="90"/>
                                          </p:val>
                                        </p:tav>
                                        <p:tav tm="100000">
                                          <p:val>
                                            <p:fltVal val="0"/>
                                          </p:val>
                                        </p:tav>
                                      </p:tavLst>
                                    </p:anim>
                                    <p:animEffect transition="in" filter="fade">
                                      <p:cBhvr>
                                        <p:cTn id="92" dur="2000"/>
                                        <p:tgtEl>
                                          <p:spTgt spid="12"/>
                                        </p:tgtEl>
                                      </p:cBhvr>
                                    </p:animEffect>
                                  </p:childTnLst>
                                </p:cTn>
                              </p:par>
                            </p:childTnLst>
                          </p:cTn>
                        </p:par>
                        <p:par>
                          <p:cTn id="93" fill="hold">
                            <p:stCondLst>
                              <p:cond delay="2000"/>
                            </p:stCondLst>
                            <p:childTnLst>
                              <p:par>
                                <p:cTn id="94" presetID="22" presetClass="exit" presetSubtype="1" fill="hold" nodeType="afterEffect">
                                  <p:stCondLst>
                                    <p:cond delay="0"/>
                                  </p:stCondLst>
                                  <p:childTnLst>
                                    <p:animEffect transition="out" filter="wipe(up)">
                                      <p:cBhvr>
                                        <p:cTn id="95" dur="500"/>
                                        <p:tgtEl>
                                          <p:spTgt spid="61"/>
                                        </p:tgtEl>
                                      </p:cBhvr>
                                    </p:animEffect>
                                    <p:set>
                                      <p:cBhvr>
                                        <p:cTn id="96" dur="1" fill="hold">
                                          <p:stCondLst>
                                            <p:cond delay="499"/>
                                          </p:stCondLst>
                                        </p:cTn>
                                        <p:tgtEl>
                                          <p:spTgt spid="61"/>
                                        </p:tgtEl>
                                        <p:attrNameLst>
                                          <p:attrName>style.visibility</p:attrName>
                                        </p:attrNameLst>
                                      </p:cBhvr>
                                      <p:to>
                                        <p:strVal val="hidden"/>
                                      </p:to>
                                    </p:set>
                                  </p:childTnLst>
                                </p:cTn>
                              </p:par>
                              <p:par>
                                <p:cTn id="97" presetID="22" presetClass="entr" presetSubtype="8" fill="hold" nodeType="withEffect">
                                  <p:stCondLst>
                                    <p:cond delay="0"/>
                                  </p:stCondLst>
                                  <p:childTnLst>
                                    <p:set>
                                      <p:cBhvr>
                                        <p:cTn id="98" dur="1" fill="hold">
                                          <p:stCondLst>
                                            <p:cond delay="0"/>
                                          </p:stCondLst>
                                        </p:cTn>
                                        <p:tgtEl>
                                          <p:spTgt spid="62"/>
                                        </p:tgtEl>
                                        <p:attrNameLst>
                                          <p:attrName>style.visibility</p:attrName>
                                        </p:attrNameLst>
                                      </p:cBhvr>
                                      <p:to>
                                        <p:strVal val="visible"/>
                                      </p:to>
                                    </p:set>
                                    <p:animEffect transition="in" filter="wipe(left)">
                                      <p:cBhvr>
                                        <p:cTn id="99" dur="1000"/>
                                        <p:tgtEl>
                                          <p:spTgt spid="62"/>
                                        </p:tgtEl>
                                      </p:cBhvr>
                                    </p:animEffect>
                                  </p:childTnLst>
                                </p:cTn>
                              </p:par>
                            </p:childTnLst>
                          </p:cTn>
                        </p:par>
                      </p:childTnLst>
                    </p:cTn>
                  </p:par>
                  <p:par>
                    <p:cTn id="100" fill="hold">
                      <p:stCondLst>
                        <p:cond delay="indefinite"/>
                      </p:stCondLst>
                      <p:childTnLst>
                        <p:par>
                          <p:cTn id="101" fill="hold">
                            <p:stCondLst>
                              <p:cond delay="0"/>
                            </p:stCondLst>
                            <p:childTnLst>
                              <p:par>
                                <p:cTn id="102" presetID="27" presetClass="emph" presetSubtype="0" fill="remove" grpId="0" nodeType="clickEffect">
                                  <p:stCondLst>
                                    <p:cond delay="0"/>
                                  </p:stCondLst>
                                  <p:childTnLst>
                                    <p:animClr clrSpc="rgb" dir="cw">
                                      <p:cBhvr override="childStyle">
                                        <p:cTn id="103" dur="1000" autoRev="1" fill="remove"/>
                                        <p:tgtEl>
                                          <p:spTgt spid="55"/>
                                        </p:tgtEl>
                                        <p:attrNameLst>
                                          <p:attrName>style.color</p:attrName>
                                        </p:attrNameLst>
                                      </p:cBhvr>
                                      <p:to>
                                        <a:schemeClr val="bg1"/>
                                      </p:to>
                                    </p:animClr>
                                    <p:animClr clrSpc="rgb" dir="cw">
                                      <p:cBhvr>
                                        <p:cTn id="104" dur="1000" autoRev="1" fill="remove"/>
                                        <p:tgtEl>
                                          <p:spTgt spid="55"/>
                                        </p:tgtEl>
                                        <p:attrNameLst>
                                          <p:attrName>fillcolor</p:attrName>
                                        </p:attrNameLst>
                                      </p:cBhvr>
                                      <p:to>
                                        <a:schemeClr val="bg1"/>
                                      </p:to>
                                    </p:animClr>
                                    <p:set>
                                      <p:cBhvr>
                                        <p:cTn id="105" dur="1000" autoRev="1" fill="remove"/>
                                        <p:tgtEl>
                                          <p:spTgt spid="55"/>
                                        </p:tgtEl>
                                        <p:attrNameLst>
                                          <p:attrName>fill.type</p:attrName>
                                        </p:attrNameLst>
                                      </p:cBhvr>
                                      <p:to>
                                        <p:strVal val="solid"/>
                                      </p:to>
                                    </p:set>
                                    <p:set>
                                      <p:cBhvr>
                                        <p:cTn id="106" dur="1000" autoRev="1" fill="remove"/>
                                        <p:tgtEl>
                                          <p:spTgt spid="55"/>
                                        </p:tgtEl>
                                        <p:attrNameLst>
                                          <p:attrName>fill.on</p:attrName>
                                        </p:attrNameLst>
                                      </p:cBhvr>
                                      <p:to>
                                        <p:strVal val="true"/>
                                      </p:to>
                                    </p:set>
                                  </p:childTnLst>
                                </p:cTn>
                              </p:par>
                            </p:childTnLst>
                          </p:cTn>
                        </p:par>
                        <p:par>
                          <p:cTn id="107" fill="hold">
                            <p:stCondLst>
                              <p:cond delay="2000"/>
                            </p:stCondLst>
                            <p:childTnLst>
                              <p:par>
                                <p:cTn id="108" presetID="22" presetClass="exit" presetSubtype="1" fill="hold" nodeType="afterEffect">
                                  <p:stCondLst>
                                    <p:cond delay="0"/>
                                  </p:stCondLst>
                                  <p:childTnLst>
                                    <p:animEffect transition="out" filter="wipe(up)">
                                      <p:cBhvr>
                                        <p:cTn id="109" dur="500"/>
                                        <p:tgtEl>
                                          <p:spTgt spid="62"/>
                                        </p:tgtEl>
                                      </p:cBhvr>
                                    </p:animEffect>
                                    <p:set>
                                      <p:cBhvr>
                                        <p:cTn id="110" dur="1" fill="hold">
                                          <p:stCondLst>
                                            <p:cond delay="499"/>
                                          </p:stCondLst>
                                        </p:cTn>
                                        <p:tgtEl>
                                          <p:spTgt spid="62"/>
                                        </p:tgtEl>
                                        <p:attrNameLst>
                                          <p:attrName>style.visibility</p:attrName>
                                        </p:attrNameLst>
                                      </p:cBhvr>
                                      <p:to>
                                        <p:strVal val="hidden"/>
                                      </p:to>
                                    </p:set>
                                  </p:childTnLst>
                                </p:cTn>
                              </p:par>
                              <p:par>
                                <p:cTn id="111" presetID="22" presetClass="entr" presetSubtype="8" fill="hold" nodeType="withEffect">
                                  <p:stCondLst>
                                    <p:cond delay="0"/>
                                  </p:stCondLst>
                                  <p:childTnLst>
                                    <p:set>
                                      <p:cBhvr>
                                        <p:cTn id="112" dur="1" fill="hold">
                                          <p:stCondLst>
                                            <p:cond delay="0"/>
                                          </p:stCondLst>
                                        </p:cTn>
                                        <p:tgtEl>
                                          <p:spTgt spid="63"/>
                                        </p:tgtEl>
                                        <p:attrNameLst>
                                          <p:attrName>style.visibility</p:attrName>
                                        </p:attrNameLst>
                                      </p:cBhvr>
                                      <p:to>
                                        <p:strVal val="visible"/>
                                      </p:to>
                                    </p:set>
                                    <p:animEffect transition="in" filter="wipe(left)">
                                      <p:cBhvr>
                                        <p:cTn id="113" dur="1000"/>
                                        <p:tgtEl>
                                          <p:spTgt spid="63"/>
                                        </p:tgtEl>
                                      </p:cBhvr>
                                    </p:animEffect>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65"/>
                                        </p:tgtEl>
                                        <p:attrNameLst>
                                          <p:attrName>style.visibility</p:attrName>
                                        </p:attrNameLst>
                                      </p:cBhvr>
                                      <p:to>
                                        <p:strVal val="visible"/>
                                      </p:to>
                                    </p:set>
                                    <p:animEffect transition="in" filter="fade">
                                      <p:cBhvr>
                                        <p:cTn id="118" dur="1000"/>
                                        <p:tgtEl>
                                          <p:spTgt spid="65"/>
                                        </p:tgtEl>
                                      </p:cBhvr>
                                    </p:animEffect>
                                    <p:anim calcmode="lin" valueType="num">
                                      <p:cBhvr>
                                        <p:cTn id="119" dur="1000" fill="hold"/>
                                        <p:tgtEl>
                                          <p:spTgt spid="65"/>
                                        </p:tgtEl>
                                        <p:attrNameLst>
                                          <p:attrName>ppt_x</p:attrName>
                                        </p:attrNameLst>
                                      </p:cBhvr>
                                      <p:tavLst>
                                        <p:tav tm="0">
                                          <p:val>
                                            <p:strVal val="#ppt_x"/>
                                          </p:val>
                                        </p:tav>
                                        <p:tav tm="100000">
                                          <p:val>
                                            <p:strVal val="#ppt_x"/>
                                          </p:val>
                                        </p:tav>
                                      </p:tavLst>
                                    </p:anim>
                                    <p:anim calcmode="lin" valueType="num">
                                      <p:cBhvr>
                                        <p:cTn id="120" dur="1000" fill="hold"/>
                                        <p:tgtEl>
                                          <p:spTgt spid="65"/>
                                        </p:tgtEl>
                                        <p:attrNameLst>
                                          <p:attrName>ppt_y</p:attrName>
                                        </p:attrNameLst>
                                      </p:cBhvr>
                                      <p:tavLst>
                                        <p:tav tm="0">
                                          <p:val>
                                            <p:strVal val="#ppt_y+.1"/>
                                          </p:val>
                                        </p:tav>
                                        <p:tav tm="100000">
                                          <p:val>
                                            <p:strVal val="#ppt_y"/>
                                          </p:val>
                                        </p:tav>
                                      </p:tavLst>
                                    </p:anim>
                                  </p:childTnLst>
                                </p:cTn>
                              </p:par>
                            </p:childTnLst>
                          </p:cTn>
                        </p:par>
                        <p:par>
                          <p:cTn id="121" fill="hold">
                            <p:stCondLst>
                              <p:cond delay="1000"/>
                            </p:stCondLst>
                            <p:childTnLst>
                              <p:par>
                                <p:cTn id="122" presetID="47" presetClass="entr" presetSubtype="0" fill="hold" grpId="0" nodeType="afterEffect">
                                  <p:stCondLst>
                                    <p:cond delay="0"/>
                                  </p:stCondLst>
                                  <p:childTnLst>
                                    <p:set>
                                      <p:cBhvr>
                                        <p:cTn id="123" dur="1" fill="hold">
                                          <p:stCondLst>
                                            <p:cond delay="0"/>
                                          </p:stCondLst>
                                        </p:cTn>
                                        <p:tgtEl>
                                          <p:spTgt spid="71"/>
                                        </p:tgtEl>
                                        <p:attrNameLst>
                                          <p:attrName>style.visibility</p:attrName>
                                        </p:attrNameLst>
                                      </p:cBhvr>
                                      <p:to>
                                        <p:strVal val="visible"/>
                                      </p:to>
                                    </p:set>
                                    <p:animEffect transition="in" filter="fade">
                                      <p:cBhvr>
                                        <p:cTn id="124" dur="2000"/>
                                        <p:tgtEl>
                                          <p:spTgt spid="71"/>
                                        </p:tgtEl>
                                      </p:cBhvr>
                                    </p:animEffect>
                                    <p:anim calcmode="lin" valueType="num">
                                      <p:cBhvr>
                                        <p:cTn id="125" dur="2000" fill="hold"/>
                                        <p:tgtEl>
                                          <p:spTgt spid="71"/>
                                        </p:tgtEl>
                                        <p:attrNameLst>
                                          <p:attrName>ppt_x</p:attrName>
                                        </p:attrNameLst>
                                      </p:cBhvr>
                                      <p:tavLst>
                                        <p:tav tm="0">
                                          <p:val>
                                            <p:strVal val="#ppt_x"/>
                                          </p:val>
                                        </p:tav>
                                        <p:tav tm="100000">
                                          <p:val>
                                            <p:strVal val="#ppt_x"/>
                                          </p:val>
                                        </p:tav>
                                      </p:tavLst>
                                    </p:anim>
                                    <p:anim calcmode="lin" valueType="num">
                                      <p:cBhvr>
                                        <p:cTn id="126" dur="2000" fill="hold"/>
                                        <p:tgtEl>
                                          <p:spTgt spid="71"/>
                                        </p:tgtEl>
                                        <p:attrNameLst>
                                          <p:attrName>ppt_y</p:attrName>
                                        </p:attrNameLst>
                                      </p:cBhvr>
                                      <p:tavLst>
                                        <p:tav tm="0">
                                          <p:val>
                                            <p:strVal val="#ppt_y-.1"/>
                                          </p:val>
                                        </p:tav>
                                        <p:tav tm="100000">
                                          <p:val>
                                            <p:strVal val="#ppt_y"/>
                                          </p:val>
                                        </p:tav>
                                      </p:tavLst>
                                    </p:anim>
                                  </p:childTnLst>
                                </p:cTn>
                              </p:par>
                            </p:childTnLst>
                          </p:cTn>
                        </p:par>
                        <p:par>
                          <p:cTn id="127" fill="hold">
                            <p:stCondLst>
                              <p:cond delay="3000"/>
                            </p:stCondLst>
                            <p:childTnLst>
                              <p:par>
                                <p:cTn id="128" presetID="22" presetClass="entr" presetSubtype="8" fill="hold" nodeType="afterEffect">
                                  <p:stCondLst>
                                    <p:cond delay="0"/>
                                  </p:stCondLst>
                                  <p:childTnLst>
                                    <p:set>
                                      <p:cBhvr>
                                        <p:cTn id="129" dur="1" fill="hold">
                                          <p:stCondLst>
                                            <p:cond delay="0"/>
                                          </p:stCondLst>
                                        </p:cTn>
                                        <p:tgtEl>
                                          <p:spTgt spid="66"/>
                                        </p:tgtEl>
                                        <p:attrNameLst>
                                          <p:attrName>style.visibility</p:attrName>
                                        </p:attrNameLst>
                                      </p:cBhvr>
                                      <p:to>
                                        <p:strVal val="visible"/>
                                      </p:to>
                                    </p:set>
                                    <p:animEffect transition="in" filter="wipe(left)">
                                      <p:cBhvr>
                                        <p:cTn id="130" dur="500"/>
                                        <p:tgtEl>
                                          <p:spTgt spid="66"/>
                                        </p:tgtEl>
                                      </p:cBhvr>
                                    </p:animEffect>
                                  </p:childTnLst>
                                </p:cTn>
                              </p:par>
                            </p:childTnLst>
                          </p:cTn>
                        </p:par>
                      </p:childTnLst>
                    </p:cTn>
                  </p:par>
                  <p:par>
                    <p:cTn id="131" fill="hold">
                      <p:stCondLst>
                        <p:cond delay="indefinite"/>
                      </p:stCondLst>
                      <p:childTnLst>
                        <p:par>
                          <p:cTn id="132" fill="hold">
                            <p:stCondLst>
                              <p:cond delay="0"/>
                            </p:stCondLst>
                            <p:childTnLst>
                              <p:par>
                                <p:cTn id="133" presetID="6" presetClass="emph" presetSubtype="0" autoRev="1" fill="hold" grpId="3" nodeType="clickEffect">
                                  <p:stCondLst>
                                    <p:cond delay="0"/>
                                  </p:stCondLst>
                                  <p:childTnLst>
                                    <p:animScale>
                                      <p:cBhvr>
                                        <p:cTn id="134" dur="500" fill="hold"/>
                                        <p:tgtEl>
                                          <p:spTgt spid="55"/>
                                        </p:tgtEl>
                                      </p:cBhvr>
                                      <p:by x="150000" y="150000"/>
                                    </p:animScale>
                                  </p:childTnLst>
                                </p:cTn>
                              </p:par>
                            </p:childTnLst>
                          </p:cTn>
                        </p:par>
                        <p:par>
                          <p:cTn id="135" fill="hold">
                            <p:stCondLst>
                              <p:cond delay="1000"/>
                            </p:stCondLst>
                            <p:childTnLst>
                              <p:par>
                                <p:cTn id="136" presetID="1" presetClass="emph" presetSubtype="2" fill="hold" nodeType="afterEffect">
                                  <p:stCondLst>
                                    <p:cond delay="0"/>
                                  </p:stCondLst>
                                  <p:childTnLst>
                                    <p:animClr clrSpc="rgb" dir="cw">
                                      <p:cBhvr>
                                        <p:cTn id="137" dur="1000" fill="hold"/>
                                        <p:tgtEl>
                                          <p:spTgt spid="55"/>
                                        </p:tgtEl>
                                        <p:attrNameLst>
                                          <p:attrName>fillcolor</p:attrName>
                                        </p:attrNameLst>
                                      </p:cBhvr>
                                      <p:to>
                                        <a:srgbClr val="FFF2CC"/>
                                      </p:to>
                                    </p:animClr>
                                    <p:set>
                                      <p:cBhvr>
                                        <p:cTn id="138" dur="1000" fill="hold"/>
                                        <p:tgtEl>
                                          <p:spTgt spid="55"/>
                                        </p:tgtEl>
                                        <p:attrNameLst>
                                          <p:attrName>fill.type</p:attrName>
                                        </p:attrNameLst>
                                      </p:cBhvr>
                                      <p:to>
                                        <p:strVal val="solid"/>
                                      </p:to>
                                    </p:set>
                                    <p:set>
                                      <p:cBhvr>
                                        <p:cTn id="139" dur="1000" fill="hold"/>
                                        <p:tgtEl>
                                          <p:spTgt spid="55"/>
                                        </p:tgtEl>
                                        <p:attrNameLst>
                                          <p:attrName>fill.on</p:attrName>
                                        </p:attrNameLst>
                                      </p:cBhvr>
                                      <p:to>
                                        <p:strVal val="true"/>
                                      </p:to>
                                    </p:set>
                                  </p:childTnLst>
                                </p:cTn>
                              </p:par>
                            </p:childTnLst>
                          </p:cTn>
                        </p:par>
                        <p:par>
                          <p:cTn id="140" fill="hold">
                            <p:stCondLst>
                              <p:cond delay="2000"/>
                            </p:stCondLst>
                            <p:childTnLst>
                              <p:par>
                                <p:cTn id="141" presetID="1" presetClass="entr" presetSubtype="0" fill="hold" grpId="0" nodeType="afterEffect">
                                  <p:stCondLst>
                                    <p:cond delay="0"/>
                                  </p:stCondLst>
                                  <p:childTnLst>
                                    <p:set>
                                      <p:cBhvr>
                                        <p:cTn id="142" dur="1" fill="hold">
                                          <p:stCondLst>
                                            <p:cond delay="0"/>
                                          </p:stCondLst>
                                        </p:cTn>
                                        <p:tgtEl>
                                          <p:spTgt spid="194"/>
                                        </p:tgtEl>
                                        <p:attrNameLst>
                                          <p:attrName>style.visibility</p:attrName>
                                        </p:attrNameLst>
                                      </p:cBhvr>
                                      <p:to>
                                        <p:strVal val="visible"/>
                                      </p:to>
                                    </p:set>
                                  </p:childTnLst>
                                </p:cTn>
                              </p:par>
                            </p:childTnLst>
                          </p:cTn>
                        </p:par>
                        <p:par>
                          <p:cTn id="143" fill="hold">
                            <p:stCondLst>
                              <p:cond delay="2000"/>
                            </p:stCondLst>
                            <p:childTnLst>
                              <p:par>
                                <p:cTn id="144" presetID="42" presetClass="path" presetSubtype="0" accel="50000" decel="50000" fill="hold" grpId="1" nodeType="afterEffect">
                                  <p:stCondLst>
                                    <p:cond delay="0"/>
                                  </p:stCondLst>
                                  <p:childTnLst>
                                    <p:animMotion origin="layout" path="M 1.04167E-6 -1.85185E-6 L 0.13489 0.31296 " pathEditMode="relative" rAng="0" ptsTypes="AA">
                                      <p:cBhvr>
                                        <p:cTn id="145" dur="1000" fill="hold"/>
                                        <p:tgtEl>
                                          <p:spTgt spid="194"/>
                                        </p:tgtEl>
                                        <p:attrNameLst>
                                          <p:attrName>ppt_x</p:attrName>
                                          <p:attrName>ppt_y</p:attrName>
                                        </p:attrNameLst>
                                      </p:cBhvr>
                                      <p:rCtr x="6745" y="15648"/>
                                    </p:animMotion>
                                  </p:childTnLst>
                                </p:cTn>
                              </p:par>
                            </p:childTnLst>
                          </p:cTn>
                        </p:par>
                        <p:par>
                          <p:cTn id="146" fill="hold">
                            <p:stCondLst>
                              <p:cond delay="3000"/>
                            </p:stCondLst>
                            <p:childTnLst>
                              <p:par>
                                <p:cTn id="147" presetID="22" presetClass="exit" presetSubtype="1" fill="hold" nodeType="afterEffect">
                                  <p:stCondLst>
                                    <p:cond delay="0"/>
                                  </p:stCondLst>
                                  <p:childTnLst>
                                    <p:animEffect transition="out" filter="wipe(up)">
                                      <p:cBhvr>
                                        <p:cTn id="148" dur="500"/>
                                        <p:tgtEl>
                                          <p:spTgt spid="66"/>
                                        </p:tgtEl>
                                      </p:cBhvr>
                                    </p:animEffect>
                                    <p:set>
                                      <p:cBhvr>
                                        <p:cTn id="149" dur="1" fill="hold">
                                          <p:stCondLst>
                                            <p:cond delay="499"/>
                                          </p:stCondLst>
                                        </p:cTn>
                                        <p:tgtEl>
                                          <p:spTgt spid="66"/>
                                        </p:tgtEl>
                                        <p:attrNameLst>
                                          <p:attrName>style.visibility</p:attrName>
                                        </p:attrNameLst>
                                      </p:cBhvr>
                                      <p:to>
                                        <p:strVal val="hidden"/>
                                      </p:to>
                                    </p:set>
                                  </p:childTnLst>
                                </p:cTn>
                              </p:par>
                              <p:par>
                                <p:cTn id="150" presetID="22" presetClass="entr" presetSubtype="8" fill="hold" nodeType="withEffect">
                                  <p:stCondLst>
                                    <p:cond delay="0"/>
                                  </p:stCondLst>
                                  <p:childTnLst>
                                    <p:set>
                                      <p:cBhvr>
                                        <p:cTn id="151" dur="1" fill="hold">
                                          <p:stCondLst>
                                            <p:cond delay="0"/>
                                          </p:stCondLst>
                                        </p:cTn>
                                        <p:tgtEl>
                                          <p:spTgt spid="67"/>
                                        </p:tgtEl>
                                        <p:attrNameLst>
                                          <p:attrName>style.visibility</p:attrName>
                                        </p:attrNameLst>
                                      </p:cBhvr>
                                      <p:to>
                                        <p:strVal val="visible"/>
                                      </p:to>
                                    </p:set>
                                    <p:animEffect transition="in" filter="wipe(left)">
                                      <p:cBhvr>
                                        <p:cTn id="152" dur="1000"/>
                                        <p:tgtEl>
                                          <p:spTgt spid="67"/>
                                        </p:tgtEl>
                                      </p:cBhvr>
                                    </p:animEffect>
                                  </p:childTnLst>
                                </p:cTn>
                              </p:par>
                            </p:childTnLst>
                          </p:cTn>
                        </p:par>
                      </p:childTnLst>
                    </p:cTn>
                  </p:par>
                  <p:par>
                    <p:cTn id="153" fill="hold">
                      <p:stCondLst>
                        <p:cond delay="indefinite"/>
                      </p:stCondLst>
                      <p:childTnLst>
                        <p:par>
                          <p:cTn id="154" fill="hold">
                            <p:stCondLst>
                              <p:cond delay="0"/>
                            </p:stCondLst>
                            <p:childTnLst>
                              <p:par>
                                <p:cTn id="155" presetID="31" presetClass="entr" presetSubtype="0" fill="hold" nodeType="clickEffect">
                                  <p:stCondLst>
                                    <p:cond delay="0"/>
                                  </p:stCondLst>
                                  <p:childTnLst>
                                    <p:set>
                                      <p:cBhvr>
                                        <p:cTn id="156" dur="1" fill="hold">
                                          <p:stCondLst>
                                            <p:cond delay="0"/>
                                          </p:stCondLst>
                                        </p:cTn>
                                        <p:tgtEl>
                                          <p:spTgt spid="72"/>
                                        </p:tgtEl>
                                        <p:attrNameLst>
                                          <p:attrName>style.visibility</p:attrName>
                                        </p:attrNameLst>
                                      </p:cBhvr>
                                      <p:to>
                                        <p:strVal val="visible"/>
                                      </p:to>
                                    </p:set>
                                    <p:anim calcmode="lin" valueType="num">
                                      <p:cBhvr>
                                        <p:cTn id="157" dur="2000" fill="hold"/>
                                        <p:tgtEl>
                                          <p:spTgt spid="72"/>
                                        </p:tgtEl>
                                        <p:attrNameLst>
                                          <p:attrName>ppt_w</p:attrName>
                                        </p:attrNameLst>
                                      </p:cBhvr>
                                      <p:tavLst>
                                        <p:tav tm="0">
                                          <p:val>
                                            <p:fltVal val="0"/>
                                          </p:val>
                                        </p:tav>
                                        <p:tav tm="100000">
                                          <p:val>
                                            <p:strVal val="#ppt_w"/>
                                          </p:val>
                                        </p:tav>
                                      </p:tavLst>
                                    </p:anim>
                                    <p:anim calcmode="lin" valueType="num">
                                      <p:cBhvr>
                                        <p:cTn id="158" dur="2000" fill="hold"/>
                                        <p:tgtEl>
                                          <p:spTgt spid="72"/>
                                        </p:tgtEl>
                                        <p:attrNameLst>
                                          <p:attrName>ppt_h</p:attrName>
                                        </p:attrNameLst>
                                      </p:cBhvr>
                                      <p:tavLst>
                                        <p:tav tm="0">
                                          <p:val>
                                            <p:fltVal val="0"/>
                                          </p:val>
                                        </p:tav>
                                        <p:tav tm="100000">
                                          <p:val>
                                            <p:strVal val="#ppt_h"/>
                                          </p:val>
                                        </p:tav>
                                      </p:tavLst>
                                    </p:anim>
                                    <p:anim calcmode="lin" valueType="num">
                                      <p:cBhvr>
                                        <p:cTn id="159" dur="2000" fill="hold"/>
                                        <p:tgtEl>
                                          <p:spTgt spid="72"/>
                                        </p:tgtEl>
                                        <p:attrNameLst>
                                          <p:attrName>style.rotation</p:attrName>
                                        </p:attrNameLst>
                                      </p:cBhvr>
                                      <p:tavLst>
                                        <p:tav tm="0">
                                          <p:val>
                                            <p:fltVal val="90"/>
                                          </p:val>
                                        </p:tav>
                                        <p:tav tm="100000">
                                          <p:val>
                                            <p:fltVal val="0"/>
                                          </p:val>
                                        </p:tav>
                                      </p:tavLst>
                                    </p:anim>
                                    <p:animEffect transition="in" filter="fade">
                                      <p:cBhvr>
                                        <p:cTn id="160" dur="2000"/>
                                        <p:tgtEl>
                                          <p:spTgt spid="72"/>
                                        </p:tgtEl>
                                      </p:cBhvr>
                                    </p:animEffect>
                                  </p:childTnLst>
                                </p:cTn>
                              </p:par>
                            </p:childTnLst>
                          </p:cTn>
                        </p:par>
                        <p:par>
                          <p:cTn id="161" fill="hold">
                            <p:stCondLst>
                              <p:cond delay="2000"/>
                            </p:stCondLst>
                            <p:childTnLst>
                              <p:par>
                                <p:cTn id="162" presetID="22" presetClass="exit" presetSubtype="1" fill="hold" nodeType="afterEffect">
                                  <p:stCondLst>
                                    <p:cond delay="0"/>
                                  </p:stCondLst>
                                  <p:childTnLst>
                                    <p:animEffect transition="out" filter="wipe(up)">
                                      <p:cBhvr>
                                        <p:cTn id="163" dur="500"/>
                                        <p:tgtEl>
                                          <p:spTgt spid="67"/>
                                        </p:tgtEl>
                                      </p:cBhvr>
                                    </p:animEffect>
                                    <p:set>
                                      <p:cBhvr>
                                        <p:cTn id="164" dur="1" fill="hold">
                                          <p:stCondLst>
                                            <p:cond delay="499"/>
                                          </p:stCondLst>
                                        </p:cTn>
                                        <p:tgtEl>
                                          <p:spTgt spid="67"/>
                                        </p:tgtEl>
                                        <p:attrNameLst>
                                          <p:attrName>style.visibility</p:attrName>
                                        </p:attrNameLst>
                                      </p:cBhvr>
                                      <p:to>
                                        <p:strVal val="hidden"/>
                                      </p:to>
                                    </p:set>
                                  </p:childTnLst>
                                </p:cTn>
                              </p:par>
                              <p:par>
                                <p:cTn id="165" presetID="22" presetClass="entr" presetSubtype="8" fill="hold" nodeType="withEffect">
                                  <p:stCondLst>
                                    <p:cond delay="0"/>
                                  </p:stCondLst>
                                  <p:childTnLst>
                                    <p:set>
                                      <p:cBhvr>
                                        <p:cTn id="166" dur="1" fill="hold">
                                          <p:stCondLst>
                                            <p:cond delay="0"/>
                                          </p:stCondLst>
                                        </p:cTn>
                                        <p:tgtEl>
                                          <p:spTgt spid="68"/>
                                        </p:tgtEl>
                                        <p:attrNameLst>
                                          <p:attrName>style.visibility</p:attrName>
                                        </p:attrNameLst>
                                      </p:cBhvr>
                                      <p:to>
                                        <p:strVal val="visible"/>
                                      </p:to>
                                    </p:set>
                                    <p:animEffect transition="in" filter="wipe(left)">
                                      <p:cBhvr>
                                        <p:cTn id="167" dur="1000"/>
                                        <p:tgtEl>
                                          <p:spTgt spid="68"/>
                                        </p:tgtEl>
                                      </p:cBhvr>
                                    </p:animEffect>
                                  </p:childTnLst>
                                </p:cTn>
                              </p:par>
                            </p:childTnLst>
                          </p:cTn>
                        </p:par>
                      </p:childTnLst>
                    </p:cTn>
                  </p:par>
                  <p:par>
                    <p:cTn id="168" fill="hold">
                      <p:stCondLst>
                        <p:cond delay="indefinite"/>
                      </p:stCondLst>
                      <p:childTnLst>
                        <p:par>
                          <p:cTn id="169" fill="hold">
                            <p:stCondLst>
                              <p:cond delay="0"/>
                            </p:stCondLst>
                            <p:childTnLst>
                              <p:par>
                                <p:cTn id="170" presetID="27" presetClass="emph" presetSubtype="0" fill="remove" grpId="0" nodeType="clickEffect">
                                  <p:stCondLst>
                                    <p:cond delay="0"/>
                                  </p:stCondLst>
                                  <p:childTnLst>
                                    <p:animClr clrSpc="rgb" dir="cw">
                                      <p:cBhvr override="childStyle">
                                        <p:cTn id="171" dur="1000" autoRev="1" fill="remove"/>
                                        <p:tgtEl>
                                          <p:spTgt spid="51"/>
                                        </p:tgtEl>
                                        <p:attrNameLst>
                                          <p:attrName>style.color</p:attrName>
                                        </p:attrNameLst>
                                      </p:cBhvr>
                                      <p:to>
                                        <a:schemeClr val="bg1"/>
                                      </p:to>
                                    </p:animClr>
                                    <p:animClr clrSpc="rgb" dir="cw">
                                      <p:cBhvr>
                                        <p:cTn id="172" dur="1000" autoRev="1" fill="remove"/>
                                        <p:tgtEl>
                                          <p:spTgt spid="51"/>
                                        </p:tgtEl>
                                        <p:attrNameLst>
                                          <p:attrName>fillcolor</p:attrName>
                                        </p:attrNameLst>
                                      </p:cBhvr>
                                      <p:to>
                                        <a:schemeClr val="bg1"/>
                                      </p:to>
                                    </p:animClr>
                                    <p:set>
                                      <p:cBhvr>
                                        <p:cTn id="173" dur="1000" autoRev="1" fill="remove"/>
                                        <p:tgtEl>
                                          <p:spTgt spid="51"/>
                                        </p:tgtEl>
                                        <p:attrNameLst>
                                          <p:attrName>fill.type</p:attrName>
                                        </p:attrNameLst>
                                      </p:cBhvr>
                                      <p:to>
                                        <p:strVal val="solid"/>
                                      </p:to>
                                    </p:set>
                                    <p:set>
                                      <p:cBhvr>
                                        <p:cTn id="174" dur="1000" autoRev="1" fill="remove"/>
                                        <p:tgtEl>
                                          <p:spTgt spid="51"/>
                                        </p:tgtEl>
                                        <p:attrNameLst>
                                          <p:attrName>fill.on</p:attrName>
                                        </p:attrNameLst>
                                      </p:cBhvr>
                                      <p:to>
                                        <p:strVal val="true"/>
                                      </p:to>
                                    </p:set>
                                  </p:childTnLst>
                                </p:cTn>
                              </p:par>
                            </p:childTnLst>
                          </p:cTn>
                        </p:par>
                        <p:par>
                          <p:cTn id="175" fill="hold">
                            <p:stCondLst>
                              <p:cond delay="2000"/>
                            </p:stCondLst>
                            <p:childTnLst>
                              <p:par>
                                <p:cTn id="176" presetID="22" presetClass="exit" presetSubtype="1" fill="hold" nodeType="afterEffect">
                                  <p:stCondLst>
                                    <p:cond delay="0"/>
                                  </p:stCondLst>
                                  <p:childTnLst>
                                    <p:animEffect transition="out" filter="wipe(up)">
                                      <p:cBhvr>
                                        <p:cTn id="177" dur="500"/>
                                        <p:tgtEl>
                                          <p:spTgt spid="68"/>
                                        </p:tgtEl>
                                      </p:cBhvr>
                                    </p:animEffect>
                                    <p:set>
                                      <p:cBhvr>
                                        <p:cTn id="178" dur="1" fill="hold">
                                          <p:stCondLst>
                                            <p:cond delay="499"/>
                                          </p:stCondLst>
                                        </p:cTn>
                                        <p:tgtEl>
                                          <p:spTgt spid="68"/>
                                        </p:tgtEl>
                                        <p:attrNameLst>
                                          <p:attrName>style.visibility</p:attrName>
                                        </p:attrNameLst>
                                      </p:cBhvr>
                                      <p:to>
                                        <p:strVal val="hidden"/>
                                      </p:to>
                                    </p:set>
                                  </p:childTnLst>
                                </p:cTn>
                              </p:par>
                              <p:par>
                                <p:cTn id="179" presetID="22" presetClass="entr" presetSubtype="8" fill="hold" nodeType="withEffect">
                                  <p:stCondLst>
                                    <p:cond delay="0"/>
                                  </p:stCondLst>
                                  <p:childTnLst>
                                    <p:set>
                                      <p:cBhvr>
                                        <p:cTn id="180" dur="1" fill="hold">
                                          <p:stCondLst>
                                            <p:cond delay="0"/>
                                          </p:stCondLst>
                                        </p:cTn>
                                        <p:tgtEl>
                                          <p:spTgt spid="69"/>
                                        </p:tgtEl>
                                        <p:attrNameLst>
                                          <p:attrName>style.visibility</p:attrName>
                                        </p:attrNameLst>
                                      </p:cBhvr>
                                      <p:to>
                                        <p:strVal val="visible"/>
                                      </p:to>
                                    </p:set>
                                    <p:animEffect transition="in" filter="wipe(left)">
                                      <p:cBhvr>
                                        <p:cTn id="181" dur="1000"/>
                                        <p:tgtEl>
                                          <p:spTgt spid="69"/>
                                        </p:tgtEl>
                                      </p:cBhvr>
                                    </p:animEffect>
                                  </p:childTnLst>
                                </p:cTn>
                              </p:par>
                            </p:childTnLst>
                          </p:cTn>
                        </p:par>
                      </p:childTnLst>
                    </p:cTn>
                  </p:par>
                  <p:par>
                    <p:cTn id="182" fill="hold">
                      <p:stCondLst>
                        <p:cond delay="indefinite"/>
                      </p:stCondLst>
                      <p:childTnLst>
                        <p:par>
                          <p:cTn id="183" fill="hold">
                            <p:stCondLst>
                              <p:cond delay="0"/>
                            </p:stCondLst>
                            <p:childTnLst>
                              <p:par>
                                <p:cTn id="184" presetID="42" presetClass="entr" presetSubtype="0" fill="hold" grpId="0" nodeType="clickEffect">
                                  <p:stCondLst>
                                    <p:cond delay="0"/>
                                  </p:stCondLst>
                                  <p:childTnLst>
                                    <p:set>
                                      <p:cBhvr>
                                        <p:cTn id="185" dur="1" fill="hold">
                                          <p:stCondLst>
                                            <p:cond delay="0"/>
                                          </p:stCondLst>
                                        </p:cTn>
                                        <p:tgtEl>
                                          <p:spTgt spid="79"/>
                                        </p:tgtEl>
                                        <p:attrNameLst>
                                          <p:attrName>style.visibility</p:attrName>
                                        </p:attrNameLst>
                                      </p:cBhvr>
                                      <p:to>
                                        <p:strVal val="visible"/>
                                      </p:to>
                                    </p:set>
                                    <p:animEffect transition="in" filter="fade">
                                      <p:cBhvr>
                                        <p:cTn id="186" dur="1000"/>
                                        <p:tgtEl>
                                          <p:spTgt spid="79"/>
                                        </p:tgtEl>
                                      </p:cBhvr>
                                    </p:animEffect>
                                    <p:anim calcmode="lin" valueType="num">
                                      <p:cBhvr>
                                        <p:cTn id="187" dur="1000" fill="hold"/>
                                        <p:tgtEl>
                                          <p:spTgt spid="79"/>
                                        </p:tgtEl>
                                        <p:attrNameLst>
                                          <p:attrName>ppt_x</p:attrName>
                                        </p:attrNameLst>
                                      </p:cBhvr>
                                      <p:tavLst>
                                        <p:tav tm="0">
                                          <p:val>
                                            <p:strVal val="#ppt_x"/>
                                          </p:val>
                                        </p:tav>
                                        <p:tav tm="100000">
                                          <p:val>
                                            <p:strVal val="#ppt_x"/>
                                          </p:val>
                                        </p:tav>
                                      </p:tavLst>
                                    </p:anim>
                                    <p:anim calcmode="lin" valueType="num">
                                      <p:cBhvr>
                                        <p:cTn id="188" dur="1000" fill="hold"/>
                                        <p:tgtEl>
                                          <p:spTgt spid="79"/>
                                        </p:tgtEl>
                                        <p:attrNameLst>
                                          <p:attrName>ppt_y</p:attrName>
                                        </p:attrNameLst>
                                      </p:cBhvr>
                                      <p:tavLst>
                                        <p:tav tm="0">
                                          <p:val>
                                            <p:strVal val="#ppt_y+.1"/>
                                          </p:val>
                                        </p:tav>
                                        <p:tav tm="100000">
                                          <p:val>
                                            <p:strVal val="#ppt_y"/>
                                          </p:val>
                                        </p:tav>
                                      </p:tavLst>
                                    </p:anim>
                                  </p:childTnLst>
                                </p:cTn>
                              </p:par>
                            </p:childTnLst>
                          </p:cTn>
                        </p:par>
                        <p:par>
                          <p:cTn id="189" fill="hold">
                            <p:stCondLst>
                              <p:cond delay="1000"/>
                            </p:stCondLst>
                            <p:childTnLst>
                              <p:par>
                                <p:cTn id="190" presetID="47" presetClass="entr" presetSubtype="0" fill="hold" grpId="0" nodeType="afterEffect">
                                  <p:stCondLst>
                                    <p:cond delay="0"/>
                                  </p:stCondLst>
                                  <p:childTnLst>
                                    <p:set>
                                      <p:cBhvr>
                                        <p:cTn id="191" dur="1" fill="hold">
                                          <p:stCondLst>
                                            <p:cond delay="0"/>
                                          </p:stCondLst>
                                        </p:cTn>
                                        <p:tgtEl>
                                          <p:spTgt spid="85"/>
                                        </p:tgtEl>
                                        <p:attrNameLst>
                                          <p:attrName>style.visibility</p:attrName>
                                        </p:attrNameLst>
                                      </p:cBhvr>
                                      <p:to>
                                        <p:strVal val="visible"/>
                                      </p:to>
                                    </p:set>
                                    <p:animEffect transition="in" filter="fade">
                                      <p:cBhvr>
                                        <p:cTn id="192" dur="2000"/>
                                        <p:tgtEl>
                                          <p:spTgt spid="85"/>
                                        </p:tgtEl>
                                      </p:cBhvr>
                                    </p:animEffect>
                                    <p:anim calcmode="lin" valueType="num">
                                      <p:cBhvr>
                                        <p:cTn id="193" dur="2000" fill="hold"/>
                                        <p:tgtEl>
                                          <p:spTgt spid="85"/>
                                        </p:tgtEl>
                                        <p:attrNameLst>
                                          <p:attrName>ppt_x</p:attrName>
                                        </p:attrNameLst>
                                      </p:cBhvr>
                                      <p:tavLst>
                                        <p:tav tm="0">
                                          <p:val>
                                            <p:strVal val="#ppt_x"/>
                                          </p:val>
                                        </p:tav>
                                        <p:tav tm="100000">
                                          <p:val>
                                            <p:strVal val="#ppt_x"/>
                                          </p:val>
                                        </p:tav>
                                      </p:tavLst>
                                    </p:anim>
                                    <p:anim calcmode="lin" valueType="num">
                                      <p:cBhvr>
                                        <p:cTn id="194" dur="2000" fill="hold"/>
                                        <p:tgtEl>
                                          <p:spTgt spid="85"/>
                                        </p:tgtEl>
                                        <p:attrNameLst>
                                          <p:attrName>ppt_y</p:attrName>
                                        </p:attrNameLst>
                                      </p:cBhvr>
                                      <p:tavLst>
                                        <p:tav tm="0">
                                          <p:val>
                                            <p:strVal val="#ppt_y-.1"/>
                                          </p:val>
                                        </p:tav>
                                        <p:tav tm="100000">
                                          <p:val>
                                            <p:strVal val="#ppt_y"/>
                                          </p:val>
                                        </p:tav>
                                      </p:tavLst>
                                    </p:anim>
                                  </p:childTnLst>
                                </p:cTn>
                              </p:par>
                            </p:childTnLst>
                          </p:cTn>
                        </p:par>
                        <p:par>
                          <p:cTn id="195" fill="hold">
                            <p:stCondLst>
                              <p:cond delay="3000"/>
                            </p:stCondLst>
                            <p:childTnLst>
                              <p:par>
                                <p:cTn id="196" presetID="22" presetClass="entr" presetSubtype="8" fill="hold" nodeType="afterEffect">
                                  <p:stCondLst>
                                    <p:cond delay="0"/>
                                  </p:stCondLst>
                                  <p:childTnLst>
                                    <p:set>
                                      <p:cBhvr>
                                        <p:cTn id="197" dur="1" fill="hold">
                                          <p:stCondLst>
                                            <p:cond delay="0"/>
                                          </p:stCondLst>
                                        </p:cTn>
                                        <p:tgtEl>
                                          <p:spTgt spid="80"/>
                                        </p:tgtEl>
                                        <p:attrNameLst>
                                          <p:attrName>style.visibility</p:attrName>
                                        </p:attrNameLst>
                                      </p:cBhvr>
                                      <p:to>
                                        <p:strVal val="visible"/>
                                      </p:to>
                                    </p:set>
                                    <p:animEffect transition="in" filter="wipe(left)">
                                      <p:cBhvr>
                                        <p:cTn id="198" dur="500"/>
                                        <p:tgtEl>
                                          <p:spTgt spid="80"/>
                                        </p:tgtEl>
                                      </p:cBhvr>
                                    </p:animEffect>
                                  </p:childTnLst>
                                </p:cTn>
                              </p:par>
                            </p:childTnLst>
                          </p:cTn>
                        </p:par>
                      </p:childTnLst>
                    </p:cTn>
                  </p:par>
                  <p:par>
                    <p:cTn id="199" fill="hold">
                      <p:stCondLst>
                        <p:cond delay="indefinite"/>
                      </p:stCondLst>
                      <p:childTnLst>
                        <p:par>
                          <p:cTn id="200" fill="hold">
                            <p:stCondLst>
                              <p:cond delay="0"/>
                            </p:stCondLst>
                            <p:childTnLst>
                              <p:par>
                                <p:cTn id="201" presetID="6" presetClass="emph" presetSubtype="0" autoRev="1" fill="hold" grpId="2" nodeType="clickEffect">
                                  <p:stCondLst>
                                    <p:cond delay="0"/>
                                  </p:stCondLst>
                                  <p:childTnLst>
                                    <p:animScale>
                                      <p:cBhvr>
                                        <p:cTn id="202" dur="500" fill="hold"/>
                                        <p:tgtEl>
                                          <p:spTgt spid="51"/>
                                        </p:tgtEl>
                                      </p:cBhvr>
                                      <p:by x="150000" y="150000"/>
                                    </p:animScale>
                                  </p:childTnLst>
                                </p:cTn>
                              </p:par>
                            </p:childTnLst>
                          </p:cTn>
                        </p:par>
                        <p:par>
                          <p:cTn id="203" fill="hold">
                            <p:stCondLst>
                              <p:cond delay="1000"/>
                            </p:stCondLst>
                            <p:childTnLst>
                              <p:par>
                                <p:cTn id="204" presetID="1" presetClass="emph" presetSubtype="2" fill="hold" nodeType="afterEffect">
                                  <p:stCondLst>
                                    <p:cond delay="0"/>
                                  </p:stCondLst>
                                  <p:childTnLst>
                                    <p:animClr clrSpc="rgb" dir="cw">
                                      <p:cBhvr>
                                        <p:cTn id="205" dur="1000" fill="hold"/>
                                        <p:tgtEl>
                                          <p:spTgt spid="51"/>
                                        </p:tgtEl>
                                        <p:attrNameLst>
                                          <p:attrName>fillcolor</p:attrName>
                                        </p:attrNameLst>
                                      </p:cBhvr>
                                      <p:to>
                                        <a:srgbClr val="FFF2CC"/>
                                      </p:to>
                                    </p:animClr>
                                    <p:set>
                                      <p:cBhvr>
                                        <p:cTn id="206" dur="1000" fill="hold"/>
                                        <p:tgtEl>
                                          <p:spTgt spid="51"/>
                                        </p:tgtEl>
                                        <p:attrNameLst>
                                          <p:attrName>fill.type</p:attrName>
                                        </p:attrNameLst>
                                      </p:cBhvr>
                                      <p:to>
                                        <p:strVal val="solid"/>
                                      </p:to>
                                    </p:set>
                                    <p:set>
                                      <p:cBhvr>
                                        <p:cTn id="207" dur="1000" fill="hold"/>
                                        <p:tgtEl>
                                          <p:spTgt spid="51"/>
                                        </p:tgtEl>
                                        <p:attrNameLst>
                                          <p:attrName>fill.on</p:attrName>
                                        </p:attrNameLst>
                                      </p:cBhvr>
                                      <p:to>
                                        <p:strVal val="true"/>
                                      </p:to>
                                    </p:set>
                                  </p:childTnLst>
                                </p:cTn>
                              </p:par>
                            </p:childTnLst>
                          </p:cTn>
                        </p:par>
                        <p:par>
                          <p:cTn id="208" fill="hold">
                            <p:stCondLst>
                              <p:cond delay="2000"/>
                            </p:stCondLst>
                            <p:childTnLst>
                              <p:par>
                                <p:cTn id="209" presetID="1" presetClass="entr" presetSubtype="0" fill="hold" grpId="0" nodeType="afterEffect">
                                  <p:stCondLst>
                                    <p:cond delay="0"/>
                                  </p:stCondLst>
                                  <p:childTnLst>
                                    <p:set>
                                      <p:cBhvr>
                                        <p:cTn id="210" dur="1" fill="hold">
                                          <p:stCondLst>
                                            <p:cond delay="0"/>
                                          </p:stCondLst>
                                        </p:cTn>
                                        <p:tgtEl>
                                          <p:spTgt spid="196"/>
                                        </p:tgtEl>
                                        <p:attrNameLst>
                                          <p:attrName>style.visibility</p:attrName>
                                        </p:attrNameLst>
                                      </p:cBhvr>
                                      <p:to>
                                        <p:strVal val="visible"/>
                                      </p:to>
                                    </p:set>
                                  </p:childTnLst>
                                </p:cTn>
                              </p:par>
                            </p:childTnLst>
                          </p:cTn>
                        </p:par>
                        <p:par>
                          <p:cTn id="211" fill="hold">
                            <p:stCondLst>
                              <p:cond delay="2000"/>
                            </p:stCondLst>
                            <p:childTnLst>
                              <p:par>
                                <p:cTn id="212" presetID="42" presetClass="path" presetSubtype="0" accel="50000" decel="50000" fill="hold" grpId="1" nodeType="afterEffect">
                                  <p:stCondLst>
                                    <p:cond delay="0"/>
                                  </p:stCondLst>
                                  <p:childTnLst>
                                    <p:animMotion origin="layout" path="M -2.70833E-6 4.81481E-6 L 0.20144 0.21712 " pathEditMode="relative" rAng="0" ptsTypes="AA">
                                      <p:cBhvr>
                                        <p:cTn id="213" dur="1000" fill="hold"/>
                                        <p:tgtEl>
                                          <p:spTgt spid="196"/>
                                        </p:tgtEl>
                                        <p:attrNameLst>
                                          <p:attrName>ppt_x</p:attrName>
                                          <p:attrName>ppt_y</p:attrName>
                                        </p:attrNameLst>
                                      </p:cBhvr>
                                      <p:rCtr x="10065" y="10856"/>
                                    </p:animMotion>
                                  </p:childTnLst>
                                </p:cTn>
                              </p:par>
                            </p:childTnLst>
                          </p:cTn>
                        </p:par>
                        <p:par>
                          <p:cTn id="214" fill="hold">
                            <p:stCondLst>
                              <p:cond delay="4000"/>
                            </p:stCondLst>
                            <p:childTnLst>
                              <p:par>
                                <p:cTn id="215" presetID="22" presetClass="exit" presetSubtype="1" fill="hold" nodeType="afterEffect">
                                  <p:stCondLst>
                                    <p:cond delay="0"/>
                                  </p:stCondLst>
                                  <p:childTnLst>
                                    <p:animEffect transition="out" filter="wipe(up)">
                                      <p:cBhvr>
                                        <p:cTn id="216" dur="500"/>
                                        <p:tgtEl>
                                          <p:spTgt spid="80"/>
                                        </p:tgtEl>
                                      </p:cBhvr>
                                    </p:animEffect>
                                    <p:set>
                                      <p:cBhvr>
                                        <p:cTn id="217" dur="1" fill="hold">
                                          <p:stCondLst>
                                            <p:cond delay="499"/>
                                          </p:stCondLst>
                                        </p:cTn>
                                        <p:tgtEl>
                                          <p:spTgt spid="80"/>
                                        </p:tgtEl>
                                        <p:attrNameLst>
                                          <p:attrName>style.visibility</p:attrName>
                                        </p:attrNameLst>
                                      </p:cBhvr>
                                      <p:to>
                                        <p:strVal val="hidden"/>
                                      </p:to>
                                    </p:set>
                                  </p:childTnLst>
                                </p:cTn>
                              </p:par>
                              <p:par>
                                <p:cTn id="218" presetID="22" presetClass="entr" presetSubtype="8" fill="hold" nodeType="withEffect">
                                  <p:stCondLst>
                                    <p:cond delay="0"/>
                                  </p:stCondLst>
                                  <p:childTnLst>
                                    <p:set>
                                      <p:cBhvr>
                                        <p:cTn id="219" dur="1" fill="hold">
                                          <p:stCondLst>
                                            <p:cond delay="0"/>
                                          </p:stCondLst>
                                        </p:cTn>
                                        <p:tgtEl>
                                          <p:spTgt spid="81"/>
                                        </p:tgtEl>
                                        <p:attrNameLst>
                                          <p:attrName>style.visibility</p:attrName>
                                        </p:attrNameLst>
                                      </p:cBhvr>
                                      <p:to>
                                        <p:strVal val="visible"/>
                                      </p:to>
                                    </p:set>
                                    <p:animEffect transition="in" filter="wipe(left)">
                                      <p:cBhvr>
                                        <p:cTn id="220" dur="1000"/>
                                        <p:tgtEl>
                                          <p:spTgt spid="81"/>
                                        </p:tgtEl>
                                      </p:cBhvr>
                                    </p:animEffect>
                                  </p:childTnLst>
                                </p:cTn>
                              </p:par>
                            </p:childTnLst>
                          </p:cTn>
                        </p:par>
                        <p:par>
                          <p:cTn id="221" fill="hold">
                            <p:stCondLst>
                              <p:cond delay="5000"/>
                            </p:stCondLst>
                            <p:childTnLst>
                              <p:par>
                                <p:cTn id="222" presetID="31" presetClass="entr" presetSubtype="0" fill="hold" nodeType="afterEffect">
                                  <p:stCondLst>
                                    <p:cond delay="0"/>
                                  </p:stCondLst>
                                  <p:childTnLst>
                                    <p:set>
                                      <p:cBhvr>
                                        <p:cTn id="223" dur="1" fill="hold">
                                          <p:stCondLst>
                                            <p:cond delay="0"/>
                                          </p:stCondLst>
                                        </p:cTn>
                                        <p:tgtEl>
                                          <p:spTgt spid="86"/>
                                        </p:tgtEl>
                                        <p:attrNameLst>
                                          <p:attrName>style.visibility</p:attrName>
                                        </p:attrNameLst>
                                      </p:cBhvr>
                                      <p:to>
                                        <p:strVal val="visible"/>
                                      </p:to>
                                    </p:set>
                                    <p:anim calcmode="lin" valueType="num">
                                      <p:cBhvr>
                                        <p:cTn id="224" dur="2000" fill="hold"/>
                                        <p:tgtEl>
                                          <p:spTgt spid="86"/>
                                        </p:tgtEl>
                                        <p:attrNameLst>
                                          <p:attrName>ppt_w</p:attrName>
                                        </p:attrNameLst>
                                      </p:cBhvr>
                                      <p:tavLst>
                                        <p:tav tm="0">
                                          <p:val>
                                            <p:fltVal val="0"/>
                                          </p:val>
                                        </p:tav>
                                        <p:tav tm="100000">
                                          <p:val>
                                            <p:strVal val="#ppt_w"/>
                                          </p:val>
                                        </p:tav>
                                      </p:tavLst>
                                    </p:anim>
                                    <p:anim calcmode="lin" valueType="num">
                                      <p:cBhvr>
                                        <p:cTn id="225" dur="2000" fill="hold"/>
                                        <p:tgtEl>
                                          <p:spTgt spid="86"/>
                                        </p:tgtEl>
                                        <p:attrNameLst>
                                          <p:attrName>ppt_h</p:attrName>
                                        </p:attrNameLst>
                                      </p:cBhvr>
                                      <p:tavLst>
                                        <p:tav tm="0">
                                          <p:val>
                                            <p:fltVal val="0"/>
                                          </p:val>
                                        </p:tav>
                                        <p:tav tm="100000">
                                          <p:val>
                                            <p:strVal val="#ppt_h"/>
                                          </p:val>
                                        </p:tav>
                                      </p:tavLst>
                                    </p:anim>
                                    <p:anim calcmode="lin" valueType="num">
                                      <p:cBhvr>
                                        <p:cTn id="226" dur="2000" fill="hold"/>
                                        <p:tgtEl>
                                          <p:spTgt spid="86"/>
                                        </p:tgtEl>
                                        <p:attrNameLst>
                                          <p:attrName>style.rotation</p:attrName>
                                        </p:attrNameLst>
                                      </p:cBhvr>
                                      <p:tavLst>
                                        <p:tav tm="0">
                                          <p:val>
                                            <p:fltVal val="90"/>
                                          </p:val>
                                        </p:tav>
                                        <p:tav tm="100000">
                                          <p:val>
                                            <p:fltVal val="0"/>
                                          </p:val>
                                        </p:tav>
                                      </p:tavLst>
                                    </p:anim>
                                    <p:animEffect transition="in" filter="fade">
                                      <p:cBhvr>
                                        <p:cTn id="227" dur="2000"/>
                                        <p:tgtEl>
                                          <p:spTgt spid="86"/>
                                        </p:tgtEl>
                                      </p:cBhvr>
                                    </p:animEffect>
                                  </p:childTnLst>
                                </p:cTn>
                              </p:par>
                            </p:childTnLst>
                          </p:cTn>
                        </p:par>
                        <p:par>
                          <p:cTn id="228" fill="hold">
                            <p:stCondLst>
                              <p:cond delay="7000"/>
                            </p:stCondLst>
                            <p:childTnLst>
                              <p:par>
                                <p:cTn id="229" presetID="22" presetClass="exit" presetSubtype="1" fill="hold" nodeType="afterEffect">
                                  <p:stCondLst>
                                    <p:cond delay="0"/>
                                  </p:stCondLst>
                                  <p:childTnLst>
                                    <p:animEffect transition="out" filter="wipe(up)">
                                      <p:cBhvr>
                                        <p:cTn id="230" dur="500"/>
                                        <p:tgtEl>
                                          <p:spTgt spid="81"/>
                                        </p:tgtEl>
                                      </p:cBhvr>
                                    </p:animEffect>
                                    <p:set>
                                      <p:cBhvr>
                                        <p:cTn id="231" dur="1" fill="hold">
                                          <p:stCondLst>
                                            <p:cond delay="499"/>
                                          </p:stCondLst>
                                        </p:cTn>
                                        <p:tgtEl>
                                          <p:spTgt spid="81"/>
                                        </p:tgtEl>
                                        <p:attrNameLst>
                                          <p:attrName>style.visibility</p:attrName>
                                        </p:attrNameLst>
                                      </p:cBhvr>
                                      <p:to>
                                        <p:strVal val="hidden"/>
                                      </p:to>
                                    </p:set>
                                  </p:childTnLst>
                                </p:cTn>
                              </p:par>
                              <p:par>
                                <p:cTn id="232" presetID="22" presetClass="entr" presetSubtype="8" fill="hold" nodeType="withEffect">
                                  <p:stCondLst>
                                    <p:cond delay="0"/>
                                  </p:stCondLst>
                                  <p:childTnLst>
                                    <p:set>
                                      <p:cBhvr>
                                        <p:cTn id="233" dur="1" fill="hold">
                                          <p:stCondLst>
                                            <p:cond delay="0"/>
                                          </p:stCondLst>
                                        </p:cTn>
                                        <p:tgtEl>
                                          <p:spTgt spid="82"/>
                                        </p:tgtEl>
                                        <p:attrNameLst>
                                          <p:attrName>style.visibility</p:attrName>
                                        </p:attrNameLst>
                                      </p:cBhvr>
                                      <p:to>
                                        <p:strVal val="visible"/>
                                      </p:to>
                                    </p:set>
                                    <p:animEffect transition="in" filter="wipe(left)">
                                      <p:cBhvr>
                                        <p:cTn id="234" dur="1000"/>
                                        <p:tgtEl>
                                          <p:spTgt spid="82"/>
                                        </p:tgtEl>
                                      </p:cBhvr>
                                    </p:animEffect>
                                  </p:childTnLst>
                                </p:cTn>
                              </p:par>
                            </p:childTnLst>
                          </p:cTn>
                        </p:par>
                      </p:childTnLst>
                    </p:cTn>
                  </p:par>
                  <p:par>
                    <p:cTn id="235" fill="hold">
                      <p:stCondLst>
                        <p:cond delay="indefinite"/>
                      </p:stCondLst>
                      <p:childTnLst>
                        <p:par>
                          <p:cTn id="236" fill="hold">
                            <p:stCondLst>
                              <p:cond delay="0"/>
                            </p:stCondLst>
                            <p:childTnLst>
                              <p:par>
                                <p:cTn id="237" presetID="27" presetClass="emph" presetSubtype="0" fill="remove" grpId="1" nodeType="clickEffect">
                                  <p:stCondLst>
                                    <p:cond delay="0"/>
                                  </p:stCondLst>
                                  <p:childTnLst>
                                    <p:animClr clrSpc="rgb" dir="cw">
                                      <p:cBhvr override="childStyle">
                                        <p:cTn id="238" dur="1000" autoRev="1" fill="remove"/>
                                        <p:tgtEl>
                                          <p:spTgt spid="55"/>
                                        </p:tgtEl>
                                        <p:attrNameLst>
                                          <p:attrName>style.color</p:attrName>
                                        </p:attrNameLst>
                                      </p:cBhvr>
                                      <p:to>
                                        <a:schemeClr val="bg1"/>
                                      </p:to>
                                    </p:animClr>
                                    <p:animClr clrSpc="rgb" dir="cw">
                                      <p:cBhvr>
                                        <p:cTn id="239" dur="1000" autoRev="1" fill="remove"/>
                                        <p:tgtEl>
                                          <p:spTgt spid="55"/>
                                        </p:tgtEl>
                                        <p:attrNameLst>
                                          <p:attrName>fillcolor</p:attrName>
                                        </p:attrNameLst>
                                      </p:cBhvr>
                                      <p:to>
                                        <a:schemeClr val="bg1"/>
                                      </p:to>
                                    </p:animClr>
                                    <p:set>
                                      <p:cBhvr>
                                        <p:cTn id="240" dur="1000" autoRev="1" fill="remove"/>
                                        <p:tgtEl>
                                          <p:spTgt spid="55"/>
                                        </p:tgtEl>
                                        <p:attrNameLst>
                                          <p:attrName>fill.type</p:attrName>
                                        </p:attrNameLst>
                                      </p:cBhvr>
                                      <p:to>
                                        <p:strVal val="solid"/>
                                      </p:to>
                                    </p:set>
                                    <p:set>
                                      <p:cBhvr>
                                        <p:cTn id="241" dur="1000" autoRev="1" fill="remove"/>
                                        <p:tgtEl>
                                          <p:spTgt spid="55"/>
                                        </p:tgtEl>
                                        <p:attrNameLst>
                                          <p:attrName>fill.on</p:attrName>
                                        </p:attrNameLst>
                                      </p:cBhvr>
                                      <p:to>
                                        <p:strVal val="true"/>
                                      </p:to>
                                    </p:set>
                                  </p:childTnLst>
                                </p:cTn>
                              </p:par>
                            </p:childTnLst>
                          </p:cTn>
                        </p:par>
                        <p:par>
                          <p:cTn id="242" fill="hold">
                            <p:stCondLst>
                              <p:cond delay="2000"/>
                            </p:stCondLst>
                            <p:childTnLst>
                              <p:par>
                                <p:cTn id="243" presetID="22" presetClass="exit" presetSubtype="1" fill="hold" nodeType="afterEffect">
                                  <p:stCondLst>
                                    <p:cond delay="0"/>
                                  </p:stCondLst>
                                  <p:childTnLst>
                                    <p:animEffect transition="out" filter="wipe(up)">
                                      <p:cBhvr>
                                        <p:cTn id="244" dur="500"/>
                                        <p:tgtEl>
                                          <p:spTgt spid="82"/>
                                        </p:tgtEl>
                                      </p:cBhvr>
                                    </p:animEffect>
                                    <p:set>
                                      <p:cBhvr>
                                        <p:cTn id="245" dur="1" fill="hold">
                                          <p:stCondLst>
                                            <p:cond delay="499"/>
                                          </p:stCondLst>
                                        </p:cTn>
                                        <p:tgtEl>
                                          <p:spTgt spid="82"/>
                                        </p:tgtEl>
                                        <p:attrNameLst>
                                          <p:attrName>style.visibility</p:attrName>
                                        </p:attrNameLst>
                                      </p:cBhvr>
                                      <p:to>
                                        <p:strVal val="hidden"/>
                                      </p:to>
                                    </p:set>
                                  </p:childTnLst>
                                </p:cTn>
                              </p:par>
                              <p:par>
                                <p:cTn id="246" presetID="22" presetClass="entr" presetSubtype="8" fill="hold" nodeType="withEffect">
                                  <p:stCondLst>
                                    <p:cond delay="0"/>
                                  </p:stCondLst>
                                  <p:childTnLst>
                                    <p:set>
                                      <p:cBhvr>
                                        <p:cTn id="247" dur="1" fill="hold">
                                          <p:stCondLst>
                                            <p:cond delay="0"/>
                                          </p:stCondLst>
                                        </p:cTn>
                                        <p:tgtEl>
                                          <p:spTgt spid="84"/>
                                        </p:tgtEl>
                                        <p:attrNameLst>
                                          <p:attrName>style.visibility</p:attrName>
                                        </p:attrNameLst>
                                      </p:cBhvr>
                                      <p:to>
                                        <p:strVal val="visible"/>
                                      </p:to>
                                    </p:set>
                                    <p:animEffect transition="in" filter="wipe(left)">
                                      <p:cBhvr>
                                        <p:cTn id="248" dur="1000"/>
                                        <p:tgtEl>
                                          <p:spTgt spid="84"/>
                                        </p:tgtEl>
                                      </p:cBhvr>
                                    </p:animEffect>
                                  </p:childTnLst>
                                </p:cTn>
                              </p:par>
                            </p:childTnLst>
                          </p:cTn>
                        </p:par>
                      </p:childTnLst>
                    </p:cTn>
                  </p:par>
                  <p:par>
                    <p:cTn id="249" fill="hold">
                      <p:stCondLst>
                        <p:cond delay="indefinite"/>
                      </p:stCondLst>
                      <p:childTnLst>
                        <p:par>
                          <p:cTn id="250" fill="hold">
                            <p:stCondLst>
                              <p:cond delay="0"/>
                            </p:stCondLst>
                            <p:childTnLst>
                              <p:par>
                                <p:cTn id="251" presetID="31" presetClass="entr" presetSubtype="0" fill="hold" nodeType="clickEffect">
                                  <p:stCondLst>
                                    <p:cond delay="0"/>
                                  </p:stCondLst>
                                  <p:childTnLst>
                                    <p:set>
                                      <p:cBhvr>
                                        <p:cTn id="252" dur="1" fill="hold">
                                          <p:stCondLst>
                                            <p:cond delay="0"/>
                                          </p:stCondLst>
                                        </p:cTn>
                                        <p:tgtEl>
                                          <p:spTgt spid="89"/>
                                        </p:tgtEl>
                                        <p:attrNameLst>
                                          <p:attrName>style.visibility</p:attrName>
                                        </p:attrNameLst>
                                      </p:cBhvr>
                                      <p:to>
                                        <p:strVal val="visible"/>
                                      </p:to>
                                    </p:set>
                                    <p:anim calcmode="lin" valueType="num">
                                      <p:cBhvr>
                                        <p:cTn id="253" dur="2000" fill="hold"/>
                                        <p:tgtEl>
                                          <p:spTgt spid="89"/>
                                        </p:tgtEl>
                                        <p:attrNameLst>
                                          <p:attrName>ppt_w</p:attrName>
                                        </p:attrNameLst>
                                      </p:cBhvr>
                                      <p:tavLst>
                                        <p:tav tm="0">
                                          <p:val>
                                            <p:fltVal val="0"/>
                                          </p:val>
                                        </p:tav>
                                        <p:tav tm="100000">
                                          <p:val>
                                            <p:strVal val="#ppt_w"/>
                                          </p:val>
                                        </p:tav>
                                      </p:tavLst>
                                    </p:anim>
                                    <p:anim calcmode="lin" valueType="num">
                                      <p:cBhvr>
                                        <p:cTn id="254" dur="2000" fill="hold"/>
                                        <p:tgtEl>
                                          <p:spTgt spid="89"/>
                                        </p:tgtEl>
                                        <p:attrNameLst>
                                          <p:attrName>ppt_h</p:attrName>
                                        </p:attrNameLst>
                                      </p:cBhvr>
                                      <p:tavLst>
                                        <p:tav tm="0">
                                          <p:val>
                                            <p:fltVal val="0"/>
                                          </p:val>
                                        </p:tav>
                                        <p:tav tm="100000">
                                          <p:val>
                                            <p:strVal val="#ppt_h"/>
                                          </p:val>
                                        </p:tav>
                                      </p:tavLst>
                                    </p:anim>
                                    <p:anim calcmode="lin" valueType="num">
                                      <p:cBhvr>
                                        <p:cTn id="255" dur="2000" fill="hold"/>
                                        <p:tgtEl>
                                          <p:spTgt spid="89"/>
                                        </p:tgtEl>
                                        <p:attrNameLst>
                                          <p:attrName>style.rotation</p:attrName>
                                        </p:attrNameLst>
                                      </p:cBhvr>
                                      <p:tavLst>
                                        <p:tav tm="0">
                                          <p:val>
                                            <p:fltVal val="90"/>
                                          </p:val>
                                        </p:tav>
                                        <p:tav tm="100000">
                                          <p:val>
                                            <p:fltVal val="0"/>
                                          </p:val>
                                        </p:tav>
                                      </p:tavLst>
                                    </p:anim>
                                    <p:animEffect transition="in" filter="fade">
                                      <p:cBhvr>
                                        <p:cTn id="256" dur="2000"/>
                                        <p:tgtEl>
                                          <p:spTgt spid="89"/>
                                        </p:tgtEl>
                                      </p:cBhvr>
                                    </p:animEffect>
                                  </p:childTnLst>
                                </p:cTn>
                              </p:par>
                            </p:childTnLst>
                          </p:cTn>
                        </p:par>
                        <p:par>
                          <p:cTn id="257" fill="hold">
                            <p:stCondLst>
                              <p:cond delay="2000"/>
                            </p:stCondLst>
                            <p:childTnLst>
                              <p:par>
                                <p:cTn id="258" presetID="22" presetClass="exit" presetSubtype="1" fill="hold" nodeType="afterEffect">
                                  <p:stCondLst>
                                    <p:cond delay="0"/>
                                  </p:stCondLst>
                                  <p:childTnLst>
                                    <p:animEffect transition="out" filter="wipe(up)">
                                      <p:cBhvr>
                                        <p:cTn id="259" dur="500"/>
                                        <p:tgtEl>
                                          <p:spTgt spid="84"/>
                                        </p:tgtEl>
                                      </p:cBhvr>
                                    </p:animEffect>
                                    <p:set>
                                      <p:cBhvr>
                                        <p:cTn id="260" dur="1" fill="hold">
                                          <p:stCondLst>
                                            <p:cond delay="499"/>
                                          </p:stCondLst>
                                        </p:cTn>
                                        <p:tgtEl>
                                          <p:spTgt spid="84"/>
                                        </p:tgtEl>
                                        <p:attrNameLst>
                                          <p:attrName>style.visibility</p:attrName>
                                        </p:attrNameLst>
                                      </p:cBhvr>
                                      <p:to>
                                        <p:strVal val="hidden"/>
                                      </p:to>
                                    </p:set>
                                  </p:childTnLst>
                                </p:cTn>
                              </p:par>
                              <p:par>
                                <p:cTn id="261" presetID="22" presetClass="entr" presetSubtype="8" fill="hold" nodeType="withEffect">
                                  <p:stCondLst>
                                    <p:cond delay="0"/>
                                  </p:stCondLst>
                                  <p:childTnLst>
                                    <p:set>
                                      <p:cBhvr>
                                        <p:cTn id="262" dur="1" fill="hold">
                                          <p:stCondLst>
                                            <p:cond delay="0"/>
                                          </p:stCondLst>
                                        </p:cTn>
                                        <p:tgtEl>
                                          <p:spTgt spid="82"/>
                                        </p:tgtEl>
                                        <p:attrNameLst>
                                          <p:attrName>style.visibility</p:attrName>
                                        </p:attrNameLst>
                                      </p:cBhvr>
                                      <p:to>
                                        <p:strVal val="visible"/>
                                      </p:to>
                                    </p:set>
                                    <p:animEffect transition="in" filter="wipe(left)">
                                      <p:cBhvr>
                                        <p:cTn id="263" dur="1000"/>
                                        <p:tgtEl>
                                          <p:spTgt spid="82"/>
                                        </p:tgtEl>
                                      </p:cBhvr>
                                    </p:animEffect>
                                  </p:childTnLst>
                                </p:cTn>
                              </p:par>
                            </p:childTnLst>
                          </p:cTn>
                        </p:par>
                      </p:childTnLst>
                    </p:cTn>
                  </p:par>
                  <p:par>
                    <p:cTn id="264" fill="hold">
                      <p:stCondLst>
                        <p:cond delay="indefinite"/>
                      </p:stCondLst>
                      <p:childTnLst>
                        <p:par>
                          <p:cTn id="265" fill="hold">
                            <p:stCondLst>
                              <p:cond delay="0"/>
                            </p:stCondLst>
                            <p:childTnLst>
                              <p:par>
                                <p:cTn id="266" presetID="27" presetClass="emph" presetSubtype="0" fill="remove" grpId="0" nodeType="clickEffect">
                                  <p:stCondLst>
                                    <p:cond delay="0"/>
                                  </p:stCondLst>
                                  <p:childTnLst>
                                    <p:animClr clrSpc="rgb" dir="cw">
                                      <p:cBhvr override="childStyle">
                                        <p:cTn id="267" dur="1000" autoRev="1" fill="remove"/>
                                        <p:tgtEl>
                                          <p:spTgt spid="53"/>
                                        </p:tgtEl>
                                        <p:attrNameLst>
                                          <p:attrName>style.color</p:attrName>
                                        </p:attrNameLst>
                                      </p:cBhvr>
                                      <p:to>
                                        <a:schemeClr val="bg1"/>
                                      </p:to>
                                    </p:animClr>
                                    <p:animClr clrSpc="rgb" dir="cw">
                                      <p:cBhvr>
                                        <p:cTn id="268" dur="1000" autoRev="1" fill="remove"/>
                                        <p:tgtEl>
                                          <p:spTgt spid="53"/>
                                        </p:tgtEl>
                                        <p:attrNameLst>
                                          <p:attrName>fillcolor</p:attrName>
                                        </p:attrNameLst>
                                      </p:cBhvr>
                                      <p:to>
                                        <a:schemeClr val="bg1"/>
                                      </p:to>
                                    </p:animClr>
                                    <p:set>
                                      <p:cBhvr>
                                        <p:cTn id="269" dur="1000" autoRev="1" fill="remove"/>
                                        <p:tgtEl>
                                          <p:spTgt spid="53"/>
                                        </p:tgtEl>
                                        <p:attrNameLst>
                                          <p:attrName>fill.type</p:attrName>
                                        </p:attrNameLst>
                                      </p:cBhvr>
                                      <p:to>
                                        <p:strVal val="solid"/>
                                      </p:to>
                                    </p:set>
                                    <p:set>
                                      <p:cBhvr>
                                        <p:cTn id="270" dur="1000" autoRev="1" fill="remove"/>
                                        <p:tgtEl>
                                          <p:spTgt spid="53"/>
                                        </p:tgtEl>
                                        <p:attrNameLst>
                                          <p:attrName>fill.on</p:attrName>
                                        </p:attrNameLst>
                                      </p:cBhvr>
                                      <p:to>
                                        <p:strVal val="true"/>
                                      </p:to>
                                    </p:set>
                                  </p:childTnLst>
                                </p:cTn>
                              </p:par>
                            </p:childTnLst>
                          </p:cTn>
                        </p:par>
                        <p:par>
                          <p:cTn id="271" fill="hold">
                            <p:stCondLst>
                              <p:cond delay="2000"/>
                            </p:stCondLst>
                            <p:childTnLst>
                              <p:par>
                                <p:cTn id="272" presetID="22" presetClass="exit" presetSubtype="1" fill="hold" nodeType="afterEffect">
                                  <p:stCondLst>
                                    <p:cond delay="0"/>
                                  </p:stCondLst>
                                  <p:childTnLst>
                                    <p:animEffect transition="out" filter="wipe(up)">
                                      <p:cBhvr>
                                        <p:cTn id="273" dur="500"/>
                                        <p:tgtEl>
                                          <p:spTgt spid="82"/>
                                        </p:tgtEl>
                                      </p:cBhvr>
                                    </p:animEffect>
                                    <p:set>
                                      <p:cBhvr>
                                        <p:cTn id="274" dur="1" fill="hold">
                                          <p:stCondLst>
                                            <p:cond delay="499"/>
                                          </p:stCondLst>
                                        </p:cTn>
                                        <p:tgtEl>
                                          <p:spTgt spid="82"/>
                                        </p:tgtEl>
                                        <p:attrNameLst>
                                          <p:attrName>style.visibility</p:attrName>
                                        </p:attrNameLst>
                                      </p:cBhvr>
                                      <p:to>
                                        <p:strVal val="hidden"/>
                                      </p:to>
                                    </p:set>
                                  </p:childTnLst>
                                </p:cTn>
                              </p:par>
                              <p:par>
                                <p:cTn id="275" presetID="22" presetClass="entr" presetSubtype="8" fill="hold" nodeType="withEffect">
                                  <p:stCondLst>
                                    <p:cond delay="0"/>
                                  </p:stCondLst>
                                  <p:childTnLst>
                                    <p:set>
                                      <p:cBhvr>
                                        <p:cTn id="276" dur="1" fill="hold">
                                          <p:stCondLst>
                                            <p:cond delay="0"/>
                                          </p:stCondLst>
                                        </p:cTn>
                                        <p:tgtEl>
                                          <p:spTgt spid="83"/>
                                        </p:tgtEl>
                                        <p:attrNameLst>
                                          <p:attrName>style.visibility</p:attrName>
                                        </p:attrNameLst>
                                      </p:cBhvr>
                                      <p:to>
                                        <p:strVal val="visible"/>
                                      </p:to>
                                    </p:set>
                                    <p:animEffect transition="in" filter="wipe(left)">
                                      <p:cBhvr>
                                        <p:cTn id="277" dur="1000"/>
                                        <p:tgtEl>
                                          <p:spTgt spid="83"/>
                                        </p:tgtEl>
                                      </p:cBhvr>
                                    </p:animEffect>
                                  </p:childTnLst>
                                </p:cTn>
                              </p:par>
                            </p:childTnLst>
                          </p:cTn>
                        </p:par>
                      </p:childTnLst>
                    </p:cTn>
                  </p:par>
                  <p:par>
                    <p:cTn id="278" fill="hold">
                      <p:stCondLst>
                        <p:cond delay="indefinite"/>
                      </p:stCondLst>
                      <p:childTnLst>
                        <p:par>
                          <p:cTn id="279" fill="hold">
                            <p:stCondLst>
                              <p:cond delay="0"/>
                            </p:stCondLst>
                            <p:childTnLst>
                              <p:par>
                                <p:cTn id="280" presetID="42" presetClass="entr" presetSubtype="0" fill="hold" grpId="0" nodeType="clickEffect">
                                  <p:stCondLst>
                                    <p:cond delay="0"/>
                                  </p:stCondLst>
                                  <p:childTnLst>
                                    <p:set>
                                      <p:cBhvr>
                                        <p:cTn id="281" dur="1" fill="hold">
                                          <p:stCondLst>
                                            <p:cond delay="0"/>
                                          </p:stCondLst>
                                        </p:cTn>
                                        <p:tgtEl>
                                          <p:spTgt spid="94"/>
                                        </p:tgtEl>
                                        <p:attrNameLst>
                                          <p:attrName>style.visibility</p:attrName>
                                        </p:attrNameLst>
                                      </p:cBhvr>
                                      <p:to>
                                        <p:strVal val="visible"/>
                                      </p:to>
                                    </p:set>
                                    <p:animEffect transition="in" filter="fade">
                                      <p:cBhvr>
                                        <p:cTn id="282" dur="1000"/>
                                        <p:tgtEl>
                                          <p:spTgt spid="94"/>
                                        </p:tgtEl>
                                      </p:cBhvr>
                                    </p:animEffect>
                                    <p:anim calcmode="lin" valueType="num">
                                      <p:cBhvr>
                                        <p:cTn id="283" dur="1000" fill="hold"/>
                                        <p:tgtEl>
                                          <p:spTgt spid="94"/>
                                        </p:tgtEl>
                                        <p:attrNameLst>
                                          <p:attrName>ppt_x</p:attrName>
                                        </p:attrNameLst>
                                      </p:cBhvr>
                                      <p:tavLst>
                                        <p:tav tm="0">
                                          <p:val>
                                            <p:strVal val="#ppt_x"/>
                                          </p:val>
                                        </p:tav>
                                        <p:tav tm="100000">
                                          <p:val>
                                            <p:strVal val="#ppt_x"/>
                                          </p:val>
                                        </p:tav>
                                      </p:tavLst>
                                    </p:anim>
                                    <p:anim calcmode="lin" valueType="num">
                                      <p:cBhvr>
                                        <p:cTn id="284" dur="1000" fill="hold"/>
                                        <p:tgtEl>
                                          <p:spTgt spid="94"/>
                                        </p:tgtEl>
                                        <p:attrNameLst>
                                          <p:attrName>ppt_y</p:attrName>
                                        </p:attrNameLst>
                                      </p:cBhvr>
                                      <p:tavLst>
                                        <p:tav tm="0">
                                          <p:val>
                                            <p:strVal val="#ppt_y+.1"/>
                                          </p:val>
                                        </p:tav>
                                        <p:tav tm="100000">
                                          <p:val>
                                            <p:strVal val="#ppt_y"/>
                                          </p:val>
                                        </p:tav>
                                      </p:tavLst>
                                    </p:anim>
                                  </p:childTnLst>
                                </p:cTn>
                              </p:par>
                            </p:childTnLst>
                          </p:cTn>
                        </p:par>
                        <p:par>
                          <p:cTn id="285" fill="hold">
                            <p:stCondLst>
                              <p:cond delay="1000"/>
                            </p:stCondLst>
                            <p:childTnLst>
                              <p:par>
                                <p:cTn id="286" presetID="47" presetClass="entr" presetSubtype="0" fill="hold" grpId="0" nodeType="afterEffect">
                                  <p:stCondLst>
                                    <p:cond delay="0"/>
                                  </p:stCondLst>
                                  <p:childTnLst>
                                    <p:set>
                                      <p:cBhvr>
                                        <p:cTn id="287" dur="1" fill="hold">
                                          <p:stCondLst>
                                            <p:cond delay="0"/>
                                          </p:stCondLst>
                                        </p:cTn>
                                        <p:tgtEl>
                                          <p:spTgt spid="100"/>
                                        </p:tgtEl>
                                        <p:attrNameLst>
                                          <p:attrName>style.visibility</p:attrName>
                                        </p:attrNameLst>
                                      </p:cBhvr>
                                      <p:to>
                                        <p:strVal val="visible"/>
                                      </p:to>
                                    </p:set>
                                    <p:animEffect transition="in" filter="fade">
                                      <p:cBhvr>
                                        <p:cTn id="288" dur="2000"/>
                                        <p:tgtEl>
                                          <p:spTgt spid="100"/>
                                        </p:tgtEl>
                                      </p:cBhvr>
                                    </p:animEffect>
                                    <p:anim calcmode="lin" valueType="num">
                                      <p:cBhvr>
                                        <p:cTn id="289" dur="2000" fill="hold"/>
                                        <p:tgtEl>
                                          <p:spTgt spid="100"/>
                                        </p:tgtEl>
                                        <p:attrNameLst>
                                          <p:attrName>ppt_x</p:attrName>
                                        </p:attrNameLst>
                                      </p:cBhvr>
                                      <p:tavLst>
                                        <p:tav tm="0">
                                          <p:val>
                                            <p:strVal val="#ppt_x"/>
                                          </p:val>
                                        </p:tav>
                                        <p:tav tm="100000">
                                          <p:val>
                                            <p:strVal val="#ppt_x"/>
                                          </p:val>
                                        </p:tav>
                                      </p:tavLst>
                                    </p:anim>
                                    <p:anim calcmode="lin" valueType="num">
                                      <p:cBhvr>
                                        <p:cTn id="290" dur="2000" fill="hold"/>
                                        <p:tgtEl>
                                          <p:spTgt spid="100"/>
                                        </p:tgtEl>
                                        <p:attrNameLst>
                                          <p:attrName>ppt_y</p:attrName>
                                        </p:attrNameLst>
                                      </p:cBhvr>
                                      <p:tavLst>
                                        <p:tav tm="0">
                                          <p:val>
                                            <p:strVal val="#ppt_y-.1"/>
                                          </p:val>
                                        </p:tav>
                                        <p:tav tm="100000">
                                          <p:val>
                                            <p:strVal val="#ppt_y"/>
                                          </p:val>
                                        </p:tav>
                                      </p:tavLst>
                                    </p:anim>
                                  </p:childTnLst>
                                </p:cTn>
                              </p:par>
                            </p:childTnLst>
                          </p:cTn>
                        </p:par>
                        <p:par>
                          <p:cTn id="291" fill="hold">
                            <p:stCondLst>
                              <p:cond delay="3000"/>
                            </p:stCondLst>
                            <p:childTnLst>
                              <p:par>
                                <p:cTn id="292" presetID="22" presetClass="entr" presetSubtype="8" fill="hold" nodeType="afterEffect">
                                  <p:stCondLst>
                                    <p:cond delay="0"/>
                                  </p:stCondLst>
                                  <p:childTnLst>
                                    <p:set>
                                      <p:cBhvr>
                                        <p:cTn id="293" dur="1" fill="hold">
                                          <p:stCondLst>
                                            <p:cond delay="0"/>
                                          </p:stCondLst>
                                        </p:cTn>
                                        <p:tgtEl>
                                          <p:spTgt spid="95"/>
                                        </p:tgtEl>
                                        <p:attrNameLst>
                                          <p:attrName>style.visibility</p:attrName>
                                        </p:attrNameLst>
                                      </p:cBhvr>
                                      <p:to>
                                        <p:strVal val="visible"/>
                                      </p:to>
                                    </p:set>
                                    <p:animEffect transition="in" filter="wipe(left)">
                                      <p:cBhvr>
                                        <p:cTn id="294" dur="500"/>
                                        <p:tgtEl>
                                          <p:spTgt spid="95"/>
                                        </p:tgtEl>
                                      </p:cBhvr>
                                    </p:animEffect>
                                  </p:childTnLst>
                                </p:cTn>
                              </p:par>
                            </p:childTnLst>
                          </p:cTn>
                        </p:par>
                      </p:childTnLst>
                    </p:cTn>
                  </p:par>
                  <p:par>
                    <p:cTn id="295" fill="hold">
                      <p:stCondLst>
                        <p:cond delay="indefinite"/>
                      </p:stCondLst>
                      <p:childTnLst>
                        <p:par>
                          <p:cTn id="296" fill="hold">
                            <p:stCondLst>
                              <p:cond delay="0"/>
                            </p:stCondLst>
                            <p:childTnLst>
                              <p:par>
                                <p:cTn id="297" presetID="6" presetClass="emph" presetSubtype="0" autoRev="1" fill="hold" grpId="2" nodeType="clickEffect">
                                  <p:stCondLst>
                                    <p:cond delay="0"/>
                                  </p:stCondLst>
                                  <p:childTnLst>
                                    <p:animScale>
                                      <p:cBhvr>
                                        <p:cTn id="298" dur="500" fill="hold"/>
                                        <p:tgtEl>
                                          <p:spTgt spid="53"/>
                                        </p:tgtEl>
                                      </p:cBhvr>
                                      <p:by x="150000" y="150000"/>
                                    </p:animScale>
                                  </p:childTnLst>
                                </p:cTn>
                              </p:par>
                            </p:childTnLst>
                          </p:cTn>
                        </p:par>
                        <p:par>
                          <p:cTn id="299" fill="hold">
                            <p:stCondLst>
                              <p:cond delay="1000"/>
                            </p:stCondLst>
                            <p:childTnLst>
                              <p:par>
                                <p:cTn id="300" presetID="1" presetClass="emph" presetSubtype="2" fill="hold" nodeType="afterEffect">
                                  <p:stCondLst>
                                    <p:cond delay="0"/>
                                  </p:stCondLst>
                                  <p:childTnLst>
                                    <p:animClr clrSpc="rgb" dir="cw">
                                      <p:cBhvr>
                                        <p:cTn id="301" dur="1000" fill="hold"/>
                                        <p:tgtEl>
                                          <p:spTgt spid="53"/>
                                        </p:tgtEl>
                                        <p:attrNameLst>
                                          <p:attrName>fillcolor</p:attrName>
                                        </p:attrNameLst>
                                      </p:cBhvr>
                                      <p:to>
                                        <a:srgbClr val="FFF2CC"/>
                                      </p:to>
                                    </p:animClr>
                                    <p:set>
                                      <p:cBhvr>
                                        <p:cTn id="302" dur="1000" fill="hold"/>
                                        <p:tgtEl>
                                          <p:spTgt spid="53"/>
                                        </p:tgtEl>
                                        <p:attrNameLst>
                                          <p:attrName>fill.type</p:attrName>
                                        </p:attrNameLst>
                                      </p:cBhvr>
                                      <p:to>
                                        <p:strVal val="solid"/>
                                      </p:to>
                                    </p:set>
                                    <p:set>
                                      <p:cBhvr>
                                        <p:cTn id="303" dur="1000" fill="hold"/>
                                        <p:tgtEl>
                                          <p:spTgt spid="53"/>
                                        </p:tgtEl>
                                        <p:attrNameLst>
                                          <p:attrName>fill.on</p:attrName>
                                        </p:attrNameLst>
                                      </p:cBhvr>
                                      <p:to>
                                        <p:strVal val="true"/>
                                      </p:to>
                                    </p:set>
                                  </p:childTnLst>
                                </p:cTn>
                              </p:par>
                            </p:childTnLst>
                          </p:cTn>
                        </p:par>
                        <p:par>
                          <p:cTn id="304" fill="hold">
                            <p:stCondLst>
                              <p:cond delay="2000"/>
                            </p:stCondLst>
                            <p:childTnLst>
                              <p:par>
                                <p:cTn id="305" presetID="1" presetClass="entr" presetSubtype="0" fill="hold" grpId="0" nodeType="afterEffect">
                                  <p:stCondLst>
                                    <p:cond delay="0"/>
                                  </p:stCondLst>
                                  <p:childTnLst>
                                    <p:set>
                                      <p:cBhvr>
                                        <p:cTn id="306" dur="1" fill="hold">
                                          <p:stCondLst>
                                            <p:cond delay="0"/>
                                          </p:stCondLst>
                                        </p:cTn>
                                        <p:tgtEl>
                                          <p:spTgt spid="200"/>
                                        </p:tgtEl>
                                        <p:attrNameLst>
                                          <p:attrName>style.visibility</p:attrName>
                                        </p:attrNameLst>
                                      </p:cBhvr>
                                      <p:to>
                                        <p:strVal val="visible"/>
                                      </p:to>
                                    </p:set>
                                  </p:childTnLst>
                                </p:cTn>
                              </p:par>
                            </p:childTnLst>
                          </p:cTn>
                        </p:par>
                        <p:par>
                          <p:cTn id="307" fill="hold">
                            <p:stCondLst>
                              <p:cond delay="2000"/>
                            </p:stCondLst>
                            <p:childTnLst>
                              <p:par>
                                <p:cTn id="308" presetID="42" presetClass="path" presetSubtype="0" accel="50000" decel="50000" fill="hold" grpId="1" nodeType="afterEffect">
                                  <p:stCondLst>
                                    <p:cond delay="0"/>
                                  </p:stCondLst>
                                  <p:childTnLst>
                                    <p:animMotion origin="layout" path="M 3.125E-6 1.48148E-6 L 0.13828 0.09629 " pathEditMode="relative" rAng="0" ptsTypes="AA">
                                      <p:cBhvr>
                                        <p:cTn id="309" dur="1000" fill="hold"/>
                                        <p:tgtEl>
                                          <p:spTgt spid="200"/>
                                        </p:tgtEl>
                                        <p:attrNameLst>
                                          <p:attrName>ppt_x</p:attrName>
                                          <p:attrName>ppt_y</p:attrName>
                                        </p:attrNameLst>
                                      </p:cBhvr>
                                      <p:rCtr x="6914" y="4815"/>
                                    </p:animMotion>
                                  </p:childTnLst>
                                </p:cTn>
                              </p:par>
                            </p:childTnLst>
                          </p:cTn>
                        </p:par>
                      </p:childTnLst>
                    </p:cTn>
                  </p:par>
                  <p:par>
                    <p:cTn id="310" fill="hold">
                      <p:stCondLst>
                        <p:cond delay="indefinite"/>
                      </p:stCondLst>
                      <p:childTnLst>
                        <p:par>
                          <p:cTn id="311" fill="hold">
                            <p:stCondLst>
                              <p:cond delay="0"/>
                            </p:stCondLst>
                            <p:childTnLst>
                              <p:par>
                                <p:cTn id="312" presetID="22" presetClass="exit" presetSubtype="1" fill="hold" nodeType="clickEffect">
                                  <p:stCondLst>
                                    <p:cond delay="0"/>
                                  </p:stCondLst>
                                  <p:childTnLst>
                                    <p:animEffect transition="out" filter="wipe(up)">
                                      <p:cBhvr>
                                        <p:cTn id="313" dur="500"/>
                                        <p:tgtEl>
                                          <p:spTgt spid="95"/>
                                        </p:tgtEl>
                                      </p:cBhvr>
                                    </p:animEffect>
                                    <p:set>
                                      <p:cBhvr>
                                        <p:cTn id="314" dur="1" fill="hold">
                                          <p:stCondLst>
                                            <p:cond delay="499"/>
                                          </p:stCondLst>
                                        </p:cTn>
                                        <p:tgtEl>
                                          <p:spTgt spid="95"/>
                                        </p:tgtEl>
                                        <p:attrNameLst>
                                          <p:attrName>style.visibility</p:attrName>
                                        </p:attrNameLst>
                                      </p:cBhvr>
                                      <p:to>
                                        <p:strVal val="hidden"/>
                                      </p:to>
                                    </p:set>
                                  </p:childTnLst>
                                </p:cTn>
                              </p:par>
                              <p:par>
                                <p:cTn id="315" presetID="22" presetClass="entr" presetSubtype="8" fill="hold" nodeType="withEffect">
                                  <p:stCondLst>
                                    <p:cond delay="0"/>
                                  </p:stCondLst>
                                  <p:childTnLst>
                                    <p:set>
                                      <p:cBhvr>
                                        <p:cTn id="316" dur="1" fill="hold">
                                          <p:stCondLst>
                                            <p:cond delay="0"/>
                                          </p:stCondLst>
                                        </p:cTn>
                                        <p:tgtEl>
                                          <p:spTgt spid="96"/>
                                        </p:tgtEl>
                                        <p:attrNameLst>
                                          <p:attrName>style.visibility</p:attrName>
                                        </p:attrNameLst>
                                      </p:cBhvr>
                                      <p:to>
                                        <p:strVal val="visible"/>
                                      </p:to>
                                    </p:set>
                                    <p:animEffect transition="in" filter="wipe(left)">
                                      <p:cBhvr>
                                        <p:cTn id="317" dur="1000"/>
                                        <p:tgtEl>
                                          <p:spTgt spid="96"/>
                                        </p:tgtEl>
                                      </p:cBhvr>
                                    </p:animEffect>
                                  </p:childTnLst>
                                </p:cTn>
                              </p:par>
                            </p:childTnLst>
                          </p:cTn>
                        </p:par>
                      </p:childTnLst>
                    </p:cTn>
                  </p:par>
                  <p:par>
                    <p:cTn id="318" fill="hold">
                      <p:stCondLst>
                        <p:cond delay="indefinite"/>
                      </p:stCondLst>
                      <p:childTnLst>
                        <p:par>
                          <p:cTn id="319" fill="hold">
                            <p:stCondLst>
                              <p:cond delay="0"/>
                            </p:stCondLst>
                            <p:childTnLst>
                              <p:par>
                                <p:cTn id="320" presetID="31" presetClass="entr" presetSubtype="0" fill="hold" nodeType="clickEffect">
                                  <p:stCondLst>
                                    <p:cond delay="0"/>
                                  </p:stCondLst>
                                  <p:childTnLst>
                                    <p:set>
                                      <p:cBhvr>
                                        <p:cTn id="321" dur="1" fill="hold">
                                          <p:stCondLst>
                                            <p:cond delay="0"/>
                                          </p:stCondLst>
                                        </p:cTn>
                                        <p:tgtEl>
                                          <p:spTgt spid="101"/>
                                        </p:tgtEl>
                                        <p:attrNameLst>
                                          <p:attrName>style.visibility</p:attrName>
                                        </p:attrNameLst>
                                      </p:cBhvr>
                                      <p:to>
                                        <p:strVal val="visible"/>
                                      </p:to>
                                    </p:set>
                                    <p:anim calcmode="lin" valueType="num">
                                      <p:cBhvr>
                                        <p:cTn id="322" dur="2000" fill="hold"/>
                                        <p:tgtEl>
                                          <p:spTgt spid="101"/>
                                        </p:tgtEl>
                                        <p:attrNameLst>
                                          <p:attrName>ppt_w</p:attrName>
                                        </p:attrNameLst>
                                      </p:cBhvr>
                                      <p:tavLst>
                                        <p:tav tm="0">
                                          <p:val>
                                            <p:fltVal val="0"/>
                                          </p:val>
                                        </p:tav>
                                        <p:tav tm="100000">
                                          <p:val>
                                            <p:strVal val="#ppt_w"/>
                                          </p:val>
                                        </p:tav>
                                      </p:tavLst>
                                    </p:anim>
                                    <p:anim calcmode="lin" valueType="num">
                                      <p:cBhvr>
                                        <p:cTn id="323" dur="2000" fill="hold"/>
                                        <p:tgtEl>
                                          <p:spTgt spid="101"/>
                                        </p:tgtEl>
                                        <p:attrNameLst>
                                          <p:attrName>ppt_h</p:attrName>
                                        </p:attrNameLst>
                                      </p:cBhvr>
                                      <p:tavLst>
                                        <p:tav tm="0">
                                          <p:val>
                                            <p:fltVal val="0"/>
                                          </p:val>
                                        </p:tav>
                                        <p:tav tm="100000">
                                          <p:val>
                                            <p:strVal val="#ppt_h"/>
                                          </p:val>
                                        </p:tav>
                                      </p:tavLst>
                                    </p:anim>
                                    <p:anim calcmode="lin" valueType="num">
                                      <p:cBhvr>
                                        <p:cTn id="324" dur="2000" fill="hold"/>
                                        <p:tgtEl>
                                          <p:spTgt spid="101"/>
                                        </p:tgtEl>
                                        <p:attrNameLst>
                                          <p:attrName>style.rotation</p:attrName>
                                        </p:attrNameLst>
                                      </p:cBhvr>
                                      <p:tavLst>
                                        <p:tav tm="0">
                                          <p:val>
                                            <p:fltVal val="90"/>
                                          </p:val>
                                        </p:tav>
                                        <p:tav tm="100000">
                                          <p:val>
                                            <p:fltVal val="0"/>
                                          </p:val>
                                        </p:tav>
                                      </p:tavLst>
                                    </p:anim>
                                    <p:animEffect transition="in" filter="fade">
                                      <p:cBhvr>
                                        <p:cTn id="325" dur="2000"/>
                                        <p:tgtEl>
                                          <p:spTgt spid="101"/>
                                        </p:tgtEl>
                                      </p:cBhvr>
                                    </p:animEffect>
                                  </p:childTnLst>
                                </p:cTn>
                              </p:par>
                            </p:childTnLst>
                          </p:cTn>
                        </p:par>
                        <p:par>
                          <p:cTn id="326" fill="hold">
                            <p:stCondLst>
                              <p:cond delay="2000"/>
                            </p:stCondLst>
                            <p:childTnLst>
                              <p:par>
                                <p:cTn id="327" presetID="22" presetClass="exit" presetSubtype="1" fill="hold" nodeType="afterEffect">
                                  <p:stCondLst>
                                    <p:cond delay="0"/>
                                  </p:stCondLst>
                                  <p:childTnLst>
                                    <p:animEffect transition="out" filter="wipe(up)">
                                      <p:cBhvr>
                                        <p:cTn id="328" dur="500"/>
                                        <p:tgtEl>
                                          <p:spTgt spid="96"/>
                                        </p:tgtEl>
                                      </p:cBhvr>
                                    </p:animEffect>
                                    <p:set>
                                      <p:cBhvr>
                                        <p:cTn id="329" dur="1" fill="hold">
                                          <p:stCondLst>
                                            <p:cond delay="499"/>
                                          </p:stCondLst>
                                        </p:cTn>
                                        <p:tgtEl>
                                          <p:spTgt spid="96"/>
                                        </p:tgtEl>
                                        <p:attrNameLst>
                                          <p:attrName>style.visibility</p:attrName>
                                        </p:attrNameLst>
                                      </p:cBhvr>
                                      <p:to>
                                        <p:strVal val="hidden"/>
                                      </p:to>
                                    </p:set>
                                  </p:childTnLst>
                                </p:cTn>
                              </p:par>
                              <p:par>
                                <p:cTn id="330" presetID="22" presetClass="entr" presetSubtype="8" fill="hold" nodeType="withEffect">
                                  <p:stCondLst>
                                    <p:cond delay="0"/>
                                  </p:stCondLst>
                                  <p:childTnLst>
                                    <p:set>
                                      <p:cBhvr>
                                        <p:cTn id="331" dur="1" fill="hold">
                                          <p:stCondLst>
                                            <p:cond delay="0"/>
                                          </p:stCondLst>
                                        </p:cTn>
                                        <p:tgtEl>
                                          <p:spTgt spid="97"/>
                                        </p:tgtEl>
                                        <p:attrNameLst>
                                          <p:attrName>style.visibility</p:attrName>
                                        </p:attrNameLst>
                                      </p:cBhvr>
                                      <p:to>
                                        <p:strVal val="visible"/>
                                      </p:to>
                                    </p:set>
                                    <p:animEffect transition="in" filter="wipe(left)">
                                      <p:cBhvr>
                                        <p:cTn id="332" dur="1000"/>
                                        <p:tgtEl>
                                          <p:spTgt spid="97"/>
                                        </p:tgtEl>
                                      </p:cBhvr>
                                    </p:animEffect>
                                  </p:childTnLst>
                                </p:cTn>
                              </p:par>
                            </p:childTnLst>
                          </p:cTn>
                        </p:par>
                      </p:childTnLst>
                    </p:cTn>
                  </p:par>
                  <p:par>
                    <p:cTn id="333" fill="hold">
                      <p:stCondLst>
                        <p:cond delay="indefinite"/>
                      </p:stCondLst>
                      <p:childTnLst>
                        <p:par>
                          <p:cTn id="334" fill="hold">
                            <p:stCondLst>
                              <p:cond delay="0"/>
                            </p:stCondLst>
                            <p:childTnLst>
                              <p:par>
                                <p:cTn id="335" presetID="27" presetClass="emph" presetSubtype="0" fill="remove" grpId="1" nodeType="clickEffect">
                                  <p:stCondLst>
                                    <p:cond delay="0"/>
                                  </p:stCondLst>
                                  <p:childTnLst>
                                    <p:animClr clrSpc="rgb" dir="cw">
                                      <p:cBhvr override="childStyle">
                                        <p:cTn id="336" dur="1000" autoRev="1" fill="remove"/>
                                        <p:tgtEl>
                                          <p:spTgt spid="51"/>
                                        </p:tgtEl>
                                        <p:attrNameLst>
                                          <p:attrName>style.color</p:attrName>
                                        </p:attrNameLst>
                                      </p:cBhvr>
                                      <p:to>
                                        <a:schemeClr val="bg1"/>
                                      </p:to>
                                    </p:animClr>
                                    <p:animClr clrSpc="rgb" dir="cw">
                                      <p:cBhvr>
                                        <p:cTn id="337" dur="1000" autoRev="1" fill="remove"/>
                                        <p:tgtEl>
                                          <p:spTgt spid="51"/>
                                        </p:tgtEl>
                                        <p:attrNameLst>
                                          <p:attrName>fillcolor</p:attrName>
                                        </p:attrNameLst>
                                      </p:cBhvr>
                                      <p:to>
                                        <a:schemeClr val="bg1"/>
                                      </p:to>
                                    </p:animClr>
                                    <p:set>
                                      <p:cBhvr>
                                        <p:cTn id="338" dur="1000" autoRev="1" fill="remove"/>
                                        <p:tgtEl>
                                          <p:spTgt spid="51"/>
                                        </p:tgtEl>
                                        <p:attrNameLst>
                                          <p:attrName>fill.type</p:attrName>
                                        </p:attrNameLst>
                                      </p:cBhvr>
                                      <p:to>
                                        <p:strVal val="solid"/>
                                      </p:to>
                                    </p:set>
                                    <p:set>
                                      <p:cBhvr>
                                        <p:cTn id="339" dur="1000" autoRev="1" fill="remove"/>
                                        <p:tgtEl>
                                          <p:spTgt spid="51"/>
                                        </p:tgtEl>
                                        <p:attrNameLst>
                                          <p:attrName>fill.on</p:attrName>
                                        </p:attrNameLst>
                                      </p:cBhvr>
                                      <p:to>
                                        <p:strVal val="true"/>
                                      </p:to>
                                    </p:set>
                                  </p:childTnLst>
                                </p:cTn>
                              </p:par>
                            </p:childTnLst>
                          </p:cTn>
                        </p:par>
                        <p:par>
                          <p:cTn id="340" fill="hold">
                            <p:stCondLst>
                              <p:cond delay="2000"/>
                            </p:stCondLst>
                            <p:childTnLst>
                              <p:par>
                                <p:cTn id="341" presetID="22" presetClass="exit" presetSubtype="1" fill="hold" nodeType="afterEffect">
                                  <p:stCondLst>
                                    <p:cond delay="0"/>
                                  </p:stCondLst>
                                  <p:childTnLst>
                                    <p:animEffect transition="out" filter="wipe(up)">
                                      <p:cBhvr>
                                        <p:cTn id="342" dur="500"/>
                                        <p:tgtEl>
                                          <p:spTgt spid="97"/>
                                        </p:tgtEl>
                                      </p:cBhvr>
                                    </p:animEffect>
                                    <p:set>
                                      <p:cBhvr>
                                        <p:cTn id="343" dur="1" fill="hold">
                                          <p:stCondLst>
                                            <p:cond delay="499"/>
                                          </p:stCondLst>
                                        </p:cTn>
                                        <p:tgtEl>
                                          <p:spTgt spid="97"/>
                                        </p:tgtEl>
                                        <p:attrNameLst>
                                          <p:attrName>style.visibility</p:attrName>
                                        </p:attrNameLst>
                                      </p:cBhvr>
                                      <p:to>
                                        <p:strVal val="hidden"/>
                                      </p:to>
                                    </p:set>
                                  </p:childTnLst>
                                </p:cTn>
                              </p:par>
                              <p:par>
                                <p:cTn id="344" presetID="22" presetClass="entr" presetSubtype="8" fill="hold" nodeType="withEffect">
                                  <p:stCondLst>
                                    <p:cond delay="0"/>
                                  </p:stCondLst>
                                  <p:childTnLst>
                                    <p:set>
                                      <p:cBhvr>
                                        <p:cTn id="345" dur="1" fill="hold">
                                          <p:stCondLst>
                                            <p:cond delay="0"/>
                                          </p:stCondLst>
                                        </p:cTn>
                                        <p:tgtEl>
                                          <p:spTgt spid="99"/>
                                        </p:tgtEl>
                                        <p:attrNameLst>
                                          <p:attrName>style.visibility</p:attrName>
                                        </p:attrNameLst>
                                      </p:cBhvr>
                                      <p:to>
                                        <p:strVal val="visible"/>
                                      </p:to>
                                    </p:set>
                                    <p:animEffect transition="in" filter="wipe(left)">
                                      <p:cBhvr>
                                        <p:cTn id="346" dur="1000"/>
                                        <p:tgtEl>
                                          <p:spTgt spid="99"/>
                                        </p:tgtEl>
                                      </p:cBhvr>
                                    </p:animEffect>
                                  </p:childTnLst>
                                </p:cTn>
                              </p:par>
                            </p:childTnLst>
                          </p:cTn>
                        </p:par>
                      </p:childTnLst>
                    </p:cTn>
                  </p:par>
                  <p:par>
                    <p:cTn id="347" fill="hold">
                      <p:stCondLst>
                        <p:cond delay="indefinite"/>
                      </p:stCondLst>
                      <p:childTnLst>
                        <p:par>
                          <p:cTn id="348" fill="hold">
                            <p:stCondLst>
                              <p:cond delay="0"/>
                            </p:stCondLst>
                            <p:childTnLst>
                              <p:par>
                                <p:cTn id="349" presetID="31" presetClass="entr" presetSubtype="0" fill="hold" nodeType="clickEffect">
                                  <p:stCondLst>
                                    <p:cond delay="0"/>
                                  </p:stCondLst>
                                  <p:childTnLst>
                                    <p:set>
                                      <p:cBhvr>
                                        <p:cTn id="350" dur="1" fill="hold">
                                          <p:stCondLst>
                                            <p:cond delay="0"/>
                                          </p:stCondLst>
                                        </p:cTn>
                                        <p:tgtEl>
                                          <p:spTgt spid="104"/>
                                        </p:tgtEl>
                                        <p:attrNameLst>
                                          <p:attrName>style.visibility</p:attrName>
                                        </p:attrNameLst>
                                      </p:cBhvr>
                                      <p:to>
                                        <p:strVal val="visible"/>
                                      </p:to>
                                    </p:set>
                                    <p:anim calcmode="lin" valueType="num">
                                      <p:cBhvr>
                                        <p:cTn id="351" dur="2000" fill="hold"/>
                                        <p:tgtEl>
                                          <p:spTgt spid="104"/>
                                        </p:tgtEl>
                                        <p:attrNameLst>
                                          <p:attrName>ppt_w</p:attrName>
                                        </p:attrNameLst>
                                      </p:cBhvr>
                                      <p:tavLst>
                                        <p:tav tm="0">
                                          <p:val>
                                            <p:fltVal val="0"/>
                                          </p:val>
                                        </p:tav>
                                        <p:tav tm="100000">
                                          <p:val>
                                            <p:strVal val="#ppt_w"/>
                                          </p:val>
                                        </p:tav>
                                      </p:tavLst>
                                    </p:anim>
                                    <p:anim calcmode="lin" valueType="num">
                                      <p:cBhvr>
                                        <p:cTn id="352" dur="2000" fill="hold"/>
                                        <p:tgtEl>
                                          <p:spTgt spid="104"/>
                                        </p:tgtEl>
                                        <p:attrNameLst>
                                          <p:attrName>ppt_h</p:attrName>
                                        </p:attrNameLst>
                                      </p:cBhvr>
                                      <p:tavLst>
                                        <p:tav tm="0">
                                          <p:val>
                                            <p:fltVal val="0"/>
                                          </p:val>
                                        </p:tav>
                                        <p:tav tm="100000">
                                          <p:val>
                                            <p:strVal val="#ppt_h"/>
                                          </p:val>
                                        </p:tav>
                                      </p:tavLst>
                                    </p:anim>
                                    <p:anim calcmode="lin" valueType="num">
                                      <p:cBhvr>
                                        <p:cTn id="353" dur="2000" fill="hold"/>
                                        <p:tgtEl>
                                          <p:spTgt spid="104"/>
                                        </p:tgtEl>
                                        <p:attrNameLst>
                                          <p:attrName>style.rotation</p:attrName>
                                        </p:attrNameLst>
                                      </p:cBhvr>
                                      <p:tavLst>
                                        <p:tav tm="0">
                                          <p:val>
                                            <p:fltVal val="90"/>
                                          </p:val>
                                        </p:tav>
                                        <p:tav tm="100000">
                                          <p:val>
                                            <p:fltVal val="0"/>
                                          </p:val>
                                        </p:tav>
                                      </p:tavLst>
                                    </p:anim>
                                    <p:animEffect transition="in" filter="fade">
                                      <p:cBhvr>
                                        <p:cTn id="354" dur="2000"/>
                                        <p:tgtEl>
                                          <p:spTgt spid="104"/>
                                        </p:tgtEl>
                                      </p:cBhvr>
                                    </p:animEffect>
                                  </p:childTnLst>
                                </p:cTn>
                              </p:par>
                            </p:childTnLst>
                          </p:cTn>
                        </p:par>
                        <p:par>
                          <p:cTn id="355" fill="hold">
                            <p:stCondLst>
                              <p:cond delay="2000"/>
                            </p:stCondLst>
                            <p:childTnLst>
                              <p:par>
                                <p:cTn id="356" presetID="22" presetClass="exit" presetSubtype="1" fill="hold" nodeType="afterEffect">
                                  <p:stCondLst>
                                    <p:cond delay="0"/>
                                  </p:stCondLst>
                                  <p:childTnLst>
                                    <p:animEffect transition="out" filter="wipe(up)">
                                      <p:cBhvr>
                                        <p:cTn id="357" dur="500"/>
                                        <p:tgtEl>
                                          <p:spTgt spid="99"/>
                                        </p:tgtEl>
                                      </p:cBhvr>
                                    </p:animEffect>
                                    <p:set>
                                      <p:cBhvr>
                                        <p:cTn id="358" dur="1" fill="hold">
                                          <p:stCondLst>
                                            <p:cond delay="499"/>
                                          </p:stCondLst>
                                        </p:cTn>
                                        <p:tgtEl>
                                          <p:spTgt spid="99"/>
                                        </p:tgtEl>
                                        <p:attrNameLst>
                                          <p:attrName>style.visibility</p:attrName>
                                        </p:attrNameLst>
                                      </p:cBhvr>
                                      <p:to>
                                        <p:strVal val="hidden"/>
                                      </p:to>
                                    </p:set>
                                  </p:childTnLst>
                                </p:cTn>
                              </p:par>
                              <p:par>
                                <p:cTn id="359" presetID="22" presetClass="entr" presetSubtype="8" fill="hold" nodeType="withEffect">
                                  <p:stCondLst>
                                    <p:cond delay="0"/>
                                  </p:stCondLst>
                                  <p:childTnLst>
                                    <p:set>
                                      <p:cBhvr>
                                        <p:cTn id="360" dur="1" fill="hold">
                                          <p:stCondLst>
                                            <p:cond delay="0"/>
                                          </p:stCondLst>
                                        </p:cTn>
                                        <p:tgtEl>
                                          <p:spTgt spid="97"/>
                                        </p:tgtEl>
                                        <p:attrNameLst>
                                          <p:attrName>style.visibility</p:attrName>
                                        </p:attrNameLst>
                                      </p:cBhvr>
                                      <p:to>
                                        <p:strVal val="visible"/>
                                      </p:to>
                                    </p:set>
                                    <p:animEffect transition="in" filter="wipe(left)">
                                      <p:cBhvr>
                                        <p:cTn id="361" dur="1000"/>
                                        <p:tgtEl>
                                          <p:spTgt spid="97"/>
                                        </p:tgtEl>
                                      </p:cBhvr>
                                    </p:animEffect>
                                  </p:childTnLst>
                                </p:cTn>
                              </p:par>
                            </p:childTnLst>
                          </p:cTn>
                        </p:par>
                      </p:childTnLst>
                    </p:cTn>
                  </p:par>
                  <p:par>
                    <p:cTn id="362" fill="hold">
                      <p:stCondLst>
                        <p:cond delay="indefinite"/>
                      </p:stCondLst>
                      <p:childTnLst>
                        <p:par>
                          <p:cTn id="363" fill="hold">
                            <p:stCondLst>
                              <p:cond delay="0"/>
                            </p:stCondLst>
                            <p:childTnLst>
                              <p:par>
                                <p:cTn id="364" presetID="27" presetClass="emph" presetSubtype="0" fill="remove" grpId="0" nodeType="clickEffect">
                                  <p:stCondLst>
                                    <p:cond delay="0"/>
                                  </p:stCondLst>
                                  <p:childTnLst>
                                    <p:animClr clrSpc="rgb" dir="cw">
                                      <p:cBhvr override="childStyle">
                                        <p:cTn id="365" dur="1000" autoRev="1" fill="remove"/>
                                        <p:tgtEl>
                                          <p:spTgt spid="52"/>
                                        </p:tgtEl>
                                        <p:attrNameLst>
                                          <p:attrName>style.color</p:attrName>
                                        </p:attrNameLst>
                                      </p:cBhvr>
                                      <p:to>
                                        <a:schemeClr val="bg1"/>
                                      </p:to>
                                    </p:animClr>
                                    <p:animClr clrSpc="rgb" dir="cw">
                                      <p:cBhvr>
                                        <p:cTn id="366" dur="1000" autoRev="1" fill="remove"/>
                                        <p:tgtEl>
                                          <p:spTgt spid="52"/>
                                        </p:tgtEl>
                                        <p:attrNameLst>
                                          <p:attrName>fillcolor</p:attrName>
                                        </p:attrNameLst>
                                      </p:cBhvr>
                                      <p:to>
                                        <a:schemeClr val="bg1"/>
                                      </p:to>
                                    </p:animClr>
                                    <p:set>
                                      <p:cBhvr>
                                        <p:cTn id="367" dur="1000" autoRev="1" fill="remove"/>
                                        <p:tgtEl>
                                          <p:spTgt spid="52"/>
                                        </p:tgtEl>
                                        <p:attrNameLst>
                                          <p:attrName>fill.type</p:attrName>
                                        </p:attrNameLst>
                                      </p:cBhvr>
                                      <p:to>
                                        <p:strVal val="solid"/>
                                      </p:to>
                                    </p:set>
                                    <p:set>
                                      <p:cBhvr>
                                        <p:cTn id="368" dur="1000" autoRev="1" fill="remove"/>
                                        <p:tgtEl>
                                          <p:spTgt spid="52"/>
                                        </p:tgtEl>
                                        <p:attrNameLst>
                                          <p:attrName>fill.on</p:attrName>
                                        </p:attrNameLst>
                                      </p:cBhvr>
                                      <p:to>
                                        <p:strVal val="true"/>
                                      </p:to>
                                    </p:set>
                                  </p:childTnLst>
                                </p:cTn>
                              </p:par>
                            </p:childTnLst>
                          </p:cTn>
                        </p:par>
                        <p:par>
                          <p:cTn id="369" fill="hold">
                            <p:stCondLst>
                              <p:cond delay="2000"/>
                            </p:stCondLst>
                            <p:childTnLst>
                              <p:par>
                                <p:cTn id="370" presetID="22" presetClass="exit" presetSubtype="1" fill="hold" nodeType="afterEffect">
                                  <p:stCondLst>
                                    <p:cond delay="0"/>
                                  </p:stCondLst>
                                  <p:childTnLst>
                                    <p:animEffect transition="out" filter="wipe(up)">
                                      <p:cBhvr>
                                        <p:cTn id="371" dur="500"/>
                                        <p:tgtEl>
                                          <p:spTgt spid="97"/>
                                        </p:tgtEl>
                                      </p:cBhvr>
                                    </p:animEffect>
                                    <p:set>
                                      <p:cBhvr>
                                        <p:cTn id="372" dur="1" fill="hold">
                                          <p:stCondLst>
                                            <p:cond delay="499"/>
                                          </p:stCondLst>
                                        </p:cTn>
                                        <p:tgtEl>
                                          <p:spTgt spid="97"/>
                                        </p:tgtEl>
                                        <p:attrNameLst>
                                          <p:attrName>style.visibility</p:attrName>
                                        </p:attrNameLst>
                                      </p:cBhvr>
                                      <p:to>
                                        <p:strVal val="hidden"/>
                                      </p:to>
                                    </p:set>
                                  </p:childTnLst>
                                </p:cTn>
                              </p:par>
                              <p:par>
                                <p:cTn id="373" presetID="22" presetClass="entr" presetSubtype="8" fill="hold" nodeType="withEffect">
                                  <p:stCondLst>
                                    <p:cond delay="0"/>
                                  </p:stCondLst>
                                  <p:childTnLst>
                                    <p:set>
                                      <p:cBhvr>
                                        <p:cTn id="374" dur="1" fill="hold">
                                          <p:stCondLst>
                                            <p:cond delay="0"/>
                                          </p:stCondLst>
                                        </p:cTn>
                                        <p:tgtEl>
                                          <p:spTgt spid="98"/>
                                        </p:tgtEl>
                                        <p:attrNameLst>
                                          <p:attrName>style.visibility</p:attrName>
                                        </p:attrNameLst>
                                      </p:cBhvr>
                                      <p:to>
                                        <p:strVal val="visible"/>
                                      </p:to>
                                    </p:set>
                                    <p:animEffect transition="in" filter="wipe(left)">
                                      <p:cBhvr>
                                        <p:cTn id="375" dur="1000"/>
                                        <p:tgtEl>
                                          <p:spTgt spid="98"/>
                                        </p:tgtEl>
                                      </p:cBhvr>
                                    </p:animEffect>
                                  </p:childTnLst>
                                </p:cTn>
                              </p:par>
                            </p:childTnLst>
                          </p:cTn>
                        </p:par>
                      </p:childTnLst>
                    </p:cTn>
                  </p:par>
                  <p:par>
                    <p:cTn id="376" fill="hold">
                      <p:stCondLst>
                        <p:cond delay="indefinite"/>
                      </p:stCondLst>
                      <p:childTnLst>
                        <p:par>
                          <p:cTn id="377" fill="hold">
                            <p:stCondLst>
                              <p:cond delay="0"/>
                            </p:stCondLst>
                            <p:childTnLst>
                              <p:par>
                                <p:cTn id="378" presetID="42" presetClass="entr" presetSubtype="0" fill="hold" grpId="0" nodeType="clickEffect">
                                  <p:stCondLst>
                                    <p:cond delay="0"/>
                                  </p:stCondLst>
                                  <p:childTnLst>
                                    <p:set>
                                      <p:cBhvr>
                                        <p:cTn id="379" dur="1" fill="hold">
                                          <p:stCondLst>
                                            <p:cond delay="0"/>
                                          </p:stCondLst>
                                        </p:cTn>
                                        <p:tgtEl>
                                          <p:spTgt spid="107"/>
                                        </p:tgtEl>
                                        <p:attrNameLst>
                                          <p:attrName>style.visibility</p:attrName>
                                        </p:attrNameLst>
                                      </p:cBhvr>
                                      <p:to>
                                        <p:strVal val="visible"/>
                                      </p:to>
                                    </p:set>
                                    <p:animEffect transition="in" filter="fade">
                                      <p:cBhvr>
                                        <p:cTn id="380" dur="1000"/>
                                        <p:tgtEl>
                                          <p:spTgt spid="107"/>
                                        </p:tgtEl>
                                      </p:cBhvr>
                                    </p:animEffect>
                                    <p:anim calcmode="lin" valueType="num">
                                      <p:cBhvr>
                                        <p:cTn id="381" dur="1000" fill="hold"/>
                                        <p:tgtEl>
                                          <p:spTgt spid="107"/>
                                        </p:tgtEl>
                                        <p:attrNameLst>
                                          <p:attrName>ppt_x</p:attrName>
                                        </p:attrNameLst>
                                      </p:cBhvr>
                                      <p:tavLst>
                                        <p:tav tm="0">
                                          <p:val>
                                            <p:strVal val="#ppt_x"/>
                                          </p:val>
                                        </p:tav>
                                        <p:tav tm="100000">
                                          <p:val>
                                            <p:strVal val="#ppt_x"/>
                                          </p:val>
                                        </p:tav>
                                      </p:tavLst>
                                    </p:anim>
                                    <p:anim calcmode="lin" valueType="num">
                                      <p:cBhvr>
                                        <p:cTn id="382" dur="1000" fill="hold"/>
                                        <p:tgtEl>
                                          <p:spTgt spid="107"/>
                                        </p:tgtEl>
                                        <p:attrNameLst>
                                          <p:attrName>ppt_y</p:attrName>
                                        </p:attrNameLst>
                                      </p:cBhvr>
                                      <p:tavLst>
                                        <p:tav tm="0">
                                          <p:val>
                                            <p:strVal val="#ppt_y+.1"/>
                                          </p:val>
                                        </p:tav>
                                        <p:tav tm="100000">
                                          <p:val>
                                            <p:strVal val="#ppt_y"/>
                                          </p:val>
                                        </p:tav>
                                      </p:tavLst>
                                    </p:anim>
                                  </p:childTnLst>
                                </p:cTn>
                              </p:par>
                            </p:childTnLst>
                          </p:cTn>
                        </p:par>
                        <p:par>
                          <p:cTn id="383" fill="hold">
                            <p:stCondLst>
                              <p:cond delay="1000"/>
                            </p:stCondLst>
                            <p:childTnLst>
                              <p:par>
                                <p:cTn id="384" presetID="47" presetClass="entr" presetSubtype="0" fill="hold" grpId="0" nodeType="afterEffect">
                                  <p:stCondLst>
                                    <p:cond delay="0"/>
                                  </p:stCondLst>
                                  <p:childTnLst>
                                    <p:set>
                                      <p:cBhvr>
                                        <p:cTn id="385" dur="1" fill="hold">
                                          <p:stCondLst>
                                            <p:cond delay="0"/>
                                          </p:stCondLst>
                                        </p:cTn>
                                        <p:tgtEl>
                                          <p:spTgt spid="113"/>
                                        </p:tgtEl>
                                        <p:attrNameLst>
                                          <p:attrName>style.visibility</p:attrName>
                                        </p:attrNameLst>
                                      </p:cBhvr>
                                      <p:to>
                                        <p:strVal val="visible"/>
                                      </p:to>
                                    </p:set>
                                    <p:animEffect transition="in" filter="fade">
                                      <p:cBhvr>
                                        <p:cTn id="386" dur="2000"/>
                                        <p:tgtEl>
                                          <p:spTgt spid="113"/>
                                        </p:tgtEl>
                                      </p:cBhvr>
                                    </p:animEffect>
                                    <p:anim calcmode="lin" valueType="num">
                                      <p:cBhvr>
                                        <p:cTn id="387" dur="2000" fill="hold"/>
                                        <p:tgtEl>
                                          <p:spTgt spid="113"/>
                                        </p:tgtEl>
                                        <p:attrNameLst>
                                          <p:attrName>ppt_x</p:attrName>
                                        </p:attrNameLst>
                                      </p:cBhvr>
                                      <p:tavLst>
                                        <p:tav tm="0">
                                          <p:val>
                                            <p:strVal val="#ppt_x"/>
                                          </p:val>
                                        </p:tav>
                                        <p:tav tm="100000">
                                          <p:val>
                                            <p:strVal val="#ppt_x"/>
                                          </p:val>
                                        </p:tav>
                                      </p:tavLst>
                                    </p:anim>
                                    <p:anim calcmode="lin" valueType="num">
                                      <p:cBhvr>
                                        <p:cTn id="388" dur="2000" fill="hold"/>
                                        <p:tgtEl>
                                          <p:spTgt spid="113"/>
                                        </p:tgtEl>
                                        <p:attrNameLst>
                                          <p:attrName>ppt_y</p:attrName>
                                        </p:attrNameLst>
                                      </p:cBhvr>
                                      <p:tavLst>
                                        <p:tav tm="0">
                                          <p:val>
                                            <p:strVal val="#ppt_y-.1"/>
                                          </p:val>
                                        </p:tav>
                                        <p:tav tm="100000">
                                          <p:val>
                                            <p:strVal val="#ppt_y"/>
                                          </p:val>
                                        </p:tav>
                                      </p:tavLst>
                                    </p:anim>
                                  </p:childTnLst>
                                </p:cTn>
                              </p:par>
                            </p:childTnLst>
                          </p:cTn>
                        </p:par>
                        <p:par>
                          <p:cTn id="389" fill="hold">
                            <p:stCondLst>
                              <p:cond delay="3000"/>
                            </p:stCondLst>
                            <p:childTnLst>
                              <p:par>
                                <p:cTn id="390" presetID="22" presetClass="entr" presetSubtype="8" fill="hold" nodeType="afterEffect">
                                  <p:stCondLst>
                                    <p:cond delay="0"/>
                                  </p:stCondLst>
                                  <p:childTnLst>
                                    <p:set>
                                      <p:cBhvr>
                                        <p:cTn id="391" dur="1" fill="hold">
                                          <p:stCondLst>
                                            <p:cond delay="0"/>
                                          </p:stCondLst>
                                        </p:cTn>
                                        <p:tgtEl>
                                          <p:spTgt spid="108"/>
                                        </p:tgtEl>
                                        <p:attrNameLst>
                                          <p:attrName>style.visibility</p:attrName>
                                        </p:attrNameLst>
                                      </p:cBhvr>
                                      <p:to>
                                        <p:strVal val="visible"/>
                                      </p:to>
                                    </p:set>
                                    <p:animEffect transition="in" filter="wipe(left)">
                                      <p:cBhvr>
                                        <p:cTn id="392" dur="1000"/>
                                        <p:tgtEl>
                                          <p:spTgt spid="108"/>
                                        </p:tgtEl>
                                      </p:cBhvr>
                                    </p:animEffect>
                                  </p:childTnLst>
                                </p:cTn>
                              </p:par>
                            </p:childTnLst>
                          </p:cTn>
                        </p:par>
                      </p:childTnLst>
                    </p:cTn>
                  </p:par>
                  <p:par>
                    <p:cTn id="393" fill="hold">
                      <p:stCondLst>
                        <p:cond delay="indefinite"/>
                      </p:stCondLst>
                      <p:childTnLst>
                        <p:par>
                          <p:cTn id="394" fill="hold">
                            <p:stCondLst>
                              <p:cond delay="0"/>
                            </p:stCondLst>
                            <p:childTnLst>
                              <p:par>
                                <p:cTn id="395" presetID="6" presetClass="emph" presetSubtype="0" autoRev="1" fill="hold" grpId="1" nodeType="clickEffect">
                                  <p:stCondLst>
                                    <p:cond delay="0"/>
                                  </p:stCondLst>
                                  <p:childTnLst>
                                    <p:animScale>
                                      <p:cBhvr>
                                        <p:cTn id="396" dur="500" fill="hold"/>
                                        <p:tgtEl>
                                          <p:spTgt spid="52"/>
                                        </p:tgtEl>
                                      </p:cBhvr>
                                      <p:by x="150000" y="150000"/>
                                    </p:animScale>
                                  </p:childTnLst>
                                </p:cTn>
                              </p:par>
                            </p:childTnLst>
                          </p:cTn>
                        </p:par>
                        <p:par>
                          <p:cTn id="397" fill="hold">
                            <p:stCondLst>
                              <p:cond delay="1000"/>
                            </p:stCondLst>
                            <p:childTnLst>
                              <p:par>
                                <p:cTn id="398" presetID="1" presetClass="emph" presetSubtype="2" fill="hold" nodeType="afterEffect">
                                  <p:stCondLst>
                                    <p:cond delay="0"/>
                                  </p:stCondLst>
                                  <p:childTnLst>
                                    <p:animClr clrSpc="rgb" dir="cw">
                                      <p:cBhvr>
                                        <p:cTn id="399" dur="1000" fill="hold"/>
                                        <p:tgtEl>
                                          <p:spTgt spid="52"/>
                                        </p:tgtEl>
                                        <p:attrNameLst>
                                          <p:attrName>fillcolor</p:attrName>
                                        </p:attrNameLst>
                                      </p:cBhvr>
                                      <p:to>
                                        <a:srgbClr val="FFF2CC"/>
                                      </p:to>
                                    </p:animClr>
                                    <p:set>
                                      <p:cBhvr>
                                        <p:cTn id="400" dur="1000" fill="hold"/>
                                        <p:tgtEl>
                                          <p:spTgt spid="52"/>
                                        </p:tgtEl>
                                        <p:attrNameLst>
                                          <p:attrName>fill.type</p:attrName>
                                        </p:attrNameLst>
                                      </p:cBhvr>
                                      <p:to>
                                        <p:strVal val="solid"/>
                                      </p:to>
                                    </p:set>
                                    <p:set>
                                      <p:cBhvr>
                                        <p:cTn id="401" dur="1000" fill="hold"/>
                                        <p:tgtEl>
                                          <p:spTgt spid="52"/>
                                        </p:tgtEl>
                                        <p:attrNameLst>
                                          <p:attrName>fill.on</p:attrName>
                                        </p:attrNameLst>
                                      </p:cBhvr>
                                      <p:to>
                                        <p:strVal val="true"/>
                                      </p:to>
                                    </p:set>
                                  </p:childTnLst>
                                </p:cTn>
                              </p:par>
                            </p:childTnLst>
                          </p:cTn>
                        </p:par>
                        <p:par>
                          <p:cTn id="402" fill="hold">
                            <p:stCondLst>
                              <p:cond delay="2000"/>
                            </p:stCondLst>
                            <p:childTnLst>
                              <p:par>
                                <p:cTn id="403" presetID="1" presetClass="entr" presetSubtype="0" fill="hold" grpId="0" nodeType="afterEffect">
                                  <p:stCondLst>
                                    <p:cond delay="0"/>
                                  </p:stCondLst>
                                  <p:childTnLst>
                                    <p:set>
                                      <p:cBhvr>
                                        <p:cTn id="404" dur="1" fill="hold">
                                          <p:stCondLst>
                                            <p:cond delay="0"/>
                                          </p:stCondLst>
                                        </p:cTn>
                                        <p:tgtEl>
                                          <p:spTgt spid="197"/>
                                        </p:tgtEl>
                                        <p:attrNameLst>
                                          <p:attrName>style.visibility</p:attrName>
                                        </p:attrNameLst>
                                      </p:cBhvr>
                                      <p:to>
                                        <p:strVal val="visible"/>
                                      </p:to>
                                    </p:set>
                                  </p:childTnLst>
                                </p:cTn>
                              </p:par>
                            </p:childTnLst>
                          </p:cTn>
                        </p:par>
                        <p:par>
                          <p:cTn id="405" fill="hold">
                            <p:stCondLst>
                              <p:cond delay="2000"/>
                            </p:stCondLst>
                            <p:childTnLst>
                              <p:par>
                                <p:cTn id="406" presetID="42" presetClass="path" presetSubtype="0" accel="50000" decel="50000" fill="hold" grpId="1" nodeType="afterEffect">
                                  <p:stCondLst>
                                    <p:cond delay="0"/>
                                  </p:stCondLst>
                                  <p:childTnLst>
                                    <p:animMotion origin="layout" path="M -3.33333E-6 3.33333E-6 L 0.18008 0.21852 " pathEditMode="relative" rAng="0" ptsTypes="AA">
                                      <p:cBhvr>
                                        <p:cTn id="407" dur="1000" fill="hold"/>
                                        <p:tgtEl>
                                          <p:spTgt spid="197"/>
                                        </p:tgtEl>
                                        <p:attrNameLst>
                                          <p:attrName>ppt_x</p:attrName>
                                          <p:attrName>ppt_y</p:attrName>
                                        </p:attrNameLst>
                                      </p:cBhvr>
                                      <p:rCtr x="8997" y="10926"/>
                                    </p:animMotion>
                                  </p:childTnLst>
                                </p:cTn>
                              </p:par>
                            </p:childTnLst>
                          </p:cTn>
                        </p:par>
                        <p:par>
                          <p:cTn id="408" fill="hold">
                            <p:stCondLst>
                              <p:cond delay="6000"/>
                            </p:stCondLst>
                            <p:childTnLst>
                              <p:par>
                                <p:cTn id="409" presetID="22" presetClass="exit" presetSubtype="1" fill="hold" nodeType="afterEffect">
                                  <p:stCondLst>
                                    <p:cond delay="0"/>
                                  </p:stCondLst>
                                  <p:childTnLst>
                                    <p:animEffect transition="out" filter="wipe(up)">
                                      <p:cBhvr>
                                        <p:cTn id="410" dur="500"/>
                                        <p:tgtEl>
                                          <p:spTgt spid="108"/>
                                        </p:tgtEl>
                                      </p:cBhvr>
                                    </p:animEffect>
                                    <p:set>
                                      <p:cBhvr>
                                        <p:cTn id="411" dur="1" fill="hold">
                                          <p:stCondLst>
                                            <p:cond delay="499"/>
                                          </p:stCondLst>
                                        </p:cTn>
                                        <p:tgtEl>
                                          <p:spTgt spid="108"/>
                                        </p:tgtEl>
                                        <p:attrNameLst>
                                          <p:attrName>style.visibility</p:attrName>
                                        </p:attrNameLst>
                                      </p:cBhvr>
                                      <p:to>
                                        <p:strVal val="hidden"/>
                                      </p:to>
                                    </p:set>
                                  </p:childTnLst>
                                </p:cTn>
                              </p:par>
                              <p:par>
                                <p:cTn id="412" presetID="22" presetClass="entr" presetSubtype="8" fill="hold" nodeType="withEffect">
                                  <p:stCondLst>
                                    <p:cond delay="0"/>
                                  </p:stCondLst>
                                  <p:childTnLst>
                                    <p:set>
                                      <p:cBhvr>
                                        <p:cTn id="413" dur="1" fill="hold">
                                          <p:stCondLst>
                                            <p:cond delay="0"/>
                                          </p:stCondLst>
                                        </p:cTn>
                                        <p:tgtEl>
                                          <p:spTgt spid="109"/>
                                        </p:tgtEl>
                                        <p:attrNameLst>
                                          <p:attrName>style.visibility</p:attrName>
                                        </p:attrNameLst>
                                      </p:cBhvr>
                                      <p:to>
                                        <p:strVal val="visible"/>
                                      </p:to>
                                    </p:set>
                                    <p:animEffect transition="in" filter="wipe(left)">
                                      <p:cBhvr>
                                        <p:cTn id="414" dur="1000"/>
                                        <p:tgtEl>
                                          <p:spTgt spid="109"/>
                                        </p:tgtEl>
                                      </p:cBhvr>
                                    </p:animEffect>
                                  </p:childTnLst>
                                </p:cTn>
                              </p:par>
                            </p:childTnLst>
                          </p:cTn>
                        </p:par>
                      </p:childTnLst>
                    </p:cTn>
                  </p:par>
                  <p:par>
                    <p:cTn id="415" fill="hold">
                      <p:stCondLst>
                        <p:cond delay="indefinite"/>
                      </p:stCondLst>
                      <p:childTnLst>
                        <p:par>
                          <p:cTn id="416" fill="hold">
                            <p:stCondLst>
                              <p:cond delay="0"/>
                            </p:stCondLst>
                            <p:childTnLst>
                              <p:par>
                                <p:cTn id="417" presetID="31" presetClass="entr" presetSubtype="0" fill="hold" nodeType="clickEffect">
                                  <p:stCondLst>
                                    <p:cond delay="0"/>
                                  </p:stCondLst>
                                  <p:childTnLst>
                                    <p:set>
                                      <p:cBhvr>
                                        <p:cTn id="418" dur="1" fill="hold">
                                          <p:stCondLst>
                                            <p:cond delay="0"/>
                                          </p:stCondLst>
                                        </p:cTn>
                                        <p:tgtEl>
                                          <p:spTgt spid="114"/>
                                        </p:tgtEl>
                                        <p:attrNameLst>
                                          <p:attrName>style.visibility</p:attrName>
                                        </p:attrNameLst>
                                      </p:cBhvr>
                                      <p:to>
                                        <p:strVal val="visible"/>
                                      </p:to>
                                    </p:set>
                                    <p:anim calcmode="lin" valueType="num">
                                      <p:cBhvr>
                                        <p:cTn id="419" dur="2000" fill="hold"/>
                                        <p:tgtEl>
                                          <p:spTgt spid="114"/>
                                        </p:tgtEl>
                                        <p:attrNameLst>
                                          <p:attrName>ppt_w</p:attrName>
                                        </p:attrNameLst>
                                      </p:cBhvr>
                                      <p:tavLst>
                                        <p:tav tm="0">
                                          <p:val>
                                            <p:fltVal val="0"/>
                                          </p:val>
                                        </p:tav>
                                        <p:tav tm="100000">
                                          <p:val>
                                            <p:strVal val="#ppt_w"/>
                                          </p:val>
                                        </p:tav>
                                      </p:tavLst>
                                    </p:anim>
                                    <p:anim calcmode="lin" valueType="num">
                                      <p:cBhvr>
                                        <p:cTn id="420" dur="2000" fill="hold"/>
                                        <p:tgtEl>
                                          <p:spTgt spid="114"/>
                                        </p:tgtEl>
                                        <p:attrNameLst>
                                          <p:attrName>ppt_h</p:attrName>
                                        </p:attrNameLst>
                                      </p:cBhvr>
                                      <p:tavLst>
                                        <p:tav tm="0">
                                          <p:val>
                                            <p:fltVal val="0"/>
                                          </p:val>
                                        </p:tav>
                                        <p:tav tm="100000">
                                          <p:val>
                                            <p:strVal val="#ppt_h"/>
                                          </p:val>
                                        </p:tav>
                                      </p:tavLst>
                                    </p:anim>
                                    <p:anim calcmode="lin" valueType="num">
                                      <p:cBhvr>
                                        <p:cTn id="421" dur="2000" fill="hold"/>
                                        <p:tgtEl>
                                          <p:spTgt spid="114"/>
                                        </p:tgtEl>
                                        <p:attrNameLst>
                                          <p:attrName>style.rotation</p:attrName>
                                        </p:attrNameLst>
                                      </p:cBhvr>
                                      <p:tavLst>
                                        <p:tav tm="0">
                                          <p:val>
                                            <p:fltVal val="90"/>
                                          </p:val>
                                        </p:tav>
                                        <p:tav tm="100000">
                                          <p:val>
                                            <p:fltVal val="0"/>
                                          </p:val>
                                        </p:tav>
                                      </p:tavLst>
                                    </p:anim>
                                    <p:animEffect transition="in" filter="fade">
                                      <p:cBhvr>
                                        <p:cTn id="422" dur="2000"/>
                                        <p:tgtEl>
                                          <p:spTgt spid="114"/>
                                        </p:tgtEl>
                                      </p:cBhvr>
                                    </p:animEffect>
                                  </p:childTnLst>
                                </p:cTn>
                              </p:par>
                            </p:childTnLst>
                          </p:cTn>
                        </p:par>
                      </p:childTnLst>
                    </p:cTn>
                  </p:par>
                  <p:par>
                    <p:cTn id="423" fill="hold">
                      <p:stCondLst>
                        <p:cond delay="indefinite"/>
                      </p:stCondLst>
                      <p:childTnLst>
                        <p:par>
                          <p:cTn id="424" fill="hold">
                            <p:stCondLst>
                              <p:cond delay="0"/>
                            </p:stCondLst>
                            <p:childTnLst>
                              <p:par>
                                <p:cTn id="425" presetID="22" presetClass="exit" presetSubtype="1" fill="hold" nodeType="clickEffect">
                                  <p:stCondLst>
                                    <p:cond delay="0"/>
                                  </p:stCondLst>
                                  <p:childTnLst>
                                    <p:animEffect transition="out" filter="wipe(up)">
                                      <p:cBhvr>
                                        <p:cTn id="426" dur="500"/>
                                        <p:tgtEl>
                                          <p:spTgt spid="109"/>
                                        </p:tgtEl>
                                      </p:cBhvr>
                                    </p:animEffect>
                                    <p:set>
                                      <p:cBhvr>
                                        <p:cTn id="427" dur="1" fill="hold">
                                          <p:stCondLst>
                                            <p:cond delay="499"/>
                                          </p:stCondLst>
                                        </p:cTn>
                                        <p:tgtEl>
                                          <p:spTgt spid="109"/>
                                        </p:tgtEl>
                                        <p:attrNameLst>
                                          <p:attrName>style.visibility</p:attrName>
                                        </p:attrNameLst>
                                      </p:cBhvr>
                                      <p:to>
                                        <p:strVal val="hidden"/>
                                      </p:to>
                                    </p:set>
                                  </p:childTnLst>
                                </p:cTn>
                              </p:par>
                              <p:par>
                                <p:cTn id="428" presetID="22" presetClass="entr" presetSubtype="8" fill="hold" nodeType="withEffect">
                                  <p:stCondLst>
                                    <p:cond delay="0"/>
                                  </p:stCondLst>
                                  <p:childTnLst>
                                    <p:set>
                                      <p:cBhvr>
                                        <p:cTn id="429" dur="1" fill="hold">
                                          <p:stCondLst>
                                            <p:cond delay="0"/>
                                          </p:stCondLst>
                                        </p:cTn>
                                        <p:tgtEl>
                                          <p:spTgt spid="110"/>
                                        </p:tgtEl>
                                        <p:attrNameLst>
                                          <p:attrName>style.visibility</p:attrName>
                                        </p:attrNameLst>
                                      </p:cBhvr>
                                      <p:to>
                                        <p:strVal val="visible"/>
                                      </p:to>
                                    </p:set>
                                    <p:animEffect transition="in" filter="wipe(left)">
                                      <p:cBhvr>
                                        <p:cTn id="430" dur="1000"/>
                                        <p:tgtEl>
                                          <p:spTgt spid="110"/>
                                        </p:tgtEl>
                                      </p:cBhvr>
                                    </p:animEffect>
                                  </p:childTnLst>
                                </p:cTn>
                              </p:par>
                            </p:childTnLst>
                          </p:cTn>
                        </p:par>
                      </p:childTnLst>
                    </p:cTn>
                  </p:par>
                  <p:par>
                    <p:cTn id="431" fill="hold">
                      <p:stCondLst>
                        <p:cond delay="indefinite"/>
                      </p:stCondLst>
                      <p:childTnLst>
                        <p:par>
                          <p:cTn id="432" fill="hold">
                            <p:stCondLst>
                              <p:cond delay="0"/>
                            </p:stCondLst>
                            <p:childTnLst>
                              <p:par>
                                <p:cTn id="433" presetID="27" presetClass="emph" presetSubtype="0" fill="remove" grpId="1" nodeType="clickEffect">
                                  <p:stCondLst>
                                    <p:cond delay="0"/>
                                  </p:stCondLst>
                                  <p:childTnLst>
                                    <p:animClr clrSpc="rgb" dir="cw">
                                      <p:cBhvr override="childStyle">
                                        <p:cTn id="434" dur="1000" autoRev="1" fill="remove"/>
                                        <p:tgtEl>
                                          <p:spTgt spid="53"/>
                                        </p:tgtEl>
                                        <p:attrNameLst>
                                          <p:attrName>style.color</p:attrName>
                                        </p:attrNameLst>
                                      </p:cBhvr>
                                      <p:to>
                                        <a:schemeClr val="bg1"/>
                                      </p:to>
                                    </p:animClr>
                                    <p:animClr clrSpc="rgb" dir="cw">
                                      <p:cBhvr>
                                        <p:cTn id="435" dur="1000" autoRev="1" fill="remove"/>
                                        <p:tgtEl>
                                          <p:spTgt spid="53"/>
                                        </p:tgtEl>
                                        <p:attrNameLst>
                                          <p:attrName>fillcolor</p:attrName>
                                        </p:attrNameLst>
                                      </p:cBhvr>
                                      <p:to>
                                        <a:schemeClr val="bg1"/>
                                      </p:to>
                                    </p:animClr>
                                    <p:set>
                                      <p:cBhvr>
                                        <p:cTn id="436" dur="1000" autoRev="1" fill="remove"/>
                                        <p:tgtEl>
                                          <p:spTgt spid="53"/>
                                        </p:tgtEl>
                                        <p:attrNameLst>
                                          <p:attrName>fill.type</p:attrName>
                                        </p:attrNameLst>
                                      </p:cBhvr>
                                      <p:to>
                                        <p:strVal val="solid"/>
                                      </p:to>
                                    </p:set>
                                    <p:set>
                                      <p:cBhvr>
                                        <p:cTn id="437" dur="1000" autoRev="1" fill="remove"/>
                                        <p:tgtEl>
                                          <p:spTgt spid="53"/>
                                        </p:tgtEl>
                                        <p:attrNameLst>
                                          <p:attrName>fill.on</p:attrName>
                                        </p:attrNameLst>
                                      </p:cBhvr>
                                      <p:to>
                                        <p:strVal val="true"/>
                                      </p:to>
                                    </p:set>
                                  </p:childTnLst>
                                </p:cTn>
                              </p:par>
                            </p:childTnLst>
                          </p:cTn>
                        </p:par>
                        <p:par>
                          <p:cTn id="438" fill="hold">
                            <p:stCondLst>
                              <p:cond delay="2000"/>
                            </p:stCondLst>
                            <p:childTnLst>
                              <p:par>
                                <p:cTn id="439" presetID="22" presetClass="exit" presetSubtype="1" fill="hold" nodeType="afterEffect">
                                  <p:stCondLst>
                                    <p:cond delay="0"/>
                                  </p:stCondLst>
                                  <p:childTnLst>
                                    <p:animEffect transition="out" filter="wipe(up)">
                                      <p:cBhvr>
                                        <p:cTn id="440" dur="500"/>
                                        <p:tgtEl>
                                          <p:spTgt spid="110"/>
                                        </p:tgtEl>
                                      </p:cBhvr>
                                    </p:animEffect>
                                    <p:set>
                                      <p:cBhvr>
                                        <p:cTn id="441" dur="1" fill="hold">
                                          <p:stCondLst>
                                            <p:cond delay="499"/>
                                          </p:stCondLst>
                                        </p:cTn>
                                        <p:tgtEl>
                                          <p:spTgt spid="110"/>
                                        </p:tgtEl>
                                        <p:attrNameLst>
                                          <p:attrName>style.visibility</p:attrName>
                                        </p:attrNameLst>
                                      </p:cBhvr>
                                      <p:to>
                                        <p:strVal val="hidden"/>
                                      </p:to>
                                    </p:set>
                                  </p:childTnLst>
                                </p:cTn>
                              </p:par>
                              <p:par>
                                <p:cTn id="442" presetID="22" presetClass="entr" presetSubtype="8" fill="hold" nodeType="withEffect">
                                  <p:stCondLst>
                                    <p:cond delay="0"/>
                                  </p:stCondLst>
                                  <p:childTnLst>
                                    <p:set>
                                      <p:cBhvr>
                                        <p:cTn id="443" dur="1" fill="hold">
                                          <p:stCondLst>
                                            <p:cond delay="0"/>
                                          </p:stCondLst>
                                        </p:cTn>
                                        <p:tgtEl>
                                          <p:spTgt spid="112"/>
                                        </p:tgtEl>
                                        <p:attrNameLst>
                                          <p:attrName>style.visibility</p:attrName>
                                        </p:attrNameLst>
                                      </p:cBhvr>
                                      <p:to>
                                        <p:strVal val="visible"/>
                                      </p:to>
                                    </p:set>
                                    <p:animEffect transition="in" filter="wipe(left)">
                                      <p:cBhvr>
                                        <p:cTn id="444" dur="1000"/>
                                        <p:tgtEl>
                                          <p:spTgt spid="112"/>
                                        </p:tgtEl>
                                      </p:cBhvr>
                                    </p:animEffect>
                                  </p:childTnLst>
                                </p:cTn>
                              </p:par>
                            </p:childTnLst>
                          </p:cTn>
                        </p:par>
                      </p:childTnLst>
                    </p:cTn>
                  </p:par>
                  <p:par>
                    <p:cTn id="445" fill="hold">
                      <p:stCondLst>
                        <p:cond delay="indefinite"/>
                      </p:stCondLst>
                      <p:childTnLst>
                        <p:par>
                          <p:cTn id="446" fill="hold">
                            <p:stCondLst>
                              <p:cond delay="0"/>
                            </p:stCondLst>
                            <p:childTnLst>
                              <p:par>
                                <p:cTn id="447" presetID="31" presetClass="entr" presetSubtype="0" fill="hold" nodeType="clickEffect">
                                  <p:stCondLst>
                                    <p:cond delay="0"/>
                                  </p:stCondLst>
                                  <p:childTnLst>
                                    <p:set>
                                      <p:cBhvr>
                                        <p:cTn id="448" dur="1" fill="hold">
                                          <p:stCondLst>
                                            <p:cond delay="0"/>
                                          </p:stCondLst>
                                        </p:cTn>
                                        <p:tgtEl>
                                          <p:spTgt spid="117"/>
                                        </p:tgtEl>
                                        <p:attrNameLst>
                                          <p:attrName>style.visibility</p:attrName>
                                        </p:attrNameLst>
                                      </p:cBhvr>
                                      <p:to>
                                        <p:strVal val="visible"/>
                                      </p:to>
                                    </p:set>
                                    <p:anim calcmode="lin" valueType="num">
                                      <p:cBhvr>
                                        <p:cTn id="449" dur="2000" fill="hold"/>
                                        <p:tgtEl>
                                          <p:spTgt spid="117"/>
                                        </p:tgtEl>
                                        <p:attrNameLst>
                                          <p:attrName>ppt_w</p:attrName>
                                        </p:attrNameLst>
                                      </p:cBhvr>
                                      <p:tavLst>
                                        <p:tav tm="0">
                                          <p:val>
                                            <p:fltVal val="0"/>
                                          </p:val>
                                        </p:tav>
                                        <p:tav tm="100000">
                                          <p:val>
                                            <p:strVal val="#ppt_w"/>
                                          </p:val>
                                        </p:tav>
                                      </p:tavLst>
                                    </p:anim>
                                    <p:anim calcmode="lin" valueType="num">
                                      <p:cBhvr>
                                        <p:cTn id="450" dur="2000" fill="hold"/>
                                        <p:tgtEl>
                                          <p:spTgt spid="117"/>
                                        </p:tgtEl>
                                        <p:attrNameLst>
                                          <p:attrName>ppt_h</p:attrName>
                                        </p:attrNameLst>
                                      </p:cBhvr>
                                      <p:tavLst>
                                        <p:tav tm="0">
                                          <p:val>
                                            <p:fltVal val="0"/>
                                          </p:val>
                                        </p:tav>
                                        <p:tav tm="100000">
                                          <p:val>
                                            <p:strVal val="#ppt_h"/>
                                          </p:val>
                                        </p:tav>
                                      </p:tavLst>
                                    </p:anim>
                                    <p:anim calcmode="lin" valueType="num">
                                      <p:cBhvr>
                                        <p:cTn id="451" dur="2000" fill="hold"/>
                                        <p:tgtEl>
                                          <p:spTgt spid="117"/>
                                        </p:tgtEl>
                                        <p:attrNameLst>
                                          <p:attrName>style.rotation</p:attrName>
                                        </p:attrNameLst>
                                      </p:cBhvr>
                                      <p:tavLst>
                                        <p:tav tm="0">
                                          <p:val>
                                            <p:fltVal val="90"/>
                                          </p:val>
                                        </p:tav>
                                        <p:tav tm="100000">
                                          <p:val>
                                            <p:fltVal val="0"/>
                                          </p:val>
                                        </p:tav>
                                      </p:tavLst>
                                    </p:anim>
                                    <p:animEffect transition="in" filter="fade">
                                      <p:cBhvr>
                                        <p:cTn id="452" dur="2000"/>
                                        <p:tgtEl>
                                          <p:spTgt spid="117"/>
                                        </p:tgtEl>
                                      </p:cBhvr>
                                    </p:animEffect>
                                  </p:childTnLst>
                                </p:cTn>
                              </p:par>
                            </p:childTnLst>
                          </p:cTn>
                        </p:par>
                        <p:par>
                          <p:cTn id="453" fill="hold">
                            <p:stCondLst>
                              <p:cond delay="2000"/>
                            </p:stCondLst>
                            <p:childTnLst>
                              <p:par>
                                <p:cTn id="454" presetID="22" presetClass="exit" presetSubtype="1" fill="hold" nodeType="afterEffect">
                                  <p:stCondLst>
                                    <p:cond delay="0"/>
                                  </p:stCondLst>
                                  <p:childTnLst>
                                    <p:animEffect transition="out" filter="wipe(up)">
                                      <p:cBhvr>
                                        <p:cTn id="455" dur="500"/>
                                        <p:tgtEl>
                                          <p:spTgt spid="112"/>
                                        </p:tgtEl>
                                      </p:cBhvr>
                                    </p:animEffect>
                                    <p:set>
                                      <p:cBhvr>
                                        <p:cTn id="456" dur="1" fill="hold">
                                          <p:stCondLst>
                                            <p:cond delay="499"/>
                                          </p:stCondLst>
                                        </p:cTn>
                                        <p:tgtEl>
                                          <p:spTgt spid="112"/>
                                        </p:tgtEl>
                                        <p:attrNameLst>
                                          <p:attrName>style.visibility</p:attrName>
                                        </p:attrNameLst>
                                      </p:cBhvr>
                                      <p:to>
                                        <p:strVal val="hidden"/>
                                      </p:to>
                                    </p:set>
                                  </p:childTnLst>
                                </p:cTn>
                              </p:par>
                              <p:par>
                                <p:cTn id="457" presetID="22" presetClass="entr" presetSubtype="8" fill="hold" nodeType="withEffect">
                                  <p:stCondLst>
                                    <p:cond delay="0"/>
                                  </p:stCondLst>
                                  <p:childTnLst>
                                    <p:set>
                                      <p:cBhvr>
                                        <p:cTn id="458" dur="1" fill="hold">
                                          <p:stCondLst>
                                            <p:cond delay="0"/>
                                          </p:stCondLst>
                                        </p:cTn>
                                        <p:tgtEl>
                                          <p:spTgt spid="110"/>
                                        </p:tgtEl>
                                        <p:attrNameLst>
                                          <p:attrName>style.visibility</p:attrName>
                                        </p:attrNameLst>
                                      </p:cBhvr>
                                      <p:to>
                                        <p:strVal val="visible"/>
                                      </p:to>
                                    </p:set>
                                    <p:animEffect transition="in" filter="wipe(left)">
                                      <p:cBhvr>
                                        <p:cTn id="459" dur="1000"/>
                                        <p:tgtEl>
                                          <p:spTgt spid="110"/>
                                        </p:tgtEl>
                                      </p:cBhvr>
                                    </p:animEffect>
                                  </p:childTnLst>
                                </p:cTn>
                              </p:par>
                            </p:childTnLst>
                          </p:cTn>
                        </p:par>
                      </p:childTnLst>
                    </p:cTn>
                  </p:par>
                  <p:par>
                    <p:cTn id="460" fill="hold">
                      <p:stCondLst>
                        <p:cond delay="indefinite"/>
                      </p:stCondLst>
                      <p:childTnLst>
                        <p:par>
                          <p:cTn id="461" fill="hold">
                            <p:stCondLst>
                              <p:cond delay="0"/>
                            </p:stCondLst>
                            <p:childTnLst>
                              <p:par>
                                <p:cTn id="462" presetID="27" presetClass="emph" presetSubtype="0" fill="remove" grpId="2" nodeType="clickEffect">
                                  <p:stCondLst>
                                    <p:cond delay="0"/>
                                  </p:stCondLst>
                                  <p:childTnLst>
                                    <p:animClr clrSpc="rgb" dir="cw">
                                      <p:cBhvr override="childStyle">
                                        <p:cTn id="463" dur="1000" autoRev="1" fill="remove"/>
                                        <p:tgtEl>
                                          <p:spTgt spid="55"/>
                                        </p:tgtEl>
                                        <p:attrNameLst>
                                          <p:attrName>style.color</p:attrName>
                                        </p:attrNameLst>
                                      </p:cBhvr>
                                      <p:to>
                                        <a:schemeClr val="bg1"/>
                                      </p:to>
                                    </p:animClr>
                                    <p:animClr clrSpc="rgb" dir="cw">
                                      <p:cBhvr>
                                        <p:cTn id="464" dur="1000" autoRev="1" fill="remove"/>
                                        <p:tgtEl>
                                          <p:spTgt spid="55"/>
                                        </p:tgtEl>
                                        <p:attrNameLst>
                                          <p:attrName>fillcolor</p:attrName>
                                        </p:attrNameLst>
                                      </p:cBhvr>
                                      <p:to>
                                        <a:schemeClr val="bg1"/>
                                      </p:to>
                                    </p:animClr>
                                    <p:set>
                                      <p:cBhvr>
                                        <p:cTn id="465" dur="1000" autoRev="1" fill="remove"/>
                                        <p:tgtEl>
                                          <p:spTgt spid="55"/>
                                        </p:tgtEl>
                                        <p:attrNameLst>
                                          <p:attrName>fill.type</p:attrName>
                                        </p:attrNameLst>
                                      </p:cBhvr>
                                      <p:to>
                                        <p:strVal val="solid"/>
                                      </p:to>
                                    </p:set>
                                    <p:set>
                                      <p:cBhvr>
                                        <p:cTn id="466" dur="1000" autoRev="1" fill="remove"/>
                                        <p:tgtEl>
                                          <p:spTgt spid="55"/>
                                        </p:tgtEl>
                                        <p:attrNameLst>
                                          <p:attrName>fill.on</p:attrName>
                                        </p:attrNameLst>
                                      </p:cBhvr>
                                      <p:to>
                                        <p:strVal val="true"/>
                                      </p:to>
                                    </p:set>
                                  </p:childTnLst>
                                </p:cTn>
                              </p:par>
                            </p:childTnLst>
                          </p:cTn>
                        </p:par>
                        <p:par>
                          <p:cTn id="467" fill="hold">
                            <p:stCondLst>
                              <p:cond delay="2000"/>
                            </p:stCondLst>
                            <p:childTnLst>
                              <p:par>
                                <p:cTn id="468" presetID="22" presetClass="exit" presetSubtype="1" fill="hold" nodeType="afterEffect">
                                  <p:stCondLst>
                                    <p:cond delay="0"/>
                                  </p:stCondLst>
                                  <p:childTnLst>
                                    <p:animEffect transition="out" filter="wipe(up)">
                                      <p:cBhvr>
                                        <p:cTn id="469" dur="500"/>
                                        <p:tgtEl>
                                          <p:spTgt spid="110"/>
                                        </p:tgtEl>
                                      </p:cBhvr>
                                    </p:animEffect>
                                    <p:set>
                                      <p:cBhvr>
                                        <p:cTn id="470" dur="1" fill="hold">
                                          <p:stCondLst>
                                            <p:cond delay="499"/>
                                          </p:stCondLst>
                                        </p:cTn>
                                        <p:tgtEl>
                                          <p:spTgt spid="110"/>
                                        </p:tgtEl>
                                        <p:attrNameLst>
                                          <p:attrName>style.visibility</p:attrName>
                                        </p:attrNameLst>
                                      </p:cBhvr>
                                      <p:to>
                                        <p:strVal val="hidden"/>
                                      </p:to>
                                    </p:set>
                                  </p:childTnLst>
                                </p:cTn>
                              </p:par>
                              <p:par>
                                <p:cTn id="471" presetID="22" presetClass="entr" presetSubtype="8" fill="hold" nodeType="withEffect">
                                  <p:stCondLst>
                                    <p:cond delay="0"/>
                                  </p:stCondLst>
                                  <p:childTnLst>
                                    <p:set>
                                      <p:cBhvr>
                                        <p:cTn id="472" dur="1" fill="hold">
                                          <p:stCondLst>
                                            <p:cond delay="0"/>
                                          </p:stCondLst>
                                        </p:cTn>
                                        <p:tgtEl>
                                          <p:spTgt spid="112"/>
                                        </p:tgtEl>
                                        <p:attrNameLst>
                                          <p:attrName>style.visibility</p:attrName>
                                        </p:attrNameLst>
                                      </p:cBhvr>
                                      <p:to>
                                        <p:strVal val="visible"/>
                                      </p:to>
                                    </p:set>
                                    <p:animEffect transition="in" filter="wipe(left)">
                                      <p:cBhvr>
                                        <p:cTn id="473" dur="1000"/>
                                        <p:tgtEl>
                                          <p:spTgt spid="112"/>
                                        </p:tgtEl>
                                      </p:cBhvr>
                                    </p:animEffect>
                                  </p:childTnLst>
                                </p:cTn>
                              </p:par>
                            </p:childTnLst>
                          </p:cTn>
                        </p:par>
                      </p:childTnLst>
                    </p:cTn>
                  </p:par>
                  <p:par>
                    <p:cTn id="474" fill="hold">
                      <p:stCondLst>
                        <p:cond delay="indefinite"/>
                      </p:stCondLst>
                      <p:childTnLst>
                        <p:par>
                          <p:cTn id="475" fill="hold">
                            <p:stCondLst>
                              <p:cond delay="0"/>
                            </p:stCondLst>
                            <p:childTnLst>
                              <p:par>
                                <p:cTn id="476" presetID="31" presetClass="entr" presetSubtype="0" fill="hold" nodeType="clickEffect">
                                  <p:stCondLst>
                                    <p:cond delay="0"/>
                                  </p:stCondLst>
                                  <p:childTnLst>
                                    <p:set>
                                      <p:cBhvr>
                                        <p:cTn id="477" dur="1" fill="hold">
                                          <p:stCondLst>
                                            <p:cond delay="0"/>
                                          </p:stCondLst>
                                        </p:cTn>
                                        <p:tgtEl>
                                          <p:spTgt spid="120"/>
                                        </p:tgtEl>
                                        <p:attrNameLst>
                                          <p:attrName>style.visibility</p:attrName>
                                        </p:attrNameLst>
                                      </p:cBhvr>
                                      <p:to>
                                        <p:strVal val="visible"/>
                                      </p:to>
                                    </p:set>
                                    <p:anim calcmode="lin" valueType="num">
                                      <p:cBhvr>
                                        <p:cTn id="478" dur="2000" fill="hold"/>
                                        <p:tgtEl>
                                          <p:spTgt spid="120"/>
                                        </p:tgtEl>
                                        <p:attrNameLst>
                                          <p:attrName>ppt_w</p:attrName>
                                        </p:attrNameLst>
                                      </p:cBhvr>
                                      <p:tavLst>
                                        <p:tav tm="0">
                                          <p:val>
                                            <p:fltVal val="0"/>
                                          </p:val>
                                        </p:tav>
                                        <p:tav tm="100000">
                                          <p:val>
                                            <p:strVal val="#ppt_w"/>
                                          </p:val>
                                        </p:tav>
                                      </p:tavLst>
                                    </p:anim>
                                    <p:anim calcmode="lin" valueType="num">
                                      <p:cBhvr>
                                        <p:cTn id="479" dur="2000" fill="hold"/>
                                        <p:tgtEl>
                                          <p:spTgt spid="120"/>
                                        </p:tgtEl>
                                        <p:attrNameLst>
                                          <p:attrName>ppt_h</p:attrName>
                                        </p:attrNameLst>
                                      </p:cBhvr>
                                      <p:tavLst>
                                        <p:tav tm="0">
                                          <p:val>
                                            <p:fltVal val="0"/>
                                          </p:val>
                                        </p:tav>
                                        <p:tav tm="100000">
                                          <p:val>
                                            <p:strVal val="#ppt_h"/>
                                          </p:val>
                                        </p:tav>
                                      </p:tavLst>
                                    </p:anim>
                                    <p:anim calcmode="lin" valueType="num">
                                      <p:cBhvr>
                                        <p:cTn id="480" dur="2000" fill="hold"/>
                                        <p:tgtEl>
                                          <p:spTgt spid="120"/>
                                        </p:tgtEl>
                                        <p:attrNameLst>
                                          <p:attrName>style.rotation</p:attrName>
                                        </p:attrNameLst>
                                      </p:cBhvr>
                                      <p:tavLst>
                                        <p:tav tm="0">
                                          <p:val>
                                            <p:fltVal val="90"/>
                                          </p:val>
                                        </p:tav>
                                        <p:tav tm="100000">
                                          <p:val>
                                            <p:fltVal val="0"/>
                                          </p:val>
                                        </p:tav>
                                      </p:tavLst>
                                    </p:anim>
                                    <p:animEffect transition="in" filter="fade">
                                      <p:cBhvr>
                                        <p:cTn id="481" dur="2000"/>
                                        <p:tgtEl>
                                          <p:spTgt spid="120"/>
                                        </p:tgtEl>
                                      </p:cBhvr>
                                    </p:animEffect>
                                  </p:childTnLst>
                                </p:cTn>
                              </p:par>
                            </p:childTnLst>
                          </p:cTn>
                        </p:par>
                      </p:childTnLst>
                    </p:cTn>
                  </p:par>
                  <p:par>
                    <p:cTn id="482" fill="hold">
                      <p:stCondLst>
                        <p:cond delay="indefinite"/>
                      </p:stCondLst>
                      <p:childTnLst>
                        <p:par>
                          <p:cTn id="483" fill="hold">
                            <p:stCondLst>
                              <p:cond delay="0"/>
                            </p:stCondLst>
                            <p:childTnLst>
                              <p:par>
                                <p:cTn id="484" presetID="22" presetClass="exit" presetSubtype="1" fill="hold" nodeType="clickEffect">
                                  <p:stCondLst>
                                    <p:cond delay="0"/>
                                  </p:stCondLst>
                                  <p:childTnLst>
                                    <p:animEffect transition="out" filter="wipe(up)">
                                      <p:cBhvr>
                                        <p:cTn id="485" dur="500"/>
                                        <p:tgtEl>
                                          <p:spTgt spid="112"/>
                                        </p:tgtEl>
                                      </p:cBhvr>
                                    </p:animEffect>
                                    <p:set>
                                      <p:cBhvr>
                                        <p:cTn id="486" dur="1" fill="hold">
                                          <p:stCondLst>
                                            <p:cond delay="499"/>
                                          </p:stCondLst>
                                        </p:cTn>
                                        <p:tgtEl>
                                          <p:spTgt spid="112"/>
                                        </p:tgtEl>
                                        <p:attrNameLst>
                                          <p:attrName>style.visibility</p:attrName>
                                        </p:attrNameLst>
                                      </p:cBhvr>
                                      <p:to>
                                        <p:strVal val="hidden"/>
                                      </p:to>
                                    </p:set>
                                  </p:childTnLst>
                                </p:cTn>
                              </p:par>
                            </p:childTnLst>
                          </p:cTn>
                        </p:par>
                        <p:par>
                          <p:cTn id="487" fill="hold">
                            <p:stCondLst>
                              <p:cond delay="500"/>
                            </p:stCondLst>
                            <p:childTnLst>
                              <p:par>
                                <p:cTn id="488" presetID="16" presetClass="exit" presetSubtype="21" fill="hold" nodeType="afterEffect">
                                  <p:stCondLst>
                                    <p:cond delay="0"/>
                                  </p:stCondLst>
                                  <p:childTnLst>
                                    <p:animEffect transition="out" filter="barn(inVertical)">
                                      <p:cBhvr>
                                        <p:cTn id="489" dur="500"/>
                                        <p:tgtEl>
                                          <p:spTgt spid="114"/>
                                        </p:tgtEl>
                                      </p:cBhvr>
                                    </p:animEffect>
                                    <p:set>
                                      <p:cBhvr>
                                        <p:cTn id="490" dur="1" fill="hold">
                                          <p:stCondLst>
                                            <p:cond delay="499"/>
                                          </p:stCondLst>
                                        </p:cTn>
                                        <p:tgtEl>
                                          <p:spTgt spid="114"/>
                                        </p:tgtEl>
                                        <p:attrNameLst>
                                          <p:attrName>style.visibility</p:attrName>
                                        </p:attrNameLst>
                                      </p:cBhvr>
                                      <p:to>
                                        <p:strVal val="hidden"/>
                                      </p:to>
                                    </p:set>
                                  </p:childTnLst>
                                </p:cTn>
                              </p:par>
                              <p:par>
                                <p:cTn id="491" presetID="16" presetClass="exit" presetSubtype="21" fill="hold" nodeType="withEffect">
                                  <p:stCondLst>
                                    <p:cond delay="0"/>
                                  </p:stCondLst>
                                  <p:childTnLst>
                                    <p:animEffect transition="out" filter="barn(inVertical)">
                                      <p:cBhvr>
                                        <p:cTn id="492" dur="500"/>
                                        <p:tgtEl>
                                          <p:spTgt spid="117"/>
                                        </p:tgtEl>
                                      </p:cBhvr>
                                    </p:animEffect>
                                    <p:set>
                                      <p:cBhvr>
                                        <p:cTn id="493" dur="1" fill="hold">
                                          <p:stCondLst>
                                            <p:cond delay="499"/>
                                          </p:stCondLst>
                                        </p:cTn>
                                        <p:tgtEl>
                                          <p:spTgt spid="117"/>
                                        </p:tgtEl>
                                        <p:attrNameLst>
                                          <p:attrName>style.visibility</p:attrName>
                                        </p:attrNameLst>
                                      </p:cBhvr>
                                      <p:to>
                                        <p:strVal val="hidden"/>
                                      </p:to>
                                    </p:set>
                                  </p:childTnLst>
                                </p:cTn>
                              </p:par>
                              <p:par>
                                <p:cTn id="494" presetID="16" presetClass="exit" presetSubtype="21" fill="hold" nodeType="withEffect">
                                  <p:stCondLst>
                                    <p:cond delay="0"/>
                                  </p:stCondLst>
                                  <p:childTnLst>
                                    <p:animEffect transition="out" filter="barn(inVertical)">
                                      <p:cBhvr>
                                        <p:cTn id="495" dur="500"/>
                                        <p:tgtEl>
                                          <p:spTgt spid="120"/>
                                        </p:tgtEl>
                                      </p:cBhvr>
                                    </p:animEffect>
                                    <p:set>
                                      <p:cBhvr>
                                        <p:cTn id="496" dur="1" fill="hold">
                                          <p:stCondLst>
                                            <p:cond delay="499"/>
                                          </p:stCondLst>
                                        </p:cTn>
                                        <p:tgtEl>
                                          <p:spTgt spid="120"/>
                                        </p:tgtEl>
                                        <p:attrNameLst>
                                          <p:attrName>style.visibility</p:attrName>
                                        </p:attrNameLst>
                                      </p:cBhvr>
                                      <p:to>
                                        <p:strVal val="hidden"/>
                                      </p:to>
                                    </p:set>
                                  </p:childTnLst>
                                </p:cTn>
                              </p:par>
                            </p:childTnLst>
                          </p:cTn>
                        </p:par>
                        <p:par>
                          <p:cTn id="497" fill="hold">
                            <p:stCondLst>
                              <p:cond delay="1000"/>
                            </p:stCondLst>
                            <p:childTnLst>
                              <p:par>
                                <p:cTn id="498" presetID="16" presetClass="exit" presetSubtype="21" fill="hold" grpId="1" nodeType="afterEffect">
                                  <p:stCondLst>
                                    <p:cond delay="0"/>
                                  </p:stCondLst>
                                  <p:childTnLst>
                                    <p:animEffect transition="out" filter="barn(inVertical)">
                                      <p:cBhvr>
                                        <p:cTn id="499" dur="500"/>
                                        <p:tgtEl>
                                          <p:spTgt spid="113"/>
                                        </p:tgtEl>
                                      </p:cBhvr>
                                    </p:animEffect>
                                    <p:set>
                                      <p:cBhvr>
                                        <p:cTn id="500" dur="1" fill="hold">
                                          <p:stCondLst>
                                            <p:cond delay="499"/>
                                          </p:stCondLst>
                                        </p:cTn>
                                        <p:tgtEl>
                                          <p:spTgt spid="113"/>
                                        </p:tgtEl>
                                        <p:attrNameLst>
                                          <p:attrName>style.visibility</p:attrName>
                                        </p:attrNameLst>
                                      </p:cBhvr>
                                      <p:to>
                                        <p:strVal val="hidden"/>
                                      </p:to>
                                    </p:set>
                                  </p:childTnLst>
                                </p:cTn>
                              </p:par>
                            </p:childTnLst>
                          </p:cTn>
                        </p:par>
                        <p:par>
                          <p:cTn id="501" fill="hold">
                            <p:stCondLst>
                              <p:cond delay="1500"/>
                            </p:stCondLst>
                            <p:childTnLst>
                              <p:par>
                                <p:cTn id="502" presetID="31" presetClass="exit" presetSubtype="0" fill="hold" grpId="1" nodeType="afterEffect">
                                  <p:stCondLst>
                                    <p:cond delay="0"/>
                                  </p:stCondLst>
                                  <p:childTnLst>
                                    <p:anim calcmode="lin" valueType="num">
                                      <p:cBhvr>
                                        <p:cTn id="503" dur="1000"/>
                                        <p:tgtEl>
                                          <p:spTgt spid="107"/>
                                        </p:tgtEl>
                                        <p:attrNameLst>
                                          <p:attrName>ppt_w</p:attrName>
                                        </p:attrNameLst>
                                      </p:cBhvr>
                                      <p:tavLst>
                                        <p:tav tm="0">
                                          <p:val>
                                            <p:strVal val="ppt_w"/>
                                          </p:val>
                                        </p:tav>
                                        <p:tav tm="100000">
                                          <p:val>
                                            <p:fltVal val="0"/>
                                          </p:val>
                                        </p:tav>
                                      </p:tavLst>
                                    </p:anim>
                                    <p:anim calcmode="lin" valueType="num">
                                      <p:cBhvr>
                                        <p:cTn id="504" dur="1000"/>
                                        <p:tgtEl>
                                          <p:spTgt spid="107"/>
                                        </p:tgtEl>
                                        <p:attrNameLst>
                                          <p:attrName>ppt_h</p:attrName>
                                        </p:attrNameLst>
                                      </p:cBhvr>
                                      <p:tavLst>
                                        <p:tav tm="0">
                                          <p:val>
                                            <p:strVal val="ppt_h"/>
                                          </p:val>
                                        </p:tav>
                                        <p:tav tm="100000">
                                          <p:val>
                                            <p:fltVal val="0"/>
                                          </p:val>
                                        </p:tav>
                                      </p:tavLst>
                                    </p:anim>
                                    <p:anim calcmode="lin" valueType="num">
                                      <p:cBhvr>
                                        <p:cTn id="505" dur="1000"/>
                                        <p:tgtEl>
                                          <p:spTgt spid="107"/>
                                        </p:tgtEl>
                                        <p:attrNameLst>
                                          <p:attrName>style.rotation</p:attrName>
                                        </p:attrNameLst>
                                      </p:cBhvr>
                                      <p:tavLst>
                                        <p:tav tm="0">
                                          <p:val>
                                            <p:fltVal val="0"/>
                                          </p:val>
                                        </p:tav>
                                        <p:tav tm="100000">
                                          <p:val>
                                            <p:fltVal val="90"/>
                                          </p:val>
                                        </p:tav>
                                      </p:tavLst>
                                    </p:anim>
                                    <p:animEffect transition="out" filter="fade">
                                      <p:cBhvr>
                                        <p:cTn id="506" dur="1000"/>
                                        <p:tgtEl>
                                          <p:spTgt spid="107"/>
                                        </p:tgtEl>
                                      </p:cBhvr>
                                    </p:animEffect>
                                    <p:set>
                                      <p:cBhvr>
                                        <p:cTn id="507" dur="1" fill="hold">
                                          <p:stCondLst>
                                            <p:cond delay="999"/>
                                          </p:stCondLst>
                                        </p:cTn>
                                        <p:tgtEl>
                                          <p:spTgt spid="107"/>
                                        </p:tgtEl>
                                        <p:attrNameLst>
                                          <p:attrName>style.visibility</p:attrName>
                                        </p:attrNameLst>
                                      </p:cBhvr>
                                      <p:to>
                                        <p:strVal val="hidden"/>
                                      </p:to>
                                    </p:set>
                                  </p:childTnLst>
                                </p:cTn>
                              </p:par>
                            </p:childTnLst>
                          </p:cTn>
                        </p:par>
                      </p:childTnLst>
                    </p:cTn>
                  </p:par>
                  <p:par>
                    <p:cTn id="508" fill="hold">
                      <p:stCondLst>
                        <p:cond delay="indefinite"/>
                      </p:stCondLst>
                      <p:childTnLst>
                        <p:par>
                          <p:cTn id="509" fill="hold">
                            <p:stCondLst>
                              <p:cond delay="0"/>
                            </p:stCondLst>
                            <p:childTnLst>
                              <p:par>
                                <p:cTn id="510" presetID="22" presetClass="exit" presetSubtype="1" fill="hold" nodeType="clickEffect">
                                  <p:stCondLst>
                                    <p:cond delay="0"/>
                                  </p:stCondLst>
                                  <p:childTnLst>
                                    <p:animEffect transition="out" filter="wipe(up)">
                                      <p:cBhvr>
                                        <p:cTn id="511" dur="500"/>
                                        <p:tgtEl>
                                          <p:spTgt spid="98"/>
                                        </p:tgtEl>
                                      </p:cBhvr>
                                    </p:animEffect>
                                    <p:set>
                                      <p:cBhvr>
                                        <p:cTn id="512" dur="1" fill="hold">
                                          <p:stCondLst>
                                            <p:cond delay="499"/>
                                          </p:stCondLst>
                                        </p:cTn>
                                        <p:tgtEl>
                                          <p:spTgt spid="98"/>
                                        </p:tgtEl>
                                        <p:attrNameLst>
                                          <p:attrName>style.visibility</p:attrName>
                                        </p:attrNameLst>
                                      </p:cBhvr>
                                      <p:to>
                                        <p:strVal val="hidden"/>
                                      </p:to>
                                    </p:set>
                                  </p:childTnLst>
                                </p:cTn>
                              </p:par>
                              <p:par>
                                <p:cTn id="513" presetID="22" presetClass="entr" presetSubtype="8" fill="hold" nodeType="withEffect">
                                  <p:stCondLst>
                                    <p:cond delay="0"/>
                                  </p:stCondLst>
                                  <p:childTnLst>
                                    <p:set>
                                      <p:cBhvr>
                                        <p:cTn id="514" dur="1" fill="hold">
                                          <p:stCondLst>
                                            <p:cond delay="0"/>
                                          </p:stCondLst>
                                        </p:cTn>
                                        <p:tgtEl>
                                          <p:spTgt spid="99"/>
                                        </p:tgtEl>
                                        <p:attrNameLst>
                                          <p:attrName>style.visibility</p:attrName>
                                        </p:attrNameLst>
                                      </p:cBhvr>
                                      <p:to>
                                        <p:strVal val="visible"/>
                                      </p:to>
                                    </p:set>
                                    <p:animEffect transition="in" filter="wipe(left)">
                                      <p:cBhvr>
                                        <p:cTn id="515" dur="1000"/>
                                        <p:tgtEl>
                                          <p:spTgt spid="99"/>
                                        </p:tgtEl>
                                      </p:cBhvr>
                                    </p:animEffect>
                                  </p:childTnLst>
                                </p:cTn>
                              </p:par>
                            </p:childTnLst>
                          </p:cTn>
                        </p:par>
                      </p:childTnLst>
                    </p:cTn>
                  </p:par>
                  <p:par>
                    <p:cTn id="516" fill="hold">
                      <p:stCondLst>
                        <p:cond delay="indefinite"/>
                      </p:stCondLst>
                      <p:childTnLst>
                        <p:par>
                          <p:cTn id="517" fill="hold">
                            <p:stCondLst>
                              <p:cond delay="0"/>
                            </p:stCondLst>
                            <p:childTnLst>
                              <p:par>
                                <p:cTn id="518" presetID="31" presetClass="entr" presetSubtype="0" fill="hold" nodeType="clickEffect">
                                  <p:stCondLst>
                                    <p:cond delay="0"/>
                                  </p:stCondLst>
                                  <p:childTnLst>
                                    <p:set>
                                      <p:cBhvr>
                                        <p:cTn id="519" dur="1" fill="hold">
                                          <p:stCondLst>
                                            <p:cond delay="0"/>
                                          </p:stCondLst>
                                        </p:cTn>
                                        <p:tgtEl>
                                          <p:spTgt spid="123"/>
                                        </p:tgtEl>
                                        <p:attrNameLst>
                                          <p:attrName>style.visibility</p:attrName>
                                        </p:attrNameLst>
                                      </p:cBhvr>
                                      <p:to>
                                        <p:strVal val="visible"/>
                                      </p:to>
                                    </p:set>
                                    <p:anim calcmode="lin" valueType="num">
                                      <p:cBhvr>
                                        <p:cTn id="520" dur="2000" fill="hold"/>
                                        <p:tgtEl>
                                          <p:spTgt spid="123"/>
                                        </p:tgtEl>
                                        <p:attrNameLst>
                                          <p:attrName>ppt_w</p:attrName>
                                        </p:attrNameLst>
                                      </p:cBhvr>
                                      <p:tavLst>
                                        <p:tav tm="0">
                                          <p:val>
                                            <p:fltVal val="0"/>
                                          </p:val>
                                        </p:tav>
                                        <p:tav tm="100000">
                                          <p:val>
                                            <p:strVal val="#ppt_w"/>
                                          </p:val>
                                        </p:tav>
                                      </p:tavLst>
                                    </p:anim>
                                    <p:anim calcmode="lin" valueType="num">
                                      <p:cBhvr>
                                        <p:cTn id="521" dur="2000" fill="hold"/>
                                        <p:tgtEl>
                                          <p:spTgt spid="123"/>
                                        </p:tgtEl>
                                        <p:attrNameLst>
                                          <p:attrName>ppt_h</p:attrName>
                                        </p:attrNameLst>
                                      </p:cBhvr>
                                      <p:tavLst>
                                        <p:tav tm="0">
                                          <p:val>
                                            <p:fltVal val="0"/>
                                          </p:val>
                                        </p:tav>
                                        <p:tav tm="100000">
                                          <p:val>
                                            <p:strVal val="#ppt_h"/>
                                          </p:val>
                                        </p:tav>
                                      </p:tavLst>
                                    </p:anim>
                                    <p:anim calcmode="lin" valueType="num">
                                      <p:cBhvr>
                                        <p:cTn id="522" dur="2000" fill="hold"/>
                                        <p:tgtEl>
                                          <p:spTgt spid="123"/>
                                        </p:tgtEl>
                                        <p:attrNameLst>
                                          <p:attrName>style.rotation</p:attrName>
                                        </p:attrNameLst>
                                      </p:cBhvr>
                                      <p:tavLst>
                                        <p:tav tm="0">
                                          <p:val>
                                            <p:fltVal val="90"/>
                                          </p:val>
                                        </p:tav>
                                        <p:tav tm="100000">
                                          <p:val>
                                            <p:fltVal val="0"/>
                                          </p:val>
                                        </p:tav>
                                      </p:tavLst>
                                    </p:anim>
                                    <p:animEffect transition="in" filter="fade">
                                      <p:cBhvr>
                                        <p:cTn id="523" dur="2000"/>
                                        <p:tgtEl>
                                          <p:spTgt spid="123"/>
                                        </p:tgtEl>
                                      </p:cBhvr>
                                    </p:animEffect>
                                  </p:childTnLst>
                                </p:cTn>
                              </p:par>
                            </p:childTnLst>
                          </p:cTn>
                        </p:par>
                      </p:childTnLst>
                    </p:cTn>
                  </p:par>
                  <p:par>
                    <p:cTn id="524" fill="hold">
                      <p:stCondLst>
                        <p:cond delay="indefinite"/>
                      </p:stCondLst>
                      <p:childTnLst>
                        <p:par>
                          <p:cTn id="525" fill="hold">
                            <p:stCondLst>
                              <p:cond delay="0"/>
                            </p:stCondLst>
                            <p:childTnLst>
                              <p:par>
                                <p:cTn id="526" presetID="22" presetClass="exit" presetSubtype="1" fill="hold" nodeType="clickEffect">
                                  <p:stCondLst>
                                    <p:cond delay="0"/>
                                  </p:stCondLst>
                                  <p:childTnLst>
                                    <p:animEffect transition="out" filter="wipe(up)">
                                      <p:cBhvr>
                                        <p:cTn id="527" dur="500"/>
                                        <p:tgtEl>
                                          <p:spTgt spid="99"/>
                                        </p:tgtEl>
                                      </p:cBhvr>
                                    </p:animEffect>
                                    <p:set>
                                      <p:cBhvr>
                                        <p:cTn id="528" dur="1" fill="hold">
                                          <p:stCondLst>
                                            <p:cond delay="499"/>
                                          </p:stCondLst>
                                        </p:cTn>
                                        <p:tgtEl>
                                          <p:spTgt spid="99"/>
                                        </p:tgtEl>
                                        <p:attrNameLst>
                                          <p:attrName>style.visibility</p:attrName>
                                        </p:attrNameLst>
                                      </p:cBhvr>
                                      <p:to>
                                        <p:strVal val="hidden"/>
                                      </p:to>
                                    </p:set>
                                  </p:childTnLst>
                                </p:cTn>
                              </p:par>
                            </p:childTnLst>
                          </p:cTn>
                        </p:par>
                        <p:par>
                          <p:cTn id="529" fill="hold">
                            <p:stCondLst>
                              <p:cond delay="500"/>
                            </p:stCondLst>
                            <p:childTnLst>
                              <p:par>
                                <p:cTn id="530" presetID="16" presetClass="exit" presetSubtype="21" fill="hold" nodeType="afterEffect">
                                  <p:stCondLst>
                                    <p:cond delay="0"/>
                                  </p:stCondLst>
                                  <p:childTnLst>
                                    <p:animEffect transition="out" filter="barn(inVertical)">
                                      <p:cBhvr>
                                        <p:cTn id="531" dur="500"/>
                                        <p:tgtEl>
                                          <p:spTgt spid="101"/>
                                        </p:tgtEl>
                                      </p:cBhvr>
                                    </p:animEffect>
                                    <p:set>
                                      <p:cBhvr>
                                        <p:cTn id="532" dur="1" fill="hold">
                                          <p:stCondLst>
                                            <p:cond delay="499"/>
                                          </p:stCondLst>
                                        </p:cTn>
                                        <p:tgtEl>
                                          <p:spTgt spid="101"/>
                                        </p:tgtEl>
                                        <p:attrNameLst>
                                          <p:attrName>style.visibility</p:attrName>
                                        </p:attrNameLst>
                                      </p:cBhvr>
                                      <p:to>
                                        <p:strVal val="hidden"/>
                                      </p:to>
                                    </p:set>
                                  </p:childTnLst>
                                </p:cTn>
                              </p:par>
                              <p:par>
                                <p:cTn id="533" presetID="16" presetClass="exit" presetSubtype="21" fill="hold" nodeType="withEffect">
                                  <p:stCondLst>
                                    <p:cond delay="0"/>
                                  </p:stCondLst>
                                  <p:childTnLst>
                                    <p:animEffect transition="out" filter="barn(inVertical)">
                                      <p:cBhvr>
                                        <p:cTn id="534" dur="500"/>
                                        <p:tgtEl>
                                          <p:spTgt spid="104"/>
                                        </p:tgtEl>
                                      </p:cBhvr>
                                    </p:animEffect>
                                    <p:set>
                                      <p:cBhvr>
                                        <p:cTn id="535" dur="1" fill="hold">
                                          <p:stCondLst>
                                            <p:cond delay="499"/>
                                          </p:stCondLst>
                                        </p:cTn>
                                        <p:tgtEl>
                                          <p:spTgt spid="104"/>
                                        </p:tgtEl>
                                        <p:attrNameLst>
                                          <p:attrName>style.visibility</p:attrName>
                                        </p:attrNameLst>
                                      </p:cBhvr>
                                      <p:to>
                                        <p:strVal val="hidden"/>
                                      </p:to>
                                    </p:set>
                                  </p:childTnLst>
                                </p:cTn>
                              </p:par>
                              <p:par>
                                <p:cTn id="536" presetID="16" presetClass="exit" presetSubtype="21" fill="hold" nodeType="withEffect">
                                  <p:stCondLst>
                                    <p:cond delay="0"/>
                                  </p:stCondLst>
                                  <p:childTnLst>
                                    <p:animEffect transition="out" filter="barn(inVertical)">
                                      <p:cBhvr>
                                        <p:cTn id="537" dur="500"/>
                                        <p:tgtEl>
                                          <p:spTgt spid="123"/>
                                        </p:tgtEl>
                                      </p:cBhvr>
                                    </p:animEffect>
                                    <p:set>
                                      <p:cBhvr>
                                        <p:cTn id="538" dur="1" fill="hold">
                                          <p:stCondLst>
                                            <p:cond delay="499"/>
                                          </p:stCondLst>
                                        </p:cTn>
                                        <p:tgtEl>
                                          <p:spTgt spid="123"/>
                                        </p:tgtEl>
                                        <p:attrNameLst>
                                          <p:attrName>style.visibility</p:attrName>
                                        </p:attrNameLst>
                                      </p:cBhvr>
                                      <p:to>
                                        <p:strVal val="hidden"/>
                                      </p:to>
                                    </p:set>
                                  </p:childTnLst>
                                </p:cTn>
                              </p:par>
                            </p:childTnLst>
                          </p:cTn>
                        </p:par>
                        <p:par>
                          <p:cTn id="539" fill="hold">
                            <p:stCondLst>
                              <p:cond delay="1000"/>
                            </p:stCondLst>
                            <p:childTnLst>
                              <p:par>
                                <p:cTn id="540" presetID="16" presetClass="exit" presetSubtype="21" fill="hold" grpId="1" nodeType="afterEffect">
                                  <p:stCondLst>
                                    <p:cond delay="0"/>
                                  </p:stCondLst>
                                  <p:childTnLst>
                                    <p:animEffect transition="out" filter="barn(inVertical)">
                                      <p:cBhvr>
                                        <p:cTn id="541" dur="500"/>
                                        <p:tgtEl>
                                          <p:spTgt spid="100"/>
                                        </p:tgtEl>
                                      </p:cBhvr>
                                    </p:animEffect>
                                    <p:set>
                                      <p:cBhvr>
                                        <p:cTn id="542" dur="1" fill="hold">
                                          <p:stCondLst>
                                            <p:cond delay="499"/>
                                          </p:stCondLst>
                                        </p:cTn>
                                        <p:tgtEl>
                                          <p:spTgt spid="100"/>
                                        </p:tgtEl>
                                        <p:attrNameLst>
                                          <p:attrName>style.visibility</p:attrName>
                                        </p:attrNameLst>
                                      </p:cBhvr>
                                      <p:to>
                                        <p:strVal val="hidden"/>
                                      </p:to>
                                    </p:set>
                                  </p:childTnLst>
                                </p:cTn>
                              </p:par>
                            </p:childTnLst>
                          </p:cTn>
                        </p:par>
                        <p:par>
                          <p:cTn id="543" fill="hold">
                            <p:stCondLst>
                              <p:cond delay="1500"/>
                            </p:stCondLst>
                            <p:childTnLst>
                              <p:par>
                                <p:cTn id="544" presetID="31" presetClass="exit" presetSubtype="0" fill="hold" grpId="1" nodeType="afterEffect">
                                  <p:stCondLst>
                                    <p:cond delay="0"/>
                                  </p:stCondLst>
                                  <p:childTnLst>
                                    <p:anim calcmode="lin" valueType="num">
                                      <p:cBhvr>
                                        <p:cTn id="545" dur="1000"/>
                                        <p:tgtEl>
                                          <p:spTgt spid="94"/>
                                        </p:tgtEl>
                                        <p:attrNameLst>
                                          <p:attrName>ppt_w</p:attrName>
                                        </p:attrNameLst>
                                      </p:cBhvr>
                                      <p:tavLst>
                                        <p:tav tm="0">
                                          <p:val>
                                            <p:strVal val="ppt_w"/>
                                          </p:val>
                                        </p:tav>
                                        <p:tav tm="100000">
                                          <p:val>
                                            <p:fltVal val="0"/>
                                          </p:val>
                                        </p:tav>
                                      </p:tavLst>
                                    </p:anim>
                                    <p:anim calcmode="lin" valueType="num">
                                      <p:cBhvr>
                                        <p:cTn id="546" dur="1000"/>
                                        <p:tgtEl>
                                          <p:spTgt spid="94"/>
                                        </p:tgtEl>
                                        <p:attrNameLst>
                                          <p:attrName>ppt_h</p:attrName>
                                        </p:attrNameLst>
                                      </p:cBhvr>
                                      <p:tavLst>
                                        <p:tav tm="0">
                                          <p:val>
                                            <p:strVal val="ppt_h"/>
                                          </p:val>
                                        </p:tav>
                                        <p:tav tm="100000">
                                          <p:val>
                                            <p:fltVal val="0"/>
                                          </p:val>
                                        </p:tav>
                                      </p:tavLst>
                                    </p:anim>
                                    <p:anim calcmode="lin" valueType="num">
                                      <p:cBhvr>
                                        <p:cTn id="547" dur="1000"/>
                                        <p:tgtEl>
                                          <p:spTgt spid="94"/>
                                        </p:tgtEl>
                                        <p:attrNameLst>
                                          <p:attrName>style.rotation</p:attrName>
                                        </p:attrNameLst>
                                      </p:cBhvr>
                                      <p:tavLst>
                                        <p:tav tm="0">
                                          <p:val>
                                            <p:fltVal val="0"/>
                                          </p:val>
                                        </p:tav>
                                        <p:tav tm="100000">
                                          <p:val>
                                            <p:fltVal val="90"/>
                                          </p:val>
                                        </p:tav>
                                      </p:tavLst>
                                    </p:anim>
                                    <p:animEffect transition="out" filter="fade">
                                      <p:cBhvr>
                                        <p:cTn id="548" dur="1000"/>
                                        <p:tgtEl>
                                          <p:spTgt spid="94"/>
                                        </p:tgtEl>
                                      </p:cBhvr>
                                    </p:animEffect>
                                    <p:set>
                                      <p:cBhvr>
                                        <p:cTn id="549" dur="1" fill="hold">
                                          <p:stCondLst>
                                            <p:cond delay="999"/>
                                          </p:stCondLst>
                                        </p:cTn>
                                        <p:tgtEl>
                                          <p:spTgt spid="94"/>
                                        </p:tgtEl>
                                        <p:attrNameLst>
                                          <p:attrName>style.visibility</p:attrName>
                                        </p:attrNameLst>
                                      </p:cBhvr>
                                      <p:to>
                                        <p:strVal val="hidden"/>
                                      </p:to>
                                    </p:set>
                                  </p:childTnLst>
                                </p:cTn>
                              </p:par>
                            </p:childTnLst>
                          </p:cTn>
                        </p:par>
                      </p:childTnLst>
                    </p:cTn>
                  </p:par>
                  <p:par>
                    <p:cTn id="550" fill="hold">
                      <p:stCondLst>
                        <p:cond delay="indefinite"/>
                      </p:stCondLst>
                      <p:childTnLst>
                        <p:par>
                          <p:cTn id="551" fill="hold">
                            <p:stCondLst>
                              <p:cond delay="0"/>
                            </p:stCondLst>
                            <p:childTnLst>
                              <p:par>
                                <p:cTn id="552" presetID="22" presetClass="exit" presetSubtype="1" fill="hold" nodeType="clickEffect">
                                  <p:stCondLst>
                                    <p:cond delay="0"/>
                                  </p:stCondLst>
                                  <p:childTnLst>
                                    <p:animEffect transition="out" filter="wipe(up)">
                                      <p:cBhvr>
                                        <p:cTn id="553" dur="500"/>
                                        <p:tgtEl>
                                          <p:spTgt spid="83"/>
                                        </p:tgtEl>
                                      </p:cBhvr>
                                    </p:animEffect>
                                    <p:set>
                                      <p:cBhvr>
                                        <p:cTn id="554" dur="1" fill="hold">
                                          <p:stCondLst>
                                            <p:cond delay="499"/>
                                          </p:stCondLst>
                                        </p:cTn>
                                        <p:tgtEl>
                                          <p:spTgt spid="83"/>
                                        </p:tgtEl>
                                        <p:attrNameLst>
                                          <p:attrName>style.visibility</p:attrName>
                                        </p:attrNameLst>
                                      </p:cBhvr>
                                      <p:to>
                                        <p:strVal val="hidden"/>
                                      </p:to>
                                    </p:set>
                                  </p:childTnLst>
                                </p:cTn>
                              </p:par>
                              <p:par>
                                <p:cTn id="555" presetID="22" presetClass="entr" presetSubtype="8" fill="hold" nodeType="withEffect">
                                  <p:stCondLst>
                                    <p:cond delay="0"/>
                                  </p:stCondLst>
                                  <p:childTnLst>
                                    <p:set>
                                      <p:cBhvr>
                                        <p:cTn id="556" dur="1" fill="hold">
                                          <p:stCondLst>
                                            <p:cond delay="0"/>
                                          </p:stCondLst>
                                        </p:cTn>
                                        <p:tgtEl>
                                          <p:spTgt spid="84"/>
                                        </p:tgtEl>
                                        <p:attrNameLst>
                                          <p:attrName>style.visibility</p:attrName>
                                        </p:attrNameLst>
                                      </p:cBhvr>
                                      <p:to>
                                        <p:strVal val="visible"/>
                                      </p:to>
                                    </p:set>
                                    <p:animEffect transition="in" filter="wipe(left)">
                                      <p:cBhvr>
                                        <p:cTn id="557" dur="1000"/>
                                        <p:tgtEl>
                                          <p:spTgt spid="84"/>
                                        </p:tgtEl>
                                      </p:cBhvr>
                                    </p:animEffect>
                                  </p:childTnLst>
                                </p:cTn>
                              </p:par>
                            </p:childTnLst>
                          </p:cTn>
                        </p:par>
                      </p:childTnLst>
                    </p:cTn>
                  </p:par>
                  <p:par>
                    <p:cTn id="558" fill="hold">
                      <p:stCondLst>
                        <p:cond delay="indefinite"/>
                      </p:stCondLst>
                      <p:childTnLst>
                        <p:par>
                          <p:cTn id="559" fill="hold">
                            <p:stCondLst>
                              <p:cond delay="0"/>
                            </p:stCondLst>
                            <p:childTnLst>
                              <p:par>
                                <p:cTn id="560" presetID="31" presetClass="entr" presetSubtype="0" fill="hold" nodeType="clickEffect">
                                  <p:stCondLst>
                                    <p:cond delay="0"/>
                                  </p:stCondLst>
                                  <p:childTnLst>
                                    <p:set>
                                      <p:cBhvr>
                                        <p:cTn id="561" dur="1" fill="hold">
                                          <p:stCondLst>
                                            <p:cond delay="0"/>
                                          </p:stCondLst>
                                        </p:cTn>
                                        <p:tgtEl>
                                          <p:spTgt spid="126"/>
                                        </p:tgtEl>
                                        <p:attrNameLst>
                                          <p:attrName>style.visibility</p:attrName>
                                        </p:attrNameLst>
                                      </p:cBhvr>
                                      <p:to>
                                        <p:strVal val="visible"/>
                                      </p:to>
                                    </p:set>
                                    <p:anim calcmode="lin" valueType="num">
                                      <p:cBhvr>
                                        <p:cTn id="562" dur="2000" fill="hold"/>
                                        <p:tgtEl>
                                          <p:spTgt spid="126"/>
                                        </p:tgtEl>
                                        <p:attrNameLst>
                                          <p:attrName>ppt_w</p:attrName>
                                        </p:attrNameLst>
                                      </p:cBhvr>
                                      <p:tavLst>
                                        <p:tav tm="0">
                                          <p:val>
                                            <p:fltVal val="0"/>
                                          </p:val>
                                        </p:tav>
                                        <p:tav tm="100000">
                                          <p:val>
                                            <p:strVal val="#ppt_w"/>
                                          </p:val>
                                        </p:tav>
                                      </p:tavLst>
                                    </p:anim>
                                    <p:anim calcmode="lin" valueType="num">
                                      <p:cBhvr>
                                        <p:cTn id="563" dur="2000" fill="hold"/>
                                        <p:tgtEl>
                                          <p:spTgt spid="126"/>
                                        </p:tgtEl>
                                        <p:attrNameLst>
                                          <p:attrName>ppt_h</p:attrName>
                                        </p:attrNameLst>
                                      </p:cBhvr>
                                      <p:tavLst>
                                        <p:tav tm="0">
                                          <p:val>
                                            <p:fltVal val="0"/>
                                          </p:val>
                                        </p:tav>
                                        <p:tav tm="100000">
                                          <p:val>
                                            <p:strVal val="#ppt_h"/>
                                          </p:val>
                                        </p:tav>
                                      </p:tavLst>
                                    </p:anim>
                                    <p:anim calcmode="lin" valueType="num">
                                      <p:cBhvr>
                                        <p:cTn id="564" dur="2000" fill="hold"/>
                                        <p:tgtEl>
                                          <p:spTgt spid="126"/>
                                        </p:tgtEl>
                                        <p:attrNameLst>
                                          <p:attrName>style.rotation</p:attrName>
                                        </p:attrNameLst>
                                      </p:cBhvr>
                                      <p:tavLst>
                                        <p:tav tm="0">
                                          <p:val>
                                            <p:fltVal val="90"/>
                                          </p:val>
                                        </p:tav>
                                        <p:tav tm="100000">
                                          <p:val>
                                            <p:fltVal val="0"/>
                                          </p:val>
                                        </p:tav>
                                      </p:tavLst>
                                    </p:anim>
                                    <p:animEffect transition="in" filter="fade">
                                      <p:cBhvr>
                                        <p:cTn id="565" dur="2000"/>
                                        <p:tgtEl>
                                          <p:spTgt spid="126"/>
                                        </p:tgtEl>
                                      </p:cBhvr>
                                    </p:animEffect>
                                  </p:childTnLst>
                                </p:cTn>
                              </p:par>
                            </p:childTnLst>
                          </p:cTn>
                        </p:par>
                      </p:childTnLst>
                    </p:cTn>
                  </p:par>
                  <p:par>
                    <p:cTn id="566" fill="hold">
                      <p:stCondLst>
                        <p:cond delay="indefinite"/>
                      </p:stCondLst>
                      <p:childTnLst>
                        <p:par>
                          <p:cTn id="567" fill="hold">
                            <p:stCondLst>
                              <p:cond delay="0"/>
                            </p:stCondLst>
                            <p:childTnLst>
                              <p:par>
                                <p:cTn id="568" presetID="22" presetClass="exit" presetSubtype="1" fill="hold" nodeType="clickEffect">
                                  <p:stCondLst>
                                    <p:cond delay="0"/>
                                  </p:stCondLst>
                                  <p:childTnLst>
                                    <p:animEffect transition="out" filter="wipe(up)">
                                      <p:cBhvr>
                                        <p:cTn id="569" dur="500"/>
                                        <p:tgtEl>
                                          <p:spTgt spid="84"/>
                                        </p:tgtEl>
                                      </p:cBhvr>
                                    </p:animEffect>
                                    <p:set>
                                      <p:cBhvr>
                                        <p:cTn id="570" dur="1" fill="hold">
                                          <p:stCondLst>
                                            <p:cond delay="499"/>
                                          </p:stCondLst>
                                        </p:cTn>
                                        <p:tgtEl>
                                          <p:spTgt spid="84"/>
                                        </p:tgtEl>
                                        <p:attrNameLst>
                                          <p:attrName>style.visibility</p:attrName>
                                        </p:attrNameLst>
                                      </p:cBhvr>
                                      <p:to>
                                        <p:strVal val="hidden"/>
                                      </p:to>
                                    </p:set>
                                  </p:childTnLst>
                                </p:cTn>
                              </p:par>
                            </p:childTnLst>
                          </p:cTn>
                        </p:par>
                        <p:par>
                          <p:cTn id="571" fill="hold">
                            <p:stCondLst>
                              <p:cond delay="500"/>
                            </p:stCondLst>
                            <p:childTnLst>
                              <p:par>
                                <p:cTn id="572" presetID="16" presetClass="exit" presetSubtype="21" fill="hold" nodeType="afterEffect">
                                  <p:stCondLst>
                                    <p:cond delay="0"/>
                                  </p:stCondLst>
                                  <p:childTnLst>
                                    <p:animEffect transition="out" filter="barn(inVertical)">
                                      <p:cBhvr>
                                        <p:cTn id="573" dur="500"/>
                                        <p:tgtEl>
                                          <p:spTgt spid="126"/>
                                        </p:tgtEl>
                                      </p:cBhvr>
                                    </p:animEffect>
                                    <p:set>
                                      <p:cBhvr>
                                        <p:cTn id="574" dur="1" fill="hold">
                                          <p:stCondLst>
                                            <p:cond delay="499"/>
                                          </p:stCondLst>
                                        </p:cTn>
                                        <p:tgtEl>
                                          <p:spTgt spid="126"/>
                                        </p:tgtEl>
                                        <p:attrNameLst>
                                          <p:attrName>style.visibility</p:attrName>
                                        </p:attrNameLst>
                                      </p:cBhvr>
                                      <p:to>
                                        <p:strVal val="hidden"/>
                                      </p:to>
                                    </p:set>
                                  </p:childTnLst>
                                </p:cTn>
                              </p:par>
                              <p:par>
                                <p:cTn id="575" presetID="16" presetClass="exit" presetSubtype="21" fill="hold" nodeType="withEffect">
                                  <p:stCondLst>
                                    <p:cond delay="0"/>
                                  </p:stCondLst>
                                  <p:childTnLst>
                                    <p:animEffect transition="out" filter="barn(inVertical)">
                                      <p:cBhvr>
                                        <p:cTn id="576" dur="500"/>
                                        <p:tgtEl>
                                          <p:spTgt spid="86"/>
                                        </p:tgtEl>
                                      </p:cBhvr>
                                    </p:animEffect>
                                    <p:set>
                                      <p:cBhvr>
                                        <p:cTn id="577" dur="1" fill="hold">
                                          <p:stCondLst>
                                            <p:cond delay="499"/>
                                          </p:stCondLst>
                                        </p:cTn>
                                        <p:tgtEl>
                                          <p:spTgt spid="86"/>
                                        </p:tgtEl>
                                        <p:attrNameLst>
                                          <p:attrName>style.visibility</p:attrName>
                                        </p:attrNameLst>
                                      </p:cBhvr>
                                      <p:to>
                                        <p:strVal val="hidden"/>
                                      </p:to>
                                    </p:set>
                                  </p:childTnLst>
                                </p:cTn>
                              </p:par>
                              <p:par>
                                <p:cTn id="578" presetID="16" presetClass="exit" presetSubtype="21" fill="hold" nodeType="withEffect">
                                  <p:stCondLst>
                                    <p:cond delay="0"/>
                                  </p:stCondLst>
                                  <p:childTnLst>
                                    <p:animEffect transition="out" filter="barn(inVertical)">
                                      <p:cBhvr>
                                        <p:cTn id="579" dur="500"/>
                                        <p:tgtEl>
                                          <p:spTgt spid="89"/>
                                        </p:tgtEl>
                                      </p:cBhvr>
                                    </p:animEffect>
                                    <p:set>
                                      <p:cBhvr>
                                        <p:cTn id="580" dur="1" fill="hold">
                                          <p:stCondLst>
                                            <p:cond delay="499"/>
                                          </p:stCondLst>
                                        </p:cTn>
                                        <p:tgtEl>
                                          <p:spTgt spid="89"/>
                                        </p:tgtEl>
                                        <p:attrNameLst>
                                          <p:attrName>style.visibility</p:attrName>
                                        </p:attrNameLst>
                                      </p:cBhvr>
                                      <p:to>
                                        <p:strVal val="hidden"/>
                                      </p:to>
                                    </p:set>
                                  </p:childTnLst>
                                </p:cTn>
                              </p:par>
                            </p:childTnLst>
                          </p:cTn>
                        </p:par>
                        <p:par>
                          <p:cTn id="581" fill="hold">
                            <p:stCondLst>
                              <p:cond delay="1000"/>
                            </p:stCondLst>
                            <p:childTnLst>
                              <p:par>
                                <p:cTn id="582" presetID="16" presetClass="exit" presetSubtype="21" fill="hold" grpId="1" nodeType="afterEffect">
                                  <p:stCondLst>
                                    <p:cond delay="0"/>
                                  </p:stCondLst>
                                  <p:childTnLst>
                                    <p:animEffect transition="out" filter="barn(inVertical)">
                                      <p:cBhvr>
                                        <p:cTn id="583" dur="500"/>
                                        <p:tgtEl>
                                          <p:spTgt spid="85"/>
                                        </p:tgtEl>
                                      </p:cBhvr>
                                    </p:animEffect>
                                    <p:set>
                                      <p:cBhvr>
                                        <p:cTn id="584" dur="1" fill="hold">
                                          <p:stCondLst>
                                            <p:cond delay="499"/>
                                          </p:stCondLst>
                                        </p:cTn>
                                        <p:tgtEl>
                                          <p:spTgt spid="85"/>
                                        </p:tgtEl>
                                        <p:attrNameLst>
                                          <p:attrName>style.visibility</p:attrName>
                                        </p:attrNameLst>
                                      </p:cBhvr>
                                      <p:to>
                                        <p:strVal val="hidden"/>
                                      </p:to>
                                    </p:set>
                                  </p:childTnLst>
                                </p:cTn>
                              </p:par>
                            </p:childTnLst>
                          </p:cTn>
                        </p:par>
                        <p:par>
                          <p:cTn id="585" fill="hold">
                            <p:stCondLst>
                              <p:cond delay="1500"/>
                            </p:stCondLst>
                            <p:childTnLst>
                              <p:par>
                                <p:cTn id="586" presetID="31" presetClass="exit" presetSubtype="0" fill="hold" grpId="1" nodeType="afterEffect">
                                  <p:stCondLst>
                                    <p:cond delay="0"/>
                                  </p:stCondLst>
                                  <p:childTnLst>
                                    <p:anim calcmode="lin" valueType="num">
                                      <p:cBhvr>
                                        <p:cTn id="587" dur="1000"/>
                                        <p:tgtEl>
                                          <p:spTgt spid="79"/>
                                        </p:tgtEl>
                                        <p:attrNameLst>
                                          <p:attrName>ppt_w</p:attrName>
                                        </p:attrNameLst>
                                      </p:cBhvr>
                                      <p:tavLst>
                                        <p:tav tm="0">
                                          <p:val>
                                            <p:strVal val="ppt_w"/>
                                          </p:val>
                                        </p:tav>
                                        <p:tav tm="100000">
                                          <p:val>
                                            <p:fltVal val="0"/>
                                          </p:val>
                                        </p:tav>
                                      </p:tavLst>
                                    </p:anim>
                                    <p:anim calcmode="lin" valueType="num">
                                      <p:cBhvr>
                                        <p:cTn id="588" dur="1000"/>
                                        <p:tgtEl>
                                          <p:spTgt spid="79"/>
                                        </p:tgtEl>
                                        <p:attrNameLst>
                                          <p:attrName>ppt_h</p:attrName>
                                        </p:attrNameLst>
                                      </p:cBhvr>
                                      <p:tavLst>
                                        <p:tav tm="0">
                                          <p:val>
                                            <p:strVal val="ppt_h"/>
                                          </p:val>
                                        </p:tav>
                                        <p:tav tm="100000">
                                          <p:val>
                                            <p:fltVal val="0"/>
                                          </p:val>
                                        </p:tav>
                                      </p:tavLst>
                                    </p:anim>
                                    <p:anim calcmode="lin" valueType="num">
                                      <p:cBhvr>
                                        <p:cTn id="589" dur="1000"/>
                                        <p:tgtEl>
                                          <p:spTgt spid="79"/>
                                        </p:tgtEl>
                                        <p:attrNameLst>
                                          <p:attrName>style.rotation</p:attrName>
                                        </p:attrNameLst>
                                      </p:cBhvr>
                                      <p:tavLst>
                                        <p:tav tm="0">
                                          <p:val>
                                            <p:fltVal val="0"/>
                                          </p:val>
                                        </p:tav>
                                        <p:tav tm="100000">
                                          <p:val>
                                            <p:fltVal val="90"/>
                                          </p:val>
                                        </p:tav>
                                      </p:tavLst>
                                    </p:anim>
                                    <p:animEffect transition="out" filter="fade">
                                      <p:cBhvr>
                                        <p:cTn id="590" dur="1000"/>
                                        <p:tgtEl>
                                          <p:spTgt spid="79"/>
                                        </p:tgtEl>
                                      </p:cBhvr>
                                    </p:animEffect>
                                    <p:set>
                                      <p:cBhvr>
                                        <p:cTn id="591" dur="1" fill="hold">
                                          <p:stCondLst>
                                            <p:cond delay="999"/>
                                          </p:stCondLst>
                                        </p:cTn>
                                        <p:tgtEl>
                                          <p:spTgt spid="79"/>
                                        </p:tgtEl>
                                        <p:attrNameLst>
                                          <p:attrName>style.visibility</p:attrName>
                                        </p:attrNameLst>
                                      </p:cBhvr>
                                      <p:to>
                                        <p:strVal val="hidden"/>
                                      </p:to>
                                    </p:set>
                                  </p:childTnLst>
                                </p:cTn>
                              </p:par>
                            </p:childTnLst>
                          </p:cTn>
                        </p:par>
                      </p:childTnLst>
                    </p:cTn>
                  </p:par>
                  <p:par>
                    <p:cTn id="592" fill="hold">
                      <p:stCondLst>
                        <p:cond delay="indefinite"/>
                      </p:stCondLst>
                      <p:childTnLst>
                        <p:par>
                          <p:cTn id="593" fill="hold">
                            <p:stCondLst>
                              <p:cond delay="0"/>
                            </p:stCondLst>
                            <p:childTnLst>
                              <p:par>
                                <p:cTn id="594" presetID="22" presetClass="exit" presetSubtype="1" fill="hold" nodeType="clickEffect">
                                  <p:stCondLst>
                                    <p:cond delay="0"/>
                                  </p:stCondLst>
                                  <p:childTnLst>
                                    <p:animEffect transition="out" filter="wipe(up)">
                                      <p:cBhvr>
                                        <p:cTn id="595" dur="500"/>
                                        <p:tgtEl>
                                          <p:spTgt spid="69"/>
                                        </p:tgtEl>
                                      </p:cBhvr>
                                    </p:animEffect>
                                    <p:set>
                                      <p:cBhvr>
                                        <p:cTn id="596" dur="1" fill="hold">
                                          <p:stCondLst>
                                            <p:cond delay="499"/>
                                          </p:stCondLst>
                                        </p:cTn>
                                        <p:tgtEl>
                                          <p:spTgt spid="69"/>
                                        </p:tgtEl>
                                        <p:attrNameLst>
                                          <p:attrName>style.visibility</p:attrName>
                                        </p:attrNameLst>
                                      </p:cBhvr>
                                      <p:to>
                                        <p:strVal val="hidden"/>
                                      </p:to>
                                    </p:set>
                                  </p:childTnLst>
                                </p:cTn>
                              </p:par>
                              <p:par>
                                <p:cTn id="597" presetID="22" presetClass="entr" presetSubtype="8" fill="hold" nodeType="withEffect">
                                  <p:stCondLst>
                                    <p:cond delay="0"/>
                                  </p:stCondLst>
                                  <p:childTnLst>
                                    <p:set>
                                      <p:cBhvr>
                                        <p:cTn id="598" dur="1" fill="hold">
                                          <p:stCondLst>
                                            <p:cond delay="0"/>
                                          </p:stCondLst>
                                        </p:cTn>
                                        <p:tgtEl>
                                          <p:spTgt spid="70"/>
                                        </p:tgtEl>
                                        <p:attrNameLst>
                                          <p:attrName>style.visibility</p:attrName>
                                        </p:attrNameLst>
                                      </p:cBhvr>
                                      <p:to>
                                        <p:strVal val="visible"/>
                                      </p:to>
                                    </p:set>
                                    <p:animEffect transition="in" filter="wipe(left)">
                                      <p:cBhvr>
                                        <p:cTn id="599" dur="1000"/>
                                        <p:tgtEl>
                                          <p:spTgt spid="70"/>
                                        </p:tgtEl>
                                      </p:cBhvr>
                                    </p:animEffect>
                                  </p:childTnLst>
                                </p:cTn>
                              </p:par>
                            </p:childTnLst>
                          </p:cTn>
                        </p:par>
                      </p:childTnLst>
                    </p:cTn>
                  </p:par>
                  <p:par>
                    <p:cTn id="600" fill="hold">
                      <p:stCondLst>
                        <p:cond delay="indefinite"/>
                      </p:stCondLst>
                      <p:childTnLst>
                        <p:par>
                          <p:cTn id="601" fill="hold">
                            <p:stCondLst>
                              <p:cond delay="0"/>
                            </p:stCondLst>
                            <p:childTnLst>
                              <p:par>
                                <p:cTn id="602" presetID="31" presetClass="entr" presetSubtype="0" fill="hold" nodeType="clickEffect">
                                  <p:stCondLst>
                                    <p:cond delay="0"/>
                                  </p:stCondLst>
                                  <p:childTnLst>
                                    <p:set>
                                      <p:cBhvr>
                                        <p:cTn id="603" dur="1" fill="hold">
                                          <p:stCondLst>
                                            <p:cond delay="0"/>
                                          </p:stCondLst>
                                        </p:cTn>
                                        <p:tgtEl>
                                          <p:spTgt spid="129"/>
                                        </p:tgtEl>
                                        <p:attrNameLst>
                                          <p:attrName>style.visibility</p:attrName>
                                        </p:attrNameLst>
                                      </p:cBhvr>
                                      <p:to>
                                        <p:strVal val="visible"/>
                                      </p:to>
                                    </p:set>
                                    <p:anim calcmode="lin" valueType="num">
                                      <p:cBhvr>
                                        <p:cTn id="604" dur="2000" fill="hold"/>
                                        <p:tgtEl>
                                          <p:spTgt spid="129"/>
                                        </p:tgtEl>
                                        <p:attrNameLst>
                                          <p:attrName>ppt_w</p:attrName>
                                        </p:attrNameLst>
                                      </p:cBhvr>
                                      <p:tavLst>
                                        <p:tav tm="0">
                                          <p:val>
                                            <p:fltVal val="0"/>
                                          </p:val>
                                        </p:tav>
                                        <p:tav tm="100000">
                                          <p:val>
                                            <p:strVal val="#ppt_w"/>
                                          </p:val>
                                        </p:tav>
                                      </p:tavLst>
                                    </p:anim>
                                    <p:anim calcmode="lin" valueType="num">
                                      <p:cBhvr>
                                        <p:cTn id="605" dur="2000" fill="hold"/>
                                        <p:tgtEl>
                                          <p:spTgt spid="129"/>
                                        </p:tgtEl>
                                        <p:attrNameLst>
                                          <p:attrName>ppt_h</p:attrName>
                                        </p:attrNameLst>
                                      </p:cBhvr>
                                      <p:tavLst>
                                        <p:tav tm="0">
                                          <p:val>
                                            <p:fltVal val="0"/>
                                          </p:val>
                                        </p:tav>
                                        <p:tav tm="100000">
                                          <p:val>
                                            <p:strVal val="#ppt_h"/>
                                          </p:val>
                                        </p:tav>
                                      </p:tavLst>
                                    </p:anim>
                                    <p:anim calcmode="lin" valueType="num">
                                      <p:cBhvr>
                                        <p:cTn id="606" dur="2000" fill="hold"/>
                                        <p:tgtEl>
                                          <p:spTgt spid="129"/>
                                        </p:tgtEl>
                                        <p:attrNameLst>
                                          <p:attrName>style.rotation</p:attrName>
                                        </p:attrNameLst>
                                      </p:cBhvr>
                                      <p:tavLst>
                                        <p:tav tm="0">
                                          <p:val>
                                            <p:fltVal val="90"/>
                                          </p:val>
                                        </p:tav>
                                        <p:tav tm="100000">
                                          <p:val>
                                            <p:fltVal val="0"/>
                                          </p:val>
                                        </p:tav>
                                      </p:tavLst>
                                    </p:anim>
                                    <p:animEffect transition="in" filter="fade">
                                      <p:cBhvr>
                                        <p:cTn id="607" dur="2000"/>
                                        <p:tgtEl>
                                          <p:spTgt spid="129"/>
                                        </p:tgtEl>
                                      </p:cBhvr>
                                    </p:animEffect>
                                  </p:childTnLst>
                                </p:cTn>
                              </p:par>
                            </p:childTnLst>
                          </p:cTn>
                        </p:par>
                        <p:par>
                          <p:cTn id="608" fill="hold">
                            <p:stCondLst>
                              <p:cond delay="2000"/>
                            </p:stCondLst>
                            <p:childTnLst>
                              <p:par>
                                <p:cTn id="609" presetID="22" presetClass="exit" presetSubtype="1" fill="hold" nodeType="afterEffect">
                                  <p:stCondLst>
                                    <p:cond delay="0"/>
                                  </p:stCondLst>
                                  <p:childTnLst>
                                    <p:animEffect transition="out" filter="wipe(up)">
                                      <p:cBhvr>
                                        <p:cTn id="610" dur="500"/>
                                        <p:tgtEl>
                                          <p:spTgt spid="70"/>
                                        </p:tgtEl>
                                      </p:cBhvr>
                                    </p:animEffect>
                                    <p:set>
                                      <p:cBhvr>
                                        <p:cTn id="611" dur="1" fill="hold">
                                          <p:stCondLst>
                                            <p:cond delay="499"/>
                                          </p:stCondLst>
                                        </p:cTn>
                                        <p:tgtEl>
                                          <p:spTgt spid="70"/>
                                        </p:tgtEl>
                                        <p:attrNameLst>
                                          <p:attrName>style.visibility</p:attrName>
                                        </p:attrNameLst>
                                      </p:cBhvr>
                                      <p:to>
                                        <p:strVal val="hidden"/>
                                      </p:to>
                                    </p:set>
                                  </p:childTnLst>
                                </p:cTn>
                              </p:par>
                              <p:par>
                                <p:cTn id="612" presetID="22" presetClass="entr" presetSubtype="8" fill="hold" nodeType="withEffect">
                                  <p:stCondLst>
                                    <p:cond delay="0"/>
                                  </p:stCondLst>
                                  <p:childTnLst>
                                    <p:set>
                                      <p:cBhvr>
                                        <p:cTn id="613" dur="1" fill="hold">
                                          <p:stCondLst>
                                            <p:cond delay="0"/>
                                          </p:stCondLst>
                                        </p:cTn>
                                        <p:tgtEl>
                                          <p:spTgt spid="68"/>
                                        </p:tgtEl>
                                        <p:attrNameLst>
                                          <p:attrName>style.visibility</p:attrName>
                                        </p:attrNameLst>
                                      </p:cBhvr>
                                      <p:to>
                                        <p:strVal val="visible"/>
                                      </p:to>
                                    </p:set>
                                    <p:animEffect transition="in" filter="wipe(left)">
                                      <p:cBhvr>
                                        <p:cTn id="614" dur="1000"/>
                                        <p:tgtEl>
                                          <p:spTgt spid="68"/>
                                        </p:tgtEl>
                                      </p:cBhvr>
                                    </p:animEffect>
                                  </p:childTnLst>
                                </p:cTn>
                              </p:par>
                            </p:childTnLst>
                          </p:cTn>
                        </p:par>
                      </p:childTnLst>
                    </p:cTn>
                  </p:par>
                  <p:par>
                    <p:cTn id="615" fill="hold">
                      <p:stCondLst>
                        <p:cond delay="indefinite"/>
                      </p:stCondLst>
                      <p:childTnLst>
                        <p:par>
                          <p:cTn id="616" fill="hold">
                            <p:stCondLst>
                              <p:cond delay="0"/>
                            </p:stCondLst>
                            <p:childTnLst>
                              <p:par>
                                <p:cTn id="617" presetID="27" presetClass="emph" presetSubtype="0" fill="remove" grpId="1" nodeType="clickEffect">
                                  <p:stCondLst>
                                    <p:cond delay="0"/>
                                  </p:stCondLst>
                                  <p:childTnLst>
                                    <p:animClr clrSpc="rgb" dir="cw">
                                      <p:cBhvr override="childStyle">
                                        <p:cTn id="618" dur="1000" autoRev="1" fill="remove"/>
                                        <p:tgtEl>
                                          <p:spTgt spid="54"/>
                                        </p:tgtEl>
                                        <p:attrNameLst>
                                          <p:attrName>style.color</p:attrName>
                                        </p:attrNameLst>
                                      </p:cBhvr>
                                      <p:to>
                                        <a:schemeClr val="bg1"/>
                                      </p:to>
                                    </p:animClr>
                                    <p:animClr clrSpc="rgb" dir="cw">
                                      <p:cBhvr>
                                        <p:cTn id="619" dur="1000" autoRev="1" fill="remove"/>
                                        <p:tgtEl>
                                          <p:spTgt spid="54"/>
                                        </p:tgtEl>
                                        <p:attrNameLst>
                                          <p:attrName>fillcolor</p:attrName>
                                        </p:attrNameLst>
                                      </p:cBhvr>
                                      <p:to>
                                        <a:schemeClr val="bg1"/>
                                      </p:to>
                                    </p:animClr>
                                    <p:set>
                                      <p:cBhvr>
                                        <p:cTn id="620" dur="1000" autoRev="1" fill="remove"/>
                                        <p:tgtEl>
                                          <p:spTgt spid="54"/>
                                        </p:tgtEl>
                                        <p:attrNameLst>
                                          <p:attrName>fill.type</p:attrName>
                                        </p:attrNameLst>
                                      </p:cBhvr>
                                      <p:to>
                                        <p:strVal val="solid"/>
                                      </p:to>
                                    </p:set>
                                    <p:set>
                                      <p:cBhvr>
                                        <p:cTn id="621" dur="1000" autoRev="1" fill="remove"/>
                                        <p:tgtEl>
                                          <p:spTgt spid="54"/>
                                        </p:tgtEl>
                                        <p:attrNameLst>
                                          <p:attrName>fill.on</p:attrName>
                                        </p:attrNameLst>
                                      </p:cBhvr>
                                      <p:to>
                                        <p:strVal val="true"/>
                                      </p:to>
                                    </p:set>
                                  </p:childTnLst>
                                </p:cTn>
                              </p:par>
                            </p:childTnLst>
                          </p:cTn>
                        </p:par>
                        <p:par>
                          <p:cTn id="622" fill="hold">
                            <p:stCondLst>
                              <p:cond delay="2000"/>
                            </p:stCondLst>
                            <p:childTnLst>
                              <p:par>
                                <p:cTn id="623" presetID="22" presetClass="exit" presetSubtype="1" fill="hold" nodeType="afterEffect">
                                  <p:stCondLst>
                                    <p:cond delay="0"/>
                                  </p:stCondLst>
                                  <p:childTnLst>
                                    <p:animEffect transition="out" filter="wipe(up)">
                                      <p:cBhvr>
                                        <p:cTn id="624" dur="500"/>
                                        <p:tgtEl>
                                          <p:spTgt spid="68"/>
                                        </p:tgtEl>
                                      </p:cBhvr>
                                    </p:animEffect>
                                    <p:set>
                                      <p:cBhvr>
                                        <p:cTn id="625" dur="1" fill="hold">
                                          <p:stCondLst>
                                            <p:cond delay="499"/>
                                          </p:stCondLst>
                                        </p:cTn>
                                        <p:tgtEl>
                                          <p:spTgt spid="68"/>
                                        </p:tgtEl>
                                        <p:attrNameLst>
                                          <p:attrName>style.visibility</p:attrName>
                                        </p:attrNameLst>
                                      </p:cBhvr>
                                      <p:to>
                                        <p:strVal val="hidden"/>
                                      </p:to>
                                    </p:set>
                                  </p:childTnLst>
                                </p:cTn>
                              </p:par>
                              <p:par>
                                <p:cTn id="626" presetID="22" presetClass="entr" presetSubtype="8" fill="hold" nodeType="withEffect">
                                  <p:stCondLst>
                                    <p:cond delay="0"/>
                                  </p:stCondLst>
                                  <p:childTnLst>
                                    <p:set>
                                      <p:cBhvr>
                                        <p:cTn id="627" dur="1" fill="hold">
                                          <p:stCondLst>
                                            <p:cond delay="0"/>
                                          </p:stCondLst>
                                        </p:cTn>
                                        <p:tgtEl>
                                          <p:spTgt spid="70"/>
                                        </p:tgtEl>
                                        <p:attrNameLst>
                                          <p:attrName>style.visibility</p:attrName>
                                        </p:attrNameLst>
                                      </p:cBhvr>
                                      <p:to>
                                        <p:strVal val="visible"/>
                                      </p:to>
                                    </p:set>
                                    <p:animEffect transition="in" filter="wipe(left)">
                                      <p:cBhvr>
                                        <p:cTn id="628" dur="1000"/>
                                        <p:tgtEl>
                                          <p:spTgt spid="70"/>
                                        </p:tgtEl>
                                      </p:cBhvr>
                                    </p:animEffect>
                                  </p:childTnLst>
                                </p:cTn>
                              </p:par>
                            </p:childTnLst>
                          </p:cTn>
                        </p:par>
                      </p:childTnLst>
                    </p:cTn>
                  </p:par>
                  <p:par>
                    <p:cTn id="629" fill="hold">
                      <p:stCondLst>
                        <p:cond delay="indefinite"/>
                      </p:stCondLst>
                      <p:childTnLst>
                        <p:par>
                          <p:cTn id="630" fill="hold">
                            <p:stCondLst>
                              <p:cond delay="0"/>
                            </p:stCondLst>
                            <p:childTnLst>
                              <p:par>
                                <p:cTn id="631" presetID="31" presetClass="entr" presetSubtype="0" fill="hold" nodeType="clickEffect">
                                  <p:stCondLst>
                                    <p:cond delay="0"/>
                                  </p:stCondLst>
                                  <p:childTnLst>
                                    <p:set>
                                      <p:cBhvr>
                                        <p:cTn id="632" dur="1" fill="hold">
                                          <p:stCondLst>
                                            <p:cond delay="0"/>
                                          </p:stCondLst>
                                        </p:cTn>
                                        <p:tgtEl>
                                          <p:spTgt spid="191"/>
                                        </p:tgtEl>
                                        <p:attrNameLst>
                                          <p:attrName>style.visibility</p:attrName>
                                        </p:attrNameLst>
                                      </p:cBhvr>
                                      <p:to>
                                        <p:strVal val="visible"/>
                                      </p:to>
                                    </p:set>
                                    <p:anim calcmode="lin" valueType="num">
                                      <p:cBhvr>
                                        <p:cTn id="633" dur="2000" fill="hold"/>
                                        <p:tgtEl>
                                          <p:spTgt spid="191"/>
                                        </p:tgtEl>
                                        <p:attrNameLst>
                                          <p:attrName>ppt_w</p:attrName>
                                        </p:attrNameLst>
                                      </p:cBhvr>
                                      <p:tavLst>
                                        <p:tav tm="0">
                                          <p:val>
                                            <p:fltVal val="0"/>
                                          </p:val>
                                        </p:tav>
                                        <p:tav tm="100000">
                                          <p:val>
                                            <p:strVal val="#ppt_w"/>
                                          </p:val>
                                        </p:tav>
                                      </p:tavLst>
                                    </p:anim>
                                    <p:anim calcmode="lin" valueType="num">
                                      <p:cBhvr>
                                        <p:cTn id="634" dur="2000" fill="hold"/>
                                        <p:tgtEl>
                                          <p:spTgt spid="191"/>
                                        </p:tgtEl>
                                        <p:attrNameLst>
                                          <p:attrName>ppt_h</p:attrName>
                                        </p:attrNameLst>
                                      </p:cBhvr>
                                      <p:tavLst>
                                        <p:tav tm="0">
                                          <p:val>
                                            <p:fltVal val="0"/>
                                          </p:val>
                                        </p:tav>
                                        <p:tav tm="100000">
                                          <p:val>
                                            <p:strVal val="#ppt_h"/>
                                          </p:val>
                                        </p:tav>
                                      </p:tavLst>
                                    </p:anim>
                                    <p:anim calcmode="lin" valueType="num">
                                      <p:cBhvr>
                                        <p:cTn id="635" dur="2000" fill="hold"/>
                                        <p:tgtEl>
                                          <p:spTgt spid="191"/>
                                        </p:tgtEl>
                                        <p:attrNameLst>
                                          <p:attrName>style.rotation</p:attrName>
                                        </p:attrNameLst>
                                      </p:cBhvr>
                                      <p:tavLst>
                                        <p:tav tm="0">
                                          <p:val>
                                            <p:fltVal val="90"/>
                                          </p:val>
                                        </p:tav>
                                        <p:tav tm="100000">
                                          <p:val>
                                            <p:fltVal val="0"/>
                                          </p:val>
                                        </p:tav>
                                      </p:tavLst>
                                    </p:anim>
                                    <p:animEffect transition="in" filter="fade">
                                      <p:cBhvr>
                                        <p:cTn id="636" dur="2000"/>
                                        <p:tgtEl>
                                          <p:spTgt spid="191"/>
                                        </p:tgtEl>
                                      </p:cBhvr>
                                    </p:animEffect>
                                  </p:childTnLst>
                                </p:cTn>
                              </p:par>
                              <p:par>
                                <p:cTn id="637" presetID="22" presetClass="exit" presetSubtype="1" fill="hold" nodeType="withEffect">
                                  <p:stCondLst>
                                    <p:cond delay="0"/>
                                  </p:stCondLst>
                                  <p:childTnLst>
                                    <p:animEffect transition="out" filter="wipe(up)">
                                      <p:cBhvr>
                                        <p:cTn id="638" dur="500"/>
                                        <p:tgtEl>
                                          <p:spTgt spid="70"/>
                                        </p:tgtEl>
                                      </p:cBhvr>
                                    </p:animEffect>
                                    <p:set>
                                      <p:cBhvr>
                                        <p:cTn id="639" dur="1" fill="hold">
                                          <p:stCondLst>
                                            <p:cond delay="499"/>
                                          </p:stCondLst>
                                        </p:cTn>
                                        <p:tgtEl>
                                          <p:spTgt spid="70"/>
                                        </p:tgtEl>
                                        <p:attrNameLst>
                                          <p:attrName>style.visibility</p:attrName>
                                        </p:attrNameLst>
                                      </p:cBhvr>
                                      <p:to>
                                        <p:strVal val="hidden"/>
                                      </p:to>
                                    </p:set>
                                  </p:childTnLst>
                                </p:cTn>
                              </p:par>
                              <p:par>
                                <p:cTn id="640" presetID="22" presetClass="entr" presetSubtype="8" fill="hold" nodeType="withEffect">
                                  <p:stCondLst>
                                    <p:cond delay="0"/>
                                  </p:stCondLst>
                                  <p:childTnLst>
                                    <p:set>
                                      <p:cBhvr>
                                        <p:cTn id="641" dur="1" fill="hold">
                                          <p:stCondLst>
                                            <p:cond delay="0"/>
                                          </p:stCondLst>
                                        </p:cTn>
                                        <p:tgtEl>
                                          <p:spTgt spid="68"/>
                                        </p:tgtEl>
                                        <p:attrNameLst>
                                          <p:attrName>style.visibility</p:attrName>
                                        </p:attrNameLst>
                                      </p:cBhvr>
                                      <p:to>
                                        <p:strVal val="visible"/>
                                      </p:to>
                                    </p:set>
                                    <p:animEffect transition="in" filter="wipe(left)">
                                      <p:cBhvr>
                                        <p:cTn id="642" dur="1000"/>
                                        <p:tgtEl>
                                          <p:spTgt spid="68"/>
                                        </p:tgtEl>
                                      </p:cBhvr>
                                    </p:animEffect>
                                  </p:childTnLst>
                                </p:cTn>
                              </p:par>
                            </p:childTnLst>
                          </p:cTn>
                        </p:par>
                      </p:childTnLst>
                    </p:cTn>
                  </p:par>
                  <p:par>
                    <p:cTn id="643" fill="hold">
                      <p:stCondLst>
                        <p:cond delay="indefinite"/>
                      </p:stCondLst>
                      <p:childTnLst>
                        <p:par>
                          <p:cTn id="644" fill="hold">
                            <p:stCondLst>
                              <p:cond delay="0"/>
                            </p:stCondLst>
                            <p:childTnLst>
                              <p:par>
                                <p:cTn id="645" presetID="27" presetClass="emph" presetSubtype="0" fill="remove" grpId="2" nodeType="clickEffect">
                                  <p:stCondLst>
                                    <p:cond delay="0"/>
                                  </p:stCondLst>
                                  <p:childTnLst>
                                    <p:animClr clrSpc="rgb" dir="cw">
                                      <p:cBhvr override="childStyle">
                                        <p:cTn id="646" dur="1000" autoRev="1" fill="remove"/>
                                        <p:tgtEl>
                                          <p:spTgt spid="52"/>
                                        </p:tgtEl>
                                        <p:attrNameLst>
                                          <p:attrName>style.color</p:attrName>
                                        </p:attrNameLst>
                                      </p:cBhvr>
                                      <p:to>
                                        <a:schemeClr val="bg1"/>
                                      </p:to>
                                    </p:animClr>
                                    <p:animClr clrSpc="rgb" dir="cw">
                                      <p:cBhvr>
                                        <p:cTn id="647" dur="1000" autoRev="1" fill="remove"/>
                                        <p:tgtEl>
                                          <p:spTgt spid="52"/>
                                        </p:tgtEl>
                                        <p:attrNameLst>
                                          <p:attrName>fillcolor</p:attrName>
                                        </p:attrNameLst>
                                      </p:cBhvr>
                                      <p:to>
                                        <a:schemeClr val="bg1"/>
                                      </p:to>
                                    </p:animClr>
                                    <p:set>
                                      <p:cBhvr>
                                        <p:cTn id="648" dur="1000" autoRev="1" fill="remove"/>
                                        <p:tgtEl>
                                          <p:spTgt spid="52"/>
                                        </p:tgtEl>
                                        <p:attrNameLst>
                                          <p:attrName>fill.type</p:attrName>
                                        </p:attrNameLst>
                                      </p:cBhvr>
                                      <p:to>
                                        <p:strVal val="solid"/>
                                      </p:to>
                                    </p:set>
                                    <p:set>
                                      <p:cBhvr>
                                        <p:cTn id="649" dur="1000" autoRev="1" fill="remove"/>
                                        <p:tgtEl>
                                          <p:spTgt spid="52"/>
                                        </p:tgtEl>
                                        <p:attrNameLst>
                                          <p:attrName>fill.on</p:attrName>
                                        </p:attrNameLst>
                                      </p:cBhvr>
                                      <p:to>
                                        <p:strVal val="true"/>
                                      </p:to>
                                    </p:set>
                                  </p:childTnLst>
                                </p:cTn>
                              </p:par>
                            </p:childTnLst>
                          </p:cTn>
                        </p:par>
                        <p:par>
                          <p:cTn id="650" fill="hold">
                            <p:stCondLst>
                              <p:cond delay="2000"/>
                            </p:stCondLst>
                            <p:childTnLst>
                              <p:par>
                                <p:cTn id="651" presetID="22" presetClass="exit" presetSubtype="1" fill="hold" nodeType="afterEffect">
                                  <p:stCondLst>
                                    <p:cond delay="0"/>
                                  </p:stCondLst>
                                  <p:childTnLst>
                                    <p:animEffect transition="out" filter="wipe(up)">
                                      <p:cBhvr>
                                        <p:cTn id="652" dur="500"/>
                                        <p:tgtEl>
                                          <p:spTgt spid="68"/>
                                        </p:tgtEl>
                                      </p:cBhvr>
                                    </p:animEffect>
                                    <p:set>
                                      <p:cBhvr>
                                        <p:cTn id="653" dur="1" fill="hold">
                                          <p:stCondLst>
                                            <p:cond delay="499"/>
                                          </p:stCondLst>
                                        </p:cTn>
                                        <p:tgtEl>
                                          <p:spTgt spid="68"/>
                                        </p:tgtEl>
                                        <p:attrNameLst>
                                          <p:attrName>style.visibility</p:attrName>
                                        </p:attrNameLst>
                                      </p:cBhvr>
                                      <p:to>
                                        <p:strVal val="hidden"/>
                                      </p:to>
                                    </p:set>
                                  </p:childTnLst>
                                </p:cTn>
                              </p:par>
                              <p:par>
                                <p:cTn id="654" presetID="22" presetClass="entr" presetSubtype="8" fill="hold" nodeType="withEffect">
                                  <p:stCondLst>
                                    <p:cond delay="0"/>
                                  </p:stCondLst>
                                  <p:childTnLst>
                                    <p:set>
                                      <p:cBhvr>
                                        <p:cTn id="655" dur="1" fill="hold">
                                          <p:stCondLst>
                                            <p:cond delay="0"/>
                                          </p:stCondLst>
                                        </p:cTn>
                                        <p:tgtEl>
                                          <p:spTgt spid="70"/>
                                        </p:tgtEl>
                                        <p:attrNameLst>
                                          <p:attrName>style.visibility</p:attrName>
                                        </p:attrNameLst>
                                      </p:cBhvr>
                                      <p:to>
                                        <p:strVal val="visible"/>
                                      </p:to>
                                    </p:set>
                                    <p:animEffect transition="in" filter="wipe(left)">
                                      <p:cBhvr>
                                        <p:cTn id="656" dur="1000"/>
                                        <p:tgtEl>
                                          <p:spTgt spid="70"/>
                                        </p:tgtEl>
                                      </p:cBhvr>
                                    </p:animEffect>
                                  </p:childTnLst>
                                </p:cTn>
                              </p:par>
                            </p:childTnLst>
                          </p:cTn>
                        </p:par>
                      </p:childTnLst>
                    </p:cTn>
                  </p:par>
                  <p:par>
                    <p:cTn id="657" fill="hold">
                      <p:stCondLst>
                        <p:cond delay="indefinite"/>
                      </p:stCondLst>
                      <p:childTnLst>
                        <p:par>
                          <p:cTn id="658" fill="hold">
                            <p:stCondLst>
                              <p:cond delay="0"/>
                            </p:stCondLst>
                            <p:childTnLst>
                              <p:par>
                                <p:cTn id="659" presetID="31" presetClass="entr" presetSubtype="0" fill="hold" nodeType="clickEffect">
                                  <p:stCondLst>
                                    <p:cond delay="0"/>
                                  </p:stCondLst>
                                  <p:childTnLst>
                                    <p:set>
                                      <p:cBhvr>
                                        <p:cTn id="660" dur="1" fill="hold">
                                          <p:stCondLst>
                                            <p:cond delay="0"/>
                                          </p:stCondLst>
                                        </p:cTn>
                                        <p:tgtEl>
                                          <p:spTgt spid="185"/>
                                        </p:tgtEl>
                                        <p:attrNameLst>
                                          <p:attrName>style.visibility</p:attrName>
                                        </p:attrNameLst>
                                      </p:cBhvr>
                                      <p:to>
                                        <p:strVal val="visible"/>
                                      </p:to>
                                    </p:set>
                                    <p:anim calcmode="lin" valueType="num">
                                      <p:cBhvr>
                                        <p:cTn id="661" dur="2000" fill="hold"/>
                                        <p:tgtEl>
                                          <p:spTgt spid="185"/>
                                        </p:tgtEl>
                                        <p:attrNameLst>
                                          <p:attrName>ppt_w</p:attrName>
                                        </p:attrNameLst>
                                      </p:cBhvr>
                                      <p:tavLst>
                                        <p:tav tm="0">
                                          <p:val>
                                            <p:fltVal val="0"/>
                                          </p:val>
                                        </p:tav>
                                        <p:tav tm="100000">
                                          <p:val>
                                            <p:strVal val="#ppt_w"/>
                                          </p:val>
                                        </p:tav>
                                      </p:tavLst>
                                    </p:anim>
                                    <p:anim calcmode="lin" valueType="num">
                                      <p:cBhvr>
                                        <p:cTn id="662" dur="2000" fill="hold"/>
                                        <p:tgtEl>
                                          <p:spTgt spid="185"/>
                                        </p:tgtEl>
                                        <p:attrNameLst>
                                          <p:attrName>ppt_h</p:attrName>
                                        </p:attrNameLst>
                                      </p:cBhvr>
                                      <p:tavLst>
                                        <p:tav tm="0">
                                          <p:val>
                                            <p:fltVal val="0"/>
                                          </p:val>
                                        </p:tav>
                                        <p:tav tm="100000">
                                          <p:val>
                                            <p:strVal val="#ppt_h"/>
                                          </p:val>
                                        </p:tav>
                                      </p:tavLst>
                                    </p:anim>
                                    <p:anim calcmode="lin" valueType="num">
                                      <p:cBhvr>
                                        <p:cTn id="663" dur="2000" fill="hold"/>
                                        <p:tgtEl>
                                          <p:spTgt spid="185"/>
                                        </p:tgtEl>
                                        <p:attrNameLst>
                                          <p:attrName>style.rotation</p:attrName>
                                        </p:attrNameLst>
                                      </p:cBhvr>
                                      <p:tavLst>
                                        <p:tav tm="0">
                                          <p:val>
                                            <p:fltVal val="90"/>
                                          </p:val>
                                        </p:tav>
                                        <p:tav tm="100000">
                                          <p:val>
                                            <p:fltVal val="0"/>
                                          </p:val>
                                        </p:tav>
                                      </p:tavLst>
                                    </p:anim>
                                    <p:animEffect transition="in" filter="fade">
                                      <p:cBhvr>
                                        <p:cTn id="664" dur="2000"/>
                                        <p:tgtEl>
                                          <p:spTgt spid="185"/>
                                        </p:tgtEl>
                                      </p:cBhvr>
                                    </p:animEffect>
                                  </p:childTnLst>
                                </p:cTn>
                              </p:par>
                            </p:childTnLst>
                          </p:cTn>
                        </p:par>
                      </p:childTnLst>
                    </p:cTn>
                  </p:par>
                  <p:par>
                    <p:cTn id="665" fill="hold">
                      <p:stCondLst>
                        <p:cond delay="indefinite"/>
                      </p:stCondLst>
                      <p:childTnLst>
                        <p:par>
                          <p:cTn id="666" fill="hold">
                            <p:stCondLst>
                              <p:cond delay="0"/>
                            </p:stCondLst>
                            <p:childTnLst>
                              <p:par>
                                <p:cTn id="667" presetID="22" presetClass="exit" presetSubtype="1" fill="hold" nodeType="clickEffect">
                                  <p:stCondLst>
                                    <p:cond delay="0"/>
                                  </p:stCondLst>
                                  <p:childTnLst>
                                    <p:animEffect transition="out" filter="wipe(up)">
                                      <p:cBhvr>
                                        <p:cTn id="668" dur="500"/>
                                        <p:tgtEl>
                                          <p:spTgt spid="70"/>
                                        </p:tgtEl>
                                      </p:cBhvr>
                                    </p:animEffect>
                                    <p:set>
                                      <p:cBhvr>
                                        <p:cTn id="669" dur="1" fill="hold">
                                          <p:stCondLst>
                                            <p:cond delay="499"/>
                                          </p:stCondLst>
                                        </p:cTn>
                                        <p:tgtEl>
                                          <p:spTgt spid="70"/>
                                        </p:tgtEl>
                                        <p:attrNameLst>
                                          <p:attrName>style.visibility</p:attrName>
                                        </p:attrNameLst>
                                      </p:cBhvr>
                                      <p:to>
                                        <p:strVal val="hidden"/>
                                      </p:to>
                                    </p:set>
                                  </p:childTnLst>
                                </p:cTn>
                              </p:par>
                            </p:childTnLst>
                          </p:cTn>
                        </p:par>
                        <p:par>
                          <p:cTn id="670" fill="hold">
                            <p:stCondLst>
                              <p:cond delay="500"/>
                            </p:stCondLst>
                            <p:childTnLst>
                              <p:par>
                                <p:cTn id="671" presetID="16" presetClass="exit" presetSubtype="21" fill="hold" nodeType="afterEffect">
                                  <p:stCondLst>
                                    <p:cond delay="0"/>
                                  </p:stCondLst>
                                  <p:childTnLst>
                                    <p:animEffect transition="out" filter="barn(inVertical)">
                                      <p:cBhvr>
                                        <p:cTn id="672" dur="500"/>
                                        <p:tgtEl>
                                          <p:spTgt spid="191"/>
                                        </p:tgtEl>
                                      </p:cBhvr>
                                    </p:animEffect>
                                    <p:set>
                                      <p:cBhvr>
                                        <p:cTn id="673" dur="1" fill="hold">
                                          <p:stCondLst>
                                            <p:cond delay="499"/>
                                          </p:stCondLst>
                                        </p:cTn>
                                        <p:tgtEl>
                                          <p:spTgt spid="191"/>
                                        </p:tgtEl>
                                        <p:attrNameLst>
                                          <p:attrName>style.visibility</p:attrName>
                                        </p:attrNameLst>
                                      </p:cBhvr>
                                      <p:to>
                                        <p:strVal val="hidden"/>
                                      </p:to>
                                    </p:set>
                                  </p:childTnLst>
                                </p:cTn>
                              </p:par>
                              <p:par>
                                <p:cTn id="674" presetID="16" presetClass="exit" presetSubtype="21" fill="hold" nodeType="withEffect">
                                  <p:stCondLst>
                                    <p:cond delay="0"/>
                                  </p:stCondLst>
                                  <p:childTnLst>
                                    <p:animEffect transition="out" filter="barn(inVertical)">
                                      <p:cBhvr>
                                        <p:cTn id="675" dur="500"/>
                                        <p:tgtEl>
                                          <p:spTgt spid="185"/>
                                        </p:tgtEl>
                                      </p:cBhvr>
                                    </p:animEffect>
                                    <p:set>
                                      <p:cBhvr>
                                        <p:cTn id="676" dur="1" fill="hold">
                                          <p:stCondLst>
                                            <p:cond delay="499"/>
                                          </p:stCondLst>
                                        </p:cTn>
                                        <p:tgtEl>
                                          <p:spTgt spid="185"/>
                                        </p:tgtEl>
                                        <p:attrNameLst>
                                          <p:attrName>style.visibility</p:attrName>
                                        </p:attrNameLst>
                                      </p:cBhvr>
                                      <p:to>
                                        <p:strVal val="hidden"/>
                                      </p:to>
                                    </p:set>
                                  </p:childTnLst>
                                </p:cTn>
                              </p:par>
                              <p:par>
                                <p:cTn id="677" presetID="16" presetClass="exit" presetSubtype="21" fill="hold" nodeType="withEffect">
                                  <p:stCondLst>
                                    <p:cond delay="0"/>
                                  </p:stCondLst>
                                  <p:childTnLst>
                                    <p:animEffect transition="out" filter="barn(inVertical)">
                                      <p:cBhvr>
                                        <p:cTn id="678" dur="500"/>
                                        <p:tgtEl>
                                          <p:spTgt spid="129"/>
                                        </p:tgtEl>
                                      </p:cBhvr>
                                    </p:animEffect>
                                    <p:set>
                                      <p:cBhvr>
                                        <p:cTn id="679" dur="1" fill="hold">
                                          <p:stCondLst>
                                            <p:cond delay="499"/>
                                          </p:stCondLst>
                                        </p:cTn>
                                        <p:tgtEl>
                                          <p:spTgt spid="129"/>
                                        </p:tgtEl>
                                        <p:attrNameLst>
                                          <p:attrName>style.visibility</p:attrName>
                                        </p:attrNameLst>
                                      </p:cBhvr>
                                      <p:to>
                                        <p:strVal val="hidden"/>
                                      </p:to>
                                    </p:set>
                                  </p:childTnLst>
                                </p:cTn>
                              </p:par>
                              <p:par>
                                <p:cTn id="680" presetID="16" presetClass="exit" presetSubtype="21" fill="hold" nodeType="withEffect">
                                  <p:stCondLst>
                                    <p:cond delay="0"/>
                                  </p:stCondLst>
                                  <p:childTnLst>
                                    <p:animEffect transition="out" filter="barn(inVertical)">
                                      <p:cBhvr>
                                        <p:cTn id="681" dur="500"/>
                                        <p:tgtEl>
                                          <p:spTgt spid="72"/>
                                        </p:tgtEl>
                                      </p:cBhvr>
                                    </p:animEffect>
                                    <p:set>
                                      <p:cBhvr>
                                        <p:cTn id="682" dur="1" fill="hold">
                                          <p:stCondLst>
                                            <p:cond delay="499"/>
                                          </p:stCondLst>
                                        </p:cTn>
                                        <p:tgtEl>
                                          <p:spTgt spid="72"/>
                                        </p:tgtEl>
                                        <p:attrNameLst>
                                          <p:attrName>style.visibility</p:attrName>
                                        </p:attrNameLst>
                                      </p:cBhvr>
                                      <p:to>
                                        <p:strVal val="hidden"/>
                                      </p:to>
                                    </p:set>
                                  </p:childTnLst>
                                </p:cTn>
                              </p:par>
                            </p:childTnLst>
                          </p:cTn>
                        </p:par>
                        <p:par>
                          <p:cTn id="683" fill="hold">
                            <p:stCondLst>
                              <p:cond delay="1000"/>
                            </p:stCondLst>
                            <p:childTnLst>
                              <p:par>
                                <p:cTn id="684" presetID="16" presetClass="exit" presetSubtype="21" fill="hold" grpId="1" nodeType="afterEffect">
                                  <p:stCondLst>
                                    <p:cond delay="0"/>
                                  </p:stCondLst>
                                  <p:childTnLst>
                                    <p:animEffect transition="out" filter="barn(inVertical)">
                                      <p:cBhvr>
                                        <p:cTn id="685" dur="500"/>
                                        <p:tgtEl>
                                          <p:spTgt spid="71"/>
                                        </p:tgtEl>
                                      </p:cBhvr>
                                    </p:animEffect>
                                    <p:set>
                                      <p:cBhvr>
                                        <p:cTn id="686" dur="1" fill="hold">
                                          <p:stCondLst>
                                            <p:cond delay="499"/>
                                          </p:stCondLst>
                                        </p:cTn>
                                        <p:tgtEl>
                                          <p:spTgt spid="71"/>
                                        </p:tgtEl>
                                        <p:attrNameLst>
                                          <p:attrName>style.visibility</p:attrName>
                                        </p:attrNameLst>
                                      </p:cBhvr>
                                      <p:to>
                                        <p:strVal val="hidden"/>
                                      </p:to>
                                    </p:set>
                                  </p:childTnLst>
                                </p:cTn>
                              </p:par>
                            </p:childTnLst>
                          </p:cTn>
                        </p:par>
                        <p:par>
                          <p:cTn id="687" fill="hold">
                            <p:stCondLst>
                              <p:cond delay="1500"/>
                            </p:stCondLst>
                            <p:childTnLst>
                              <p:par>
                                <p:cTn id="688" presetID="31" presetClass="exit" presetSubtype="0" fill="hold" grpId="1" nodeType="afterEffect">
                                  <p:stCondLst>
                                    <p:cond delay="0"/>
                                  </p:stCondLst>
                                  <p:childTnLst>
                                    <p:anim calcmode="lin" valueType="num">
                                      <p:cBhvr>
                                        <p:cTn id="689" dur="1000"/>
                                        <p:tgtEl>
                                          <p:spTgt spid="65"/>
                                        </p:tgtEl>
                                        <p:attrNameLst>
                                          <p:attrName>ppt_w</p:attrName>
                                        </p:attrNameLst>
                                      </p:cBhvr>
                                      <p:tavLst>
                                        <p:tav tm="0">
                                          <p:val>
                                            <p:strVal val="ppt_w"/>
                                          </p:val>
                                        </p:tav>
                                        <p:tav tm="100000">
                                          <p:val>
                                            <p:fltVal val="0"/>
                                          </p:val>
                                        </p:tav>
                                      </p:tavLst>
                                    </p:anim>
                                    <p:anim calcmode="lin" valueType="num">
                                      <p:cBhvr>
                                        <p:cTn id="690" dur="1000"/>
                                        <p:tgtEl>
                                          <p:spTgt spid="65"/>
                                        </p:tgtEl>
                                        <p:attrNameLst>
                                          <p:attrName>ppt_h</p:attrName>
                                        </p:attrNameLst>
                                      </p:cBhvr>
                                      <p:tavLst>
                                        <p:tav tm="0">
                                          <p:val>
                                            <p:strVal val="ppt_h"/>
                                          </p:val>
                                        </p:tav>
                                        <p:tav tm="100000">
                                          <p:val>
                                            <p:fltVal val="0"/>
                                          </p:val>
                                        </p:tav>
                                      </p:tavLst>
                                    </p:anim>
                                    <p:anim calcmode="lin" valueType="num">
                                      <p:cBhvr>
                                        <p:cTn id="691" dur="1000"/>
                                        <p:tgtEl>
                                          <p:spTgt spid="65"/>
                                        </p:tgtEl>
                                        <p:attrNameLst>
                                          <p:attrName>style.rotation</p:attrName>
                                        </p:attrNameLst>
                                      </p:cBhvr>
                                      <p:tavLst>
                                        <p:tav tm="0">
                                          <p:val>
                                            <p:fltVal val="0"/>
                                          </p:val>
                                        </p:tav>
                                        <p:tav tm="100000">
                                          <p:val>
                                            <p:fltVal val="90"/>
                                          </p:val>
                                        </p:tav>
                                      </p:tavLst>
                                    </p:anim>
                                    <p:animEffect transition="out" filter="fade">
                                      <p:cBhvr>
                                        <p:cTn id="692" dur="1000"/>
                                        <p:tgtEl>
                                          <p:spTgt spid="65"/>
                                        </p:tgtEl>
                                      </p:cBhvr>
                                    </p:animEffect>
                                    <p:set>
                                      <p:cBhvr>
                                        <p:cTn id="693" dur="1" fill="hold">
                                          <p:stCondLst>
                                            <p:cond delay="999"/>
                                          </p:stCondLst>
                                        </p:cTn>
                                        <p:tgtEl>
                                          <p:spTgt spid="65"/>
                                        </p:tgtEl>
                                        <p:attrNameLst>
                                          <p:attrName>style.visibility</p:attrName>
                                        </p:attrNameLst>
                                      </p:cBhvr>
                                      <p:to>
                                        <p:strVal val="hidden"/>
                                      </p:to>
                                    </p:set>
                                  </p:childTnLst>
                                </p:cTn>
                              </p:par>
                            </p:childTnLst>
                          </p:cTn>
                        </p:par>
                      </p:childTnLst>
                    </p:cTn>
                  </p:par>
                  <p:par>
                    <p:cTn id="694" fill="hold">
                      <p:stCondLst>
                        <p:cond delay="indefinite"/>
                      </p:stCondLst>
                      <p:childTnLst>
                        <p:par>
                          <p:cTn id="695" fill="hold">
                            <p:stCondLst>
                              <p:cond delay="0"/>
                            </p:stCondLst>
                            <p:childTnLst>
                              <p:par>
                                <p:cTn id="696" presetID="22" presetClass="exit" presetSubtype="1" fill="hold" nodeType="clickEffect">
                                  <p:stCondLst>
                                    <p:cond delay="0"/>
                                  </p:stCondLst>
                                  <p:childTnLst>
                                    <p:animEffect transition="out" filter="wipe(up)">
                                      <p:cBhvr>
                                        <p:cTn id="697" dur="500"/>
                                        <p:tgtEl>
                                          <p:spTgt spid="63"/>
                                        </p:tgtEl>
                                      </p:cBhvr>
                                    </p:animEffect>
                                    <p:set>
                                      <p:cBhvr>
                                        <p:cTn id="698" dur="1" fill="hold">
                                          <p:stCondLst>
                                            <p:cond delay="499"/>
                                          </p:stCondLst>
                                        </p:cTn>
                                        <p:tgtEl>
                                          <p:spTgt spid="63"/>
                                        </p:tgtEl>
                                        <p:attrNameLst>
                                          <p:attrName>style.visibility</p:attrName>
                                        </p:attrNameLst>
                                      </p:cBhvr>
                                      <p:to>
                                        <p:strVal val="hidden"/>
                                      </p:to>
                                    </p:set>
                                  </p:childTnLst>
                                </p:cTn>
                              </p:par>
                              <p:par>
                                <p:cTn id="699" presetID="22" presetClass="entr" presetSubtype="8" fill="hold" nodeType="withEffect">
                                  <p:stCondLst>
                                    <p:cond delay="0"/>
                                  </p:stCondLst>
                                  <p:childTnLst>
                                    <p:set>
                                      <p:cBhvr>
                                        <p:cTn id="700" dur="1" fill="hold">
                                          <p:stCondLst>
                                            <p:cond delay="0"/>
                                          </p:stCondLst>
                                        </p:cTn>
                                        <p:tgtEl>
                                          <p:spTgt spid="64"/>
                                        </p:tgtEl>
                                        <p:attrNameLst>
                                          <p:attrName>style.visibility</p:attrName>
                                        </p:attrNameLst>
                                      </p:cBhvr>
                                      <p:to>
                                        <p:strVal val="visible"/>
                                      </p:to>
                                    </p:set>
                                    <p:animEffect transition="in" filter="wipe(left)">
                                      <p:cBhvr>
                                        <p:cTn id="701" dur="1000"/>
                                        <p:tgtEl>
                                          <p:spTgt spid="64"/>
                                        </p:tgtEl>
                                      </p:cBhvr>
                                    </p:animEffect>
                                  </p:childTnLst>
                                </p:cTn>
                              </p:par>
                            </p:childTnLst>
                          </p:cTn>
                        </p:par>
                      </p:childTnLst>
                    </p:cTn>
                  </p:par>
                  <p:par>
                    <p:cTn id="702" fill="hold">
                      <p:stCondLst>
                        <p:cond delay="indefinite"/>
                      </p:stCondLst>
                      <p:childTnLst>
                        <p:par>
                          <p:cTn id="703" fill="hold">
                            <p:stCondLst>
                              <p:cond delay="0"/>
                            </p:stCondLst>
                            <p:childTnLst>
                              <p:par>
                                <p:cTn id="704" presetID="31" presetClass="entr" presetSubtype="0" fill="hold" nodeType="clickEffect">
                                  <p:stCondLst>
                                    <p:cond delay="0"/>
                                  </p:stCondLst>
                                  <p:childTnLst>
                                    <p:set>
                                      <p:cBhvr>
                                        <p:cTn id="705" dur="1" fill="hold">
                                          <p:stCondLst>
                                            <p:cond delay="0"/>
                                          </p:stCondLst>
                                        </p:cTn>
                                        <p:tgtEl>
                                          <p:spTgt spid="132"/>
                                        </p:tgtEl>
                                        <p:attrNameLst>
                                          <p:attrName>style.visibility</p:attrName>
                                        </p:attrNameLst>
                                      </p:cBhvr>
                                      <p:to>
                                        <p:strVal val="visible"/>
                                      </p:to>
                                    </p:set>
                                    <p:anim calcmode="lin" valueType="num">
                                      <p:cBhvr>
                                        <p:cTn id="706" dur="2000" fill="hold"/>
                                        <p:tgtEl>
                                          <p:spTgt spid="132"/>
                                        </p:tgtEl>
                                        <p:attrNameLst>
                                          <p:attrName>ppt_w</p:attrName>
                                        </p:attrNameLst>
                                      </p:cBhvr>
                                      <p:tavLst>
                                        <p:tav tm="0">
                                          <p:val>
                                            <p:fltVal val="0"/>
                                          </p:val>
                                        </p:tav>
                                        <p:tav tm="100000">
                                          <p:val>
                                            <p:strVal val="#ppt_w"/>
                                          </p:val>
                                        </p:tav>
                                      </p:tavLst>
                                    </p:anim>
                                    <p:anim calcmode="lin" valueType="num">
                                      <p:cBhvr>
                                        <p:cTn id="707" dur="2000" fill="hold"/>
                                        <p:tgtEl>
                                          <p:spTgt spid="132"/>
                                        </p:tgtEl>
                                        <p:attrNameLst>
                                          <p:attrName>ppt_h</p:attrName>
                                        </p:attrNameLst>
                                      </p:cBhvr>
                                      <p:tavLst>
                                        <p:tav tm="0">
                                          <p:val>
                                            <p:fltVal val="0"/>
                                          </p:val>
                                        </p:tav>
                                        <p:tav tm="100000">
                                          <p:val>
                                            <p:strVal val="#ppt_h"/>
                                          </p:val>
                                        </p:tav>
                                      </p:tavLst>
                                    </p:anim>
                                    <p:anim calcmode="lin" valueType="num">
                                      <p:cBhvr>
                                        <p:cTn id="708" dur="2000" fill="hold"/>
                                        <p:tgtEl>
                                          <p:spTgt spid="132"/>
                                        </p:tgtEl>
                                        <p:attrNameLst>
                                          <p:attrName>style.rotation</p:attrName>
                                        </p:attrNameLst>
                                      </p:cBhvr>
                                      <p:tavLst>
                                        <p:tav tm="0">
                                          <p:val>
                                            <p:fltVal val="90"/>
                                          </p:val>
                                        </p:tav>
                                        <p:tav tm="100000">
                                          <p:val>
                                            <p:fltVal val="0"/>
                                          </p:val>
                                        </p:tav>
                                      </p:tavLst>
                                    </p:anim>
                                    <p:animEffect transition="in" filter="fade">
                                      <p:cBhvr>
                                        <p:cTn id="709" dur="2000"/>
                                        <p:tgtEl>
                                          <p:spTgt spid="132"/>
                                        </p:tgtEl>
                                      </p:cBhvr>
                                    </p:animEffect>
                                  </p:childTnLst>
                                </p:cTn>
                              </p:par>
                            </p:childTnLst>
                          </p:cTn>
                        </p:par>
                        <p:par>
                          <p:cTn id="710" fill="hold">
                            <p:stCondLst>
                              <p:cond delay="2000"/>
                            </p:stCondLst>
                            <p:childTnLst>
                              <p:par>
                                <p:cTn id="711" presetID="22" presetClass="exit" presetSubtype="1" fill="hold" nodeType="afterEffect">
                                  <p:stCondLst>
                                    <p:cond delay="0"/>
                                  </p:stCondLst>
                                  <p:childTnLst>
                                    <p:animEffect transition="out" filter="wipe(up)">
                                      <p:cBhvr>
                                        <p:cTn id="712" dur="500"/>
                                        <p:tgtEl>
                                          <p:spTgt spid="64"/>
                                        </p:tgtEl>
                                      </p:cBhvr>
                                    </p:animEffect>
                                    <p:set>
                                      <p:cBhvr>
                                        <p:cTn id="713" dur="1" fill="hold">
                                          <p:stCondLst>
                                            <p:cond delay="499"/>
                                          </p:stCondLst>
                                        </p:cTn>
                                        <p:tgtEl>
                                          <p:spTgt spid="64"/>
                                        </p:tgtEl>
                                        <p:attrNameLst>
                                          <p:attrName>style.visibility</p:attrName>
                                        </p:attrNameLst>
                                      </p:cBhvr>
                                      <p:to>
                                        <p:strVal val="hidden"/>
                                      </p:to>
                                    </p:set>
                                  </p:childTnLst>
                                </p:cTn>
                              </p:par>
                              <p:par>
                                <p:cTn id="714" presetID="22" presetClass="entr" presetSubtype="8" fill="hold" nodeType="withEffect">
                                  <p:stCondLst>
                                    <p:cond delay="0"/>
                                  </p:stCondLst>
                                  <p:childTnLst>
                                    <p:set>
                                      <p:cBhvr>
                                        <p:cTn id="715" dur="1" fill="hold">
                                          <p:stCondLst>
                                            <p:cond delay="0"/>
                                          </p:stCondLst>
                                        </p:cTn>
                                        <p:tgtEl>
                                          <p:spTgt spid="62"/>
                                        </p:tgtEl>
                                        <p:attrNameLst>
                                          <p:attrName>style.visibility</p:attrName>
                                        </p:attrNameLst>
                                      </p:cBhvr>
                                      <p:to>
                                        <p:strVal val="visible"/>
                                      </p:to>
                                    </p:set>
                                    <p:animEffect transition="in" filter="wipe(left)">
                                      <p:cBhvr>
                                        <p:cTn id="716" dur="1000"/>
                                        <p:tgtEl>
                                          <p:spTgt spid="62"/>
                                        </p:tgtEl>
                                      </p:cBhvr>
                                    </p:animEffect>
                                  </p:childTnLst>
                                </p:cTn>
                              </p:par>
                            </p:childTnLst>
                          </p:cTn>
                        </p:par>
                      </p:childTnLst>
                    </p:cTn>
                  </p:par>
                  <p:par>
                    <p:cTn id="717" fill="hold">
                      <p:stCondLst>
                        <p:cond delay="indefinite"/>
                      </p:stCondLst>
                      <p:childTnLst>
                        <p:par>
                          <p:cTn id="718" fill="hold">
                            <p:stCondLst>
                              <p:cond delay="0"/>
                            </p:stCondLst>
                            <p:childTnLst>
                              <p:par>
                                <p:cTn id="719" presetID="27" presetClass="emph" presetSubtype="0" fill="remove" grpId="0" nodeType="clickEffect">
                                  <p:stCondLst>
                                    <p:cond delay="0"/>
                                  </p:stCondLst>
                                  <p:childTnLst>
                                    <p:animClr clrSpc="rgb" dir="cw">
                                      <p:cBhvr override="childStyle">
                                        <p:cTn id="720" dur="1000" autoRev="1" fill="remove"/>
                                        <p:tgtEl>
                                          <p:spTgt spid="56"/>
                                        </p:tgtEl>
                                        <p:attrNameLst>
                                          <p:attrName>style.color</p:attrName>
                                        </p:attrNameLst>
                                      </p:cBhvr>
                                      <p:to>
                                        <a:schemeClr val="bg1"/>
                                      </p:to>
                                    </p:animClr>
                                    <p:animClr clrSpc="rgb" dir="cw">
                                      <p:cBhvr>
                                        <p:cTn id="721" dur="1000" autoRev="1" fill="remove"/>
                                        <p:tgtEl>
                                          <p:spTgt spid="56"/>
                                        </p:tgtEl>
                                        <p:attrNameLst>
                                          <p:attrName>fillcolor</p:attrName>
                                        </p:attrNameLst>
                                      </p:cBhvr>
                                      <p:to>
                                        <a:schemeClr val="bg1"/>
                                      </p:to>
                                    </p:animClr>
                                    <p:set>
                                      <p:cBhvr>
                                        <p:cTn id="722" dur="1000" autoRev="1" fill="remove"/>
                                        <p:tgtEl>
                                          <p:spTgt spid="56"/>
                                        </p:tgtEl>
                                        <p:attrNameLst>
                                          <p:attrName>fill.type</p:attrName>
                                        </p:attrNameLst>
                                      </p:cBhvr>
                                      <p:to>
                                        <p:strVal val="solid"/>
                                      </p:to>
                                    </p:set>
                                    <p:set>
                                      <p:cBhvr>
                                        <p:cTn id="723" dur="1000" autoRev="1" fill="remove"/>
                                        <p:tgtEl>
                                          <p:spTgt spid="56"/>
                                        </p:tgtEl>
                                        <p:attrNameLst>
                                          <p:attrName>fill.on</p:attrName>
                                        </p:attrNameLst>
                                      </p:cBhvr>
                                      <p:to>
                                        <p:strVal val="true"/>
                                      </p:to>
                                    </p:set>
                                  </p:childTnLst>
                                </p:cTn>
                              </p:par>
                            </p:childTnLst>
                          </p:cTn>
                        </p:par>
                        <p:par>
                          <p:cTn id="724" fill="hold">
                            <p:stCondLst>
                              <p:cond delay="2000"/>
                            </p:stCondLst>
                            <p:childTnLst>
                              <p:par>
                                <p:cTn id="725" presetID="22" presetClass="exit" presetSubtype="1" fill="hold" nodeType="afterEffect">
                                  <p:stCondLst>
                                    <p:cond delay="0"/>
                                  </p:stCondLst>
                                  <p:childTnLst>
                                    <p:animEffect transition="out" filter="wipe(up)">
                                      <p:cBhvr>
                                        <p:cTn id="726" dur="500"/>
                                        <p:tgtEl>
                                          <p:spTgt spid="62"/>
                                        </p:tgtEl>
                                      </p:cBhvr>
                                    </p:animEffect>
                                    <p:set>
                                      <p:cBhvr>
                                        <p:cTn id="727" dur="1" fill="hold">
                                          <p:stCondLst>
                                            <p:cond delay="499"/>
                                          </p:stCondLst>
                                        </p:cTn>
                                        <p:tgtEl>
                                          <p:spTgt spid="62"/>
                                        </p:tgtEl>
                                        <p:attrNameLst>
                                          <p:attrName>style.visibility</p:attrName>
                                        </p:attrNameLst>
                                      </p:cBhvr>
                                      <p:to>
                                        <p:strVal val="hidden"/>
                                      </p:to>
                                    </p:set>
                                  </p:childTnLst>
                                </p:cTn>
                              </p:par>
                              <p:par>
                                <p:cTn id="728" presetID="22" presetClass="entr" presetSubtype="8" fill="hold" nodeType="withEffect">
                                  <p:stCondLst>
                                    <p:cond delay="0"/>
                                  </p:stCondLst>
                                  <p:childTnLst>
                                    <p:set>
                                      <p:cBhvr>
                                        <p:cTn id="729" dur="1" fill="hold">
                                          <p:stCondLst>
                                            <p:cond delay="0"/>
                                          </p:stCondLst>
                                        </p:cTn>
                                        <p:tgtEl>
                                          <p:spTgt spid="63"/>
                                        </p:tgtEl>
                                        <p:attrNameLst>
                                          <p:attrName>style.visibility</p:attrName>
                                        </p:attrNameLst>
                                      </p:cBhvr>
                                      <p:to>
                                        <p:strVal val="visible"/>
                                      </p:to>
                                    </p:set>
                                    <p:animEffect transition="in" filter="wipe(left)">
                                      <p:cBhvr>
                                        <p:cTn id="730" dur="1000"/>
                                        <p:tgtEl>
                                          <p:spTgt spid="63"/>
                                        </p:tgtEl>
                                      </p:cBhvr>
                                    </p:animEffect>
                                  </p:childTnLst>
                                </p:cTn>
                              </p:par>
                            </p:childTnLst>
                          </p:cTn>
                        </p:par>
                      </p:childTnLst>
                    </p:cTn>
                  </p:par>
                  <p:par>
                    <p:cTn id="731" fill="hold">
                      <p:stCondLst>
                        <p:cond delay="indefinite"/>
                      </p:stCondLst>
                      <p:childTnLst>
                        <p:par>
                          <p:cTn id="732" fill="hold">
                            <p:stCondLst>
                              <p:cond delay="0"/>
                            </p:stCondLst>
                            <p:childTnLst>
                              <p:par>
                                <p:cTn id="733" presetID="42" presetClass="entr" presetSubtype="0" fill="hold" grpId="0" nodeType="clickEffect">
                                  <p:stCondLst>
                                    <p:cond delay="0"/>
                                  </p:stCondLst>
                                  <p:childTnLst>
                                    <p:set>
                                      <p:cBhvr>
                                        <p:cTn id="734" dur="1" fill="hold">
                                          <p:stCondLst>
                                            <p:cond delay="0"/>
                                          </p:stCondLst>
                                        </p:cTn>
                                        <p:tgtEl>
                                          <p:spTgt spid="136"/>
                                        </p:tgtEl>
                                        <p:attrNameLst>
                                          <p:attrName>style.visibility</p:attrName>
                                        </p:attrNameLst>
                                      </p:cBhvr>
                                      <p:to>
                                        <p:strVal val="visible"/>
                                      </p:to>
                                    </p:set>
                                    <p:animEffect transition="in" filter="fade">
                                      <p:cBhvr>
                                        <p:cTn id="735" dur="1000"/>
                                        <p:tgtEl>
                                          <p:spTgt spid="136"/>
                                        </p:tgtEl>
                                      </p:cBhvr>
                                    </p:animEffect>
                                    <p:anim calcmode="lin" valueType="num">
                                      <p:cBhvr>
                                        <p:cTn id="736" dur="1000" fill="hold"/>
                                        <p:tgtEl>
                                          <p:spTgt spid="136"/>
                                        </p:tgtEl>
                                        <p:attrNameLst>
                                          <p:attrName>ppt_x</p:attrName>
                                        </p:attrNameLst>
                                      </p:cBhvr>
                                      <p:tavLst>
                                        <p:tav tm="0">
                                          <p:val>
                                            <p:strVal val="#ppt_x"/>
                                          </p:val>
                                        </p:tav>
                                        <p:tav tm="100000">
                                          <p:val>
                                            <p:strVal val="#ppt_x"/>
                                          </p:val>
                                        </p:tav>
                                      </p:tavLst>
                                    </p:anim>
                                    <p:anim calcmode="lin" valueType="num">
                                      <p:cBhvr>
                                        <p:cTn id="737" dur="1000" fill="hold"/>
                                        <p:tgtEl>
                                          <p:spTgt spid="136"/>
                                        </p:tgtEl>
                                        <p:attrNameLst>
                                          <p:attrName>ppt_y</p:attrName>
                                        </p:attrNameLst>
                                      </p:cBhvr>
                                      <p:tavLst>
                                        <p:tav tm="0">
                                          <p:val>
                                            <p:strVal val="#ppt_y+.1"/>
                                          </p:val>
                                        </p:tav>
                                        <p:tav tm="100000">
                                          <p:val>
                                            <p:strVal val="#ppt_y"/>
                                          </p:val>
                                        </p:tav>
                                      </p:tavLst>
                                    </p:anim>
                                  </p:childTnLst>
                                </p:cTn>
                              </p:par>
                            </p:childTnLst>
                          </p:cTn>
                        </p:par>
                        <p:par>
                          <p:cTn id="738" fill="hold">
                            <p:stCondLst>
                              <p:cond delay="1000"/>
                            </p:stCondLst>
                            <p:childTnLst>
                              <p:par>
                                <p:cTn id="739" presetID="47" presetClass="entr" presetSubtype="0" fill="hold" grpId="0" nodeType="afterEffect">
                                  <p:stCondLst>
                                    <p:cond delay="0"/>
                                  </p:stCondLst>
                                  <p:childTnLst>
                                    <p:set>
                                      <p:cBhvr>
                                        <p:cTn id="740" dur="1" fill="hold">
                                          <p:stCondLst>
                                            <p:cond delay="0"/>
                                          </p:stCondLst>
                                        </p:cTn>
                                        <p:tgtEl>
                                          <p:spTgt spid="135"/>
                                        </p:tgtEl>
                                        <p:attrNameLst>
                                          <p:attrName>style.visibility</p:attrName>
                                        </p:attrNameLst>
                                      </p:cBhvr>
                                      <p:to>
                                        <p:strVal val="visible"/>
                                      </p:to>
                                    </p:set>
                                    <p:animEffect transition="in" filter="fade">
                                      <p:cBhvr>
                                        <p:cTn id="741" dur="2000"/>
                                        <p:tgtEl>
                                          <p:spTgt spid="135"/>
                                        </p:tgtEl>
                                      </p:cBhvr>
                                    </p:animEffect>
                                    <p:anim calcmode="lin" valueType="num">
                                      <p:cBhvr>
                                        <p:cTn id="742" dur="2000" fill="hold"/>
                                        <p:tgtEl>
                                          <p:spTgt spid="135"/>
                                        </p:tgtEl>
                                        <p:attrNameLst>
                                          <p:attrName>ppt_x</p:attrName>
                                        </p:attrNameLst>
                                      </p:cBhvr>
                                      <p:tavLst>
                                        <p:tav tm="0">
                                          <p:val>
                                            <p:strVal val="#ppt_x"/>
                                          </p:val>
                                        </p:tav>
                                        <p:tav tm="100000">
                                          <p:val>
                                            <p:strVal val="#ppt_x"/>
                                          </p:val>
                                        </p:tav>
                                      </p:tavLst>
                                    </p:anim>
                                    <p:anim calcmode="lin" valueType="num">
                                      <p:cBhvr>
                                        <p:cTn id="743" dur="2000" fill="hold"/>
                                        <p:tgtEl>
                                          <p:spTgt spid="135"/>
                                        </p:tgtEl>
                                        <p:attrNameLst>
                                          <p:attrName>ppt_y</p:attrName>
                                        </p:attrNameLst>
                                      </p:cBhvr>
                                      <p:tavLst>
                                        <p:tav tm="0">
                                          <p:val>
                                            <p:strVal val="#ppt_y-.1"/>
                                          </p:val>
                                        </p:tav>
                                        <p:tav tm="100000">
                                          <p:val>
                                            <p:strVal val="#ppt_y"/>
                                          </p:val>
                                        </p:tav>
                                      </p:tavLst>
                                    </p:anim>
                                  </p:childTnLst>
                                </p:cTn>
                              </p:par>
                            </p:childTnLst>
                          </p:cTn>
                        </p:par>
                        <p:par>
                          <p:cTn id="744" fill="hold">
                            <p:stCondLst>
                              <p:cond delay="3000"/>
                            </p:stCondLst>
                            <p:childTnLst>
                              <p:par>
                                <p:cTn id="745" presetID="22" presetClass="entr" presetSubtype="8" fill="hold" nodeType="afterEffect">
                                  <p:stCondLst>
                                    <p:cond delay="0"/>
                                  </p:stCondLst>
                                  <p:childTnLst>
                                    <p:set>
                                      <p:cBhvr>
                                        <p:cTn id="746" dur="1" fill="hold">
                                          <p:stCondLst>
                                            <p:cond delay="0"/>
                                          </p:stCondLst>
                                        </p:cTn>
                                        <p:tgtEl>
                                          <p:spTgt spid="137"/>
                                        </p:tgtEl>
                                        <p:attrNameLst>
                                          <p:attrName>style.visibility</p:attrName>
                                        </p:attrNameLst>
                                      </p:cBhvr>
                                      <p:to>
                                        <p:strVal val="visible"/>
                                      </p:to>
                                    </p:set>
                                    <p:animEffect transition="in" filter="wipe(left)">
                                      <p:cBhvr>
                                        <p:cTn id="747" dur="1000"/>
                                        <p:tgtEl>
                                          <p:spTgt spid="137"/>
                                        </p:tgtEl>
                                      </p:cBhvr>
                                    </p:animEffect>
                                  </p:childTnLst>
                                </p:cTn>
                              </p:par>
                            </p:childTnLst>
                          </p:cTn>
                        </p:par>
                      </p:childTnLst>
                    </p:cTn>
                  </p:par>
                  <p:par>
                    <p:cTn id="748" fill="hold">
                      <p:stCondLst>
                        <p:cond delay="indefinite"/>
                      </p:stCondLst>
                      <p:childTnLst>
                        <p:par>
                          <p:cTn id="749" fill="hold">
                            <p:stCondLst>
                              <p:cond delay="0"/>
                            </p:stCondLst>
                            <p:childTnLst>
                              <p:par>
                                <p:cTn id="750" presetID="6" presetClass="emph" presetSubtype="0" autoRev="1" fill="hold" grpId="3" nodeType="clickEffect">
                                  <p:stCondLst>
                                    <p:cond delay="0"/>
                                  </p:stCondLst>
                                  <p:childTnLst>
                                    <p:animScale>
                                      <p:cBhvr>
                                        <p:cTn id="751" dur="500" fill="hold"/>
                                        <p:tgtEl>
                                          <p:spTgt spid="56"/>
                                        </p:tgtEl>
                                      </p:cBhvr>
                                      <p:by x="150000" y="150000"/>
                                    </p:animScale>
                                  </p:childTnLst>
                                </p:cTn>
                              </p:par>
                            </p:childTnLst>
                          </p:cTn>
                        </p:par>
                        <p:par>
                          <p:cTn id="752" fill="hold">
                            <p:stCondLst>
                              <p:cond delay="1000"/>
                            </p:stCondLst>
                            <p:childTnLst>
                              <p:par>
                                <p:cTn id="753" presetID="1" presetClass="emph" presetSubtype="2" fill="hold" nodeType="afterEffect">
                                  <p:stCondLst>
                                    <p:cond delay="0"/>
                                  </p:stCondLst>
                                  <p:childTnLst>
                                    <p:animClr clrSpc="rgb" dir="cw">
                                      <p:cBhvr>
                                        <p:cTn id="754" dur="1000" fill="hold"/>
                                        <p:tgtEl>
                                          <p:spTgt spid="56"/>
                                        </p:tgtEl>
                                        <p:attrNameLst>
                                          <p:attrName>fillcolor</p:attrName>
                                        </p:attrNameLst>
                                      </p:cBhvr>
                                      <p:to>
                                        <a:srgbClr val="FFF2CC"/>
                                      </p:to>
                                    </p:animClr>
                                    <p:set>
                                      <p:cBhvr>
                                        <p:cTn id="755" dur="1000" fill="hold"/>
                                        <p:tgtEl>
                                          <p:spTgt spid="56"/>
                                        </p:tgtEl>
                                        <p:attrNameLst>
                                          <p:attrName>fill.type</p:attrName>
                                        </p:attrNameLst>
                                      </p:cBhvr>
                                      <p:to>
                                        <p:strVal val="solid"/>
                                      </p:to>
                                    </p:set>
                                    <p:set>
                                      <p:cBhvr>
                                        <p:cTn id="756" dur="1000" fill="hold"/>
                                        <p:tgtEl>
                                          <p:spTgt spid="56"/>
                                        </p:tgtEl>
                                        <p:attrNameLst>
                                          <p:attrName>fill.on</p:attrName>
                                        </p:attrNameLst>
                                      </p:cBhvr>
                                      <p:to>
                                        <p:strVal val="true"/>
                                      </p:to>
                                    </p:set>
                                  </p:childTnLst>
                                </p:cTn>
                              </p:par>
                            </p:childTnLst>
                          </p:cTn>
                        </p:par>
                        <p:par>
                          <p:cTn id="757" fill="hold">
                            <p:stCondLst>
                              <p:cond delay="2000"/>
                            </p:stCondLst>
                            <p:childTnLst>
                              <p:par>
                                <p:cTn id="758" presetID="1" presetClass="entr" presetSubtype="0" fill="hold" grpId="0" nodeType="afterEffect">
                                  <p:stCondLst>
                                    <p:cond delay="0"/>
                                  </p:stCondLst>
                                  <p:childTnLst>
                                    <p:set>
                                      <p:cBhvr>
                                        <p:cTn id="759" dur="1" fill="hold">
                                          <p:stCondLst>
                                            <p:cond delay="0"/>
                                          </p:stCondLst>
                                        </p:cTn>
                                        <p:tgtEl>
                                          <p:spTgt spid="195"/>
                                        </p:tgtEl>
                                        <p:attrNameLst>
                                          <p:attrName>style.visibility</p:attrName>
                                        </p:attrNameLst>
                                      </p:cBhvr>
                                      <p:to>
                                        <p:strVal val="visible"/>
                                      </p:to>
                                    </p:set>
                                  </p:childTnLst>
                                </p:cTn>
                              </p:par>
                            </p:childTnLst>
                          </p:cTn>
                        </p:par>
                        <p:par>
                          <p:cTn id="760" fill="hold">
                            <p:stCondLst>
                              <p:cond delay="2000"/>
                            </p:stCondLst>
                            <p:childTnLst>
                              <p:par>
                                <p:cTn id="761" presetID="42" presetClass="path" presetSubtype="0" accel="50000" decel="50000" fill="hold" grpId="1" nodeType="afterEffect">
                                  <p:stCondLst>
                                    <p:cond delay="0"/>
                                  </p:stCondLst>
                                  <p:childTnLst>
                                    <p:animMotion origin="layout" path="M -6.25E-7 2.22222E-6 L 0.09557 0.31481 " pathEditMode="relative" rAng="0" ptsTypes="AA">
                                      <p:cBhvr>
                                        <p:cTn id="762" dur="1000" fill="hold"/>
                                        <p:tgtEl>
                                          <p:spTgt spid="195"/>
                                        </p:tgtEl>
                                        <p:attrNameLst>
                                          <p:attrName>ppt_x</p:attrName>
                                          <p:attrName>ppt_y</p:attrName>
                                        </p:attrNameLst>
                                      </p:cBhvr>
                                      <p:rCtr x="4779" y="15741"/>
                                    </p:animMotion>
                                  </p:childTnLst>
                                </p:cTn>
                              </p:par>
                            </p:childTnLst>
                          </p:cTn>
                        </p:par>
                        <p:par>
                          <p:cTn id="763" fill="hold">
                            <p:stCondLst>
                              <p:cond delay="5000"/>
                            </p:stCondLst>
                            <p:childTnLst>
                              <p:par>
                                <p:cTn id="764" presetID="22" presetClass="exit" presetSubtype="1" fill="hold" nodeType="afterEffect">
                                  <p:stCondLst>
                                    <p:cond delay="0"/>
                                  </p:stCondLst>
                                  <p:childTnLst>
                                    <p:animEffect transition="out" filter="wipe(up)">
                                      <p:cBhvr>
                                        <p:cTn id="765" dur="500"/>
                                        <p:tgtEl>
                                          <p:spTgt spid="137"/>
                                        </p:tgtEl>
                                      </p:cBhvr>
                                    </p:animEffect>
                                    <p:set>
                                      <p:cBhvr>
                                        <p:cTn id="766" dur="1" fill="hold">
                                          <p:stCondLst>
                                            <p:cond delay="499"/>
                                          </p:stCondLst>
                                        </p:cTn>
                                        <p:tgtEl>
                                          <p:spTgt spid="137"/>
                                        </p:tgtEl>
                                        <p:attrNameLst>
                                          <p:attrName>style.visibility</p:attrName>
                                        </p:attrNameLst>
                                      </p:cBhvr>
                                      <p:to>
                                        <p:strVal val="hidden"/>
                                      </p:to>
                                    </p:set>
                                  </p:childTnLst>
                                </p:cTn>
                              </p:par>
                              <p:par>
                                <p:cTn id="767" presetID="22" presetClass="entr" presetSubtype="8" fill="hold" nodeType="withEffect">
                                  <p:stCondLst>
                                    <p:cond delay="0"/>
                                  </p:stCondLst>
                                  <p:childTnLst>
                                    <p:set>
                                      <p:cBhvr>
                                        <p:cTn id="768" dur="1" fill="hold">
                                          <p:stCondLst>
                                            <p:cond delay="0"/>
                                          </p:stCondLst>
                                        </p:cTn>
                                        <p:tgtEl>
                                          <p:spTgt spid="138"/>
                                        </p:tgtEl>
                                        <p:attrNameLst>
                                          <p:attrName>style.visibility</p:attrName>
                                        </p:attrNameLst>
                                      </p:cBhvr>
                                      <p:to>
                                        <p:strVal val="visible"/>
                                      </p:to>
                                    </p:set>
                                    <p:animEffect transition="in" filter="wipe(left)">
                                      <p:cBhvr>
                                        <p:cTn id="769" dur="1000"/>
                                        <p:tgtEl>
                                          <p:spTgt spid="138"/>
                                        </p:tgtEl>
                                      </p:cBhvr>
                                    </p:animEffect>
                                  </p:childTnLst>
                                </p:cTn>
                              </p:par>
                            </p:childTnLst>
                          </p:cTn>
                        </p:par>
                      </p:childTnLst>
                    </p:cTn>
                  </p:par>
                  <p:par>
                    <p:cTn id="770" fill="hold">
                      <p:stCondLst>
                        <p:cond delay="indefinite"/>
                      </p:stCondLst>
                      <p:childTnLst>
                        <p:par>
                          <p:cTn id="771" fill="hold">
                            <p:stCondLst>
                              <p:cond delay="0"/>
                            </p:stCondLst>
                            <p:childTnLst>
                              <p:par>
                                <p:cTn id="772" presetID="31" presetClass="entr" presetSubtype="0" fill="hold" nodeType="clickEffect">
                                  <p:stCondLst>
                                    <p:cond delay="0"/>
                                  </p:stCondLst>
                                  <p:childTnLst>
                                    <p:set>
                                      <p:cBhvr>
                                        <p:cTn id="773" dur="1" fill="hold">
                                          <p:stCondLst>
                                            <p:cond delay="0"/>
                                          </p:stCondLst>
                                        </p:cTn>
                                        <p:tgtEl>
                                          <p:spTgt spid="142"/>
                                        </p:tgtEl>
                                        <p:attrNameLst>
                                          <p:attrName>style.visibility</p:attrName>
                                        </p:attrNameLst>
                                      </p:cBhvr>
                                      <p:to>
                                        <p:strVal val="visible"/>
                                      </p:to>
                                    </p:set>
                                    <p:anim calcmode="lin" valueType="num">
                                      <p:cBhvr>
                                        <p:cTn id="774" dur="2000" fill="hold"/>
                                        <p:tgtEl>
                                          <p:spTgt spid="142"/>
                                        </p:tgtEl>
                                        <p:attrNameLst>
                                          <p:attrName>ppt_w</p:attrName>
                                        </p:attrNameLst>
                                      </p:cBhvr>
                                      <p:tavLst>
                                        <p:tav tm="0">
                                          <p:val>
                                            <p:fltVal val="0"/>
                                          </p:val>
                                        </p:tav>
                                        <p:tav tm="100000">
                                          <p:val>
                                            <p:strVal val="#ppt_w"/>
                                          </p:val>
                                        </p:tav>
                                      </p:tavLst>
                                    </p:anim>
                                    <p:anim calcmode="lin" valueType="num">
                                      <p:cBhvr>
                                        <p:cTn id="775" dur="2000" fill="hold"/>
                                        <p:tgtEl>
                                          <p:spTgt spid="142"/>
                                        </p:tgtEl>
                                        <p:attrNameLst>
                                          <p:attrName>ppt_h</p:attrName>
                                        </p:attrNameLst>
                                      </p:cBhvr>
                                      <p:tavLst>
                                        <p:tav tm="0">
                                          <p:val>
                                            <p:fltVal val="0"/>
                                          </p:val>
                                        </p:tav>
                                        <p:tav tm="100000">
                                          <p:val>
                                            <p:strVal val="#ppt_h"/>
                                          </p:val>
                                        </p:tav>
                                      </p:tavLst>
                                    </p:anim>
                                    <p:anim calcmode="lin" valueType="num">
                                      <p:cBhvr>
                                        <p:cTn id="776" dur="2000" fill="hold"/>
                                        <p:tgtEl>
                                          <p:spTgt spid="142"/>
                                        </p:tgtEl>
                                        <p:attrNameLst>
                                          <p:attrName>style.rotation</p:attrName>
                                        </p:attrNameLst>
                                      </p:cBhvr>
                                      <p:tavLst>
                                        <p:tav tm="0">
                                          <p:val>
                                            <p:fltVal val="90"/>
                                          </p:val>
                                        </p:tav>
                                        <p:tav tm="100000">
                                          <p:val>
                                            <p:fltVal val="0"/>
                                          </p:val>
                                        </p:tav>
                                      </p:tavLst>
                                    </p:anim>
                                    <p:animEffect transition="in" filter="fade">
                                      <p:cBhvr>
                                        <p:cTn id="777" dur="2000"/>
                                        <p:tgtEl>
                                          <p:spTgt spid="142"/>
                                        </p:tgtEl>
                                      </p:cBhvr>
                                    </p:animEffect>
                                  </p:childTnLst>
                                </p:cTn>
                              </p:par>
                            </p:childTnLst>
                          </p:cTn>
                        </p:par>
                        <p:par>
                          <p:cTn id="778" fill="hold">
                            <p:stCondLst>
                              <p:cond delay="2000"/>
                            </p:stCondLst>
                            <p:childTnLst>
                              <p:par>
                                <p:cTn id="779" presetID="22" presetClass="exit" presetSubtype="1" fill="hold" nodeType="afterEffect">
                                  <p:stCondLst>
                                    <p:cond delay="0"/>
                                  </p:stCondLst>
                                  <p:childTnLst>
                                    <p:animEffect transition="out" filter="wipe(up)">
                                      <p:cBhvr>
                                        <p:cTn id="780" dur="500"/>
                                        <p:tgtEl>
                                          <p:spTgt spid="138"/>
                                        </p:tgtEl>
                                      </p:cBhvr>
                                    </p:animEffect>
                                    <p:set>
                                      <p:cBhvr>
                                        <p:cTn id="781" dur="1" fill="hold">
                                          <p:stCondLst>
                                            <p:cond delay="499"/>
                                          </p:stCondLst>
                                        </p:cTn>
                                        <p:tgtEl>
                                          <p:spTgt spid="138"/>
                                        </p:tgtEl>
                                        <p:attrNameLst>
                                          <p:attrName>style.visibility</p:attrName>
                                        </p:attrNameLst>
                                      </p:cBhvr>
                                      <p:to>
                                        <p:strVal val="hidden"/>
                                      </p:to>
                                    </p:set>
                                  </p:childTnLst>
                                </p:cTn>
                              </p:par>
                              <p:par>
                                <p:cTn id="782" presetID="22" presetClass="entr" presetSubtype="8" fill="hold" nodeType="withEffect">
                                  <p:stCondLst>
                                    <p:cond delay="0"/>
                                  </p:stCondLst>
                                  <p:childTnLst>
                                    <p:set>
                                      <p:cBhvr>
                                        <p:cTn id="783" dur="1" fill="hold">
                                          <p:stCondLst>
                                            <p:cond delay="0"/>
                                          </p:stCondLst>
                                        </p:cTn>
                                        <p:tgtEl>
                                          <p:spTgt spid="139"/>
                                        </p:tgtEl>
                                        <p:attrNameLst>
                                          <p:attrName>style.visibility</p:attrName>
                                        </p:attrNameLst>
                                      </p:cBhvr>
                                      <p:to>
                                        <p:strVal val="visible"/>
                                      </p:to>
                                    </p:set>
                                    <p:animEffect transition="in" filter="wipe(left)">
                                      <p:cBhvr>
                                        <p:cTn id="784" dur="1000"/>
                                        <p:tgtEl>
                                          <p:spTgt spid="139"/>
                                        </p:tgtEl>
                                      </p:cBhvr>
                                    </p:animEffect>
                                  </p:childTnLst>
                                </p:cTn>
                              </p:par>
                            </p:childTnLst>
                          </p:cTn>
                        </p:par>
                      </p:childTnLst>
                    </p:cTn>
                  </p:par>
                  <p:par>
                    <p:cTn id="785" fill="hold">
                      <p:stCondLst>
                        <p:cond delay="indefinite"/>
                      </p:stCondLst>
                      <p:childTnLst>
                        <p:par>
                          <p:cTn id="786" fill="hold">
                            <p:stCondLst>
                              <p:cond delay="0"/>
                            </p:stCondLst>
                            <p:childTnLst>
                              <p:par>
                                <p:cTn id="787" presetID="27" presetClass="emph" presetSubtype="0" fill="remove" grpId="0" nodeType="clickEffect">
                                  <p:stCondLst>
                                    <p:cond delay="0"/>
                                  </p:stCondLst>
                                  <p:childTnLst>
                                    <p:animClr clrSpc="rgb" dir="cw">
                                      <p:cBhvr override="childStyle">
                                        <p:cTn id="788" dur="1000" autoRev="1" fill="remove"/>
                                        <p:tgtEl>
                                          <p:spTgt spid="54"/>
                                        </p:tgtEl>
                                        <p:attrNameLst>
                                          <p:attrName>style.color</p:attrName>
                                        </p:attrNameLst>
                                      </p:cBhvr>
                                      <p:to>
                                        <a:schemeClr val="bg1"/>
                                      </p:to>
                                    </p:animClr>
                                    <p:animClr clrSpc="rgb" dir="cw">
                                      <p:cBhvr>
                                        <p:cTn id="789" dur="1000" autoRev="1" fill="remove"/>
                                        <p:tgtEl>
                                          <p:spTgt spid="54"/>
                                        </p:tgtEl>
                                        <p:attrNameLst>
                                          <p:attrName>fillcolor</p:attrName>
                                        </p:attrNameLst>
                                      </p:cBhvr>
                                      <p:to>
                                        <a:schemeClr val="bg1"/>
                                      </p:to>
                                    </p:animClr>
                                    <p:set>
                                      <p:cBhvr>
                                        <p:cTn id="790" dur="1000" autoRev="1" fill="remove"/>
                                        <p:tgtEl>
                                          <p:spTgt spid="54"/>
                                        </p:tgtEl>
                                        <p:attrNameLst>
                                          <p:attrName>fill.type</p:attrName>
                                        </p:attrNameLst>
                                      </p:cBhvr>
                                      <p:to>
                                        <p:strVal val="solid"/>
                                      </p:to>
                                    </p:set>
                                    <p:set>
                                      <p:cBhvr>
                                        <p:cTn id="791" dur="1000" autoRev="1" fill="remove"/>
                                        <p:tgtEl>
                                          <p:spTgt spid="54"/>
                                        </p:tgtEl>
                                        <p:attrNameLst>
                                          <p:attrName>fill.on</p:attrName>
                                        </p:attrNameLst>
                                      </p:cBhvr>
                                      <p:to>
                                        <p:strVal val="true"/>
                                      </p:to>
                                    </p:set>
                                  </p:childTnLst>
                                </p:cTn>
                              </p:par>
                            </p:childTnLst>
                          </p:cTn>
                        </p:par>
                        <p:par>
                          <p:cTn id="792" fill="hold">
                            <p:stCondLst>
                              <p:cond delay="2000"/>
                            </p:stCondLst>
                            <p:childTnLst>
                              <p:par>
                                <p:cTn id="793" presetID="22" presetClass="exit" presetSubtype="1" fill="hold" nodeType="afterEffect">
                                  <p:stCondLst>
                                    <p:cond delay="0"/>
                                  </p:stCondLst>
                                  <p:childTnLst>
                                    <p:animEffect transition="out" filter="wipe(up)">
                                      <p:cBhvr>
                                        <p:cTn id="794" dur="500"/>
                                        <p:tgtEl>
                                          <p:spTgt spid="139"/>
                                        </p:tgtEl>
                                      </p:cBhvr>
                                    </p:animEffect>
                                    <p:set>
                                      <p:cBhvr>
                                        <p:cTn id="795" dur="1" fill="hold">
                                          <p:stCondLst>
                                            <p:cond delay="499"/>
                                          </p:stCondLst>
                                        </p:cTn>
                                        <p:tgtEl>
                                          <p:spTgt spid="139"/>
                                        </p:tgtEl>
                                        <p:attrNameLst>
                                          <p:attrName>style.visibility</p:attrName>
                                        </p:attrNameLst>
                                      </p:cBhvr>
                                      <p:to>
                                        <p:strVal val="hidden"/>
                                      </p:to>
                                    </p:set>
                                  </p:childTnLst>
                                </p:cTn>
                              </p:par>
                              <p:par>
                                <p:cTn id="796" presetID="22" presetClass="entr" presetSubtype="8" fill="hold" nodeType="withEffect">
                                  <p:stCondLst>
                                    <p:cond delay="0"/>
                                  </p:stCondLst>
                                  <p:childTnLst>
                                    <p:set>
                                      <p:cBhvr>
                                        <p:cTn id="797" dur="1" fill="hold">
                                          <p:stCondLst>
                                            <p:cond delay="0"/>
                                          </p:stCondLst>
                                        </p:cTn>
                                        <p:tgtEl>
                                          <p:spTgt spid="141"/>
                                        </p:tgtEl>
                                        <p:attrNameLst>
                                          <p:attrName>style.visibility</p:attrName>
                                        </p:attrNameLst>
                                      </p:cBhvr>
                                      <p:to>
                                        <p:strVal val="visible"/>
                                      </p:to>
                                    </p:set>
                                    <p:animEffect transition="in" filter="wipe(left)">
                                      <p:cBhvr>
                                        <p:cTn id="798" dur="1000"/>
                                        <p:tgtEl>
                                          <p:spTgt spid="141"/>
                                        </p:tgtEl>
                                      </p:cBhvr>
                                    </p:animEffect>
                                  </p:childTnLst>
                                </p:cTn>
                              </p:par>
                            </p:childTnLst>
                          </p:cTn>
                        </p:par>
                      </p:childTnLst>
                    </p:cTn>
                  </p:par>
                  <p:par>
                    <p:cTn id="799" fill="hold">
                      <p:stCondLst>
                        <p:cond delay="indefinite"/>
                      </p:stCondLst>
                      <p:childTnLst>
                        <p:par>
                          <p:cTn id="800" fill="hold">
                            <p:stCondLst>
                              <p:cond delay="0"/>
                            </p:stCondLst>
                            <p:childTnLst>
                              <p:par>
                                <p:cTn id="801" presetID="31" presetClass="entr" presetSubtype="0" fill="hold" nodeType="clickEffect">
                                  <p:stCondLst>
                                    <p:cond delay="0"/>
                                  </p:stCondLst>
                                  <p:childTnLst>
                                    <p:set>
                                      <p:cBhvr>
                                        <p:cTn id="802" dur="1" fill="hold">
                                          <p:stCondLst>
                                            <p:cond delay="0"/>
                                          </p:stCondLst>
                                        </p:cTn>
                                        <p:tgtEl>
                                          <p:spTgt spid="145"/>
                                        </p:tgtEl>
                                        <p:attrNameLst>
                                          <p:attrName>style.visibility</p:attrName>
                                        </p:attrNameLst>
                                      </p:cBhvr>
                                      <p:to>
                                        <p:strVal val="visible"/>
                                      </p:to>
                                    </p:set>
                                    <p:anim calcmode="lin" valueType="num">
                                      <p:cBhvr>
                                        <p:cTn id="803" dur="2000" fill="hold"/>
                                        <p:tgtEl>
                                          <p:spTgt spid="145"/>
                                        </p:tgtEl>
                                        <p:attrNameLst>
                                          <p:attrName>ppt_w</p:attrName>
                                        </p:attrNameLst>
                                      </p:cBhvr>
                                      <p:tavLst>
                                        <p:tav tm="0">
                                          <p:val>
                                            <p:fltVal val="0"/>
                                          </p:val>
                                        </p:tav>
                                        <p:tav tm="100000">
                                          <p:val>
                                            <p:strVal val="#ppt_w"/>
                                          </p:val>
                                        </p:tav>
                                      </p:tavLst>
                                    </p:anim>
                                    <p:anim calcmode="lin" valueType="num">
                                      <p:cBhvr>
                                        <p:cTn id="804" dur="2000" fill="hold"/>
                                        <p:tgtEl>
                                          <p:spTgt spid="145"/>
                                        </p:tgtEl>
                                        <p:attrNameLst>
                                          <p:attrName>ppt_h</p:attrName>
                                        </p:attrNameLst>
                                      </p:cBhvr>
                                      <p:tavLst>
                                        <p:tav tm="0">
                                          <p:val>
                                            <p:fltVal val="0"/>
                                          </p:val>
                                        </p:tav>
                                        <p:tav tm="100000">
                                          <p:val>
                                            <p:strVal val="#ppt_h"/>
                                          </p:val>
                                        </p:tav>
                                      </p:tavLst>
                                    </p:anim>
                                    <p:anim calcmode="lin" valueType="num">
                                      <p:cBhvr>
                                        <p:cTn id="805" dur="2000" fill="hold"/>
                                        <p:tgtEl>
                                          <p:spTgt spid="145"/>
                                        </p:tgtEl>
                                        <p:attrNameLst>
                                          <p:attrName>style.rotation</p:attrName>
                                        </p:attrNameLst>
                                      </p:cBhvr>
                                      <p:tavLst>
                                        <p:tav tm="0">
                                          <p:val>
                                            <p:fltVal val="90"/>
                                          </p:val>
                                        </p:tav>
                                        <p:tav tm="100000">
                                          <p:val>
                                            <p:fltVal val="0"/>
                                          </p:val>
                                        </p:tav>
                                      </p:tavLst>
                                    </p:anim>
                                    <p:animEffect transition="in" filter="fade">
                                      <p:cBhvr>
                                        <p:cTn id="806" dur="2000"/>
                                        <p:tgtEl>
                                          <p:spTgt spid="145"/>
                                        </p:tgtEl>
                                      </p:cBhvr>
                                    </p:animEffect>
                                  </p:childTnLst>
                                </p:cTn>
                              </p:par>
                            </p:childTnLst>
                          </p:cTn>
                        </p:par>
                        <p:par>
                          <p:cTn id="807" fill="hold">
                            <p:stCondLst>
                              <p:cond delay="2000"/>
                            </p:stCondLst>
                            <p:childTnLst>
                              <p:par>
                                <p:cTn id="808" presetID="22" presetClass="exit" presetSubtype="1" fill="hold" nodeType="afterEffect">
                                  <p:stCondLst>
                                    <p:cond delay="0"/>
                                  </p:stCondLst>
                                  <p:childTnLst>
                                    <p:animEffect transition="out" filter="wipe(up)">
                                      <p:cBhvr>
                                        <p:cTn id="809" dur="500"/>
                                        <p:tgtEl>
                                          <p:spTgt spid="141"/>
                                        </p:tgtEl>
                                      </p:cBhvr>
                                    </p:animEffect>
                                    <p:set>
                                      <p:cBhvr>
                                        <p:cTn id="810" dur="1" fill="hold">
                                          <p:stCondLst>
                                            <p:cond delay="499"/>
                                          </p:stCondLst>
                                        </p:cTn>
                                        <p:tgtEl>
                                          <p:spTgt spid="141"/>
                                        </p:tgtEl>
                                        <p:attrNameLst>
                                          <p:attrName>style.visibility</p:attrName>
                                        </p:attrNameLst>
                                      </p:cBhvr>
                                      <p:to>
                                        <p:strVal val="hidden"/>
                                      </p:to>
                                    </p:set>
                                  </p:childTnLst>
                                </p:cTn>
                              </p:par>
                            </p:childTnLst>
                          </p:cTn>
                        </p:par>
                      </p:childTnLst>
                    </p:cTn>
                  </p:par>
                  <p:par>
                    <p:cTn id="811" fill="hold">
                      <p:stCondLst>
                        <p:cond delay="indefinite"/>
                      </p:stCondLst>
                      <p:childTnLst>
                        <p:par>
                          <p:cTn id="812" fill="hold">
                            <p:stCondLst>
                              <p:cond delay="0"/>
                            </p:stCondLst>
                            <p:childTnLst>
                              <p:par>
                                <p:cTn id="813" presetID="22" presetClass="entr" presetSubtype="8" fill="hold" nodeType="clickEffect">
                                  <p:stCondLst>
                                    <p:cond delay="0"/>
                                  </p:stCondLst>
                                  <p:childTnLst>
                                    <p:set>
                                      <p:cBhvr>
                                        <p:cTn id="814" dur="1" fill="hold">
                                          <p:stCondLst>
                                            <p:cond delay="0"/>
                                          </p:stCondLst>
                                        </p:cTn>
                                        <p:tgtEl>
                                          <p:spTgt spid="139"/>
                                        </p:tgtEl>
                                        <p:attrNameLst>
                                          <p:attrName>style.visibility</p:attrName>
                                        </p:attrNameLst>
                                      </p:cBhvr>
                                      <p:to>
                                        <p:strVal val="visible"/>
                                      </p:to>
                                    </p:set>
                                    <p:animEffect transition="in" filter="wipe(left)">
                                      <p:cBhvr>
                                        <p:cTn id="815" dur="1000"/>
                                        <p:tgtEl>
                                          <p:spTgt spid="139"/>
                                        </p:tgtEl>
                                      </p:cBhvr>
                                    </p:animEffect>
                                  </p:childTnLst>
                                </p:cTn>
                              </p:par>
                            </p:childTnLst>
                          </p:cTn>
                        </p:par>
                      </p:childTnLst>
                    </p:cTn>
                  </p:par>
                  <p:par>
                    <p:cTn id="816" fill="hold">
                      <p:stCondLst>
                        <p:cond delay="indefinite"/>
                      </p:stCondLst>
                      <p:childTnLst>
                        <p:par>
                          <p:cTn id="817" fill="hold">
                            <p:stCondLst>
                              <p:cond delay="0"/>
                            </p:stCondLst>
                            <p:childTnLst>
                              <p:par>
                                <p:cTn id="818" presetID="27" presetClass="emph" presetSubtype="0" fill="remove" grpId="0" nodeType="clickEffect">
                                  <p:stCondLst>
                                    <p:cond delay="0"/>
                                  </p:stCondLst>
                                  <p:childTnLst>
                                    <p:animClr clrSpc="rgb" dir="cw">
                                      <p:cBhvr override="childStyle">
                                        <p:cTn id="819" dur="1000" autoRev="1" fill="remove"/>
                                        <p:tgtEl>
                                          <p:spTgt spid="57"/>
                                        </p:tgtEl>
                                        <p:attrNameLst>
                                          <p:attrName>style.color</p:attrName>
                                        </p:attrNameLst>
                                      </p:cBhvr>
                                      <p:to>
                                        <a:schemeClr val="bg1"/>
                                      </p:to>
                                    </p:animClr>
                                    <p:animClr clrSpc="rgb" dir="cw">
                                      <p:cBhvr>
                                        <p:cTn id="820" dur="1000" autoRev="1" fill="remove"/>
                                        <p:tgtEl>
                                          <p:spTgt spid="57"/>
                                        </p:tgtEl>
                                        <p:attrNameLst>
                                          <p:attrName>fillcolor</p:attrName>
                                        </p:attrNameLst>
                                      </p:cBhvr>
                                      <p:to>
                                        <a:schemeClr val="bg1"/>
                                      </p:to>
                                    </p:animClr>
                                    <p:set>
                                      <p:cBhvr>
                                        <p:cTn id="821" dur="1000" autoRev="1" fill="remove"/>
                                        <p:tgtEl>
                                          <p:spTgt spid="57"/>
                                        </p:tgtEl>
                                        <p:attrNameLst>
                                          <p:attrName>fill.type</p:attrName>
                                        </p:attrNameLst>
                                      </p:cBhvr>
                                      <p:to>
                                        <p:strVal val="solid"/>
                                      </p:to>
                                    </p:set>
                                    <p:set>
                                      <p:cBhvr>
                                        <p:cTn id="822" dur="1000" autoRev="1" fill="remove"/>
                                        <p:tgtEl>
                                          <p:spTgt spid="57"/>
                                        </p:tgtEl>
                                        <p:attrNameLst>
                                          <p:attrName>fill.on</p:attrName>
                                        </p:attrNameLst>
                                      </p:cBhvr>
                                      <p:to>
                                        <p:strVal val="true"/>
                                      </p:to>
                                    </p:set>
                                  </p:childTnLst>
                                </p:cTn>
                              </p:par>
                            </p:childTnLst>
                          </p:cTn>
                        </p:par>
                        <p:par>
                          <p:cTn id="823" fill="hold">
                            <p:stCondLst>
                              <p:cond delay="2000"/>
                            </p:stCondLst>
                            <p:childTnLst>
                              <p:par>
                                <p:cTn id="824" presetID="22" presetClass="exit" presetSubtype="1" fill="hold" nodeType="afterEffect">
                                  <p:stCondLst>
                                    <p:cond delay="0"/>
                                  </p:stCondLst>
                                  <p:childTnLst>
                                    <p:animEffect transition="out" filter="wipe(up)">
                                      <p:cBhvr>
                                        <p:cTn id="825" dur="500"/>
                                        <p:tgtEl>
                                          <p:spTgt spid="139"/>
                                        </p:tgtEl>
                                      </p:cBhvr>
                                    </p:animEffect>
                                    <p:set>
                                      <p:cBhvr>
                                        <p:cTn id="826" dur="1" fill="hold">
                                          <p:stCondLst>
                                            <p:cond delay="499"/>
                                          </p:stCondLst>
                                        </p:cTn>
                                        <p:tgtEl>
                                          <p:spTgt spid="139"/>
                                        </p:tgtEl>
                                        <p:attrNameLst>
                                          <p:attrName>style.visibility</p:attrName>
                                        </p:attrNameLst>
                                      </p:cBhvr>
                                      <p:to>
                                        <p:strVal val="hidden"/>
                                      </p:to>
                                    </p:set>
                                  </p:childTnLst>
                                </p:cTn>
                              </p:par>
                              <p:par>
                                <p:cTn id="827" presetID="22" presetClass="entr" presetSubtype="8" fill="hold" nodeType="withEffect">
                                  <p:stCondLst>
                                    <p:cond delay="0"/>
                                  </p:stCondLst>
                                  <p:childTnLst>
                                    <p:set>
                                      <p:cBhvr>
                                        <p:cTn id="828" dur="1" fill="hold">
                                          <p:stCondLst>
                                            <p:cond delay="0"/>
                                          </p:stCondLst>
                                        </p:cTn>
                                        <p:tgtEl>
                                          <p:spTgt spid="140"/>
                                        </p:tgtEl>
                                        <p:attrNameLst>
                                          <p:attrName>style.visibility</p:attrName>
                                        </p:attrNameLst>
                                      </p:cBhvr>
                                      <p:to>
                                        <p:strVal val="visible"/>
                                      </p:to>
                                    </p:set>
                                    <p:animEffect transition="in" filter="wipe(left)">
                                      <p:cBhvr>
                                        <p:cTn id="829" dur="1000"/>
                                        <p:tgtEl>
                                          <p:spTgt spid="140"/>
                                        </p:tgtEl>
                                      </p:cBhvr>
                                    </p:animEffect>
                                  </p:childTnLst>
                                </p:cTn>
                              </p:par>
                            </p:childTnLst>
                          </p:cTn>
                        </p:par>
                      </p:childTnLst>
                    </p:cTn>
                  </p:par>
                  <p:par>
                    <p:cTn id="830" fill="hold">
                      <p:stCondLst>
                        <p:cond delay="indefinite"/>
                      </p:stCondLst>
                      <p:childTnLst>
                        <p:par>
                          <p:cTn id="831" fill="hold">
                            <p:stCondLst>
                              <p:cond delay="0"/>
                            </p:stCondLst>
                            <p:childTnLst>
                              <p:par>
                                <p:cTn id="832" presetID="42" presetClass="entr" presetSubtype="0" fill="hold" grpId="0" nodeType="clickEffect">
                                  <p:stCondLst>
                                    <p:cond delay="0"/>
                                  </p:stCondLst>
                                  <p:childTnLst>
                                    <p:set>
                                      <p:cBhvr>
                                        <p:cTn id="833" dur="1" fill="hold">
                                          <p:stCondLst>
                                            <p:cond delay="0"/>
                                          </p:stCondLst>
                                        </p:cTn>
                                        <p:tgtEl>
                                          <p:spTgt spid="148"/>
                                        </p:tgtEl>
                                        <p:attrNameLst>
                                          <p:attrName>style.visibility</p:attrName>
                                        </p:attrNameLst>
                                      </p:cBhvr>
                                      <p:to>
                                        <p:strVal val="visible"/>
                                      </p:to>
                                    </p:set>
                                    <p:animEffect transition="in" filter="fade">
                                      <p:cBhvr>
                                        <p:cTn id="834" dur="1000"/>
                                        <p:tgtEl>
                                          <p:spTgt spid="148"/>
                                        </p:tgtEl>
                                      </p:cBhvr>
                                    </p:animEffect>
                                    <p:anim calcmode="lin" valueType="num">
                                      <p:cBhvr>
                                        <p:cTn id="835" dur="1000" fill="hold"/>
                                        <p:tgtEl>
                                          <p:spTgt spid="148"/>
                                        </p:tgtEl>
                                        <p:attrNameLst>
                                          <p:attrName>ppt_x</p:attrName>
                                        </p:attrNameLst>
                                      </p:cBhvr>
                                      <p:tavLst>
                                        <p:tav tm="0">
                                          <p:val>
                                            <p:strVal val="#ppt_x"/>
                                          </p:val>
                                        </p:tav>
                                        <p:tav tm="100000">
                                          <p:val>
                                            <p:strVal val="#ppt_x"/>
                                          </p:val>
                                        </p:tav>
                                      </p:tavLst>
                                    </p:anim>
                                    <p:anim calcmode="lin" valueType="num">
                                      <p:cBhvr>
                                        <p:cTn id="836" dur="1000" fill="hold"/>
                                        <p:tgtEl>
                                          <p:spTgt spid="148"/>
                                        </p:tgtEl>
                                        <p:attrNameLst>
                                          <p:attrName>ppt_y</p:attrName>
                                        </p:attrNameLst>
                                      </p:cBhvr>
                                      <p:tavLst>
                                        <p:tav tm="0">
                                          <p:val>
                                            <p:strVal val="#ppt_y+.1"/>
                                          </p:val>
                                        </p:tav>
                                        <p:tav tm="100000">
                                          <p:val>
                                            <p:strVal val="#ppt_y"/>
                                          </p:val>
                                        </p:tav>
                                      </p:tavLst>
                                    </p:anim>
                                  </p:childTnLst>
                                </p:cTn>
                              </p:par>
                            </p:childTnLst>
                          </p:cTn>
                        </p:par>
                        <p:par>
                          <p:cTn id="837" fill="hold">
                            <p:stCondLst>
                              <p:cond delay="1000"/>
                            </p:stCondLst>
                            <p:childTnLst>
                              <p:par>
                                <p:cTn id="838" presetID="47" presetClass="entr" presetSubtype="0" fill="hold" grpId="0" nodeType="afterEffect">
                                  <p:stCondLst>
                                    <p:cond delay="0"/>
                                  </p:stCondLst>
                                  <p:childTnLst>
                                    <p:set>
                                      <p:cBhvr>
                                        <p:cTn id="839" dur="1" fill="hold">
                                          <p:stCondLst>
                                            <p:cond delay="0"/>
                                          </p:stCondLst>
                                        </p:cTn>
                                        <p:tgtEl>
                                          <p:spTgt spid="154"/>
                                        </p:tgtEl>
                                        <p:attrNameLst>
                                          <p:attrName>style.visibility</p:attrName>
                                        </p:attrNameLst>
                                      </p:cBhvr>
                                      <p:to>
                                        <p:strVal val="visible"/>
                                      </p:to>
                                    </p:set>
                                    <p:animEffect transition="in" filter="fade">
                                      <p:cBhvr>
                                        <p:cTn id="840" dur="2000"/>
                                        <p:tgtEl>
                                          <p:spTgt spid="154"/>
                                        </p:tgtEl>
                                      </p:cBhvr>
                                    </p:animEffect>
                                    <p:anim calcmode="lin" valueType="num">
                                      <p:cBhvr>
                                        <p:cTn id="841" dur="2000" fill="hold"/>
                                        <p:tgtEl>
                                          <p:spTgt spid="154"/>
                                        </p:tgtEl>
                                        <p:attrNameLst>
                                          <p:attrName>ppt_x</p:attrName>
                                        </p:attrNameLst>
                                      </p:cBhvr>
                                      <p:tavLst>
                                        <p:tav tm="0">
                                          <p:val>
                                            <p:strVal val="#ppt_x"/>
                                          </p:val>
                                        </p:tav>
                                        <p:tav tm="100000">
                                          <p:val>
                                            <p:strVal val="#ppt_x"/>
                                          </p:val>
                                        </p:tav>
                                      </p:tavLst>
                                    </p:anim>
                                    <p:anim calcmode="lin" valueType="num">
                                      <p:cBhvr>
                                        <p:cTn id="842" dur="2000" fill="hold"/>
                                        <p:tgtEl>
                                          <p:spTgt spid="154"/>
                                        </p:tgtEl>
                                        <p:attrNameLst>
                                          <p:attrName>ppt_y</p:attrName>
                                        </p:attrNameLst>
                                      </p:cBhvr>
                                      <p:tavLst>
                                        <p:tav tm="0">
                                          <p:val>
                                            <p:strVal val="#ppt_y-.1"/>
                                          </p:val>
                                        </p:tav>
                                        <p:tav tm="100000">
                                          <p:val>
                                            <p:strVal val="#ppt_y"/>
                                          </p:val>
                                        </p:tav>
                                      </p:tavLst>
                                    </p:anim>
                                  </p:childTnLst>
                                </p:cTn>
                              </p:par>
                            </p:childTnLst>
                          </p:cTn>
                        </p:par>
                        <p:par>
                          <p:cTn id="843" fill="hold">
                            <p:stCondLst>
                              <p:cond delay="3000"/>
                            </p:stCondLst>
                            <p:childTnLst>
                              <p:par>
                                <p:cTn id="844" presetID="22" presetClass="entr" presetSubtype="8" fill="hold" nodeType="afterEffect">
                                  <p:stCondLst>
                                    <p:cond delay="0"/>
                                  </p:stCondLst>
                                  <p:childTnLst>
                                    <p:set>
                                      <p:cBhvr>
                                        <p:cTn id="845" dur="1" fill="hold">
                                          <p:stCondLst>
                                            <p:cond delay="0"/>
                                          </p:stCondLst>
                                        </p:cTn>
                                        <p:tgtEl>
                                          <p:spTgt spid="149"/>
                                        </p:tgtEl>
                                        <p:attrNameLst>
                                          <p:attrName>style.visibility</p:attrName>
                                        </p:attrNameLst>
                                      </p:cBhvr>
                                      <p:to>
                                        <p:strVal val="visible"/>
                                      </p:to>
                                    </p:set>
                                    <p:animEffect transition="in" filter="wipe(left)">
                                      <p:cBhvr>
                                        <p:cTn id="846" dur="1000"/>
                                        <p:tgtEl>
                                          <p:spTgt spid="149"/>
                                        </p:tgtEl>
                                      </p:cBhvr>
                                    </p:animEffect>
                                  </p:childTnLst>
                                </p:cTn>
                              </p:par>
                            </p:childTnLst>
                          </p:cTn>
                        </p:par>
                      </p:childTnLst>
                    </p:cTn>
                  </p:par>
                  <p:par>
                    <p:cTn id="847" fill="hold">
                      <p:stCondLst>
                        <p:cond delay="indefinite"/>
                      </p:stCondLst>
                      <p:childTnLst>
                        <p:par>
                          <p:cTn id="848" fill="hold">
                            <p:stCondLst>
                              <p:cond delay="0"/>
                            </p:stCondLst>
                            <p:childTnLst>
                              <p:par>
                                <p:cTn id="849" presetID="6" presetClass="emph" presetSubtype="0" autoRev="1" fill="hold" grpId="2" nodeType="clickEffect">
                                  <p:stCondLst>
                                    <p:cond delay="0"/>
                                  </p:stCondLst>
                                  <p:childTnLst>
                                    <p:animScale>
                                      <p:cBhvr>
                                        <p:cTn id="850" dur="500" fill="hold"/>
                                        <p:tgtEl>
                                          <p:spTgt spid="57"/>
                                        </p:tgtEl>
                                      </p:cBhvr>
                                      <p:by x="150000" y="150000"/>
                                    </p:animScale>
                                  </p:childTnLst>
                                </p:cTn>
                              </p:par>
                            </p:childTnLst>
                          </p:cTn>
                        </p:par>
                        <p:par>
                          <p:cTn id="851" fill="hold">
                            <p:stCondLst>
                              <p:cond delay="1000"/>
                            </p:stCondLst>
                            <p:childTnLst>
                              <p:par>
                                <p:cTn id="852" presetID="1" presetClass="emph" presetSubtype="2" fill="hold" nodeType="afterEffect">
                                  <p:stCondLst>
                                    <p:cond delay="0"/>
                                  </p:stCondLst>
                                  <p:childTnLst>
                                    <p:animClr clrSpc="rgb" dir="cw">
                                      <p:cBhvr>
                                        <p:cTn id="853" dur="1000" fill="hold"/>
                                        <p:tgtEl>
                                          <p:spTgt spid="57"/>
                                        </p:tgtEl>
                                        <p:attrNameLst>
                                          <p:attrName>fillcolor</p:attrName>
                                        </p:attrNameLst>
                                      </p:cBhvr>
                                      <p:to>
                                        <a:srgbClr val="FFF2CC"/>
                                      </p:to>
                                    </p:animClr>
                                    <p:set>
                                      <p:cBhvr>
                                        <p:cTn id="854" dur="1000" fill="hold"/>
                                        <p:tgtEl>
                                          <p:spTgt spid="57"/>
                                        </p:tgtEl>
                                        <p:attrNameLst>
                                          <p:attrName>fill.type</p:attrName>
                                        </p:attrNameLst>
                                      </p:cBhvr>
                                      <p:to>
                                        <p:strVal val="solid"/>
                                      </p:to>
                                    </p:set>
                                    <p:set>
                                      <p:cBhvr>
                                        <p:cTn id="855" dur="1000" fill="hold"/>
                                        <p:tgtEl>
                                          <p:spTgt spid="57"/>
                                        </p:tgtEl>
                                        <p:attrNameLst>
                                          <p:attrName>fill.on</p:attrName>
                                        </p:attrNameLst>
                                      </p:cBhvr>
                                      <p:to>
                                        <p:strVal val="true"/>
                                      </p:to>
                                    </p:set>
                                  </p:childTnLst>
                                </p:cTn>
                              </p:par>
                            </p:childTnLst>
                          </p:cTn>
                        </p:par>
                        <p:par>
                          <p:cTn id="856" fill="hold">
                            <p:stCondLst>
                              <p:cond delay="2000"/>
                            </p:stCondLst>
                            <p:childTnLst>
                              <p:par>
                                <p:cTn id="857" presetID="1" presetClass="entr" presetSubtype="0" fill="hold" grpId="0" nodeType="afterEffect">
                                  <p:stCondLst>
                                    <p:cond delay="0"/>
                                  </p:stCondLst>
                                  <p:childTnLst>
                                    <p:set>
                                      <p:cBhvr>
                                        <p:cTn id="858" dur="1" fill="hold">
                                          <p:stCondLst>
                                            <p:cond delay="0"/>
                                          </p:stCondLst>
                                        </p:cTn>
                                        <p:tgtEl>
                                          <p:spTgt spid="198"/>
                                        </p:tgtEl>
                                        <p:attrNameLst>
                                          <p:attrName>style.visibility</p:attrName>
                                        </p:attrNameLst>
                                      </p:cBhvr>
                                      <p:to>
                                        <p:strVal val="visible"/>
                                      </p:to>
                                    </p:set>
                                  </p:childTnLst>
                                </p:cTn>
                              </p:par>
                            </p:childTnLst>
                          </p:cTn>
                        </p:par>
                        <p:par>
                          <p:cTn id="859" fill="hold">
                            <p:stCondLst>
                              <p:cond delay="2000"/>
                            </p:stCondLst>
                            <p:childTnLst>
                              <p:par>
                                <p:cTn id="860" presetID="42" presetClass="path" presetSubtype="0" accel="50000" decel="50000" fill="hold" grpId="1" nodeType="afterEffect">
                                  <p:stCondLst>
                                    <p:cond delay="0"/>
                                  </p:stCondLst>
                                  <p:childTnLst>
                                    <p:animMotion origin="layout" path="M -2.08333E-7 -1.11111E-6 L 0.16029 0.21412 " pathEditMode="relative" rAng="0" ptsTypes="AA">
                                      <p:cBhvr>
                                        <p:cTn id="861" dur="1000" fill="hold"/>
                                        <p:tgtEl>
                                          <p:spTgt spid="198"/>
                                        </p:tgtEl>
                                        <p:attrNameLst>
                                          <p:attrName>ppt_x</p:attrName>
                                          <p:attrName>ppt_y</p:attrName>
                                        </p:attrNameLst>
                                      </p:cBhvr>
                                      <p:rCtr x="8008" y="10694"/>
                                    </p:animMotion>
                                  </p:childTnLst>
                                </p:cTn>
                              </p:par>
                            </p:childTnLst>
                          </p:cTn>
                        </p:par>
                        <p:par>
                          <p:cTn id="862" fill="hold">
                            <p:stCondLst>
                              <p:cond delay="4000"/>
                            </p:stCondLst>
                            <p:childTnLst>
                              <p:par>
                                <p:cTn id="863" presetID="22" presetClass="exit" presetSubtype="1" fill="hold" nodeType="afterEffect">
                                  <p:stCondLst>
                                    <p:cond delay="0"/>
                                  </p:stCondLst>
                                  <p:childTnLst>
                                    <p:animEffect transition="out" filter="wipe(up)">
                                      <p:cBhvr>
                                        <p:cTn id="864" dur="500"/>
                                        <p:tgtEl>
                                          <p:spTgt spid="149"/>
                                        </p:tgtEl>
                                      </p:cBhvr>
                                    </p:animEffect>
                                    <p:set>
                                      <p:cBhvr>
                                        <p:cTn id="865" dur="1" fill="hold">
                                          <p:stCondLst>
                                            <p:cond delay="499"/>
                                          </p:stCondLst>
                                        </p:cTn>
                                        <p:tgtEl>
                                          <p:spTgt spid="149"/>
                                        </p:tgtEl>
                                        <p:attrNameLst>
                                          <p:attrName>style.visibility</p:attrName>
                                        </p:attrNameLst>
                                      </p:cBhvr>
                                      <p:to>
                                        <p:strVal val="hidden"/>
                                      </p:to>
                                    </p:set>
                                  </p:childTnLst>
                                </p:cTn>
                              </p:par>
                              <p:par>
                                <p:cTn id="866" presetID="22" presetClass="entr" presetSubtype="8" fill="hold" nodeType="withEffect">
                                  <p:stCondLst>
                                    <p:cond delay="0"/>
                                  </p:stCondLst>
                                  <p:childTnLst>
                                    <p:set>
                                      <p:cBhvr>
                                        <p:cTn id="867" dur="1" fill="hold">
                                          <p:stCondLst>
                                            <p:cond delay="0"/>
                                          </p:stCondLst>
                                        </p:cTn>
                                        <p:tgtEl>
                                          <p:spTgt spid="150"/>
                                        </p:tgtEl>
                                        <p:attrNameLst>
                                          <p:attrName>style.visibility</p:attrName>
                                        </p:attrNameLst>
                                      </p:cBhvr>
                                      <p:to>
                                        <p:strVal val="visible"/>
                                      </p:to>
                                    </p:set>
                                    <p:animEffect transition="in" filter="wipe(left)">
                                      <p:cBhvr>
                                        <p:cTn id="868" dur="1000"/>
                                        <p:tgtEl>
                                          <p:spTgt spid="150"/>
                                        </p:tgtEl>
                                      </p:cBhvr>
                                    </p:animEffect>
                                  </p:childTnLst>
                                </p:cTn>
                              </p:par>
                            </p:childTnLst>
                          </p:cTn>
                        </p:par>
                      </p:childTnLst>
                    </p:cTn>
                  </p:par>
                  <p:par>
                    <p:cTn id="869" fill="hold">
                      <p:stCondLst>
                        <p:cond delay="indefinite"/>
                      </p:stCondLst>
                      <p:childTnLst>
                        <p:par>
                          <p:cTn id="870" fill="hold">
                            <p:stCondLst>
                              <p:cond delay="0"/>
                            </p:stCondLst>
                            <p:childTnLst>
                              <p:par>
                                <p:cTn id="871" presetID="31" presetClass="entr" presetSubtype="0" fill="hold" nodeType="clickEffect">
                                  <p:stCondLst>
                                    <p:cond delay="0"/>
                                  </p:stCondLst>
                                  <p:childTnLst>
                                    <p:set>
                                      <p:cBhvr>
                                        <p:cTn id="872" dur="1" fill="hold">
                                          <p:stCondLst>
                                            <p:cond delay="0"/>
                                          </p:stCondLst>
                                        </p:cTn>
                                        <p:tgtEl>
                                          <p:spTgt spid="155"/>
                                        </p:tgtEl>
                                        <p:attrNameLst>
                                          <p:attrName>style.visibility</p:attrName>
                                        </p:attrNameLst>
                                      </p:cBhvr>
                                      <p:to>
                                        <p:strVal val="visible"/>
                                      </p:to>
                                    </p:set>
                                    <p:anim calcmode="lin" valueType="num">
                                      <p:cBhvr>
                                        <p:cTn id="873" dur="2000" fill="hold"/>
                                        <p:tgtEl>
                                          <p:spTgt spid="155"/>
                                        </p:tgtEl>
                                        <p:attrNameLst>
                                          <p:attrName>ppt_w</p:attrName>
                                        </p:attrNameLst>
                                      </p:cBhvr>
                                      <p:tavLst>
                                        <p:tav tm="0">
                                          <p:val>
                                            <p:fltVal val="0"/>
                                          </p:val>
                                        </p:tav>
                                        <p:tav tm="100000">
                                          <p:val>
                                            <p:strVal val="#ppt_w"/>
                                          </p:val>
                                        </p:tav>
                                      </p:tavLst>
                                    </p:anim>
                                    <p:anim calcmode="lin" valueType="num">
                                      <p:cBhvr>
                                        <p:cTn id="874" dur="2000" fill="hold"/>
                                        <p:tgtEl>
                                          <p:spTgt spid="155"/>
                                        </p:tgtEl>
                                        <p:attrNameLst>
                                          <p:attrName>ppt_h</p:attrName>
                                        </p:attrNameLst>
                                      </p:cBhvr>
                                      <p:tavLst>
                                        <p:tav tm="0">
                                          <p:val>
                                            <p:fltVal val="0"/>
                                          </p:val>
                                        </p:tav>
                                        <p:tav tm="100000">
                                          <p:val>
                                            <p:strVal val="#ppt_h"/>
                                          </p:val>
                                        </p:tav>
                                      </p:tavLst>
                                    </p:anim>
                                    <p:anim calcmode="lin" valueType="num">
                                      <p:cBhvr>
                                        <p:cTn id="875" dur="2000" fill="hold"/>
                                        <p:tgtEl>
                                          <p:spTgt spid="155"/>
                                        </p:tgtEl>
                                        <p:attrNameLst>
                                          <p:attrName>style.rotation</p:attrName>
                                        </p:attrNameLst>
                                      </p:cBhvr>
                                      <p:tavLst>
                                        <p:tav tm="0">
                                          <p:val>
                                            <p:fltVal val="90"/>
                                          </p:val>
                                        </p:tav>
                                        <p:tav tm="100000">
                                          <p:val>
                                            <p:fltVal val="0"/>
                                          </p:val>
                                        </p:tav>
                                      </p:tavLst>
                                    </p:anim>
                                    <p:animEffect transition="in" filter="fade">
                                      <p:cBhvr>
                                        <p:cTn id="876" dur="2000"/>
                                        <p:tgtEl>
                                          <p:spTgt spid="155"/>
                                        </p:tgtEl>
                                      </p:cBhvr>
                                    </p:animEffect>
                                  </p:childTnLst>
                                </p:cTn>
                              </p:par>
                            </p:childTnLst>
                          </p:cTn>
                        </p:par>
                        <p:par>
                          <p:cTn id="877" fill="hold">
                            <p:stCondLst>
                              <p:cond delay="2000"/>
                            </p:stCondLst>
                            <p:childTnLst>
                              <p:par>
                                <p:cTn id="878" presetID="22" presetClass="exit" presetSubtype="1" fill="hold" nodeType="afterEffect">
                                  <p:stCondLst>
                                    <p:cond delay="0"/>
                                  </p:stCondLst>
                                  <p:childTnLst>
                                    <p:animEffect transition="out" filter="wipe(up)">
                                      <p:cBhvr>
                                        <p:cTn id="879" dur="500"/>
                                        <p:tgtEl>
                                          <p:spTgt spid="150"/>
                                        </p:tgtEl>
                                      </p:cBhvr>
                                    </p:animEffect>
                                    <p:set>
                                      <p:cBhvr>
                                        <p:cTn id="880" dur="1" fill="hold">
                                          <p:stCondLst>
                                            <p:cond delay="499"/>
                                          </p:stCondLst>
                                        </p:cTn>
                                        <p:tgtEl>
                                          <p:spTgt spid="150"/>
                                        </p:tgtEl>
                                        <p:attrNameLst>
                                          <p:attrName>style.visibility</p:attrName>
                                        </p:attrNameLst>
                                      </p:cBhvr>
                                      <p:to>
                                        <p:strVal val="hidden"/>
                                      </p:to>
                                    </p:set>
                                  </p:childTnLst>
                                </p:cTn>
                              </p:par>
                              <p:par>
                                <p:cTn id="881" presetID="22" presetClass="entr" presetSubtype="8" fill="hold" nodeType="withEffect">
                                  <p:stCondLst>
                                    <p:cond delay="0"/>
                                  </p:stCondLst>
                                  <p:childTnLst>
                                    <p:set>
                                      <p:cBhvr>
                                        <p:cTn id="882" dur="1" fill="hold">
                                          <p:stCondLst>
                                            <p:cond delay="0"/>
                                          </p:stCondLst>
                                        </p:cTn>
                                        <p:tgtEl>
                                          <p:spTgt spid="151"/>
                                        </p:tgtEl>
                                        <p:attrNameLst>
                                          <p:attrName>style.visibility</p:attrName>
                                        </p:attrNameLst>
                                      </p:cBhvr>
                                      <p:to>
                                        <p:strVal val="visible"/>
                                      </p:to>
                                    </p:set>
                                    <p:animEffect transition="in" filter="wipe(left)">
                                      <p:cBhvr>
                                        <p:cTn id="883" dur="1000"/>
                                        <p:tgtEl>
                                          <p:spTgt spid="151"/>
                                        </p:tgtEl>
                                      </p:cBhvr>
                                    </p:animEffect>
                                  </p:childTnLst>
                                </p:cTn>
                              </p:par>
                            </p:childTnLst>
                          </p:cTn>
                        </p:par>
                      </p:childTnLst>
                    </p:cTn>
                  </p:par>
                  <p:par>
                    <p:cTn id="884" fill="hold">
                      <p:stCondLst>
                        <p:cond delay="indefinite"/>
                      </p:stCondLst>
                      <p:childTnLst>
                        <p:par>
                          <p:cTn id="885" fill="hold">
                            <p:stCondLst>
                              <p:cond delay="0"/>
                            </p:stCondLst>
                            <p:childTnLst>
                              <p:par>
                                <p:cTn id="886" presetID="27" presetClass="emph" presetSubtype="0" fill="remove" grpId="0" nodeType="clickEffect">
                                  <p:stCondLst>
                                    <p:cond delay="0"/>
                                  </p:stCondLst>
                                  <p:childTnLst>
                                    <p:animClr clrSpc="rgb" dir="cw">
                                      <p:cBhvr override="childStyle">
                                        <p:cTn id="887" dur="1000" autoRev="1" fill="remove"/>
                                        <p:tgtEl>
                                          <p:spTgt spid="58"/>
                                        </p:tgtEl>
                                        <p:attrNameLst>
                                          <p:attrName>style.color</p:attrName>
                                        </p:attrNameLst>
                                      </p:cBhvr>
                                      <p:to>
                                        <a:schemeClr val="bg1"/>
                                      </p:to>
                                    </p:animClr>
                                    <p:animClr clrSpc="rgb" dir="cw">
                                      <p:cBhvr>
                                        <p:cTn id="888" dur="1000" autoRev="1" fill="remove"/>
                                        <p:tgtEl>
                                          <p:spTgt spid="58"/>
                                        </p:tgtEl>
                                        <p:attrNameLst>
                                          <p:attrName>fillcolor</p:attrName>
                                        </p:attrNameLst>
                                      </p:cBhvr>
                                      <p:to>
                                        <a:schemeClr val="bg1"/>
                                      </p:to>
                                    </p:animClr>
                                    <p:set>
                                      <p:cBhvr>
                                        <p:cTn id="889" dur="1000" autoRev="1" fill="remove"/>
                                        <p:tgtEl>
                                          <p:spTgt spid="58"/>
                                        </p:tgtEl>
                                        <p:attrNameLst>
                                          <p:attrName>fill.type</p:attrName>
                                        </p:attrNameLst>
                                      </p:cBhvr>
                                      <p:to>
                                        <p:strVal val="solid"/>
                                      </p:to>
                                    </p:set>
                                    <p:set>
                                      <p:cBhvr>
                                        <p:cTn id="890" dur="1000" autoRev="1" fill="remove"/>
                                        <p:tgtEl>
                                          <p:spTgt spid="58"/>
                                        </p:tgtEl>
                                        <p:attrNameLst>
                                          <p:attrName>fill.on</p:attrName>
                                        </p:attrNameLst>
                                      </p:cBhvr>
                                      <p:to>
                                        <p:strVal val="true"/>
                                      </p:to>
                                    </p:set>
                                  </p:childTnLst>
                                </p:cTn>
                              </p:par>
                            </p:childTnLst>
                          </p:cTn>
                        </p:par>
                        <p:par>
                          <p:cTn id="891" fill="hold">
                            <p:stCondLst>
                              <p:cond delay="2000"/>
                            </p:stCondLst>
                            <p:childTnLst>
                              <p:par>
                                <p:cTn id="892" presetID="22" presetClass="exit" presetSubtype="1" fill="hold" nodeType="afterEffect">
                                  <p:stCondLst>
                                    <p:cond delay="0"/>
                                  </p:stCondLst>
                                  <p:childTnLst>
                                    <p:animEffect transition="out" filter="wipe(up)">
                                      <p:cBhvr>
                                        <p:cTn id="893" dur="500"/>
                                        <p:tgtEl>
                                          <p:spTgt spid="151"/>
                                        </p:tgtEl>
                                      </p:cBhvr>
                                    </p:animEffect>
                                    <p:set>
                                      <p:cBhvr>
                                        <p:cTn id="894" dur="1" fill="hold">
                                          <p:stCondLst>
                                            <p:cond delay="499"/>
                                          </p:stCondLst>
                                        </p:cTn>
                                        <p:tgtEl>
                                          <p:spTgt spid="151"/>
                                        </p:tgtEl>
                                        <p:attrNameLst>
                                          <p:attrName>style.visibility</p:attrName>
                                        </p:attrNameLst>
                                      </p:cBhvr>
                                      <p:to>
                                        <p:strVal val="hidden"/>
                                      </p:to>
                                    </p:set>
                                  </p:childTnLst>
                                </p:cTn>
                              </p:par>
                              <p:par>
                                <p:cTn id="895" presetID="22" presetClass="entr" presetSubtype="8" fill="hold" nodeType="withEffect">
                                  <p:stCondLst>
                                    <p:cond delay="0"/>
                                  </p:stCondLst>
                                  <p:childTnLst>
                                    <p:set>
                                      <p:cBhvr>
                                        <p:cTn id="896" dur="1" fill="hold">
                                          <p:stCondLst>
                                            <p:cond delay="0"/>
                                          </p:stCondLst>
                                        </p:cTn>
                                        <p:tgtEl>
                                          <p:spTgt spid="152"/>
                                        </p:tgtEl>
                                        <p:attrNameLst>
                                          <p:attrName>style.visibility</p:attrName>
                                        </p:attrNameLst>
                                      </p:cBhvr>
                                      <p:to>
                                        <p:strVal val="visible"/>
                                      </p:to>
                                    </p:set>
                                    <p:animEffect transition="in" filter="wipe(left)">
                                      <p:cBhvr>
                                        <p:cTn id="897" dur="1000"/>
                                        <p:tgtEl>
                                          <p:spTgt spid="152"/>
                                        </p:tgtEl>
                                      </p:cBhvr>
                                    </p:animEffect>
                                  </p:childTnLst>
                                </p:cTn>
                              </p:par>
                            </p:childTnLst>
                          </p:cTn>
                        </p:par>
                      </p:childTnLst>
                    </p:cTn>
                  </p:par>
                  <p:par>
                    <p:cTn id="898" fill="hold">
                      <p:stCondLst>
                        <p:cond delay="indefinite"/>
                      </p:stCondLst>
                      <p:childTnLst>
                        <p:par>
                          <p:cTn id="899" fill="hold">
                            <p:stCondLst>
                              <p:cond delay="0"/>
                            </p:stCondLst>
                            <p:childTnLst>
                              <p:par>
                                <p:cTn id="900" presetID="42" presetClass="entr" presetSubtype="0" fill="hold" grpId="0" nodeType="clickEffect">
                                  <p:stCondLst>
                                    <p:cond delay="0"/>
                                  </p:stCondLst>
                                  <p:childTnLst>
                                    <p:set>
                                      <p:cBhvr>
                                        <p:cTn id="901" dur="1" fill="hold">
                                          <p:stCondLst>
                                            <p:cond delay="0"/>
                                          </p:stCondLst>
                                        </p:cTn>
                                        <p:tgtEl>
                                          <p:spTgt spid="159"/>
                                        </p:tgtEl>
                                        <p:attrNameLst>
                                          <p:attrName>style.visibility</p:attrName>
                                        </p:attrNameLst>
                                      </p:cBhvr>
                                      <p:to>
                                        <p:strVal val="visible"/>
                                      </p:to>
                                    </p:set>
                                    <p:animEffect transition="in" filter="fade">
                                      <p:cBhvr>
                                        <p:cTn id="902" dur="1000"/>
                                        <p:tgtEl>
                                          <p:spTgt spid="159"/>
                                        </p:tgtEl>
                                      </p:cBhvr>
                                    </p:animEffect>
                                    <p:anim calcmode="lin" valueType="num">
                                      <p:cBhvr>
                                        <p:cTn id="903" dur="1000" fill="hold"/>
                                        <p:tgtEl>
                                          <p:spTgt spid="159"/>
                                        </p:tgtEl>
                                        <p:attrNameLst>
                                          <p:attrName>ppt_x</p:attrName>
                                        </p:attrNameLst>
                                      </p:cBhvr>
                                      <p:tavLst>
                                        <p:tav tm="0">
                                          <p:val>
                                            <p:strVal val="#ppt_x"/>
                                          </p:val>
                                        </p:tav>
                                        <p:tav tm="100000">
                                          <p:val>
                                            <p:strVal val="#ppt_x"/>
                                          </p:val>
                                        </p:tav>
                                      </p:tavLst>
                                    </p:anim>
                                    <p:anim calcmode="lin" valueType="num">
                                      <p:cBhvr>
                                        <p:cTn id="904" dur="1000" fill="hold"/>
                                        <p:tgtEl>
                                          <p:spTgt spid="159"/>
                                        </p:tgtEl>
                                        <p:attrNameLst>
                                          <p:attrName>ppt_y</p:attrName>
                                        </p:attrNameLst>
                                      </p:cBhvr>
                                      <p:tavLst>
                                        <p:tav tm="0">
                                          <p:val>
                                            <p:strVal val="#ppt_y+.1"/>
                                          </p:val>
                                        </p:tav>
                                        <p:tav tm="100000">
                                          <p:val>
                                            <p:strVal val="#ppt_y"/>
                                          </p:val>
                                        </p:tav>
                                      </p:tavLst>
                                    </p:anim>
                                  </p:childTnLst>
                                </p:cTn>
                              </p:par>
                            </p:childTnLst>
                          </p:cTn>
                        </p:par>
                        <p:par>
                          <p:cTn id="905" fill="hold">
                            <p:stCondLst>
                              <p:cond delay="1000"/>
                            </p:stCondLst>
                            <p:childTnLst>
                              <p:par>
                                <p:cTn id="906" presetID="47" presetClass="entr" presetSubtype="0" fill="hold" grpId="0" nodeType="afterEffect">
                                  <p:stCondLst>
                                    <p:cond delay="0"/>
                                  </p:stCondLst>
                                  <p:childTnLst>
                                    <p:set>
                                      <p:cBhvr>
                                        <p:cTn id="907" dur="1" fill="hold">
                                          <p:stCondLst>
                                            <p:cond delay="0"/>
                                          </p:stCondLst>
                                        </p:cTn>
                                        <p:tgtEl>
                                          <p:spTgt spid="158"/>
                                        </p:tgtEl>
                                        <p:attrNameLst>
                                          <p:attrName>style.visibility</p:attrName>
                                        </p:attrNameLst>
                                      </p:cBhvr>
                                      <p:to>
                                        <p:strVal val="visible"/>
                                      </p:to>
                                    </p:set>
                                    <p:animEffect transition="in" filter="fade">
                                      <p:cBhvr>
                                        <p:cTn id="908" dur="2000"/>
                                        <p:tgtEl>
                                          <p:spTgt spid="158"/>
                                        </p:tgtEl>
                                      </p:cBhvr>
                                    </p:animEffect>
                                    <p:anim calcmode="lin" valueType="num">
                                      <p:cBhvr>
                                        <p:cTn id="909" dur="2000" fill="hold"/>
                                        <p:tgtEl>
                                          <p:spTgt spid="158"/>
                                        </p:tgtEl>
                                        <p:attrNameLst>
                                          <p:attrName>ppt_x</p:attrName>
                                        </p:attrNameLst>
                                      </p:cBhvr>
                                      <p:tavLst>
                                        <p:tav tm="0">
                                          <p:val>
                                            <p:strVal val="#ppt_x"/>
                                          </p:val>
                                        </p:tav>
                                        <p:tav tm="100000">
                                          <p:val>
                                            <p:strVal val="#ppt_x"/>
                                          </p:val>
                                        </p:tav>
                                      </p:tavLst>
                                    </p:anim>
                                    <p:anim calcmode="lin" valueType="num">
                                      <p:cBhvr>
                                        <p:cTn id="910" dur="2000" fill="hold"/>
                                        <p:tgtEl>
                                          <p:spTgt spid="158"/>
                                        </p:tgtEl>
                                        <p:attrNameLst>
                                          <p:attrName>ppt_y</p:attrName>
                                        </p:attrNameLst>
                                      </p:cBhvr>
                                      <p:tavLst>
                                        <p:tav tm="0">
                                          <p:val>
                                            <p:strVal val="#ppt_y-.1"/>
                                          </p:val>
                                        </p:tav>
                                        <p:tav tm="100000">
                                          <p:val>
                                            <p:strVal val="#ppt_y"/>
                                          </p:val>
                                        </p:tav>
                                      </p:tavLst>
                                    </p:anim>
                                  </p:childTnLst>
                                </p:cTn>
                              </p:par>
                            </p:childTnLst>
                          </p:cTn>
                        </p:par>
                        <p:par>
                          <p:cTn id="911" fill="hold">
                            <p:stCondLst>
                              <p:cond delay="3000"/>
                            </p:stCondLst>
                            <p:childTnLst>
                              <p:par>
                                <p:cTn id="912" presetID="22" presetClass="entr" presetSubtype="8" fill="hold" nodeType="afterEffect">
                                  <p:stCondLst>
                                    <p:cond delay="0"/>
                                  </p:stCondLst>
                                  <p:childTnLst>
                                    <p:set>
                                      <p:cBhvr>
                                        <p:cTn id="913" dur="1" fill="hold">
                                          <p:stCondLst>
                                            <p:cond delay="0"/>
                                          </p:stCondLst>
                                        </p:cTn>
                                        <p:tgtEl>
                                          <p:spTgt spid="160"/>
                                        </p:tgtEl>
                                        <p:attrNameLst>
                                          <p:attrName>style.visibility</p:attrName>
                                        </p:attrNameLst>
                                      </p:cBhvr>
                                      <p:to>
                                        <p:strVal val="visible"/>
                                      </p:to>
                                    </p:set>
                                    <p:animEffect transition="in" filter="wipe(left)">
                                      <p:cBhvr>
                                        <p:cTn id="914" dur="1000"/>
                                        <p:tgtEl>
                                          <p:spTgt spid="160"/>
                                        </p:tgtEl>
                                      </p:cBhvr>
                                    </p:animEffect>
                                  </p:childTnLst>
                                </p:cTn>
                              </p:par>
                            </p:childTnLst>
                          </p:cTn>
                        </p:par>
                      </p:childTnLst>
                    </p:cTn>
                  </p:par>
                  <p:par>
                    <p:cTn id="915" fill="hold">
                      <p:stCondLst>
                        <p:cond delay="indefinite"/>
                      </p:stCondLst>
                      <p:childTnLst>
                        <p:par>
                          <p:cTn id="916" fill="hold">
                            <p:stCondLst>
                              <p:cond delay="0"/>
                            </p:stCondLst>
                            <p:childTnLst>
                              <p:par>
                                <p:cTn id="917" presetID="6" presetClass="emph" presetSubtype="0" autoRev="1" fill="hold" grpId="2" nodeType="clickEffect">
                                  <p:stCondLst>
                                    <p:cond delay="0"/>
                                  </p:stCondLst>
                                  <p:childTnLst>
                                    <p:animScale>
                                      <p:cBhvr>
                                        <p:cTn id="918" dur="500" fill="hold"/>
                                        <p:tgtEl>
                                          <p:spTgt spid="58"/>
                                        </p:tgtEl>
                                      </p:cBhvr>
                                      <p:by x="150000" y="150000"/>
                                    </p:animScale>
                                  </p:childTnLst>
                                </p:cTn>
                              </p:par>
                            </p:childTnLst>
                          </p:cTn>
                        </p:par>
                        <p:par>
                          <p:cTn id="919" fill="hold">
                            <p:stCondLst>
                              <p:cond delay="1000"/>
                            </p:stCondLst>
                            <p:childTnLst>
                              <p:par>
                                <p:cTn id="920" presetID="1" presetClass="emph" presetSubtype="2" fill="hold" nodeType="afterEffect">
                                  <p:stCondLst>
                                    <p:cond delay="0"/>
                                  </p:stCondLst>
                                  <p:childTnLst>
                                    <p:animClr clrSpc="rgb" dir="cw">
                                      <p:cBhvr>
                                        <p:cTn id="921" dur="1000" fill="hold"/>
                                        <p:tgtEl>
                                          <p:spTgt spid="58"/>
                                        </p:tgtEl>
                                        <p:attrNameLst>
                                          <p:attrName>fillcolor</p:attrName>
                                        </p:attrNameLst>
                                      </p:cBhvr>
                                      <p:to>
                                        <a:srgbClr val="FFF2CC"/>
                                      </p:to>
                                    </p:animClr>
                                    <p:set>
                                      <p:cBhvr>
                                        <p:cTn id="922" dur="1000" fill="hold"/>
                                        <p:tgtEl>
                                          <p:spTgt spid="58"/>
                                        </p:tgtEl>
                                        <p:attrNameLst>
                                          <p:attrName>fill.type</p:attrName>
                                        </p:attrNameLst>
                                      </p:cBhvr>
                                      <p:to>
                                        <p:strVal val="solid"/>
                                      </p:to>
                                    </p:set>
                                    <p:set>
                                      <p:cBhvr>
                                        <p:cTn id="923" dur="1000" fill="hold"/>
                                        <p:tgtEl>
                                          <p:spTgt spid="58"/>
                                        </p:tgtEl>
                                        <p:attrNameLst>
                                          <p:attrName>fill.on</p:attrName>
                                        </p:attrNameLst>
                                      </p:cBhvr>
                                      <p:to>
                                        <p:strVal val="true"/>
                                      </p:to>
                                    </p:set>
                                  </p:childTnLst>
                                </p:cTn>
                              </p:par>
                            </p:childTnLst>
                          </p:cTn>
                        </p:par>
                        <p:par>
                          <p:cTn id="924" fill="hold">
                            <p:stCondLst>
                              <p:cond delay="2000"/>
                            </p:stCondLst>
                            <p:childTnLst>
                              <p:par>
                                <p:cTn id="925" presetID="1" presetClass="entr" presetSubtype="0" fill="hold" grpId="0" nodeType="afterEffect">
                                  <p:stCondLst>
                                    <p:cond delay="0"/>
                                  </p:stCondLst>
                                  <p:childTnLst>
                                    <p:set>
                                      <p:cBhvr>
                                        <p:cTn id="926" dur="1" fill="hold">
                                          <p:stCondLst>
                                            <p:cond delay="0"/>
                                          </p:stCondLst>
                                        </p:cTn>
                                        <p:tgtEl>
                                          <p:spTgt spid="199"/>
                                        </p:tgtEl>
                                        <p:attrNameLst>
                                          <p:attrName>style.visibility</p:attrName>
                                        </p:attrNameLst>
                                      </p:cBhvr>
                                      <p:to>
                                        <p:strVal val="visible"/>
                                      </p:to>
                                    </p:set>
                                  </p:childTnLst>
                                </p:cTn>
                              </p:par>
                            </p:childTnLst>
                          </p:cTn>
                        </p:par>
                        <p:par>
                          <p:cTn id="927" fill="hold">
                            <p:stCondLst>
                              <p:cond delay="2000"/>
                            </p:stCondLst>
                            <p:childTnLst>
                              <p:par>
                                <p:cTn id="928" presetID="42" presetClass="path" presetSubtype="0" accel="50000" decel="50000" fill="hold" grpId="1" nodeType="afterEffect">
                                  <p:stCondLst>
                                    <p:cond delay="0"/>
                                  </p:stCondLst>
                                  <p:childTnLst>
                                    <p:animMotion origin="layout" path="M 1.66667E-6 -4.07407E-6 L 0.1151 0.21852 " pathEditMode="relative" rAng="0" ptsTypes="AA">
                                      <p:cBhvr>
                                        <p:cTn id="929" dur="1000" fill="hold"/>
                                        <p:tgtEl>
                                          <p:spTgt spid="199"/>
                                        </p:tgtEl>
                                        <p:attrNameLst>
                                          <p:attrName>ppt_x</p:attrName>
                                          <p:attrName>ppt_y</p:attrName>
                                        </p:attrNameLst>
                                      </p:cBhvr>
                                      <p:rCtr x="5755" y="10926"/>
                                    </p:animMotion>
                                  </p:childTnLst>
                                </p:cTn>
                              </p:par>
                            </p:childTnLst>
                          </p:cTn>
                        </p:par>
                        <p:par>
                          <p:cTn id="930" fill="hold">
                            <p:stCondLst>
                              <p:cond delay="3000"/>
                            </p:stCondLst>
                            <p:childTnLst>
                              <p:par>
                                <p:cTn id="931" presetID="22" presetClass="exit" presetSubtype="1" fill="hold" nodeType="afterEffect">
                                  <p:stCondLst>
                                    <p:cond delay="0"/>
                                  </p:stCondLst>
                                  <p:childTnLst>
                                    <p:animEffect transition="out" filter="wipe(up)">
                                      <p:cBhvr>
                                        <p:cTn id="932" dur="500"/>
                                        <p:tgtEl>
                                          <p:spTgt spid="160"/>
                                        </p:tgtEl>
                                      </p:cBhvr>
                                    </p:animEffect>
                                    <p:set>
                                      <p:cBhvr>
                                        <p:cTn id="933" dur="1" fill="hold">
                                          <p:stCondLst>
                                            <p:cond delay="499"/>
                                          </p:stCondLst>
                                        </p:cTn>
                                        <p:tgtEl>
                                          <p:spTgt spid="160"/>
                                        </p:tgtEl>
                                        <p:attrNameLst>
                                          <p:attrName>style.visibility</p:attrName>
                                        </p:attrNameLst>
                                      </p:cBhvr>
                                      <p:to>
                                        <p:strVal val="hidden"/>
                                      </p:to>
                                    </p:set>
                                  </p:childTnLst>
                                </p:cTn>
                              </p:par>
                              <p:par>
                                <p:cTn id="934" presetID="22" presetClass="entr" presetSubtype="8" fill="hold" nodeType="withEffect">
                                  <p:stCondLst>
                                    <p:cond delay="0"/>
                                  </p:stCondLst>
                                  <p:childTnLst>
                                    <p:set>
                                      <p:cBhvr>
                                        <p:cTn id="935" dur="1" fill="hold">
                                          <p:stCondLst>
                                            <p:cond delay="0"/>
                                          </p:stCondLst>
                                        </p:cTn>
                                        <p:tgtEl>
                                          <p:spTgt spid="161"/>
                                        </p:tgtEl>
                                        <p:attrNameLst>
                                          <p:attrName>style.visibility</p:attrName>
                                        </p:attrNameLst>
                                      </p:cBhvr>
                                      <p:to>
                                        <p:strVal val="visible"/>
                                      </p:to>
                                    </p:set>
                                    <p:animEffect transition="in" filter="wipe(left)">
                                      <p:cBhvr>
                                        <p:cTn id="936" dur="1000"/>
                                        <p:tgtEl>
                                          <p:spTgt spid="161"/>
                                        </p:tgtEl>
                                      </p:cBhvr>
                                    </p:animEffect>
                                  </p:childTnLst>
                                </p:cTn>
                              </p:par>
                            </p:childTnLst>
                          </p:cTn>
                        </p:par>
                      </p:childTnLst>
                    </p:cTn>
                  </p:par>
                  <p:par>
                    <p:cTn id="937" fill="hold">
                      <p:stCondLst>
                        <p:cond delay="indefinite"/>
                      </p:stCondLst>
                      <p:childTnLst>
                        <p:par>
                          <p:cTn id="938" fill="hold">
                            <p:stCondLst>
                              <p:cond delay="0"/>
                            </p:stCondLst>
                            <p:childTnLst>
                              <p:par>
                                <p:cTn id="939" presetID="31" presetClass="entr" presetSubtype="0" fill="hold" nodeType="clickEffect">
                                  <p:stCondLst>
                                    <p:cond delay="0"/>
                                  </p:stCondLst>
                                  <p:childTnLst>
                                    <p:set>
                                      <p:cBhvr>
                                        <p:cTn id="940" dur="1" fill="hold">
                                          <p:stCondLst>
                                            <p:cond delay="0"/>
                                          </p:stCondLst>
                                        </p:cTn>
                                        <p:tgtEl>
                                          <p:spTgt spid="165"/>
                                        </p:tgtEl>
                                        <p:attrNameLst>
                                          <p:attrName>style.visibility</p:attrName>
                                        </p:attrNameLst>
                                      </p:cBhvr>
                                      <p:to>
                                        <p:strVal val="visible"/>
                                      </p:to>
                                    </p:set>
                                    <p:anim calcmode="lin" valueType="num">
                                      <p:cBhvr>
                                        <p:cTn id="941" dur="2000" fill="hold"/>
                                        <p:tgtEl>
                                          <p:spTgt spid="165"/>
                                        </p:tgtEl>
                                        <p:attrNameLst>
                                          <p:attrName>ppt_w</p:attrName>
                                        </p:attrNameLst>
                                      </p:cBhvr>
                                      <p:tavLst>
                                        <p:tav tm="0">
                                          <p:val>
                                            <p:fltVal val="0"/>
                                          </p:val>
                                        </p:tav>
                                        <p:tav tm="100000">
                                          <p:val>
                                            <p:strVal val="#ppt_w"/>
                                          </p:val>
                                        </p:tav>
                                      </p:tavLst>
                                    </p:anim>
                                    <p:anim calcmode="lin" valueType="num">
                                      <p:cBhvr>
                                        <p:cTn id="942" dur="2000" fill="hold"/>
                                        <p:tgtEl>
                                          <p:spTgt spid="165"/>
                                        </p:tgtEl>
                                        <p:attrNameLst>
                                          <p:attrName>ppt_h</p:attrName>
                                        </p:attrNameLst>
                                      </p:cBhvr>
                                      <p:tavLst>
                                        <p:tav tm="0">
                                          <p:val>
                                            <p:fltVal val="0"/>
                                          </p:val>
                                        </p:tav>
                                        <p:tav tm="100000">
                                          <p:val>
                                            <p:strVal val="#ppt_h"/>
                                          </p:val>
                                        </p:tav>
                                      </p:tavLst>
                                    </p:anim>
                                    <p:anim calcmode="lin" valueType="num">
                                      <p:cBhvr>
                                        <p:cTn id="943" dur="2000" fill="hold"/>
                                        <p:tgtEl>
                                          <p:spTgt spid="165"/>
                                        </p:tgtEl>
                                        <p:attrNameLst>
                                          <p:attrName>style.rotation</p:attrName>
                                        </p:attrNameLst>
                                      </p:cBhvr>
                                      <p:tavLst>
                                        <p:tav tm="0">
                                          <p:val>
                                            <p:fltVal val="90"/>
                                          </p:val>
                                        </p:tav>
                                        <p:tav tm="100000">
                                          <p:val>
                                            <p:fltVal val="0"/>
                                          </p:val>
                                        </p:tav>
                                      </p:tavLst>
                                    </p:anim>
                                    <p:animEffect transition="in" filter="fade">
                                      <p:cBhvr>
                                        <p:cTn id="944" dur="2000"/>
                                        <p:tgtEl>
                                          <p:spTgt spid="165"/>
                                        </p:tgtEl>
                                      </p:cBhvr>
                                    </p:animEffect>
                                  </p:childTnLst>
                                </p:cTn>
                              </p:par>
                            </p:childTnLst>
                          </p:cTn>
                        </p:par>
                        <p:par>
                          <p:cTn id="945" fill="hold">
                            <p:stCondLst>
                              <p:cond delay="2000"/>
                            </p:stCondLst>
                            <p:childTnLst>
                              <p:par>
                                <p:cTn id="946" presetID="22" presetClass="exit" presetSubtype="1" fill="hold" nodeType="afterEffect">
                                  <p:stCondLst>
                                    <p:cond delay="0"/>
                                  </p:stCondLst>
                                  <p:childTnLst>
                                    <p:animEffect transition="out" filter="wipe(up)">
                                      <p:cBhvr>
                                        <p:cTn id="947" dur="500"/>
                                        <p:tgtEl>
                                          <p:spTgt spid="161"/>
                                        </p:tgtEl>
                                      </p:cBhvr>
                                    </p:animEffect>
                                    <p:set>
                                      <p:cBhvr>
                                        <p:cTn id="948" dur="1" fill="hold">
                                          <p:stCondLst>
                                            <p:cond delay="499"/>
                                          </p:stCondLst>
                                        </p:cTn>
                                        <p:tgtEl>
                                          <p:spTgt spid="161"/>
                                        </p:tgtEl>
                                        <p:attrNameLst>
                                          <p:attrName>style.visibility</p:attrName>
                                        </p:attrNameLst>
                                      </p:cBhvr>
                                      <p:to>
                                        <p:strVal val="hidden"/>
                                      </p:to>
                                    </p:set>
                                  </p:childTnLst>
                                </p:cTn>
                              </p:par>
                              <p:par>
                                <p:cTn id="949" presetID="22" presetClass="entr" presetSubtype="8" fill="hold" nodeType="withEffect">
                                  <p:stCondLst>
                                    <p:cond delay="0"/>
                                  </p:stCondLst>
                                  <p:childTnLst>
                                    <p:set>
                                      <p:cBhvr>
                                        <p:cTn id="950" dur="1" fill="hold">
                                          <p:stCondLst>
                                            <p:cond delay="0"/>
                                          </p:stCondLst>
                                        </p:cTn>
                                        <p:tgtEl>
                                          <p:spTgt spid="162"/>
                                        </p:tgtEl>
                                        <p:attrNameLst>
                                          <p:attrName>style.visibility</p:attrName>
                                        </p:attrNameLst>
                                      </p:cBhvr>
                                      <p:to>
                                        <p:strVal val="visible"/>
                                      </p:to>
                                    </p:set>
                                    <p:animEffect transition="in" filter="wipe(left)">
                                      <p:cBhvr>
                                        <p:cTn id="951" dur="1000"/>
                                        <p:tgtEl>
                                          <p:spTgt spid="162"/>
                                        </p:tgtEl>
                                      </p:cBhvr>
                                    </p:animEffect>
                                  </p:childTnLst>
                                </p:cTn>
                              </p:par>
                            </p:childTnLst>
                          </p:cTn>
                        </p:par>
                      </p:childTnLst>
                    </p:cTn>
                  </p:par>
                  <p:par>
                    <p:cTn id="952" fill="hold">
                      <p:stCondLst>
                        <p:cond delay="indefinite"/>
                      </p:stCondLst>
                      <p:childTnLst>
                        <p:par>
                          <p:cTn id="953" fill="hold">
                            <p:stCondLst>
                              <p:cond delay="0"/>
                            </p:stCondLst>
                            <p:childTnLst>
                              <p:par>
                                <p:cTn id="954" presetID="27" presetClass="emph" presetSubtype="0" fill="remove" grpId="1" nodeType="clickEffect">
                                  <p:stCondLst>
                                    <p:cond delay="0"/>
                                  </p:stCondLst>
                                  <p:childTnLst>
                                    <p:animClr clrSpc="rgb" dir="cw">
                                      <p:cBhvr override="childStyle">
                                        <p:cTn id="955" dur="1000" autoRev="1" fill="remove"/>
                                        <p:tgtEl>
                                          <p:spTgt spid="57"/>
                                        </p:tgtEl>
                                        <p:attrNameLst>
                                          <p:attrName>style.color</p:attrName>
                                        </p:attrNameLst>
                                      </p:cBhvr>
                                      <p:to>
                                        <a:schemeClr val="bg1"/>
                                      </p:to>
                                    </p:animClr>
                                    <p:animClr clrSpc="rgb" dir="cw">
                                      <p:cBhvr>
                                        <p:cTn id="956" dur="1000" autoRev="1" fill="remove"/>
                                        <p:tgtEl>
                                          <p:spTgt spid="57"/>
                                        </p:tgtEl>
                                        <p:attrNameLst>
                                          <p:attrName>fillcolor</p:attrName>
                                        </p:attrNameLst>
                                      </p:cBhvr>
                                      <p:to>
                                        <a:schemeClr val="bg1"/>
                                      </p:to>
                                    </p:animClr>
                                    <p:set>
                                      <p:cBhvr>
                                        <p:cTn id="957" dur="1000" autoRev="1" fill="remove"/>
                                        <p:tgtEl>
                                          <p:spTgt spid="57"/>
                                        </p:tgtEl>
                                        <p:attrNameLst>
                                          <p:attrName>fill.type</p:attrName>
                                        </p:attrNameLst>
                                      </p:cBhvr>
                                      <p:to>
                                        <p:strVal val="solid"/>
                                      </p:to>
                                    </p:set>
                                    <p:set>
                                      <p:cBhvr>
                                        <p:cTn id="958" dur="1000" autoRev="1" fill="remove"/>
                                        <p:tgtEl>
                                          <p:spTgt spid="57"/>
                                        </p:tgtEl>
                                        <p:attrNameLst>
                                          <p:attrName>fill.on</p:attrName>
                                        </p:attrNameLst>
                                      </p:cBhvr>
                                      <p:to>
                                        <p:strVal val="true"/>
                                      </p:to>
                                    </p:set>
                                  </p:childTnLst>
                                </p:cTn>
                              </p:par>
                            </p:childTnLst>
                          </p:cTn>
                        </p:par>
                        <p:par>
                          <p:cTn id="959" fill="hold">
                            <p:stCondLst>
                              <p:cond delay="2000"/>
                            </p:stCondLst>
                            <p:childTnLst>
                              <p:par>
                                <p:cTn id="960" presetID="22" presetClass="exit" presetSubtype="1" fill="hold" nodeType="afterEffect">
                                  <p:stCondLst>
                                    <p:cond delay="0"/>
                                  </p:stCondLst>
                                  <p:childTnLst>
                                    <p:animEffect transition="out" filter="wipe(up)">
                                      <p:cBhvr>
                                        <p:cTn id="961" dur="500"/>
                                        <p:tgtEl>
                                          <p:spTgt spid="162"/>
                                        </p:tgtEl>
                                      </p:cBhvr>
                                    </p:animEffect>
                                    <p:set>
                                      <p:cBhvr>
                                        <p:cTn id="962" dur="1" fill="hold">
                                          <p:stCondLst>
                                            <p:cond delay="499"/>
                                          </p:stCondLst>
                                        </p:cTn>
                                        <p:tgtEl>
                                          <p:spTgt spid="162"/>
                                        </p:tgtEl>
                                        <p:attrNameLst>
                                          <p:attrName>style.visibility</p:attrName>
                                        </p:attrNameLst>
                                      </p:cBhvr>
                                      <p:to>
                                        <p:strVal val="hidden"/>
                                      </p:to>
                                    </p:set>
                                  </p:childTnLst>
                                </p:cTn>
                              </p:par>
                              <p:par>
                                <p:cTn id="963" presetID="22" presetClass="entr" presetSubtype="8" fill="hold" nodeType="withEffect">
                                  <p:stCondLst>
                                    <p:cond delay="0"/>
                                  </p:stCondLst>
                                  <p:childTnLst>
                                    <p:set>
                                      <p:cBhvr>
                                        <p:cTn id="964" dur="1" fill="hold">
                                          <p:stCondLst>
                                            <p:cond delay="0"/>
                                          </p:stCondLst>
                                        </p:cTn>
                                        <p:tgtEl>
                                          <p:spTgt spid="164"/>
                                        </p:tgtEl>
                                        <p:attrNameLst>
                                          <p:attrName>style.visibility</p:attrName>
                                        </p:attrNameLst>
                                      </p:cBhvr>
                                      <p:to>
                                        <p:strVal val="visible"/>
                                      </p:to>
                                    </p:set>
                                    <p:animEffect transition="in" filter="wipe(left)">
                                      <p:cBhvr>
                                        <p:cTn id="965" dur="1000"/>
                                        <p:tgtEl>
                                          <p:spTgt spid="164"/>
                                        </p:tgtEl>
                                      </p:cBhvr>
                                    </p:animEffect>
                                  </p:childTnLst>
                                </p:cTn>
                              </p:par>
                            </p:childTnLst>
                          </p:cTn>
                        </p:par>
                      </p:childTnLst>
                    </p:cTn>
                  </p:par>
                  <p:par>
                    <p:cTn id="966" fill="hold">
                      <p:stCondLst>
                        <p:cond delay="indefinite"/>
                      </p:stCondLst>
                      <p:childTnLst>
                        <p:par>
                          <p:cTn id="967" fill="hold">
                            <p:stCondLst>
                              <p:cond delay="0"/>
                            </p:stCondLst>
                            <p:childTnLst>
                              <p:par>
                                <p:cTn id="968" presetID="31" presetClass="entr" presetSubtype="0" fill="hold" nodeType="clickEffect">
                                  <p:stCondLst>
                                    <p:cond delay="0"/>
                                  </p:stCondLst>
                                  <p:childTnLst>
                                    <p:set>
                                      <p:cBhvr>
                                        <p:cTn id="969" dur="1" fill="hold">
                                          <p:stCondLst>
                                            <p:cond delay="0"/>
                                          </p:stCondLst>
                                        </p:cTn>
                                        <p:tgtEl>
                                          <p:spTgt spid="168"/>
                                        </p:tgtEl>
                                        <p:attrNameLst>
                                          <p:attrName>style.visibility</p:attrName>
                                        </p:attrNameLst>
                                      </p:cBhvr>
                                      <p:to>
                                        <p:strVal val="visible"/>
                                      </p:to>
                                    </p:set>
                                    <p:anim calcmode="lin" valueType="num">
                                      <p:cBhvr>
                                        <p:cTn id="970" dur="2000" fill="hold"/>
                                        <p:tgtEl>
                                          <p:spTgt spid="168"/>
                                        </p:tgtEl>
                                        <p:attrNameLst>
                                          <p:attrName>ppt_w</p:attrName>
                                        </p:attrNameLst>
                                      </p:cBhvr>
                                      <p:tavLst>
                                        <p:tav tm="0">
                                          <p:val>
                                            <p:fltVal val="0"/>
                                          </p:val>
                                        </p:tav>
                                        <p:tav tm="100000">
                                          <p:val>
                                            <p:strVal val="#ppt_w"/>
                                          </p:val>
                                        </p:tav>
                                      </p:tavLst>
                                    </p:anim>
                                    <p:anim calcmode="lin" valueType="num">
                                      <p:cBhvr>
                                        <p:cTn id="971" dur="2000" fill="hold"/>
                                        <p:tgtEl>
                                          <p:spTgt spid="168"/>
                                        </p:tgtEl>
                                        <p:attrNameLst>
                                          <p:attrName>ppt_h</p:attrName>
                                        </p:attrNameLst>
                                      </p:cBhvr>
                                      <p:tavLst>
                                        <p:tav tm="0">
                                          <p:val>
                                            <p:fltVal val="0"/>
                                          </p:val>
                                        </p:tav>
                                        <p:tav tm="100000">
                                          <p:val>
                                            <p:strVal val="#ppt_h"/>
                                          </p:val>
                                        </p:tav>
                                      </p:tavLst>
                                    </p:anim>
                                    <p:anim calcmode="lin" valueType="num">
                                      <p:cBhvr>
                                        <p:cTn id="972" dur="2000" fill="hold"/>
                                        <p:tgtEl>
                                          <p:spTgt spid="168"/>
                                        </p:tgtEl>
                                        <p:attrNameLst>
                                          <p:attrName>style.rotation</p:attrName>
                                        </p:attrNameLst>
                                      </p:cBhvr>
                                      <p:tavLst>
                                        <p:tav tm="0">
                                          <p:val>
                                            <p:fltVal val="90"/>
                                          </p:val>
                                        </p:tav>
                                        <p:tav tm="100000">
                                          <p:val>
                                            <p:fltVal val="0"/>
                                          </p:val>
                                        </p:tav>
                                      </p:tavLst>
                                    </p:anim>
                                    <p:animEffect transition="in" filter="fade">
                                      <p:cBhvr>
                                        <p:cTn id="973" dur="2000"/>
                                        <p:tgtEl>
                                          <p:spTgt spid="168"/>
                                        </p:tgtEl>
                                      </p:cBhvr>
                                    </p:animEffect>
                                  </p:childTnLst>
                                </p:cTn>
                              </p:par>
                            </p:childTnLst>
                          </p:cTn>
                        </p:par>
                        <p:par>
                          <p:cTn id="974" fill="hold">
                            <p:stCondLst>
                              <p:cond delay="2000"/>
                            </p:stCondLst>
                            <p:childTnLst>
                              <p:par>
                                <p:cTn id="975" presetID="22" presetClass="exit" presetSubtype="1" fill="hold" nodeType="afterEffect">
                                  <p:stCondLst>
                                    <p:cond delay="0"/>
                                  </p:stCondLst>
                                  <p:childTnLst>
                                    <p:animEffect transition="out" filter="wipe(up)">
                                      <p:cBhvr>
                                        <p:cTn id="976" dur="500"/>
                                        <p:tgtEl>
                                          <p:spTgt spid="164"/>
                                        </p:tgtEl>
                                      </p:cBhvr>
                                    </p:animEffect>
                                    <p:set>
                                      <p:cBhvr>
                                        <p:cTn id="977" dur="1" fill="hold">
                                          <p:stCondLst>
                                            <p:cond delay="499"/>
                                          </p:stCondLst>
                                        </p:cTn>
                                        <p:tgtEl>
                                          <p:spTgt spid="164"/>
                                        </p:tgtEl>
                                        <p:attrNameLst>
                                          <p:attrName>style.visibility</p:attrName>
                                        </p:attrNameLst>
                                      </p:cBhvr>
                                      <p:to>
                                        <p:strVal val="hidden"/>
                                      </p:to>
                                    </p:set>
                                  </p:childTnLst>
                                </p:cTn>
                              </p:par>
                              <p:par>
                                <p:cTn id="978" presetID="22" presetClass="entr" presetSubtype="8" fill="hold" nodeType="withEffect">
                                  <p:stCondLst>
                                    <p:cond delay="0"/>
                                  </p:stCondLst>
                                  <p:childTnLst>
                                    <p:set>
                                      <p:cBhvr>
                                        <p:cTn id="979" dur="1" fill="hold">
                                          <p:stCondLst>
                                            <p:cond delay="0"/>
                                          </p:stCondLst>
                                        </p:cTn>
                                        <p:tgtEl>
                                          <p:spTgt spid="162"/>
                                        </p:tgtEl>
                                        <p:attrNameLst>
                                          <p:attrName>style.visibility</p:attrName>
                                        </p:attrNameLst>
                                      </p:cBhvr>
                                      <p:to>
                                        <p:strVal val="visible"/>
                                      </p:to>
                                    </p:set>
                                    <p:animEffect transition="in" filter="wipe(left)">
                                      <p:cBhvr>
                                        <p:cTn id="980" dur="1000"/>
                                        <p:tgtEl>
                                          <p:spTgt spid="162"/>
                                        </p:tgtEl>
                                      </p:cBhvr>
                                    </p:animEffect>
                                  </p:childTnLst>
                                </p:cTn>
                              </p:par>
                            </p:childTnLst>
                          </p:cTn>
                        </p:par>
                      </p:childTnLst>
                    </p:cTn>
                  </p:par>
                  <p:par>
                    <p:cTn id="981" fill="hold">
                      <p:stCondLst>
                        <p:cond delay="indefinite"/>
                      </p:stCondLst>
                      <p:childTnLst>
                        <p:par>
                          <p:cTn id="982" fill="hold">
                            <p:stCondLst>
                              <p:cond delay="0"/>
                            </p:stCondLst>
                            <p:childTnLst>
                              <p:par>
                                <p:cTn id="983" presetID="27" presetClass="emph" presetSubtype="0" fill="remove" grpId="1" nodeType="clickEffect">
                                  <p:stCondLst>
                                    <p:cond delay="0"/>
                                  </p:stCondLst>
                                  <p:childTnLst>
                                    <p:animClr clrSpc="rgb" dir="cw">
                                      <p:cBhvr override="childStyle">
                                        <p:cTn id="984" dur="1000" autoRev="1" fill="remove"/>
                                        <p:tgtEl>
                                          <p:spTgt spid="56"/>
                                        </p:tgtEl>
                                        <p:attrNameLst>
                                          <p:attrName>style.color</p:attrName>
                                        </p:attrNameLst>
                                      </p:cBhvr>
                                      <p:to>
                                        <a:schemeClr val="bg1"/>
                                      </p:to>
                                    </p:animClr>
                                    <p:animClr clrSpc="rgb" dir="cw">
                                      <p:cBhvr>
                                        <p:cTn id="985" dur="1000" autoRev="1" fill="remove"/>
                                        <p:tgtEl>
                                          <p:spTgt spid="56"/>
                                        </p:tgtEl>
                                        <p:attrNameLst>
                                          <p:attrName>fillcolor</p:attrName>
                                        </p:attrNameLst>
                                      </p:cBhvr>
                                      <p:to>
                                        <a:schemeClr val="bg1"/>
                                      </p:to>
                                    </p:animClr>
                                    <p:set>
                                      <p:cBhvr>
                                        <p:cTn id="986" dur="1000" autoRev="1" fill="remove"/>
                                        <p:tgtEl>
                                          <p:spTgt spid="56"/>
                                        </p:tgtEl>
                                        <p:attrNameLst>
                                          <p:attrName>fill.type</p:attrName>
                                        </p:attrNameLst>
                                      </p:cBhvr>
                                      <p:to>
                                        <p:strVal val="solid"/>
                                      </p:to>
                                    </p:set>
                                    <p:set>
                                      <p:cBhvr>
                                        <p:cTn id="987" dur="1000" autoRev="1" fill="remove"/>
                                        <p:tgtEl>
                                          <p:spTgt spid="56"/>
                                        </p:tgtEl>
                                        <p:attrNameLst>
                                          <p:attrName>fill.on</p:attrName>
                                        </p:attrNameLst>
                                      </p:cBhvr>
                                      <p:to>
                                        <p:strVal val="true"/>
                                      </p:to>
                                    </p:set>
                                  </p:childTnLst>
                                </p:cTn>
                              </p:par>
                            </p:childTnLst>
                          </p:cTn>
                        </p:par>
                        <p:par>
                          <p:cTn id="988" fill="hold">
                            <p:stCondLst>
                              <p:cond delay="2000"/>
                            </p:stCondLst>
                            <p:childTnLst>
                              <p:par>
                                <p:cTn id="989" presetID="22" presetClass="exit" presetSubtype="1" fill="hold" nodeType="afterEffect">
                                  <p:stCondLst>
                                    <p:cond delay="0"/>
                                  </p:stCondLst>
                                  <p:childTnLst>
                                    <p:animEffect transition="out" filter="wipe(up)">
                                      <p:cBhvr>
                                        <p:cTn id="990" dur="500"/>
                                        <p:tgtEl>
                                          <p:spTgt spid="162"/>
                                        </p:tgtEl>
                                      </p:cBhvr>
                                    </p:animEffect>
                                    <p:set>
                                      <p:cBhvr>
                                        <p:cTn id="991" dur="1" fill="hold">
                                          <p:stCondLst>
                                            <p:cond delay="499"/>
                                          </p:stCondLst>
                                        </p:cTn>
                                        <p:tgtEl>
                                          <p:spTgt spid="162"/>
                                        </p:tgtEl>
                                        <p:attrNameLst>
                                          <p:attrName>style.visibility</p:attrName>
                                        </p:attrNameLst>
                                      </p:cBhvr>
                                      <p:to>
                                        <p:strVal val="hidden"/>
                                      </p:to>
                                    </p:set>
                                  </p:childTnLst>
                                </p:cTn>
                              </p:par>
                              <p:par>
                                <p:cTn id="992" presetID="22" presetClass="entr" presetSubtype="8" fill="hold" nodeType="withEffect">
                                  <p:stCondLst>
                                    <p:cond delay="0"/>
                                  </p:stCondLst>
                                  <p:childTnLst>
                                    <p:set>
                                      <p:cBhvr>
                                        <p:cTn id="993" dur="1" fill="hold">
                                          <p:stCondLst>
                                            <p:cond delay="0"/>
                                          </p:stCondLst>
                                        </p:cTn>
                                        <p:tgtEl>
                                          <p:spTgt spid="164"/>
                                        </p:tgtEl>
                                        <p:attrNameLst>
                                          <p:attrName>style.visibility</p:attrName>
                                        </p:attrNameLst>
                                      </p:cBhvr>
                                      <p:to>
                                        <p:strVal val="visible"/>
                                      </p:to>
                                    </p:set>
                                    <p:animEffect transition="in" filter="wipe(left)">
                                      <p:cBhvr>
                                        <p:cTn id="994" dur="1000"/>
                                        <p:tgtEl>
                                          <p:spTgt spid="164"/>
                                        </p:tgtEl>
                                      </p:cBhvr>
                                    </p:animEffect>
                                  </p:childTnLst>
                                </p:cTn>
                              </p:par>
                            </p:childTnLst>
                          </p:cTn>
                        </p:par>
                        <p:par>
                          <p:cTn id="995" fill="hold">
                            <p:stCondLst>
                              <p:cond delay="3000"/>
                            </p:stCondLst>
                            <p:childTnLst>
                              <p:par>
                                <p:cTn id="996" presetID="31" presetClass="entr" presetSubtype="0" fill="hold" nodeType="afterEffect">
                                  <p:stCondLst>
                                    <p:cond delay="0"/>
                                  </p:stCondLst>
                                  <p:childTnLst>
                                    <p:set>
                                      <p:cBhvr>
                                        <p:cTn id="997" dur="1" fill="hold">
                                          <p:stCondLst>
                                            <p:cond delay="0"/>
                                          </p:stCondLst>
                                        </p:cTn>
                                        <p:tgtEl>
                                          <p:spTgt spid="171"/>
                                        </p:tgtEl>
                                        <p:attrNameLst>
                                          <p:attrName>style.visibility</p:attrName>
                                        </p:attrNameLst>
                                      </p:cBhvr>
                                      <p:to>
                                        <p:strVal val="visible"/>
                                      </p:to>
                                    </p:set>
                                    <p:anim calcmode="lin" valueType="num">
                                      <p:cBhvr>
                                        <p:cTn id="998" dur="2000" fill="hold"/>
                                        <p:tgtEl>
                                          <p:spTgt spid="171"/>
                                        </p:tgtEl>
                                        <p:attrNameLst>
                                          <p:attrName>ppt_w</p:attrName>
                                        </p:attrNameLst>
                                      </p:cBhvr>
                                      <p:tavLst>
                                        <p:tav tm="0">
                                          <p:val>
                                            <p:fltVal val="0"/>
                                          </p:val>
                                        </p:tav>
                                        <p:tav tm="100000">
                                          <p:val>
                                            <p:strVal val="#ppt_w"/>
                                          </p:val>
                                        </p:tav>
                                      </p:tavLst>
                                    </p:anim>
                                    <p:anim calcmode="lin" valueType="num">
                                      <p:cBhvr>
                                        <p:cTn id="999" dur="2000" fill="hold"/>
                                        <p:tgtEl>
                                          <p:spTgt spid="171"/>
                                        </p:tgtEl>
                                        <p:attrNameLst>
                                          <p:attrName>ppt_h</p:attrName>
                                        </p:attrNameLst>
                                      </p:cBhvr>
                                      <p:tavLst>
                                        <p:tav tm="0">
                                          <p:val>
                                            <p:fltVal val="0"/>
                                          </p:val>
                                        </p:tav>
                                        <p:tav tm="100000">
                                          <p:val>
                                            <p:strVal val="#ppt_h"/>
                                          </p:val>
                                        </p:tav>
                                      </p:tavLst>
                                    </p:anim>
                                    <p:anim calcmode="lin" valueType="num">
                                      <p:cBhvr>
                                        <p:cTn id="1000" dur="2000" fill="hold"/>
                                        <p:tgtEl>
                                          <p:spTgt spid="171"/>
                                        </p:tgtEl>
                                        <p:attrNameLst>
                                          <p:attrName>style.rotation</p:attrName>
                                        </p:attrNameLst>
                                      </p:cBhvr>
                                      <p:tavLst>
                                        <p:tav tm="0">
                                          <p:val>
                                            <p:fltVal val="90"/>
                                          </p:val>
                                        </p:tav>
                                        <p:tav tm="100000">
                                          <p:val>
                                            <p:fltVal val="0"/>
                                          </p:val>
                                        </p:tav>
                                      </p:tavLst>
                                    </p:anim>
                                    <p:animEffect transition="in" filter="fade">
                                      <p:cBhvr>
                                        <p:cTn id="1001" dur="2000"/>
                                        <p:tgtEl>
                                          <p:spTgt spid="171"/>
                                        </p:tgtEl>
                                      </p:cBhvr>
                                    </p:animEffect>
                                  </p:childTnLst>
                                </p:cTn>
                              </p:par>
                            </p:childTnLst>
                          </p:cTn>
                        </p:par>
                      </p:childTnLst>
                    </p:cTn>
                  </p:par>
                  <p:par>
                    <p:cTn id="1002" fill="hold">
                      <p:stCondLst>
                        <p:cond delay="indefinite"/>
                      </p:stCondLst>
                      <p:childTnLst>
                        <p:par>
                          <p:cTn id="1003" fill="hold">
                            <p:stCondLst>
                              <p:cond delay="0"/>
                            </p:stCondLst>
                            <p:childTnLst>
                              <p:par>
                                <p:cTn id="1004" presetID="22" presetClass="exit" presetSubtype="1" fill="hold" nodeType="clickEffect">
                                  <p:stCondLst>
                                    <p:cond delay="0"/>
                                  </p:stCondLst>
                                  <p:childTnLst>
                                    <p:animEffect transition="out" filter="wipe(up)">
                                      <p:cBhvr>
                                        <p:cTn id="1005" dur="500"/>
                                        <p:tgtEl>
                                          <p:spTgt spid="164"/>
                                        </p:tgtEl>
                                      </p:cBhvr>
                                    </p:animEffect>
                                    <p:set>
                                      <p:cBhvr>
                                        <p:cTn id="1006" dur="1" fill="hold">
                                          <p:stCondLst>
                                            <p:cond delay="499"/>
                                          </p:stCondLst>
                                        </p:cTn>
                                        <p:tgtEl>
                                          <p:spTgt spid="164"/>
                                        </p:tgtEl>
                                        <p:attrNameLst>
                                          <p:attrName>style.visibility</p:attrName>
                                        </p:attrNameLst>
                                      </p:cBhvr>
                                      <p:to>
                                        <p:strVal val="hidden"/>
                                      </p:to>
                                    </p:set>
                                  </p:childTnLst>
                                </p:cTn>
                              </p:par>
                            </p:childTnLst>
                          </p:cTn>
                        </p:par>
                        <p:par>
                          <p:cTn id="1007" fill="hold">
                            <p:stCondLst>
                              <p:cond delay="500"/>
                            </p:stCondLst>
                            <p:childTnLst>
                              <p:par>
                                <p:cTn id="1008" presetID="16" presetClass="exit" presetSubtype="21" fill="hold" nodeType="afterEffect">
                                  <p:stCondLst>
                                    <p:cond delay="0"/>
                                  </p:stCondLst>
                                  <p:childTnLst>
                                    <p:animEffect transition="out" filter="barn(inVertical)">
                                      <p:cBhvr>
                                        <p:cTn id="1009" dur="500"/>
                                        <p:tgtEl>
                                          <p:spTgt spid="168"/>
                                        </p:tgtEl>
                                      </p:cBhvr>
                                    </p:animEffect>
                                    <p:set>
                                      <p:cBhvr>
                                        <p:cTn id="1010" dur="1" fill="hold">
                                          <p:stCondLst>
                                            <p:cond delay="499"/>
                                          </p:stCondLst>
                                        </p:cTn>
                                        <p:tgtEl>
                                          <p:spTgt spid="168"/>
                                        </p:tgtEl>
                                        <p:attrNameLst>
                                          <p:attrName>style.visibility</p:attrName>
                                        </p:attrNameLst>
                                      </p:cBhvr>
                                      <p:to>
                                        <p:strVal val="hidden"/>
                                      </p:to>
                                    </p:set>
                                  </p:childTnLst>
                                </p:cTn>
                              </p:par>
                              <p:par>
                                <p:cTn id="1011" presetID="16" presetClass="exit" presetSubtype="21" fill="hold" nodeType="withEffect">
                                  <p:stCondLst>
                                    <p:cond delay="0"/>
                                  </p:stCondLst>
                                  <p:childTnLst>
                                    <p:animEffect transition="out" filter="barn(inVertical)">
                                      <p:cBhvr>
                                        <p:cTn id="1012" dur="500"/>
                                        <p:tgtEl>
                                          <p:spTgt spid="165"/>
                                        </p:tgtEl>
                                      </p:cBhvr>
                                    </p:animEffect>
                                    <p:set>
                                      <p:cBhvr>
                                        <p:cTn id="1013" dur="1" fill="hold">
                                          <p:stCondLst>
                                            <p:cond delay="499"/>
                                          </p:stCondLst>
                                        </p:cTn>
                                        <p:tgtEl>
                                          <p:spTgt spid="165"/>
                                        </p:tgtEl>
                                        <p:attrNameLst>
                                          <p:attrName>style.visibility</p:attrName>
                                        </p:attrNameLst>
                                      </p:cBhvr>
                                      <p:to>
                                        <p:strVal val="hidden"/>
                                      </p:to>
                                    </p:set>
                                  </p:childTnLst>
                                </p:cTn>
                              </p:par>
                              <p:par>
                                <p:cTn id="1014" presetID="16" presetClass="exit" presetSubtype="21" fill="hold" nodeType="withEffect">
                                  <p:stCondLst>
                                    <p:cond delay="0"/>
                                  </p:stCondLst>
                                  <p:childTnLst>
                                    <p:animEffect transition="out" filter="barn(inVertical)">
                                      <p:cBhvr>
                                        <p:cTn id="1015" dur="500"/>
                                        <p:tgtEl>
                                          <p:spTgt spid="171"/>
                                        </p:tgtEl>
                                      </p:cBhvr>
                                    </p:animEffect>
                                    <p:set>
                                      <p:cBhvr>
                                        <p:cTn id="1016" dur="1" fill="hold">
                                          <p:stCondLst>
                                            <p:cond delay="499"/>
                                          </p:stCondLst>
                                        </p:cTn>
                                        <p:tgtEl>
                                          <p:spTgt spid="171"/>
                                        </p:tgtEl>
                                        <p:attrNameLst>
                                          <p:attrName>style.visibility</p:attrName>
                                        </p:attrNameLst>
                                      </p:cBhvr>
                                      <p:to>
                                        <p:strVal val="hidden"/>
                                      </p:to>
                                    </p:set>
                                  </p:childTnLst>
                                </p:cTn>
                              </p:par>
                            </p:childTnLst>
                          </p:cTn>
                        </p:par>
                        <p:par>
                          <p:cTn id="1017" fill="hold">
                            <p:stCondLst>
                              <p:cond delay="1000"/>
                            </p:stCondLst>
                            <p:childTnLst>
                              <p:par>
                                <p:cTn id="1018" presetID="16" presetClass="exit" presetSubtype="21" fill="hold" grpId="1" nodeType="afterEffect">
                                  <p:stCondLst>
                                    <p:cond delay="0"/>
                                  </p:stCondLst>
                                  <p:childTnLst>
                                    <p:animEffect transition="out" filter="barn(inVertical)">
                                      <p:cBhvr>
                                        <p:cTn id="1019" dur="500"/>
                                        <p:tgtEl>
                                          <p:spTgt spid="158"/>
                                        </p:tgtEl>
                                      </p:cBhvr>
                                    </p:animEffect>
                                    <p:set>
                                      <p:cBhvr>
                                        <p:cTn id="1020" dur="1" fill="hold">
                                          <p:stCondLst>
                                            <p:cond delay="499"/>
                                          </p:stCondLst>
                                        </p:cTn>
                                        <p:tgtEl>
                                          <p:spTgt spid="158"/>
                                        </p:tgtEl>
                                        <p:attrNameLst>
                                          <p:attrName>style.visibility</p:attrName>
                                        </p:attrNameLst>
                                      </p:cBhvr>
                                      <p:to>
                                        <p:strVal val="hidden"/>
                                      </p:to>
                                    </p:set>
                                  </p:childTnLst>
                                </p:cTn>
                              </p:par>
                            </p:childTnLst>
                          </p:cTn>
                        </p:par>
                        <p:par>
                          <p:cTn id="1021" fill="hold">
                            <p:stCondLst>
                              <p:cond delay="1500"/>
                            </p:stCondLst>
                            <p:childTnLst>
                              <p:par>
                                <p:cTn id="1022" presetID="31" presetClass="exit" presetSubtype="0" fill="hold" grpId="1" nodeType="afterEffect">
                                  <p:stCondLst>
                                    <p:cond delay="0"/>
                                  </p:stCondLst>
                                  <p:childTnLst>
                                    <p:anim calcmode="lin" valueType="num">
                                      <p:cBhvr>
                                        <p:cTn id="1023" dur="1000"/>
                                        <p:tgtEl>
                                          <p:spTgt spid="159"/>
                                        </p:tgtEl>
                                        <p:attrNameLst>
                                          <p:attrName>ppt_w</p:attrName>
                                        </p:attrNameLst>
                                      </p:cBhvr>
                                      <p:tavLst>
                                        <p:tav tm="0">
                                          <p:val>
                                            <p:strVal val="ppt_w"/>
                                          </p:val>
                                        </p:tav>
                                        <p:tav tm="100000">
                                          <p:val>
                                            <p:fltVal val="0"/>
                                          </p:val>
                                        </p:tav>
                                      </p:tavLst>
                                    </p:anim>
                                    <p:anim calcmode="lin" valueType="num">
                                      <p:cBhvr>
                                        <p:cTn id="1024" dur="1000"/>
                                        <p:tgtEl>
                                          <p:spTgt spid="159"/>
                                        </p:tgtEl>
                                        <p:attrNameLst>
                                          <p:attrName>ppt_h</p:attrName>
                                        </p:attrNameLst>
                                      </p:cBhvr>
                                      <p:tavLst>
                                        <p:tav tm="0">
                                          <p:val>
                                            <p:strVal val="ppt_h"/>
                                          </p:val>
                                        </p:tav>
                                        <p:tav tm="100000">
                                          <p:val>
                                            <p:fltVal val="0"/>
                                          </p:val>
                                        </p:tav>
                                      </p:tavLst>
                                    </p:anim>
                                    <p:anim calcmode="lin" valueType="num">
                                      <p:cBhvr>
                                        <p:cTn id="1025" dur="1000"/>
                                        <p:tgtEl>
                                          <p:spTgt spid="159"/>
                                        </p:tgtEl>
                                        <p:attrNameLst>
                                          <p:attrName>style.rotation</p:attrName>
                                        </p:attrNameLst>
                                      </p:cBhvr>
                                      <p:tavLst>
                                        <p:tav tm="0">
                                          <p:val>
                                            <p:fltVal val="0"/>
                                          </p:val>
                                        </p:tav>
                                        <p:tav tm="100000">
                                          <p:val>
                                            <p:fltVal val="90"/>
                                          </p:val>
                                        </p:tav>
                                      </p:tavLst>
                                    </p:anim>
                                    <p:animEffect transition="out" filter="fade">
                                      <p:cBhvr>
                                        <p:cTn id="1026" dur="1000"/>
                                        <p:tgtEl>
                                          <p:spTgt spid="159"/>
                                        </p:tgtEl>
                                      </p:cBhvr>
                                    </p:animEffect>
                                    <p:set>
                                      <p:cBhvr>
                                        <p:cTn id="1027" dur="1" fill="hold">
                                          <p:stCondLst>
                                            <p:cond delay="999"/>
                                          </p:stCondLst>
                                        </p:cTn>
                                        <p:tgtEl>
                                          <p:spTgt spid="159"/>
                                        </p:tgtEl>
                                        <p:attrNameLst>
                                          <p:attrName>style.visibility</p:attrName>
                                        </p:attrNameLst>
                                      </p:cBhvr>
                                      <p:to>
                                        <p:strVal val="hidden"/>
                                      </p:to>
                                    </p:set>
                                  </p:childTnLst>
                                </p:cTn>
                              </p:par>
                            </p:childTnLst>
                          </p:cTn>
                        </p:par>
                      </p:childTnLst>
                    </p:cTn>
                  </p:par>
                  <p:par>
                    <p:cTn id="1028" fill="hold">
                      <p:stCondLst>
                        <p:cond delay="indefinite"/>
                      </p:stCondLst>
                      <p:childTnLst>
                        <p:par>
                          <p:cTn id="1029" fill="hold">
                            <p:stCondLst>
                              <p:cond delay="0"/>
                            </p:stCondLst>
                            <p:childTnLst>
                              <p:par>
                                <p:cTn id="1030" presetID="22" presetClass="exit" presetSubtype="1" fill="hold" nodeType="clickEffect">
                                  <p:stCondLst>
                                    <p:cond delay="0"/>
                                  </p:stCondLst>
                                  <p:childTnLst>
                                    <p:animEffect transition="out" filter="wipe(up)">
                                      <p:cBhvr>
                                        <p:cTn id="1031" dur="500"/>
                                        <p:tgtEl>
                                          <p:spTgt spid="152"/>
                                        </p:tgtEl>
                                      </p:cBhvr>
                                    </p:animEffect>
                                    <p:set>
                                      <p:cBhvr>
                                        <p:cTn id="1032" dur="1" fill="hold">
                                          <p:stCondLst>
                                            <p:cond delay="499"/>
                                          </p:stCondLst>
                                        </p:cTn>
                                        <p:tgtEl>
                                          <p:spTgt spid="152"/>
                                        </p:tgtEl>
                                        <p:attrNameLst>
                                          <p:attrName>style.visibility</p:attrName>
                                        </p:attrNameLst>
                                      </p:cBhvr>
                                      <p:to>
                                        <p:strVal val="hidden"/>
                                      </p:to>
                                    </p:set>
                                  </p:childTnLst>
                                </p:cTn>
                              </p:par>
                              <p:par>
                                <p:cTn id="1033" presetID="22" presetClass="entr" presetSubtype="8" fill="hold" nodeType="withEffect">
                                  <p:stCondLst>
                                    <p:cond delay="0"/>
                                  </p:stCondLst>
                                  <p:childTnLst>
                                    <p:set>
                                      <p:cBhvr>
                                        <p:cTn id="1034" dur="1" fill="hold">
                                          <p:stCondLst>
                                            <p:cond delay="0"/>
                                          </p:stCondLst>
                                        </p:cTn>
                                        <p:tgtEl>
                                          <p:spTgt spid="153"/>
                                        </p:tgtEl>
                                        <p:attrNameLst>
                                          <p:attrName>style.visibility</p:attrName>
                                        </p:attrNameLst>
                                      </p:cBhvr>
                                      <p:to>
                                        <p:strVal val="visible"/>
                                      </p:to>
                                    </p:set>
                                    <p:animEffect transition="in" filter="wipe(left)">
                                      <p:cBhvr>
                                        <p:cTn id="1035" dur="1000"/>
                                        <p:tgtEl>
                                          <p:spTgt spid="153"/>
                                        </p:tgtEl>
                                      </p:cBhvr>
                                    </p:animEffect>
                                  </p:childTnLst>
                                </p:cTn>
                              </p:par>
                            </p:childTnLst>
                          </p:cTn>
                        </p:par>
                      </p:childTnLst>
                    </p:cTn>
                  </p:par>
                  <p:par>
                    <p:cTn id="1036" fill="hold">
                      <p:stCondLst>
                        <p:cond delay="indefinite"/>
                      </p:stCondLst>
                      <p:childTnLst>
                        <p:par>
                          <p:cTn id="1037" fill="hold">
                            <p:stCondLst>
                              <p:cond delay="0"/>
                            </p:stCondLst>
                            <p:childTnLst>
                              <p:par>
                                <p:cTn id="1038" presetID="31" presetClass="entr" presetSubtype="0" fill="hold" nodeType="clickEffect">
                                  <p:stCondLst>
                                    <p:cond delay="0"/>
                                  </p:stCondLst>
                                  <p:childTnLst>
                                    <p:set>
                                      <p:cBhvr>
                                        <p:cTn id="1039" dur="1" fill="hold">
                                          <p:stCondLst>
                                            <p:cond delay="0"/>
                                          </p:stCondLst>
                                        </p:cTn>
                                        <p:tgtEl>
                                          <p:spTgt spid="175"/>
                                        </p:tgtEl>
                                        <p:attrNameLst>
                                          <p:attrName>style.visibility</p:attrName>
                                        </p:attrNameLst>
                                      </p:cBhvr>
                                      <p:to>
                                        <p:strVal val="visible"/>
                                      </p:to>
                                    </p:set>
                                    <p:anim calcmode="lin" valueType="num">
                                      <p:cBhvr>
                                        <p:cTn id="1040" dur="2000" fill="hold"/>
                                        <p:tgtEl>
                                          <p:spTgt spid="175"/>
                                        </p:tgtEl>
                                        <p:attrNameLst>
                                          <p:attrName>ppt_w</p:attrName>
                                        </p:attrNameLst>
                                      </p:cBhvr>
                                      <p:tavLst>
                                        <p:tav tm="0">
                                          <p:val>
                                            <p:fltVal val="0"/>
                                          </p:val>
                                        </p:tav>
                                        <p:tav tm="100000">
                                          <p:val>
                                            <p:strVal val="#ppt_w"/>
                                          </p:val>
                                        </p:tav>
                                      </p:tavLst>
                                    </p:anim>
                                    <p:anim calcmode="lin" valueType="num">
                                      <p:cBhvr>
                                        <p:cTn id="1041" dur="2000" fill="hold"/>
                                        <p:tgtEl>
                                          <p:spTgt spid="175"/>
                                        </p:tgtEl>
                                        <p:attrNameLst>
                                          <p:attrName>ppt_h</p:attrName>
                                        </p:attrNameLst>
                                      </p:cBhvr>
                                      <p:tavLst>
                                        <p:tav tm="0">
                                          <p:val>
                                            <p:fltVal val="0"/>
                                          </p:val>
                                        </p:tav>
                                        <p:tav tm="100000">
                                          <p:val>
                                            <p:strVal val="#ppt_h"/>
                                          </p:val>
                                        </p:tav>
                                      </p:tavLst>
                                    </p:anim>
                                    <p:anim calcmode="lin" valueType="num">
                                      <p:cBhvr>
                                        <p:cTn id="1042" dur="2000" fill="hold"/>
                                        <p:tgtEl>
                                          <p:spTgt spid="175"/>
                                        </p:tgtEl>
                                        <p:attrNameLst>
                                          <p:attrName>style.rotation</p:attrName>
                                        </p:attrNameLst>
                                      </p:cBhvr>
                                      <p:tavLst>
                                        <p:tav tm="0">
                                          <p:val>
                                            <p:fltVal val="90"/>
                                          </p:val>
                                        </p:tav>
                                        <p:tav tm="100000">
                                          <p:val>
                                            <p:fltVal val="0"/>
                                          </p:val>
                                        </p:tav>
                                      </p:tavLst>
                                    </p:anim>
                                    <p:animEffect transition="in" filter="fade">
                                      <p:cBhvr>
                                        <p:cTn id="1043" dur="2000"/>
                                        <p:tgtEl>
                                          <p:spTgt spid="175"/>
                                        </p:tgtEl>
                                      </p:cBhvr>
                                    </p:animEffect>
                                  </p:childTnLst>
                                </p:cTn>
                              </p:par>
                            </p:childTnLst>
                          </p:cTn>
                        </p:par>
                        <p:par>
                          <p:cTn id="1044" fill="hold">
                            <p:stCondLst>
                              <p:cond delay="2000"/>
                            </p:stCondLst>
                            <p:childTnLst>
                              <p:par>
                                <p:cTn id="1045" presetID="22" presetClass="exit" presetSubtype="1" fill="hold" nodeType="afterEffect">
                                  <p:stCondLst>
                                    <p:cond delay="0"/>
                                  </p:stCondLst>
                                  <p:childTnLst>
                                    <p:animEffect transition="out" filter="wipe(up)">
                                      <p:cBhvr>
                                        <p:cTn id="1046" dur="500"/>
                                        <p:tgtEl>
                                          <p:spTgt spid="153"/>
                                        </p:tgtEl>
                                      </p:cBhvr>
                                    </p:animEffect>
                                    <p:set>
                                      <p:cBhvr>
                                        <p:cTn id="1047" dur="1" fill="hold">
                                          <p:stCondLst>
                                            <p:cond delay="499"/>
                                          </p:stCondLst>
                                        </p:cTn>
                                        <p:tgtEl>
                                          <p:spTgt spid="153"/>
                                        </p:tgtEl>
                                        <p:attrNameLst>
                                          <p:attrName>style.visibility</p:attrName>
                                        </p:attrNameLst>
                                      </p:cBhvr>
                                      <p:to>
                                        <p:strVal val="hidden"/>
                                      </p:to>
                                    </p:set>
                                  </p:childTnLst>
                                </p:cTn>
                              </p:par>
                              <p:par>
                                <p:cTn id="1048" presetID="22" presetClass="entr" presetSubtype="8" fill="hold" nodeType="withEffect">
                                  <p:stCondLst>
                                    <p:cond delay="0"/>
                                  </p:stCondLst>
                                  <p:childTnLst>
                                    <p:set>
                                      <p:cBhvr>
                                        <p:cTn id="1049" dur="1" fill="hold">
                                          <p:stCondLst>
                                            <p:cond delay="0"/>
                                          </p:stCondLst>
                                        </p:cTn>
                                        <p:tgtEl>
                                          <p:spTgt spid="151"/>
                                        </p:tgtEl>
                                        <p:attrNameLst>
                                          <p:attrName>style.visibility</p:attrName>
                                        </p:attrNameLst>
                                      </p:cBhvr>
                                      <p:to>
                                        <p:strVal val="visible"/>
                                      </p:to>
                                    </p:set>
                                    <p:animEffect transition="in" filter="wipe(left)">
                                      <p:cBhvr>
                                        <p:cTn id="1050" dur="1000"/>
                                        <p:tgtEl>
                                          <p:spTgt spid="151"/>
                                        </p:tgtEl>
                                      </p:cBhvr>
                                    </p:animEffect>
                                  </p:childTnLst>
                                </p:cTn>
                              </p:par>
                            </p:childTnLst>
                          </p:cTn>
                        </p:par>
                      </p:childTnLst>
                    </p:cTn>
                  </p:par>
                  <p:par>
                    <p:cTn id="1051" fill="hold">
                      <p:stCondLst>
                        <p:cond delay="indefinite"/>
                      </p:stCondLst>
                      <p:childTnLst>
                        <p:par>
                          <p:cTn id="1052" fill="hold">
                            <p:stCondLst>
                              <p:cond delay="0"/>
                            </p:stCondLst>
                            <p:childTnLst>
                              <p:par>
                                <p:cTn id="1053" presetID="27" presetClass="emph" presetSubtype="0" fill="remove" grpId="2" nodeType="clickEffect">
                                  <p:stCondLst>
                                    <p:cond delay="0"/>
                                  </p:stCondLst>
                                  <p:childTnLst>
                                    <p:animClr clrSpc="rgb" dir="cw">
                                      <p:cBhvr override="childStyle">
                                        <p:cTn id="1054" dur="1000" autoRev="1" fill="remove"/>
                                        <p:tgtEl>
                                          <p:spTgt spid="56"/>
                                        </p:tgtEl>
                                        <p:attrNameLst>
                                          <p:attrName>style.color</p:attrName>
                                        </p:attrNameLst>
                                      </p:cBhvr>
                                      <p:to>
                                        <a:schemeClr val="bg1"/>
                                      </p:to>
                                    </p:animClr>
                                    <p:animClr clrSpc="rgb" dir="cw">
                                      <p:cBhvr>
                                        <p:cTn id="1055" dur="1000" autoRev="1" fill="remove"/>
                                        <p:tgtEl>
                                          <p:spTgt spid="56"/>
                                        </p:tgtEl>
                                        <p:attrNameLst>
                                          <p:attrName>fillcolor</p:attrName>
                                        </p:attrNameLst>
                                      </p:cBhvr>
                                      <p:to>
                                        <a:schemeClr val="bg1"/>
                                      </p:to>
                                    </p:animClr>
                                    <p:set>
                                      <p:cBhvr>
                                        <p:cTn id="1056" dur="1000" autoRev="1" fill="remove"/>
                                        <p:tgtEl>
                                          <p:spTgt spid="56"/>
                                        </p:tgtEl>
                                        <p:attrNameLst>
                                          <p:attrName>fill.type</p:attrName>
                                        </p:attrNameLst>
                                      </p:cBhvr>
                                      <p:to>
                                        <p:strVal val="solid"/>
                                      </p:to>
                                    </p:set>
                                    <p:set>
                                      <p:cBhvr>
                                        <p:cTn id="1057" dur="1000" autoRev="1" fill="remove"/>
                                        <p:tgtEl>
                                          <p:spTgt spid="56"/>
                                        </p:tgtEl>
                                        <p:attrNameLst>
                                          <p:attrName>fill.on</p:attrName>
                                        </p:attrNameLst>
                                      </p:cBhvr>
                                      <p:to>
                                        <p:strVal val="true"/>
                                      </p:to>
                                    </p:set>
                                  </p:childTnLst>
                                </p:cTn>
                              </p:par>
                            </p:childTnLst>
                          </p:cTn>
                        </p:par>
                        <p:par>
                          <p:cTn id="1058" fill="hold">
                            <p:stCondLst>
                              <p:cond delay="2000"/>
                            </p:stCondLst>
                            <p:childTnLst>
                              <p:par>
                                <p:cTn id="1059" presetID="22" presetClass="exit" presetSubtype="1" fill="hold" nodeType="afterEffect">
                                  <p:stCondLst>
                                    <p:cond delay="0"/>
                                  </p:stCondLst>
                                  <p:childTnLst>
                                    <p:animEffect transition="out" filter="wipe(up)">
                                      <p:cBhvr>
                                        <p:cTn id="1060" dur="500"/>
                                        <p:tgtEl>
                                          <p:spTgt spid="151"/>
                                        </p:tgtEl>
                                      </p:cBhvr>
                                    </p:animEffect>
                                    <p:set>
                                      <p:cBhvr>
                                        <p:cTn id="1061" dur="1" fill="hold">
                                          <p:stCondLst>
                                            <p:cond delay="499"/>
                                          </p:stCondLst>
                                        </p:cTn>
                                        <p:tgtEl>
                                          <p:spTgt spid="151"/>
                                        </p:tgtEl>
                                        <p:attrNameLst>
                                          <p:attrName>style.visibility</p:attrName>
                                        </p:attrNameLst>
                                      </p:cBhvr>
                                      <p:to>
                                        <p:strVal val="hidden"/>
                                      </p:to>
                                    </p:set>
                                  </p:childTnLst>
                                </p:cTn>
                              </p:par>
                              <p:par>
                                <p:cTn id="1062" presetID="22" presetClass="entr" presetSubtype="8" fill="hold" nodeType="withEffect">
                                  <p:stCondLst>
                                    <p:cond delay="0"/>
                                  </p:stCondLst>
                                  <p:childTnLst>
                                    <p:set>
                                      <p:cBhvr>
                                        <p:cTn id="1063" dur="1" fill="hold">
                                          <p:stCondLst>
                                            <p:cond delay="0"/>
                                          </p:stCondLst>
                                        </p:cTn>
                                        <p:tgtEl>
                                          <p:spTgt spid="153"/>
                                        </p:tgtEl>
                                        <p:attrNameLst>
                                          <p:attrName>style.visibility</p:attrName>
                                        </p:attrNameLst>
                                      </p:cBhvr>
                                      <p:to>
                                        <p:strVal val="visible"/>
                                      </p:to>
                                    </p:set>
                                    <p:animEffect transition="in" filter="wipe(left)">
                                      <p:cBhvr>
                                        <p:cTn id="1064" dur="1000"/>
                                        <p:tgtEl>
                                          <p:spTgt spid="153"/>
                                        </p:tgtEl>
                                      </p:cBhvr>
                                    </p:animEffect>
                                  </p:childTnLst>
                                </p:cTn>
                              </p:par>
                            </p:childTnLst>
                          </p:cTn>
                        </p:par>
                      </p:childTnLst>
                    </p:cTn>
                  </p:par>
                  <p:par>
                    <p:cTn id="1065" fill="hold">
                      <p:stCondLst>
                        <p:cond delay="indefinite"/>
                      </p:stCondLst>
                      <p:childTnLst>
                        <p:par>
                          <p:cTn id="1066" fill="hold">
                            <p:stCondLst>
                              <p:cond delay="0"/>
                            </p:stCondLst>
                            <p:childTnLst>
                              <p:par>
                                <p:cTn id="1067" presetID="31" presetClass="entr" presetSubtype="0" fill="hold" nodeType="clickEffect">
                                  <p:stCondLst>
                                    <p:cond delay="0"/>
                                  </p:stCondLst>
                                  <p:childTnLst>
                                    <p:set>
                                      <p:cBhvr>
                                        <p:cTn id="1068" dur="1" fill="hold">
                                          <p:stCondLst>
                                            <p:cond delay="0"/>
                                          </p:stCondLst>
                                        </p:cTn>
                                        <p:tgtEl>
                                          <p:spTgt spid="178"/>
                                        </p:tgtEl>
                                        <p:attrNameLst>
                                          <p:attrName>style.visibility</p:attrName>
                                        </p:attrNameLst>
                                      </p:cBhvr>
                                      <p:to>
                                        <p:strVal val="visible"/>
                                      </p:to>
                                    </p:set>
                                    <p:anim calcmode="lin" valueType="num">
                                      <p:cBhvr>
                                        <p:cTn id="1069" dur="2000" fill="hold"/>
                                        <p:tgtEl>
                                          <p:spTgt spid="178"/>
                                        </p:tgtEl>
                                        <p:attrNameLst>
                                          <p:attrName>ppt_w</p:attrName>
                                        </p:attrNameLst>
                                      </p:cBhvr>
                                      <p:tavLst>
                                        <p:tav tm="0">
                                          <p:val>
                                            <p:fltVal val="0"/>
                                          </p:val>
                                        </p:tav>
                                        <p:tav tm="100000">
                                          <p:val>
                                            <p:strVal val="#ppt_w"/>
                                          </p:val>
                                        </p:tav>
                                      </p:tavLst>
                                    </p:anim>
                                    <p:anim calcmode="lin" valueType="num">
                                      <p:cBhvr>
                                        <p:cTn id="1070" dur="2000" fill="hold"/>
                                        <p:tgtEl>
                                          <p:spTgt spid="178"/>
                                        </p:tgtEl>
                                        <p:attrNameLst>
                                          <p:attrName>ppt_h</p:attrName>
                                        </p:attrNameLst>
                                      </p:cBhvr>
                                      <p:tavLst>
                                        <p:tav tm="0">
                                          <p:val>
                                            <p:fltVal val="0"/>
                                          </p:val>
                                        </p:tav>
                                        <p:tav tm="100000">
                                          <p:val>
                                            <p:strVal val="#ppt_h"/>
                                          </p:val>
                                        </p:tav>
                                      </p:tavLst>
                                    </p:anim>
                                    <p:anim calcmode="lin" valueType="num">
                                      <p:cBhvr>
                                        <p:cTn id="1071" dur="2000" fill="hold"/>
                                        <p:tgtEl>
                                          <p:spTgt spid="178"/>
                                        </p:tgtEl>
                                        <p:attrNameLst>
                                          <p:attrName>style.rotation</p:attrName>
                                        </p:attrNameLst>
                                      </p:cBhvr>
                                      <p:tavLst>
                                        <p:tav tm="0">
                                          <p:val>
                                            <p:fltVal val="90"/>
                                          </p:val>
                                        </p:tav>
                                        <p:tav tm="100000">
                                          <p:val>
                                            <p:fltVal val="0"/>
                                          </p:val>
                                        </p:tav>
                                      </p:tavLst>
                                    </p:anim>
                                    <p:animEffect transition="in" filter="fade">
                                      <p:cBhvr>
                                        <p:cTn id="1072" dur="2000"/>
                                        <p:tgtEl>
                                          <p:spTgt spid="178"/>
                                        </p:tgtEl>
                                      </p:cBhvr>
                                    </p:animEffect>
                                  </p:childTnLst>
                                </p:cTn>
                              </p:par>
                            </p:childTnLst>
                          </p:cTn>
                        </p:par>
                      </p:childTnLst>
                    </p:cTn>
                  </p:par>
                  <p:par>
                    <p:cTn id="1073" fill="hold">
                      <p:stCondLst>
                        <p:cond delay="indefinite"/>
                      </p:stCondLst>
                      <p:childTnLst>
                        <p:par>
                          <p:cTn id="1074" fill="hold">
                            <p:stCondLst>
                              <p:cond delay="0"/>
                            </p:stCondLst>
                            <p:childTnLst>
                              <p:par>
                                <p:cTn id="1075" presetID="22" presetClass="exit" presetSubtype="1" fill="hold" nodeType="clickEffect">
                                  <p:stCondLst>
                                    <p:cond delay="0"/>
                                  </p:stCondLst>
                                  <p:childTnLst>
                                    <p:animEffect transition="out" filter="wipe(up)">
                                      <p:cBhvr>
                                        <p:cTn id="1076" dur="500"/>
                                        <p:tgtEl>
                                          <p:spTgt spid="153"/>
                                        </p:tgtEl>
                                      </p:cBhvr>
                                    </p:animEffect>
                                    <p:set>
                                      <p:cBhvr>
                                        <p:cTn id="1077" dur="1" fill="hold">
                                          <p:stCondLst>
                                            <p:cond delay="499"/>
                                          </p:stCondLst>
                                        </p:cTn>
                                        <p:tgtEl>
                                          <p:spTgt spid="153"/>
                                        </p:tgtEl>
                                        <p:attrNameLst>
                                          <p:attrName>style.visibility</p:attrName>
                                        </p:attrNameLst>
                                      </p:cBhvr>
                                      <p:to>
                                        <p:strVal val="hidden"/>
                                      </p:to>
                                    </p:set>
                                  </p:childTnLst>
                                </p:cTn>
                              </p:par>
                            </p:childTnLst>
                          </p:cTn>
                        </p:par>
                        <p:par>
                          <p:cTn id="1078" fill="hold">
                            <p:stCondLst>
                              <p:cond delay="500"/>
                            </p:stCondLst>
                            <p:childTnLst>
                              <p:par>
                                <p:cTn id="1079" presetID="16" presetClass="exit" presetSubtype="21" fill="hold" nodeType="afterEffect">
                                  <p:stCondLst>
                                    <p:cond delay="0"/>
                                  </p:stCondLst>
                                  <p:childTnLst>
                                    <p:animEffect transition="out" filter="barn(inVertical)">
                                      <p:cBhvr>
                                        <p:cTn id="1080" dur="500"/>
                                        <p:tgtEl>
                                          <p:spTgt spid="155"/>
                                        </p:tgtEl>
                                      </p:cBhvr>
                                    </p:animEffect>
                                    <p:set>
                                      <p:cBhvr>
                                        <p:cTn id="1081" dur="1" fill="hold">
                                          <p:stCondLst>
                                            <p:cond delay="499"/>
                                          </p:stCondLst>
                                        </p:cTn>
                                        <p:tgtEl>
                                          <p:spTgt spid="155"/>
                                        </p:tgtEl>
                                        <p:attrNameLst>
                                          <p:attrName>style.visibility</p:attrName>
                                        </p:attrNameLst>
                                      </p:cBhvr>
                                      <p:to>
                                        <p:strVal val="hidden"/>
                                      </p:to>
                                    </p:set>
                                  </p:childTnLst>
                                </p:cTn>
                              </p:par>
                              <p:par>
                                <p:cTn id="1082" presetID="16" presetClass="exit" presetSubtype="21" fill="hold" nodeType="withEffect">
                                  <p:stCondLst>
                                    <p:cond delay="0"/>
                                  </p:stCondLst>
                                  <p:childTnLst>
                                    <p:animEffect transition="out" filter="barn(inVertical)">
                                      <p:cBhvr>
                                        <p:cTn id="1083" dur="500"/>
                                        <p:tgtEl>
                                          <p:spTgt spid="175"/>
                                        </p:tgtEl>
                                      </p:cBhvr>
                                    </p:animEffect>
                                    <p:set>
                                      <p:cBhvr>
                                        <p:cTn id="1084" dur="1" fill="hold">
                                          <p:stCondLst>
                                            <p:cond delay="499"/>
                                          </p:stCondLst>
                                        </p:cTn>
                                        <p:tgtEl>
                                          <p:spTgt spid="175"/>
                                        </p:tgtEl>
                                        <p:attrNameLst>
                                          <p:attrName>style.visibility</p:attrName>
                                        </p:attrNameLst>
                                      </p:cBhvr>
                                      <p:to>
                                        <p:strVal val="hidden"/>
                                      </p:to>
                                    </p:set>
                                  </p:childTnLst>
                                </p:cTn>
                              </p:par>
                              <p:par>
                                <p:cTn id="1085" presetID="16" presetClass="exit" presetSubtype="21" fill="hold" nodeType="withEffect">
                                  <p:stCondLst>
                                    <p:cond delay="0"/>
                                  </p:stCondLst>
                                  <p:childTnLst>
                                    <p:animEffect transition="out" filter="barn(inVertical)">
                                      <p:cBhvr>
                                        <p:cTn id="1086" dur="500"/>
                                        <p:tgtEl>
                                          <p:spTgt spid="178"/>
                                        </p:tgtEl>
                                      </p:cBhvr>
                                    </p:animEffect>
                                    <p:set>
                                      <p:cBhvr>
                                        <p:cTn id="1087" dur="1" fill="hold">
                                          <p:stCondLst>
                                            <p:cond delay="499"/>
                                          </p:stCondLst>
                                        </p:cTn>
                                        <p:tgtEl>
                                          <p:spTgt spid="178"/>
                                        </p:tgtEl>
                                        <p:attrNameLst>
                                          <p:attrName>style.visibility</p:attrName>
                                        </p:attrNameLst>
                                      </p:cBhvr>
                                      <p:to>
                                        <p:strVal val="hidden"/>
                                      </p:to>
                                    </p:set>
                                  </p:childTnLst>
                                </p:cTn>
                              </p:par>
                            </p:childTnLst>
                          </p:cTn>
                        </p:par>
                        <p:par>
                          <p:cTn id="1088" fill="hold">
                            <p:stCondLst>
                              <p:cond delay="1000"/>
                            </p:stCondLst>
                            <p:childTnLst>
                              <p:par>
                                <p:cTn id="1089" presetID="16" presetClass="exit" presetSubtype="21" fill="hold" grpId="1" nodeType="afterEffect">
                                  <p:stCondLst>
                                    <p:cond delay="0"/>
                                  </p:stCondLst>
                                  <p:childTnLst>
                                    <p:animEffect transition="out" filter="barn(inVertical)">
                                      <p:cBhvr>
                                        <p:cTn id="1090" dur="500"/>
                                        <p:tgtEl>
                                          <p:spTgt spid="154"/>
                                        </p:tgtEl>
                                      </p:cBhvr>
                                    </p:animEffect>
                                    <p:set>
                                      <p:cBhvr>
                                        <p:cTn id="1091" dur="1" fill="hold">
                                          <p:stCondLst>
                                            <p:cond delay="499"/>
                                          </p:stCondLst>
                                        </p:cTn>
                                        <p:tgtEl>
                                          <p:spTgt spid="154"/>
                                        </p:tgtEl>
                                        <p:attrNameLst>
                                          <p:attrName>style.visibility</p:attrName>
                                        </p:attrNameLst>
                                      </p:cBhvr>
                                      <p:to>
                                        <p:strVal val="hidden"/>
                                      </p:to>
                                    </p:set>
                                  </p:childTnLst>
                                </p:cTn>
                              </p:par>
                            </p:childTnLst>
                          </p:cTn>
                        </p:par>
                        <p:par>
                          <p:cTn id="1092" fill="hold">
                            <p:stCondLst>
                              <p:cond delay="1500"/>
                            </p:stCondLst>
                            <p:childTnLst>
                              <p:par>
                                <p:cTn id="1093" presetID="31" presetClass="exit" presetSubtype="0" fill="hold" grpId="1" nodeType="afterEffect">
                                  <p:stCondLst>
                                    <p:cond delay="0"/>
                                  </p:stCondLst>
                                  <p:childTnLst>
                                    <p:anim calcmode="lin" valueType="num">
                                      <p:cBhvr>
                                        <p:cTn id="1094" dur="1000"/>
                                        <p:tgtEl>
                                          <p:spTgt spid="148"/>
                                        </p:tgtEl>
                                        <p:attrNameLst>
                                          <p:attrName>ppt_w</p:attrName>
                                        </p:attrNameLst>
                                      </p:cBhvr>
                                      <p:tavLst>
                                        <p:tav tm="0">
                                          <p:val>
                                            <p:strVal val="ppt_w"/>
                                          </p:val>
                                        </p:tav>
                                        <p:tav tm="100000">
                                          <p:val>
                                            <p:fltVal val="0"/>
                                          </p:val>
                                        </p:tav>
                                      </p:tavLst>
                                    </p:anim>
                                    <p:anim calcmode="lin" valueType="num">
                                      <p:cBhvr>
                                        <p:cTn id="1095" dur="1000"/>
                                        <p:tgtEl>
                                          <p:spTgt spid="148"/>
                                        </p:tgtEl>
                                        <p:attrNameLst>
                                          <p:attrName>ppt_h</p:attrName>
                                        </p:attrNameLst>
                                      </p:cBhvr>
                                      <p:tavLst>
                                        <p:tav tm="0">
                                          <p:val>
                                            <p:strVal val="ppt_h"/>
                                          </p:val>
                                        </p:tav>
                                        <p:tav tm="100000">
                                          <p:val>
                                            <p:fltVal val="0"/>
                                          </p:val>
                                        </p:tav>
                                      </p:tavLst>
                                    </p:anim>
                                    <p:anim calcmode="lin" valueType="num">
                                      <p:cBhvr>
                                        <p:cTn id="1096" dur="1000"/>
                                        <p:tgtEl>
                                          <p:spTgt spid="148"/>
                                        </p:tgtEl>
                                        <p:attrNameLst>
                                          <p:attrName>style.rotation</p:attrName>
                                        </p:attrNameLst>
                                      </p:cBhvr>
                                      <p:tavLst>
                                        <p:tav tm="0">
                                          <p:val>
                                            <p:fltVal val="0"/>
                                          </p:val>
                                        </p:tav>
                                        <p:tav tm="100000">
                                          <p:val>
                                            <p:fltVal val="90"/>
                                          </p:val>
                                        </p:tav>
                                      </p:tavLst>
                                    </p:anim>
                                    <p:animEffect transition="out" filter="fade">
                                      <p:cBhvr>
                                        <p:cTn id="1097" dur="1000"/>
                                        <p:tgtEl>
                                          <p:spTgt spid="148"/>
                                        </p:tgtEl>
                                      </p:cBhvr>
                                    </p:animEffect>
                                    <p:set>
                                      <p:cBhvr>
                                        <p:cTn id="1098" dur="1" fill="hold">
                                          <p:stCondLst>
                                            <p:cond delay="999"/>
                                          </p:stCondLst>
                                        </p:cTn>
                                        <p:tgtEl>
                                          <p:spTgt spid="148"/>
                                        </p:tgtEl>
                                        <p:attrNameLst>
                                          <p:attrName>style.visibility</p:attrName>
                                        </p:attrNameLst>
                                      </p:cBhvr>
                                      <p:to>
                                        <p:strVal val="hidden"/>
                                      </p:to>
                                    </p:set>
                                  </p:childTnLst>
                                </p:cTn>
                              </p:par>
                            </p:childTnLst>
                          </p:cTn>
                        </p:par>
                      </p:childTnLst>
                    </p:cTn>
                  </p:par>
                  <p:par>
                    <p:cTn id="1099" fill="hold">
                      <p:stCondLst>
                        <p:cond delay="indefinite"/>
                      </p:stCondLst>
                      <p:childTnLst>
                        <p:par>
                          <p:cTn id="1100" fill="hold">
                            <p:stCondLst>
                              <p:cond delay="0"/>
                            </p:stCondLst>
                            <p:childTnLst>
                              <p:par>
                                <p:cTn id="1101" presetID="22" presetClass="exit" presetSubtype="1" fill="hold" nodeType="clickEffect">
                                  <p:stCondLst>
                                    <p:cond delay="0"/>
                                  </p:stCondLst>
                                  <p:childTnLst>
                                    <p:animEffect transition="out" filter="wipe(up)">
                                      <p:cBhvr>
                                        <p:cTn id="1102" dur="500"/>
                                        <p:tgtEl>
                                          <p:spTgt spid="140"/>
                                        </p:tgtEl>
                                      </p:cBhvr>
                                    </p:animEffect>
                                    <p:set>
                                      <p:cBhvr>
                                        <p:cTn id="1103" dur="1" fill="hold">
                                          <p:stCondLst>
                                            <p:cond delay="499"/>
                                          </p:stCondLst>
                                        </p:cTn>
                                        <p:tgtEl>
                                          <p:spTgt spid="140"/>
                                        </p:tgtEl>
                                        <p:attrNameLst>
                                          <p:attrName>style.visibility</p:attrName>
                                        </p:attrNameLst>
                                      </p:cBhvr>
                                      <p:to>
                                        <p:strVal val="hidden"/>
                                      </p:to>
                                    </p:set>
                                  </p:childTnLst>
                                </p:cTn>
                              </p:par>
                            </p:childTnLst>
                          </p:cTn>
                        </p:par>
                        <p:par>
                          <p:cTn id="1104" fill="hold">
                            <p:stCondLst>
                              <p:cond delay="500"/>
                            </p:stCondLst>
                            <p:childTnLst>
                              <p:par>
                                <p:cTn id="1105" presetID="22" presetClass="entr" presetSubtype="8" fill="hold" nodeType="afterEffect">
                                  <p:stCondLst>
                                    <p:cond delay="0"/>
                                  </p:stCondLst>
                                  <p:childTnLst>
                                    <p:set>
                                      <p:cBhvr>
                                        <p:cTn id="1106" dur="1" fill="hold">
                                          <p:stCondLst>
                                            <p:cond delay="0"/>
                                          </p:stCondLst>
                                        </p:cTn>
                                        <p:tgtEl>
                                          <p:spTgt spid="141"/>
                                        </p:tgtEl>
                                        <p:attrNameLst>
                                          <p:attrName>style.visibility</p:attrName>
                                        </p:attrNameLst>
                                      </p:cBhvr>
                                      <p:to>
                                        <p:strVal val="visible"/>
                                      </p:to>
                                    </p:set>
                                    <p:animEffect transition="in" filter="wipe(left)">
                                      <p:cBhvr>
                                        <p:cTn id="1107" dur="1000"/>
                                        <p:tgtEl>
                                          <p:spTgt spid="141"/>
                                        </p:tgtEl>
                                      </p:cBhvr>
                                    </p:animEffect>
                                  </p:childTnLst>
                                </p:cTn>
                              </p:par>
                            </p:childTnLst>
                          </p:cTn>
                        </p:par>
                      </p:childTnLst>
                    </p:cTn>
                  </p:par>
                  <p:par>
                    <p:cTn id="1108" fill="hold">
                      <p:stCondLst>
                        <p:cond delay="indefinite"/>
                      </p:stCondLst>
                      <p:childTnLst>
                        <p:par>
                          <p:cTn id="1109" fill="hold">
                            <p:stCondLst>
                              <p:cond delay="0"/>
                            </p:stCondLst>
                            <p:childTnLst>
                              <p:par>
                                <p:cTn id="1110" presetID="31" presetClass="entr" presetSubtype="0" fill="hold" nodeType="clickEffect">
                                  <p:stCondLst>
                                    <p:cond delay="0"/>
                                  </p:stCondLst>
                                  <p:childTnLst>
                                    <p:set>
                                      <p:cBhvr>
                                        <p:cTn id="1111" dur="1" fill="hold">
                                          <p:stCondLst>
                                            <p:cond delay="0"/>
                                          </p:stCondLst>
                                        </p:cTn>
                                        <p:tgtEl>
                                          <p:spTgt spid="163"/>
                                        </p:tgtEl>
                                        <p:attrNameLst>
                                          <p:attrName>style.visibility</p:attrName>
                                        </p:attrNameLst>
                                      </p:cBhvr>
                                      <p:to>
                                        <p:strVal val="visible"/>
                                      </p:to>
                                    </p:set>
                                    <p:anim calcmode="lin" valueType="num">
                                      <p:cBhvr>
                                        <p:cTn id="1112" dur="2000" fill="hold"/>
                                        <p:tgtEl>
                                          <p:spTgt spid="163"/>
                                        </p:tgtEl>
                                        <p:attrNameLst>
                                          <p:attrName>ppt_w</p:attrName>
                                        </p:attrNameLst>
                                      </p:cBhvr>
                                      <p:tavLst>
                                        <p:tav tm="0">
                                          <p:val>
                                            <p:fltVal val="0"/>
                                          </p:val>
                                        </p:tav>
                                        <p:tav tm="100000">
                                          <p:val>
                                            <p:strVal val="#ppt_w"/>
                                          </p:val>
                                        </p:tav>
                                      </p:tavLst>
                                    </p:anim>
                                    <p:anim calcmode="lin" valueType="num">
                                      <p:cBhvr>
                                        <p:cTn id="1113" dur="2000" fill="hold"/>
                                        <p:tgtEl>
                                          <p:spTgt spid="163"/>
                                        </p:tgtEl>
                                        <p:attrNameLst>
                                          <p:attrName>ppt_h</p:attrName>
                                        </p:attrNameLst>
                                      </p:cBhvr>
                                      <p:tavLst>
                                        <p:tav tm="0">
                                          <p:val>
                                            <p:fltVal val="0"/>
                                          </p:val>
                                        </p:tav>
                                        <p:tav tm="100000">
                                          <p:val>
                                            <p:strVal val="#ppt_h"/>
                                          </p:val>
                                        </p:tav>
                                      </p:tavLst>
                                    </p:anim>
                                    <p:anim calcmode="lin" valueType="num">
                                      <p:cBhvr>
                                        <p:cTn id="1114" dur="2000" fill="hold"/>
                                        <p:tgtEl>
                                          <p:spTgt spid="163"/>
                                        </p:tgtEl>
                                        <p:attrNameLst>
                                          <p:attrName>style.rotation</p:attrName>
                                        </p:attrNameLst>
                                      </p:cBhvr>
                                      <p:tavLst>
                                        <p:tav tm="0">
                                          <p:val>
                                            <p:fltVal val="90"/>
                                          </p:val>
                                        </p:tav>
                                        <p:tav tm="100000">
                                          <p:val>
                                            <p:fltVal val="0"/>
                                          </p:val>
                                        </p:tav>
                                      </p:tavLst>
                                    </p:anim>
                                    <p:animEffect transition="in" filter="fade">
                                      <p:cBhvr>
                                        <p:cTn id="1115" dur="2000"/>
                                        <p:tgtEl>
                                          <p:spTgt spid="163"/>
                                        </p:tgtEl>
                                      </p:cBhvr>
                                    </p:animEffect>
                                  </p:childTnLst>
                                </p:cTn>
                              </p:par>
                            </p:childTnLst>
                          </p:cTn>
                        </p:par>
                        <p:par>
                          <p:cTn id="1116" fill="hold">
                            <p:stCondLst>
                              <p:cond delay="2000"/>
                            </p:stCondLst>
                            <p:childTnLst>
                              <p:par>
                                <p:cTn id="1117" presetID="22" presetClass="exit" presetSubtype="1" fill="hold" nodeType="afterEffect">
                                  <p:stCondLst>
                                    <p:cond delay="0"/>
                                  </p:stCondLst>
                                  <p:childTnLst>
                                    <p:animEffect transition="out" filter="wipe(up)">
                                      <p:cBhvr>
                                        <p:cTn id="1118" dur="500"/>
                                        <p:tgtEl>
                                          <p:spTgt spid="141"/>
                                        </p:tgtEl>
                                      </p:cBhvr>
                                    </p:animEffect>
                                    <p:set>
                                      <p:cBhvr>
                                        <p:cTn id="1119" dur="1" fill="hold">
                                          <p:stCondLst>
                                            <p:cond delay="499"/>
                                          </p:stCondLst>
                                        </p:cTn>
                                        <p:tgtEl>
                                          <p:spTgt spid="141"/>
                                        </p:tgtEl>
                                        <p:attrNameLst>
                                          <p:attrName>style.visibility</p:attrName>
                                        </p:attrNameLst>
                                      </p:cBhvr>
                                      <p:to>
                                        <p:strVal val="hidden"/>
                                      </p:to>
                                    </p:set>
                                  </p:childTnLst>
                                </p:cTn>
                              </p:par>
                              <p:par>
                                <p:cTn id="1120" presetID="22" presetClass="entr" presetSubtype="8" fill="hold" nodeType="withEffect">
                                  <p:stCondLst>
                                    <p:cond delay="0"/>
                                  </p:stCondLst>
                                  <p:childTnLst>
                                    <p:set>
                                      <p:cBhvr>
                                        <p:cTn id="1121" dur="1" fill="hold">
                                          <p:stCondLst>
                                            <p:cond delay="0"/>
                                          </p:stCondLst>
                                        </p:cTn>
                                        <p:tgtEl>
                                          <p:spTgt spid="139"/>
                                        </p:tgtEl>
                                        <p:attrNameLst>
                                          <p:attrName>style.visibility</p:attrName>
                                        </p:attrNameLst>
                                      </p:cBhvr>
                                      <p:to>
                                        <p:strVal val="visible"/>
                                      </p:to>
                                    </p:set>
                                    <p:animEffect transition="in" filter="wipe(left)">
                                      <p:cBhvr>
                                        <p:cTn id="1122" dur="1000"/>
                                        <p:tgtEl>
                                          <p:spTgt spid="139"/>
                                        </p:tgtEl>
                                      </p:cBhvr>
                                    </p:animEffect>
                                  </p:childTnLst>
                                </p:cTn>
                              </p:par>
                            </p:childTnLst>
                          </p:cTn>
                        </p:par>
                      </p:childTnLst>
                    </p:cTn>
                  </p:par>
                  <p:par>
                    <p:cTn id="1123" fill="hold">
                      <p:stCondLst>
                        <p:cond delay="indefinite"/>
                      </p:stCondLst>
                      <p:childTnLst>
                        <p:par>
                          <p:cTn id="1124" fill="hold">
                            <p:stCondLst>
                              <p:cond delay="0"/>
                            </p:stCondLst>
                            <p:childTnLst>
                              <p:par>
                                <p:cTn id="1125" presetID="27" presetClass="emph" presetSubtype="0" fill="remove" grpId="1" nodeType="clickEffect">
                                  <p:stCondLst>
                                    <p:cond delay="0"/>
                                  </p:stCondLst>
                                  <p:childTnLst>
                                    <p:animClr clrSpc="rgb" dir="cw">
                                      <p:cBhvr override="childStyle">
                                        <p:cTn id="1126" dur="1000" autoRev="1" fill="remove"/>
                                        <p:tgtEl>
                                          <p:spTgt spid="58"/>
                                        </p:tgtEl>
                                        <p:attrNameLst>
                                          <p:attrName>style.color</p:attrName>
                                        </p:attrNameLst>
                                      </p:cBhvr>
                                      <p:to>
                                        <a:schemeClr val="bg1"/>
                                      </p:to>
                                    </p:animClr>
                                    <p:animClr clrSpc="rgb" dir="cw">
                                      <p:cBhvr>
                                        <p:cTn id="1127" dur="1000" autoRev="1" fill="remove"/>
                                        <p:tgtEl>
                                          <p:spTgt spid="58"/>
                                        </p:tgtEl>
                                        <p:attrNameLst>
                                          <p:attrName>fillcolor</p:attrName>
                                        </p:attrNameLst>
                                      </p:cBhvr>
                                      <p:to>
                                        <a:schemeClr val="bg1"/>
                                      </p:to>
                                    </p:animClr>
                                    <p:set>
                                      <p:cBhvr>
                                        <p:cTn id="1128" dur="1000" autoRev="1" fill="remove"/>
                                        <p:tgtEl>
                                          <p:spTgt spid="58"/>
                                        </p:tgtEl>
                                        <p:attrNameLst>
                                          <p:attrName>fill.type</p:attrName>
                                        </p:attrNameLst>
                                      </p:cBhvr>
                                      <p:to>
                                        <p:strVal val="solid"/>
                                      </p:to>
                                    </p:set>
                                    <p:set>
                                      <p:cBhvr>
                                        <p:cTn id="1129" dur="1000" autoRev="1" fill="remove"/>
                                        <p:tgtEl>
                                          <p:spTgt spid="58"/>
                                        </p:tgtEl>
                                        <p:attrNameLst>
                                          <p:attrName>fill.on</p:attrName>
                                        </p:attrNameLst>
                                      </p:cBhvr>
                                      <p:to>
                                        <p:strVal val="true"/>
                                      </p:to>
                                    </p:set>
                                  </p:childTnLst>
                                </p:cTn>
                              </p:par>
                            </p:childTnLst>
                          </p:cTn>
                        </p:par>
                        <p:par>
                          <p:cTn id="1130" fill="hold">
                            <p:stCondLst>
                              <p:cond delay="2000"/>
                            </p:stCondLst>
                            <p:childTnLst>
                              <p:par>
                                <p:cTn id="1131" presetID="22" presetClass="exit" presetSubtype="1" fill="hold" nodeType="afterEffect">
                                  <p:stCondLst>
                                    <p:cond delay="0"/>
                                  </p:stCondLst>
                                  <p:childTnLst>
                                    <p:animEffect transition="out" filter="wipe(up)">
                                      <p:cBhvr>
                                        <p:cTn id="1132" dur="500"/>
                                        <p:tgtEl>
                                          <p:spTgt spid="139"/>
                                        </p:tgtEl>
                                      </p:cBhvr>
                                    </p:animEffect>
                                    <p:set>
                                      <p:cBhvr>
                                        <p:cTn id="1133" dur="1" fill="hold">
                                          <p:stCondLst>
                                            <p:cond delay="499"/>
                                          </p:stCondLst>
                                        </p:cTn>
                                        <p:tgtEl>
                                          <p:spTgt spid="139"/>
                                        </p:tgtEl>
                                        <p:attrNameLst>
                                          <p:attrName>style.visibility</p:attrName>
                                        </p:attrNameLst>
                                      </p:cBhvr>
                                      <p:to>
                                        <p:strVal val="hidden"/>
                                      </p:to>
                                    </p:set>
                                  </p:childTnLst>
                                </p:cTn>
                              </p:par>
                              <p:par>
                                <p:cTn id="1134" presetID="22" presetClass="entr" presetSubtype="8" fill="hold" nodeType="withEffect">
                                  <p:stCondLst>
                                    <p:cond delay="0"/>
                                  </p:stCondLst>
                                  <p:childTnLst>
                                    <p:set>
                                      <p:cBhvr>
                                        <p:cTn id="1135" dur="1" fill="hold">
                                          <p:stCondLst>
                                            <p:cond delay="0"/>
                                          </p:stCondLst>
                                        </p:cTn>
                                        <p:tgtEl>
                                          <p:spTgt spid="141"/>
                                        </p:tgtEl>
                                        <p:attrNameLst>
                                          <p:attrName>style.visibility</p:attrName>
                                        </p:attrNameLst>
                                      </p:cBhvr>
                                      <p:to>
                                        <p:strVal val="visible"/>
                                      </p:to>
                                    </p:set>
                                    <p:animEffect transition="in" filter="wipe(left)">
                                      <p:cBhvr>
                                        <p:cTn id="1136" dur="1000"/>
                                        <p:tgtEl>
                                          <p:spTgt spid="141"/>
                                        </p:tgtEl>
                                      </p:cBhvr>
                                    </p:animEffect>
                                  </p:childTnLst>
                                </p:cTn>
                              </p:par>
                            </p:childTnLst>
                          </p:cTn>
                        </p:par>
                      </p:childTnLst>
                    </p:cTn>
                  </p:par>
                  <p:par>
                    <p:cTn id="1137" fill="hold">
                      <p:stCondLst>
                        <p:cond delay="indefinite"/>
                      </p:stCondLst>
                      <p:childTnLst>
                        <p:par>
                          <p:cTn id="1138" fill="hold">
                            <p:stCondLst>
                              <p:cond delay="0"/>
                            </p:stCondLst>
                            <p:childTnLst>
                              <p:par>
                                <p:cTn id="1139" presetID="31" presetClass="entr" presetSubtype="0" fill="hold" nodeType="clickEffect">
                                  <p:stCondLst>
                                    <p:cond delay="0"/>
                                  </p:stCondLst>
                                  <p:childTnLst>
                                    <p:set>
                                      <p:cBhvr>
                                        <p:cTn id="1140" dur="1" fill="hold">
                                          <p:stCondLst>
                                            <p:cond delay="0"/>
                                          </p:stCondLst>
                                        </p:cTn>
                                        <p:tgtEl>
                                          <p:spTgt spid="182"/>
                                        </p:tgtEl>
                                        <p:attrNameLst>
                                          <p:attrName>style.visibility</p:attrName>
                                        </p:attrNameLst>
                                      </p:cBhvr>
                                      <p:to>
                                        <p:strVal val="visible"/>
                                      </p:to>
                                    </p:set>
                                    <p:anim calcmode="lin" valueType="num">
                                      <p:cBhvr>
                                        <p:cTn id="1141" dur="2000" fill="hold"/>
                                        <p:tgtEl>
                                          <p:spTgt spid="182"/>
                                        </p:tgtEl>
                                        <p:attrNameLst>
                                          <p:attrName>ppt_w</p:attrName>
                                        </p:attrNameLst>
                                      </p:cBhvr>
                                      <p:tavLst>
                                        <p:tav tm="0">
                                          <p:val>
                                            <p:fltVal val="0"/>
                                          </p:val>
                                        </p:tav>
                                        <p:tav tm="100000">
                                          <p:val>
                                            <p:strVal val="#ppt_w"/>
                                          </p:val>
                                        </p:tav>
                                      </p:tavLst>
                                    </p:anim>
                                    <p:anim calcmode="lin" valueType="num">
                                      <p:cBhvr>
                                        <p:cTn id="1142" dur="2000" fill="hold"/>
                                        <p:tgtEl>
                                          <p:spTgt spid="182"/>
                                        </p:tgtEl>
                                        <p:attrNameLst>
                                          <p:attrName>ppt_h</p:attrName>
                                        </p:attrNameLst>
                                      </p:cBhvr>
                                      <p:tavLst>
                                        <p:tav tm="0">
                                          <p:val>
                                            <p:fltVal val="0"/>
                                          </p:val>
                                        </p:tav>
                                        <p:tav tm="100000">
                                          <p:val>
                                            <p:strVal val="#ppt_h"/>
                                          </p:val>
                                        </p:tav>
                                      </p:tavLst>
                                    </p:anim>
                                    <p:anim calcmode="lin" valueType="num">
                                      <p:cBhvr>
                                        <p:cTn id="1143" dur="2000" fill="hold"/>
                                        <p:tgtEl>
                                          <p:spTgt spid="182"/>
                                        </p:tgtEl>
                                        <p:attrNameLst>
                                          <p:attrName>style.rotation</p:attrName>
                                        </p:attrNameLst>
                                      </p:cBhvr>
                                      <p:tavLst>
                                        <p:tav tm="0">
                                          <p:val>
                                            <p:fltVal val="90"/>
                                          </p:val>
                                        </p:tav>
                                        <p:tav tm="100000">
                                          <p:val>
                                            <p:fltVal val="0"/>
                                          </p:val>
                                        </p:tav>
                                      </p:tavLst>
                                    </p:anim>
                                    <p:animEffect transition="in" filter="fade">
                                      <p:cBhvr>
                                        <p:cTn id="1144" dur="2000"/>
                                        <p:tgtEl>
                                          <p:spTgt spid="182"/>
                                        </p:tgtEl>
                                      </p:cBhvr>
                                    </p:animEffect>
                                  </p:childTnLst>
                                </p:cTn>
                              </p:par>
                            </p:childTnLst>
                          </p:cTn>
                        </p:par>
                      </p:childTnLst>
                    </p:cTn>
                  </p:par>
                  <p:par>
                    <p:cTn id="1145" fill="hold">
                      <p:stCondLst>
                        <p:cond delay="indefinite"/>
                      </p:stCondLst>
                      <p:childTnLst>
                        <p:par>
                          <p:cTn id="1146" fill="hold">
                            <p:stCondLst>
                              <p:cond delay="0"/>
                            </p:stCondLst>
                            <p:childTnLst>
                              <p:par>
                                <p:cTn id="1147" presetID="22" presetClass="exit" presetSubtype="1" fill="hold" nodeType="clickEffect">
                                  <p:stCondLst>
                                    <p:cond delay="0"/>
                                  </p:stCondLst>
                                  <p:childTnLst>
                                    <p:animEffect transition="out" filter="wipe(up)">
                                      <p:cBhvr>
                                        <p:cTn id="1148" dur="500"/>
                                        <p:tgtEl>
                                          <p:spTgt spid="141"/>
                                        </p:tgtEl>
                                      </p:cBhvr>
                                    </p:animEffect>
                                    <p:set>
                                      <p:cBhvr>
                                        <p:cTn id="1149" dur="1" fill="hold">
                                          <p:stCondLst>
                                            <p:cond delay="499"/>
                                          </p:stCondLst>
                                        </p:cTn>
                                        <p:tgtEl>
                                          <p:spTgt spid="141"/>
                                        </p:tgtEl>
                                        <p:attrNameLst>
                                          <p:attrName>style.visibility</p:attrName>
                                        </p:attrNameLst>
                                      </p:cBhvr>
                                      <p:to>
                                        <p:strVal val="hidden"/>
                                      </p:to>
                                    </p:set>
                                  </p:childTnLst>
                                </p:cTn>
                              </p:par>
                            </p:childTnLst>
                          </p:cTn>
                        </p:par>
                        <p:par>
                          <p:cTn id="1150" fill="hold">
                            <p:stCondLst>
                              <p:cond delay="500"/>
                            </p:stCondLst>
                            <p:childTnLst>
                              <p:par>
                                <p:cTn id="1151" presetID="16" presetClass="exit" presetSubtype="21" fill="hold" nodeType="afterEffect">
                                  <p:stCondLst>
                                    <p:cond delay="0"/>
                                  </p:stCondLst>
                                  <p:childTnLst>
                                    <p:animEffect transition="out" filter="barn(inVertical)">
                                      <p:cBhvr>
                                        <p:cTn id="1152" dur="500"/>
                                        <p:tgtEl>
                                          <p:spTgt spid="142"/>
                                        </p:tgtEl>
                                      </p:cBhvr>
                                    </p:animEffect>
                                    <p:set>
                                      <p:cBhvr>
                                        <p:cTn id="1153" dur="1" fill="hold">
                                          <p:stCondLst>
                                            <p:cond delay="499"/>
                                          </p:stCondLst>
                                        </p:cTn>
                                        <p:tgtEl>
                                          <p:spTgt spid="142"/>
                                        </p:tgtEl>
                                        <p:attrNameLst>
                                          <p:attrName>style.visibility</p:attrName>
                                        </p:attrNameLst>
                                      </p:cBhvr>
                                      <p:to>
                                        <p:strVal val="hidden"/>
                                      </p:to>
                                    </p:set>
                                  </p:childTnLst>
                                </p:cTn>
                              </p:par>
                              <p:par>
                                <p:cTn id="1154" presetID="16" presetClass="exit" presetSubtype="21" fill="hold" nodeType="withEffect">
                                  <p:stCondLst>
                                    <p:cond delay="0"/>
                                  </p:stCondLst>
                                  <p:childTnLst>
                                    <p:animEffect transition="out" filter="barn(inVertical)">
                                      <p:cBhvr>
                                        <p:cTn id="1155" dur="500"/>
                                        <p:tgtEl>
                                          <p:spTgt spid="145"/>
                                        </p:tgtEl>
                                      </p:cBhvr>
                                    </p:animEffect>
                                    <p:set>
                                      <p:cBhvr>
                                        <p:cTn id="1156" dur="1" fill="hold">
                                          <p:stCondLst>
                                            <p:cond delay="499"/>
                                          </p:stCondLst>
                                        </p:cTn>
                                        <p:tgtEl>
                                          <p:spTgt spid="145"/>
                                        </p:tgtEl>
                                        <p:attrNameLst>
                                          <p:attrName>style.visibility</p:attrName>
                                        </p:attrNameLst>
                                      </p:cBhvr>
                                      <p:to>
                                        <p:strVal val="hidden"/>
                                      </p:to>
                                    </p:set>
                                  </p:childTnLst>
                                </p:cTn>
                              </p:par>
                              <p:par>
                                <p:cTn id="1157" presetID="16" presetClass="exit" presetSubtype="21" fill="hold" nodeType="withEffect">
                                  <p:stCondLst>
                                    <p:cond delay="0"/>
                                  </p:stCondLst>
                                  <p:childTnLst>
                                    <p:animEffect transition="out" filter="barn(inVertical)">
                                      <p:cBhvr>
                                        <p:cTn id="1158" dur="500"/>
                                        <p:tgtEl>
                                          <p:spTgt spid="163"/>
                                        </p:tgtEl>
                                      </p:cBhvr>
                                    </p:animEffect>
                                    <p:set>
                                      <p:cBhvr>
                                        <p:cTn id="1159" dur="1" fill="hold">
                                          <p:stCondLst>
                                            <p:cond delay="499"/>
                                          </p:stCondLst>
                                        </p:cTn>
                                        <p:tgtEl>
                                          <p:spTgt spid="163"/>
                                        </p:tgtEl>
                                        <p:attrNameLst>
                                          <p:attrName>style.visibility</p:attrName>
                                        </p:attrNameLst>
                                      </p:cBhvr>
                                      <p:to>
                                        <p:strVal val="hidden"/>
                                      </p:to>
                                    </p:set>
                                  </p:childTnLst>
                                </p:cTn>
                              </p:par>
                              <p:par>
                                <p:cTn id="1160" presetID="16" presetClass="exit" presetSubtype="21" fill="hold" nodeType="withEffect">
                                  <p:stCondLst>
                                    <p:cond delay="0"/>
                                  </p:stCondLst>
                                  <p:childTnLst>
                                    <p:animEffect transition="out" filter="barn(inVertical)">
                                      <p:cBhvr>
                                        <p:cTn id="1161" dur="500"/>
                                        <p:tgtEl>
                                          <p:spTgt spid="182"/>
                                        </p:tgtEl>
                                      </p:cBhvr>
                                    </p:animEffect>
                                    <p:set>
                                      <p:cBhvr>
                                        <p:cTn id="1162" dur="1" fill="hold">
                                          <p:stCondLst>
                                            <p:cond delay="499"/>
                                          </p:stCondLst>
                                        </p:cTn>
                                        <p:tgtEl>
                                          <p:spTgt spid="182"/>
                                        </p:tgtEl>
                                        <p:attrNameLst>
                                          <p:attrName>style.visibility</p:attrName>
                                        </p:attrNameLst>
                                      </p:cBhvr>
                                      <p:to>
                                        <p:strVal val="hidden"/>
                                      </p:to>
                                    </p:set>
                                  </p:childTnLst>
                                </p:cTn>
                              </p:par>
                            </p:childTnLst>
                          </p:cTn>
                        </p:par>
                        <p:par>
                          <p:cTn id="1163" fill="hold">
                            <p:stCondLst>
                              <p:cond delay="1000"/>
                            </p:stCondLst>
                            <p:childTnLst>
                              <p:par>
                                <p:cTn id="1164" presetID="16" presetClass="exit" presetSubtype="21" fill="hold" grpId="1" nodeType="afterEffect">
                                  <p:stCondLst>
                                    <p:cond delay="0"/>
                                  </p:stCondLst>
                                  <p:childTnLst>
                                    <p:animEffect transition="out" filter="barn(inVertical)">
                                      <p:cBhvr>
                                        <p:cTn id="1165" dur="500"/>
                                        <p:tgtEl>
                                          <p:spTgt spid="135"/>
                                        </p:tgtEl>
                                      </p:cBhvr>
                                    </p:animEffect>
                                    <p:set>
                                      <p:cBhvr>
                                        <p:cTn id="1166" dur="1" fill="hold">
                                          <p:stCondLst>
                                            <p:cond delay="499"/>
                                          </p:stCondLst>
                                        </p:cTn>
                                        <p:tgtEl>
                                          <p:spTgt spid="135"/>
                                        </p:tgtEl>
                                        <p:attrNameLst>
                                          <p:attrName>style.visibility</p:attrName>
                                        </p:attrNameLst>
                                      </p:cBhvr>
                                      <p:to>
                                        <p:strVal val="hidden"/>
                                      </p:to>
                                    </p:set>
                                  </p:childTnLst>
                                </p:cTn>
                              </p:par>
                            </p:childTnLst>
                          </p:cTn>
                        </p:par>
                        <p:par>
                          <p:cTn id="1167" fill="hold">
                            <p:stCondLst>
                              <p:cond delay="1500"/>
                            </p:stCondLst>
                            <p:childTnLst>
                              <p:par>
                                <p:cTn id="1168" presetID="31" presetClass="exit" presetSubtype="0" fill="hold" grpId="1" nodeType="afterEffect">
                                  <p:stCondLst>
                                    <p:cond delay="0"/>
                                  </p:stCondLst>
                                  <p:childTnLst>
                                    <p:anim calcmode="lin" valueType="num">
                                      <p:cBhvr>
                                        <p:cTn id="1169" dur="1000"/>
                                        <p:tgtEl>
                                          <p:spTgt spid="136"/>
                                        </p:tgtEl>
                                        <p:attrNameLst>
                                          <p:attrName>ppt_w</p:attrName>
                                        </p:attrNameLst>
                                      </p:cBhvr>
                                      <p:tavLst>
                                        <p:tav tm="0">
                                          <p:val>
                                            <p:strVal val="ppt_w"/>
                                          </p:val>
                                        </p:tav>
                                        <p:tav tm="100000">
                                          <p:val>
                                            <p:fltVal val="0"/>
                                          </p:val>
                                        </p:tav>
                                      </p:tavLst>
                                    </p:anim>
                                    <p:anim calcmode="lin" valueType="num">
                                      <p:cBhvr>
                                        <p:cTn id="1170" dur="1000"/>
                                        <p:tgtEl>
                                          <p:spTgt spid="136"/>
                                        </p:tgtEl>
                                        <p:attrNameLst>
                                          <p:attrName>ppt_h</p:attrName>
                                        </p:attrNameLst>
                                      </p:cBhvr>
                                      <p:tavLst>
                                        <p:tav tm="0">
                                          <p:val>
                                            <p:strVal val="ppt_h"/>
                                          </p:val>
                                        </p:tav>
                                        <p:tav tm="100000">
                                          <p:val>
                                            <p:fltVal val="0"/>
                                          </p:val>
                                        </p:tav>
                                      </p:tavLst>
                                    </p:anim>
                                    <p:anim calcmode="lin" valueType="num">
                                      <p:cBhvr>
                                        <p:cTn id="1171" dur="1000"/>
                                        <p:tgtEl>
                                          <p:spTgt spid="136"/>
                                        </p:tgtEl>
                                        <p:attrNameLst>
                                          <p:attrName>style.rotation</p:attrName>
                                        </p:attrNameLst>
                                      </p:cBhvr>
                                      <p:tavLst>
                                        <p:tav tm="0">
                                          <p:val>
                                            <p:fltVal val="0"/>
                                          </p:val>
                                        </p:tav>
                                        <p:tav tm="100000">
                                          <p:val>
                                            <p:fltVal val="90"/>
                                          </p:val>
                                        </p:tav>
                                      </p:tavLst>
                                    </p:anim>
                                    <p:animEffect transition="out" filter="fade">
                                      <p:cBhvr>
                                        <p:cTn id="1172" dur="1000"/>
                                        <p:tgtEl>
                                          <p:spTgt spid="136"/>
                                        </p:tgtEl>
                                      </p:cBhvr>
                                    </p:animEffect>
                                    <p:set>
                                      <p:cBhvr>
                                        <p:cTn id="1173" dur="1" fill="hold">
                                          <p:stCondLst>
                                            <p:cond delay="999"/>
                                          </p:stCondLst>
                                        </p:cTn>
                                        <p:tgtEl>
                                          <p:spTgt spid="136"/>
                                        </p:tgtEl>
                                        <p:attrNameLst>
                                          <p:attrName>style.visibility</p:attrName>
                                        </p:attrNameLst>
                                      </p:cBhvr>
                                      <p:to>
                                        <p:strVal val="hidden"/>
                                      </p:to>
                                    </p:set>
                                  </p:childTnLst>
                                </p:cTn>
                              </p:par>
                            </p:childTnLst>
                          </p:cTn>
                        </p:par>
                      </p:childTnLst>
                    </p:cTn>
                  </p:par>
                  <p:par>
                    <p:cTn id="1174" fill="hold">
                      <p:stCondLst>
                        <p:cond delay="indefinite"/>
                      </p:stCondLst>
                      <p:childTnLst>
                        <p:par>
                          <p:cTn id="1175" fill="hold">
                            <p:stCondLst>
                              <p:cond delay="0"/>
                            </p:stCondLst>
                            <p:childTnLst>
                              <p:par>
                                <p:cTn id="1176" presetID="22" presetClass="exit" presetSubtype="1" fill="hold" nodeType="clickEffect">
                                  <p:stCondLst>
                                    <p:cond delay="0"/>
                                  </p:stCondLst>
                                  <p:childTnLst>
                                    <p:animEffect transition="out" filter="wipe(up)">
                                      <p:cBhvr>
                                        <p:cTn id="1177" dur="500"/>
                                        <p:tgtEl>
                                          <p:spTgt spid="63"/>
                                        </p:tgtEl>
                                      </p:cBhvr>
                                    </p:animEffect>
                                    <p:set>
                                      <p:cBhvr>
                                        <p:cTn id="1178" dur="1" fill="hold">
                                          <p:stCondLst>
                                            <p:cond delay="499"/>
                                          </p:stCondLst>
                                        </p:cTn>
                                        <p:tgtEl>
                                          <p:spTgt spid="63"/>
                                        </p:tgtEl>
                                        <p:attrNameLst>
                                          <p:attrName>style.visibility</p:attrName>
                                        </p:attrNameLst>
                                      </p:cBhvr>
                                      <p:to>
                                        <p:strVal val="hidden"/>
                                      </p:to>
                                    </p:set>
                                  </p:childTnLst>
                                </p:cTn>
                              </p:par>
                              <p:par>
                                <p:cTn id="1179" presetID="22" presetClass="entr" presetSubtype="8" fill="hold" nodeType="withEffect">
                                  <p:stCondLst>
                                    <p:cond delay="0"/>
                                  </p:stCondLst>
                                  <p:childTnLst>
                                    <p:set>
                                      <p:cBhvr>
                                        <p:cTn id="1180" dur="1" fill="hold">
                                          <p:stCondLst>
                                            <p:cond delay="0"/>
                                          </p:stCondLst>
                                        </p:cTn>
                                        <p:tgtEl>
                                          <p:spTgt spid="64"/>
                                        </p:tgtEl>
                                        <p:attrNameLst>
                                          <p:attrName>style.visibility</p:attrName>
                                        </p:attrNameLst>
                                      </p:cBhvr>
                                      <p:to>
                                        <p:strVal val="visible"/>
                                      </p:to>
                                    </p:set>
                                    <p:animEffect transition="in" filter="wipe(left)">
                                      <p:cBhvr>
                                        <p:cTn id="1181" dur="1000"/>
                                        <p:tgtEl>
                                          <p:spTgt spid="64"/>
                                        </p:tgtEl>
                                      </p:cBhvr>
                                    </p:animEffect>
                                  </p:childTnLst>
                                </p:cTn>
                              </p:par>
                            </p:childTnLst>
                          </p:cTn>
                        </p:par>
                      </p:childTnLst>
                    </p:cTn>
                  </p:par>
                  <p:par>
                    <p:cTn id="1182" fill="hold">
                      <p:stCondLst>
                        <p:cond delay="indefinite"/>
                      </p:stCondLst>
                      <p:childTnLst>
                        <p:par>
                          <p:cTn id="1183" fill="hold">
                            <p:stCondLst>
                              <p:cond delay="0"/>
                            </p:stCondLst>
                            <p:childTnLst>
                              <p:par>
                                <p:cTn id="1184" presetID="31" presetClass="entr" presetSubtype="0" fill="hold" nodeType="clickEffect">
                                  <p:stCondLst>
                                    <p:cond delay="0"/>
                                  </p:stCondLst>
                                  <p:childTnLst>
                                    <p:set>
                                      <p:cBhvr>
                                        <p:cTn id="1185" dur="1" fill="hold">
                                          <p:stCondLst>
                                            <p:cond delay="0"/>
                                          </p:stCondLst>
                                        </p:cTn>
                                        <p:tgtEl>
                                          <p:spTgt spid="188"/>
                                        </p:tgtEl>
                                        <p:attrNameLst>
                                          <p:attrName>style.visibility</p:attrName>
                                        </p:attrNameLst>
                                      </p:cBhvr>
                                      <p:to>
                                        <p:strVal val="visible"/>
                                      </p:to>
                                    </p:set>
                                    <p:anim calcmode="lin" valueType="num">
                                      <p:cBhvr>
                                        <p:cTn id="1186" dur="2000" fill="hold"/>
                                        <p:tgtEl>
                                          <p:spTgt spid="188"/>
                                        </p:tgtEl>
                                        <p:attrNameLst>
                                          <p:attrName>ppt_w</p:attrName>
                                        </p:attrNameLst>
                                      </p:cBhvr>
                                      <p:tavLst>
                                        <p:tav tm="0">
                                          <p:val>
                                            <p:fltVal val="0"/>
                                          </p:val>
                                        </p:tav>
                                        <p:tav tm="100000">
                                          <p:val>
                                            <p:strVal val="#ppt_w"/>
                                          </p:val>
                                        </p:tav>
                                      </p:tavLst>
                                    </p:anim>
                                    <p:anim calcmode="lin" valueType="num">
                                      <p:cBhvr>
                                        <p:cTn id="1187" dur="2000" fill="hold"/>
                                        <p:tgtEl>
                                          <p:spTgt spid="188"/>
                                        </p:tgtEl>
                                        <p:attrNameLst>
                                          <p:attrName>ppt_h</p:attrName>
                                        </p:attrNameLst>
                                      </p:cBhvr>
                                      <p:tavLst>
                                        <p:tav tm="0">
                                          <p:val>
                                            <p:fltVal val="0"/>
                                          </p:val>
                                        </p:tav>
                                        <p:tav tm="100000">
                                          <p:val>
                                            <p:strVal val="#ppt_h"/>
                                          </p:val>
                                        </p:tav>
                                      </p:tavLst>
                                    </p:anim>
                                    <p:anim calcmode="lin" valueType="num">
                                      <p:cBhvr>
                                        <p:cTn id="1188" dur="2000" fill="hold"/>
                                        <p:tgtEl>
                                          <p:spTgt spid="188"/>
                                        </p:tgtEl>
                                        <p:attrNameLst>
                                          <p:attrName>style.rotation</p:attrName>
                                        </p:attrNameLst>
                                      </p:cBhvr>
                                      <p:tavLst>
                                        <p:tav tm="0">
                                          <p:val>
                                            <p:fltVal val="90"/>
                                          </p:val>
                                        </p:tav>
                                        <p:tav tm="100000">
                                          <p:val>
                                            <p:fltVal val="0"/>
                                          </p:val>
                                        </p:tav>
                                      </p:tavLst>
                                    </p:anim>
                                    <p:animEffect transition="in" filter="fade">
                                      <p:cBhvr>
                                        <p:cTn id="1189" dur="2000"/>
                                        <p:tgtEl>
                                          <p:spTgt spid="188"/>
                                        </p:tgtEl>
                                      </p:cBhvr>
                                    </p:animEffect>
                                  </p:childTnLst>
                                </p:cTn>
                              </p:par>
                            </p:childTnLst>
                          </p:cTn>
                        </p:par>
                      </p:childTnLst>
                    </p:cTn>
                  </p:par>
                  <p:par>
                    <p:cTn id="1190" fill="hold">
                      <p:stCondLst>
                        <p:cond delay="indefinite"/>
                      </p:stCondLst>
                      <p:childTnLst>
                        <p:par>
                          <p:cTn id="1191" fill="hold">
                            <p:stCondLst>
                              <p:cond delay="0"/>
                            </p:stCondLst>
                            <p:childTnLst>
                              <p:par>
                                <p:cTn id="1192" presetID="22" presetClass="exit" presetSubtype="1" fill="hold" nodeType="clickEffect">
                                  <p:stCondLst>
                                    <p:cond delay="0"/>
                                  </p:stCondLst>
                                  <p:childTnLst>
                                    <p:animEffect transition="out" filter="wipe(up)">
                                      <p:cBhvr>
                                        <p:cTn id="1193" dur="500"/>
                                        <p:tgtEl>
                                          <p:spTgt spid="64"/>
                                        </p:tgtEl>
                                      </p:cBhvr>
                                    </p:animEffect>
                                    <p:set>
                                      <p:cBhvr>
                                        <p:cTn id="1194" dur="1" fill="hold">
                                          <p:stCondLst>
                                            <p:cond delay="499"/>
                                          </p:stCondLst>
                                        </p:cTn>
                                        <p:tgtEl>
                                          <p:spTgt spid="64"/>
                                        </p:tgtEl>
                                        <p:attrNameLst>
                                          <p:attrName>style.visibility</p:attrName>
                                        </p:attrNameLst>
                                      </p:cBhvr>
                                      <p:to>
                                        <p:strVal val="hidden"/>
                                      </p:to>
                                    </p:set>
                                  </p:childTnLst>
                                </p:cTn>
                              </p:par>
                            </p:childTnLst>
                          </p:cTn>
                        </p:par>
                        <p:par>
                          <p:cTn id="1195" fill="hold">
                            <p:stCondLst>
                              <p:cond delay="500"/>
                            </p:stCondLst>
                            <p:childTnLst>
                              <p:par>
                                <p:cTn id="1196" presetID="16" presetClass="exit" presetSubtype="21" fill="hold" nodeType="afterEffect">
                                  <p:stCondLst>
                                    <p:cond delay="0"/>
                                  </p:stCondLst>
                                  <p:childTnLst>
                                    <p:animEffect transition="out" filter="barn(inVertical)">
                                      <p:cBhvr>
                                        <p:cTn id="1197" dur="500"/>
                                        <p:tgtEl>
                                          <p:spTgt spid="132"/>
                                        </p:tgtEl>
                                      </p:cBhvr>
                                    </p:animEffect>
                                    <p:set>
                                      <p:cBhvr>
                                        <p:cTn id="1198" dur="1" fill="hold">
                                          <p:stCondLst>
                                            <p:cond delay="499"/>
                                          </p:stCondLst>
                                        </p:cTn>
                                        <p:tgtEl>
                                          <p:spTgt spid="132"/>
                                        </p:tgtEl>
                                        <p:attrNameLst>
                                          <p:attrName>style.visibility</p:attrName>
                                        </p:attrNameLst>
                                      </p:cBhvr>
                                      <p:to>
                                        <p:strVal val="hidden"/>
                                      </p:to>
                                    </p:set>
                                  </p:childTnLst>
                                </p:cTn>
                              </p:par>
                              <p:par>
                                <p:cTn id="1199" presetID="16" presetClass="exit" presetSubtype="21" fill="hold" nodeType="withEffect">
                                  <p:stCondLst>
                                    <p:cond delay="0"/>
                                  </p:stCondLst>
                                  <p:childTnLst>
                                    <p:animEffect transition="out" filter="barn(inVertical)">
                                      <p:cBhvr>
                                        <p:cTn id="1200" dur="500"/>
                                        <p:tgtEl>
                                          <p:spTgt spid="188"/>
                                        </p:tgtEl>
                                      </p:cBhvr>
                                    </p:animEffect>
                                    <p:set>
                                      <p:cBhvr>
                                        <p:cTn id="1201" dur="1" fill="hold">
                                          <p:stCondLst>
                                            <p:cond delay="499"/>
                                          </p:stCondLst>
                                        </p:cTn>
                                        <p:tgtEl>
                                          <p:spTgt spid="188"/>
                                        </p:tgtEl>
                                        <p:attrNameLst>
                                          <p:attrName>style.visibility</p:attrName>
                                        </p:attrNameLst>
                                      </p:cBhvr>
                                      <p:to>
                                        <p:strVal val="hidden"/>
                                      </p:to>
                                    </p:set>
                                  </p:childTnLst>
                                </p:cTn>
                              </p:par>
                              <p:par>
                                <p:cTn id="1202" presetID="16" presetClass="exit" presetSubtype="21" fill="hold" nodeType="withEffect">
                                  <p:stCondLst>
                                    <p:cond delay="0"/>
                                  </p:stCondLst>
                                  <p:childTnLst>
                                    <p:animEffect transition="out" filter="barn(inVertical)">
                                      <p:cBhvr>
                                        <p:cTn id="1203" dur="500"/>
                                        <p:tgtEl>
                                          <p:spTgt spid="12"/>
                                        </p:tgtEl>
                                      </p:cBhvr>
                                    </p:animEffect>
                                    <p:set>
                                      <p:cBhvr>
                                        <p:cTn id="1204" dur="1" fill="hold">
                                          <p:stCondLst>
                                            <p:cond delay="499"/>
                                          </p:stCondLst>
                                        </p:cTn>
                                        <p:tgtEl>
                                          <p:spTgt spid="12"/>
                                        </p:tgtEl>
                                        <p:attrNameLst>
                                          <p:attrName>style.visibility</p:attrName>
                                        </p:attrNameLst>
                                      </p:cBhvr>
                                      <p:to>
                                        <p:strVal val="hidden"/>
                                      </p:to>
                                    </p:set>
                                  </p:childTnLst>
                                </p:cTn>
                              </p:par>
                            </p:childTnLst>
                          </p:cTn>
                        </p:par>
                        <p:par>
                          <p:cTn id="1205" fill="hold">
                            <p:stCondLst>
                              <p:cond delay="1000"/>
                            </p:stCondLst>
                            <p:childTnLst>
                              <p:par>
                                <p:cTn id="1206" presetID="16" presetClass="exit" presetSubtype="21" fill="hold" grpId="1" nodeType="afterEffect">
                                  <p:stCondLst>
                                    <p:cond delay="0"/>
                                  </p:stCondLst>
                                  <p:childTnLst>
                                    <p:animEffect transition="out" filter="barn(inVertical)">
                                      <p:cBhvr>
                                        <p:cTn id="1207" dur="500"/>
                                        <p:tgtEl>
                                          <p:spTgt spid="2"/>
                                        </p:tgtEl>
                                      </p:cBhvr>
                                    </p:animEffect>
                                    <p:set>
                                      <p:cBhvr>
                                        <p:cTn id="1208" dur="1" fill="hold">
                                          <p:stCondLst>
                                            <p:cond delay="499"/>
                                          </p:stCondLst>
                                        </p:cTn>
                                        <p:tgtEl>
                                          <p:spTgt spid="2"/>
                                        </p:tgtEl>
                                        <p:attrNameLst>
                                          <p:attrName>style.visibility</p:attrName>
                                        </p:attrNameLst>
                                      </p:cBhvr>
                                      <p:to>
                                        <p:strVal val="hidden"/>
                                      </p:to>
                                    </p:set>
                                  </p:childTnLst>
                                </p:cTn>
                              </p:par>
                            </p:childTnLst>
                          </p:cTn>
                        </p:par>
                        <p:par>
                          <p:cTn id="1209" fill="hold">
                            <p:stCondLst>
                              <p:cond delay="1500"/>
                            </p:stCondLst>
                            <p:childTnLst>
                              <p:par>
                                <p:cTn id="1210" presetID="31" presetClass="exit" presetSubtype="0" fill="hold" grpId="1" nodeType="afterEffect">
                                  <p:stCondLst>
                                    <p:cond delay="0"/>
                                  </p:stCondLst>
                                  <p:childTnLst>
                                    <p:anim calcmode="lin" valueType="num">
                                      <p:cBhvr>
                                        <p:cTn id="1211" dur="1000"/>
                                        <p:tgtEl>
                                          <p:spTgt spid="59"/>
                                        </p:tgtEl>
                                        <p:attrNameLst>
                                          <p:attrName>ppt_w</p:attrName>
                                        </p:attrNameLst>
                                      </p:cBhvr>
                                      <p:tavLst>
                                        <p:tav tm="0">
                                          <p:val>
                                            <p:strVal val="ppt_w"/>
                                          </p:val>
                                        </p:tav>
                                        <p:tav tm="100000">
                                          <p:val>
                                            <p:fltVal val="0"/>
                                          </p:val>
                                        </p:tav>
                                      </p:tavLst>
                                    </p:anim>
                                    <p:anim calcmode="lin" valueType="num">
                                      <p:cBhvr>
                                        <p:cTn id="1212" dur="1000"/>
                                        <p:tgtEl>
                                          <p:spTgt spid="59"/>
                                        </p:tgtEl>
                                        <p:attrNameLst>
                                          <p:attrName>ppt_h</p:attrName>
                                        </p:attrNameLst>
                                      </p:cBhvr>
                                      <p:tavLst>
                                        <p:tav tm="0">
                                          <p:val>
                                            <p:strVal val="ppt_h"/>
                                          </p:val>
                                        </p:tav>
                                        <p:tav tm="100000">
                                          <p:val>
                                            <p:fltVal val="0"/>
                                          </p:val>
                                        </p:tav>
                                      </p:tavLst>
                                    </p:anim>
                                    <p:anim calcmode="lin" valueType="num">
                                      <p:cBhvr>
                                        <p:cTn id="1213" dur="1000"/>
                                        <p:tgtEl>
                                          <p:spTgt spid="59"/>
                                        </p:tgtEl>
                                        <p:attrNameLst>
                                          <p:attrName>style.rotation</p:attrName>
                                        </p:attrNameLst>
                                      </p:cBhvr>
                                      <p:tavLst>
                                        <p:tav tm="0">
                                          <p:val>
                                            <p:fltVal val="0"/>
                                          </p:val>
                                        </p:tav>
                                        <p:tav tm="100000">
                                          <p:val>
                                            <p:fltVal val="90"/>
                                          </p:val>
                                        </p:tav>
                                      </p:tavLst>
                                    </p:anim>
                                    <p:animEffect transition="out" filter="fade">
                                      <p:cBhvr>
                                        <p:cTn id="1214" dur="1000"/>
                                        <p:tgtEl>
                                          <p:spTgt spid="59"/>
                                        </p:tgtEl>
                                      </p:cBhvr>
                                    </p:animEffect>
                                    <p:set>
                                      <p:cBhvr>
                                        <p:cTn id="1215" dur="1" fill="hold">
                                          <p:stCondLst>
                                            <p:cond delay="999"/>
                                          </p:stCondLst>
                                        </p:cTn>
                                        <p:tgtEl>
                                          <p:spTgt spid="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1" grpId="1" animBg="1"/>
      <p:bldP spid="51" grpId="2" animBg="1"/>
      <p:bldP spid="52" grpId="0" animBg="1"/>
      <p:bldP spid="52" grpId="1" animBg="1"/>
      <p:bldP spid="52" grpId="2" animBg="1"/>
      <p:bldP spid="53" grpId="0" animBg="1"/>
      <p:bldP spid="53" grpId="1" animBg="1"/>
      <p:bldP spid="53" grpId="2" animBg="1"/>
      <p:bldP spid="54" grpId="0" animBg="1"/>
      <p:bldP spid="54" grpId="1" animBg="1"/>
      <p:bldP spid="54" grpId="2" animBg="1"/>
      <p:bldP spid="55" grpId="0" animBg="1"/>
      <p:bldP spid="55" grpId="1" animBg="1"/>
      <p:bldP spid="55" grpId="2" animBg="1"/>
      <p:bldP spid="55" grpId="3" animBg="1"/>
      <p:bldP spid="56" grpId="0" animBg="1"/>
      <p:bldP spid="56" grpId="1" animBg="1"/>
      <p:bldP spid="56" grpId="2" animBg="1"/>
      <p:bldP spid="56" grpId="3" animBg="1"/>
      <p:bldP spid="57" grpId="0" animBg="1"/>
      <p:bldP spid="57" grpId="1" animBg="1"/>
      <p:bldP spid="57" grpId="2" animBg="1"/>
      <p:bldP spid="58" grpId="0" animBg="1"/>
      <p:bldP spid="58" grpId="1" animBg="1"/>
      <p:bldP spid="58" grpId="2" animBg="1"/>
      <p:bldP spid="59" grpId="0" animBg="1"/>
      <p:bldP spid="59" grpId="1" animBg="1"/>
      <p:bldP spid="2" grpId="0"/>
      <p:bldP spid="2" grpId="1"/>
      <p:bldP spid="65" grpId="0" animBg="1"/>
      <p:bldP spid="65" grpId="1" animBg="1"/>
      <p:bldP spid="71" grpId="0"/>
      <p:bldP spid="71" grpId="1"/>
      <p:bldP spid="79" grpId="0" animBg="1"/>
      <p:bldP spid="79" grpId="1" animBg="1"/>
      <p:bldP spid="85" grpId="0"/>
      <p:bldP spid="85" grpId="1"/>
      <p:bldP spid="94" grpId="0" animBg="1"/>
      <p:bldP spid="94" grpId="1" animBg="1"/>
      <p:bldP spid="100" grpId="0"/>
      <p:bldP spid="100" grpId="1"/>
      <p:bldP spid="107" grpId="0" animBg="1"/>
      <p:bldP spid="107" grpId="1" animBg="1"/>
      <p:bldP spid="113" grpId="0"/>
      <p:bldP spid="113" grpId="1"/>
      <p:bldP spid="135" grpId="0"/>
      <p:bldP spid="135" grpId="1"/>
      <p:bldP spid="136" grpId="0" animBg="1"/>
      <p:bldP spid="136" grpId="1" animBg="1"/>
      <p:bldP spid="148" grpId="0" animBg="1"/>
      <p:bldP spid="148" grpId="1" animBg="1"/>
      <p:bldP spid="154" grpId="0"/>
      <p:bldP spid="154" grpId="1"/>
      <p:bldP spid="158" grpId="0"/>
      <p:bldP spid="158" grpId="1"/>
      <p:bldP spid="159" grpId="0" animBg="1"/>
      <p:bldP spid="159" grpId="1" animBg="1"/>
      <p:bldP spid="5" grpId="0"/>
      <p:bldP spid="6" grpId="0"/>
      <p:bldP spid="6" grpId="1"/>
      <p:bldP spid="194" grpId="0"/>
      <p:bldP spid="194" grpId="1"/>
      <p:bldP spid="195" grpId="0"/>
      <p:bldP spid="195" grpId="1"/>
      <p:bldP spid="196" grpId="0"/>
      <p:bldP spid="196" grpId="1"/>
      <p:bldP spid="197" grpId="0"/>
      <p:bldP spid="197" grpId="1"/>
      <p:bldP spid="198" grpId="0"/>
      <p:bldP spid="198" grpId="1"/>
      <p:bldP spid="199" grpId="0"/>
      <p:bldP spid="199" grpId="1"/>
      <p:bldP spid="200" grpId="0"/>
      <p:bldP spid="200" grpId="1"/>
      <p:bldP spid="7" grpId="0" uiExpand="1" build="p"/>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直接连接符 278657">
            <a:extLst>
              <a:ext uri="{FF2B5EF4-FFF2-40B4-BE49-F238E27FC236}">
                <a16:creationId xmlns:a16="http://schemas.microsoft.com/office/drawing/2014/main" id="{8D1C9C1E-3C6D-4425-A5A8-D79E1A336851}"/>
              </a:ext>
            </a:extLst>
          </p:cNvPr>
          <p:cNvSpPr>
            <a:spLocks noChangeShapeType="1"/>
          </p:cNvSpPr>
          <p:nvPr/>
        </p:nvSpPr>
        <p:spPr bwMode="auto">
          <a:xfrm flipH="1">
            <a:off x="11236718" y="1309520"/>
            <a:ext cx="0" cy="158502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BBBB30DA-D4A6-4A5F-AF71-265CFEE2D04D}"/>
              </a:ext>
            </a:extLst>
          </p:cNvPr>
          <p:cNvSpPr txBox="1"/>
          <p:nvPr/>
        </p:nvSpPr>
        <p:spPr>
          <a:xfrm>
            <a:off x="481772" y="1967268"/>
            <a:ext cx="8080004" cy="2062103"/>
          </a:xfrm>
          <a:prstGeom prst="rect">
            <a:avLst/>
          </a:prstGeom>
          <a:solidFill>
            <a:srgbClr val="F1F8EC"/>
          </a:solidFill>
          <a:ln w="12700">
            <a:solidFill>
              <a:schemeClr val="accent6">
                <a:lumMod val="50000"/>
              </a:schemeClr>
            </a:solidFill>
          </a:ln>
        </p:spPr>
        <p:txBody>
          <a:bodyPr wrap="square">
            <a:spAutoFit/>
          </a:bodyPr>
          <a:lstStyle/>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void</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DFSTrav</a:t>
            </a:r>
            <a:r>
              <a:rPr lang="en-US" altLang="zh-CN" sz="1600" b="1" dirty="0">
                <a:latin typeface="Courier New" panose="02070309020205020404" pitchFamily="49" charset="0"/>
                <a:cs typeface="Courier New" panose="02070309020205020404" pitchFamily="49" charset="0"/>
              </a:rPr>
              <a:t>(Graph G,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Status</a:t>
            </a:r>
            <a:r>
              <a:rPr lang="en-US" altLang="zh-CN" sz="1600" b="1" dirty="0">
                <a:latin typeface="Courier New" panose="02070309020205020404" pitchFamily="49" charset="0"/>
                <a:cs typeface="Courier New" panose="02070309020205020404" pitchFamily="49" charset="0"/>
              </a:rPr>
              <a:t>(*Visit(</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v))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zh-CN" altLang="en-US" sz="1600" b="1" dirty="0">
                <a:solidFill>
                  <a:srgbClr val="C00000"/>
                </a:solidFill>
                <a:latin typeface="Courier New" panose="02070309020205020404" pitchFamily="49" charset="0"/>
                <a:cs typeface="Courier New" panose="02070309020205020404" pitchFamily="49" charset="0"/>
              </a:rPr>
              <a:t>算法</a:t>
            </a:r>
            <a:r>
              <a:rPr lang="en-US" altLang="zh-CN" sz="1600" b="1" dirty="0">
                <a:solidFill>
                  <a:srgbClr val="C00000"/>
                </a:solidFill>
                <a:latin typeface="Courier New" panose="02070309020205020404" pitchFamily="49" charset="0"/>
                <a:cs typeface="Courier New" panose="02070309020205020404" pitchFamily="49" charset="0"/>
              </a:rPr>
              <a:t>7.5</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深度优先遍历图</a:t>
            </a:r>
            <a:r>
              <a:rPr lang="en-US" altLang="zh-CN" sz="1600" b="1" dirty="0">
                <a:solidFill>
                  <a:srgbClr val="0070C0"/>
                </a:solidFill>
                <a:latin typeface="Courier New" panose="02070309020205020404" pitchFamily="49" charset="0"/>
                <a:cs typeface="Courier New" panose="02070309020205020404" pitchFamily="49" charset="0"/>
              </a:rPr>
              <a:t>G</a:t>
            </a:r>
          </a:p>
          <a:p>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VisitFunc</a:t>
            </a:r>
            <a:r>
              <a:rPr lang="en-US" altLang="zh-CN" sz="1600" b="1" dirty="0">
                <a:latin typeface="Courier New" panose="02070309020205020404" pitchFamily="49" charset="0"/>
                <a:cs typeface="Courier New" panose="02070309020205020404" pitchFamily="49" charset="0"/>
              </a:rPr>
              <a:t> = Visit;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 使用外部函数变量</a:t>
            </a:r>
            <a:r>
              <a:rPr lang="en-US" altLang="zh-CN" sz="1600" b="1" dirty="0" err="1">
                <a:solidFill>
                  <a:srgbClr val="0070C0"/>
                </a:solidFill>
                <a:latin typeface="Courier New" panose="02070309020205020404" pitchFamily="49" charset="0"/>
                <a:cs typeface="Courier New" panose="02070309020205020404" pitchFamily="49" charset="0"/>
              </a:rPr>
              <a:t>VisitFunc</a:t>
            </a:r>
            <a:r>
              <a:rPr lang="zh-CN" altLang="en-US" sz="1600" b="1" dirty="0">
                <a:solidFill>
                  <a:srgbClr val="0070C0"/>
                </a:solidFill>
                <a:latin typeface="Courier New" panose="02070309020205020404" pitchFamily="49" charset="0"/>
                <a:cs typeface="Courier New" panose="02070309020205020404" pitchFamily="49" charset="0"/>
              </a:rPr>
              <a:t>，使</a:t>
            </a:r>
            <a:r>
              <a:rPr lang="en-US" altLang="zh-CN" sz="1600" b="1" dirty="0">
                <a:solidFill>
                  <a:srgbClr val="C00000"/>
                </a:solidFill>
                <a:latin typeface="Courier New" panose="02070309020205020404" pitchFamily="49" charset="0"/>
                <a:cs typeface="Courier New" panose="02070309020205020404" pitchFamily="49" charset="0"/>
              </a:rPr>
              <a:t>DFS</a:t>
            </a:r>
            <a:r>
              <a:rPr lang="zh-CN" altLang="en-US" sz="1600" b="1" dirty="0">
                <a:solidFill>
                  <a:srgbClr val="0070C0"/>
                </a:solidFill>
                <a:latin typeface="Courier New" panose="02070309020205020404" pitchFamily="49" charset="0"/>
                <a:cs typeface="Courier New" panose="02070309020205020404" pitchFamily="49" charset="0"/>
              </a:rPr>
              <a:t>省略函数参数</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 </a:t>
            </a:r>
            <a:r>
              <a:rPr lang="en-US" altLang="zh-CN" sz="1600" b="1" dirty="0">
                <a:latin typeface="Courier New" panose="02070309020205020404" pitchFamily="49" charset="0"/>
                <a:cs typeface="Courier New" panose="02070309020205020404" pitchFamily="49" charset="0"/>
              </a:rPr>
              <a:t>(v=0; v&lt;G-&gt;n; ++v) G-&gt;visited[v]=Visited;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访问标志初始化</a:t>
            </a:r>
          </a:p>
          <a:p>
            <a:r>
              <a:rPr lang="zh-CN" altLang="en-US"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 </a:t>
            </a:r>
            <a:r>
              <a:rPr lang="en-US" altLang="zh-CN" sz="1600" b="1" dirty="0">
                <a:latin typeface="Courier New" panose="02070309020205020404" pitchFamily="49" charset="0"/>
                <a:cs typeface="Courier New" panose="02070309020205020404" pitchFamily="49" charset="0"/>
              </a:rPr>
              <a:t>(v=0; v&lt;G-&gt;n; ++v)</a:t>
            </a:r>
          </a:p>
          <a:p>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 </a:t>
            </a:r>
            <a:r>
              <a:rPr lang="en-US" altLang="zh-CN" sz="1600" b="1" dirty="0">
                <a:latin typeface="Courier New" panose="02070309020205020404" pitchFamily="49" charset="0"/>
                <a:cs typeface="Courier New" panose="02070309020205020404" pitchFamily="49" charset="0"/>
              </a:rPr>
              <a:t>(</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UN</a:t>
            </a:r>
            <a:r>
              <a:rPr lang="en-US" altLang="zh-CN" sz="1600" b="1" dirty="0">
                <a:latin typeface="Courier New" panose="02070309020205020404" pitchFamily="49" charset="0"/>
                <a:cs typeface="Courier New" panose="02070309020205020404" pitchFamily="49" charset="0"/>
              </a:rPr>
              <a:t>VISITED==G-&gt;visited[w])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DFS</a:t>
            </a:r>
            <a:r>
              <a:rPr lang="en-US" altLang="zh-CN" sz="1600" b="1" dirty="0">
                <a:latin typeface="Courier New" panose="02070309020205020404" pitchFamily="49" charset="0"/>
                <a:cs typeface="Courier New" panose="02070309020205020404" pitchFamily="49" charset="0"/>
              </a:rPr>
              <a:t>(G, w);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对尚未访问顶点</a:t>
            </a:r>
            <a:r>
              <a:rPr lang="en-US" altLang="zh-CN" sz="1600" b="1" dirty="0">
                <a:solidFill>
                  <a:srgbClr val="0070C0"/>
                </a:solidFill>
                <a:latin typeface="Courier New" panose="02070309020205020404" pitchFamily="49" charset="0"/>
                <a:cs typeface="Courier New" panose="02070309020205020404" pitchFamily="49" charset="0"/>
              </a:rPr>
              <a:t>w</a:t>
            </a:r>
            <a:r>
              <a:rPr lang="zh-CN" altLang="en-US" sz="1600" b="1" dirty="0">
                <a:solidFill>
                  <a:srgbClr val="0070C0"/>
                </a:solidFill>
                <a:latin typeface="Courier New" panose="02070309020205020404" pitchFamily="49" charset="0"/>
                <a:cs typeface="Courier New" panose="02070309020205020404" pitchFamily="49" charset="0"/>
              </a:rPr>
              <a:t>递归调用</a:t>
            </a:r>
            <a:r>
              <a:rPr lang="en-US" altLang="zh-CN" sz="1600" b="1" dirty="0">
                <a:solidFill>
                  <a:srgbClr val="0070C0"/>
                </a:solidFill>
                <a:latin typeface="Courier New" panose="02070309020205020404" pitchFamily="49" charset="0"/>
                <a:cs typeface="Courier New" panose="02070309020205020404" pitchFamily="49" charset="0"/>
              </a:rPr>
              <a:t>DFS</a:t>
            </a:r>
          </a:p>
          <a:p>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29" name="矩形: 圆角 28">
            <a:extLst>
              <a:ext uri="{FF2B5EF4-FFF2-40B4-BE49-F238E27FC236}">
                <a16:creationId xmlns:a16="http://schemas.microsoft.com/office/drawing/2014/main" id="{BFAABC98-E9A9-4FD4-A79B-3C73CBFB545B}"/>
              </a:ext>
            </a:extLst>
          </p:cNvPr>
          <p:cNvSpPr/>
          <p:nvPr/>
        </p:nvSpPr>
        <p:spPr>
          <a:xfrm>
            <a:off x="1408495" y="283169"/>
            <a:ext cx="4048408" cy="434608"/>
          </a:xfrm>
          <a:prstGeom prst="roundRect">
            <a:avLst/>
          </a:prstGeom>
          <a:solidFill>
            <a:schemeClr val="tx2">
              <a:lumMod val="10000"/>
              <a:lumOff val="9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n>
                  <a:solidFill>
                    <a:srgbClr val="002060"/>
                  </a:solidFill>
                </a:ln>
                <a:solidFill>
                  <a:srgbClr val="C00000"/>
                </a:solidFill>
              </a:rPr>
              <a:t>算法</a:t>
            </a:r>
            <a:r>
              <a:rPr lang="en-US" altLang="zh-CN" sz="2000" b="1" dirty="0">
                <a:ln>
                  <a:solidFill>
                    <a:srgbClr val="002060"/>
                  </a:solidFill>
                </a:ln>
                <a:solidFill>
                  <a:srgbClr val="C00000"/>
                </a:solidFill>
              </a:rPr>
              <a:t>7.5</a:t>
            </a:r>
            <a:r>
              <a:rPr lang="en-US" altLang="zh-CN" sz="2000" b="1" dirty="0">
                <a:ln>
                  <a:solidFill>
                    <a:srgbClr val="002060"/>
                  </a:solidFill>
                </a:ln>
                <a:solidFill>
                  <a:srgbClr val="0070C0"/>
                </a:solidFill>
              </a:rPr>
              <a:t>  </a:t>
            </a:r>
            <a:r>
              <a:rPr lang="zh-CN" altLang="en-US" sz="2000" b="1" dirty="0">
                <a:ln>
                  <a:solidFill>
                    <a:srgbClr val="002060"/>
                  </a:solidFill>
                </a:ln>
                <a:solidFill>
                  <a:srgbClr val="0070C0"/>
                </a:solidFill>
              </a:rPr>
              <a:t>无向图的深度优先遍历</a:t>
            </a:r>
          </a:p>
        </p:txBody>
      </p:sp>
      <p:sp>
        <p:nvSpPr>
          <p:cNvPr id="30" name="文本框 29">
            <a:extLst>
              <a:ext uri="{FF2B5EF4-FFF2-40B4-BE49-F238E27FC236}">
                <a16:creationId xmlns:a16="http://schemas.microsoft.com/office/drawing/2014/main" id="{9ECD0C3C-81A9-4214-8901-A863F8746BAC}"/>
              </a:ext>
            </a:extLst>
          </p:cNvPr>
          <p:cNvSpPr txBox="1"/>
          <p:nvPr/>
        </p:nvSpPr>
        <p:spPr>
          <a:xfrm>
            <a:off x="608930" y="895931"/>
            <a:ext cx="5194438" cy="923330"/>
          </a:xfrm>
          <a:prstGeom prst="rect">
            <a:avLst/>
          </a:prstGeom>
          <a:noFill/>
        </p:spPr>
        <p:txBody>
          <a:bodyPr wrap="square" rtlCol="0">
            <a:spAutoFit/>
          </a:bodyPr>
          <a:lstStyle/>
          <a:p>
            <a:r>
              <a:rPr lang="zh-CN" altLang="en-US" b="1" dirty="0"/>
              <a:t>在</a:t>
            </a:r>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7.5</a:t>
            </a:r>
            <a:r>
              <a:rPr lang="zh-CN" altLang="en-US" b="1" dirty="0"/>
              <a:t>中</a:t>
            </a:r>
            <a:r>
              <a:rPr lang="zh-CN" altLang="en-US" b="1" dirty="0">
                <a:solidFill>
                  <a:srgbClr val="C00000"/>
                </a:solidFill>
                <a:effectLst>
                  <a:outerShdw blurRad="38100" dist="38100" dir="2700000" algn="tl">
                    <a:srgbClr val="000000">
                      <a:alpha val="43137"/>
                    </a:srgbClr>
                  </a:outerShdw>
                </a:effectLst>
              </a:rPr>
              <a:t>，</a:t>
            </a:r>
            <a:r>
              <a:rPr lang="en-US" altLang="zh-CN" b="1" dirty="0">
                <a:solidFill>
                  <a:srgbClr val="C00000"/>
                </a:solidFill>
                <a:effectLst>
                  <a:outerShdw blurRad="38100" dist="38100" dir="2700000" algn="tl">
                    <a:srgbClr val="000000">
                      <a:alpha val="43137"/>
                    </a:srgbClr>
                  </a:outerShdw>
                </a:effectLst>
              </a:rPr>
              <a:t> DFS</a:t>
            </a:r>
            <a:r>
              <a:rPr lang="zh-CN" altLang="en-US" b="1" dirty="0"/>
              <a:t>只遍历一个连通图。</a:t>
            </a:r>
            <a:endParaRPr lang="en-US" altLang="zh-CN" b="1" dirty="0"/>
          </a:p>
          <a:p>
            <a:r>
              <a:rPr lang="en-US" altLang="zh-CN" b="1" dirty="0" err="1">
                <a:solidFill>
                  <a:srgbClr val="C00000"/>
                </a:solidFill>
                <a:effectLst>
                  <a:outerShdw blurRad="38100" dist="38100" dir="2700000" algn="tl">
                    <a:srgbClr val="000000">
                      <a:alpha val="43137"/>
                    </a:srgbClr>
                  </a:outerShdw>
                </a:effectLst>
              </a:rPr>
              <a:t>DFSTrav</a:t>
            </a:r>
            <a:r>
              <a:rPr lang="zh-CN" altLang="en-US" b="1" dirty="0"/>
              <a:t>在检测到顶点未被访问时，调用</a:t>
            </a:r>
            <a:r>
              <a:rPr lang="en-US" altLang="zh-CN" b="1" dirty="0">
                <a:solidFill>
                  <a:srgbClr val="C00000"/>
                </a:solidFill>
                <a:effectLst>
                  <a:outerShdw blurRad="38100" dist="38100" dir="2700000" algn="tl">
                    <a:srgbClr val="000000">
                      <a:alpha val="43137"/>
                    </a:srgbClr>
                  </a:outerShdw>
                </a:effectLst>
              </a:rPr>
              <a:t>DFS </a:t>
            </a:r>
            <a:r>
              <a:rPr lang="zh-CN" altLang="en-US" b="1" dirty="0"/>
              <a:t>，实现了对任意图的深度优先搜索遍历。</a:t>
            </a:r>
            <a:endParaRPr lang="en-US" altLang="zh-CN" b="1" dirty="0"/>
          </a:p>
        </p:txBody>
      </p:sp>
      <p:sp>
        <p:nvSpPr>
          <p:cNvPr id="31" name="直接连接符 278657">
            <a:extLst>
              <a:ext uri="{FF2B5EF4-FFF2-40B4-BE49-F238E27FC236}">
                <a16:creationId xmlns:a16="http://schemas.microsoft.com/office/drawing/2014/main" id="{FBAD597D-C416-4752-9D84-ED01B576C7BC}"/>
              </a:ext>
            </a:extLst>
          </p:cNvPr>
          <p:cNvSpPr>
            <a:spLocks noChangeShapeType="1"/>
          </p:cNvSpPr>
          <p:nvPr/>
        </p:nvSpPr>
        <p:spPr bwMode="auto">
          <a:xfrm flipH="1" flipV="1">
            <a:off x="10417374" y="2717502"/>
            <a:ext cx="800326" cy="3368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2" name="直接连接符 278657">
            <a:extLst>
              <a:ext uri="{FF2B5EF4-FFF2-40B4-BE49-F238E27FC236}">
                <a16:creationId xmlns:a16="http://schemas.microsoft.com/office/drawing/2014/main" id="{C571879F-9B08-41EF-B74E-FBD7F10E10D0}"/>
              </a:ext>
            </a:extLst>
          </p:cNvPr>
          <p:cNvSpPr>
            <a:spLocks noChangeShapeType="1"/>
          </p:cNvSpPr>
          <p:nvPr/>
        </p:nvSpPr>
        <p:spPr bwMode="auto">
          <a:xfrm flipH="1">
            <a:off x="9355244" y="2722687"/>
            <a:ext cx="784819" cy="2673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3" name="直接连接符 278657">
            <a:extLst>
              <a:ext uri="{FF2B5EF4-FFF2-40B4-BE49-F238E27FC236}">
                <a16:creationId xmlns:a16="http://schemas.microsoft.com/office/drawing/2014/main" id="{21401F63-5EC8-402E-88D6-203F840B4C68}"/>
              </a:ext>
            </a:extLst>
          </p:cNvPr>
          <p:cNvSpPr>
            <a:spLocks noChangeShapeType="1"/>
          </p:cNvSpPr>
          <p:nvPr/>
        </p:nvSpPr>
        <p:spPr bwMode="auto">
          <a:xfrm flipH="1">
            <a:off x="9319560" y="3054323"/>
            <a:ext cx="17707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 name="直接连接符 278657">
            <a:extLst>
              <a:ext uri="{FF2B5EF4-FFF2-40B4-BE49-F238E27FC236}">
                <a16:creationId xmlns:a16="http://schemas.microsoft.com/office/drawing/2014/main" id="{050C8EE4-85D0-4585-AEC7-9BFD635A1B8D}"/>
              </a:ext>
            </a:extLst>
          </p:cNvPr>
          <p:cNvSpPr>
            <a:spLocks noChangeShapeType="1"/>
          </p:cNvSpPr>
          <p:nvPr/>
        </p:nvSpPr>
        <p:spPr bwMode="auto">
          <a:xfrm>
            <a:off x="9288105" y="1304894"/>
            <a:ext cx="0" cy="157031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 name="直接连接符 278658">
            <a:extLst>
              <a:ext uri="{FF2B5EF4-FFF2-40B4-BE49-F238E27FC236}">
                <a16:creationId xmlns:a16="http://schemas.microsoft.com/office/drawing/2014/main" id="{F9243A61-8D2B-4001-AF52-82ACF2AA23A8}"/>
              </a:ext>
            </a:extLst>
          </p:cNvPr>
          <p:cNvSpPr>
            <a:spLocks noChangeShapeType="1"/>
          </p:cNvSpPr>
          <p:nvPr/>
        </p:nvSpPr>
        <p:spPr bwMode="auto">
          <a:xfrm>
            <a:off x="9403026" y="1242226"/>
            <a:ext cx="201009" cy="20843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6" name="直接连接符 278657">
            <a:extLst>
              <a:ext uri="{FF2B5EF4-FFF2-40B4-BE49-F238E27FC236}">
                <a16:creationId xmlns:a16="http://schemas.microsoft.com/office/drawing/2014/main" id="{28CB8FF8-53F9-4D60-8B18-998C1B61CB70}"/>
              </a:ext>
            </a:extLst>
          </p:cNvPr>
          <p:cNvSpPr>
            <a:spLocks noChangeShapeType="1"/>
          </p:cNvSpPr>
          <p:nvPr/>
        </p:nvSpPr>
        <p:spPr bwMode="auto">
          <a:xfrm flipH="1">
            <a:off x="9439662" y="1187909"/>
            <a:ext cx="17707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7" name="直接连接符 278658">
            <a:extLst>
              <a:ext uri="{FF2B5EF4-FFF2-40B4-BE49-F238E27FC236}">
                <a16:creationId xmlns:a16="http://schemas.microsoft.com/office/drawing/2014/main" id="{73D9ADEF-24AC-4853-AADE-C2F11176FB8B}"/>
              </a:ext>
            </a:extLst>
          </p:cNvPr>
          <p:cNvSpPr>
            <a:spLocks noChangeShapeType="1"/>
          </p:cNvSpPr>
          <p:nvPr/>
        </p:nvSpPr>
        <p:spPr bwMode="auto">
          <a:xfrm>
            <a:off x="9351406" y="1299038"/>
            <a:ext cx="267723" cy="7135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9" name="椭圆 278653">
            <a:extLst>
              <a:ext uri="{FF2B5EF4-FFF2-40B4-BE49-F238E27FC236}">
                <a16:creationId xmlns:a16="http://schemas.microsoft.com/office/drawing/2014/main" id="{6C02D84E-09D2-45FC-9434-076CC3108465}"/>
              </a:ext>
            </a:extLst>
          </p:cNvPr>
          <p:cNvSpPr>
            <a:spLocks noChangeArrowheads="1"/>
          </p:cNvSpPr>
          <p:nvPr/>
        </p:nvSpPr>
        <p:spPr bwMode="auto">
          <a:xfrm>
            <a:off x="11049539" y="974760"/>
            <a:ext cx="324000" cy="324000"/>
          </a:xfrm>
          <a:prstGeom prst="ellipse">
            <a:avLst/>
          </a:prstGeom>
          <a:solidFill>
            <a:srgbClr val="CEF1CB"/>
          </a:solidFill>
          <a:ln w="9525">
            <a:solidFill>
              <a:schemeClr val="tx1"/>
            </a:solidFill>
            <a:round/>
            <a:headEnd/>
            <a:tailEnd/>
          </a:ln>
        </p:spPr>
        <p:txBody>
          <a:bodyPr/>
          <a:lstStyle/>
          <a:p>
            <a:pPr>
              <a:lnSpc>
                <a:spcPct val="90000"/>
              </a:lnSpc>
            </a:pPr>
            <a:endParaRPr lang="zh-CN" altLang="en-US" dirty="0">
              <a:latin typeface="Times New Roman" panose="02020603050405020304" pitchFamily="18" charset="0"/>
              <a:cs typeface="Times New Roman" panose="02020603050405020304" pitchFamily="18" charset="0"/>
            </a:endParaRPr>
          </a:p>
        </p:txBody>
      </p:sp>
      <p:sp>
        <p:nvSpPr>
          <p:cNvPr id="40" name="矩形 278659">
            <a:extLst>
              <a:ext uri="{FF2B5EF4-FFF2-40B4-BE49-F238E27FC236}">
                <a16:creationId xmlns:a16="http://schemas.microsoft.com/office/drawing/2014/main" id="{4D88CAA6-61CA-4861-B4D9-79ACDC080A9E}"/>
              </a:ext>
            </a:extLst>
          </p:cNvPr>
          <p:cNvSpPr>
            <a:spLocks noChangeArrowheads="1"/>
          </p:cNvSpPr>
          <p:nvPr/>
        </p:nvSpPr>
        <p:spPr bwMode="auto">
          <a:xfrm>
            <a:off x="11044423" y="972456"/>
            <a:ext cx="36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B</a:t>
            </a:r>
          </a:p>
        </p:txBody>
      </p:sp>
      <p:sp>
        <p:nvSpPr>
          <p:cNvPr id="42" name="椭圆 278653">
            <a:extLst>
              <a:ext uri="{FF2B5EF4-FFF2-40B4-BE49-F238E27FC236}">
                <a16:creationId xmlns:a16="http://schemas.microsoft.com/office/drawing/2014/main" id="{3E38E711-D40A-4542-9274-76096071822E}"/>
              </a:ext>
            </a:extLst>
          </p:cNvPr>
          <p:cNvSpPr>
            <a:spLocks noChangeArrowheads="1"/>
          </p:cNvSpPr>
          <p:nvPr/>
        </p:nvSpPr>
        <p:spPr bwMode="auto">
          <a:xfrm>
            <a:off x="9118487" y="965915"/>
            <a:ext cx="324000" cy="324000"/>
          </a:xfrm>
          <a:prstGeom prst="ellipse">
            <a:avLst/>
          </a:prstGeom>
          <a:solidFill>
            <a:srgbClr val="CEF1CB"/>
          </a:solidFill>
          <a:ln w="9525">
            <a:solidFill>
              <a:schemeClr val="tx1"/>
            </a:solidFill>
            <a:round/>
            <a:headEnd/>
            <a:tailEnd/>
          </a:ln>
        </p:spPr>
        <p:txBody>
          <a:bodyPr/>
          <a:lstStyle/>
          <a:p>
            <a:endParaRPr lang="zh-CN" altLang="en-US" dirty="0">
              <a:latin typeface="Times New Roman" panose="02020603050405020304" pitchFamily="18" charset="0"/>
              <a:cs typeface="Times New Roman" panose="02020603050405020304" pitchFamily="18" charset="0"/>
            </a:endParaRPr>
          </a:p>
        </p:txBody>
      </p:sp>
      <p:sp>
        <p:nvSpPr>
          <p:cNvPr id="43" name="矩形 278659">
            <a:extLst>
              <a:ext uri="{FF2B5EF4-FFF2-40B4-BE49-F238E27FC236}">
                <a16:creationId xmlns:a16="http://schemas.microsoft.com/office/drawing/2014/main" id="{EA653307-22E0-45B7-90DF-B6BB0956EBFD}"/>
              </a:ext>
            </a:extLst>
          </p:cNvPr>
          <p:cNvSpPr>
            <a:spLocks noChangeArrowheads="1"/>
          </p:cNvSpPr>
          <p:nvPr/>
        </p:nvSpPr>
        <p:spPr bwMode="auto">
          <a:xfrm>
            <a:off x="9137784" y="971607"/>
            <a:ext cx="324000" cy="3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A</a:t>
            </a:r>
          </a:p>
        </p:txBody>
      </p:sp>
      <p:sp>
        <p:nvSpPr>
          <p:cNvPr id="45" name="椭圆 278653">
            <a:extLst>
              <a:ext uri="{FF2B5EF4-FFF2-40B4-BE49-F238E27FC236}">
                <a16:creationId xmlns:a16="http://schemas.microsoft.com/office/drawing/2014/main" id="{A2ADC8CC-26BD-4DF6-9FAC-54ED01F15C26}"/>
              </a:ext>
            </a:extLst>
          </p:cNvPr>
          <p:cNvSpPr>
            <a:spLocks noChangeArrowheads="1"/>
          </p:cNvSpPr>
          <p:nvPr/>
        </p:nvSpPr>
        <p:spPr bwMode="auto">
          <a:xfrm>
            <a:off x="9539550" y="1415882"/>
            <a:ext cx="331943" cy="307778"/>
          </a:xfrm>
          <a:prstGeom prst="ellipse">
            <a:avLst/>
          </a:prstGeom>
          <a:solidFill>
            <a:srgbClr val="CEF1CB"/>
          </a:solidFill>
          <a:ln w="9525">
            <a:solidFill>
              <a:schemeClr val="tx1"/>
            </a:solidFill>
            <a:round/>
            <a:headEnd/>
            <a:tailEnd/>
          </a:ln>
        </p:spPr>
        <p:txBody>
          <a:bodyPr/>
          <a:lstStyle/>
          <a:p>
            <a:pPr>
              <a:lnSpc>
                <a:spcPct val="90000"/>
              </a:lnSpc>
            </a:pPr>
            <a:endParaRPr lang="zh-CN" altLang="en-US" dirty="0">
              <a:latin typeface="Times New Roman" panose="02020603050405020304" pitchFamily="18" charset="0"/>
              <a:cs typeface="Times New Roman" panose="02020603050405020304" pitchFamily="18" charset="0"/>
            </a:endParaRPr>
          </a:p>
        </p:txBody>
      </p:sp>
      <p:sp>
        <p:nvSpPr>
          <p:cNvPr id="46" name="矩形 278659">
            <a:extLst>
              <a:ext uri="{FF2B5EF4-FFF2-40B4-BE49-F238E27FC236}">
                <a16:creationId xmlns:a16="http://schemas.microsoft.com/office/drawing/2014/main" id="{02B44178-1F02-4EF2-9F47-135F5CBA27B3}"/>
              </a:ext>
            </a:extLst>
          </p:cNvPr>
          <p:cNvSpPr>
            <a:spLocks noChangeArrowheads="1"/>
          </p:cNvSpPr>
          <p:nvPr/>
        </p:nvSpPr>
        <p:spPr bwMode="auto">
          <a:xfrm>
            <a:off x="9559238" y="1431556"/>
            <a:ext cx="301578" cy="2769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C</a:t>
            </a:r>
          </a:p>
        </p:txBody>
      </p:sp>
      <p:sp>
        <p:nvSpPr>
          <p:cNvPr id="48" name="直接连接符 278657">
            <a:extLst>
              <a:ext uri="{FF2B5EF4-FFF2-40B4-BE49-F238E27FC236}">
                <a16:creationId xmlns:a16="http://schemas.microsoft.com/office/drawing/2014/main" id="{3E43A323-EB89-47DF-810A-830F273EF8F3}"/>
              </a:ext>
            </a:extLst>
          </p:cNvPr>
          <p:cNvSpPr>
            <a:spLocks noChangeShapeType="1"/>
          </p:cNvSpPr>
          <p:nvPr/>
        </p:nvSpPr>
        <p:spPr bwMode="auto">
          <a:xfrm flipH="1" flipV="1">
            <a:off x="10433673" y="1584257"/>
            <a:ext cx="259831" cy="420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a:latin typeface="Times New Roman" panose="02020603050405020304" pitchFamily="18" charset="0"/>
              <a:cs typeface="Times New Roman" panose="02020603050405020304" pitchFamily="18" charset="0"/>
            </a:endParaRPr>
          </a:p>
        </p:txBody>
      </p:sp>
      <p:sp>
        <p:nvSpPr>
          <p:cNvPr id="53" name="椭圆 278653">
            <a:extLst>
              <a:ext uri="{FF2B5EF4-FFF2-40B4-BE49-F238E27FC236}">
                <a16:creationId xmlns:a16="http://schemas.microsoft.com/office/drawing/2014/main" id="{82CE781D-7E2A-4934-A4E6-E08707529DB0}"/>
              </a:ext>
            </a:extLst>
          </p:cNvPr>
          <p:cNvSpPr>
            <a:spLocks noChangeArrowheads="1"/>
          </p:cNvSpPr>
          <p:nvPr/>
        </p:nvSpPr>
        <p:spPr bwMode="auto">
          <a:xfrm>
            <a:off x="10112183" y="1435659"/>
            <a:ext cx="331942" cy="307778"/>
          </a:xfrm>
          <a:prstGeom prst="ellipse">
            <a:avLst/>
          </a:prstGeom>
          <a:solidFill>
            <a:srgbClr val="CEF1CB"/>
          </a:solidFill>
          <a:ln w="9525">
            <a:solidFill>
              <a:schemeClr val="tx1"/>
            </a:solidFill>
            <a:round/>
            <a:headEnd/>
            <a:tailEnd/>
          </a:ln>
        </p:spPr>
        <p:txBody>
          <a:bodyPr/>
          <a:lstStyle/>
          <a:p>
            <a:pPr>
              <a:lnSpc>
                <a:spcPct val="90000"/>
              </a:lnSpc>
            </a:pPr>
            <a:endParaRPr lang="zh-CN" altLang="en-US" dirty="0">
              <a:latin typeface="Times New Roman" panose="02020603050405020304" pitchFamily="18" charset="0"/>
              <a:cs typeface="Times New Roman" panose="02020603050405020304" pitchFamily="18" charset="0"/>
            </a:endParaRPr>
          </a:p>
        </p:txBody>
      </p:sp>
      <p:sp>
        <p:nvSpPr>
          <p:cNvPr id="54" name="矩形 278659">
            <a:extLst>
              <a:ext uri="{FF2B5EF4-FFF2-40B4-BE49-F238E27FC236}">
                <a16:creationId xmlns:a16="http://schemas.microsoft.com/office/drawing/2014/main" id="{BB6FA306-6B29-49E8-8C78-58E18E155F06}"/>
              </a:ext>
            </a:extLst>
          </p:cNvPr>
          <p:cNvSpPr>
            <a:spLocks noChangeArrowheads="1"/>
          </p:cNvSpPr>
          <p:nvPr/>
        </p:nvSpPr>
        <p:spPr bwMode="auto">
          <a:xfrm>
            <a:off x="10101369" y="1452673"/>
            <a:ext cx="3561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D</a:t>
            </a:r>
          </a:p>
        </p:txBody>
      </p:sp>
      <p:sp>
        <p:nvSpPr>
          <p:cNvPr id="51" name="椭圆 278653">
            <a:extLst>
              <a:ext uri="{FF2B5EF4-FFF2-40B4-BE49-F238E27FC236}">
                <a16:creationId xmlns:a16="http://schemas.microsoft.com/office/drawing/2014/main" id="{4991DF10-C7BD-4A3A-A86F-E27A56456D7F}"/>
              </a:ext>
            </a:extLst>
          </p:cNvPr>
          <p:cNvSpPr>
            <a:spLocks noChangeArrowheads="1"/>
          </p:cNvSpPr>
          <p:nvPr/>
        </p:nvSpPr>
        <p:spPr bwMode="auto">
          <a:xfrm>
            <a:off x="10696060" y="1433717"/>
            <a:ext cx="331942" cy="307778"/>
          </a:xfrm>
          <a:prstGeom prst="ellipse">
            <a:avLst/>
          </a:prstGeom>
          <a:solidFill>
            <a:srgbClr val="CEF1CB"/>
          </a:solidFill>
          <a:ln w="9525">
            <a:solidFill>
              <a:schemeClr val="tx1"/>
            </a:solidFill>
            <a:round/>
            <a:headEnd/>
            <a:tailEnd/>
          </a:ln>
        </p:spPr>
        <p:txBody>
          <a:bodyPr/>
          <a:lstStyle/>
          <a:p>
            <a:pPr>
              <a:lnSpc>
                <a:spcPct val="90000"/>
              </a:lnSpc>
            </a:pPr>
            <a:endParaRPr lang="zh-CN" altLang="en-US" dirty="0">
              <a:latin typeface="Times New Roman" panose="02020603050405020304" pitchFamily="18" charset="0"/>
              <a:cs typeface="Times New Roman" panose="02020603050405020304" pitchFamily="18" charset="0"/>
            </a:endParaRPr>
          </a:p>
        </p:txBody>
      </p:sp>
      <p:sp>
        <p:nvSpPr>
          <p:cNvPr id="52" name="矩形 278659">
            <a:extLst>
              <a:ext uri="{FF2B5EF4-FFF2-40B4-BE49-F238E27FC236}">
                <a16:creationId xmlns:a16="http://schemas.microsoft.com/office/drawing/2014/main" id="{E416440A-C1BE-4DF4-8092-94963DA887F2}"/>
              </a:ext>
            </a:extLst>
          </p:cNvPr>
          <p:cNvSpPr>
            <a:spLocks noChangeArrowheads="1"/>
          </p:cNvSpPr>
          <p:nvPr/>
        </p:nvSpPr>
        <p:spPr bwMode="auto">
          <a:xfrm>
            <a:off x="10685246" y="1450731"/>
            <a:ext cx="3561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E</a:t>
            </a:r>
          </a:p>
        </p:txBody>
      </p:sp>
      <p:sp>
        <p:nvSpPr>
          <p:cNvPr id="56" name="椭圆 278653">
            <a:extLst>
              <a:ext uri="{FF2B5EF4-FFF2-40B4-BE49-F238E27FC236}">
                <a16:creationId xmlns:a16="http://schemas.microsoft.com/office/drawing/2014/main" id="{73A863F9-7AC6-42CB-87E8-3D87CA393339}"/>
              </a:ext>
            </a:extLst>
          </p:cNvPr>
          <p:cNvSpPr>
            <a:spLocks noChangeArrowheads="1"/>
          </p:cNvSpPr>
          <p:nvPr/>
        </p:nvSpPr>
        <p:spPr bwMode="auto">
          <a:xfrm>
            <a:off x="9529752" y="1982519"/>
            <a:ext cx="321473" cy="307778"/>
          </a:xfrm>
          <a:prstGeom prst="ellipse">
            <a:avLst/>
          </a:prstGeom>
          <a:solidFill>
            <a:srgbClr val="CEF1CB"/>
          </a:solidFill>
          <a:ln w="9525">
            <a:solidFill>
              <a:schemeClr val="tx1"/>
            </a:solidFill>
            <a:round/>
            <a:headEnd/>
            <a:tailEnd/>
          </a:ln>
        </p:spPr>
        <p:txBody>
          <a:bodyPr/>
          <a:lstStyle/>
          <a:p>
            <a:pPr>
              <a:lnSpc>
                <a:spcPct val="90000"/>
              </a:lnSpc>
            </a:pPr>
            <a:endParaRPr lang="zh-CN" altLang="en-US" dirty="0">
              <a:latin typeface="Times New Roman" panose="02020603050405020304" pitchFamily="18" charset="0"/>
              <a:cs typeface="Times New Roman" panose="02020603050405020304" pitchFamily="18" charset="0"/>
            </a:endParaRPr>
          </a:p>
        </p:txBody>
      </p:sp>
      <p:sp>
        <p:nvSpPr>
          <p:cNvPr id="57" name="矩形 278659">
            <a:extLst>
              <a:ext uri="{FF2B5EF4-FFF2-40B4-BE49-F238E27FC236}">
                <a16:creationId xmlns:a16="http://schemas.microsoft.com/office/drawing/2014/main" id="{4FDB089C-2110-4D6E-9B29-05AC618FA7B7}"/>
              </a:ext>
            </a:extLst>
          </p:cNvPr>
          <p:cNvSpPr>
            <a:spLocks noChangeArrowheads="1"/>
          </p:cNvSpPr>
          <p:nvPr/>
        </p:nvSpPr>
        <p:spPr bwMode="auto">
          <a:xfrm>
            <a:off x="9519278" y="1998178"/>
            <a:ext cx="37881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F</a:t>
            </a:r>
          </a:p>
        </p:txBody>
      </p:sp>
      <p:sp>
        <p:nvSpPr>
          <p:cNvPr id="59" name="椭圆 278653">
            <a:extLst>
              <a:ext uri="{FF2B5EF4-FFF2-40B4-BE49-F238E27FC236}">
                <a16:creationId xmlns:a16="http://schemas.microsoft.com/office/drawing/2014/main" id="{FFA2D614-86F0-4558-82A5-08B66FAD0443}"/>
              </a:ext>
            </a:extLst>
          </p:cNvPr>
          <p:cNvSpPr>
            <a:spLocks noChangeArrowheads="1"/>
          </p:cNvSpPr>
          <p:nvPr/>
        </p:nvSpPr>
        <p:spPr bwMode="auto">
          <a:xfrm>
            <a:off x="10128800" y="2486682"/>
            <a:ext cx="343578" cy="307778"/>
          </a:xfrm>
          <a:prstGeom prst="ellipse">
            <a:avLst/>
          </a:prstGeom>
          <a:solidFill>
            <a:srgbClr val="CEF1CB"/>
          </a:solidFill>
          <a:ln w="9525">
            <a:solidFill>
              <a:schemeClr val="tx1"/>
            </a:solidFill>
            <a:round/>
            <a:headEnd/>
            <a:tailEnd/>
          </a:ln>
        </p:spPr>
        <p:txBody>
          <a:bodyPr/>
          <a:lstStyle/>
          <a:p>
            <a:endParaRPr lang="zh-CN" altLang="en-US" dirty="0">
              <a:latin typeface="Times New Roman" panose="02020603050405020304" pitchFamily="18" charset="0"/>
              <a:cs typeface="Times New Roman" panose="02020603050405020304" pitchFamily="18" charset="0"/>
            </a:endParaRPr>
          </a:p>
        </p:txBody>
      </p:sp>
      <p:sp>
        <p:nvSpPr>
          <p:cNvPr id="60" name="矩形 278659">
            <a:extLst>
              <a:ext uri="{FF2B5EF4-FFF2-40B4-BE49-F238E27FC236}">
                <a16:creationId xmlns:a16="http://schemas.microsoft.com/office/drawing/2014/main" id="{80A6E089-AFAE-42F7-8908-FDC44D8AEB0B}"/>
              </a:ext>
            </a:extLst>
          </p:cNvPr>
          <p:cNvSpPr>
            <a:spLocks noChangeArrowheads="1"/>
          </p:cNvSpPr>
          <p:nvPr/>
        </p:nvSpPr>
        <p:spPr bwMode="auto">
          <a:xfrm>
            <a:off x="10117607" y="2510310"/>
            <a:ext cx="3737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J</a:t>
            </a:r>
          </a:p>
        </p:txBody>
      </p:sp>
      <p:sp>
        <p:nvSpPr>
          <p:cNvPr id="62" name="直接连接符 278657">
            <a:extLst>
              <a:ext uri="{FF2B5EF4-FFF2-40B4-BE49-F238E27FC236}">
                <a16:creationId xmlns:a16="http://schemas.microsoft.com/office/drawing/2014/main" id="{B263BF4D-1037-4D00-8CF9-FB01A595585A}"/>
              </a:ext>
            </a:extLst>
          </p:cNvPr>
          <p:cNvSpPr>
            <a:spLocks noChangeShapeType="1"/>
          </p:cNvSpPr>
          <p:nvPr/>
        </p:nvSpPr>
        <p:spPr bwMode="auto">
          <a:xfrm flipH="1">
            <a:off x="10860964" y="2277383"/>
            <a:ext cx="0" cy="190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a:latin typeface="Times New Roman" panose="02020603050405020304" pitchFamily="18" charset="0"/>
              <a:cs typeface="Times New Roman" panose="02020603050405020304" pitchFamily="18" charset="0"/>
            </a:endParaRPr>
          </a:p>
        </p:txBody>
      </p:sp>
      <p:sp>
        <p:nvSpPr>
          <p:cNvPr id="63" name="直接连接符 278657">
            <a:extLst>
              <a:ext uri="{FF2B5EF4-FFF2-40B4-BE49-F238E27FC236}">
                <a16:creationId xmlns:a16="http://schemas.microsoft.com/office/drawing/2014/main" id="{648F59E6-EF95-4DE5-8A7A-49BD6D889912}"/>
              </a:ext>
            </a:extLst>
          </p:cNvPr>
          <p:cNvSpPr>
            <a:spLocks noChangeShapeType="1"/>
          </p:cNvSpPr>
          <p:nvPr/>
        </p:nvSpPr>
        <p:spPr bwMode="auto">
          <a:xfrm flipH="1" flipV="1">
            <a:off x="10407776" y="2129641"/>
            <a:ext cx="281191" cy="42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a:latin typeface="Times New Roman" panose="02020603050405020304" pitchFamily="18" charset="0"/>
              <a:cs typeface="Times New Roman" panose="02020603050405020304" pitchFamily="18" charset="0"/>
            </a:endParaRPr>
          </a:p>
        </p:txBody>
      </p:sp>
      <p:sp>
        <p:nvSpPr>
          <p:cNvPr id="64" name="直接连接符 278657">
            <a:extLst>
              <a:ext uri="{FF2B5EF4-FFF2-40B4-BE49-F238E27FC236}">
                <a16:creationId xmlns:a16="http://schemas.microsoft.com/office/drawing/2014/main" id="{A2AF36CD-CA1F-4B34-B013-073CDA6B4531}"/>
              </a:ext>
            </a:extLst>
          </p:cNvPr>
          <p:cNvSpPr>
            <a:spLocks noChangeShapeType="1"/>
          </p:cNvSpPr>
          <p:nvPr/>
        </p:nvSpPr>
        <p:spPr bwMode="auto">
          <a:xfrm flipH="1">
            <a:off x="9793806" y="2229602"/>
            <a:ext cx="359656" cy="2837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a:latin typeface="Times New Roman" panose="02020603050405020304" pitchFamily="18" charset="0"/>
              <a:cs typeface="Times New Roman" panose="02020603050405020304" pitchFamily="18" charset="0"/>
            </a:endParaRPr>
          </a:p>
        </p:txBody>
      </p:sp>
      <p:sp>
        <p:nvSpPr>
          <p:cNvPr id="65" name="直接连接符 278658">
            <a:extLst>
              <a:ext uri="{FF2B5EF4-FFF2-40B4-BE49-F238E27FC236}">
                <a16:creationId xmlns:a16="http://schemas.microsoft.com/office/drawing/2014/main" id="{6F96E2C5-F2D6-4BB7-BA08-CF78D0E81665}"/>
              </a:ext>
            </a:extLst>
          </p:cNvPr>
          <p:cNvSpPr>
            <a:spLocks noChangeShapeType="1"/>
          </p:cNvSpPr>
          <p:nvPr/>
        </p:nvSpPr>
        <p:spPr bwMode="auto">
          <a:xfrm>
            <a:off x="10337433" y="2183965"/>
            <a:ext cx="393710" cy="32937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a:latin typeface="Times New Roman" panose="02020603050405020304" pitchFamily="18" charset="0"/>
              <a:cs typeface="Times New Roman" panose="02020603050405020304" pitchFamily="18" charset="0"/>
            </a:endParaRPr>
          </a:p>
        </p:txBody>
      </p:sp>
      <p:sp>
        <p:nvSpPr>
          <p:cNvPr id="76" name="椭圆 278653">
            <a:extLst>
              <a:ext uri="{FF2B5EF4-FFF2-40B4-BE49-F238E27FC236}">
                <a16:creationId xmlns:a16="http://schemas.microsoft.com/office/drawing/2014/main" id="{63319586-177D-4688-B683-FFA7A086AAC9}"/>
              </a:ext>
            </a:extLst>
          </p:cNvPr>
          <p:cNvSpPr>
            <a:spLocks noChangeArrowheads="1"/>
          </p:cNvSpPr>
          <p:nvPr/>
        </p:nvSpPr>
        <p:spPr bwMode="auto">
          <a:xfrm>
            <a:off x="10093101" y="1983377"/>
            <a:ext cx="338759" cy="307778"/>
          </a:xfrm>
          <a:prstGeom prst="ellipse">
            <a:avLst/>
          </a:prstGeom>
          <a:solidFill>
            <a:srgbClr val="CEF1CB"/>
          </a:solidFill>
          <a:ln w="9525">
            <a:solidFill>
              <a:schemeClr val="tx1"/>
            </a:solidFill>
            <a:round/>
            <a:headEnd/>
            <a:tailEnd/>
          </a:ln>
        </p:spPr>
        <p:txBody>
          <a:bodyPr/>
          <a:lstStyle/>
          <a:p>
            <a:pPr>
              <a:lnSpc>
                <a:spcPct val="90000"/>
              </a:lnSpc>
            </a:pPr>
            <a:endParaRPr lang="zh-CN" altLang="en-US" dirty="0">
              <a:latin typeface="Times New Roman" panose="02020603050405020304" pitchFamily="18" charset="0"/>
              <a:cs typeface="Times New Roman" panose="02020603050405020304" pitchFamily="18" charset="0"/>
            </a:endParaRPr>
          </a:p>
        </p:txBody>
      </p:sp>
      <p:sp>
        <p:nvSpPr>
          <p:cNvPr id="77" name="矩形 278659">
            <a:extLst>
              <a:ext uri="{FF2B5EF4-FFF2-40B4-BE49-F238E27FC236}">
                <a16:creationId xmlns:a16="http://schemas.microsoft.com/office/drawing/2014/main" id="{E6C7A8B2-7306-4242-916F-3436431E0984}"/>
              </a:ext>
            </a:extLst>
          </p:cNvPr>
          <p:cNvSpPr>
            <a:spLocks noChangeArrowheads="1"/>
          </p:cNvSpPr>
          <p:nvPr/>
        </p:nvSpPr>
        <p:spPr bwMode="auto">
          <a:xfrm>
            <a:off x="10082065" y="2000391"/>
            <a:ext cx="3634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G</a:t>
            </a:r>
          </a:p>
        </p:txBody>
      </p:sp>
      <p:sp>
        <p:nvSpPr>
          <p:cNvPr id="74" name="椭圆 278653">
            <a:extLst>
              <a:ext uri="{FF2B5EF4-FFF2-40B4-BE49-F238E27FC236}">
                <a16:creationId xmlns:a16="http://schemas.microsoft.com/office/drawing/2014/main" id="{E2231BD9-B186-411D-9981-C8DE6345622A}"/>
              </a:ext>
            </a:extLst>
          </p:cNvPr>
          <p:cNvSpPr>
            <a:spLocks noChangeArrowheads="1"/>
          </p:cNvSpPr>
          <p:nvPr/>
        </p:nvSpPr>
        <p:spPr bwMode="auto">
          <a:xfrm>
            <a:off x="10688968" y="1981435"/>
            <a:ext cx="338759" cy="307778"/>
          </a:xfrm>
          <a:prstGeom prst="ellipse">
            <a:avLst/>
          </a:prstGeom>
          <a:solidFill>
            <a:srgbClr val="CEF1CB"/>
          </a:solidFill>
          <a:ln w="9525">
            <a:solidFill>
              <a:schemeClr val="tx1"/>
            </a:solidFill>
            <a:round/>
            <a:headEnd/>
            <a:tailEnd/>
          </a:ln>
        </p:spPr>
        <p:txBody>
          <a:bodyPr/>
          <a:lstStyle/>
          <a:p>
            <a:pPr>
              <a:lnSpc>
                <a:spcPct val="90000"/>
              </a:lnSpc>
            </a:pPr>
            <a:endParaRPr lang="zh-CN" altLang="en-US" dirty="0">
              <a:latin typeface="Times New Roman" panose="02020603050405020304" pitchFamily="18" charset="0"/>
              <a:cs typeface="Times New Roman" panose="02020603050405020304" pitchFamily="18" charset="0"/>
            </a:endParaRPr>
          </a:p>
        </p:txBody>
      </p:sp>
      <p:sp>
        <p:nvSpPr>
          <p:cNvPr id="75" name="矩形 278659">
            <a:extLst>
              <a:ext uri="{FF2B5EF4-FFF2-40B4-BE49-F238E27FC236}">
                <a16:creationId xmlns:a16="http://schemas.microsoft.com/office/drawing/2014/main" id="{4CF21CD8-B4F5-469F-A2BB-F0A73333738C}"/>
              </a:ext>
            </a:extLst>
          </p:cNvPr>
          <p:cNvSpPr>
            <a:spLocks noChangeArrowheads="1"/>
          </p:cNvSpPr>
          <p:nvPr/>
        </p:nvSpPr>
        <p:spPr bwMode="auto">
          <a:xfrm>
            <a:off x="10677932" y="1998449"/>
            <a:ext cx="3634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H</a:t>
            </a:r>
          </a:p>
        </p:txBody>
      </p:sp>
      <p:sp>
        <p:nvSpPr>
          <p:cNvPr id="72" name="椭圆 278653">
            <a:extLst>
              <a:ext uri="{FF2B5EF4-FFF2-40B4-BE49-F238E27FC236}">
                <a16:creationId xmlns:a16="http://schemas.microsoft.com/office/drawing/2014/main" id="{F669F753-B55C-4A61-941A-7EA4FD376D4F}"/>
              </a:ext>
            </a:extLst>
          </p:cNvPr>
          <p:cNvSpPr>
            <a:spLocks noChangeArrowheads="1"/>
          </p:cNvSpPr>
          <p:nvPr/>
        </p:nvSpPr>
        <p:spPr bwMode="auto">
          <a:xfrm>
            <a:off x="9531073" y="2468095"/>
            <a:ext cx="315954" cy="307778"/>
          </a:xfrm>
          <a:prstGeom prst="ellipse">
            <a:avLst/>
          </a:prstGeom>
          <a:solidFill>
            <a:srgbClr val="CEF1CB"/>
          </a:solidFill>
          <a:ln w="9525">
            <a:solidFill>
              <a:schemeClr val="tx1"/>
            </a:solidFill>
            <a:round/>
            <a:headEnd/>
            <a:tailEnd/>
          </a:ln>
        </p:spPr>
        <p:txBody>
          <a:bodyPr/>
          <a:lstStyle/>
          <a:p>
            <a:pPr>
              <a:lnSpc>
                <a:spcPct val="90000"/>
              </a:lnSpc>
            </a:pPr>
            <a:endParaRPr lang="zh-CN" altLang="en-US" dirty="0">
              <a:latin typeface="Times New Roman" panose="02020603050405020304" pitchFamily="18" charset="0"/>
              <a:cs typeface="Times New Roman" panose="02020603050405020304" pitchFamily="18" charset="0"/>
            </a:endParaRPr>
          </a:p>
        </p:txBody>
      </p:sp>
      <p:sp>
        <p:nvSpPr>
          <p:cNvPr id="73" name="矩形 278659">
            <a:extLst>
              <a:ext uri="{FF2B5EF4-FFF2-40B4-BE49-F238E27FC236}">
                <a16:creationId xmlns:a16="http://schemas.microsoft.com/office/drawing/2014/main" id="{BFD97FA5-4334-4D9B-9A1E-C0A893B1E170}"/>
              </a:ext>
            </a:extLst>
          </p:cNvPr>
          <p:cNvSpPr>
            <a:spLocks noChangeArrowheads="1"/>
          </p:cNvSpPr>
          <p:nvPr/>
        </p:nvSpPr>
        <p:spPr bwMode="auto">
          <a:xfrm>
            <a:off x="9497234" y="2485109"/>
            <a:ext cx="3634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I</a:t>
            </a:r>
          </a:p>
        </p:txBody>
      </p:sp>
      <p:sp>
        <p:nvSpPr>
          <p:cNvPr id="70" name="椭圆 278653">
            <a:extLst>
              <a:ext uri="{FF2B5EF4-FFF2-40B4-BE49-F238E27FC236}">
                <a16:creationId xmlns:a16="http://schemas.microsoft.com/office/drawing/2014/main" id="{03C0E15D-4272-44F1-A5E2-A5145BA04D10}"/>
              </a:ext>
            </a:extLst>
          </p:cNvPr>
          <p:cNvSpPr>
            <a:spLocks noChangeArrowheads="1"/>
          </p:cNvSpPr>
          <p:nvPr/>
        </p:nvSpPr>
        <p:spPr bwMode="auto">
          <a:xfrm>
            <a:off x="10716060" y="2471958"/>
            <a:ext cx="338759" cy="307778"/>
          </a:xfrm>
          <a:prstGeom prst="ellipse">
            <a:avLst/>
          </a:prstGeom>
          <a:solidFill>
            <a:srgbClr val="CEF1CB"/>
          </a:solidFill>
          <a:ln w="9525">
            <a:solidFill>
              <a:schemeClr val="tx1"/>
            </a:solidFill>
            <a:round/>
            <a:headEnd/>
            <a:tailEnd/>
          </a:ln>
        </p:spPr>
        <p:txBody>
          <a:bodyPr/>
          <a:lstStyle/>
          <a:p>
            <a:pPr>
              <a:lnSpc>
                <a:spcPct val="90000"/>
              </a:lnSpc>
            </a:pPr>
            <a:endParaRPr lang="zh-CN" altLang="en-US" dirty="0">
              <a:latin typeface="Times New Roman" panose="02020603050405020304" pitchFamily="18" charset="0"/>
              <a:cs typeface="Times New Roman" panose="02020603050405020304" pitchFamily="18" charset="0"/>
            </a:endParaRPr>
          </a:p>
        </p:txBody>
      </p:sp>
      <p:sp>
        <p:nvSpPr>
          <p:cNvPr id="71" name="矩形 278659">
            <a:extLst>
              <a:ext uri="{FF2B5EF4-FFF2-40B4-BE49-F238E27FC236}">
                <a16:creationId xmlns:a16="http://schemas.microsoft.com/office/drawing/2014/main" id="{8C4EDE2D-FB87-4FD1-A41C-7AECB729CAF8}"/>
              </a:ext>
            </a:extLst>
          </p:cNvPr>
          <p:cNvSpPr>
            <a:spLocks noChangeArrowheads="1"/>
          </p:cNvSpPr>
          <p:nvPr/>
        </p:nvSpPr>
        <p:spPr bwMode="auto">
          <a:xfrm>
            <a:off x="10705024" y="2488972"/>
            <a:ext cx="3634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K</a:t>
            </a:r>
          </a:p>
        </p:txBody>
      </p:sp>
      <p:sp>
        <p:nvSpPr>
          <p:cNvPr id="79" name="椭圆 278653">
            <a:extLst>
              <a:ext uri="{FF2B5EF4-FFF2-40B4-BE49-F238E27FC236}">
                <a16:creationId xmlns:a16="http://schemas.microsoft.com/office/drawing/2014/main" id="{B8C90987-EDEC-4811-AF78-7103747602C6}"/>
              </a:ext>
            </a:extLst>
          </p:cNvPr>
          <p:cNvSpPr>
            <a:spLocks noChangeArrowheads="1"/>
          </p:cNvSpPr>
          <p:nvPr/>
        </p:nvSpPr>
        <p:spPr bwMode="auto">
          <a:xfrm>
            <a:off x="9120849" y="2879156"/>
            <a:ext cx="322195" cy="307778"/>
          </a:xfrm>
          <a:prstGeom prst="ellipse">
            <a:avLst/>
          </a:prstGeom>
          <a:solidFill>
            <a:srgbClr val="CEF1CB"/>
          </a:solidFill>
          <a:ln w="9525">
            <a:solidFill>
              <a:schemeClr val="tx1"/>
            </a:solidFill>
            <a:round/>
            <a:headEnd/>
            <a:tailEnd/>
          </a:ln>
        </p:spPr>
        <p:txBody>
          <a:bodyPr/>
          <a:lstStyle/>
          <a:p>
            <a:pPr>
              <a:lnSpc>
                <a:spcPct val="90000"/>
              </a:lnSpc>
            </a:pPr>
            <a:endParaRPr lang="zh-CN" altLang="en-US" dirty="0">
              <a:latin typeface="Times New Roman" panose="02020603050405020304" pitchFamily="18" charset="0"/>
              <a:cs typeface="Times New Roman" panose="02020603050405020304" pitchFamily="18" charset="0"/>
            </a:endParaRPr>
          </a:p>
        </p:txBody>
      </p:sp>
      <p:sp>
        <p:nvSpPr>
          <p:cNvPr id="80" name="矩形 278659">
            <a:extLst>
              <a:ext uri="{FF2B5EF4-FFF2-40B4-BE49-F238E27FC236}">
                <a16:creationId xmlns:a16="http://schemas.microsoft.com/office/drawing/2014/main" id="{3C2A2892-3133-47A2-BC24-F8F0DD01FAB0}"/>
              </a:ext>
            </a:extLst>
          </p:cNvPr>
          <p:cNvSpPr>
            <a:spLocks noChangeArrowheads="1"/>
          </p:cNvSpPr>
          <p:nvPr/>
        </p:nvSpPr>
        <p:spPr bwMode="auto">
          <a:xfrm>
            <a:off x="9110353" y="2894547"/>
            <a:ext cx="3543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L</a:t>
            </a:r>
          </a:p>
        </p:txBody>
      </p:sp>
      <p:sp>
        <p:nvSpPr>
          <p:cNvPr id="82" name="椭圆 278653">
            <a:extLst>
              <a:ext uri="{FF2B5EF4-FFF2-40B4-BE49-F238E27FC236}">
                <a16:creationId xmlns:a16="http://schemas.microsoft.com/office/drawing/2014/main" id="{8D9F58E2-561C-4D96-8878-2D320FC3E47C}"/>
              </a:ext>
            </a:extLst>
          </p:cNvPr>
          <p:cNvSpPr>
            <a:spLocks noChangeArrowheads="1"/>
          </p:cNvSpPr>
          <p:nvPr/>
        </p:nvSpPr>
        <p:spPr bwMode="auto">
          <a:xfrm>
            <a:off x="11033543" y="2879156"/>
            <a:ext cx="354721" cy="307778"/>
          </a:xfrm>
          <a:prstGeom prst="ellipse">
            <a:avLst/>
          </a:prstGeom>
          <a:solidFill>
            <a:srgbClr val="CEF1CB"/>
          </a:solidFill>
          <a:ln w="9525">
            <a:solidFill>
              <a:schemeClr val="tx1"/>
            </a:solidFill>
            <a:round/>
            <a:headEnd/>
            <a:tailEnd/>
          </a:ln>
        </p:spPr>
        <p:txBody>
          <a:bodyPr/>
          <a:lstStyle/>
          <a:p>
            <a:pPr>
              <a:lnSpc>
                <a:spcPct val="90000"/>
              </a:lnSpc>
            </a:pPr>
            <a:endParaRPr lang="zh-CN" altLang="en-US" dirty="0">
              <a:latin typeface="Times New Roman" panose="02020603050405020304" pitchFamily="18" charset="0"/>
              <a:cs typeface="Times New Roman" panose="02020603050405020304" pitchFamily="18" charset="0"/>
            </a:endParaRPr>
          </a:p>
        </p:txBody>
      </p:sp>
      <p:sp>
        <p:nvSpPr>
          <p:cNvPr id="83" name="矩形 278659">
            <a:extLst>
              <a:ext uri="{FF2B5EF4-FFF2-40B4-BE49-F238E27FC236}">
                <a16:creationId xmlns:a16="http://schemas.microsoft.com/office/drawing/2014/main" id="{AE0346B1-C2A8-4B12-8F16-B3D0279C0822}"/>
              </a:ext>
            </a:extLst>
          </p:cNvPr>
          <p:cNvSpPr>
            <a:spLocks noChangeArrowheads="1"/>
          </p:cNvSpPr>
          <p:nvPr/>
        </p:nvSpPr>
        <p:spPr bwMode="auto">
          <a:xfrm>
            <a:off x="11021987" y="2900586"/>
            <a:ext cx="38058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tIns="0" rIns="36000" bIns="0" anchor="ctr" anchorCtr="1">
            <a:spAutoFit/>
          </a:bodyPr>
          <a:lstStyle/>
          <a:p>
            <a:pPr>
              <a:lnSpc>
                <a:spcPct val="90000"/>
              </a:lnSpc>
            </a:pPr>
            <a:r>
              <a:rPr lang="en-US" altLang="zh-CN" sz="2000" b="1" dirty="0">
                <a:solidFill>
                  <a:srgbClr val="7030A0"/>
                </a:solidFill>
                <a:latin typeface="Times New Roman" panose="02020603050405020304" pitchFamily="18" charset="0"/>
                <a:cs typeface="Times New Roman" panose="02020603050405020304" pitchFamily="18" charset="0"/>
              </a:rPr>
              <a:t>M</a:t>
            </a:r>
          </a:p>
        </p:txBody>
      </p:sp>
      <p:sp>
        <p:nvSpPr>
          <p:cNvPr id="85" name="文本框 84">
            <a:extLst>
              <a:ext uri="{FF2B5EF4-FFF2-40B4-BE49-F238E27FC236}">
                <a16:creationId xmlns:a16="http://schemas.microsoft.com/office/drawing/2014/main" id="{F978B904-A3AD-45F9-B833-BC124F36F4B2}"/>
              </a:ext>
            </a:extLst>
          </p:cNvPr>
          <p:cNvSpPr txBox="1"/>
          <p:nvPr/>
        </p:nvSpPr>
        <p:spPr>
          <a:xfrm>
            <a:off x="386351" y="4177378"/>
            <a:ext cx="5916777" cy="2505045"/>
          </a:xfrm>
          <a:prstGeom prst="rect">
            <a:avLst/>
          </a:prstGeom>
          <a:noFill/>
        </p:spPr>
        <p:txBody>
          <a:bodyPr wrap="square" rtlCol="0">
            <a:spAutoFit/>
          </a:bodyPr>
          <a:lstStyle/>
          <a:p>
            <a:pPr>
              <a:lnSpc>
                <a:spcPct val="110000"/>
              </a:lnSpc>
            </a:pPr>
            <a:r>
              <a:rPr lang="zh-CN" altLang="en-US" b="1" dirty="0">
                <a:solidFill>
                  <a:srgbClr val="0070C0"/>
                </a:solidFill>
              </a:rPr>
              <a:t>图</a:t>
            </a:r>
            <a:r>
              <a:rPr lang="en-US" altLang="zh-CN" b="1" dirty="0">
                <a:solidFill>
                  <a:srgbClr val="0070C0"/>
                </a:solidFill>
              </a:rPr>
              <a:t>7.3</a:t>
            </a:r>
            <a:r>
              <a:rPr lang="zh-CN" altLang="en-US" b="1" dirty="0"/>
              <a:t>的无向图</a:t>
            </a:r>
            <a:r>
              <a:rPr lang="en-US" altLang="zh-CN" b="1" dirty="0">
                <a:solidFill>
                  <a:srgbClr val="C00000"/>
                </a:solidFill>
              </a:rPr>
              <a:t>G3</a:t>
            </a:r>
            <a:r>
              <a:rPr lang="zh-CN" altLang="en-US" b="1" dirty="0"/>
              <a:t>，共有</a:t>
            </a:r>
            <a:r>
              <a:rPr lang="en-US" altLang="zh-CN" b="1" dirty="0">
                <a:solidFill>
                  <a:srgbClr val="C00000"/>
                </a:solidFill>
              </a:rPr>
              <a:t>13</a:t>
            </a:r>
            <a:r>
              <a:rPr lang="zh-CN" altLang="en-US" b="1" dirty="0"/>
              <a:t>个顶点，分属</a:t>
            </a:r>
            <a:r>
              <a:rPr lang="en-US" altLang="zh-CN" b="1" dirty="0">
                <a:solidFill>
                  <a:srgbClr val="C00000"/>
                </a:solidFill>
              </a:rPr>
              <a:t>3</a:t>
            </a:r>
            <a:r>
              <a:rPr lang="zh-CN" altLang="en-US" b="1" dirty="0"/>
              <a:t>个连通子图。</a:t>
            </a:r>
            <a:endParaRPr lang="en-US" altLang="zh-CN" b="1" dirty="0"/>
          </a:p>
          <a:p>
            <a:pPr>
              <a:lnSpc>
                <a:spcPct val="110000"/>
              </a:lnSpc>
            </a:pPr>
            <a:r>
              <a:rPr lang="zh-CN" altLang="en-US" b="1" dirty="0"/>
              <a:t>顶点边上的数字是其</a:t>
            </a:r>
            <a:r>
              <a:rPr lang="zh-CN" altLang="en-US" b="1" dirty="0">
                <a:solidFill>
                  <a:srgbClr val="0070C0"/>
                </a:solidFill>
              </a:rPr>
              <a:t>序号</a:t>
            </a:r>
            <a:r>
              <a:rPr lang="zh-CN" altLang="en-US" b="1" dirty="0"/>
              <a:t>，仍以顶点颜色表示访问与否。</a:t>
            </a:r>
            <a:endParaRPr lang="en-US" altLang="zh-CN" b="1" dirty="0"/>
          </a:p>
          <a:p>
            <a:pPr>
              <a:lnSpc>
                <a:spcPct val="110000"/>
              </a:lnSpc>
            </a:pPr>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7.5 </a:t>
            </a:r>
            <a:r>
              <a:rPr lang="zh-CN" altLang="en-US" b="1" dirty="0"/>
              <a:t>从</a:t>
            </a:r>
            <a:r>
              <a:rPr lang="en-US" altLang="zh-CN" b="1" dirty="0"/>
              <a:t>0</a:t>
            </a:r>
            <a:r>
              <a:rPr lang="zh-CN" altLang="en-US" b="1" dirty="0"/>
              <a:t>号依次检测顶点，</a:t>
            </a:r>
            <a:endParaRPr lang="en-US" altLang="zh-CN" b="1" dirty="0"/>
          </a:p>
          <a:p>
            <a:pPr>
              <a:lnSpc>
                <a:spcPct val="110000"/>
              </a:lnSpc>
            </a:pPr>
            <a:r>
              <a:rPr lang="en-US" altLang="zh-CN" b="1" dirty="0"/>
              <a:t>0</a:t>
            </a:r>
            <a:r>
              <a:rPr lang="zh-CN" altLang="en-US" b="1" dirty="0"/>
              <a:t>号</a:t>
            </a:r>
            <a:r>
              <a:rPr lang="en-US" altLang="zh-CN" b="1" dirty="0"/>
              <a:t>A</a:t>
            </a:r>
            <a:r>
              <a:rPr lang="zh-CN" altLang="en-US" b="1" dirty="0"/>
              <a:t>未被访问，调用</a:t>
            </a:r>
            <a:r>
              <a:rPr lang="en-US" altLang="zh-CN" b="1" dirty="0"/>
              <a:t>DFS</a:t>
            </a:r>
            <a:r>
              <a:rPr lang="zh-CN" altLang="en-US" b="1" dirty="0"/>
              <a:t>。</a:t>
            </a:r>
            <a:endParaRPr lang="en-US" altLang="zh-CN" b="1" dirty="0"/>
          </a:p>
          <a:p>
            <a:pPr>
              <a:lnSpc>
                <a:spcPct val="110000"/>
              </a:lnSpc>
            </a:pPr>
            <a:r>
              <a:rPr lang="zh-CN" altLang="en-US" b="1" dirty="0"/>
              <a:t>从</a:t>
            </a:r>
            <a:r>
              <a:rPr lang="en-US" altLang="zh-CN" b="1" dirty="0"/>
              <a:t>DFS</a:t>
            </a:r>
            <a:r>
              <a:rPr lang="zh-CN" altLang="en-US" b="1" dirty="0"/>
              <a:t>返回时，第</a:t>
            </a:r>
            <a:r>
              <a:rPr lang="en-US" altLang="zh-CN" b="1" dirty="0"/>
              <a:t>1</a:t>
            </a:r>
            <a:r>
              <a:rPr lang="zh-CN" altLang="en-US" b="1" dirty="0"/>
              <a:t>个连通子图已被遍历，其顶点已变为已访问的颜色。</a:t>
            </a:r>
            <a:endParaRPr lang="en-US" altLang="zh-CN" b="1" dirty="0"/>
          </a:p>
          <a:p>
            <a:pPr>
              <a:lnSpc>
                <a:spcPct val="110000"/>
              </a:lnSpc>
            </a:pPr>
            <a:r>
              <a:rPr lang="zh-CN" altLang="en-US" b="1" dirty="0"/>
              <a:t>从</a:t>
            </a:r>
            <a:r>
              <a:rPr lang="en-US" altLang="zh-CN" b="1" dirty="0"/>
              <a:t>1</a:t>
            </a:r>
            <a:r>
              <a:rPr lang="zh-CN" altLang="en-US" b="1" dirty="0"/>
              <a:t>号继续按序号依次检测顶点，</a:t>
            </a:r>
            <a:endParaRPr lang="en-US" altLang="zh-CN" b="1" dirty="0"/>
          </a:p>
          <a:p>
            <a:pPr>
              <a:lnSpc>
                <a:spcPct val="110000"/>
              </a:lnSpc>
            </a:pPr>
            <a:r>
              <a:rPr lang="zh-CN" altLang="en-US" b="1" dirty="0"/>
              <a:t>到</a:t>
            </a:r>
            <a:r>
              <a:rPr lang="en-US" altLang="zh-CN" b="1" dirty="0"/>
              <a:t>3</a:t>
            </a:r>
            <a:r>
              <a:rPr lang="zh-CN" altLang="en-US" b="1" dirty="0"/>
              <a:t>号</a:t>
            </a:r>
            <a:r>
              <a:rPr lang="en-US" altLang="zh-CN" b="1" dirty="0"/>
              <a:t>D</a:t>
            </a:r>
            <a:r>
              <a:rPr lang="zh-CN" altLang="en-US" b="1" dirty="0"/>
              <a:t>未被访问，再调用</a:t>
            </a:r>
            <a:r>
              <a:rPr lang="en-US" altLang="zh-CN" b="1" dirty="0"/>
              <a:t>DFS</a:t>
            </a:r>
            <a:r>
              <a:rPr lang="zh-CN" altLang="en-US" b="1" dirty="0"/>
              <a:t>。</a:t>
            </a:r>
            <a:endParaRPr lang="en-US" altLang="zh-CN" b="1" dirty="0"/>
          </a:p>
        </p:txBody>
      </p:sp>
      <p:sp>
        <p:nvSpPr>
          <p:cNvPr id="2" name="文本框 1">
            <a:extLst>
              <a:ext uri="{FF2B5EF4-FFF2-40B4-BE49-F238E27FC236}">
                <a16:creationId xmlns:a16="http://schemas.microsoft.com/office/drawing/2014/main" id="{0BCD8FD2-4051-438C-8FC9-BD029267FB8D}"/>
              </a:ext>
            </a:extLst>
          </p:cNvPr>
          <p:cNvSpPr txBox="1"/>
          <p:nvPr/>
        </p:nvSpPr>
        <p:spPr>
          <a:xfrm>
            <a:off x="9184633" y="731650"/>
            <a:ext cx="198794" cy="276999"/>
          </a:xfrm>
          <a:prstGeom prst="rect">
            <a:avLst/>
          </a:prstGeom>
          <a:noFill/>
        </p:spPr>
        <p:txBody>
          <a:bodyPr wrap="square" lIns="0" tIns="0" rIns="0" bIns="0" rtlCol="0" anchor="ctr" anchorCtr="1">
            <a:spAutoFit/>
          </a:bodyPr>
          <a:lstStyle/>
          <a:p>
            <a:r>
              <a:rPr lang="en-US" altLang="zh-CN" b="1" dirty="0">
                <a:solidFill>
                  <a:srgbClr val="C00000"/>
                </a:solidFill>
              </a:rPr>
              <a:t>0</a:t>
            </a:r>
            <a:endParaRPr lang="zh-CN" altLang="en-US" b="1" dirty="0">
              <a:solidFill>
                <a:srgbClr val="C00000"/>
              </a:solidFill>
            </a:endParaRPr>
          </a:p>
        </p:txBody>
      </p:sp>
      <p:sp>
        <p:nvSpPr>
          <p:cNvPr id="86" name="文本框 85">
            <a:extLst>
              <a:ext uri="{FF2B5EF4-FFF2-40B4-BE49-F238E27FC236}">
                <a16:creationId xmlns:a16="http://schemas.microsoft.com/office/drawing/2014/main" id="{7F2C5A81-CB28-4BC8-9965-0533936EAA67}"/>
              </a:ext>
            </a:extLst>
          </p:cNvPr>
          <p:cNvSpPr txBox="1"/>
          <p:nvPr/>
        </p:nvSpPr>
        <p:spPr>
          <a:xfrm>
            <a:off x="11132587" y="741313"/>
            <a:ext cx="198794" cy="276999"/>
          </a:xfrm>
          <a:prstGeom prst="rect">
            <a:avLst/>
          </a:prstGeom>
          <a:noFill/>
        </p:spPr>
        <p:txBody>
          <a:bodyPr wrap="square" lIns="0" tIns="0" rIns="0" bIns="0" rtlCol="0" anchor="ctr" anchorCtr="1">
            <a:spAutoFit/>
          </a:bodyPr>
          <a:lstStyle/>
          <a:p>
            <a:r>
              <a:rPr lang="en-US" altLang="zh-CN" b="1" dirty="0">
                <a:solidFill>
                  <a:srgbClr val="C00000"/>
                </a:solidFill>
              </a:rPr>
              <a:t>1</a:t>
            </a:r>
            <a:endParaRPr lang="zh-CN" altLang="en-US" b="1" dirty="0">
              <a:solidFill>
                <a:srgbClr val="C00000"/>
              </a:solidFill>
            </a:endParaRPr>
          </a:p>
        </p:txBody>
      </p:sp>
      <p:sp>
        <p:nvSpPr>
          <p:cNvPr id="87" name="文本框 86">
            <a:extLst>
              <a:ext uri="{FF2B5EF4-FFF2-40B4-BE49-F238E27FC236}">
                <a16:creationId xmlns:a16="http://schemas.microsoft.com/office/drawing/2014/main" id="{2C03D6F5-509D-4583-B41E-E6EBBB3F8272}"/>
              </a:ext>
            </a:extLst>
          </p:cNvPr>
          <p:cNvSpPr txBox="1"/>
          <p:nvPr/>
        </p:nvSpPr>
        <p:spPr>
          <a:xfrm>
            <a:off x="9118071" y="3172910"/>
            <a:ext cx="299206" cy="276999"/>
          </a:xfrm>
          <a:prstGeom prst="rect">
            <a:avLst/>
          </a:prstGeom>
          <a:noFill/>
        </p:spPr>
        <p:txBody>
          <a:bodyPr wrap="square" lIns="0" tIns="0" rIns="0" bIns="0" rtlCol="0" anchor="ctr" anchorCtr="1">
            <a:spAutoFit/>
          </a:bodyPr>
          <a:lstStyle/>
          <a:p>
            <a:r>
              <a:rPr lang="en-US" altLang="zh-CN" b="1" dirty="0">
                <a:solidFill>
                  <a:srgbClr val="C00000"/>
                </a:solidFill>
              </a:rPr>
              <a:t>11</a:t>
            </a:r>
            <a:endParaRPr lang="zh-CN" altLang="en-US" b="1" dirty="0">
              <a:solidFill>
                <a:srgbClr val="C00000"/>
              </a:solidFill>
            </a:endParaRPr>
          </a:p>
        </p:txBody>
      </p:sp>
      <p:sp>
        <p:nvSpPr>
          <p:cNvPr id="88" name="文本框 87">
            <a:extLst>
              <a:ext uri="{FF2B5EF4-FFF2-40B4-BE49-F238E27FC236}">
                <a16:creationId xmlns:a16="http://schemas.microsoft.com/office/drawing/2014/main" id="{787C5A40-0E68-4699-A09F-0F56AADF0CF5}"/>
              </a:ext>
            </a:extLst>
          </p:cNvPr>
          <p:cNvSpPr txBox="1"/>
          <p:nvPr/>
        </p:nvSpPr>
        <p:spPr>
          <a:xfrm>
            <a:off x="11005068" y="3169695"/>
            <a:ext cx="392838" cy="276999"/>
          </a:xfrm>
          <a:prstGeom prst="rect">
            <a:avLst/>
          </a:prstGeom>
          <a:noFill/>
        </p:spPr>
        <p:txBody>
          <a:bodyPr wrap="square" lIns="0" tIns="0" rIns="0" bIns="0" rtlCol="0" anchor="ctr" anchorCtr="1">
            <a:spAutoFit/>
          </a:bodyPr>
          <a:lstStyle/>
          <a:p>
            <a:r>
              <a:rPr lang="en-US" altLang="zh-CN" b="1" dirty="0">
                <a:solidFill>
                  <a:srgbClr val="C00000"/>
                </a:solidFill>
              </a:rPr>
              <a:t>12</a:t>
            </a:r>
            <a:endParaRPr lang="zh-CN" altLang="en-US" b="1" dirty="0">
              <a:solidFill>
                <a:srgbClr val="C00000"/>
              </a:solidFill>
            </a:endParaRPr>
          </a:p>
        </p:txBody>
      </p:sp>
      <p:sp>
        <p:nvSpPr>
          <p:cNvPr id="89" name="文本框 88">
            <a:extLst>
              <a:ext uri="{FF2B5EF4-FFF2-40B4-BE49-F238E27FC236}">
                <a16:creationId xmlns:a16="http://schemas.microsoft.com/office/drawing/2014/main" id="{82239DAB-AA66-4A58-9892-C7BD5EBBF839}"/>
              </a:ext>
            </a:extLst>
          </p:cNvPr>
          <p:cNvSpPr txBox="1"/>
          <p:nvPr/>
        </p:nvSpPr>
        <p:spPr>
          <a:xfrm>
            <a:off x="9608002" y="1175777"/>
            <a:ext cx="198794" cy="276999"/>
          </a:xfrm>
          <a:prstGeom prst="rect">
            <a:avLst/>
          </a:prstGeom>
          <a:noFill/>
        </p:spPr>
        <p:txBody>
          <a:bodyPr wrap="square" lIns="0" tIns="0" rIns="0" bIns="0" rtlCol="0" anchor="ctr" anchorCtr="1">
            <a:spAutoFit/>
          </a:bodyPr>
          <a:lstStyle/>
          <a:p>
            <a:r>
              <a:rPr lang="en-US" altLang="zh-CN" b="1" dirty="0">
                <a:solidFill>
                  <a:srgbClr val="C00000"/>
                </a:solidFill>
              </a:rPr>
              <a:t>2</a:t>
            </a:r>
            <a:endParaRPr lang="zh-CN" altLang="en-US" b="1" dirty="0">
              <a:solidFill>
                <a:srgbClr val="C00000"/>
              </a:solidFill>
            </a:endParaRPr>
          </a:p>
        </p:txBody>
      </p:sp>
      <p:sp>
        <p:nvSpPr>
          <p:cNvPr id="90" name="文本框 89">
            <a:extLst>
              <a:ext uri="{FF2B5EF4-FFF2-40B4-BE49-F238E27FC236}">
                <a16:creationId xmlns:a16="http://schemas.microsoft.com/office/drawing/2014/main" id="{33333A57-26BD-4D8C-9E88-E62F2FF5CBF0}"/>
              </a:ext>
            </a:extLst>
          </p:cNvPr>
          <p:cNvSpPr txBox="1"/>
          <p:nvPr/>
        </p:nvSpPr>
        <p:spPr>
          <a:xfrm>
            <a:off x="10178240" y="1199263"/>
            <a:ext cx="198794" cy="276999"/>
          </a:xfrm>
          <a:prstGeom prst="rect">
            <a:avLst/>
          </a:prstGeom>
          <a:noFill/>
        </p:spPr>
        <p:txBody>
          <a:bodyPr wrap="square" lIns="0" tIns="0" rIns="0" bIns="0" rtlCol="0" anchor="ctr" anchorCtr="1">
            <a:spAutoFit/>
          </a:bodyPr>
          <a:lstStyle/>
          <a:p>
            <a:r>
              <a:rPr lang="en-US" altLang="zh-CN" b="1" dirty="0">
                <a:solidFill>
                  <a:srgbClr val="C00000"/>
                </a:solidFill>
              </a:rPr>
              <a:t>3</a:t>
            </a:r>
            <a:endParaRPr lang="zh-CN" altLang="en-US" b="1" dirty="0">
              <a:solidFill>
                <a:srgbClr val="C00000"/>
              </a:solidFill>
            </a:endParaRPr>
          </a:p>
        </p:txBody>
      </p:sp>
      <p:sp>
        <p:nvSpPr>
          <p:cNvPr id="91" name="文本框 90">
            <a:extLst>
              <a:ext uri="{FF2B5EF4-FFF2-40B4-BE49-F238E27FC236}">
                <a16:creationId xmlns:a16="http://schemas.microsoft.com/office/drawing/2014/main" id="{F4EF57C5-B653-4703-9EA2-843378BCE277}"/>
              </a:ext>
            </a:extLst>
          </p:cNvPr>
          <p:cNvSpPr txBox="1"/>
          <p:nvPr/>
        </p:nvSpPr>
        <p:spPr>
          <a:xfrm>
            <a:off x="9602123" y="1743437"/>
            <a:ext cx="198794" cy="276999"/>
          </a:xfrm>
          <a:prstGeom prst="rect">
            <a:avLst/>
          </a:prstGeom>
          <a:noFill/>
        </p:spPr>
        <p:txBody>
          <a:bodyPr wrap="square" lIns="0" tIns="0" rIns="0" bIns="0" rtlCol="0" anchor="ctr" anchorCtr="1">
            <a:spAutoFit/>
          </a:bodyPr>
          <a:lstStyle/>
          <a:p>
            <a:r>
              <a:rPr lang="en-US" altLang="zh-CN" b="1" dirty="0">
                <a:solidFill>
                  <a:srgbClr val="C00000"/>
                </a:solidFill>
              </a:rPr>
              <a:t>5</a:t>
            </a:r>
            <a:endParaRPr lang="zh-CN" altLang="en-US" b="1" dirty="0">
              <a:solidFill>
                <a:srgbClr val="C00000"/>
              </a:solidFill>
            </a:endParaRPr>
          </a:p>
        </p:txBody>
      </p:sp>
      <p:sp>
        <p:nvSpPr>
          <p:cNvPr id="92" name="文本框 91">
            <a:extLst>
              <a:ext uri="{FF2B5EF4-FFF2-40B4-BE49-F238E27FC236}">
                <a16:creationId xmlns:a16="http://schemas.microsoft.com/office/drawing/2014/main" id="{BCB701E2-5841-4F0B-8434-719E09BA6679}"/>
              </a:ext>
            </a:extLst>
          </p:cNvPr>
          <p:cNvSpPr txBox="1"/>
          <p:nvPr/>
        </p:nvSpPr>
        <p:spPr>
          <a:xfrm>
            <a:off x="10756478" y="1198256"/>
            <a:ext cx="198794" cy="276999"/>
          </a:xfrm>
          <a:prstGeom prst="rect">
            <a:avLst/>
          </a:prstGeom>
          <a:noFill/>
        </p:spPr>
        <p:txBody>
          <a:bodyPr wrap="square" lIns="0" tIns="0" rIns="0" bIns="0" rtlCol="0" anchor="ctr" anchorCtr="1">
            <a:spAutoFit/>
          </a:bodyPr>
          <a:lstStyle/>
          <a:p>
            <a:r>
              <a:rPr lang="en-US" altLang="zh-CN" b="1" dirty="0">
                <a:solidFill>
                  <a:srgbClr val="C00000"/>
                </a:solidFill>
              </a:rPr>
              <a:t>4</a:t>
            </a:r>
            <a:endParaRPr lang="zh-CN" altLang="en-US" b="1" dirty="0">
              <a:solidFill>
                <a:srgbClr val="C00000"/>
              </a:solidFill>
            </a:endParaRPr>
          </a:p>
        </p:txBody>
      </p:sp>
      <p:sp>
        <p:nvSpPr>
          <p:cNvPr id="93" name="文本框 92">
            <a:extLst>
              <a:ext uri="{FF2B5EF4-FFF2-40B4-BE49-F238E27FC236}">
                <a16:creationId xmlns:a16="http://schemas.microsoft.com/office/drawing/2014/main" id="{CDAA4257-2242-43DD-8851-4B9BD6AE9B4D}"/>
              </a:ext>
            </a:extLst>
          </p:cNvPr>
          <p:cNvSpPr txBox="1"/>
          <p:nvPr/>
        </p:nvSpPr>
        <p:spPr>
          <a:xfrm>
            <a:off x="10156740" y="1743817"/>
            <a:ext cx="198794" cy="276999"/>
          </a:xfrm>
          <a:prstGeom prst="rect">
            <a:avLst/>
          </a:prstGeom>
          <a:noFill/>
        </p:spPr>
        <p:txBody>
          <a:bodyPr wrap="square" lIns="0" tIns="0" rIns="0" bIns="0" rtlCol="0" anchor="ctr" anchorCtr="1">
            <a:spAutoFit/>
          </a:bodyPr>
          <a:lstStyle/>
          <a:p>
            <a:r>
              <a:rPr lang="en-US" altLang="zh-CN" b="1" dirty="0">
                <a:solidFill>
                  <a:srgbClr val="C00000"/>
                </a:solidFill>
              </a:rPr>
              <a:t>6</a:t>
            </a:r>
            <a:endParaRPr lang="zh-CN" altLang="en-US" b="1" dirty="0">
              <a:solidFill>
                <a:srgbClr val="C00000"/>
              </a:solidFill>
            </a:endParaRPr>
          </a:p>
        </p:txBody>
      </p:sp>
      <p:sp>
        <p:nvSpPr>
          <p:cNvPr id="94" name="文本框 93">
            <a:extLst>
              <a:ext uri="{FF2B5EF4-FFF2-40B4-BE49-F238E27FC236}">
                <a16:creationId xmlns:a16="http://schemas.microsoft.com/office/drawing/2014/main" id="{B303478A-8390-4795-8900-38F253C7B8CA}"/>
              </a:ext>
            </a:extLst>
          </p:cNvPr>
          <p:cNvSpPr txBox="1"/>
          <p:nvPr/>
        </p:nvSpPr>
        <p:spPr>
          <a:xfrm>
            <a:off x="10736231" y="1746289"/>
            <a:ext cx="198794" cy="276999"/>
          </a:xfrm>
          <a:prstGeom prst="rect">
            <a:avLst/>
          </a:prstGeom>
          <a:noFill/>
        </p:spPr>
        <p:txBody>
          <a:bodyPr wrap="square" lIns="0" tIns="0" rIns="0" bIns="0" rtlCol="0" anchor="ctr" anchorCtr="1">
            <a:spAutoFit/>
          </a:bodyPr>
          <a:lstStyle/>
          <a:p>
            <a:r>
              <a:rPr lang="en-US" altLang="zh-CN" b="1" dirty="0">
                <a:solidFill>
                  <a:srgbClr val="C00000"/>
                </a:solidFill>
              </a:rPr>
              <a:t>7</a:t>
            </a:r>
            <a:endParaRPr lang="zh-CN" altLang="en-US" b="1" dirty="0">
              <a:solidFill>
                <a:srgbClr val="C00000"/>
              </a:solidFill>
            </a:endParaRPr>
          </a:p>
        </p:txBody>
      </p:sp>
      <p:sp>
        <p:nvSpPr>
          <p:cNvPr id="95" name="直接连接符 278657">
            <a:extLst>
              <a:ext uri="{FF2B5EF4-FFF2-40B4-BE49-F238E27FC236}">
                <a16:creationId xmlns:a16="http://schemas.microsoft.com/office/drawing/2014/main" id="{D9BB24B9-C546-441E-BCF4-CD90BD7C119E}"/>
              </a:ext>
            </a:extLst>
          </p:cNvPr>
          <p:cNvSpPr>
            <a:spLocks noChangeShapeType="1"/>
          </p:cNvSpPr>
          <p:nvPr/>
        </p:nvSpPr>
        <p:spPr bwMode="auto">
          <a:xfrm flipH="1" flipV="1">
            <a:off x="10236438" y="3803677"/>
            <a:ext cx="281191" cy="42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a:latin typeface="Times New Roman" panose="02020603050405020304" pitchFamily="18" charset="0"/>
              <a:cs typeface="Times New Roman" panose="02020603050405020304" pitchFamily="18" charset="0"/>
            </a:endParaRPr>
          </a:p>
        </p:txBody>
      </p:sp>
      <p:sp>
        <p:nvSpPr>
          <p:cNvPr id="96" name="文本框 95">
            <a:extLst>
              <a:ext uri="{FF2B5EF4-FFF2-40B4-BE49-F238E27FC236}">
                <a16:creationId xmlns:a16="http://schemas.microsoft.com/office/drawing/2014/main" id="{BCB1DA2D-7B5E-44FA-9D2C-3C57E70760A3}"/>
              </a:ext>
            </a:extLst>
          </p:cNvPr>
          <p:cNvSpPr txBox="1"/>
          <p:nvPr/>
        </p:nvSpPr>
        <p:spPr>
          <a:xfrm>
            <a:off x="9591290" y="2240414"/>
            <a:ext cx="198794" cy="276999"/>
          </a:xfrm>
          <a:prstGeom prst="rect">
            <a:avLst/>
          </a:prstGeom>
          <a:noFill/>
        </p:spPr>
        <p:txBody>
          <a:bodyPr wrap="square" lIns="0" tIns="0" rIns="0" bIns="0" rtlCol="0" anchor="ctr" anchorCtr="1">
            <a:spAutoFit/>
          </a:bodyPr>
          <a:lstStyle/>
          <a:p>
            <a:r>
              <a:rPr lang="en-US" altLang="zh-CN" b="1" dirty="0">
                <a:solidFill>
                  <a:srgbClr val="C00000"/>
                </a:solidFill>
              </a:rPr>
              <a:t>8</a:t>
            </a:r>
            <a:endParaRPr lang="zh-CN" altLang="en-US" b="1" dirty="0">
              <a:solidFill>
                <a:srgbClr val="C00000"/>
              </a:solidFill>
            </a:endParaRPr>
          </a:p>
        </p:txBody>
      </p:sp>
      <p:sp>
        <p:nvSpPr>
          <p:cNvPr id="97" name="文本框 96">
            <a:extLst>
              <a:ext uri="{FF2B5EF4-FFF2-40B4-BE49-F238E27FC236}">
                <a16:creationId xmlns:a16="http://schemas.microsoft.com/office/drawing/2014/main" id="{A108ECAB-7D58-4D7A-8C9E-5DDB02901F28}"/>
              </a:ext>
            </a:extLst>
          </p:cNvPr>
          <p:cNvSpPr txBox="1"/>
          <p:nvPr/>
        </p:nvSpPr>
        <p:spPr>
          <a:xfrm>
            <a:off x="10189444" y="2256865"/>
            <a:ext cx="198794" cy="276999"/>
          </a:xfrm>
          <a:prstGeom prst="rect">
            <a:avLst/>
          </a:prstGeom>
          <a:noFill/>
        </p:spPr>
        <p:txBody>
          <a:bodyPr wrap="square" lIns="0" tIns="0" rIns="0" bIns="0" rtlCol="0" anchor="ctr" anchorCtr="1">
            <a:spAutoFit/>
          </a:bodyPr>
          <a:lstStyle/>
          <a:p>
            <a:r>
              <a:rPr lang="en-US" altLang="zh-CN" b="1" dirty="0">
                <a:solidFill>
                  <a:srgbClr val="C00000"/>
                </a:solidFill>
              </a:rPr>
              <a:t>9</a:t>
            </a:r>
            <a:endParaRPr lang="zh-CN" altLang="en-US" b="1" dirty="0">
              <a:solidFill>
                <a:srgbClr val="C00000"/>
              </a:solidFill>
            </a:endParaRPr>
          </a:p>
        </p:txBody>
      </p:sp>
      <p:sp>
        <p:nvSpPr>
          <p:cNvPr id="98" name="文本框 97">
            <a:extLst>
              <a:ext uri="{FF2B5EF4-FFF2-40B4-BE49-F238E27FC236}">
                <a16:creationId xmlns:a16="http://schemas.microsoft.com/office/drawing/2014/main" id="{597FA1C1-C941-497A-8100-21DB6F643652}"/>
              </a:ext>
            </a:extLst>
          </p:cNvPr>
          <p:cNvSpPr txBox="1"/>
          <p:nvPr/>
        </p:nvSpPr>
        <p:spPr>
          <a:xfrm>
            <a:off x="10861633" y="2325883"/>
            <a:ext cx="320708" cy="276999"/>
          </a:xfrm>
          <a:prstGeom prst="rect">
            <a:avLst/>
          </a:prstGeom>
          <a:noFill/>
        </p:spPr>
        <p:txBody>
          <a:bodyPr wrap="square" lIns="0" tIns="0" rIns="0" bIns="0" rtlCol="0" anchor="ctr" anchorCtr="1">
            <a:spAutoFit/>
          </a:bodyPr>
          <a:lstStyle/>
          <a:p>
            <a:r>
              <a:rPr lang="en-US" altLang="zh-CN" b="1" dirty="0">
                <a:solidFill>
                  <a:srgbClr val="C00000"/>
                </a:solidFill>
              </a:rPr>
              <a:t>10</a:t>
            </a:r>
            <a:endParaRPr lang="zh-CN" altLang="en-US" b="1" dirty="0">
              <a:solidFill>
                <a:srgbClr val="C00000"/>
              </a:solidFill>
            </a:endParaRPr>
          </a:p>
        </p:txBody>
      </p:sp>
      <p:sp>
        <p:nvSpPr>
          <p:cNvPr id="99" name="文本框 98">
            <a:extLst>
              <a:ext uri="{FF2B5EF4-FFF2-40B4-BE49-F238E27FC236}">
                <a16:creationId xmlns:a16="http://schemas.microsoft.com/office/drawing/2014/main" id="{3262131B-3008-4520-8008-89C01D28E809}"/>
              </a:ext>
            </a:extLst>
          </p:cNvPr>
          <p:cNvSpPr txBox="1"/>
          <p:nvPr/>
        </p:nvSpPr>
        <p:spPr>
          <a:xfrm>
            <a:off x="6672934" y="4158621"/>
            <a:ext cx="5253700" cy="2505045"/>
          </a:xfrm>
          <a:prstGeom prst="rect">
            <a:avLst/>
          </a:prstGeom>
          <a:noFill/>
        </p:spPr>
        <p:txBody>
          <a:bodyPr wrap="square">
            <a:spAutoFit/>
          </a:bodyPr>
          <a:lstStyle/>
          <a:p>
            <a:pPr>
              <a:lnSpc>
                <a:spcPct val="110000"/>
              </a:lnSpc>
            </a:pPr>
            <a:r>
              <a:rPr lang="zh-CN" altLang="en-US" b="1" dirty="0"/>
              <a:t>从</a:t>
            </a:r>
            <a:r>
              <a:rPr lang="en-US" altLang="zh-CN" b="1" dirty="0"/>
              <a:t>DFS</a:t>
            </a:r>
            <a:r>
              <a:rPr lang="zh-CN" altLang="en-US" b="1" dirty="0"/>
              <a:t>返回时，第</a:t>
            </a:r>
            <a:r>
              <a:rPr lang="en-US" altLang="zh-CN" b="1" dirty="0"/>
              <a:t>2</a:t>
            </a:r>
            <a:r>
              <a:rPr lang="zh-CN" altLang="en-US" b="1" dirty="0"/>
              <a:t>个连通子图被遍历，顶点变色。</a:t>
            </a:r>
            <a:endParaRPr lang="en-US" altLang="zh-CN" b="1" dirty="0"/>
          </a:p>
          <a:p>
            <a:pPr>
              <a:lnSpc>
                <a:spcPct val="110000"/>
              </a:lnSpc>
            </a:pPr>
            <a:r>
              <a:rPr lang="zh-CN" altLang="en-US" b="1" dirty="0"/>
              <a:t>从</a:t>
            </a:r>
            <a:r>
              <a:rPr lang="en-US" altLang="zh-CN" b="1" dirty="0"/>
              <a:t>4</a:t>
            </a:r>
            <a:r>
              <a:rPr lang="zh-CN" altLang="en-US" b="1" dirty="0"/>
              <a:t>号继续按序号依次检测顶点，</a:t>
            </a:r>
            <a:endParaRPr lang="en-US" altLang="zh-CN" b="1" dirty="0"/>
          </a:p>
          <a:p>
            <a:pPr>
              <a:lnSpc>
                <a:spcPct val="110000"/>
              </a:lnSpc>
            </a:pPr>
            <a:r>
              <a:rPr lang="zh-CN" altLang="en-US" b="1" dirty="0"/>
              <a:t>到</a:t>
            </a:r>
            <a:r>
              <a:rPr lang="en-US" altLang="zh-CN" b="1" dirty="0"/>
              <a:t>6</a:t>
            </a:r>
            <a:r>
              <a:rPr lang="zh-CN" altLang="en-US" b="1" dirty="0"/>
              <a:t>号</a:t>
            </a:r>
            <a:r>
              <a:rPr lang="en-US" altLang="zh-CN" b="1" dirty="0"/>
              <a:t>G</a:t>
            </a:r>
            <a:r>
              <a:rPr lang="zh-CN" altLang="en-US" b="1" dirty="0"/>
              <a:t>未被访问，第</a:t>
            </a:r>
            <a:r>
              <a:rPr lang="en-US" altLang="zh-CN" b="1" dirty="0"/>
              <a:t>3</a:t>
            </a:r>
            <a:r>
              <a:rPr lang="zh-CN" altLang="en-US" b="1" dirty="0"/>
              <a:t>次调用</a:t>
            </a:r>
            <a:r>
              <a:rPr lang="en-US" altLang="zh-CN" b="1" dirty="0"/>
              <a:t>DFS</a:t>
            </a:r>
            <a:r>
              <a:rPr lang="zh-CN" altLang="en-US" b="1" dirty="0"/>
              <a:t>。</a:t>
            </a:r>
            <a:endParaRPr lang="en-US" altLang="zh-CN" b="1" dirty="0"/>
          </a:p>
          <a:p>
            <a:pPr>
              <a:lnSpc>
                <a:spcPct val="110000"/>
              </a:lnSpc>
            </a:pPr>
            <a:r>
              <a:rPr lang="zh-CN" altLang="en-US" b="1" dirty="0"/>
              <a:t>从</a:t>
            </a:r>
            <a:r>
              <a:rPr lang="en-US" altLang="zh-CN" b="1" dirty="0"/>
              <a:t>DFS</a:t>
            </a:r>
            <a:r>
              <a:rPr lang="zh-CN" altLang="en-US" b="1" dirty="0"/>
              <a:t>返回时，第</a:t>
            </a:r>
            <a:r>
              <a:rPr lang="en-US" altLang="zh-CN" b="1" dirty="0"/>
              <a:t>3</a:t>
            </a:r>
            <a:r>
              <a:rPr lang="zh-CN" altLang="en-US" b="1" dirty="0"/>
              <a:t>个连通子图被遍历，此时所有顶点都已变为已访问色。</a:t>
            </a:r>
            <a:endParaRPr lang="en-US" altLang="zh-CN" b="1" dirty="0"/>
          </a:p>
          <a:p>
            <a:pPr>
              <a:lnSpc>
                <a:spcPct val="110000"/>
              </a:lnSpc>
            </a:pPr>
            <a:r>
              <a:rPr lang="zh-CN" altLang="en-US" b="1" dirty="0"/>
              <a:t>但是，从</a:t>
            </a:r>
            <a:r>
              <a:rPr lang="en-US" altLang="zh-CN" b="1" dirty="0"/>
              <a:t>7</a:t>
            </a:r>
            <a:r>
              <a:rPr lang="zh-CN" altLang="en-US" b="1" dirty="0"/>
              <a:t>号继续检测顶点是否未被访问？</a:t>
            </a:r>
            <a:endParaRPr lang="en-US" altLang="zh-CN" b="1" dirty="0"/>
          </a:p>
          <a:p>
            <a:pPr>
              <a:lnSpc>
                <a:spcPct val="110000"/>
              </a:lnSpc>
            </a:pPr>
            <a:r>
              <a:rPr lang="zh-CN" altLang="en-US" b="1" dirty="0"/>
              <a:t>直到检测的</a:t>
            </a:r>
            <a:r>
              <a:rPr lang="en-US" altLang="zh-CN" b="1" dirty="0"/>
              <a:t>for</a:t>
            </a:r>
            <a:r>
              <a:rPr lang="zh-CN" altLang="en-US" b="1" dirty="0"/>
              <a:t>循环结束，完成了对图</a:t>
            </a:r>
            <a:r>
              <a:rPr lang="en-US" altLang="zh-CN" b="1" dirty="0"/>
              <a:t>G</a:t>
            </a:r>
            <a:r>
              <a:rPr lang="zh-CN" altLang="en-US" b="1" dirty="0"/>
              <a:t>的深度优先搜索遍历。</a:t>
            </a:r>
            <a:endParaRPr lang="en-US" altLang="zh-CN" b="1" dirty="0"/>
          </a:p>
        </p:txBody>
      </p:sp>
    </p:spTree>
    <p:extLst>
      <p:ext uri="{BB962C8B-B14F-4D97-AF65-F5344CB8AC3E}">
        <p14:creationId xmlns:p14="http://schemas.microsoft.com/office/powerpoint/2010/main" val="527834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up)">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wipe(up)">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7"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85">
                                            <p:txEl>
                                              <p:pRg st="0" end="0"/>
                                            </p:txEl>
                                          </p:spTgt>
                                        </p:tgtEl>
                                        <p:attrNameLst>
                                          <p:attrName>style.visibility</p:attrName>
                                        </p:attrNameLst>
                                      </p:cBhvr>
                                      <p:to>
                                        <p:strVal val="visible"/>
                                      </p:to>
                                    </p:set>
                                    <p:animEffect transition="in" filter="wipe(up)">
                                      <p:cBhvr>
                                        <p:cTn id="24" dur="500"/>
                                        <p:tgtEl>
                                          <p:spTgt spid="85">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6"/>
                                        </p:tgtEl>
                                        <p:attrNameLst>
                                          <p:attrName>style.visibility</p:attrName>
                                        </p:attrNameLst>
                                      </p:cBhvr>
                                      <p:to>
                                        <p:strVal val="visible"/>
                                      </p:to>
                                    </p:set>
                                    <p:animEffect transition="in" filter="fade">
                                      <p:cBhvr>
                                        <p:cTn id="32" dur="500"/>
                                        <p:tgtEl>
                                          <p:spTgt spid="8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9"/>
                                        </p:tgtEl>
                                        <p:attrNameLst>
                                          <p:attrName>style.visibility</p:attrName>
                                        </p:attrNameLst>
                                      </p:cBhvr>
                                      <p:to>
                                        <p:strVal val="visible"/>
                                      </p:to>
                                    </p:set>
                                    <p:animEffect transition="in" filter="fade">
                                      <p:cBhvr>
                                        <p:cTn id="35" dur="500"/>
                                        <p:tgtEl>
                                          <p:spTgt spid="8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0"/>
                                        </p:tgtEl>
                                        <p:attrNameLst>
                                          <p:attrName>style.visibility</p:attrName>
                                        </p:attrNameLst>
                                      </p:cBhvr>
                                      <p:to>
                                        <p:strVal val="visible"/>
                                      </p:to>
                                    </p:set>
                                    <p:animEffect transition="in" filter="fade">
                                      <p:cBhvr>
                                        <p:cTn id="38" dur="500"/>
                                        <p:tgtEl>
                                          <p:spTgt spid="9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92"/>
                                        </p:tgtEl>
                                        <p:attrNameLst>
                                          <p:attrName>style.visibility</p:attrName>
                                        </p:attrNameLst>
                                      </p:cBhvr>
                                      <p:to>
                                        <p:strVal val="visible"/>
                                      </p:to>
                                    </p:set>
                                    <p:animEffect transition="in" filter="fade">
                                      <p:cBhvr>
                                        <p:cTn id="41" dur="500"/>
                                        <p:tgtEl>
                                          <p:spTgt spid="9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91"/>
                                        </p:tgtEl>
                                        <p:attrNameLst>
                                          <p:attrName>style.visibility</p:attrName>
                                        </p:attrNameLst>
                                      </p:cBhvr>
                                      <p:to>
                                        <p:strVal val="visible"/>
                                      </p:to>
                                    </p:set>
                                    <p:animEffect transition="in" filter="fade">
                                      <p:cBhvr>
                                        <p:cTn id="46" dur="500"/>
                                        <p:tgtEl>
                                          <p:spTgt spid="9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93"/>
                                        </p:tgtEl>
                                        <p:attrNameLst>
                                          <p:attrName>style.visibility</p:attrName>
                                        </p:attrNameLst>
                                      </p:cBhvr>
                                      <p:to>
                                        <p:strVal val="visible"/>
                                      </p:to>
                                    </p:set>
                                    <p:animEffect transition="in" filter="fade">
                                      <p:cBhvr>
                                        <p:cTn id="51" dur="500"/>
                                        <p:tgtEl>
                                          <p:spTgt spid="9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94"/>
                                        </p:tgtEl>
                                        <p:attrNameLst>
                                          <p:attrName>style.visibility</p:attrName>
                                        </p:attrNameLst>
                                      </p:cBhvr>
                                      <p:to>
                                        <p:strVal val="visible"/>
                                      </p:to>
                                    </p:set>
                                    <p:animEffect transition="in" filter="fade">
                                      <p:cBhvr>
                                        <p:cTn id="54" dur="500"/>
                                        <p:tgtEl>
                                          <p:spTgt spid="9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96"/>
                                        </p:tgtEl>
                                        <p:attrNameLst>
                                          <p:attrName>style.visibility</p:attrName>
                                        </p:attrNameLst>
                                      </p:cBhvr>
                                      <p:to>
                                        <p:strVal val="visible"/>
                                      </p:to>
                                    </p:set>
                                    <p:animEffect transition="in" filter="fade">
                                      <p:cBhvr>
                                        <p:cTn id="57" dur="500"/>
                                        <p:tgtEl>
                                          <p:spTgt spid="9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97"/>
                                        </p:tgtEl>
                                        <p:attrNameLst>
                                          <p:attrName>style.visibility</p:attrName>
                                        </p:attrNameLst>
                                      </p:cBhvr>
                                      <p:to>
                                        <p:strVal val="visible"/>
                                      </p:to>
                                    </p:set>
                                    <p:animEffect transition="in" filter="fade">
                                      <p:cBhvr>
                                        <p:cTn id="60" dur="500"/>
                                        <p:tgtEl>
                                          <p:spTgt spid="9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98"/>
                                        </p:tgtEl>
                                        <p:attrNameLst>
                                          <p:attrName>style.visibility</p:attrName>
                                        </p:attrNameLst>
                                      </p:cBhvr>
                                      <p:to>
                                        <p:strVal val="visible"/>
                                      </p:to>
                                    </p:set>
                                    <p:animEffect transition="in" filter="fade">
                                      <p:cBhvr>
                                        <p:cTn id="63" dur="500"/>
                                        <p:tgtEl>
                                          <p:spTgt spid="9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87"/>
                                        </p:tgtEl>
                                        <p:attrNameLst>
                                          <p:attrName>style.visibility</p:attrName>
                                        </p:attrNameLst>
                                      </p:cBhvr>
                                      <p:to>
                                        <p:strVal val="visible"/>
                                      </p:to>
                                    </p:set>
                                    <p:animEffect transition="in" filter="fade">
                                      <p:cBhvr>
                                        <p:cTn id="66" dur="500"/>
                                        <p:tgtEl>
                                          <p:spTgt spid="8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88"/>
                                        </p:tgtEl>
                                        <p:attrNameLst>
                                          <p:attrName>style.visibility</p:attrName>
                                        </p:attrNameLst>
                                      </p:cBhvr>
                                      <p:to>
                                        <p:strVal val="visible"/>
                                      </p:to>
                                    </p:set>
                                    <p:animEffect transition="in" filter="fade">
                                      <p:cBhvr>
                                        <p:cTn id="69" dur="500"/>
                                        <p:tgtEl>
                                          <p:spTgt spid="88"/>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85">
                                            <p:txEl>
                                              <p:pRg st="1" end="1"/>
                                            </p:txEl>
                                          </p:spTgt>
                                        </p:tgtEl>
                                        <p:attrNameLst>
                                          <p:attrName>style.visibility</p:attrName>
                                        </p:attrNameLst>
                                      </p:cBhvr>
                                      <p:to>
                                        <p:strVal val="visible"/>
                                      </p:to>
                                    </p:set>
                                    <p:animEffect transition="in" filter="wipe(up)">
                                      <p:cBhvr>
                                        <p:cTn id="74" dur="500"/>
                                        <p:tgtEl>
                                          <p:spTgt spid="85">
                                            <p:txEl>
                                              <p:pRg st="1" end="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85">
                                            <p:txEl>
                                              <p:pRg st="2" end="2"/>
                                            </p:txEl>
                                          </p:spTgt>
                                        </p:tgtEl>
                                        <p:attrNameLst>
                                          <p:attrName>style.visibility</p:attrName>
                                        </p:attrNameLst>
                                      </p:cBhvr>
                                      <p:to>
                                        <p:strVal val="visible"/>
                                      </p:to>
                                    </p:set>
                                    <p:animEffect transition="in" filter="wipe(up)">
                                      <p:cBhvr>
                                        <p:cTn id="79" dur="500"/>
                                        <p:tgtEl>
                                          <p:spTgt spid="85">
                                            <p:txEl>
                                              <p:pRg st="2" end="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85">
                                            <p:txEl>
                                              <p:pRg st="3" end="3"/>
                                            </p:txEl>
                                          </p:spTgt>
                                        </p:tgtEl>
                                        <p:attrNameLst>
                                          <p:attrName>style.visibility</p:attrName>
                                        </p:attrNameLst>
                                      </p:cBhvr>
                                      <p:to>
                                        <p:strVal val="visible"/>
                                      </p:to>
                                    </p:set>
                                    <p:animEffect transition="in" filter="wipe(up)">
                                      <p:cBhvr>
                                        <p:cTn id="84" dur="500"/>
                                        <p:tgtEl>
                                          <p:spTgt spid="85">
                                            <p:txEl>
                                              <p:pRg st="3" end="3"/>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6" presetClass="emph" presetSubtype="0" autoRev="1" fill="hold" grpId="1" nodeType="clickEffect">
                                  <p:stCondLst>
                                    <p:cond delay="0"/>
                                  </p:stCondLst>
                                  <p:childTnLst>
                                    <p:animScale>
                                      <p:cBhvr>
                                        <p:cTn id="88" dur="500" fill="hold"/>
                                        <p:tgtEl>
                                          <p:spTgt spid="2"/>
                                        </p:tgtEl>
                                      </p:cBhvr>
                                      <p:by x="150000" y="150000"/>
                                    </p:animScale>
                                  </p:childTnLst>
                                </p:cTn>
                              </p:par>
                            </p:childTnLst>
                          </p:cTn>
                        </p:par>
                        <p:par>
                          <p:cTn id="89" fill="hold">
                            <p:stCondLst>
                              <p:cond delay="1000"/>
                            </p:stCondLst>
                            <p:childTnLst>
                              <p:par>
                                <p:cTn id="90" presetID="3" presetClass="emph" presetSubtype="2" fill="hold" grpId="2" nodeType="afterEffect">
                                  <p:stCondLst>
                                    <p:cond delay="0"/>
                                  </p:stCondLst>
                                  <p:childTnLst>
                                    <p:animClr clrSpc="rgb" dir="cw">
                                      <p:cBhvr override="childStyle">
                                        <p:cTn id="91" dur="500" fill="hold"/>
                                        <p:tgtEl>
                                          <p:spTgt spid="2"/>
                                        </p:tgtEl>
                                        <p:attrNameLst>
                                          <p:attrName>style.color</p:attrName>
                                        </p:attrNameLst>
                                      </p:cBhvr>
                                      <p:to>
                                        <a:srgbClr val="00B0F0"/>
                                      </p:to>
                                    </p:animClr>
                                  </p:childTnLst>
                                </p:cTn>
                              </p:par>
                            </p:childTnLst>
                          </p:cTn>
                        </p:par>
                      </p:childTnLst>
                    </p:cTn>
                  </p:par>
                  <p:par>
                    <p:cTn id="92" fill="hold">
                      <p:stCondLst>
                        <p:cond delay="indefinite"/>
                      </p:stCondLst>
                      <p:childTnLst>
                        <p:par>
                          <p:cTn id="93" fill="hold">
                            <p:stCondLst>
                              <p:cond delay="0"/>
                            </p:stCondLst>
                            <p:childTnLst>
                              <p:par>
                                <p:cTn id="94" presetID="6" presetClass="emph" presetSubtype="0" autoRev="1" fill="hold" grpId="0" nodeType="clickEffect">
                                  <p:stCondLst>
                                    <p:cond delay="0"/>
                                  </p:stCondLst>
                                  <p:childTnLst>
                                    <p:animScale>
                                      <p:cBhvr>
                                        <p:cTn id="95" dur="500" fill="hold"/>
                                        <p:tgtEl>
                                          <p:spTgt spid="42"/>
                                        </p:tgtEl>
                                      </p:cBhvr>
                                      <p:by x="150000" y="150000"/>
                                    </p:animScale>
                                  </p:childTnLst>
                                </p:cTn>
                              </p:par>
                              <p:par>
                                <p:cTn id="96" presetID="1" presetClass="emph" presetSubtype="2" fill="hold" nodeType="withEffect">
                                  <p:stCondLst>
                                    <p:cond delay="0"/>
                                  </p:stCondLst>
                                  <p:childTnLst>
                                    <p:animClr clrSpc="rgb" dir="cw">
                                      <p:cBhvr>
                                        <p:cTn id="97" dur="1000" fill="hold"/>
                                        <p:tgtEl>
                                          <p:spTgt spid="42"/>
                                        </p:tgtEl>
                                        <p:attrNameLst>
                                          <p:attrName>fillcolor</p:attrName>
                                        </p:attrNameLst>
                                      </p:cBhvr>
                                      <p:to>
                                        <a:srgbClr val="FFF2CC"/>
                                      </p:to>
                                    </p:animClr>
                                    <p:set>
                                      <p:cBhvr>
                                        <p:cTn id="98" dur="1000" fill="hold"/>
                                        <p:tgtEl>
                                          <p:spTgt spid="42"/>
                                        </p:tgtEl>
                                        <p:attrNameLst>
                                          <p:attrName>fill.type</p:attrName>
                                        </p:attrNameLst>
                                      </p:cBhvr>
                                      <p:to>
                                        <p:strVal val="solid"/>
                                      </p:to>
                                    </p:set>
                                    <p:set>
                                      <p:cBhvr>
                                        <p:cTn id="99" dur="1000" fill="hold"/>
                                        <p:tgtEl>
                                          <p:spTgt spid="42"/>
                                        </p:tgtEl>
                                        <p:attrNameLst>
                                          <p:attrName>fill.on</p:attrName>
                                        </p:attrNameLst>
                                      </p:cBhvr>
                                      <p:to>
                                        <p:strVal val="true"/>
                                      </p:to>
                                    </p:set>
                                  </p:childTnLst>
                                </p:cTn>
                              </p:par>
                            </p:childTnLst>
                          </p:cTn>
                        </p:par>
                        <p:par>
                          <p:cTn id="100" fill="hold">
                            <p:stCondLst>
                              <p:cond delay="1000"/>
                            </p:stCondLst>
                            <p:childTnLst>
                              <p:par>
                                <p:cTn id="101" presetID="6" presetClass="emph" presetSubtype="0" autoRev="1" fill="hold" grpId="0" nodeType="afterEffect">
                                  <p:stCondLst>
                                    <p:cond delay="0"/>
                                  </p:stCondLst>
                                  <p:childTnLst>
                                    <p:animScale>
                                      <p:cBhvr>
                                        <p:cTn id="102" dur="500" fill="hold"/>
                                        <p:tgtEl>
                                          <p:spTgt spid="79"/>
                                        </p:tgtEl>
                                      </p:cBhvr>
                                      <p:by x="150000" y="150000"/>
                                    </p:animScale>
                                  </p:childTnLst>
                                </p:cTn>
                              </p:par>
                              <p:par>
                                <p:cTn id="103" presetID="1" presetClass="emph" presetSubtype="2" fill="hold" nodeType="withEffect">
                                  <p:stCondLst>
                                    <p:cond delay="0"/>
                                  </p:stCondLst>
                                  <p:childTnLst>
                                    <p:animClr clrSpc="rgb" dir="cw">
                                      <p:cBhvr>
                                        <p:cTn id="104" dur="1000" fill="hold"/>
                                        <p:tgtEl>
                                          <p:spTgt spid="79"/>
                                        </p:tgtEl>
                                        <p:attrNameLst>
                                          <p:attrName>fillcolor</p:attrName>
                                        </p:attrNameLst>
                                      </p:cBhvr>
                                      <p:to>
                                        <a:srgbClr val="FFF2CC"/>
                                      </p:to>
                                    </p:animClr>
                                    <p:set>
                                      <p:cBhvr>
                                        <p:cTn id="105" dur="1000" fill="hold"/>
                                        <p:tgtEl>
                                          <p:spTgt spid="79"/>
                                        </p:tgtEl>
                                        <p:attrNameLst>
                                          <p:attrName>fill.type</p:attrName>
                                        </p:attrNameLst>
                                      </p:cBhvr>
                                      <p:to>
                                        <p:strVal val="solid"/>
                                      </p:to>
                                    </p:set>
                                    <p:set>
                                      <p:cBhvr>
                                        <p:cTn id="106" dur="1000" fill="hold"/>
                                        <p:tgtEl>
                                          <p:spTgt spid="79"/>
                                        </p:tgtEl>
                                        <p:attrNameLst>
                                          <p:attrName>fill.on</p:attrName>
                                        </p:attrNameLst>
                                      </p:cBhvr>
                                      <p:to>
                                        <p:strVal val="true"/>
                                      </p:to>
                                    </p:set>
                                  </p:childTnLst>
                                </p:cTn>
                              </p:par>
                            </p:childTnLst>
                          </p:cTn>
                        </p:par>
                        <p:par>
                          <p:cTn id="107" fill="hold">
                            <p:stCondLst>
                              <p:cond delay="2000"/>
                            </p:stCondLst>
                            <p:childTnLst>
                              <p:par>
                                <p:cTn id="108" presetID="6" presetClass="emph" presetSubtype="0" autoRev="1" fill="hold" grpId="0" nodeType="afterEffect">
                                  <p:stCondLst>
                                    <p:cond delay="0"/>
                                  </p:stCondLst>
                                  <p:childTnLst>
                                    <p:animScale>
                                      <p:cBhvr>
                                        <p:cTn id="109" dur="500" fill="hold"/>
                                        <p:tgtEl>
                                          <p:spTgt spid="82"/>
                                        </p:tgtEl>
                                      </p:cBhvr>
                                      <p:by x="150000" y="150000"/>
                                    </p:animScale>
                                  </p:childTnLst>
                                </p:cTn>
                              </p:par>
                              <p:par>
                                <p:cTn id="110" presetID="1" presetClass="emph" presetSubtype="2" fill="hold" nodeType="withEffect">
                                  <p:stCondLst>
                                    <p:cond delay="0"/>
                                  </p:stCondLst>
                                  <p:childTnLst>
                                    <p:animClr clrSpc="rgb" dir="cw">
                                      <p:cBhvr>
                                        <p:cTn id="111" dur="1000" fill="hold"/>
                                        <p:tgtEl>
                                          <p:spTgt spid="82"/>
                                        </p:tgtEl>
                                        <p:attrNameLst>
                                          <p:attrName>fillcolor</p:attrName>
                                        </p:attrNameLst>
                                      </p:cBhvr>
                                      <p:to>
                                        <a:srgbClr val="FFF2CC"/>
                                      </p:to>
                                    </p:animClr>
                                    <p:set>
                                      <p:cBhvr>
                                        <p:cTn id="112" dur="1000" fill="hold"/>
                                        <p:tgtEl>
                                          <p:spTgt spid="82"/>
                                        </p:tgtEl>
                                        <p:attrNameLst>
                                          <p:attrName>fill.type</p:attrName>
                                        </p:attrNameLst>
                                      </p:cBhvr>
                                      <p:to>
                                        <p:strVal val="solid"/>
                                      </p:to>
                                    </p:set>
                                    <p:set>
                                      <p:cBhvr>
                                        <p:cTn id="113" dur="1000" fill="hold"/>
                                        <p:tgtEl>
                                          <p:spTgt spid="82"/>
                                        </p:tgtEl>
                                        <p:attrNameLst>
                                          <p:attrName>fill.on</p:attrName>
                                        </p:attrNameLst>
                                      </p:cBhvr>
                                      <p:to>
                                        <p:strVal val="true"/>
                                      </p:to>
                                    </p:set>
                                  </p:childTnLst>
                                </p:cTn>
                              </p:par>
                            </p:childTnLst>
                          </p:cTn>
                        </p:par>
                        <p:par>
                          <p:cTn id="114" fill="hold">
                            <p:stCondLst>
                              <p:cond delay="3000"/>
                            </p:stCondLst>
                            <p:childTnLst>
                              <p:par>
                                <p:cTn id="115" presetID="6" presetClass="emph" presetSubtype="0" autoRev="1" fill="hold" grpId="0" nodeType="afterEffect">
                                  <p:stCondLst>
                                    <p:cond delay="0"/>
                                  </p:stCondLst>
                                  <p:childTnLst>
                                    <p:animScale>
                                      <p:cBhvr>
                                        <p:cTn id="116" dur="500" fill="hold"/>
                                        <p:tgtEl>
                                          <p:spTgt spid="59"/>
                                        </p:tgtEl>
                                      </p:cBhvr>
                                      <p:by x="150000" y="150000"/>
                                    </p:animScale>
                                  </p:childTnLst>
                                </p:cTn>
                              </p:par>
                              <p:par>
                                <p:cTn id="117" presetID="1" presetClass="emph" presetSubtype="2" fill="hold" nodeType="withEffect">
                                  <p:stCondLst>
                                    <p:cond delay="0"/>
                                  </p:stCondLst>
                                  <p:childTnLst>
                                    <p:animClr clrSpc="rgb" dir="cw">
                                      <p:cBhvr>
                                        <p:cTn id="118" dur="1000" fill="hold"/>
                                        <p:tgtEl>
                                          <p:spTgt spid="59"/>
                                        </p:tgtEl>
                                        <p:attrNameLst>
                                          <p:attrName>fillcolor</p:attrName>
                                        </p:attrNameLst>
                                      </p:cBhvr>
                                      <p:to>
                                        <a:srgbClr val="FFF2CC"/>
                                      </p:to>
                                    </p:animClr>
                                    <p:set>
                                      <p:cBhvr>
                                        <p:cTn id="119" dur="1000" fill="hold"/>
                                        <p:tgtEl>
                                          <p:spTgt spid="59"/>
                                        </p:tgtEl>
                                        <p:attrNameLst>
                                          <p:attrName>fill.type</p:attrName>
                                        </p:attrNameLst>
                                      </p:cBhvr>
                                      <p:to>
                                        <p:strVal val="solid"/>
                                      </p:to>
                                    </p:set>
                                    <p:set>
                                      <p:cBhvr>
                                        <p:cTn id="120" dur="1000" fill="hold"/>
                                        <p:tgtEl>
                                          <p:spTgt spid="59"/>
                                        </p:tgtEl>
                                        <p:attrNameLst>
                                          <p:attrName>fill.on</p:attrName>
                                        </p:attrNameLst>
                                      </p:cBhvr>
                                      <p:to>
                                        <p:strVal val="true"/>
                                      </p:to>
                                    </p:set>
                                  </p:childTnLst>
                                </p:cTn>
                              </p:par>
                            </p:childTnLst>
                          </p:cTn>
                        </p:par>
                        <p:par>
                          <p:cTn id="121" fill="hold">
                            <p:stCondLst>
                              <p:cond delay="4000"/>
                            </p:stCondLst>
                            <p:childTnLst>
                              <p:par>
                                <p:cTn id="122" presetID="6" presetClass="emph" presetSubtype="0" autoRev="1" fill="hold" grpId="0" nodeType="afterEffect">
                                  <p:stCondLst>
                                    <p:cond delay="0"/>
                                  </p:stCondLst>
                                  <p:childTnLst>
                                    <p:animScale>
                                      <p:cBhvr>
                                        <p:cTn id="123" dur="500" fill="hold"/>
                                        <p:tgtEl>
                                          <p:spTgt spid="39"/>
                                        </p:tgtEl>
                                      </p:cBhvr>
                                      <p:by x="150000" y="150000"/>
                                    </p:animScale>
                                  </p:childTnLst>
                                </p:cTn>
                              </p:par>
                              <p:par>
                                <p:cTn id="124" presetID="1" presetClass="emph" presetSubtype="2" fill="hold" nodeType="withEffect">
                                  <p:stCondLst>
                                    <p:cond delay="0"/>
                                  </p:stCondLst>
                                  <p:childTnLst>
                                    <p:animClr clrSpc="rgb" dir="cw">
                                      <p:cBhvr>
                                        <p:cTn id="125" dur="1000" fill="hold"/>
                                        <p:tgtEl>
                                          <p:spTgt spid="39"/>
                                        </p:tgtEl>
                                        <p:attrNameLst>
                                          <p:attrName>fillcolor</p:attrName>
                                        </p:attrNameLst>
                                      </p:cBhvr>
                                      <p:to>
                                        <a:srgbClr val="FFF2CC"/>
                                      </p:to>
                                    </p:animClr>
                                    <p:set>
                                      <p:cBhvr>
                                        <p:cTn id="126" dur="1000" fill="hold"/>
                                        <p:tgtEl>
                                          <p:spTgt spid="39"/>
                                        </p:tgtEl>
                                        <p:attrNameLst>
                                          <p:attrName>fill.type</p:attrName>
                                        </p:attrNameLst>
                                      </p:cBhvr>
                                      <p:to>
                                        <p:strVal val="solid"/>
                                      </p:to>
                                    </p:set>
                                    <p:set>
                                      <p:cBhvr>
                                        <p:cTn id="127" dur="1000" fill="hold"/>
                                        <p:tgtEl>
                                          <p:spTgt spid="39"/>
                                        </p:tgtEl>
                                        <p:attrNameLst>
                                          <p:attrName>fill.on</p:attrName>
                                        </p:attrNameLst>
                                      </p:cBhvr>
                                      <p:to>
                                        <p:strVal val="true"/>
                                      </p:to>
                                    </p:set>
                                  </p:childTnLst>
                                </p:cTn>
                              </p:par>
                            </p:childTnLst>
                          </p:cTn>
                        </p:par>
                        <p:par>
                          <p:cTn id="128" fill="hold">
                            <p:stCondLst>
                              <p:cond delay="5000"/>
                            </p:stCondLst>
                            <p:childTnLst>
                              <p:par>
                                <p:cTn id="129" presetID="6" presetClass="emph" presetSubtype="0" autoRev="1" fill="hold" grpId="0" nodeType="afterEffect">
                                  <p:stCondLst>
                                    <p:cond delay="0"/>
                                  </p:stCondLst>
                                  <p:childTnLst>
                                    <p:animScale>
                                      <p:cBhvr>
                                        <p:cTn id="130" dur="500" fill="hold"/>
                                        <p:tgtEl>
                                          <p:spTgt spid="56"/>
                                        </p:tgtEl>
                                      </p:cBhvr>
                                      <p:by x="150000" y="150000"/>
                                    </p:animScale>
                                  </p:childTnLst>
                                </p:cTn>
                              </p:par>
                              <p:par>
                                <p:cTn id="131" presetID="1" presetClass="emph" presetSubtype="2" fill="hold" nodeType="withEffect">
                                  <p:stCondLst>
                                    <p:cond delay="0"/>
                                  </p:stCondLst>
                                  <p:childTnLst>
                                    <p:animClr clrSpc="rgb" dir="cw">
                                      <p:cBhvr>
                                        <p:cTn id="132" dur="1000" fill="hold"/>
                                        <p:tgtEl>
                                          <p:spTgt spid="56"/>
                                        </p:tgtEl>
                                        <p:attrNameLst>
                                          <p:attrName>fillcolor</p:attrName>
                                        </p:attrNameLst>
                                      </p:cBhvr>
                                      <p:to>
                                        <a:srgbClr val="FFF2CC"/>
                                      </p:to>
                                    </p:animClr>
                                    <p:set>
                                      <p:cBhvr>
                                        <p:cTn id="133" dur="1000" fill="hold"/>
                                        <p:tgtEl>
                                          <p:spTgt spid="56"/>
                                        </p:tgtEl>
                                        <p:attrNameLst>
                                          <p:attrName>fill.type</p:attrName>
                                        </p:attrNameLst>
                                      </p:cBhvr>
                                      <p:to>
                                        <p:strVal val="solid"/>
                                      </p:to>
                                    </p:set>
                                    <p:set>
                                      <p:cBhvr>
                                        <p:cTn id="134" dur="1000" fill="hold"/>
                                        <p:tgtEl>
                                          <p:spTgt spid="56"/>
                                        </p:tgtEl>
                                        <p:attrNameLst>
                                          <p:attrName>fill.on</p:attrName>
                                        </p:attrNameLst>
                                      </p:cBhvr>
                                      <p:to>
                                        <p:strVal val="true"/>
                                      </p:to>
                                    </p:set>
                                  </p:childTnLst>
                                </p:cTn>
                              </p:par>
                            </p:childTnLst>
                          </p:cTn>
                        </p:par>
                        <p:par>
                          <p:cTn id="135" fill="hold">
                            <p:stCondLst>
                              <p:cond delay="6000"/>
                            </p:stCondLst>
                            <p:childTnLst>
                              <p:par>
                                <p:cTn id="136" presetID="6" presetClass="emph" presetSubtype="0" autoRev="1" fill="hold" grpId="0" nodeType="afterEffect">
                                  <p:stCondLst>
                                    <p:cond delay="0"/>
                                  </p:stCondLst>
                                  <p:childTnLst>
                                    <p:animScale>
                                      <p:cBhvr>
                                        <p:cTn id="137" dur="500" fill="hold"/>
                                        <p:tgtEl>
                                          <p:spTgt spid="45"/>
                                        </p:tgtEl>
                                      </p:cBhvr>
                                      <p:by x="150000" y="150000"/>
                                    </p:animScale>
                                  </p:childTnLst>
                                </p:cTn>
                              </p:par>
                              <p:par>
                                <p:cTn id="138" presetID="1" presetClass="emph" presetSubtype="2" fill="hold" nodeType="withEffect">
                                  <p:stCondLst>
                                    <p:cond delay="0"/>
                                  </p:stCondLst>
                                  <p:childTnLst>
                                    <p:animClr clrSpc="rgb" dir="cw">
                                      <p:cBhvr>
                                        <p:cTn id="139" dur="1000" fill="hold"/>
                                        <p:tgtEl>
                                          <p:spTgt spid="45"/>
                                        </p:tgtEl>
                                        <p:attrNameLst>
                                          <p:attrName>fillcolor</p:attrName>
                                        </p:attrNameLst>
                                      </p:cBhvr>
                                      <p:to>
                                        <a:srgbClr val="FFF2CC"/>
                                      </p:to>
                                    </p:animClr>
                                    <p:set>
                                      <p:cBhvr>
                                        <p:cTn id="140" dur="1000" fill="hold"/>
                                        <p:tgtEl>
                                          <p:spTgt spid="45"/>
                                        </p:tgtEl>
                                        <p:attrNameLst>
                                          <p:attrName>fill.type</p:attrName>
                                        </p:attrNameLst>
                                      </p:cBhvr>
                                      <p:to>
                                        <p:strVal val="solid"/>
                                      </p:to>
                                    </p:set>
                                    <p:set>
                                      <p:cBhvr>
                                        <p:cTn id="141" dur="1000" fill="hold"/>
                                        <p:tgtEl>
                                          <p:spTgt spid="45"/>
                                        </p:tgtEl>
                                        <p:attrNameLst>
                                          <p:attrName>fill.on</p:attrName>
                                        </p:attrNameLst>
                                      </p:cBhvr>
                                      <p:to>
                                        <p:strVal val="true"/>
                                      </p:to>
                                    </p:set>
                                  </p:childTnLst>
                                </p:cTn>
                              </p:par>
                            </p:childTnLst>
                          </p:cTn>
                        </p:par>
                      </p:childTnLst>
                    </p:cTn>
                  </p:par>
                  <p:par>
                    <p:cTn id="142" fill="hold">
                      <p:stCondLst>
                        <p:cond delay="indefinite"/>
                      </p:stCondLst>
                      <p:childTnLst>
                        <p:par>
                          <p:cTn id="143" fill="hold">
                            <p:stCondLst>
                              <p:cond delay="0"/>
                            </p:stCondLst>
                            <p:childTnLst>
                              <p:par>
                                <p:cTn id="144" presetID="22" presetClass="entr" presetSubtype="1" fill="hold" grpId="0" nodeType="clickEffect">
                                  <p:stCondLst>
                                    <p:cond delay="0"/>
                                  </p:stCondLst>
                                  <p:childTnLst>
                                    <p:set>
                                      <p:cBhvr>
                                        <p:cTn id="145" dur="1" fill="hold">
                                          <p:stCondLst>
                                            <p:cond delay="0"/>
                                          </p:stCondLst>
                                        </p:cTn>
                                        <p:tgtEl>
                                          <p:spTgt spid="85">
                                            <p:txEl>
                                              <p:pRg st="4" end="4"/>
                                            </p:txEl>
                                          </p:spTgt>
                                        </p:tgtEl>
                                        <p:attrNameLst>
                                          <p:attrName>style.visibility</p:attrName>
                                        </p:attrNameLst>
                                      </p:cBhvr>
                                      <p:to>
                                        <p:strVal val="visible"/>
                                      </p:to>
                                    </p:set>
                                    <p:animEffect transition="in" filter="wipe(up)">
                                      <p:cBhvr>
                                        <p:cTn id="146" dur="500"/>
                                        <p:tgtEl>
                                          <p:spTgt spid="85">
                                            <p:txEl>
                                              <p:pRg st="4" end="4"/>
                                            </p:txEl>
                                          </p:spTgt>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1" fill="hold" grpId="0" nodeType="clickEffect">
                                  <p:stCondLst>
                                    <p:cond delay="0"/>
                                  </p:stCondLst>
                                  <p:childTnLst>
                                    <p:set>
                                      <p:cBhvr>
                                        <p:cTn id="150" dur="1" fill="hold">
                                          <p:stCondLst>
                                            <p:cond delay="0"/>
                                          </p:stCondLst>
                                        </p:cTn>
                                        <p:tgtEl>
                                          <p:spTgt spid="85">
                                            <p:txEl>
                                              <p:pRg st="5" end="5"/>
                                            </p:txEl>
                                          </p:spTgt>
                                        </p:tgtEl>
                                        <p:attrNameLst>
                                          <p:attrName>style.visibility</p:attrName>
                                        </p:attrNameLst>
                                      </p:cBhvr>
                                      <p:to>
                                        <p:strVal val="visible"/>
                                      </p:to>
                                    </p:set>
                                    <p:animEffect transition="in" filter="wipe(up)">
                                      <p:cBhvr>
                                        <p:cTn id="151" dur="500"/>
                                        <p:tgtEl>
                                          <p:spTgt spid="85">
                                            <p:txEl>
                                              <p:pRg st="5" end="5"/>
                                            </p:txEl>
                                          </p:spTgt>
                                        </p:tgtEl>
                                      </p:cBhvr>
                                    </p:animEffect>
                                  </p:childTnLst>
                                </p:cTn>
                              </p:par>
                            </p:childTnLst>
                          </p:cTn>
                        </p:par>
                      </p:childTnLst>
                    </p:cTn>
                  </p:par>
                  <p:par>
                    <p:cTn id="152" fill="hold">
                      <p:stCondLst>
                        <p:cond delay="indefinite"/>
                      </p:stCondLst>
                      <p:childTnLst>
                        <p:par>
                          <p:cTn id="153" fill="hold">
                            <p:stCondLst>
                              <p:cond delay="0"/>
                            </p:stCondLst>
                            <p:childTnLst>
                              <p:par>
                                <p:cTn id="154" presetID="6" presetClass="emph" presetSubtype="0" autoRev="1" fill="hold" grpId="2" nodeType="clickEffect">
                                  <p:stCondLst>
                                    <p:cond delay="0"/>
                                  </p:stCondLst>
                                  <p:childTnLst>
                                    <p:animScale>
                                      <p:cBhvr>
                                        <p:cTn id="155" dur="500" fill="hold"/>
                                        <p:tgtEl>
                                          <p:spTgt spid="86"/>
                                        </p:tgtEl>
                                      </p:cBhvr>
                                      <p:by x="150000" y="150000"/>
                                    </p:animScale>
                                  </p:childTnLst>
                                </p:cTn>
                              </p:par>
                            </p:childTnLst>
                          </p:cTn>
                        </p:par>
                        <p:par>
                          <p:cTn id="156" fill="hold">
                            <p:stCondLst>
                              <p:cond delay="1000"/>
                            </p:stCondLst>
                            <p:childTnLst>
                              <p:par>
                                <p:cTn id="157" presetID="3" presetClass="emph" presetSubtype="2" fill="hold" grpId="1" nodeType="afterEffect">
                                  <p:stCondLst>
                                    <p:cond delay="0"/>
                                  </p:stCondLst>
                                  <p:childTnLst>
                                    <p:animClr clrSpc="rgb" dir="cw">
                                      <p:cBhvr override="childStyle">
                                        <p:cTn id="158" dur="500" fill="hold"/>
                                        <p:tgtEl>
                                          <p:spTgt spid="86"/>
                                        </p:tgtEl>
                                        <p:attrNameLst>
                                          <p:attrName>style.color</p:attrName>
                                        </p:attrNameLst>
                                      </p:cBhvr>
                                      <p:to>
                                        <a:srgbClr val="00B0F0"/>
                                      </p:to>
                                    </p:animClr>
                                  </p:childTnLst>
                                </p:cTn>
                              </p:par>
                            </p:childTnLst>
                          </p:cTn>
                        </p:par>
                        <p:par>
                          <p:cTn id="159" fill="hold">
                            <p:stCondLst>
                              <p:cond delay="1500"/>
                            </p:stCondLst>
                            <p:childTnLst>
                              <p:par>
                                <p:cTn id="160" presetID="6" presetClass="emph" presetSubtype="0" autoRev="1" fill="hold" grpId="2" nodeType="afterEffect">
                                  <p:stCondLst>
                                    <p:cond delay="0"/>
                                  </p:stCondLst>
                                  <p:childTnLst>
                                    <p:animScale>
                                      <p:cBhvr>
                                        <p:cTn id="161" dur="500" fill="hold"/>
                                        <p:tgtEl>
                                          <p:spTgt spid="89"/>
                                        </p:tgtEl>
                                      </p:cBhvr>
                                      <p:by x="150000" y="150000"/>
                                    </p:animScale>
                                  </p:childTnLst>
                                </p:cTn>
                              </p:par>
                            </p:childTnLst>
                          </p:cTn>
                        </p:par>
                        <p:par>
                          <p:cTn id="162" fill="hold">
                            <p:stCondLst>
                              <p:cond delay="2500"/>
                            </p:stCondLst>
                            <p:childTnLst>
                              <p:par>
                                <p:cTn id="163" presetID="3" presetClass="emph" presetSubtype="2" fill="hold" grpId="1" nodeType="afterEffect">
                                  <p:stCondLst>
                                    <p:cond delay="0"/>
                                  </p:stCondLst>
                                  <p:childTnLst>
                                    <p:animClr clrSpc="rgb" dir="cw">
                                      <p:cBhvr override="childStyle">
                                        <p:cTn id="164" dur="500" fill="hold"/>
                                        <p:tgtEl>
                                          <p:spTgt spid="89"/>
                                        </p:tgtEl>
                                        <p:attrNameLst>
                                          <p:attrName>style.color</p:attrName>
                                        </p:attrNameLst>
                                      </p:cBhvr>
                                      <p:to>
                                        <a:srgbClr val="00B0F0"/>
                                      </p:to>
                                    </p:animClr>
                                  </p:childTnLst>
                                </p:cTn>
                              </p:par>
                            </p:childTnLst>
                          </p:cTn>
                        </p:par>
                        <p:par>
                          <p:cTn id="165" fill="hold">
                            <p:stCondLst>
                              <p:cond delay="3000"/>
                            </p:stCondLst>
                            <p:childTnLst>
                              <p:par>
                                <p:cTn id="166" presetID="6" presetClass="emph" presetSubtype="0" autoRev="1" fill="hold" grpId="2" nodeType="afterEffect">
                                  <p:stCondLst>
                                    <p:cond delay="0"/>
                                  </p:stCondLst>
                                  <p:childTnLst>
                                    <p:animScale>
                                      <p:cBhvr>
                                        <p:cTn id="167" dur="500" fill="hold"/>
                                        <p:tgtEl>
                                          <p:spTgt spid="90"/>
                                        </p:tgtEl>
                                      </p:cBhvr>
                                      <p:by x="150000" y="150000"/>
                                    </p:animScale>
                                  </p:childTnLst>
                                </p:cTn>
                              </p:par>
                            </p:childTnLst>
                          </p:cTn>
                        </p:par>
                        <p:par>
                          <p:cTn id="168" fill="hold">
                            <p:stCondLst>
                              <p:cond delay="4000"/>
                            </p:stCondLst>
                            <p:childTnLst>
                              <p:par>
                                <p:cTn id="169" presetID="3" presetClass="emph" presetSubtype="2" fill="hold" grpId="1" nodeType="afterEffect">
                                  <p:stCondLst>
                                    <p:cond delay="0"/>
                                  </p:stCondLst>
                                  <p:childTnLst>
                                    <p:animClr clrSpc="rgb" dir="cw">
                                      <p:cBhvr override="childStyle">
                                        <p:cTn id="170" dur="500" fill="hold"/>
                                        <p:tgtEl>
                                          <p:spTgt spid="90"/>
                                        </p:tgtEl>
                                        <p:attrNameLst>
                                          <p:attrName>style.color</p:attrName>
                                        </p:attrNameLst>
                                      </p:cBhvr>
                                      <p:to>
                                        <a:srgbClr val="00B0F0"/>
                                      </p:to>
                                    </p:animClr>
                                  </p:childTnLst>
                                </p:cTn>
                              </p:par>
                            </p:childTnLst>
                          </p:cTn>
                        </p:par>
                      </p:childTnLst>
                    </p:cTn>
                  </p:par>
                  <p:par>
                    <p:cTn id="171" fill="hold">
                      <p:stCondLst>
                        <p:cond delay="indefinite"/>
                      </p:stCondLst>
                      <p:childTnLst>
                        <p:par>
                          <p:cTn id="172" fill="hold">
                            <p:stCondLst>
                              <p:cond delay="0"/>
                            </p:stCondLst>
                            <p:childTnLst>
                              <p:par>
                                <p:cTn id="173" presetID="22" presetClass="entr" presetSubtype="1" fill="hold" grpId="0" nodeType="clickEffect">
                                  <p:stCondLst>
                                    <p:cond delay="0"/>
                                  </p:stCondLst>
                                  <p:childTnLst>
                                    <p:set>
                                      <p:cBhvr>
                                        <p:cTn id="174" dur="1" fill="hold">
                                          <p:stCondLst>
                                            <p:cond delay="0"/>
                                          </p:stCondLst>
                                        </p:cTn>
                                        <p:tgtEl>
                                          <p:spTgt spid="85">
                                            <p:txEl>
                                              <p:pRg st="6" end="6"/>
                                            </p:txEl>
                                          </p:spTgt>
                                        </p:tgtEl>
                                        <p:attrNameLst>
                                          <p:attrName>style.visibility</p:attrName>
                                        </p:attrNameLst>
                                      </p:cBhvr>
                                      <p:to>
                                        <p:strVal val="visible"/>
                                      </p:to>
                                    </p:set>
                                    <p:animEffect transition="in" filter="wipe(up)">
                                      <p:cBhvr>
                                        <p:cTn id="175" dur="500"/>
                                        <p:tgtEl>
                                          <p:spTgt spid="85">
                                            <p:txEl>
                                              <p:pRg st="6" end="6"/>
                                            </p:txEl>
                                          </p:spTgt>
                                        </p:tgtEl>
                                      </p:cBhvr>
                                    </p:animEffect>
                                  </p:childTnLst>
                                </p:cTn>
                              </p:par>
                            </p:childTnLst>
                          </p:cTn>
                        </p:par>
                      </p:childTnLst>
                    </p:cTn>
                  </p:par>
                  <p:par>
                    <p:cTn id="176" fill="hold">
                      <p:stCondLst>
                        <p:cond delay="indefinite"/>
                      </p:stCondLst>
                      <p:childTnLst>
                        <p:par>
                          <p:cTn id="177" fill="hold">
                            <p:stCondLst>
                              <p:cond delay="0"/>
                            </p:stCondLst>
                            <p:childTnLst>
                              <p:par>
                                <p:cTn id="178" presetID="6" presetClass="emph" presetSubtype="0" autoRev="1" fill="hold" grpId="0" nodeType="clickEffect">
                                  <p:stCondLst>
                                    <p:cond delay="0"/>
                                  </p:stCondLst>
                                  <p:childTnLst>
                                    <p:animScale>
                                      <p:cBhvr>
                                        <p:cTn id="179" dur="500" fill="hold"/>
                                        <p:tgtEl>
                                          <p:spTgt spid="53"/>
                                        </p:tgtEl>
                                      </p:cBhvr>
                                      <p:by x="150000" y="150000"/>
                                    </p:animScale>
                                  </p:childTnLst>
                                </p:cTn>
                              </p:par>
                              <p:par>
                                <p:cTn id="180" presetID="1" presetClass="emph" presetSubtype="2" fill="hold" nodeType="withEffect">
                                  <p:stCondLst>
                                    <p:cond delay="0"/>
                                  </p:stCondLst>
                                  <p:childTnLst>
                                    <p:animClr clrSpc="rgb" dir="cw">
                                      <p:cBhvr>
                                        <p:cTn id="181" dur="1000" fill="hold"/>
                                        <p:tgtEl>
                                          <p:spTgt spid="53"/>
                                        </p:tgtEl>
                                        <p:attrNameLst>
                                          <p:attrName>fillcolor</p:attrName>
                                        </p:attrNameLst>
                                      </p:cBhvr>
                                      <p:to>
                                        <a:srgbClr val="FFF2CC"/>
                                      </p:to>
                                    </p:animClr>
                                    <p:set>
                                      <p:cBhvr>
                                        <p:cTn id="182" dur="1000" fill="hold"/>
                                        <p:tgtEl>
                                          <p:spTgt spid="53"/>
                                        </p:tgtEl>
                                        <p:attrNameLst>
                                          <p:attrName>fill.type</p:attrName>
                                        </p:attrNameLst>
                                      </p:cBhvr>
                                      <p:to>
                                        <p:strVal val="solid"/>
                                      </p:to>
                                    </p:set>
                                    <p:set>
                                      <p:cBhvr>
                                        <p:cTn id="183" dur="1000" fill="hold"/>
                                        <p:tgtEl>
                                          <p:spTgt spid="53"/>
                                        </p:tgtEl>
                                        <p:attrNameLst>
                                          <p:attrName>fill.on</p:attrName>
                                        </p:attrNameLst>
                                      </p:cBhvr>
                                      <p:to>
                                        <p:strVal val="true"/>
                                      </p:to>
                                    </p:set>
                                  </p:childTnLst>
                                </p:cTn>
                              </p:par>
                            </p:childTnLst>
                          </p:cTn>
                        </p:par>
                        <p:par>
                          <p:cTn id="184" fill="hold">
                            <p:stCondLst>
                              <p:cond delay="1000"/>
                            </p:stCondLst>
                            <p:childTnLst>
                              <p:par>
                                <p:cTn id="185" presetID="6" presetClass="emph" presetSubtype="0" autoRev="1" fill="hold" grpId="0" nodeType="afterEffect">
                                  <p:stCondLst>
                                    <p:cond delay="0"/>
                                  </p:stCondLst>
                                  <p:childTnLst>
                                    <p:animScale>
                                      <p:cBhvr>
                                        <p:cTn id="186" dur="500" fill="hold"/>
                                        <p:tgtEl>
                                          <p:spTgt spid="51"/>
                                        </p:tgtEl>
                                      </p:cBhvr>
                                      <p:by x="150000" y="150000"/>
                                    </p:animScale>
                                  </p:childTnLst>
                                </p:cTn>
                              </p:par>
                              <p:par>
                                <p:cTn id="187" presetID="1" presetClass="emph" presetSubtype="2" fill="hold" nodeType="withEffect">
                                  <p:stCondLst>
                                    <p:cond delay="0"/>
                                  </p:stCondLst>
                                  <p:childTnLst>
                                    <p:animClr clrSpc="rgb" dir="cw">
                                      <p:cBhvr>
                                        <p:cTn id="188" dur="1000" fill="hold"/>
                                        <p:tgtEl>
                                          <p:spTgt spid="51"/>
                                        </p:tgtEl>
                                        <p:attrNameLst>
                                          <p:attrName>fillcolor</p:attrName>
                                        </p:attrNameLst>
                                      </p:cBhvr>
                                      <p:to>
                                        <a:srgbClr val="FFF2CC"/>
                                      </p:to>
                                    </p:animClr>
                                    <p:set>
                                      <p:cBhvr>
                                        <p:cTn id="189" dur="1000" fill="hold"/>
                                        <p:tgtEl>
                                          <p:spTgt spid="51"/>
                                        </p:tgtEl>
                                        <p:attrNameLst>
                                          <p:attrName>fill.type</p:attrName>
                                        </p:attrNameLst>
                                      </p:cBhvr>
                                      <p:to>
                                        <p:strVal val="solid"/>
                                      </p:to>
                                    </p:set>
                                    <p:set>
                                      <p:cBhvr>
                                        <p:cTn id="190" dur="1000" fill="hold"/>
                                        <p:tgtEl>
                                          <p:spTgt spid="51"/>
                                        </p:tgtEl>
                                        <p:attrNameLst>
                                          <p:attrName>fill.on</p:attrName>
                                        </p:attrNameLst>
                                      </p:cBhvr>
                                      <p:to>
                                        <p:strVal val="true"/>
                                      </p:to>
                                    </p:set>
                                  </p:childTnLst>
                                </p:cTn>
                              </p:par>
                            </p:childTnLst>
                          </p:cTn>
                        </p:par>
                      </p:childTnLst>
                    </p:cTn>
                  </p:par>
                  <p:par>
                    <p:cTn id="191" fill="hold">
                      <p:stCondLst>
                        <p:cond delay="indefinite"/>
                      </p:stCondLst>
                      <p:childTnLst>
                        <p:par>
                          <p:cTn id="192" fill="hold">
                            <p:stCondLst>
                              <p:cond delay="0"/>
                            </p:stCondLst>
                            <p:childTnLst>
                              <p:par>
                                <p:cTn id="193" presetID="22" presetClass="entr" presetSubtype="1" fill="hold" grpId="0" nodeType="clickEffect">
                                  <p:stCondLst>
                                    <p:cond delay="0"/>
                                  </p:stCondLst>
                                  <p:childTnLst>
                                    <p:set>
                                      <p:cBhvr>
                                        <p:cTn id="194" dur="1" fill="hold">
                                          <p:stCondLst>
                                            <p:cond delay="0"/>
                                          </p:stCondLst>
                                        </p:cTn>
                                        <p:tgtEl>
                                          <p:spTgt spid="99">
                                            <p:txEl>
                                              <p:pRg st="0" end="0"/>
                                            </p:txEl>
                                          </p:spTgt>
                                        </p:tgtEl>
                                        <p:attrNameLst>
                                          <p:attrName>style.visibility</p:attrName>
                                        </p:attrNameLst>
                                      </p:cBhvr>
                                      <p:to>
                                        <p:strVal val="visible"/>
                                      </p:to>
                                    </p:set>
                                    <p:animEffect transition="in" filter="wipe(up)">
                                      <p:cBhvr>
                                        <p:cTn id="195" dur="500"/>
                                        <p:tgtEl>
                                          <p:spTgt spid="99">
                                            <p:txEl>
                                              <p:pRg st="0" end="0"/>
                                            </p:txEl>
                                          </p:spTgt>
                                        </p:tgtEl>
                                      </p:cBhvr>
                                    </p:animEffect>
                                  </p:childTnLst>
                                </p:cTn>
                              </p:par>
                            </p:childTnLst>
                          </p:cTn>
                        </p:par>
                      </p:childTnLst>
                    </p:cTn>
                  </p:par>
                  <p:par>
                    <p:cTn id="196" fill="hold">
                      <p:stCondLst>
                        <p:cond delay="indefinite"/>
                      </p:stCondLst>
                      <p:childTnLst>
                        <p:par>
                          <p:cTn id="197" fill="hold">
                            <p:stCondLst>
                              <p:cond delay="0"/>
                            </p:stCondLst>
                            <p:childTnLst>
                              <p:par>
                                <p:cTn id="198" presetID="22" presetClass="entr" presetSubtype="1" fill="hold" grpId="0" nodeType="clickEffect">
                                  <p:stCondLst>
                                    <p:cond delay="0"/>
                                  </p:stCondLst>
                                  <p:childTnLst>
                                    <p:set>
                                      <p:cBhvr>
                                        <p:cTn id="199" dur="1" fill="hold">
                                          <p:stCondLst>
                                            <p:cond delay="0"/>
                                          </p:stCondLst>
                                        </p:cTn>
                                        <p:tgtEl>
                                          <p:spTgt spid="99">
                                            <p:txEl>
                                              <p:pRg st="1" end="1"/>
                                            </p:txEl>
                                          </p:spTgt>
                                        </p:tgtEl>
                                        <p:attrNameLst>
                                          <p:attrName>style.visibility</p:attrName>
                                        </p:attrNameLst>
                                      </p:cBhvr>
                                      <p:to>
                                        <p:strVal val="visible"/>
                                      </p:to>
                                    </p:set>
                                    <p:animEffect transition="in" filter="wipe(up)">
                                      <p:cBhvr>
                                        <p:cTn id="200" dur="500"/>
                                        <p:tgtEl>
                                          <p:spTgt spid="99">
                                            <p:txEl>
                                              <p:pRg st="1" end="1"/>
                                            </p:txEl>
                                          </p:spTgt>
                                        </p:tgtEl>
                                      </p:cBhvr>
                                    </p:animEffect>
                                  </p:childTnLst>
                                </p:cTn>
                              </p:par>
                            </p:childTnLst>
                          </p:cTn>
                        </p:par>
                      </p:childTnLst>
                    </p:cTn>
                  </p:par>
                  <p:par>
                    <p:cTn id="201" fill="hold">
                      <p:stCondLst>
                        <p:cond delay="indefinite"/>
                      </p:stCondLst>
                      <p:childTnLst>
                        <p:par>
                          <p:cTn id="202" fill="hold">
                            <p:stCondLst>
                              <p:cond delay="0"/>
                            </p:stCondLst>
                            <p:childTnLst>
                              <p:par>
                                <p:cTn id="203" presetID="6" presetClass="emph" presetSubtype="0" autoRev="1" fill="hold" grpId="1" nodeType="clickEffect">
                                  <p:stCondLst>
                                    <p:cond delay="0"/>
                                  </p:stCondLst>
                                  <p:childTnLst>
                                    <p:animScale>
                                      <p:cBhvr>
                                        <p:cTn id="204" dur="500" fill="hold"/>
                                        <p:tgtEl>
                                          <p:spTgt spid="92"/>
                                        </p:tgtEl>
                                      </p:cBhvr>
                                      <p:by x="150000" y="150000"/>
                                    </p:animScale>
                                  </p:childTnLst>
                                </p:cTn>
                              </p:par>
                            </p:childTnLst>
                          </p:cTn>
                        </p:par>
                        <p:par>
                          <p:cTn id="205" fill="hold">
                            <p:stCondLst>
                              <p:cond delay="1000"/>
                            </p:stCondLst>
                            <p:childTnLst>
                              <p:par>
                                <p:cTn id="206" presetID="3" presetClass="emph" presetSubtype="2" fill="hold" grpId="2" nodeType="afterEffect">
                                  <p:stCondLst>
                                    <p:cond delay="0"/>
                                  </p:stCondLst>
                                  <p:childTnLst>
                                    <p:animClr clrSpc="rgb" dir="cw">
                                      <p:cBhvr override="childStyle">
                                        <p:cTn id="207" dur="500" fill="hold"/>
                                        <p:tgtEl>
                                          <p:spTgt spid="92"/>
                                        </p:tgtEl>
                                        <p:attrNameLst>
                                          <p:attrName>style.color</p:attrName>
                                        </p:attrNameLst>
                                      </p:cBhvr>
                                      <p:to>
                                        <a:srgbClr val="00B0F0"/>
                                      </p:to>
                                    </p:animClr>
                                  </p:childTnLst>
                                </p:cTn>
                              </p:par>
                            </p:childTnLst>
                          </p:cTn>
                        </p:par>
                        <p:par>
                          <p:cTn id="208" fill="hold">
                            <p:stCondLst>
                              <p:cond delay="1500"/>
                            </p:stCondLst>
                            <p:childTnLst>
                              <p:par>
                                <p:cTn id="209" presetID="6" presetClass="emph" presetSubtype="0" autoRev="1" fill="hold" grpId="1" nodeType="afterEffect">
                                  <p:stCondLst>
                                    <p:cond delay="0"/>
                                  </p:stCondLst>
                                  <p:childTnLst>
                                    <p:animScale>
                                      <p:cBhvr>
                                        <p:cTn id="210" dur="500" fill="hold"/>
                                        <p:tgtEl>
                                          <p:spTgt spid="91"/>
                                        </p:tgtEl>
                                      </p:cBhvr>
                                      <p:by x="150000" y="150000"/>
                                    </p:animScale>
                                  </p:childTnLst>
                                </p:cTn>
                              </p:par>
                            </p:childTnLst>
                          </p:cTn>
                        </p:par>
                        <p:par>
                          <p:cTn id="211" fill="hold">
                            <p:stCondLst>
                              <p:cond delay="2500"/>
                            </p:stCondLst>
                            <p:childTnLst>
                              <p:par>
                                <p:cTn id="212" presetID="3" presetClass="emph" presetSubtype="2" fill="hold" grpId="2" nodeType="afterEffect">
                                  <p:stCondLst>
                                    <p:cond delay="0"/>
                                  </p:stCondLst>
                                  <p:childTnLst>
                                    <p:animClr clrSpc="rgb" dir="cw">
                                      <p:cBhvr override="childStyle">
                                        <p:cTn id="213" dur="500" fill="hold"/>
                                        <p:tgtEl>
                                          <p:spTgt spid="91"/>
                                        </p:tgtEl>
                                        <p:attrNameLst>
                                          <p:attrName>style.color</p:attrName>
                                        </p:attrNameLst>
                                      </p:cBhvr>
                                      <p:to>
                                        <a:srgbClr val="00B0F0"/>
                                      </p:to>
                                    </p:animClr>
                                  </p:childTnLst>
                                </p:cTn>
                              </p:par>
                            </p:childTnLst>
                          </p:cTn>
                        </p:par>
                        <p:par>
                          <p:cTn id="214" fill="hold">
                            <p:stCondLst>
                              <p:cond delay="3000"/>
                            </p:stCondLst>
                            <p:childTnLst>
                              <p:par>
                                <p:cTn id="215" presetID="6" presetClass="emph" presetSubtype="0" autoRev="1" fill="hold" grpId="1" nodeType="afterEffect">
                                  <p:stCondLst>
                                    <p:cond delay="0"/>
                                  </p:stCondLst>
                                  <p:childTnLst>
                                    <p:animScale>
                                      <p:cBhvr>
                                        <p:cTn id="216" dur="500" fill="hold"/>
                                        <p:tgtEl>
                                          <p:spTgt spid="93"/>
                                        </p:tgtEl>
                                      </p:cBhvr>
                                      <p:by x="150000" y="150000"/>
                                    </p:animScale>
                                  </p:childTnLst>
                                </p:cTn>
                              </p:par>
                            </p:childTnLst>
                          </p:cTn>
                        </p:par>
                        <p:par>
                          <p:cTn id="217" fill="hold">
                            <p:stCondLst>
                              <p:cond delay="4000"/>
                            </p:stCondLst>
                            <p:childTnLst>
                              <p:par>
                                <p:cTn id="218" presetID="3" presetClass="emph" presetSubtype="2" fill="hold" grpId="2" nodeType="afterEffect">
                                  <p:stCondLst>
                                    <p:cond delay="0"/>
                                  </p:stCondLst>
                                  <p:childTnLst>
                                    <p:animClr clrSpc="rgb" dir="cw">
                                      <p:cBhvr override="childStyle">
                                        <p:cTn id="219" dur="500" fill="hold"/>
                                        <p:tgtEl>
                                          <p:spTgt spid="93"/>
                                        </p:tgtEl>
                                        <p:attrNameLst>
                                          <p:attrName>style.color</p:attrName>
                                        </p:attrNameLst>
                                      </p:cBhvr>
                                      <p:to>
                                        <a:srgbClr val="00B0F0"/>
                                      </p:to>
                                    </p:animClr>
                                  </p:childTnLst>
                                </p:cTn>
                              </p:par>
                            </p:childTnLst>
                          </p:cTn>
                        </p:par>
                      </p:childTnLst>
                    </p:cTn>
                  </p:par>
                  <p:par>
                    <p:cTn id="220" fill="hold">
                      <p:stCondLst>
                        <p:cond delay="indefinite"/>
                      </p:stCondLst>
                      <p:childTnLst>
                        <p:par>
                          <p:cTn id="221" fill="hold">
                            <p:stCondLst>
                              <p:cond delay="0"/>
                            </p:stCondLst>
                            <p:childTnLst>
                              <p:par>
                                <p:cTn id="222" presetID="22" presetClass="entr" presetSubtype="1" fill="hold" grpId="0" nodeType="clickEffect">
                                  <p:stCondLst>
                                    <p:cond delay="0"/>
                                  </p:stCondLst>
                                  <p:childTnLst>
                                    <p:set>
                                      <p:cBhvr>
                                        <p:cTn id="223" dur="1" fill="hold">
                                          <p:stCondLst>
                                            <p:cond delay="0"/>
                                          </p:stCondLst>
                                        </p:cTn>
                                        <p:tgtEl>
                                          <p:spTgt spid="99">
                                            <p:txEl>
                                              <p:pRg st="2" end="2"/>
                                            </p:txEl>
                                          </p:spTgt>
                                        </p:tgtEl>
                                        <p:attrNameLst>
                                          <p:attrName>style.visibility</p:attrName>
                                        </p:attrNameLst>
                                      </p:cBhvr>
                                      <p:to>
                                        <p:strVal val="visible"/>
                                      </p:to>
                                    </p:set>
                                    <p:animEffect transition="in" filter="wipe(up)">
                                      <p:cBhvr>
                                        <p:cTn id="224" dur="500"/>
                                        <p:tgtEl>
                                          <p:spTgt spid="99">
                                            <p:txEl>
                                              <p:pRg st="2" end="2"/>
                                            </p:txEl>
                                          </p:spTgt>
                                        </p:tgtEl>
                                      </p:cBhvr>
                                    </p:animEffect>
                                  </p:childTnLst>
                                </p:cTn>
                              </p:par>
                            </p:childTnLst>
                          </p:cTn>
                        </p:par>
                      </p:childTnLst>
                    </p:cTn>
                  </p:par>
                  <p:par>
                    <p:cTn id="225" fill="hold">
                      <p:stCondLst>
                        <p:cond delay="indefinite"/>
                      </p:stCondLst>
                      <p:childTnLst>
                        <p:par>
                          <p:cTn id="226" fill="hold">
                            <p:stCondLst>
                              <p:cond delay="0"/>
                            </p:stCondLst>
                            <p:childTnLst>
                              <p:par>
                                <p:cTn id="227" presetID="22" presetClass="entr" presetSubtype="1" fill="hold" grpId="0" nodeType="clickEffect">
                                  <p:stCondLst>
                                    <p:cond delay="0"/>
                                  </p:stCondLst>
                                  <p:childTnLst>
                                    <p:set>
                                      <p:cBhvr>
                                        <p:cTn id="228" dur="1" fill="hold">
                                          <p:stCondLst>
                                            <p:cond delay="0"/>
                                          </p:stCondLst>
                                        </p:cTn>
                                        <p:tgtEl>
                                          <p:spTgt spid="99">
                                            <p:txEl>
                                              <p:pRg st="3" end="3"/>
                                            </p:txEl>
                                          </p:spTgt>
                                        </p:tgtEl>
                                        <p:attrNameLst>
                                          <p:attrName>style.visibility</p:attrName>
                                        </p:attrNameLst>
                                      </p:cBhvr>
                                      <p:to>
                                        <p:strVal val="visible"/>
                                      </p:to>
                                    </p:set>
                                    <p:animEffect transition="in" filter="wipe(up)">
                                      <p:cBhvr>
                                        <p:cTn id="229" dur="500"/>
                                        <p:tgtEl>
                                          <p:spTgt spid="99">
                                            <p:txEl>
                                              <p:pRg st="3" end="3"/>
                                            </p:txEl>
                                          </p:spTgt>
                                        </p:tgtEl>
                                      </p:cBhvr>
                                    </p:animEffect>
                                  </p:childTnLst>
                                </p:cTn>
                              </p:par>
                            </p:childTnLst>
                          </p:cTn>
                        </p:par>
                      </p:childTnLst>
                    </p:cTn>
                  </p:par>
                  <p:par>
                    <p:cTn id="230" fill="hold">
                      <p:stCondLst>
                        <p:cond delay="indefinite"/>
                      </p:stCondLst>
                      <p:childTnLst>
                        <p:par>
                          <p:cTn id="231" fill="hold">
                            <p:stCondLst>
                              <p:cond delay="0"/>
                            </p:stCondLst>
                            <p:childTnLst>
                              <p:par>
                                <p:cTn id="232" presetID="6" presetClass="emph" presetSubtype="0" autoRev="1" fill="hold" grpId="0" nodeType="clickEffect">
                                  <p:stCondLst>
                                    <p:cond delay="0"/>
                                  </p:stCondLst>
                                  <p:childTnLst>
                                    <p:animScale>
                                      <p:cBhvr>
                                        <p:cTn id="233" dur="500" fill="hold"/>
                                        <p:tgtEl>
                                          <p:spTgt spid="76"/>
                                        </p:tgtEl>
                                      </p:cBhvr>
                                      <p:by x="150000" y="150000"/>
                                    </p:animScale>
                                  </p:childTnLst>
                                </p:cTn>
                              </p:par>
                              <p:par>
                                <p:cTn id="234" presetID="1" presetClass="emph" presetSubtype="2" fill="hold" nodeType="withEffect">
                                  <p:stCondLst>
                                    <p:cond delay="0"/>
                                  </p:stCondLst>
                                  <p:childTnLst>
                                    <p:animClr clrSpc="rgb" dir="cw">
                                      <p:cBhvr>
                                        <p:cTn id="235" dur="1000" fill="hold"/>
                                        <p:tgtEl>
                                          <p:spTgt spid="76"/>
                                        </p:tgtEl>
                                        <p:attrNameLst>
                                          <p:attrName>fillcolor</p:attrName>
                                        </p:attrNameLst>
                                      </p:cBhvr>
                                      <p:to>
                                        <a:srgbClr val="FFF2CC"/>
                                      </p:to>
                                    </p:animClr>
                                    <p:set>
                                      <p:cBhvr>
                                        <p:cTn id="236" dur="1000" fill="hold"/>
                                        <p:tgtEl>
                                          <p:spTgt spid="76"/>
                                        </p:tgtEl>
                                        <p:attrNameLst>
                                          <p:attrName>fill.type</p:attrName>
                                        </p:attrNameLst>
                                      </p:cBhvr>
                                      <p:to>
                                        <p:strVal val="solid"/>
                                      </p:to>
                                    </p:set>
                                    <p:set>
                                      <p:cBhvr>
                                        <p:cTn id="237" dur="1000" fill="hold"/>
                                        <p:tgtEl>
                                          <p:spTgt spid="76"/>
                                        </p:tgtEl>
                                        <p:attrNameLst>
                                          <p:attrName>fill.on</p:attrName>
                                        </p:attrNameLst>
                                      </p:cBhvr>
                                      <p:to>
                                        <p:strVal val="true"/>
                                      </p:to>
                                    </p:set>
                                  </p:childTnLst>
                                </p:cTn>
                              </p:par>
                            </p:childTnLst>
                          </p:cTn>
                        </p:par>
                        <p:par>
                          <p:cTn id="238" fill="hold">
                            <p:stCondLst>
                              <p:cond delay="1000"/>
                            </p:stCondLst>
                            <p:childTnLst>
                              <p:par>
                                <p:cTn id="239" presetID="6" presetClass="emph" presetSubtype="0" autoRev="1" fill="hold" grpId="0" nodeType="afterEffect">
                                  <p:stCondLst>
                                    <p:cond delay="0"/>
                                  </p:stCondLst>
                                  <p:childTnLst>
                                    <p:animScale>
                                      <p:cBhvr>
                                        <p:cTn id="240" dur="500" fill="hold"/>
                                        <p:tgtEl>
                                          <p:spTgt spid="74"/>
                                        </p:tgtEl>
                                      </p:cBhvr>
                                      <p:by x="150000" y="150000"/>
                                    </p:animScale>
                                  </p:childTnLst>
                                </p:cTn>
                              </p:par>
                              <p:par>
                                <p:cTn id="241" presetID="1" presetClass="emph" presetSubtype="2" fill="hold" nodeType="withEffect">
                                  <p:stCondLst>
                                    <p:cond delay="0"/>
                                  </p:stCondLst>
                                  <p:childTnLst>
                                    <p:animClr clrSpc="rgb" dir="cw">
                                      <p:cBhvr>
                                        <p:cTn id="242" dur="1000" fill="hold"/>
                                        <p:tgtEl>
                                          <p:spTgt spid="74"/>
                                        </p:tgtEl>
                                        <p:attrNameLst>
                                          <p:attrName>fillcolor</p:attrName>
                                        </p:attrNameLst>
                                      </p:cBhvr>
                                      <p:to>
                                        <a:srgbClr val="FFF2CC"/>
                                      </p:to>
                                    </p:animClr>
                                    <p:set>
                                      <p:cBhvr>
                                        <p:cTn id="243" dur="1000" fill="hold"/>
                                        <p:tgtEl>
                                          <p:spTgt spid="74"/>
                                        </p:tgtEl>
                                        <p:attrNameLst>
                                          <p:attrName>fill.type</p:attrName>
                                        </p:attrNameLst>
                                      </p:cBhvr>
                                      <p:to>
                                        <p:strVal val="solid"/>
                                      </p:to>
                                    </p:set>
                                    <p:set>
                                      <p:cBhvr>
                                        <p:cTn id="244" dur="1000" fill="hold"/>
                                        <p:tgtEl>
                                          <p:spTgt spid="74"/>
                                        </p:tgtEl>
                                        <p:attrNameLst>
                                          <p:attrName>fill.on</p:attrName>
                                        </p:attrNameLst>
                                      </p:cBhvr>
                                      <p:to>
                                        <p:strVal val="true"/>
                                      </p:to>
                                    </p:set>
                                  </p:childTnLst>
                                </p:cTn>
                              </p:par>
                            </p:childTnLst>
                          </p:cTn>
                        </p:par>
                        <p:par>
                          <p:cTn id="245" fill="hold">
                            <p:stCondLst>
                              <p:cond delay="2000"/>
                            </p:stCondLst>
                            <p:childTnLst>
                              <p:par>
                                <p:cTn id="246" presetID="6" presetClass="emph" presetSubtype="0" autoRev="1" fill="hold" grpId="0" nodeType="afterEffect">
                                  <p:stCondLst>
                                    <p:cond delay="0"/>
                                  </p:stCondLst>
                                  <p:childTnLst>
                                    <p:animScale>
                                      <p:cBhvr>
                                        <p:cTn id="247" dur="500" fill="hold"/>
                                        <p:tgtEl>
                                          <p:spTgt spid="70"/>
                                        </p:tgtEl>
                                      </p:cBhvr>
                                      <p:by x="150000" y="150000"/>
                                    </p:animScale>
                                  </p:childTnLst>
                                </p:cTn>
                              </p:par>
                              <p:par>
                                <p:cTn id="248" presetID="1" presetClass="emph" presetSubtype="2" fill="hold" nodeType="withEffect">
                                  <p:stCondLst>
                                    <p:cond delay="0"/>
                                  </p:stCondLst>
                                  <p:childTnLst>
                                    <p:animClr clrSpc="rgb" dir="cw">
                                      <p:cBhvr>
                                        <p:cTn id="249" dur="1000" fill="hold"/>
                                        <p:tgtEl>
                                          <p:spTgt spid="70"/>
                                        </p:tgtEl>
                                        <p:attrNameLst>
                                          <p:attrName>fillcolor</p:attrName>
                                        </p:attrNameLst>
                                      </p:cBhvr>
                                      <p:to>
                                        <a:srgbClr val="FFF2CC"/>
                                      </p:to>
                                    </p:animClr>
                                    <p:set>
                                      <p:cBhvr>
                                        <p:cTn id="250" dur="1000" fill="hold"/>
                                        <p:tgtEl>
                                          <p:spTgt spid="70"/>
                                        </p:tgtEl>
                                        <p:attrNameLst>
                                          <p:attrName>fill.type</p:attrName>
                                        </p:attrNameLst>
                                      </p:cBhvr>
                                      <p:to>
                                        <p:strVal val="solid"/>
                                      </p:to>
                                    </p:set>
                                    <p:set>
                                      <p:cBhvr>
                                        <p:cTn id="251" dur="1000" fill="hold"/>
                                        <p:tgtEl>
                                          <p:spTgt spid="70"/>
                                        </p:tgtEl>
                                        <p:attrNameLst>
                                          <p:attrName>fill.on</p:attrName>
                                        </p:attrNameLst>
                                      </p:cBhvr>
                                      <p:to>
                                        <p:strVal val="true"/>
                                      </p:to>
                                    </p:set>
                                  </p:childTnLst>
                                </p:cTn>
                              </p:par>
                            </p:childTnLst>
                          </p:cTn>
                        </p:par>
                        <p:par>
                          <p:cTn id="252" fill="hold">
                            <p:stCondLst>
                              <p:cond delay="3000"/>
                            </p:stCondLst>
                            <p:childTnLst>
                              <p:par>
                                <p:cTn id="253" presetID="6" presetClass="emph" presetSubtype="0" autoRev="1" fill="hold" grpId="0" nodeType="afterEffect">
                                  <p:stCondLst>
                                    <p:cond delay="0"/>
                                  </p:stCondLst>
                                  <p:childTnLst>
                                    <p:animScale>
                                      <p:cBhvr>
                                        <p:cTn id="254" dur="500" fill="hold"/>
                                        <p:tgtEl>
                                          <p:spTgt spid="72"/>
                                        </p:tgtEl>
                                      </p:cBhvr>
                                      <p:by x="150000" y="150000"/>
                                    </p:animScale>
                                  </p:childTnLst>
                                </p:cTn>
                              </p:par>
                              <p:par>
                                <p:cTn id="255" presetID="1" presetClass="emph" presetSubtype="2" fill="hold" nodeType="withEffect">
                                  <p:stCondLst>
                                    <p:cond delay="0"/>
                                  </p:stCondLst>
                                  <p:childTnLst>
                                    <p:animClr clrSpc="rgb" dir="cw">
                                      <p:cBhvr>
                                        <p:cTn id="256" dur="1000" fill="hold"/>
                                        <p:tgtEl>
                                          <p:spTgt spid="72"/>
                                        </p:tgtEl>
                                        <p:attrNameLst>
                                          <p:attrName>fillcolor</p:attrName>
                                        </p:attrNameLst>
                                      </p:cBhvr>
                                      <p:to>
                                        <a:srgbClr val="FFF2CC"/>
                                      </p:to>
                                    </p:animClr>
                                    <p:set>
                                      <p:cBhvr>
                                        <p:cTn id="257" dur="1000" fill="hold"/>
                                        <p:tgtEl>
                                          <p:spTgt spid="72"/>
                                        </p:tgtEl>
                                        <p:attrNameLst>
                                          <p:attrName>fill.type</p:attrName>
                                        </p:attrNameLst>
                                      </p:cBhvr>
                                      <p:to>
                                        <p:strVal val="solid"/>
                                      </p:to>
                                    </p:set>
                                    <p:set>
                                      <p:cBhvr>
                                        <p:cTn id="258" dur="1000" fill="hold"/>
                                        <p:tgtEl>
                                          <p:spTgt spid="72"/>
                                        </p:tgtEl>
                                        <p:attrNameLst>
                                          <p:attrName>fill.on</p:attrName>
                                        </p:attrNameLst>
                                      </p:cBhvr>
                                      <p:to>
                                        <p:strVal val="true"/>
                                      </p:to>
                                    </p:set>
                                  </p:childTnLst>
                                </p:cTn>
                              </p:par>
                            </p:childTnLst>
                          </p:cTn>
                        </p:par>
                      </p:childTnLst>
                    </p:cTn>
                  </p:par>
                  <p:par>
                    <p:cTn id="259" fill="hold">
                      <p:stCondLst>
                        <p:cond delay="indefinite"/>
                      </p:stCondLst>
                      <p:childTnLst>
                        <p:par>
                          <p:cTn id="260" fill="hold">
                            <p:stCondLst>
                              <p:cond delay="0"/>
                            </p:stCondLst>
                            <p:childTnLst>
                              <p:par>
                                <p:cTn id="261" presetID="22" presetClass="entr" presetSubtype="1" fill="hold" grpId="0" nodeType="clickEffect">
                                  <p:stCondLst>
                                    <p:cond delay="0"/>
                                  </p:stCondLst>
                                  <p:childTnLst>
                                    <p:set>
                                      <p:cBhvr>
                                        <p:cTn id="262" dur="1" fill="hold">
                                          <p:stCondLst>
                                            <p:cond delay="0"/>
                                          </p:stCondLst>
                                        </p:cTn>
                                        <p:tgtEl>
                                          <p:spTgt spid="99">
                                            <p:txEl>
                                              <p:pRg st="4" end="4"/>
                                            </p:txEl>
                                          </p:spTgt>
                                        </p:tgtEl>
                                        <p:attrNameLst>
                                          <p:attrName>style.visibility</p:attrName>
                                        </p:attrNameLst>
                                      </p:cBhvr>
                                      <p:to>
                                        <p:strVal val="visible"/>
                                      </p:to>
                                    </p:set>
                                    <p:animEffect transition="in" filter="wipe(up)">
                                      <p:cBhvr>
                                        <p:cTn id="263" dur="500"/>
                                        <p:tgtEl>
                                          <p:spTgt spid="99">
                                            <p:txEl>
                                              <p:pRg st="4" end="4"/>
                                            </p:txEl>
                                          </p:spTgt>
                                        </p:tgtEl>
                                      </p:cBhvr>
                                    </p:animEffect>
                                  </p:childTnLst>
                                </p:cTn>
                              </p:par>
                            </p:childTnLst>
                          </p:cTn>
                        </p:par>
                      </p:childTnLst>
                    </p:cTn>
                  </p:par>
                  <p:par>
                    <p:cTn id="264" fill="hold">
                      <p:stCondLst>
                        <p:cond delay="indefinite"/>
                      </p:stCondLst>
                      <p:childTnLst>
                        <p:par>
                          <p:cTn id="265" fill="hold">
                            <p:stCondLst>
                              <p:cond delay="0"/>
                            </p:stCondLst>
                            <p:childTnLst>
                              <p:par>
                                <p:cTn id="266" presetID="6" presetClass="emph" presetSubtype="0" autoRev="1" fill="hold" grpId="1" nodeType="clickEffect">
                                  <p:stCondLst>
                                    <p:cond delay="0"/>
                                  </p:stCondLst>
                                  <p:childTnLst>
                                    <p:animScale>
                                      <p:cBhvr>
                                        <p:cTn id="267" dur="500" fill="hold"/>
                                        <p:tgtEl>
                                          <p:spTgt spid="94"/>
                                        </p:tgtEl>
                                      </p:cBhvr>
                                      <p:by x="150000" y="150000"/>
                                    </p:animScale>
                                  </p:childTnLst>
                                </p:cTn>
                              </p:par>
                            </p:childTnLst>
                          </p:cTn>
                        </p:par>
                        <p:par>
                          <p:cTn id="268" fill="hold">
                            <p:stCondLst>
                              <p:cond delay="1000"/>
                            </p:stCondLst>
                            <p:childTnLst>
                              <p:par>
                                <p:cTn id="269" presetID="3" presetClass="emph" presetSubtype="2" fill="hold" grpId="2" nodeType="afterEffect">
                                  <p:stCondLst>
                                    <p:cond delay="0"/>
                                  </p:stCondLst>
                                  <p:childTnLst>
                                    <p:animClr clrSpc="rgb" dir="cw">
                                      <p:cBhvr override="childStyle">
                                        <p:cTn id="270" dur="500" fill="hold"/>
                                        <p:tgtEl>
                                          <p:spTgt spid="94"/>
                                        </p:tgtEl>
                                        <p:attrNameLst>
                                          <p:attrName>style.color</p:attrName>
                                        </p:attrNameLst>
                                      </p:cBhvr>
                                      <p:to>
                                        <a:srgbClr val="00B0F0"/>
                                      </p:to>
                                    </p:animClr>
                                  </p:childTnLst>
                                </p:cTn>
                              </p:par>
                            </p:childTnLst>
                          </p:cTn>
                        </p:par>
                        <p:par>
                          <p:cTn id="271" fill="hold">
                            <p:stCondLst>
                              <p:cond delay="1500"/>
                            </p:stCondLst>
                            <p:childTnLst>
                              <p:par>
                                <p:cTn id="272" presetID="6" presetClass="emph" presetSubtype="0" autoRev="1" fill="hold" grpId="1" nodeType="afterEffect">
                                  <p:stCondLst>
                                    <p:cond delay="0"/>
                                  </p:stCondLst>
                                  <p:childTnLst>
                                    <p:animScale>
                                      <p:cBhvr>
                                        <p:cTn id="273" dur="500" fill="hold"/>
                                        <p:tgtEl>
                                          <p:spTgt spid="96"/>
                                        </p:tgtEl>
                                      </p:cBhvr>
                                      <p:by x="150000" y="150000"/>
                                    </p:animScale>
                                  </p:childTnLst>
                                </p:cTn>
                              </p:par>
                            </p:childTnLst>
                          </p:cTn>
                        </p:par>
                        <p:par>
                          <p:cTn id="274" fill="hold">
                            <p:stCondLst>
                              <p:cond delay="2500"/>
                            </p:stCondLst>
                            <p:childTnLst>
                              <p:par>
                                <p:cTn id="275" presetID="3" presetClass="emph" presetSubtype="2" fill="hold" grpId="2" nodeType="afterEffect">
                                  <p:stCondLst>
                                    <p:cond delay="0"/>
                                  </p:stCondLst>
                                  <p:childTnLst>
                                    <p:animClr clrSpc="rgb" dir="cw">
                                      <p:cBhvr override="childStyle">
                                        <p:cTn id="276" dur="500" fill="hold"/>
                                        <p:tgtEl>
                                          <p:spTgt spid="96"/>
                                        </p:tgtEl>
                                        <p:attrNameLst>
                                          <p:attrName>style.color</p:attrName>
                                        </p:attrNameLst>
                                      </p:cBhvr>
                                      <p:to>
                                        <a:srgbClr val="00B0F0"/>
                                      </p:to>
                                    </p:animClr>
                                  </p:childTnLst>
                                </p:cTn>
                              </p:par>
                            </p:childTnLst>
                          </p:cTn>
                        </p:par>
                        <p:par>
                          <p:cTn id="277" fill="hold">
                            <p:stCondLst>
                              <p:cond delay="3000"/>
                            </p:stCondLst>
                            <p:childTnLst>
                              <p:par>
                                <p:cTn id="278" presetID="6" presetClass="emph" presetSubtype="0" autoRev="1" fill="hold" grpId="1" nodeType="afterEffect">
                                  <p:stCondLst>
                                    <p:cond delay="0"/>
                                  </p:stCondLst>
                                  <p:childTnLst>
                                    <p:animScale>
                                      <p:cBhvr>
                                        <p:cTn id="279" dur="500" fill="hold"/>
                                        <p:tgtEl>
                                          <p:spTgt spid="97"/>
                                        </p:tgtEl>
                                      </p:cBhvr>
                                      <p:by x="150000" y="150000"/>
                                    </p:animScale>
                                  </p:childTnLst>
                                </p:cTn>
                              </p:par>
                            </p:childTnLst>
                          </p:cTn>
                        </p:par>
                        <p:par>
                          <p:cTn id="280" fill="hold">
                            <p:stCondLst>
                              <p:cond delay="4000"/>
                            </p:stCondLst>
                            <p:childTnLst>
                              <p:par>
                                <p:cTn id="281" presetID="3" presetClass="emph" presetSubtype="2" fill="hold" grpId="2" nodeType="afterEffect">
                                  <p:stCondLst>
                                    <p:cond delay="0"/>
                                  </p:stCondLst>
                                  <p:childTnLst>
                                    <p:animClr clrSpc="rgb" dir="cw">
                                      <p:cBhvr override="childStyle">
                                        <p:cTn id="282" dur="500" fill="hold"/>
                                        <p:tgtEl>
                                          <p:spTgt spid="97"/>
                                        </p:tgtEl>
                                        <p:attrNameLst>
                                          <p:attrName>style.color</p:attrName>
                                        </p:attrNameLst>
                                      </p:cBhvr>
                                      <p:to>
                                        <a:srgbClr val="00B0F0"/>
                                      </p:to>
                                    </p:animClr>
                                  </p:childTnLst>
                                </p:cTn>
                              </p:par>
                            </p:childTnLst>
                          </p:cTn>
                        </p:par>
                        <p:par>
                          <p:cTn id="283" fill="hold">
                            <p:stCondLst>
                              <p:cond delay="4500"/>
                            </p:stCondLst>
                            <p:childTnLst>
                              <p:par>
                                <p:cTn id="284" presetID="6" presetClass="emph" presetSubtype="0" autoRev="1" fill="hold" grpId="1" nodeType="afterEffect">
                                  <p:stCondLst>
                                    <p:cond delay="0"/>
                                  </p:stCondLst>
                                  <p:childTnLst>
                                    <p:animScale>
                                      <p:cBhvr>
                                        <p:cTn id="285" dur="500" fill="hold"/>
                                        <p:tgtEl>
                                          <p:spTgt spid="98"/>
                                        </p:tgtEl>
                                      </p:cBhvr>
                                      <p:by x="150000" y="150000"/>
                                    </p:animScale>
                                  </p:childTnLst>
                                </p:cTn>
                              </p:par>
                            </p:childTnLst>
                          </p:cTn>
                        </p:par>
                        <p:par>
                          <p:cTn id="286" fill="hold">
                            <p:stCondLst>
                              <p:cond delay="5500"/>
                            </p:stCondLst>
                            <p:childTnLst>
                              <p:par>
                                <p:cTn id="287" presetID="3" presetClass="emph" presetSubtype="2" fill="hold" grpId="2" nodeType="afterEffect">
                                  <p:stCondLst>
                                    <p:cond delay="0"/>
                                  </p:stCondLst>
                                  <p:childTnLst>
                                    <p:animClr clrSpc="rgb" dir="cw">
                                      <p:cBhvr override="childStyle">
                                        <p:cTn id="288" dur="500" fill="hold"/>
                                        <p:tgtEl>
                                          <p:spTgt spid="98"/>
                                        </p:tgtEl>
                                        <p:attrNameLst>
                                          <p:attrName>style.color</p:attrName>
                                        </p:attrNameLst>
                                      </p:cBhvr>
                                      <p:to>
                                        <a:srgbClr val="00B0F0"/>
                                      </p:to>
                                    </p:animClr>
                                  </p:childTnLst>
                                </p:cTn>
                              </p:par>
                            </p:childTnLst>
                          </p:cTn>
                        </p:par>
                        <p:par>
                          <p:cTn id="289" fill="hold">
                            <p:stCondLst>
                              <p:cond delay="6000"/>
                            </p:stCondLst>
                            <p:childTnLst>
                              <p:par>
                                <p:cTn id="290" presetID="6" presetClass="emph" presetSubtype="0" autoRev="1" fill="hold" grpId="1" nodeType="afterEffect">
                                  <p:stCondLst>
                                    <p:cond delay="0"/>
                                  </p:stCondLst>
                                  <p:childTnLst>
                                    <p:animScale>
                                      <p:cBhvr>
                                        <p:cTn id="291" dur="500" fill="hold"/>
                                        <p:tgtEl>
                                          <p:spTgt spid="87"/>
                                        </p:tgtEl>
                                      </p:cBhvr>
                                      <p:by x="150000" y="150000"/>
                                    </p:animScale>
                                  </p:childTnLst>
                                </p:cTn>
                              </p:par>
                            </p:childTnLst>
                          </p:cTn>
                        </p:par>
                        <p:par>
                          <p:cTn id="292" fill="hold">
                            <p:stCondLst>
                              <p:cond delay="7000"/>
                            </p:stCondLst>
                            <p:childTnLst>
                              <p:par>
                                <p:cTn id="293" presetID="3" presetClass="emph" presetSubtype="2" fill="hold" grpId="2" nodeType="afterEffect">
                                  <p:stCondLst>
                                    <p:cond delay="0"/>
                                  </p:stCondLst>
                                  <p:childTnLst>
                                    <p:animClr clrSpc="rgb" dir="cw">
                                      <p:cBhvr override="childStyle">
                                        <p:cTn id="294" dur="500" fill="hold"/>
                                        <p:tgtEl>
                                          <p:spTgt spid="87"/>
                                        </p:tgtEl>
                                        <p:attrNameLst>
                                          <p:attrName>style.color</p:attrName>
                                        </p:attrNameLst>
                                      </p:cBhvr>
                                      <p:to>
                                        <a:srgbClr val="00B0F0"/>
                                      </p:to>
                                    </p:animClr>
                                  </p:childTnLst>
                                </p:cTn>
                              </p:par>
                            </p:childTnLst>
                          </p:cTn>
                        </p:par>
                        <p:par>
                          <p:cTn id="295" fill="hold">
                            <p:stCondLst>
                              <p:cond delay="7500"/>
                            </p:stCondLst>
                            <p:childTnLst>
                              <p:par>
                                <p:cTn id="296" presetID="6" presetClass="emph" presetSubtype="0" autoRev="1" fill="hold" grpId="1" nodeType="afterEffect">
                                  <p:stCondLst>
                                    <p:cond delay="0"/>
                                  </p:stCondLst>
                                  <p:childTnLst>
                                    <p:animScale>
                                      <p:cBhvr>
                                        <p:cTn id="297" dur="500" fill="hold"/>
                                        <p:tgtEl>
                                          <p:spTgt spid="88"/>
                                        </p:tgtEl>
                                      </p:cBhvr>
                                      <p:by x="150000" y="150000"/>
                                    </p:animScale>
                                  </p:childTnLst>
                                </p:cTn>
                              </p:par>
                            </p:childTnLst>
                          </p:cTn>
                        </p:par>
                        <p:par>
                          <p:cTn id="298" fill="hold">
                            <p:stCondLst>
                              <p:cond delay="8500"/>
                            </p:stCondLst>
                            <p:childTnLst>
                              <p:par>
                                <p:cTn id="299" presetID="3" presetClass="emph" presetSubtype="2" fill="hold" grpId="2" nodeType="afterEffect">
                                  <p:stCondLst>
                                    <p:cond delay="0"/>
                                  </p:stCondLst>
                                  <p:childTnLst>
                                    <p:animClr clrSpc="rgb" dir="cw">
                                      <p:cBhvr override="childStyle">
                                        <p:cTn id="300" dur="500" fill="hold"/>
                                        <p:tgtEl>
                                          <p:spTgt spid="88"/>
                                        </p:tgtEl>
                                        <p:attrNameLst>
                                          <p:attrName>style.color</p:attrName>
                                        </p:attrNameLst>
                                      </p:cBhvr>
                                      <p:to>
                                        <a:srgbClr val="00B0F0"/>
                                      </p:to>
                                    </p:animClr>
                                  </p:childTnLst>
                                </p:cTn>
                              </p:par>
                            </p:childTnLst>
                          </p:cTn>
                        </p:par>
                      </p:childTnLst>
                    </p:cTn>
                  </p:par>
                  <p:par>
                    <p:cTn id="301" fill="hold">
                      <p:stCondLst>
                        <p:cond delay="indefinite"/>
                      </p:stCondLst>
                      <p:childTnLst>
                        <p:par>
                          <p:cTn id="302" fill="hold">
                            <p:stCondLst>
                              <p:cond delay="0"/>
                            </p:stCondLst>
                            <p:childTnLst>
                              <p:par>
                                <p:cTn id="303" presetID="22" presetClass="entr" presetSubtype="1" fill="hold" grpId="0" nodeType="clickEffect">
                                  <p:stCondLst>
                                    <p:cond delay="0"/>
                                  </p:stCondLst>
                                  <p:childTnLst>
                                    <p:set>
                                      <p:cBhvr>
                                        <p:cTn id="304" dur="1" fill="hold">
                                          <p:stCondLst>
                                            <p:cond delay="0"/>
                                          </p:stCondLst>
                                        </p:cTn>
                                        <p:tgtEl>
                                          <p:spTgt spid="99">
                                            <p:txEl>
                                              <p:pRg st="5" end="5"/>
                                            </p:txEl>
                                          </p:spTgt>
                                        </p:tgtEl>
                                        <p:attrNameLst>
                                          <p:attrName>style.visibility</p:attrName>
                                        </p:attrNameLst>
                                      </p:cBhvr>
                                      <p:to>
                                        <p:strVal val="visible"/>
                                      </p:to>
                                    </p:set>
                                    <p:animEffect transition="in" filter="wipe(up)">
                                      <p:cBhvr>
                                        <p:cTn id="305" dur="500"/>
                                        <p:tgtEl>
                                          <p:spTgt spid="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0" grpId="0" uiExpand="1" build="p"/>
      <p:bldP spid="39" grpId="0" animBg="1"/>
      <p:bldP spid="42" grpId="0" animBg="1"/>
      <p:bldP spid="45" grpId="0" animBg="1"/>
      <p:bldP spid="53" grpId="0" animBg="1"/>
      <p:bldP spid="51" grpId="0" animBg="1"/>
      <p:bldP spid="56" grpId="0" animBg="1"/>
      <p:bldP spid="59" grpId="0" animBg="1"/>
      <p:bldP spid="76" grpId="0" animBg="1"/>
      <p:bldP spid="74" grpId="0" animBg="1"/>
      <p:bldP spid="72" grpId="0" animBg="1"/>
      <p:bldP spid="70" grpId="0" animBg="1"/>
      <p:bldP spid="79" grpId="0" animBg="1"/>
      <p:bldP spid="82" grpId="0" animBg="1"/>
      <p:bldP spid="85" grpId="0" uiExpand="1" build="p"/>
      <p:bldP spid="2" grpId="0"/>
      <p:bldP spid="2" grpId="1"/>
      <p:bldP spid="2" grpId="2"/>
      <p:bldP spid="86" grpId="0"/>
      <p:bldP spid="86" grpId="1"/>
      <p:bldP spid="86" grpId="2"/>
      <p:bldP spid="87" grpId="0"/>
      <p:bldP spid="87" grpId="1"/>
      <p:bldP spid="87" grpId="2"/>
      <p:bldP spid="88" grpId="0"/>
      <p:bldP spid="88" grpId="1"/>
      <p:bldP spid="88" grpId="2"/>
      <p:bldP spid="89" grpId="0"/>
      <p:bldP spid="89" grpId="1"/>
      <p:bldP spid="89" grpId="2"/>
      <p:bldP spid="90" grpId="0"/>
      <p:bldP spid="90" grpId="1"/>
      <p:bldP spid="90" grpId="2"/>
      <p:bldP spid="91" grpId="0"/>
      <p:bldP spid="91" grpId="1"/>
      <p:bldP spid="91" grpId="2"/>
      <p:bldP spid="92" grpId="0"/>
      <p:bldP spid="92" grpId="1"/>
      <p:bldP spid="92" grpId="2"/>
      <p:bldP spid="93" grpId="0"/>
      <p:bldP spid="93" grpId="1"/>
      <p:bldP spid="93" grpId="2"/>
      <p:bldP spid="94" grpId="0"/>
      <p:bldP spid="94" grpId="1"/>
      <p:bldP spid="94" grpId="2"/>
      <p:bldP spid="96" grpId="0"/>
      <p:bldP spid="96" grpId="1"/>
      <p:bldP spid="96" grpId="2"/>
      <p:bldP spid="97" grpId="0"/>
      <p:bldP spid="97" grpId="1"/>
      <p:bldP spid="97" grpId="2"/>
      <p:bldP spid="98" grpId="0"/>
      <p:bldP spid="98" grpId="1"/>
      <p:bldP spid="98" grpId="2"/>
      <p:bldP spid="99"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6" name="直接连接符 75">
            <a:extLst>
              <a:ext uri="{FF2B5EF4-FFF2-40B4-BE49-F238E27FC236}">
                <a16:creationId xmlns:a16="http://schemas.microsoft.com/office/drawing/2014/main" id="{CBA61611-6BD9-4F92-AFA9-1B17C002F517}"/>
              </a:ext>
            </a:extLst>
          </p:cNvPr>
          <p:cNvCxnSpPr/>
          <p:nvPr/>
        </p:nvCxnSpPr>
        <p:spPr>
          <a:xfrm flipH="1">
            <a:off x="7589222" y="3257612"/>
            <a:ext cx="93449" cy="2354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7EC346EE-12CA-473B-8818-A141A6A36498}"/>
              </a:ext>
            </a:extLst>
          </p:cNvPr>
          <p:cNvCxnSpPr>
            <a:cxnSpLocks/>
          </p:cNvCxnSpPr>
          <p:nvPr/>
        </p:nvCxnSpPr>
        <p:spPr>
          <a:xfrm flipH="1">
            <a:off x="7613744" y="3511827"/>
            <a:ext cx="130470" cy="6359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9A500AE9-2795-400F-95AF-377B9C9E5CB7}"/>
              </a:ext>
            </a:extLst>
          </p:cNvPr>
          <p:cNvCxnSpPr>
            <a:cxnSpLocks/>
            <a:endCxn id="72" idx="0"/>
          </p:cNvCxnSpPr>
          <p:nvPr/>
        </p:nvCxnSpPr>
        <p:spPr>
          <a:xfrm flipH="1">
            <a:off x="7455854" y="3629844"/>
            <a:ext cx="61702" cy="1775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01CFB81B-A9A7-46F7-A317-F056F2FD21BF}"/>
              </a:ext>
            </a:extLst>
          </p:cNvPr>
          <p:cNvCxnSpPr>
            <a:cxnSpLocks/>
            <a:stCxn id="71" idx="2"/>
            <a:endCxn id="75" idx="6"/>
          </p:cNvCxnSpPr>
          <p:nvPr/>
        </p:nvCxnSpPr>
        <p:spPr>
          <a:xfrm flipH="1">
            <a:off x="7285364" y="3581699"/>
            <a:ext cx="129904" cy="283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2189D308-BBFE-4D2B-8FFC-554599992D57}"/>
              </a:ext>
            </a:extLst>
          </p:cNvPr>
          <p:cNvCxnSpPr>
            <a:stCxn id="10" idx="3"/>
            <a:endCxn id="4" idx="7"/>
          </p:cNvCxnSpPr>
          <p:nvPr/>
        </p:nvCxnSpPr>
        <p:spPr>
          <a:xfrm flipH="1">
            <a:off x="10224925" y="2810196"/>
            <a:ext cx="93449" cy="2354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D2FCE147-F3D8-43A5-BEEF-7BAA55FBC4F5}"/>
              </a:ext>
            </a:extLst>
          </p:cNvPr>
          <p:cNvCxnSpPr>
            <a:cxnSpLocks/>
            <a:stCxn id="7" idx="2"/>
            <a:endCxn id="4" idx="6"/>
          </p:cNvCxnSpPr>
          <p:nvPr/>
        </p:nvCxnSpPr>
        <p:spPr>
          <a:xfrm flipH="1">
            <a:off x="10255753" y="3051799"/>
            <a:ext cx="130470" cy="6359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5242081-FBD1-447C-9016-60337F67CF66}"/>
              </a:ext>
            </a:extLst>
          </p:cNvPr>
          <p:cNvCxnSpPr>
            <a:cxnSpLocks/>
            <a:endCxn id="7" idx="3"/>
          </p:cNvCxnSpPr>
          <p:nvPr/>
        </p:nvCxnSpPr>
        <p:spPr>
          <a:xfrm flipH="1">
            <a:off x="10417051" y="2861724"/>
            <a:ext cx="333598" cy="25984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56077BB0-7794-4EBE-A9B4-A3199C50D923}"/>
              </a:ext>
            </a:extLst>
          </p:cNvPr>
          <p:cNvCxnSpPr>
            <a:cxnSpLocks/>
            <a:stCxn id="19" idx="1"/>
          </p:cNvCxnSpPr>
          <p:nvPr/>
        </p:nvCxnSpPr>
        <p:spPr>
          <a:xfrm flipH="1" flipV="1">
            <a:off x="10392802" y="2719639"/>
            <a:ext cx="298896" cy="9134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ABB698A8-0D93-4B53-ABD2-E5B9A8CDC755}"/>
              </a:ext>
            </a:extLst>
          </p:cNvPr>
          <p:cNvCxnSpPr/>
          <p:nvPr/>
        </p:nvCxnSpPr>
        <p:spPr>
          <a:xfrm flipH="1">
            <a:off x="10066114" y="3169816"/>
            <a:ext cx="93449" cy="2354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2754DA27-53CD-4DF0-955A-7E7E00AA0C2A}"/>
              </a:ext>
            </a:extLst>
          </p:cNvPr>
          <p:cNvCxnSpPr/>
          <p:nvPr/>
        </p:nvCxnSpPr>
        <p:spPr>
          <a:xfrm flipH="1">
            <a:off x="9750729" y="3555353"/>
            <a:ext cx="93449" cy="2354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8DCF8365-24CD-47CE-9D99-F9E7811EB4D7}"/>
              </a:ext>
            </a:extLst>
          </p:cNvPr>
          <p:cNvCxnSpPr>
            <a:cxnSpLocks/>
          </p:cNvCxnSpPr>
          <p:nvPr/>
        </p:nvCxnSpPr>
        <p:spPr>
          <a:xfrm flipH="1">
            <a:off x="9371710" y="3405237"/>
            <a:ext cx="227885" cy="13994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605F782F-BBBC-48B7-BEBD-ECF7E78D40CA}"/>
              </a:ext>
            </a:extLst>
          </p:cNvPr>
          <p:cNvCxnSpPr>
            <a:cxnSpLocks/>
          </p:cNvCxnSpPr>
          <p:nvPr/>
        </p:nvCxnSpPr>
        <p:spPr>
          <a:xfrm flipH="1">
            <a:off x="9322168" y="2991648"/>
            <a:ext cx="231888" cy="6673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8CCDA6D7-6926-4475-96AC-4DC0489BD614}"/>
              </a:ext>
            </a:extLst>
          </p:cNvPr>
          <p:cNvCxnSpPr>
            <a:cxnSpLocks/>
          </p:cNvCxnSpPr>
          <p:nvPr/>
        </p:nvCxnSpPr>
        <p:spPr>
          <a:xfrm flipV="1">
            <a:off x="11111489" y="2991099"/>
            <a:ext cx="328251" cy="8004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575774F2-9090-4B00-939D-A37EC6E86FB9}"/>
              </a:ext>
            </a:extLst>
          </p:cNvPr>
          <p:cNvCxnSpPr>
            <a:cxnSpLocks/>
            <a:endCxn id="8" idx="0"/>
          </p:cNvCxnSpPr>
          <p:nvPr/>
        </p:nvCxnSpPr>
        <p:spPr>
          <a:xfrm>
            <a:off x="9885843" y="2121251"/>
            <a:ext cx="174365" cy="4626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0BCA51C5-DE7B-406A-A498-6C417E7B5A5C}"/>
              </a:ext>
            </a:extLst>
          </p:cNvPr>
          <p:cNvCxnSpPr>
            <a:cxnSpLocks/>
            <a:stCxn id="10" idx="1"/>
          </p:cNvCxnSpPr>
          <p:nvPr/>
        </p:nvCxnSpPr>
        <p:spPr>
          <a:xfrm flipH="1" flipV="1">
            <a:off x="10070920" y="2632972"/>
            <a:ext cx="247454" cy="3767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4DA62C92-9582-4885-981B-E928F0F2D45C}"/>
              </a:ext>
            </a:extLst>
          </p:cNvPr>
          <p:cNvCxnSpPr>
            <a:cxnSpLocks/>
            <a:stCxn id="8" idx="2"/>
            <a:endCxn id="12" idx="6"/>
          </p:cNvCxnSpPr>
          <p:nvPr/>
        </p:nvCxnSpPr>
        <p:spPr>
          <a:xfrm flipH="1">
            <a:off x="9816643" y="2682617"/>
            <a:ext cx="138310" cy="3806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DBC7B68C-FEE6-45D5-9A4E-6DB008FE094A}"/>
              </a:ext>
            </a:extLst>
          </p:cNvPr>
          <p:cNvCxnSpPr>
            <a:cxnSpLocks/>
            <a:endCxn id="9" idx="3"/>
          </p:cNvCxnSpPr>
          <p:nvPr/>
        </p:nvCxnSpPr>
        <p:spPr>
          <a:xfrm flipH="1">
            <a:off x="9742216" y="3071139"/>
            <a:ext cx="346334" cy="1491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E7E80661-C3B3-406E-9DD4-54BEBB2252EB}"/>
              </a:ext>
            </a:extLst>
          </p:cNvPr>
          <p:cNvCxnSpPr>
            <a:cxnSpLocks/>
            <a:endCxn id="88" idx="0"/>
          </p:cNvCxnSpPr>
          <p:nvPr/>
        </p:nvCxnSpPr>
        <p:spPr>
          <a:xfrm>
            <a:off x="10732492" y="2356063"/>
            <a:ext cx="34956" cy="42360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C3F8E9AA-AD65-4BCE-8C18-13A1B12D64CB}"/>
              </a:ext>
            </a:extLst>
          </p:cNvPr>
          <p:cNvCxnSpPr>
            <a:cxnSpLocks/>
            <a:stCxn id="6" idx="5"/>
          </p:cNvCxnSpPr>
          <p:nvPr/>
        </p:nvCxnSpPr>
        <p:spPr>
          <a:xfrm>
            <a:off x="10166815" y="3516278"/>
            <a:ext cx="73945" cy="24528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39C01DB5-C32C-4CF9-BA6E-69051F07445C}"/>
              </a:ext>
            </a:extLst>
          </p:cNvPr>
          <p:cNvCxnSpPr>
            <a:cxnSpLocks/>
          </p:cNvCxnSpPr>
          <p:nvPr/>
        </p:nvCxnSpPr>
        <p:spPr>
          <a:xfrm flipV="1">
            <a:off x="10253010" y="3662366"/>
            <a:ext cx="296705" cy="1180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C78752C8-F1FE-4D0F-B1F5-F50D02203AFA}"/>
              </a:ext>
            </a:extLst>
          </p:cNvPr>
          <p:cNvCxnSpPr>
            <a:cxnSpLocks/>
            <a:endCxn id="20" idx="5"/>
          </p:cNvCxnSpPr>
          <p:nvPr/>
        </p:nvCxnSpPr>
        <p:spPr>
          <a:xfrm flipH="1" flipV="1">
            <a:off x="10855355" y="2433025"/>
            <a:ext cx="256134" cy="24959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3708E087-A273-4ECC-AAD9-270444A4662F}"/>
              </a:ext>
            </a:extLst>
          </p:cNvPr>
          <p:cNvCxnSpPr>
            <a:cxnSpLocks/>
          </p:cNvCxnSpPr>
          <p:nvPr/>
        </p:nvCxnSpPr>
        <p:spPr>
          <a:xfrm flipH="1">
            <a:off x="10549715" y="3453218"/>
            <a:ext cx="701439" cy="19735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B40567D-831E-4BE5-9E41-195481367298}"/>
              </a:ext>
            </a:extLst>
          </p:cNvPr>
          <p:cNvCxnSpPr>
            <a:cxnSpLocks/>
            <a:stCxn id="10" idx="3"/>
            <a:endCxn id="21" idx="3"/>
          </p:cNvCxnSpPr>
          <p:nvPr/>
        </p:nvCxnSpPr>
        <p:spPr>
          <a:xfrm flipV="1">
            <a:off x="10318374" y="2185241"/>
            <a:ext cx="177617" cy="62495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A20C0BBC-E0B5-4809-9A1D-A73E5E051650}"/>
              </a:ext>
            </a:extLst>
          </p:cNvPr>
          <p:cNvCxnSpPr>
            <a:cxnSpLocks/>
            <a:endCxn id="20" idx="1"/>
          </p:cNvCxnSpPr>
          <p:nvPr/>
        </p:nvCxnSpPr>
        <p:spPr>
          <a:xfrm>
            <a:off x="10600147" y="2081390"/>
            <a:ext cx="106354" cy="21208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 name="椭圆 3">
            <a:extLst>
              <a:ext uri="{FF2B5EF4-FFF2-40B4-BE49-F238E27FC236}">
                <a16:creationId xmlns:a16="http://schemas.microsoft.com/office/drawing/2014/main" id="{554B9E2B-644D-41D4-BE07-BB30D9942EF9}"/>
              </a:ext>
            </a:extLst>
          </p:cNvPr>
          <p:cNvSpPr/>
          <p:nvPr/>
        </p:nvSpPr>
        <p:spPr>
          <a:xfrm>
            <a:off x="10045243" y="3016715"/>
            <a:ext cx="210510" cy="1973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5" name="椭圆 4">
            <a:extLst>
              <a:ext uri="{FF2B5EF4-FFF2-40B4-BE49-F238E27FC236}">
                <a16:creationId xmlns:a16="http://schemas.microsoft.com/office/drawing/2014/main" id="{A92C2D19-7372-4DC7-A143-EF4DA509DE45}"/>
              </a:ext>
            </a:extLst>
          </p:cNvPr>
          <p:cNvSpPr/>
          <p:nvPr/>
        </p:nvSpPr>
        <p:spPr>
          <a:xfrm>
            <a:off x="10518887" y="3545180"/>
            <a:ext cx="210510" cy="197352"/>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F585D659-3681-4CA9-8E47-9F6B8B86FF15}"/>
              </a:ext>
            </a:extLst>
          </p:cNvPr>
          <p:cNvSpPr/>
          <p:nvPr/>
        </p:nvSpPr>
        <p:spPr>
          <a:xfrm>
            <a:off x="9987133" y="3347828"/>
            <a:ext cx="210510" cy="197352"/>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E9B5EB59-C8E4-4E62-8F28-7BFBC048729C}"/>
              </a:ext>
            </a:extLst>
          </p:cNvPr>
          <p:cNvSpPr/>
          <p:nvPr/>
        </p:nvSpPr>
        <p:spPr>
          <a:xfrm>
            <a:off x="10386223" y="2953123"/>
            <a:ext cx="210510" cy="197352"/>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79891D1E-5B15-4DBE-9902-7FBD51B7D6B1}"/>
              </a:ext>
            </a:extLst>
          </p:cNvPr>
          <p:cNvSpPr/>
          <p:nvPr/>
        </p:nvSpPr>
        <p:spPr>
          <a:xfrm>
            <a:off x="10287546" y="2641746"/>
            <a:ext cx="210510" cy="197352"/>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B803633F-3508-40B3-BBDF-6A94941D15FA}"/>
              </a:ext>
            </a:extLst>
          </p:cNvPr>
          <p:cNvSpPr/>
          <p:nvPr/>
        </p:nvSpPr>
        <p:spPr>
          <a:xfrm>
            <a:off x="9244869" y="3411419"/>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0ACCE80A-B4B1-471C-A599-0B274032A2F9}"/>
              </a:ext>
            </a:extLst>
          </p:cNvPr>
          <p:cNvSpPr/>
          <p:nvPr/>
        </p:nvSpPr>
        <p:spPr>
          <a:xfrm>
            <a:off x="9606133" y="2622010"/>
            <a:ext cx="210510" cy="197352"/>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B998352B-C4A8-47B2-8704-0A177B673C55}"/>
              </a:ext>
            </a:extLst>
          </p:cNvPr>
          <p:cNvSpPr/>
          <p:nvPr/>
        </p:nvSpPr>
        <p:spPr>
          <a:xfrm>
            <a:off x="9671368" y="3643856"/>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C2775B95-459B-4F07-A5D2-37BFBC21DF54}"/>
              </a:ext>
            </a:extLst>
          </p:cNvPr>
          <p:cNvSpPr/>
          <p:nvPr/>
        </p:nvSpPr>
        <p:spPr>
          <a:xfrm>
            <a:off x="10147755" y="3692098"/>
            <a:ext cx="210510" cy="19735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12FC6C14-5D2F-4043-A724-46A2BA95F500}"/>
              </a:ext>
            </a:extLst>
          </p:cNvPr>
          <p:cNvSpPr/>
          <p:nvPr/>
        </p:nvSpPr>
        <p:spPr>
          <a:xfrm>
            <a:off x="11071472" y="3347828"/>
            <a:ext cx="210510" cy="197352"/>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F7C383CE-5C2C-42AC-8D2E-B4D470297EF1}"/>
              </a:ext>
            </a:extLst>
          </p:cNvPr>
          <p:cNvSpPr/>
          <p:nvPr/>
        </p:nvSpPr>
        <p:spPr>
          <a:xfrm>
            <a:off x="9813353" y="2012411"/>
            <a:ext cx="210510" cy="197352"/>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89E134F8-D92F-4BD8-8326-E86B9AF52661}"/>
              </a:ext>
            </a:extLst>
          </p:cNvPr>
          <p:cNvSpPr/>
          <p:nvPr/>
        </p:nvSpPr>
        <p:spPr>
          <a:xfrm>
            <a:off x="11303910" y="2880759"/>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CB0F9351-6AF0-4DA7-AC4C-5520B86CE114}"/>
              </a:ext>
            </a:extLst>
          </p:cNvPr>
          <p:cNvSpPr/>
          <p:nvPr/>
        </p:nvSpPr>
        <p:spPr>
          <a:xfrm>
            <a:off x="10660870" y="2782083"/>
            <a:ext cx="210510" cy="19735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DC2BE78B-A078-493F-84A1-0222FD255EB2}"/>
              </a:ext>
            </a:extLst>
          </p:cNvPr>
          <p:cNvSpPr/>
          <p:nvPr/>
        </p:nvSpPr>
        <p:spPr>
          <a:xfrm>
            <a:off x="10675673" y="2264575"/>
            <a:ext cx="210510" cy="197352"/>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6F392034-8059-41CD-9A34-144443A4FEA3}"/>
              </a:ext>
            </a:extLst>
          </p:cNvPr>
          <p:cNvSpPr/>
          <p:nvPr/>
        </p:nvSpPr>
        <p:spPr>
          <a:xfrm>
            <a:off x="10465163" y="2016791"/>
            <a:ext cx="210510" cy="19735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6CA3818B-DC1E-4472-97AF-44BEE4FE3195}"/>
              </a:ext>
            </a:extLst>
          </p:cNvPr>
          <p:cNvSpPr/>
          <p:nvPr/>
        </p:nvSpPr>
        <p:spPr>
          <a:xfrm>
            <a:off x="10976087" y="2567182"/>
            <a:ext cx="210510" cy="197352"/>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36ABC154-264C-4D0C-AD2F-EF6EA4411E2B}"/>
              </a:ext>
            </a:extLst>
          </p:cNvPr>
          <p:cNvSpPr/>
          <p:nvPr/>
        </p:nvSpPr>
        <p:spPr>
          <a:xfrm>
            <a:off x="9711388" y="3051799"/>
            <a:ext cx="210510" cy="197352"/>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4455AA4-184B-4CB8-81E6-89B9CFC2D546}"/>
              </a:ext>
            </a:extLst>
          </p:cNvPr>
          <p:cNvSpPr/>
          <p:nvPr/>
        </p:nvSpPr>
        <p:spPr>
          <a:xfrm>
            <a:off x="9244869" y="2964086"/>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477EEF94-926B-4D4B-A0BC-59103591DC39}"/>
              </a:ext>
            </a:extLst>
          </p:cNvPr>
          <p:cNvSpPr/>
          <p:nvPr/>
        </p:nvSpPr>
        <p:spPr>
          <a:xfrm>
            <a:off x="9954953" y="2583941"/>
            <a:ext cx="210510" cy="197352"/>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81B91144-E9E8-4328-AC61-99BBE6D9BE36}"/>
              </a:ext>
            </a:extLst>
          </p:cNvPr>
          <p:cNvSpPr/>
          <p:nvPr/>
        </p:nvSpPr>
        <p:spPr>
          <a:xfrm>
            <a:off x="10045243" y="3016715"/>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79" name="椭圆 78">
            <a:extLst>
              <a:ext uri="{FF2B5EF4-FFF2-40B4-BE49-F238E27FC236}">
                <a16:creationId xmlns:a16="http://schemas.microsoft.com/office/drawing/2014/main" id="{BB506C3B-C766-4CCE-9586-09DEFBCE77E6}"/>
              </a:ext>
            </a:extLst>
          </p:cNvPr>
          <p:cNvSpPr/>
          <p:nvPr/>
        </p:nvSpPr>
        <p:spPr>
          <a:xfrm>
            <a:off x="10518887" y="3545180"/>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22E8BB40-F39F-4291-B156-32289C1DBAF1}"/>
              </a:ext>
            </a:extLst>
          </p:cNvPr>
          <p:cNvSpPr/>
          <p:nvPr/>
        </p:nvSpPr>
        <p:spPr>
          <a:xfrm>
            <a:off x="9987133" y="3347828"/>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089B4D53-32E7-4D4A-BBDB-917623371536}"/>
              </a:ext>
            </a:extLst>
          </p:cNvPr>
          <p:cNvSpPr/>
          <p:nvPr/>
        </p:nvSpPr>
        <p:spPr>
          <a:xfrm>
            <a:off x="10386223" y="2953123"/>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4CF7B4E1-C9CA-4B45-BCB8-E34B32CB88F1}"/>
              </a:ext>
            </a:extLst>
          </p:cNvPr>
          <p:cNvSpPr/>
          <p:nvPr/>
        </p:nvSpPr>
        <p:spPr>
          <a:xfrm>
            <a:off x="10287546" y="2641746"/>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72920A19-969A-41B1-AE29-211DEFF44564}"/>
              </a:ext>
            </a:extLst>
          </p:cNvPr>
          <p:cNvSpPr/>
          <p:nvPr/>
        </p:nvSpPr>
        <p:spPr>
          <a:xfrm>
            <a:off x="9606133" y="2622010"/>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40B9DB93-98FE-44BA-B31C-4123D5AAED28}"/>
              </a:ext>
            </a:extLst>
          </p:cNvPr>
          <p:cNvSpPr/>
          <p:nvPr/>
        </p:nvSpPr>
        <p:spPr>
          <a:xfrm>
            <a:off x="9671368" y="3643856"/>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2FB22D58-3C20-4B12-9C12-F7D9A36CF9D4}"/>
              </a:ext>
            </a:extLst>
          </p:cNvPr>
          <p:cNvSpPr/>
          <p:nvPr/>
        </p:nvSpPr>
        <p:spPr>
          <a:xfrm>
            <a:off x="10149332" y="3687021"/>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7168A744-2C6B-46BE-916B-E460151CECE9}"/>
              </a:ext>
            </a:extLst>
          </p:cNvPr>
          <p:cNvSpPr/>
          <p:nvPr/>
        </p:nvSpPr>
        <p:spPr>
          <a:xfrm>
            <a:off x="11071472" y="3347828"/>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7711B29-7E6B-402E-8AA7-C78E2B995890}"/>
              </a:ext>
            </a:extLst>
          </p:cNvPr>
          <p:cNvSpPr/>
          <p:nvPr/>
        </p:nvSpPr>
        <p:spPr>
          <a:xfrm>
            <a:off x="9813353" y="2012411"/>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CBCF6A73-EEC5-4FD0-9E35-BC5146192138}"/>
              </a:ext>
            </a:extLst>
          </p:cNvPr>
          <p:cNvSpPr/>
          <p:nvPr/>
        </p:nvSpPr>
        <p:spPr>
          <a:xfrm>
            <a:off x="10662193" y="2779670"/>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17ED0C8C-AC39-45D5-AB8D-5C177BC782F6}"/>
              </a:ext>
            </a:extLst>
          </p:cNvPr>
          <p:cNvSpPr/>
          <p:nvPr/>
        </p:nvSpPr>
        <p:spPr>
          <a:xfrm>
            <a:off x="10675673" y="2264575"/>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64333A49-6202-4776-99D7-EE29E88C5424}"/>
              </a:ext>
            </a:extLst>
          </p:cNvPr>
          <p:cNvSpPr/>
          <p:nvPr/>
        </p:nvSpPr>
        <p:spPr>
          <a:xfrm>
            <a:off x="10465163" y="2016374"/>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4DC75E35-DC15-4803-8D23-7C301EC80058}"/>
              </a:ext>
            </a:extLst>
          </p:cNvPr>
          <p:cNvSpPr/>
          <p:nvPr/>
        </p:nvSpPr>
        <p:spPr>
          <a:xfrm>
            <a:off x="10976087" y="2567182"/>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78913A63-67AA-4A53-BED7-EECCDC03BB2B}"/>
              </a:ext>
            </a:extLst>
          </p:cNvPr>
          <p:cNvSpPr/>
          <p:nvPr/>
        </p:nvSpPr>
        <p:spPr>
          <a:xfrm>
            <a:off x="9711388" y="3051799"/>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9F53A1BE-312F-4197-BF13-E9F7AD2167A9}"/>
              </a:ext>
            </a:extLst>
          </p:cNvPr>
          <p:cNvSpPr/>
          <p:nvPr/>
        </p:nvSpPr>
        <p:spPr>
          <a:xfrm>
            <a:off x="9955359" y="2584065"/>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E45D2010-604A-49D0-9E46-940A530A9698}"/>
              </a:ext>
            </a:extLst>
          </p:cNvPr>
          <p:cNvGrpSpPr/>
          <p:nvPr/>
        </p:nvGrpSpPr>
        <p:grpSpPr>
          <a:xfrm>
            <a:off x="5681892" y="1602354"/>
            <a:ext cx="4465863" cy="330017"/>
            <a:chOff x="5681892" y="1602354"/>
            <a:chExt cx="4465863" cy="330017"/>
          </a:xfrm>
        </p:grpSpPr>
        <p:cxnSp>
          <p:nvCxnSpPr>
            <p:cNvPr id="98" name="直接连接符 97">
              <a:extLst>
                <a:ext uri="{FF2B5EF4-FFF2-40B4-BE49-F238E27FC236}">
                  <a16:creationId xmlns:a16="http://schemas.microsoft.com/office/drawing/2014/main" id="{AB2E94E0-4E62-42CB-8E28-D9BB65C3D8F3}"/>
                </a:ext>
              </a:extLst>
            </p:cNvPr>
            <p:cNvCxnSpPr>
              <a:cxnSpLocks/>
            </p:cNvCxnSpPr>
            <p:nvPr/>
          </p:nvCxnSpPr>
          <p:spPr>
            <a:xfrm>
              <a:off x="5681892" y="1602354"/>
              <a:ext cx="446586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EACCE5C-FF4B-4022-A094-4A19266E893C}"/>
                </a:ext>
              </a:extLst>
            </p:cNvPr>
            <p:cNvCxnSpPr>
              <a:cxnSpLocks/>
            </p:cNvCxnSpPr>
            <p:nvPr/>
          </p:nvCxnSpPr>
          <p:spPr>
            <a:xfrm>
              <a:off x="5681892" y="1932371"/>
              <a:ext cx="4406658"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109" name="文本框 108">
            <a:extLst>
              <a:ext uri="{FF2B5EF4-FFF2-40B4-BE49-F238E27FC236}">
                <a16:creationId xmlns:a16="http://schemas.microsoft.com/office/drawing/2014/main" id="{5F28B2DF-21FC-4916-A298-7A101E2CE3EC}"/>
              </a:ext>
            </a:extLst>
          </p:cNvPr>
          <p:cNvSpPr txBox="1"/>
          <p:nvPr/>
        </p:nvSpPr>
        <p:spPr>
          <a:xfrm>
            <a:off x="600535" y="2352596"/>
            <a:ext cx="5486222" cy="2121350"/>
          </a:xfrm>
          <a:prstGeom prst="rect">
            <a:avLst/>
          </a:prstGeom>
          <a:noFill/>
        </p:spPr>
        <p:txBody>
          <a:bodyPr wrap="square" rtlCol="0">
            <a:spAutoFit/>
          </a:bodyPr>
          <a:lstStyle/>
          <a:p>
            <a:pPr>
              <a:lnSpc>
                <a:spcPct val="120000"/>
              </a:lnSpc>
            </a:pPr>
            <a:r>
              <a:rPr lang="zh-CN" altLang="en-US" sz="16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广度优先遍历</a:t>
            </a:r>
            <a:r>
              <a:rPr lang="zh-CN" altLang="en-US" sz="1600" b="1" dirty="0">
                <a:latin typeface="宋体" panose="02010600030101010101" pitchFamily="2" charset="-122"/>
                <a:ea typeface="宋体" panose="02010600030101010101" pitchFamily="2" charset="-122"/>
              </a:rPr>
              <a:t>采用“</a:t>
            </a:r>
            <a:r>
              <a:rPr lang="zh-CN" altLang="en-US" sz="1600" b="1" dirty="0">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由近到远，步步为营</a:t>
            </a:r>
            <a:r>
              <a:rPr lang="zh-CN" altLang="en-US" sz="1600" b="1" dirty="0">
                <a:latin typeface="宋体" panose="02010600030101010101" pitchFamily="2" charset="-122"/>
                <a:ea typeface="宋体" panose="02010600030101010101" pitchFamily="2" charset="-122"/>
              </a:rPr>
              <a:t>”的搜索策略。</a:t>
            </a:r>
            <a:endParaRPr lang="en-US" altLang="zh-CN" sz="1600" b="1" dirty="0">
              <a:latin typeface="宋体" panose="02010600030101010101" pitchFamily="2" charset="-122"/>
              <a:ea typeface="宋体" panose="02010600030101010101" pitchFamily="2" charset="-122"/>
            </a:endParaRPr>
          </a:p>
          <a:p>
            <a:pPr marL="285750" indent="-285750">
              <a:lnSpc>
                <a:spcPct val="120000"/>
              </a:lnSpc>
              <a:buClr>
                <a:srgbClr val="00B0F0"/>
              </a:buClr>
              <a:buFont typeface="Wingdings" panose="05000000000000000000" pitchFamily="2" charset="2"/>
              <a:buChar char="Ø"/>
            </a:pPr>
            <a:r>
              <a:rPr lang="zh-CN" altLang="en-US" sz="1600" b="1" dirty="0">
                <a:latin typeface="宋体" panose="02010600030101010101" pitchFamily="2" charset="-122"/>
                <a:ea typeface="宋体" panose="02010600030101010101" pitchFamily="2" charset="-122"/>
              </a:rPr>
              <a:t>访问一个顶点后，依次访问它的所有邻接顶点；</a:t>
            </a:r>
            <a:endParaRPr lang="en-US" altLang="zh-CN" sz="1600" b="1" dirty="0">
              <a:latin typeface="宋体" panose="02010600030101010101" pitchFamily="2" charset="-122"/>
              <a:ea typeface="宋体" panose="02010600030101010101" pitchFamily="2" charset="-122"/>
            </a:endParaRPr>
          </a:p>
          <a:p>
            <a:pPr marL="285750" indent="-285750">
              <a:lnSpc>
                <a:spcPct val="120000"/>
              </a:lnSpc>
              <a:buClr>
                <a:srgbClr val="00B0F0"/>
              </a:buClr>
              <a:buFont typeface="Wingdings" panose="05000000000000000000" pitchFamily="2" charset="2"/>
              <a:buChar char="Ø"/>
            </a:pPr>
            <a:r>
              <a:rPr lang="zh-CN" altLang="en-US" sz="1600" b="1" dirty="0">
                <a:latin typeface="宋体" panose="02010600030101010101" pitchFamily="2" charset="-122"/>
                <a:ea typeface="宋体" panose="02010600030101010101" pitchFamily="2" charset="-122"/>
              </a:rPr>
              <a:t>而且，“先被访问的顶点的邻接点</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先于“后被访问的顶点的邻接点”被访问；</a:t>
            </a:r>
            <a:endParaRPr lang="en-US" altLang="zh-CN" sz="1600" b="1" dirty="0">
              <a:latin typeface="宋体" panose="02010600030101010101" pitchFamily="2" charset="-122"/>
              <a:ea typeface="宋体" panose="02010600030101010101" pitchFamily="2" charset="-122"/>
            </a:endParaRPr>
          </a:p>
          <a:p>
            <a:pPr marL="285750" indent="-285750">
              <a:lnSpc>
                <a:spcPct val="120000"/>
              </a:lnSpc>
              <a:buClr>
                <a:srgbClr val="00B0F0"/>
              </a:buClr>
              <a:buFont typeface="Wingdings" panose="05000000000000000000" pitchFamily="2" charset="2"/>
              <a:buChar char="Ø"/>
            </a:pPr>
            <a:r>
              <a:rPr lang="zh-CN" altLang="en-US" sz="1600" b="1" dirty="0">
                <a:latin typeface="宋体" panose="02010600030101010101" pitchFamily="2" charset="-122"/>
                <a:ea typeface="宋体" panose="02010600030101010101" pitchFamily="2" charset="-122"/>
              </a:rPr>
              <a:t>如此递进，直到所有顶点都被访问。</a:t>
            </a:r>
            <a:endParaRPr lang="en-US" altLang="zh-CN" sz="1600" b="1" dirty="0">
              <a:latin typeface="宋体" panose="02010600030101010101" pitchFamily="2" charset="-122"/>
              <a:ea typeface="宋体" panose="02010600030101010101" pitchFamily="2" charset="-122"/>
            </a:endParaRPr>
          </a:p>
          <a:p>
            <a:pPr>
              <a:lnSpc>
                <a:spcPct val="120000"/>
              </a:lnSpc>
            </a:pPr>
            <a:r>
              <a:rPr lang="zh-CN" altLang="en-US" sz="1600" b="1" dirty="0">
                <a:latin typeface="宋体" panose="02010600030101010101" pitchFamily="2" charset="-122"/>
                <a:ea typeface="宋体" panose="02010600030101010101" pitchFamily="2" charset="-122"/>
              </a:rPr>
              <a:t>以首访的顶点为核心，其邻接顶点围成遍历的第一圈，</a:t>
            </a:r>
            <a:endParaRPr lang="en-US" altLang="zh-CN" sz="1600" b="1" dirty="0">
              <a:latin typeface="宋体" panose="02010600030101010101" pitchFamily="2" charset="-122"/>
              <a:ea typeface="宋体" panose="02010600030101010101" pitchFamily="2" charset="-122"/>
            </a:endParaRPr>
          </a:p>
          <a:p>
            <a:pPr>
              <a:lnSpc>
                <a:spcPct val="120000"/>
              </a:lnSpc>
            </a:pPr>
            <a:r>
              <a:rPr lang="zh-CN" altLang="en-US" sz="1600" b="1" dirty="0">
                <a:latin typeface="宋体" panose="02010600030101010101" pitchFamily="2" charset="-122"/>
                <a:ea typeface="宋体" panose="02010600030101010101" pitchFamily="2" charset="-122"/>
              </a:rPr>
              <a:t>由邻接关系逐步外扩，形成第二圈、第三圈、直到最外圈。</a:t>
            </a:r>
            <a:endParaRPr lang="en-US" altLang="zh-CN" sz="1600" b="1" dirty="0">
              <a:latin typeface="宋体" panose="02010600030101010101" pitchFamily="2" charset="-122"/>
              <a:ea typeface="宋体" panose="02010600030101010101" pitchFamily="2" charset="-122"/>
            </a:endParaRPr>
          </a:p>
        </p:txBody>
      </p:sp>
      <p:sp>
        <p:nvSpPr>
          <p:cNvPr id="110" name="矩形: 圆角 109">
            <a:extLst>
              <a:ext uri="{FF2B5EF4-FFF2-40B4-BE49-F238E27FC236}">
                <a16:creationId xmlns:a16="http://schemas.microsoft.com/office/drawing/2014/main" id="{DAFC7612-0EC2-4C8A-8F80-5B58A2852875}"/>
              </a:ext>
            </a:extLst>
          </p:cNvPr>
          <p:cNvSpPr/>
          <p:nvPr/>
        </p:nvSpPr>
        <p:spPr>
          <a:xfrm>
            <a:off x="1361300" y="259634"/>
            <a:ext cx="4408269" cy="495484"/>
          </a:xfrm>
          <a:prstGeom prst="roundRect">
            <a:avLst/>
          </a:prstGeom>
          <a:solidFill>
            <a:schemeClr val="tx2">
              <a:lumMod val="10000"/>
              <a:lumOff val="9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n>
                  <a:solidFill>
                    <a:srgbClr val="002060"/>
                  </a:solidFill>
                </a:ln>
                <a:solidFill>
                  <a:srgbClr val="C00000"/>
                </a:solidFill>
              </a:rPr>
              <a:t>算法</a:t>
            </a:r>
            <a:r>
              <a:rPr lang="en-US" altLang="zh-CN" sz="2400" b="1" dirty="0">
                <a:ln>
                  <a:solidFill>
                    <a:srgbClr val="002060"/>
                  </a:solidFill>
                </a:ln>
                <a:solidFill>
                  <a:srgbClr val="C00000"/>
                </a:solidFill>
              </a:rPr>
              <a:t>7.6</a:t>
            </a:r>
            <a:r>
              <a:rPr lang="en-US" altLang="zh-CN" sz="2400" b="1" dirty="0">
                <a:ln>
                  <a:solidFill>
                    <a:srgbClr val="002060"/>
                  </a:solidFill>
                </a:ln>
                <a:solidFill>
                  <a:srgbClr val="0070C0"/>
                </a:solidFill>
              </a:rPr>
              <a:t>   </a:t>
            </a:r>
            <a:r>
              <a:rPr lang="zh-CN" altLang="en-US" sz="2400" b="1" dirty="0">
                <a:ln>
                  <a:solidFill>
                    <a:srgbClr val="002060"/>
                  </a:solidFill>
                </a:ln>
                <a:solidFill>
                  <a:srgbClr val="0070C0"/>
                </a:solidFill>
              </a:rPr>
              <a:t>图的广度优先遍历</a:t>
            </a:r>
          </a:p>
        </p:txBody>
      </p:sp>
      <p:sp>
        <p:nvSpPr>
          <p:cNvPr id="62" name="椭圆 61">
            <a:extLst>
              <a:ext uri="{FF2B5EF4-FFF2-40B4-BE49-F238E27FC236}">
                <a16:creationId xmlns:a16="http://schemas.microsoft.com/office/drawing/2014/main" id="{42588C34-6F46-400E-9B42-202E63DC23D4}"/>
              </a:ext>
            </a:extLst>
          </p:cNvPr>
          <p:cNvSpPr/>
          <p:nvPr/>
        </p:nvSpPr>
        <p:spPr>
          <a:xfrm>
            <a:off x="10939484" y="3044901"/>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a:extLst>
              <a:ext uri="{FF2B5EF4-FFF2-40B4-BE49-F238E27FC236}">
                <a16:creationId xmlns:a16="http://schemas.microsoft.com/office/drawing/2014/main" id="{4583296C-5EBF-4B71-AC7A-B31273233C24}"/>
              </a:ext>
            </a:extLst>
          </p:cNvPr>
          <p:cNvSpPr/>
          <p:nvPr/>
        </p:nvSpPr>
        <p:spPr>
          <a:xfrm>
            <a:off x="11391146" y="3195620"/>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连接符 63">
            <a:extLst>
              <a:ext uri="{FF2B5EF4-FFF2-40B4-BE49-F238E27FC236}">
                <a16:creationId xmlns:a16="http://schemas.microsoft.com/office/drawing/2014/main" id="{CD3E8117-D5B7-4E32-95E3-D4F02B6A425E}"/>
              </a:ext>
            </a:extLst>
          </p:cNvPr>
          <p:cNvCxnSpPr>
            <a:cxnSpLocks/>
            <a:stCxn id="62" idx="6"/>
            <a:endCxn id="63" idx="2"/>
          </p:cNvCxnSpPr>
          <p:nvPr/>
        </p:nvCxnSpPr>
        <p:spPr>
          <a:xfrm>
            <a:off x="11149994" y="3143577"/>
            <a:ext cx="241152" cy="1507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EF8B9DF2-F825-459D-B0AD-B71EE22F3952}"/>
              </a:ext>
            </a:extLst>
          </p:cNvPr>
          <p:cNvCxnSpPr>
            <a:cxnSpLocks/>
            <a:stCxn id="63" idx="0"/>
            <a:endCxn id="18" idx="5"/>
          </p:cNvCxnSpPr>
          <p:nvPr/>
        </p:nvCxnSpPr>
        <p:spPr>
          <a:xfrm flipH="1" flipV="1">
            <a:off x="11483592" y="3049209"/>
            <a:ext cx="12809" cy="14641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ED993F8A-FBAE-4B44-8D98-8E453335A7F5}"/>
              </a:ext>
            </a:extLst>
          </p:cNvPr>
          <p:cNvSpPr/>
          <p:nvPr/>
        </p:nvSpPr>
        <p:spPr>
          <a:xfrm>
            <a:off x="10608398" y="3214176"/>
            <a:ext cx="210510" cy="19735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a:extLst>
              <a:ext uri="{FF2B5EF4-FFF2-40B4-BE49-F238E27FC236}">
                <a16:creationId xmlns:a16="http://schemas.microsoft.com/office/drawing/2014/main" id="{2FEFEEF2-345D-4265-8305-06203A32BEA7}"/>
              </a:ext>
            </a:extLst>
          </p:cNvPr>
          <p:cNvSpPr/>
          <p:nvPr/>
        </p:nvSpPr>
        <p:spPr>
          <a:xfrm>
            <a:off x="7415268" y="3483023"/>
            <a:ext cx="210510" cy="19735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72" name="椭圆 71">
            <a:extLst>
              <a:ext uri="{FF2B5EF4-FFF2-40B4-BE49-F238E27FC236}">
                <a16:creationId xmlns:a16="http://schemas.microsoft.com/office/drawing/2014/main" id="{CEFBFA2F-7BA8-4C44-BEE6-8348B553B683}"/>
              </a:ext>
            </a:extLst>
          </p:cNvPr>
          <p:cNvSpPr/>
          <p:nvPr/>
        </p:nvSpPr>
        <p:spPr>
          <a:xfrm>
            <a:off x="7350599" y="3807410"/>
            <a:ext cx="210510" cy="197352"/>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a:extLst>
              <a:ext uri="{FF2B5EF4-FFF2-40B4-BE49-F238E27FC236}">
                <a16:creationId xmlns:a16="http://schemas.microsoft.com/office/drawing/2014/main" id="{FDA26A6F-6813-4CC1-81DE-875677E88E77}"/>
              </a:ext>
            </a:extLst>
          </p:cNvPr>
          <p:cNvSpPr/>
          <p:nvPr/>
        </p:nvSpPr>
        <p:spPr>
          <a:xfrm>
            <a:off x="7749689" y="3412705"/>
            <a:ext cx="210510" cy="197352"/>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E507B2FC-A6DB-4352-B7C9-A5978A003F0B}"/>
              </a:ext>
            </a:extLst>
          </p:cNvPr>
          <p:cNvSpPr/>
          <p:nvPr/>
        </p:nvSpPr>
        <p:spPr>
          <a:xfrm>
            <a:off x="7651012" y="3101328"/>
            <a:ext cx="210510" cy="197352"/>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03A0D408-7E98-4F37-973F-049FE5CCA828}"/>
              </a:ext>
            </a:extLst>
          </p:cNvPr>
          <p:cNvSpPr/>
          <p:nvPr/>
        </p:nvSpPr>
        <p:spPr>
          <a:xfrm>
            <a:off x="7074854" y="3511381"/>
            <a:ext cx="210510" cy="197352"/>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2BC0BA3B-EE31-4F0E-A881-A1790850B1D7}"/>
              </a:ext>
            </a:extLst>
          </p:cNvPr>
          <p:cNvSpPr txBox="1"/>
          <p:nvPr/>
        </p:nvSpPr>
        <p:spPr>
          <a:xfrm>
            <a:off x="7146046" y="3000539"/>
            <a:ext cx="577402" cy="338554"/>
          </a:xfrm>
          <a:prstGeom prst="rect">
            <a:avLst/>
          </a:prstGeom>
          <a:noFill/>
        </p:spPr>
        <p:txBody>
          <a:bodyPr wrap="none" rtlCol="0">
            <a:spAutoFit/>
          </a:bodyPr>
          <a:lstStyle/>
          <a:p>
            <a:r>
              <a:rPr lang="en-US" altLang="zh-CN" sz="1600" b="1" dirty="0">
                <a:solidFill>
                  <a:srgbClr val="C00000"/>
                </a:solidFill>
              </a:rPr>
              <a:t>First</a:t>
            </a:r>
            <a:endParaRPr lang="zh-CN" altLang="en-US" sz="1600" b="1" dirty="0">
              <a:solidFill>
                <a:srgbClr val="C00000"/>
              </a:solidFill>
            </a:endParaRPr>
          </a:p>
        </p:txBody>
      </p:sp>
      <p:sp>
        <p:nvSpPr>
          <p:cNvPr id="96" name="文本框 95">
            <a:extLst>
              <a:ext uri="{FF2B5EF4-FFF2-40B4-BE49-F238E27FC236}">
                <a16:creationId xmlns:a16="http://schemas.microsoft.com/office/drawing/2014/main" id="{D23FFB33-20DE-49A5-B90C-868087A2E8BF}"/>
              </a:ext>
            </a:extLst>
          </p:cNvPr>
          <p:cNvSpPr txBox="1"/>
          <p:nvPr/>
        </p:nvSpPr>
        <p:spPr>
          <a:xfrm>
            <a:off x="7910398" y="3323756"/>
            <a:ext cx="627095" cy="338554"/>
          </a:xfrm>
          <a:prstGeom prst="rect">
            <a:avLst/>
          </a:prstGeom>
          <a:noFill/>
        </p:spPr>
        <p:txBody>
          <a:bodyPr wrap="none" rtlCol="0">
            <a:spAutoFit/>
          </a:bodyPr>
          <a:lstStyle/>
          <a:p>
            <a:r>
              <a:rPr lang="en-US" altLang="zh-CN" sz="1600" b="1" dirty="0">
                <a:solidFill>
                  <a:srgbClr val="C00000"/>
                </a:solidFill>
              </a:rPr>
              <a:t>Next</a:t>
            </a:r>
            <a:endParaRPr lang="zh-CN" altLang="en-US" sz="1600" b="1" dirty="0">
              <a:solidFill>
                <a:srgbClr val="C00000"/>
              </a:solidFill>
            </a:endParaRPr>
          </a:p>
        </p:txBody>
      </p:sp>
      <p:sp>
        <p:nvSpPr>
          <p:cNvPr id="97" name="文本框 96">
            <a:extLst>
              <a:ext uri="{FF2B5EF4-FFF2-40B4-BE49-F238E27FC236}">
                <a16:creationId xmlns:a16="http://schemas.microsoft.com/office/drawing/2014/main" id="{118E4EC7-5217-4C8C-AABA-F96017D0AF17}"/>
              </a:ext>
            </a:extLst>
          </p:cNvPr>
          <p:cNvSpPr txBox="1"/>
          <p:nvPr/>
        </p:nvSpPr>
        <p:spPr>
          <a:xfrm>
            <a:off x="7503186" y="3730626"/>
            <a:ext cx="627095" cy="338554"/>
          </a:xfrm>
          <a:prstGeom prst="rect">
            <a:avLst/>
          </a:prstGeom>
          <a:noFill/>
        </p:spPr>
        <p:txBody>
          <a:bodyPr wrap="none" rtlCol="0">
            <a:spAutoFit/>
          </a:bodyPr>
          <a:lstStyle/>
          <a:p>
            <a:r>
              <a:rPr lang="en-US" altLang="zh-CN" sz="1600" b="1" dirty="0">
                <a:solidFill>
                  <a:srgbClr val="C00000"/>
                </a:solidFill>
              </a:rPr>
              <a:t>Next</a:t>
            </a:r>
            <a:endParaRPr lang="zh-CN" altLang="en-US" sz="1600" b="1" dirty="0">
              <a:solidFill>
                <a:srgbClr val="C00000"/>
              </a:solidFill>
            </a:endParaRPr>
          </a:p>
        </p:txBody>
      </p:sp>
      <p:sp>
        <p:nvSpPr>
          <p:cNvPr id="99" name="文本框 98">
            <a:extLst>
              <a:ext uri="{FF2B5EF4-FFF2-40B4-BE49-F238E27FC236}">
                <a16:creationId xmlns:a16="http://schemas.microsoft.com/office/drawing/2014/main" id="{F99A2326-32CB-458D-8C00-E7BF6404F8EB}"/>
              </a:ext>
            </a:extLst>
          </p:cNvPr>
          <p:cNvSpPr txBox="1"/>
          <p:nvPr/>
        </p:nvSpPr>
        <p:spPr>
          <a:xfrm>
            <a:off x="6838782" y="3242463"/>
            <a:ext cx="627095" cy="338554"/>
          </a:xfrm>
          <a:prstGeom prst="rect">
            <a:avLst/>
          </a:prstGeom>
          <a:noFill/>
        </p:spPr>
        <p:txBody>
          <a:bodyPr wrap="none" rtlCol="0">
            <a:spAutoFit/>
          </a:bodyPr>
          <a:lstStyle/>
          <a:p>
            <a:r>
              <a:rPr lang="en-US" altLang="zh-CN" sz="1600" b="1" dirty="0">
                <a:solidFill>
                  <a:srgbClr val="C00000"/>
                </a:solidFill>
              </a:rPr>
              <a:t>Next</a:t>
            </a:r>
            <a:endParaRPr lang="zh-CN" altLang="en-US" sz="1600" b="1" dirty="0">
              <a:solidFill>
                <a:srgbClr val="C00000"/>
              </a:solidFill>
            </a:endParaRPr>
          </a:p>
        </p:txBody>
      </p:sp>
      <p:sp>
        <p:nvSpPr>
          <p:cNvPr id="101" name="文本框 100">
            <a:extLst>
              <a:ext uri="{FF2B5EF4-FFF2-40B4-BE49-F238E27FC236}">
                <a16:creationId xmlns:a16="http://schemas.microsoft.com/office/drawing/2014/main" id="{54F7263F-5B7B-4CD7-BF78-C0041C2F0669}"/>
              </a:ext>
            </a:extLst>
          </p:cNvPr>
          <p:cNvSpPr txBox="1"/>
          <p:nvPr/>
        </p:nvSpPr>
        <p:spPr>
          <a:xfrm>
            <a:off x="7362428" y="1215486"/>
            <a:ext cx="1104790" cy="338554"/>
          </a:xfrm>
          <a:prstGeom prst="rect">
            <a:avLst/>
          </a:prstGeom>
          <a:noFill/>
        </p:spPr>
        <p:txBody>
          <a:bodyPr wrap="none" rtlCol="0">
            <a:spAutoFit/>
          </a:bodyPr>
          <a:lstStyle/>
          <a:p>
            <a:r>
              <a:rPr lang="en-US" altLang="zh-CN" sz="1600" b="1" dirty="0" err="1">
                <a:solidFill>
                  <a:srgbClr val="C00000"/>
                </a:solidFill>
                <a:effectLst>
                  <a:outerShdw blurRad="38100" dist="38100" dir="2700000" algn="tl">
                    <a:srgbClr val="000000">
                      <a:alpha val="43137"/>
                    </a:srgbClr>
                  </a:outerShdw>
                </a:effectLst>
              </a:rPr>
              <a:t>Init</a:t>
            </a:r>
            <a:r>
              <a:rPr lang="en-US" altLang="zh-CN" sz="1600" b="1" dirty="0" err="1">
                <a:solidFill>
                  <a:srgbClr val="C00000"/>
                </a:solidFill>
              </a:rPr>
              <a:t>Queue</a:t>
            </a:r>
            <a:endParaRPr lang="zh-CN" altLang="en-US" sz="1600" b="1" dirty="0">
              <a:solidFill>
                <a:srgbClr val="C00000"/>
              </a:solidFill>
            </a:endParaRPr>
          </a:p>
        </p:txBody>
      </p:sp>
      <p:sp>
        <p:nvSpPr>
          <p:cNvPr id="165" name="文本框 164">
            <a:extLst>
              <a:ext uri="{FF2B5EF4-FFF2-40B4-BE49-F238E27FC236}">
                <a16:creationId xmlns:a16="http://schemas.microsoft.com/office/drawing/2014/main" id="{8F0C1D51-B0BE-4DF1-8887-2B3E2A6094EC}"/>
              </a:ext>
            </a:extLst>
          </p:cNvPr>
          <p:cNvSpPr txBox="1"/>
          <p:nvPr/>
        </p:nvSpPr>
        <p:spPr>
          <a:xfrm>
            <a:off x="601079" y="4557682"/>
            <a:ext cx="6473775" cy="2121350"/>
          </a:xfrm>
          <a:prstGeom prst="rect">
            <a:avLst/>
          </a:prstGeom>
          <a:noFill/>
        </p:spPr>
        <p:txBody>
          <a:bodyPr wrap="square">
            <a:spAutoFit/>
          </a:bodyPr>
          <a:lstStyle/>
          <a:p>
            <a:pPr>
              <a:lnSpc>
                <a:spcPct val="120000"/>
              </a:lnSpc>
            </a:pPr>
            <a:r>
              <a:rPr lang="zh-CN" altLang="en-US" sz="16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算法要点</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如何实现这种递进式遍历？  用排队解决：</a:t>
            </a:r>
            <a:endParaRPr lang="en-US" altLang="zh-CN" sz="1600" b="1" dirty="0">
              <a:latin typeface="宋体" panose="02010600030101010101" pitchFamily="2" charset="-122"/>
              <a:ea typeface="宋体" panose="02010600030101010101" pitchFamily="2" charset="-122"/>
            </a:endParaRPr>
          </a:p>
          <a:p>
            <a:pPr>
              <a:lnSpc>
                <a:spcPct val="120000"/>
              </a:lnSpc>
            </a:pPr>
            <a:r>
              <a:rPr lang="zh-CN" altLang="en-US" sz="1600" b="1" dirty="0">
                <a:latin typeface="宋体" panose="02010600030101010101" pitchFamily="2" charset="-122"/>
                <a:ea typeface="宋体" panose="02010600030101010101" pitchFamily="2" charset="-122"/>
              </a:rPr>
              <a:t>（</a:t>
            </a:r>
            <a:r>
              <a:rPr lang="en-US" altLang="zh-CN" sz="1600" b="1" dirty="0">
                <a:latin typeface="宋体" panose="02010600030101010101" pitchFamily="2" charset="-122"/>
                <a:ea typeface="宋体" panose="02010600030101010101" pitchFamily="2" charset="-122"/>
              </a:rPr>
              <a:t>1</a:t>
            </a:r>
            <a:r>
              <a:rPr lang="zh-CN" altLang="en-US" sz="1600" b="1" dirty="0">
                <a:latin typeface="宋体" panose="02010600030101010101" pitchFamily="2" charset="-122"/>
                <a:ea typeface="宋体" panose="02010600030101010101" pitchFamily="2" charset="-122"/>
              </a:rPr>
              <a:t>）访问任一指定顶点，并令其入队；</a:t>
            </a:r>
            <a:endParaRPr lang="en-US" altLang="zh-CN" sz="1600" b="1" dirty="0">
              <a:latin typeface="宋体" panose="02010600030101010101" pitchFamily="2" charset="-122"/>
              <a:ea typeface="宋体" panose="02010600030101010101" pitchFamily="2" charset="-122"/>
            </a:endParaRPr>
          </a:p>
          <a:p>
            <a:pPr>
              <a:lnSpc>
                <a:spcPct val="120000"/>
              </a:lnSpc>
            </a:pPr>
            <a:r>
              <a:rPr lang="zh-CN" altLang="en-US" sz="1600" b="1" dirty="0">
                <a:latin typeface="宋体" panose="02010600030101010101" pitchFamily="2" charset="-122"/>
                <a:ea typeface="宋体" panose="02010600030101010101" pitchFamily="2" charset="-122"/>
              </a:rPr>
              <a:t>（</a:t>
            </a:r>
            <a:r>
              <a:rPr lang="en-US" altLang="zh-CN" sz="1600" b="1" dirty="0">
                <a:latin typeface="宋体" panose="02010600030101010101" pitchFamily="2" charset="-122"/>
                <a:ea typeface="宋体" panose="02010600030101010101" pitchFamily="2" charset="-122"/>
              </a:rPr>
              <a:t>2</a:t>
            </a:r>
            <a:r>
              <a:rPr lang="zh-CN" altLang="en-US" sz="1600" b="1" dirty="0">
                <a:latin typeface="宋体" panose="02010600030101010101" pitchFamily="2" charset="-122"/>
                <a:ea typeface="宋体" panose="02010600030101010101" pitchFamily="2" charset="-122"/>
              </a:rPr>
              <a:t>）让排头的顶点出队，依次对它的未访问的邻接顶点访问并入队。</a:t>
            </a:r>
            <a:endParaRPr lang="en-US" altLang="zh-CN" sz="1600" b="1" dirty="0">
              <a:latin typeface="宋体" panose="02010600030101010101" pitchFamily="2" charset="-122"/>
              <a:ea typeface="宋体" panose="02010600030101010101" pitchFamily="2" charset="-122"/>
            </a:endParaRPr>
          </a:p>
          <a:p>
            <a:pPr>
              <a:lnSpc>
                <a:spcPct val="120000"/>
              </a:lnSpc>
            </a:pPr>
            <a:r>
              <a:rPr lang="zh-CN" altLang="en-US" sz="1600" b="1" dirty="0">
                <a:latin typeface="宋体" panose="02010600030101010101" pitchFamily="2" charset="-122"/>
                <a:ea typeface="宋体" panose="02010600030101010101" pitchFamily="2" charset="-122"/>
              </a:rPr>
              <a:t>（</a:t>
            </a:r>
            <a:r>
              <a:rPr lang="en-US" altLang="zh-CN" sz="1600" b="1" dirty="0">
                <a:latin typeface="宋体" panose="02010600030101010101" pitchFamily="2" charset="-122"/>
                <a:ea typeface="宋体" panose="02010600030101010101" pitchFamily="2" charset="-122"/>
              </a:rPr>
              <a:t>3</a:t>
            </a:r>
            <a:r>
              <a:rPr lang="zh-CN" altLang="en-US" sz="1600" b="1" dirty="0">
                <a:latin typeface="宋体" panose="02010600030101010101" pitchFamily="2" charset="-122"/>
                <a:ea typeface="宋体" panose="02010600030101010101" pitchFamily="2" charset="-122"/>
              </a:rPr>
              <a:t>）重复第（</a:t>
            </a:r>
            <a:r>
              <a:rPr lang="en-US" altLang="zh-CN" sz="1600" b="1" dirty="0">
                <a:latin typeface="宋体" panose="02010600030101010101" pitchFamily="2" charset="-122"/>
                <a:ea typeface="宋体" panose="02010600030101010101" pitchFamily="2" charset="-122"/>
              </a:rPr>
              <a:t>2</a:t>
            </a:r>
            <a:r>
              <a:rPr lang="zh-CN" altLang="en-US" sz="1600" b="1" dirty="0">
                <a:latin typeface="宋体" panose="02010600030101010101" pitchFamily="2" charset="-122"/>
                <a:ea typeface="宋体" panose="02010600030101010101" pitchFamily="2" charset="-122"/>
              </a:rPr>
              <a:t>）步，直到队列空为止。</a:t>
            </a:r>
            <a:endParaRPr lang="en-US" altLang="zh-CN" sz="1600" b="1" dirty="0">
              <a:latin typeface="宋体" panose="02010600030101010101" pitchFamily="2" charset="-122"/>
              <a:ea typeface="宋体" panose="02010600030101010101" pitchFamily="2" charset="-122"/>
            </a:endParaRPr>
          </a:p>
          <a:p>
            <a:pPr>
              <a:lnSpc>
                <a:spcPct val="120000"/>
              </a:lnSpc>
            </a:pPr>
            <a:r>
              <a:rPr lang="zh-CN" altLang="en-US" sz="1600" b="1" dirty="0">
                <a:latin typeface="宋体" panose="02010600030101010101" pitchFamily="2" charset="-122"/>
                <a:ea typeface="宋体" panose="02010600030101010101" pitchFamily="2" charset="-122"/>
              </a:rPr>
              <a:t>这就构成了对指定顶点所有可达顶点的广度优先遍历的算法基本架构。</a:t>
            </a:r>
            <a:endParaRPr lang="en-US" altLang="zh-CN" sz="1600" b="1" dirty="0">
              <a:latin typeface="宋体" panose="02010600030101010101" pitchFamily="2" charset="-122"/>
              <a:ea typeface="宋体" panose="02010600030101010101" pitchFamily="2" charset="-122"/>
            </a:endParaRPr>
          </a:p>
          <a:p>
            <a:pPr>
              <a:lnSpc>
                <a:spcPct val="120000"/>
              </a:lnSpc>
            </a:pPr>
            <a:r>
              <a:rPr lang="zh-CN" altLang="en-US" sz="1600" b="1" dirty="0">
                <a:latin typeface="宋体" panose="02010600030101010101" pitchFamily="2" charset="-122"/>
                <a:ea typeface="宋体" panose="02010600030101010101" pitchFamily="2" charset="-122"/>
              </a:rPr>
              <a:t>例图中剩下的那些不可达的绿色顶点，可仿照算法</a:t>
            </a:r>
            <a:r>
              <a:rPr lang="en-US" altLang="zh-CN" sz="1600" b="1" dirty="0">
                <a:latin typeface="宋体" panose="02010600030101010101" pitchFamily="2" charset="-122"/>
                <a:ea typeface="宋体" panose="02010600030101010101" pitchFamily="2" charset="-122"/>
              </a:rPr>
              <a:t>7.5</a:t>
            </a:r>
            <a:r>
              <a:rPr lang="zh-CN" altLang="en-US" sz="1600" b="1" dirty="0">
                <a:latin typeface="宋体" panose="02010600030101010101" pitchFamily="2" charset="-122"/>
                <a:ea typeface="宋体" panose="02010600030101010101" pitchFamily="2" charset="-122"/>
              </a:rPr>
              <a:t>，逐个对未访问的顶点发起广度优先遍历即可。</a:t>
            </a:r>
            <a:endParaRPr lang="en-US" altLang="zh-CN" sz="1600" b="1" dirty="0">
              <a:latin typeface="宋体" panose="02010600030101010101" pitchFamily="2" charset="-122"/>
              <a:ea typeface="宋体" panose="02010600030101010101" pitchFamily="2" charset="-122"/>
            </a:endParaRPr>
          </a:p>
        </p:txBody>
      </p:sp>
      <p:sp>
        <p:nvSpPr>
          <p:cNvPr id="166" name="文本框 165">
            <a:extLst>
              <a:ext uri="{FF2B5EF4-FFF2-40B4-BE49-F238E27FC236}">
                <a16:creationId xmlns:a16="http://schemas.microsoft.com/office/drawing/2014/main" id="{F28056E5-F6AA-4DB4-83FB-C9A5D3A41F38}"/>
              </a:ext>
            </a:extLst>
          </p:cNvPr>
          <p:cNvSpPr txBox="1"/>
          <p:nvPr/>
        </p:nvSpPr>
        <p:spPr>
          <a:xfrm>
            <a:off x="10452870" y="1354550"/>
            <a:ext cx="1024639" cy="338554"/>
          </a:xfrm>
          <a:prstGeom prst="rect">
            <a:avLst/>
          </a:prstGeom>
          <a:noFill/>
        </p:spPr>
        <p:txBody>
          <a:bodyPr wrap="none" rtlCol="0">
            <a:spAutoFit/>
          </a:bodyPr>
          <a:lstStyle/>
          <a:p>
            <a:r>
              <a:rPr lang="en-US" altLang="zh-CN" sz="1600" b="1" dirty="0" err="1">
                <a:solidFill>
                  <a:srgbClr val="C00000"/>
                </a:solidFill>
                <a:effectLst>
                  <a:outerShdw blurRad="38100" dist="38100" dir="2700000" algn="tl">
                    <a:srgbClr val="000000">
                      <a:alpha val="43137"/>
                    </a:srgbClr>
                  </a:outerShdw>
                </a:effectLst>
              </a:rPr>
              <a:t>En</a:t>
            </a:r>
            <a:r>
              <a:rPr lang="en-US" altLang="zh-CN" sz="1600" b="1" dirty="0" err="1">
                <a:solidFill>
                  <a:srgbClr val="C00000"/>
                </a:solidFill>
              </a:rPr>
              <a:t>Queue</a:t>
            </a:r>
            <a:endParaRPr lang="zh-CN" altLang="en-US" sz="1600" b="1" dirty="0">
              <a:solidFill>
                <a:srgbClr val="C00000"/>
              </a:solidFill>
            </a:endParaRPr>
          </a:p>
        </p:txBody>
      </p:sp>
      <p:sp>
        <p:nvSpPr>
          <p:cNvPr id="167" name="文本框 166">
            <a:extLst>
              <a:ext uri="{FF2B5EF4-FFF2-40B4-BE49-F238E27FC236}">
                <a16:creationId xmlns:a16="http://schemas.microsoft.com/office/drawing/2014/main" id="{F67871ED-CF57-49C8-9759-0E2507D17479}"/>
              </a:ext>
            </a:extLst>
          </p:cNvPr>
          <p:cNvSpPr txBox="1"/>
          <p:nvPr/>
        </p:nvSpPr>
        <p:spPr>
          <a:xfrm>
            <a:off x="4973827" y="1239643"/>
            <a:ext cx="1055097" cy="338554"/>
          </a:xfrm>
          <a:prstGeom prst="rect">
            <a:avLst/>
          </a:prstGeom>
          <a:noFill/>
        </p:spPr>
        <p:txBody>
          <a:bodyPr wrap="none" rtlCol="0">
            <a:spAutoFit/>
          </a:bodyPr>
          <a:lstStyle/>
          <a:p>
            <a:r>
              <a:rPr lang="en-US" altLang="zh-CN" sz="1600" b="1" dirty="0" err="1">
                <a:solidFill>
                  <a:srgbClr val="C00000"/>
                </a:solidFill>
                <a:effectLst>
                  <a:outerShdw blurRad="38100" dist="38100" dir="2700000" algn="tl">
                    <a:srgbClr val="000000">
                      <a:alpha val="43137"/>
                    </a:srgbClr>
                  </a:outerShdw>
                </a:effectLst>
              </a:rPr>
              <a:t>De</a:t>
            </a:r>
            <a:r>
              <a:rPr lang="en-US" altLang="zh-CN" sz="1600" b="1" dirty="0" err="1">
                <a:solidFill>
                  <a:srgbClr val="C00000"/>
                </a:solidFill>
              </a:rPr>
              <a:t>Queue</a:t>
            </a:r>
            <a:endParaRPr lang="zh-CN" altLang="en-US" sz="1600" b="1" dirty="0">
              <a:solidFill>
                <a:srgbClr val="C00000"/>
              </a:solidFill>
            </a:endParaRPr>
          </a:p>
        </p:txBody>
      </p:sp>
      <p:sp>
        <p:nvSpPr>
          <p:cNvPr id="3" name="文本框 2">
            <a:extLst>
              <a:ext uri="{FF2B5EF4-FFF2-40B4-BE49-F238E27FC236}">
                <a16:creationId xmlns:a16="http://schemas.microsoft.com/office/drawing/2014/main" id="{6511BF38-A3AE-436C-A620-600F50F054A6}"/>
              </a:ext>
            </a:extLst>
          </p:cNvPr>
          <p:cNvSpPr txBox="1"/>
          <p:nvPr/>
        </p:nvSpPr>
        <p:spPr>
          <a:xfrm>
            <a:off x="6217226" y="2650557"/>
            <a:ext cx="2723823" cy="369332"/>
          </a:xfrm>
          <a:prstGeom prst="rect">
            <a:avLst/>
          </a:prstGeom>
          <a:noFill/>
        </p:spPr>
        <p:txBody>
          <a:bodyPr wrap="none" rtlCol="0">
            <a:spAutoFit/>
          </a:bodyPr>
          <a:lstStyle/>
          <a:p>
            <a:r>
              <a:rPr lang="zh-CN" altLang="en-US" b="1" dirty="0">
                <a:solidFill>
                  <a:srgbClr val="00B050"/>
                </a:solidFill>
              </a:rPr>
              <a:t>用基本操作获得邻接顶点</a:t>
            </a:r>
          </a:p>
        </p:txBody>
      </p:sp>
      <p:sp>
        <p:nvSpPr>
          <p:cNvPr id="23" name="任意多边形: 形状 22">
            <a:extLst>
              <a:ext uri="{FF2B5EF4-FFF2-40B4-BE49-F238E27FC236}">
                <a16:creationId xmlns:a16="http://schemas.microsoft.com/office/drawing/2014/main" id="{4C665D7F-4FCA-404B-9346-E211B0CFA3DC}"/>
              </a:ext>
            </a:extLst>
          </p:cNvPr>
          <p:cNvSpPr/>
          <p:nvPr/>
        </p:nvSpPr>
        <p:spPr>
          <a:xfrm>
            <a:off x="9806129" y="2747993"/>
            <a:ext cx="698652" cy="728292"/>
          </a:xfrm>
          <a:custGeom>
            <a:avLst/>
            <a:gdLst>
              <a:gd name="connsiteX0" fmla="*/ 586500 w 698652"/>
              <a:gd name="connsiteY0" fmla="*/ 1513 h 728292"/>
              <a:gd name="connsiteX1" fmla="*/ 674787 w 698652"/>
              <a:gd name="connsiteY1" fmla="*/ 304211 h 728292"/>
              <a:gd name="connsiteX2" fmla="*/ 290108 w 698652"/>
              <a:gd name="connsiteY2" fmla="*/ 726727 h 728292"/>
              <a:gd name="connsiteX3" fmla="*/ 6329 w 698652"/>
              <a:gd name="connsiteY3" fmla="*/ 430335 h 728292"/>
              <a:gd name="connsiteX4" fmla="*/ 586500 w 698652"/>
              <a:gd name="connsiteY4" fmla="*/ 1513 h 728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652" h="728292">
                <a:moveTo>
                  <a:pt x="586500" y="1513"/>
                </a:moveTo>
                <a:cubicBezTo>
                  <a:pt x="697910" y="-19508"/>
                  <a:pt x="724186" y="183342"/>
                  <a:pt x="674787" y="304211"/>
                </a:cubicBezTo>
                <a:cubicBezTo>
                  <a:pt x="625388" y="425080"/>
                  <a:pt x="401518" y="705706"/>
                  <a:pt x="290108" y="726727"/>
                </a:cubicBezTo>
                <a:cubicBezTo>
                  <a:pt x="178698" y="747748"/>
                  <a:pt x="-39917" y="552255"/>
                  <a:pt x="6329" y="430335"/>
                </a:cubicBezTo>
                <a:cubicBezTo>
                  <a:pt x="52574" y="308415"/>
                  <a:pt x="475090" y="22534"/>
                  <a:pt x="586500" y="1513"/>
                </a:cubicBezTo>
                <a:close/>
              </a:path>
            </a:pathLst>
          </a:cu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a:extLst>
              <a:ext uri="{FF2B5EF4-FFF2-40B4-BE49-F238E27FC236}">
                <a16:creationId xmlns:a16="http://schemas.microsoft.com/office/drawing/2014/main" id="{FD55874A-017D-48CA-83E9-6BC54A4BB0EC}"/>
              </a:ext>
            </a:extLst>
          </p:cNvPr>
          <p:cNvSpPr/>
          <p:nvPr/>
        </p:nvSpPr>
        <p:spPr>
          <a:xfrm>
            <a:off x="9577692" y="2099943"/>
            <a:ext cx="1168499" cy="1711624"/>
          </a:xfrm>
          <a:custGeom>
            <a:avLst/>
            <a:gdLst>
              <a:gd name="connsiteX0" fmla="*/ 991511 w 1197867"/>
              <a:gd name="connsiteY0" fmla="*/ 39006 h 1737994"/>
              <a:gd name="connsiteX1" fmla="*/ 1187003 w 1197867"/>
              <a:gd name="connsiteY1" fmla="*/ 789445 h 1737994"/>
              <a:gd name="connsiteX2" fmla="*/ 663588 w 1197867"/>
              <a:gd name="connsiteY2" fmla="*/ 1722764 h 1737994"/>
              <a:gd name="connsiteX3" fmla="*/ 165398 w 1197867"/>
              <a:gd name="connsiteY3" fmla="*/ 1344391 h 1737994"/>
              <a:gd name="connsiteX4" fmla="*/ 14049 w 1197867"/>
              <a:gd name="connsiteY4" fmla="*/ 1022775 h 1737994"/>
              <a:gd name="connsiteX5" fmla="*/ 468096 w 1197867"/>
              <a:gd name="connsiteY5" fmla="*/ 612871 h 1737994"/>
              <a:gd name="connsiteX6" fmla="*/ 676200 w 1197867"/>
              <a:gd name="connsiteY6" fmla="*/ 158824 h 1737994"/>
              <a:gd name="connsiteX7" fmla="*/ 991511 w 1197867"/>
              <a:gd name="connsiteY7" fmla="*/ 39006 h 1737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7867" h="1737994">
                <a:moveTo>
                  <a:pt x="991511" y="39006"/>
                </a:moveTo>
                <a:cubicBezTo>
                  <a:pt x="1076645" y="144110"/>
                  <a:pt x="1241657" y="508819"/>
                  <a:pt x="1187003" y="789445"/>
                </a:cubicBezTo>
                <a:cubicBezTo>
                  <a:pt x="1132349" y="1070071"/>
                  <a:pt x="833855" y="1630273"/>
                  <a:pt x="663588" y="1722764"/>
                </a:cubicBezTo>
                <a:cubicBezTo>
                  <a:pt x="493321" y="1815255"/>
                  <a:pt x="273655" y="1461056"/>
                  <a:pt x="165398" y="1344391"/>
                </a:cubicBezTo>
                <a:cubicBezTo>
                  <a:pt x="57141" y="1227726"/>
                  <a:pt x="-36401" y="1144695"/>
                  <a:pt x="14049" y="1022775"/>
                </a:cubicBezTo>
                <a:cubicBezTo>
                  <a:pt x="64499" y="900855"/>
                  <a:pt x="357737" y="756863"/>
                  <a:pt x="468096" y="612871"/>
                </a:cubicBezTo>
                <a:cubicBezTo>
                  <a:pt x="578454" y="468879"/>
                  <a:pt x="590015" y="253417"/>
                  <a:pt x="676200" y="158824"/>
                </a:cubicBezTo>
                <a:cubicBezTo>
                  <a:pt x="762385" y="64231"/>
                  <a:pt x="906377" y="-66098"/>
                  <a:pt x="991511" y="39006"/>
                </a:cubicBezTo>
                <a:close/>
              </a:path>
            </a:pathLst>
          </a:custGeom>
          <a:noFill/>
          <a:ln w="1905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a:extLst>
              <a:ext uri="{FF2B5EF4-FFF2-40B4-BE49-F238E27FC236}">
                <a16:creationId xmlns:a16="http://schemas.microsoft.com/office/drawing/2014/main" id="{06BC22F4-80DE-4CEE-8D93-512D16A2280D}"/>
              </a:ext>
            </a:extLst>
          </p:cNvPr>
          <p:cNvSpPr/>
          <p:nvPr/>
        </p:nvSpPr>
        <p:spPr>
          <a:xfrm>
            <a:off x="9414184" y="1880094"/>
            <a:ext cx="1529375" cy="2167504"/>
          </a:xfrm>
          <a:custGeom>
            <a:avLst/>
            <a:gdLst>
              <a:gd name="connsiteX0" fmla="*/ 1413573 w 1529375"/>
              <a:gd name="connsiteY0" fmla="*/ 465815 h 2167504"/>
              <a:gd name="connsiteX1" fmla="*/ 1520779 w 1529375"/>
              <a:gd name="connsiteY1" fmla="*/ 869412 h 2167504"/>
              <a:gd name="connsiteX2" fmla="*/ 1489248 w 1529375"/>
              <a:gd name="connsiteY2" fmla="*/ 1153192 h 2167504"/>
              <a:gd name="connsiteX3" fmla="*/ 1224387 w 1529375"/>
              <a:gd name="connsiteY3" fmla="*/ 1241478 h 2167504"/>
              <a:gd name="connsiteX4" fmla="*/ 1155019 w 1529375"/>
              <a:gd name="connsiteY4" fmla="*/ 1506339 h 2167504"/>
              <a:gd name="connsiteX5" fmla="*/ 1199162 w 1529375"/>
              <a:gd name="connsiteY5" fmla="*/ 1752281 h 2167504"/>
              <a:gd name="connsiteX6" fmla="*/ 1047813 w 1529375"/>
              <a:gd name="connsiteY6" fmla="*/ 2155878 h 2167504"/>
              <a:gd name="connsiteX7" fmla="*/ 707278 w 1529375"/>
              <a:gd name="connsiteY7" fmla="*/ 2029754 h 2167504"/>
              <a:gd name="connsiteX8" fmla="*/ 429805 w 1529375"/>
              <a:gd name="connsiteY8" fmla="*/ 1733363 h 2167504"/>
              <a:gd name="connsiteX9" fmla="*/ 108188 w 1529375"/>
              <a:gd name="connsiteY9" fmla="*/ 1449583 h 2167504"/>
              <a:gd name="connsiteX10" fmla="*/ 7289 w 1529375"/>
              <a:gd name="connsiteY10" fmla="*/ 1285622 h 2167504"/>
              <a:gd name="connsiteX11" fmla="*/ 278456 w 1529375"/>
              <a:gd name="connsiteY11" fmla="*/ 863106 h 2167504"/>
              <a:gd name="connsiteX12" fmla="*/ 486561 w 1529375"/>
              <a:gd name="connsiteY12" fmla="*/ 245098 h 2167504"/>
              <a:gd name="connsiteX13" fmla="*/ 940608 w 1529375"/>
              <a:gd name="connsiteY13" fmla="*/ 55912 h 2167504"/>
              <a:gd name="connsiteX14" fmla="*/ 1274837 w 1529375"/>
              <a:gd name="connsiteY14" fmla="*/ 36993 h 2167504"/>
              <a:gd name="connsiteX15" fmla="*/ 1400961 w 1529375"/>
              <a:gd name="connsiteY15" fmla="*/ 516265 h 2167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29375" h="2167504">
                <a:moveTo>
                  <a:pt x="1413573" y="465815"/>
                </a:moveTo>
                <a:cubicBezTo>
                  <a:pt x="1460870" y="610332"/>
                  <a:pt x="1508167" y="754849"/>
                  <a:pt x="1520779" y="869412"/>
                </a:cubicBezTo>
                <a:cubicBezTo>
                  <a:pt x="1533391" y="983975"/>
                  <a:pt x="1538647" y="1091181"/>
                  <a:pt x="1489248" y="1153192"/>
                </a:cubicBezTo>
                <a:cubicBezTo>
                  <a:pt x="1439849" y="1215203"/>
                  <a:pt x="1280092" y="1182620"/>
                  <a:pt x="1224387" y="1241478"/>
                </a:cubicBezTo>
                <a:cubicBezTo>
                  <a:pt x="1168682" y="1300336"/>
                  <a:pt x="1159223" y="1421205"/>
                  <a:pt x="1155019" y="1506339"/>
                </a:cubicBezTo>
                <a:cubicBezTo>
                  <a:pt x="1150815" y="1591473"/>
                  <a:pt x="1217030" y="1644025"/>
                  <a:pt x="1199162" y="1752281"/>
                </a:cubicBezTo>
                <a:cubicBezTo>
                  <a:pt x="1181294" y="1860537"/>
                  <a:pt x="1129794" y="2109633"/>
                  <a:pt x="1047813" y="2155878"/>
                </a:cubicBezTo>
                <a:cubicBezTo>
                  <a:pt x="965832" y="2202124"/>
                  <a:pt x="810279" y="2100173"/>
                  <a:pt x="707278" y="2029754"/>
                </a:cubicBezTo>
                <a:cubicBezTo>
                  <a:pt x="604277" y="1959335"/>
                  <a:pt x="529653" y="1830058"/>
                  <a:pt x="429805" y="1733363"/>
                </a:cubicBezTo>
                <a:cubicBezTo>
                  <a:pt x="329957" y="1636668"/>
                  <a:pt x="178607" y="1524206"/>
                  <a:pt x="108188" y="1449583"/>
                </a:cubicBezTo>
                <a:cubicBezTo>
                  <a:pt x="37769" y="1374960"/>
                  <a:pt x="-21089" y="1383368"/>
                  <a:pt x="7289" y="1285622"/>
                </a:cubicBezTo>
                <a:cubicBezTo>
                  <a:pt x="35667" y="1187876"/>
                  <a:pt x="198577" y="1036527"/>
                  <a:pt x="278456" y="863106"/>
                </a:cubicBezTo>
                <a:cubicBezTo>
                  <a:pt x="358335" y="689685"/>
                  <a:pt x="376202" y="379630"/>
                  <a:pt x="486561" y="245098"/>
                </a:cubicBezTo>
                <a:cubicBezTo>
                  <a:pt x="596920" y="110566"/>
                  <a:pt x="809229" y="90596"/>
                  <a:pt x="940608" y="55912"/>
                </a:cubicBezTo>
                <a:cubicBezTo>
                  <a:pt x="1071987" y="21228"/>
                  <a:pt x="1198112" y="-39732"/>
                  <a:pt x="1274837" y="36993"/>
                </a:cubicBezTo>
                <a:cubicBezTo>
                  <a:pt x="1351562" y="113718"/>
                  <a:pt x="1376261" y="314991"/>
                  <a:pt x="1400961" y="516265"/>
                </a:cubicBezTo>
              </a:path>
            </a:pathLst>
          </a:custGeom>
          <a:noFill/>
          <a:ln w="190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2519A1DA-276A-4618-8E36-AA6B24D10197}"/>
              </a:ext>
            </a:extLst>
          </p:cNvPr>
          <p:cNvSpPr/>
          <p:nvPr/>
        </p:nvSpPr>
        <p:spPr>
          <a:xfrm>
            <a:off x="9367867" y="1783305"/>
            <a:ext cx="1895729" cy="2396326"/>
          </a:xfrm>
          <a:custGeom>
            <a:avLst/>
            <a:gdLst>
              <a:gd name="connsiteX0" fmla="*/ 1718445 w 1895729"/>
              <a:gd name="connsiteY0" fmla="*/ 871608 h 2396326"/>
              <a:gd name="connsiteX1" fmla="*/ 1655383 w 1895729"/>
              <a:gd name="connsiteY1" fmla="*/ 1180612 h 2396326"/>
              <a:gd name="connsiteX2" fmla="*/ 1453584 w 1895729"/>
              <a:gd name="connsiteY2" fmla="*/ 1350880 h 2396326"/>
              <a:gd name="connsiteX3" fmla="*/ 1283316 w 1895729"/>
              <a:gd name="connsiteY3" fmla="*/ 1407636 h 2396326"/>
              <a:gd name="connsiteX4" fmla="*/ 1201336 w 1895729"/>
              <a:gd name="connsiteY4" fmla="*/ 1558985 h 2396326"/>
              <a:gd name="connsiteX5" fmla="*/ 1302235 w 1895729"/>
              <a:gd name="connsiteY5" fmla="*/ 1704027 h 2396326"/>
              <a:gd name="connsiteX6" fmla="*/ 1781507 w 1895729"/>
              <a:gd name="connsiteY6" fmla="*/ 1672496 h 2396326"/>
              <a:gd name="connsiteX7" fmla="*/ 1876100 w 1895729"/>
              <a:gd name="connsiteY7" fmla="*/ 1823845 h 2396326"/>
              <a:gd name="connsiteX8" fmla="*/ 1485115 w 1895729"/>
              <a:gd name="connsiteY8" fmla="*/ 2240055 h 2396326"/>
              <a:gd name="connsiteX9" fmla="*/ 1031068 w 1895729"/>
              <a:gd name="connsiteY9" fmla="*/ 2391404 h 2396326"/>
              <a:gd name="connsiteX10" fmla="*/ 589634 w 1895729"/>
              <a:gd name="connsiteY10" fmla="*/ 2082400 h 2396326"/>
              <a:gd name="connsiteX11" fmla="*/ 570715 w 1895729"/>
              <a:gd name="connsiteY11" fmla="*/ 1905826 h 2396326"/>
              <a:gd name="connsiteX12" fmla="*/ 59912 w 1895729"/>
              <a:gd name="connsiteY12" fmla="*/ 1546372 h 2396326"/>
              <a:gd name="connsiteX13" fmla="*/ 22075 w 1895729"/>
              <a:gd name="connsiteY13" fmla="*/ 1413942 h 2396326"/>
              <a:gd name="connsiteX14" fmla="*/ 167118 w 1895729"/>
              <a:gd name="connsiteY14" fmla="*/ 1079713 h 2396326"/>
              <a:gd name="connsiteX15" fmla="*/ 167118 w 1895729"/>
              <a:gd name="connsiteY15" fmla="*/ 682422 h 2396326"/>
              <a:gd name="connsiteX16" fmla="*/ 387835 w 1895729"/>
              <a:gd name="connsiteY16" fmla="*/ 196844 h 2396326"/>
              <a:gd name="connsiteX17" fmla="*/ 1056293 w 1895729"/>
              <a:gd name="connsiteY17" fmla="*/ 13964 h 2396326"/>
              <a:gd name="connsiteX18" fmla="*/ 1491421 w 1895729"/>
              <a:gd name="connsiteY18" fmla="*/ 108557 h 2396326"/>
              <a:gd name="connsiteX19" fmla="*/ 1718445 w 1895729"/>
              <a:gd name="connsiteY19" fmla="*/ 871608 h 239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95729" h="2396326">
                <a:moveTo>
                  <a:pt x="1718445" y="871608"/>
                </a:moveTo>
                <a:cubicBezTo>
                  <a:pt x="1745772" y="1050284"/>
                  <a:pt x="1699526" y="1100733"/>
                  <a:pt x="1655383" y="1180612"/>
                </a:cubicBezTo>
                <a:cubicBezTo>
                  <a:pt x="1611240" y="1260491"/>
                  <a:pt x="1515595" y="1313043"/>
                  <a:pt x="1453584" y="1350880"/>
                </a:cubicBezTo>
                <a:cubicBezTo>
                  <a:pt x="1391573" y="1388717"/>
                  <a:pt x="1325357" y="1372952"/>
                  <a:pt x="1283316" y="1407636"/>
                </a:cubicBezTo>
                <a:cubicBezTo>
                  <a:pt x="1241275" y="1442320"/>
                  <a:pt x="1198183" y="1509587"/>
                  <a:pt x="1201336" y="1558985"/>
                </a:cubicBezTo>
                <a:cubicBezTo>
                  <a:pt x="1204489" y="1608383"/>
                  <a:pt x="1205540" y="1685109"/>
                  <a:pt x="1302235" y="1704027"/>
                </a:cubicBezTo>
                <a:cubicBezTo>
                  <a:pt x="1398930" y="1722945"/>
                  <a:pt x="1685863" y="1652526"/>
                  <a:pt x="1781507" y="1672496"/>
                </a:cubicBezTo>
                <a:cubicBezTo>
                  <a:pt x="1877151" y="1692466"/>
                  <a:pt x="1925499" y="1729252"/>
                  <a:pt x="1876100" y="1823845"/>
                </a:cubicBezTo>
                <a:cubicBezTo>
                  <a:pt x="1826701" y="1918438"/>
                  <a:pt x="1625954" y="2145462"/>
                  <a:pt x="1485115" y="2240055"/>
                </a:cubicBezTo>
                <a:cubicBezTo>
                  <a:pt x="1344276" y="2334648"/>
                  <a:pt x="1180315" y="2417680"/>
                  <a:pt x="1031068" y="2391404"/>
                </a:cubicBezTo>
                <a:cubicBezTo>
                  <a:pt x="881821" y="2365128"/>
                  <a:pt x="666359" y="2163330"/>
                  <a:pt x="589634" y="2082400"/>
                </a:cubicBezTo>
                <a:cubicBezTo>
                  <a:pt x="512909" y="2001470"/>
                  <a:pt x="659002" y="1995164"/>
                  <a:pt x="570715" y="1905826"/>
                </a:cubicBezTo>
                <a:cubicBezTo>
                  <a:pt x="482428" y="1816488"/>
                  <a:pt x="151352" y="1628353"/>
                  <a:pt x="59912" y="1546372"/>
                </a:cubicBezTo>
                <a:cubicBezTo>
                  <a:pt x="-31528" y="1464391"/>
                  <a:pt x="4207" y="1491718"/>
                  <a:pt x="22075" y="1413942"/>
                </a:cubicBezTo>
                <a:cubicBezTo>
                  <a:pt x="39943" y="1336166"/>
                  <a:pt x="142944" y="1201633"/>
                  <a:pt x="167118" y="1079713"/>
                </a:cubicBezTo>
                <a:cubicBezTo>
                  <a:pt x="191292" y="957793"/>
                  <a:pt x="130332" y="829567"/>
                  <a:pt x="167118" y="682422"/>
                </a:cubicBezTo>
                <a:cubicBezTo>
                  <a:pt x="203904" y="535277"/>
                  <a:pt x="239639" y="308254"/>
                  <a:pt x="387835" y="196844"/>
                </a:cubicBezTo>
                <a:cubicBezTo>
                  <a:pt x="536031" y="85434"/>
                  <a:pt x="872362" y="28678"/>
                  <a:pt x="1056293" y="13964"/>
                </a:cubicBezTo>
                <a:cubicBezTo>
                  <a:pt x="1240224" y="-750"/>
                  <a:pt x="1382113" y="-33333"/>
                  <a:pt x="1491421" y="108557"/>
                </a:cubicBezTo>
                <a:cubicBezTo>
                  <a:pt x="1600729" y="250447"/>
                  <a:pt x="1691118" y="692932"/>
                  <a:pt x="1718445" y="871608"/>
                </a:cubicBezTo>
                <a:close/>
              </a:path>
            </a:pathLst>
          </a:custGeom>
          <a:noFill/>
          <a:ln w="19050">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131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animEffect transition="in" filter="wipe(left)">
                                      <p:cBhvr>
                                        <p:cTn id="7" dur="500"/>
                                        <p:tgtEl>
                                          <p:spTgt spid="1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9">
                                            <p:txEl>
                                              <p:pRg st="1" end="1"/>
                                            </p:txEl>
                                          </p:spTgt>
                                        </p:tgtEl>
                                        <p:attrNameLst>
                                          <p:attrName>style.visibility</p:attrName>
                                        </p:attrNameLst>
                                      </p:cBhvr>
                                      <p:to>
                                        <p:strVal val="visible"/>
                                      </p:to>
                                    </p:set>
                                    <p:animEffect transition="in" filter="wipe(left)">
                                      <p:cBhvr>
                                        <p:cTn id="12" dur="500"/>
                                        <p:tgtEl>
                                          <p:spTgt spid="10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9">
                                            <p:txEl>
                                              <p:pRg st="2" end="2"/>
                                            </p:txEl>
                                          </p:spTgt>
                                        </p:tgtEl>
                                        <p:attrNameLst>
                                          <p:attrName>style.visibility</p:attrName>
                                        </p:attrNameLst>
                                      </p:cBhvr>
                                      <p:to>
                                        <p:strVal val="visible"/>
                                      </p:to>
                                    </p:set>
                                    <p:animEffect transition="in" filter="wipe(left)">
                                      <p:cBhvr>
                                        <p:cTn id="17" dur="500"/>
                                        <p:tgtEl>
                                          <p:spTgt spid="10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9">
                                            <p:txEl>
                                              <p:pRg st="3" end="3"/>
                                            </p:txEl>
                                          </p:spTgt>
                                        </p:tgtEl>
                                        <p:attrNameLst>
                                          <p:attrName>style.visibility</p:attrName>
                                        </p:attrNameLst>
                                      </p:cBhvr>
                                      <p:to>
                                        <p:strVal val="visible"/>
                                      </p:to>
                                    </p:set>
                                    <p:animEffect transition="in" filter="wipe(left)">
                                      <p:cBhvr>
                                        <p:cTn id="22" dur="500"/>
                                        <p:tgtEl>
                                          <p:spTgt spid="10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7" presetClass="emph" presetSubtype="0" fill="remove" grpId="4" nodeType="clickEffect">
                                  <p:stCondLst>
                                    <p:cond delay="0"/>
                                  </p:stCondLst>
                                  <p:childTnLst>
                                    <p:animClr clrSpc="rgb" dir="cw">
                                      <p:cBhvr override="childStyle">
                                        <p:cTn id="26" dur="250" autoRev="1" fill="remove"/>
                                        <p:tgtEl>
                                          <p:spTgt spid="78"/>
                                        </p:tgtEl>
                                        <p:attrNameLst>
                                          <p:attrName>style.color</p:attrName>
                                        </p:attrNameLst>
                                      </p:cBhvr>
                                      <p:to>
                                        <a:schemeClr val="bg1"/>
                                      </p:to>
                                    </p:animClr>
                                    <p:animClr clrSpc="rgb" dir="cw">
                                      <p:cBhvr>
                                        <p:cTn id="27" dur="250" autoRev="1" fill="remove"/>
                                        <p:tgtEl>
                                          <p:spTgt spid="78"/>
                                        </p:tgtEl>
                                        <p:attrNameLst>
                                          <p:attrName>fillcolor</p:attrName>
                                        </p:attrNameLst>
                                      </p:cBhvr>
                                      <p:to>
                                        <a:schemeClr val="bg1"/>
                                      </p:to>
                                    </p:animClr>
                                    <p:set>
                                      <p:cBhvr>
                                        <p:cTn id="28" dur="250" autoRev="1" fill="remove"/>
                                        <p:tgtEl>
                                          <p:spTgt spid="78"/>
                                        </p:tgtEl>
                                        <p:attrNameLst>
                                          <p:attrName>fill.type</p:attrName>
                                        </p:attrNameLst>
                                      </p:cBhvr>
                                      <p:to>
                                        <p:strVal val="solid"/>
                                      </p:to>
                                    </p:set>
                                    <p:set>
                                      <p:cBhvr>
                                        <p:cTn id="29" dur="250" autoRev="1" fill="remove"/>
                                        <p:tgtEl>
                                          <p:spTgt spid="78"/>
                                        </p:tgtEl>
                                        <p:attrNameLst>
                                          <p:attrName>fill.on</p:attrName>
                                        </p:attrNameLst>
                                      </p:cBhvr>
                                      <p:to>
                                        <p:strVal val="true"/>
                                      </p:to>
                                    </p:set>
                                  </p:childTnLst>
                                </p:cTn>
                              </p:par>
                            </p:childTnLst>
                          </p:cTn>
                        </p:par>
                        <p:par>
                          <p:cTn id="30" fill="hold">
                            <p:stCondLst>
                              <p:cond delay="500"/>
                            </p:stCondLst>
                            <p:childTnLst>
                              <p:par>
                                <p:cTn id="31" presetID="1" presetClass="emph" presetSubtype="2" fill="hold" nodeType="afterEffect">
                                  <p:stCondLst>
                                    <p:cond delay="0"/>
                                  </p:stCondLst>
                                  <p:childTnLst>
                                    <p:animClr clrSpc="rgb" dir="cw">
                                      <p:cBhvr>
                                        <p:cTn id="32" dur="500" fill="hold"/>
                                        <p:tgtEl>
                                          <p:spTgt spid="78"/>
                                        </p:tgtEl>
                                        <p:attrNameLst>
                                          <p:attrName>fillcolor</p:attrName>
                                        </p:attrNameLst>
                                      </p:cBhvr>
                                      <p:to>
                                        <a:srgbClr val="FF0000"/>
                                      </p:to>
                                    </p:animClr>
                                    <p:set>
                                      <p:cBhvr>
                                        <p:cTn id="33" dur="500" fill="hold"/>
                                        <p:tgtEl>
                                          <p:spTgt spid="78"/>
                                        </p:tgtEl>
                                        <p:attrNameLst>
                                          <p:attrName>fill.type</p:attrName>
                                        </p:attrNameLst>
                                      </p:cBhvr>
                                      <p:to>
                                        <p:strVal val="solid"/>
                                      </p:to>
                                    </p:set>
                                    <p:set>
                                      <p:cBhvr>
                                        <p:cTn id="34" dur="500" fill="hold"/>
                                        <p:tgtEl>
                                          <p:spTgt spid="78"/>
                                        </p:tgtEl>
                                        <p:attrNameLst>
                                          <p:attrName>fill.on</p:attrName>
                                        </p:attrNameLst>
                                      </p:cBhvr>
                                      <p:to>
                                        <p:strVal val="true"/>
                                      </p:to>
                                    </p:set>
                                  </p:childTnLst>
                                </p:cTn>
                              </p:par>
                            </p:childTnLst>
                          </p:cTn>
                        </p:par>
                      </p:childTnLst>
                    </p:cTn>
                  </p:par>
                  <p:par>
                    <p:cTn id="35" fill="hold">
                      <p:stCondLst>
                        <p:cond delay="indefinite"/>
                      </p:stCondLst>
                      <p:childTnLst>
                        <p:par>
                          <p:cTn id="36" fill="hold">
                            <p:stCondLst>
                              <p:cond delay="0"/>
                            </p:stCondLst>
                            <p:childTnLst>
                              <p:par>
                                <p:cTn id="37" presetID="7" presetClass="emph" presetSubtype="2" fill="hold" nodeType="clickEffect">
                                  <p:stCondLst>
                                    <p:cond delay="0"/>
                                  </p:stCondLst>
                                  <p:childTnLst>
                                    <p:animClr clrSpc="rgb" dir="cw">
                                      <p:cBhvr>
                                        <p:cTn id="38" dur="500" fill="hold"/>
                                        <p:tgtEl>
                                          <p:spTgt spid="24"/>
                                        </p:tgtEl>
                                        <p:attrNameLst>
                                          <p:attrName>stroke.color</p:attrName>
                                        </p:attrNameLst>
                                      </p:cBhvr>
                                      <p:to>
                                        <a:srgbClr val="C00000"/>
                                      </p:to>
                                    </p:animClr>
                                    <p:set>
                                      <p:cBhvr>
                                        <p:cTn id="39" dur="500" fill="hold"/>
                                        <p:tgtEl>
                                          <p:spTgt spid="24"/>
                                        </p:tgtEl>
                                        <p:attrNameLst>
                                          <p:attrName>stroke.on</p:attrName>
                                        </p:attrNameLst>
                                      </p:cBhvr>
                                      <p:to>
                                        <p:strVal val="true"/>
                                      </p:to>
                                    </p:set>
                                  </p:childTnLst>
                                </p:cTn>
                              </p:par>
                            </p:childTnLst>
                          </p:cTn>
                        </p:par>
                        <p:par>
                          <p:cTn id="40" fill="hold">
                            <p:stCondLst>
                              <p:cond delay="500"/>
                            </p:stCondLst>
                            <p:childTnLst>
                              <p:par>
                                <p:cTn id="41" presetID="27" presetClass="emph" presetSubtype="0" fill="remove" grpId="3" nodeType="afterEffect">
                                  <p:stCondLst>
                                    <p:cond delay="0"/>
                                  </p:stCondLst>
                                  <p:childTnLst>
                                    <p:animClr clrSpc="rgb" dir="cw">
                                      <p:cBhvr override="childStyle">
                                        <p:cTn id="42" dur="250" autoRev="1" fill="remove"/>
                                        <p:tgtEl>
                                          <p:spTgt spid="82"/>
                                        </p:tgtEl>
                                        <p:attrNameLst>
                                          <p:attrName>style.color</p:attrName>
                                        </p:attrNameLst>
                                      </p:cBhvr>
                                      <p:to>
                                        <a:schemeClr val="bg1"/>
                                      </p:to>
                                    </p:animClr>
                                    <p:animClr clrSpc="rgb" dir="cw">
                                      <p:cBhvr>
                                        <p:cTn id="43" dur="250" autoRev="1" fill="remove"/>
                                        <p:tgtEl>
                                          <p:spTgt spid="82"/>
                                        </p:tgtEl>
                                        <p:attrNameLst>
                                          <p:attrName>fillcolor</p:attrName>
                                        </p:attrNameLst>
                                      </p:cBhvr>
                                      <p:to>
                                        <a:schemeClr val="bg1"/>
                                      </p:to>
                                    </p:animClr>
                                    <p:set>
                                      <p:cBhvr>
                                        <p:cTn id="44" dur="250" autoRev="1" fill="remove"/>
                                        <p:tgtEl>
                                          <p:spTgt spid="82"/>
                                        </p:tgtEl>
                                        <p:attrNameLst>
                                          <p:attrName>fill.type</p:attrName>
                                        </p:attrNameLst>
                                      </p:cBhvr>
                                      <p:to>
                                        <p:strVal val="solid"/>
                                      </p:to>
                                    </p:set>
                                    <p:set>
                                      <p:cBhvr>
                                        <p:cTn id="45" dur="250" autoRev="1" fill="remove"/>
                                        <p:tgtEl>
                                          <p:spTgt spid="82"/>
                                        </p:tgtEl>
                                        <p:attrNameLst>
                                          <p:attrName>fill.on</p:attrName>
                                        </p:attrNameLst>
                                      </p:cBhvr>
                                      <p:to>
                                        <p:strVal val="true"/>
                                      </p:to>
                                    </p:set>
                                  </p:childTnLst>
                                </p:cTn>
                              </p:par>
                            </p:childTnLst>
                          </p:cTn>
                        </p:par>
                        <p:par>
                          <p:cTn id="46" fill="hold">
                            <p:stCondLst>
                              <p:cond delay="1000"/>
                            </p:stCondLst>
                            <p:childTnLst>
                              <p:par>
                                <p:cTn id="47" presetID="1" presetClass="emph" presetSubtype="2" fill="hold" nodeType="afterEffect">
                                  <p:stCondLst>
                                    <p:cond delay="0"/>
                                  </p:stCondLst>
                                  <p:childTnLst>
                                    <p:animClr clrSpc="rgb" dir="cw">
                                      <p:cBhvr>
                                        <p:cTn id="48" dur="500" fill="hold"/>
                                        <p:tgtEl>
                                          <p:spTgt spid="82"/>
                                        </p:tgtEl>
                                        <p:attrNameLst>
                                          <p:attrName>fillcolor</p:attrName>
                                        </p:attrNameLst>
                                      </p:cBhvr>
                                      <p:to>
                                        <a:srgbClr val="FFF2CC"/>
                                      </p:to>
                                    </p:animClr>
                                    <p:set>
                                      <p:cBhvr>
                                        <p:cTn id="49" dur="500" fill="hold"/>
                                        <p:tgtEl>
                                          <p:spTgt spid="82"/>
                                        </p:tgtEl>
                                        <p:attrNameLst>
                                          <p:attrName>fill.type</p:attrName>
                                        </p:attrNameLst>
                                      </p:cBhvr>
                                      <p:to>
                                        <p:strVal val="solid"/>
                                      </p:to>
                                    </p:set>
                                    <p:set>
                                      <p:cBhvr>
                                        <p:cTn id="50" dur="500" fill="hold"/>
                                        <p:tgtEl>
                                          <p:spTgt spid="82"/>
                                        </p:tgtEl>
                                        <p:attrNameLst>
                                          <p:attrName>fill.on</p:attrName>
                                        </p:attrNameLst>
                                      </p:cBhvr>
                                      <p:to>
                                        <p:strVal val="true"/>
                                      </p:to>
                                    </p:set>
                                  </p:childTnLst>
                                </p:cTn>
                              </p:par>
                            </p:childTnLst>
                          </p:cTn>
                        </p:par>
                        <p:par>
                          <p:cTn id="51" fill="hold">
                            <p:stCondLst>
                              <p:cond delay="1500"/>
                            </p:stCondLst>
                            <p:childTnLst>
                              <p:par>
                                <p:cTn id="52" presetID="7" presetClass="emph" presetSubtype="2" fill="hold" nodeType="afterEffect">
                                  <p:stCondLst>
                                    <p:cond delay="0"/>
                                  </p:stCondLst>
                                  <p:childTnLst>
                                    <p:animClr clrSpc="rgb" dir="cw">
                                      <p:cBhvr>
                                        <p:cTn id="53" dur="500" fill="hold"/>
                                        <p:tgtEl>
                                          <p:spTgt spid="25"/>
                                        </p:tgtEl>
                                        <p:attrNameLst>
                                          <p:attrName>stroke.color</p:attrName>
                                        </p:attrNameLst>
                                      </p:cBhvr>
                                      <p:to>
                                        <a:srgbClr val="C00000"/>
                                      </p:to>
                                    </p:animClr>
                                    <p:set>
                                      <p:cBhvr>
                                        <p:cTn id="54" dur="500" fill="hold"/>
                                        <p:tgtEl>
                                          <p:spTgt spid="25"/>
                                        </p:tgtEl>
                                        <p:attrNameLst>
                                          <p:attrName>stroke.on</p:attrName>
                                        </p:attrNameLst>
                                      </p:cBhvr>
                                      <p:to>
                                        <p:strVal val="true"/>
                                      </p:to>
                                    </p:set>
                                  </p:childTnLst>
                                </p:cTn>
                              </p:par>
                            </p:childTnLst>
                          </p:cTn>
                        </p:par>
                        <p:par>
                          <p:cTn id="55" fill="hold">
                            <p:stCondLst>
                              <p:cond delay="2000"/>
                            </p:stCondLst>
                            <p:childTnLst>
                              <p:par>
                                <p:cTn id="56" presetID="27" presetClass="emph" presetSubtype="0" fill="remove" grpId="3" nodeType="afterEffect">
                                  <p:stCondLst>
                                    <p:cond delay="0"/>
                                  </p:stCondLst>
                                  <p:childTnLst>
                                    <p:animClr clrSpc="rgb" dir="cw">
                                      <p:cBhvr override="childStyle">
                                        <p:cTn id="57" dur="250" autoRev="1" fill="remove"/>
                                        <p:tgtEl>
                                          <p:spTgt spid="81"/>
                                        </p:tgtEl>
                                        <p:attrNameLst>
                                          <p:attrName>style.color</p:attrName>
                                        </p:attrNameLst>
                                      </p:cBhvr>
                                      <p:to>
                                        <a:schemeClr val="bg1"/>
                                      </p:to>
                                    </p:animClr>
                                    <p:animClr clrSpc="rgb" dir="cw">
                                      <p:cBhvr>
                                        <p:cTn id="58" dur="250" autoRev="1" fill="remove"/>
                                        <p:tgtEl>
                                          <p:spTgt spid="81"/>
                                        </p:tgtEl>
                                        <p:attrNameLst>
                                          <p:attrName>fillcolor</p:attrName>
                                        </p:attrNameLst>
                                      </p:cBhvr>
                                      <p:to>
                                        <a:schemeClr val="bg1"/>
                                      </p:to>
                                    </p:animClr>
                                    <p:set>
                                      <p:cBhvr>
                                        <p:cTn id="59" dur="250" autoRev="1" fill="remove"/>
                                        <p:tgtEl>
                                          <p:spTgt spid="81"/>
                                        </p:tgtEl>
                                        <p:attrNameLst>
                                          <p:attrName>fill.type</p:attrName>
                                        </p:attrNameLst>
                                      </p:cBhvr>
                                      <p:to>
                                        <p:strVal val="solid"/>
                                      </p:to>
                                    </p:set>
                                    <p:set>
                                      <p:cBhvr>
                                        <p:cTn id="60" dur="250" autoRev="1" fill="remove"/>
                                        <p:tgtEl>
                                          <p:spTgt spid="81"/>
                                        </p:tgtEl>
                                        <p:attrNameLst>
                                          <p:attrName>fill.on</p:attrName>
                                        </p:attrNameLst>
                                      </p:cBhvr>
                                      <p:to>
                                        <p:strVal val="true"/>
                                      </p:to>
                                    </p:set>
                                  </p:childTnLst>
                                </p:cTn>
                              </p:par>
                            </p:childTnLst>
                          </p:cTn>
                        </p:par>
                        <p:par>
                          <p:cTn id="61" fill="hold">
                            <p:stCondLst>
                              <p:cond delay="2500"/>
                            </p:stCondLst>
                            <p:childTnLst>
                              <p:par>
                                <p:cTn id="62" presetID="1" presetClass="emph" presetSubtype="2" fill="hold" nodeType="afterEffect">
                                  <p:stCondLst>
                                    <p:cond delay="0"/>
                                  </p:stCondLst>
                                  <p:childTnLst>
                                    <p:animClr clrSpc="rgb" dir="cw">
                                      <p:cBhvr>
                                        <p:cTn id="63" dur="500" fill="hold"/>
                                        <p:tgtEl>
                                          <p:spTgt spid="81"/>
                                        </p:tgtEl>
                                        <p:attrNameLst>
                                          <p:attrName>fillcolor</p:attrName>
                                        </p:attrNameLst>
                                      </p:cBhvr>
                                      <p:to>
                                        <a:srgbClr val="FFF2CC"/>
                                      </p:to>
                                    </p:animClr>
                                    <p:set>
                                      <p:cBhvr>
                                        <p:cTn id="64" dur="500" fill="hold"/>
                                        <p:tgtEl>
                                          <p:spTgt spid="81"/>
                                        </p:tgtEl>
                                        <p:attrNameLst>
                                          <p:attrName>fill.type</p:attrName>
                                        </p:attrNameLst>
                                      </p:cBhvr>
                                      <p:to>
                                        <p:strVal val="solid"/>
                                      </p:to>
                                    </p:set>
                                    <p:set>
                                      <p:cBhvr>
                                        <p:cTn id="65" dur="500" fill="hold"/>
                                        <p:tgtEl>
                                          <p:spTgt spid="81"/>
                                        </p:tgtEl>
                                        <p:attrNameLst>
                                          <p:attrName>fill.on</p:attrName>
                                        </p:attrNameLst>
                                      </p:cBhvr>
                                      <p:to>
                                        <p:strVal val="true"/>
                                      </p:to>
                                    </p:set>
                                  </p:childTnLst>
                                </p:cTn>
                              </p:par>
                            </p:childTnLst>
                          </p:cTn>
                        </p:par>
                        <p:par>
                          <p:cTn id="66" fill="hold">
                            <p:stCondLst>
                              <p:cond delay="3000"/>
                            </p:stCondLst>
                            <p:childTnLst>
                              <p:par>
                                <p:cTn id="67" presetID="7" presetClass="emph" presetSubtype="2" fill="hold" nodeType="afterEffect">
                                  <p:stCondLst>
                                    <p:cond delay="0"/>
                                  </p:stCondLst>
                                  <p:childTnLst>
                                    <p:animClr clrSpc="rgb" dir="cw">
                                      <p:cBhvr>
                                        <p:cTn id="68" dur="500" fill="hold"/>
                                        <p:tgtEl>
                                          <p:spTgt spid="28"/>
                                        </p:tgtEl>
                                        <p:attrNameLst>
                                          <p:attrName>stroke.color</p:attrName>
                                        </p:attrNameLst>
                                      </p:cBhvr>
                                      <p:to>
                                        <a:srgbClr val="C00000"/>
                                      </p:to>
                                    </p:animClr>
                                    <p:set>
                                      <p:cBhvr>
                                        <p:cTn id="69" dur="500" fill="hold"/>
                                        <p:tgtEl>
                                          <p:spTgt spid="28"/>
                                        </p:tgtEl>
                                        <p:attrNameLst>
                                          <p:attrName>stroke.on</p:attrName>
                                        </p:attrNameLst>
                                      </p:cBhvr>
                                      <p:to>
                                        <p:strVal val="true"/>
                                      </p:to>
                                    </p:set>
                                  </p:childTnLst>
                                </p:cTn>
                              </p:par>
                            </p:childTnLst>
                          </p:cTn>
                        </p:par>
                        <p:par>
                          <p:cTn id="70" fill="hold">
                            <p:stCondLst>
                              <p:cond delay="3500"/>
                            </p:stCondLst>
                            <p:childTnLst>
                              <p:par>
                                <p:cTn id="71" presetID="27" presetClass="emph" presetSubtype="0" fill="remove" grpId="3" nodeType="afterEffect">
                                  <p:stCondLst>
                                    <p:cond delay="0"/>
                                  </p:stCondLst>
                                  <p:childTnLst>
                                    <p:animClr clrSpc="rgb" dir="cw">
                                      <p:cBhvr override="childStyle">
                                        <p:cTn id="72" dur="250" autoRev="1" fill="remove"/>
                                        <p:tgtEl>
                                          <p:spTgt spid="80"/>
                                        </p:tgtEl>
                                        <p:attrNameLst>
                                          <p:attrName>style.color</p:attrName>
                                        </p:attrNameLst>
                                      </p:cBhvr>
                                      <p:to>
                                        <a:schemeClr val="bg1"/>
                                      </p:to>
                                    </p:animClr>
                                    <p:animClr clrSpc="rgb" dir="cw">
                                      <p:cBhvr>
                                        <p:cTn id="73" dur="250" autoRev="1" fill="remove"/>
                                        <p:tgtEl>
                                          <p:spTgt spid="80"/>
                                        </p:tgtEl>
                                        <p:attrNameLst>
                                          <p:attrName>fillcolor</p:attrName>
                                        </p:attrNameLst>
                                      </p:cBhvr>
                                      <p:to>
                                        <a:schemeClr val="bg1"/>
                                      </p:to>
                                    </p:animClr>
                                    <p:set>
                                      <p:cBhvr>
                                        <p:cTn id="74" dur="250" autoRev="1" fill="remove"/>
                                        <p:tgtEl>
                                          <p:spTgt spid="80"/>
                                        </p:tgtEl>
                                        <p:attrNameLst>
                                          <p:attrName>fill.type</p:attrName>
                                        </p:attrNameLst>
                                      </p:cBhvr>
                                      <p:to>
                                        <p:strVal val="solid"/>
                                      </p:to>
                                    </p:set>
                                    <p:set>
                                      <p:cBhvr>
                                        <p:cTn id="75" dur="250" autoRev="1" fill="remove"/>
                                        <p:tgtEl>
                                          <p:spTgt spid="80"/>
                                        </p:tgtEl>
                                        <p:attrNameLst>
                                          <p:attrName>fill.on</p:attrName>
                                        </p:attrNameLst>
                                      </p:cBhvr>
                                      <p:to>
                                        <p:strVal val="true"/>
                                      </p:to>
                                    </p:set>
                                  </p:childTnLst>
                                </p:cTn>
                              </p:par>
                            </p:childTnLst>
                          </p:cTn>
                        </p:par>
                        <p:par>
                          <p:cTn id="76" fill="hold">
                            <p:stCondLst>
                              <p:cond delay="4000"/>
                            </p:stCondLst>
                            <p:childTnLst>
                              <p:par>
                                <p:cTn id="77" presetID="1" presetClass="emph" presetSubtype="2" fill="hold" nodeType="afterEffect">
                                  <p:stCondLst>
                                    <p:cond delay="0"/>
                                  </p:stCondLst>
                                  <p:childTnLst>
                                    <p:animClr clrSpc="rgb" dir="cw">
                                      <p:cBhvr>
                                        <p:cTn id="78" dur="500" fill="hold"/>
                                        <p:tgtEl>
                                          <p:spTgt spid="80"/>
                                        </p:tgtEl>
                                        <p:attrNameLst>
                                          <p:attrName>fillcolor</p:attrName>
                                        </p:attrNameLst>
                                      </p:cBhvr>
                                      <p:to>
                                        <a:srgbClr val="FFF2CC"/>
                                      </p:to>
                                    </p:animClr>
                                    <p:set>
                                      <p:cBhvr>
                                        <p:cTn id="79" dur="500" fill="hold"/>
                                        <p:tgtEl>
                                          <p:spTgt spid="80"/>
                                        </p:tgtEl>
                                        <p:attrNameLst>
                                          <p:attrName>fill.type</p:attrName>
                                        </p:attrNameLst>
                                      </p:cBhvr>
                                      <p:to>
                                        <p:strVal val="solid"/>
                                      </p:to>
                                    </p:set>
                                    <p:set>
                                      <p:cBhvr>
                                        <p:cTn id="80" dur="500" fill="hold"/>
                                        <p:tgtEl>
                                          <p:spTgt spid="80"/>
                                        </p:tgtEl>
                                        <p:attrNameLst>
                                          <p:attrName>fill.on</p:attrName>
                                        </p:attrNameLst>
                                      </p:cBhvr>
                                      <p:to>
                                        <p:strVal val="true"/>
                                      </p:to>
                                    </p:set>
                                  </p:childTnLst>
                                </p:cTn>
                              </p:par>
                            </p:childTnLst>
                          </p:cTn>
                        </p:par>
                        <p:par>
                          <p:cTn id="81" fill="hold">
                            <p:stCondLst>
                              <p:cond delay="4500"/>
                            </p:stCondLst>
                            <p:childTnLst>
                              <p:par>
                                <p:cTn id="82" presetID="7" presetClass="emph" presetSubtype="2" fill="hold" nodeType="afterEffect">
                                  <p:stCondLst>
                                    <p:cond delay="0"/>
                                  </p:stCondLst>
                                  <p:childTnLst>
                                    <p:animClr clrSpc="rgb" dir="cw">
                                      <p:cBhvr>
                                        <p:cTn id="83" dur="500" fill="hold"/>
                                        <p:tgtEl>
                                          <p:spTgt spid="36"/>
                                        </p:tgtEl>
                                        <p:attrNameLst>
                                          <p:attrName>stroke.color</p:attrName>
                                        </p:attrNameLst>
                                      </p:cBhvr>
                                      <p:to>
                                        <a:srgbClr val="C00000"/>
                                      </p:to>
                                    </p:animClr>
                                    <p:set>
                                      <p:cBhvr>
                                        <p:cTn id="84" dur="500" fill="hold"/>
                                        <p:tgtEl>
                                          <p:spTgt spid="36"/>
                                        </p:tgtEl>
                                        <p:attrNameLst>
                                          <p:attrName>stroke.on</p:attrName>
                                        </p:attrNameLst>
                                      </p:cBhvr>
                                      <p:to>
                                        <p:strVal val="true"/>
                                      </p:to>
                                    </p:set>
                                  </p:childTnLst>
                                </p:cTn>
                              </p:par>
                            </p:childTnLst>
                          </p:cTn>
                        </p:par>
                        <p:par>
                          <p:cTn id="85" fill="hold">
                            <p:stCondLst>
                              <p:cond delay="5000"/>
                            </p:stCondLst>
                            <p:childTnLst>
                              <p:par>
                                <p:cTn id="86" presetID="27" presetClass="emph" presetSubtype="0" fill="remove" grpId="3" nodeType="afterEffect">
                                  <p:stCondLst>
                                    <p:cond delay="0"/>
                                  </p:stCondLst>
                                  <p:childTnLst>
                                    <p:animClr clrSpc="rgb" dir="cw">
                                      <p:cBhvr override="childStyle">
                                        <p:cTn id="87" dur="250" autoRev="1" fill="remove"/>
                                        <p:tgtEl>
                                          <p:spTgt spid="92"/>
                                        </p:tgtEl>
                                        <p:attrNameLst>
                                          <p:attrName>style.color</p:attrName>
                                        </p:attrNameLst>
                                      </p:cBhvr>
                                      <p:to>
                                        <a:schemeClr val="bg1"/>
                                      </p:to>
                                    </p:animClr>
                                    <p:animClr clrSpc="rgb" dir="cw">
                                      <p:cBhvr>
                                        <p:cTn id="88" dur="250" autoRev="1" fill="remove"/>
                                        <p:tgtEl>
                                          <p:spTgt spid="92"/>
                                        </p:tgtEl>
                                        <p:attrNameLst>
                                          <p:attrName>fillcolor</p:attrName>
                                        </p:attrNameLst>
                                      </p:cBhvr>
                                      <p:to>
                                        <a:schemeClr val="bg1"/>
                                      </p:to>
                                    </p:animClr>
                                    <p:set>
                                      <p:cBhvr>
                                        <p:cTn id="89" dur="250" autoRev="1" fill="remove"/>
                                        <p:tgtEl>
                                          <p:spTgt spid="92"/>
                                        </p:tgtEl>
                                        <p:attrNameLst>
                                          <p:attrName>fill.type</p:attrName>
                                        </p:attrNameLst>
                                      </p:cBhvr>
                                      <p:to>
                                        <p:strVal val="solid"/>
                                      </p:to>
                                    </p:set>
                                    <p:set>
                                      <p:cBhvr>
                                        <p:cTn id="90" dur="250" autoRev="1" fill="remove"/>
                                        <p:tgtEl>
                                          <p:spTgt spid="92"/>
                                        </p:tgtEl>
                                        <p:attrNameLst>
                                          <p:attrName>fill.on</p:attrName>
                                        </p:attrNameLst>
                                      </p:cBhvr>
                                      <p:to>
                                        <p:strVal val="true"/>
                                      </p:to>
                                    </p:set>
                                  </p:childTnLst>
                                </p:cTn>
                              </p:par>
                            </p:childTnLst>
                          </p:cTn>
                        </p:par>
                        <p:par>
                          <p:cTn id="91" fill="hold">
                            <p:stCondLst>
                              <p:cond delay="5500"/>
                            </p:stCondLst>
                            <p:childTnLst>
                              <p:par>
                                <p:cTn id="92" presetID="1" presetClass="emph" presetSubtype="2" fill="hold" nodeType="afterEffect">
                                  <p:stCondLst>
                                    <p:cond delay="0"/>
                                  </p:stCondLst>
                                  <p:childTnLst>
                                    <p:animClr clrSpc="rgb" dir="cw">
                                      <p:cBhvr>
                                        <p:cTn id="93" dur="500" fill="hold"/>
                                        <p:tgtEl>
                                          <p:spTgt spid="92"/>
                                        </p:tgtEl>
                                        <p:attrNameLst>
                                          <p:attrName>fillcolor</p:attrName>
                                        </p:attrNameLst>
                                      </p:cBhvr>
                                      <p:to>
                                        <a:srgbClr val="FFF2CC"/>
                                      </p:to>
                                    </p:animClr>
                                    <p:set>
                                      <p:cBhvr>
                                        <p:cTn id="94" dur="500" fill="hold"/>
                                        <p:tgtEl>
                                          <p:spTgt spid="92"/>
                                        </p:tgtEl>
                                        <p:attrNameLst>
                                          <p:attrName>fill.type</p:attrName>
                                        </p:attrNameLst>
                                      </p:cBhvr>
                                      <p:to>
                                        <p:strVal val="solid"/>
                                      </p:to>
                                    </p:set>
                                    <p:set>
                                      <p:cBhvr>
                                        <p:cTn id="95" dur="500" fill="hold"/>
                                        <p:tgtEl>
                                          <p:spTgt spid="92"/>
                                        </p:tgtEl>
                                        <p:attrNameLst>
                                          <p:attrName>fill.on</p:attrName>
                                        </p:attrNameLst>
                                      </p:cBhvr>
                                      <p:to>
                                        <p:strVal val="true"/>
                                      </p:to>
                                    </p:set>
                                  </p:childTnLst>
                                </p:cTn>
                              </p:par>
                            </p:childTnLst>
                          </p:cTn>
                        </p:par>
                      </p:childTnLst>
                    </p:cTn>
                  </p:par>
                  <p:par>
                    <p:cTn id="96" fill="hold">
                      <p:stCondLst>
                        <p:cond delay="indefinite"/>
                      </p:stCondLst>
                      <p:childTnLst>
                        <p:par>
                          <p:cTn id="97" fill="hold">
                            <p:stCondLst>
                              <p:cond delay="0"/>
                            </p:stCondLst>
                            <p:childTnLst>
                              <p:par>
                                <p:cTn id="98" presetID="7" presetClass="emph" presetSubtype="2" fill="hold" nodeType="clickEffect">
                                  <p:stCondLst>
                                    <p:cond delay="0"/>
                                  </p:stCondLst>
                                  <p:childTnLst>
                                    <p:animClr clrSpc="rgb" dir="cw">
                                      <p:cBhvr>
                                        <p:cTn id="99" dur="500" fill="hold"/>
                                        <p:tgtEl>
                                          <p:spTgt spid="61"/>
                                        </p:tgtEl>
                                        <p:attrNameLst>
                                          <p:attrName>stroke.color</p:attrName>
                                        </p:attrNameLst>
                                      </p:cBhvr>
                                      <p:to>
                                        <a:srgbClr val="C00000"/>
                                      </p:to>
                                    </p:animClr>
                                    <p:set>
                                      <p:cBhvr>
                                        <p:cTn id="100" dur="500" fill="hold"/>
                                        <p:tgtEl>
                                          <p:spTgt spid="61"/>
                                        </p:tgtEl>
                                        <p:attrNameLst>
                                          <p:attrName>stroke.on</p:attrName>
                                        </p:attrNameLst>
                                      </p:cBhvr>
                                      <p:to>
                                        <p:strVal val="true"/>
                                      </p:to>
                                    </p:set>
                                  </p:childTnLst>
                                </p:cTn>
                              </p:par>
                            </p:childTnLst>
                          </p:cTn>
                        </p:par>
                        <p:par>
                          <p:cTn id="101" fill="hold">
                            <p:stCondLst>
                              <p:cond delay="500"/>
                            </p:stCondLst>
                            <p:childTnLst>
                              <p:par>
                                <p:cTn id="102" presetID="27" presetClass="emph" presetSubtype="0" fill="remove" grpId="3" nodeType="afterEffect">
                                  <p:stCondLst>
                                    <p:cond delay="0"/>
                                  </p:stCondLst>
                                  <p:childTnLst>
                                    <p:animClr clrSpc="rgb" dir="cw">
                                      <p:cBhvr override="childStyle">
                                        <p:cTn id="103" dur="250" autoRev="1" fill="remove"/>
                                        <p:tgtEl>
                                          <p:spTgt spid="90"/>
                                        </p:tgtEl>
                                        <p:attrNameLst>
                                          <p:attrName>style.color</p:attrName>
                                        </p:attrNameLst>
                                      </p:cBhvr>
                                      <p:to>
                                        <a:schemeClr val="bg1"/>
                                      </p:to>
                                    </p:animClr>
                                    <p:animClr clrSpc="rgb" dir="cw">
                                      <p:cBhvr>
                                        <p:cTn id="104" dur="250" autoRev="1" fill="remove"/>
                                        <p:tgtEl>
                                          <p:spTgt spid="90"/>
                                        </p:tgtEl>
                                        <p:attrNameLst>
                                          <p:attrName>fillcolor</p:attrName>
                                        </p:attrNameLst>
                                      </p:cBhvr>
                                      <p:to>
                                        <a:schemeClr val="bg1"/>
                                      </p:to>
                                    </p:animClr>
                                    <p:set>
                                      <p:cBhvr>
                                        <p:cTn id="105" dur="250" autoRev="1" fill="remove"/>
                                        <p:tgtEl>
                                          <p:spTgt spid="90"/>
                                        </p:tgtEl>
                                        <p:attrNameLst>
                                          <p:attrName>fill.type</p:attrName>
                                        </p:attrNameLst>
                                      </p:cBhvr>
                                      <p:to>
                                        <p:strVal val="solid"/>
                                      </p:to>
                                    </p:set>
                                    <p:set>
                                      <p:cBhvr>
                                        <p:cTn id="106" dur="250" autoRev="1" fill="remove"/>
                                        <p:tgtEl>
                                          <p:spTgt spid="90"/>
                                        </p:tgtEl>
                                        <p:attrNameLst>
                                          <p:attrName>fill.on</p:attrName>
                                        </p:attrNameLst>
                                      </p:cBhvr>
                                      <p:to>
                                        <p:strVal val="true"/>
                                      </p:to>
                                    </p:set>
                                  </p:childTnLst>
                                </p:cTn>
                              </p:par>
                            </p:childTnLst>
                          </p:cTn>
                        </p:par>
                        <p:par>
                          <p:cTn id="107" fill="hold">
                            <p:stCondLst>
                              <p:cond delay="1000"/>
                            </p:stCondLst>
                            <p:childTnLst>
                              <p:par>
                                <p:cTn id="108" presetID="1" presetClass="emph" presetSubtype="2" fill="hold" nodeType="afterEffect">
                                  <p:stCondLst>
                                    <p:cond delay="0"/>
                                  </p:stCondLst>
                                  <p:childTnLst>
                                    <p:animClr clrSpc="rgb" dir="cw">
                                      <p:cBhvr>
                                        <p:cTn id="109" dur="500" fill="hold"/>
                                        <p:tgtEl>
                                          <p:spTgt spid="90"/>
                                        </p:tgtEl>
                                        <p:attrNameLst>
                                          <p:attrName>fillcolor</p:attrName>
                                        </p:attrNameLst>
                                      </p:cBhvr>
                                      <p:to>
                                        <a:srgbClr val="00B0F0"/>
                                      </p:to>
                                    </p:animClr>
                                    <p:set>
                                      <p:cBhvr>
                                        <p:cTn id="110" dur="500" fill="hold"/>
                                        <p:tgtEl>
                                          <p:spTgt spid="90"/>
                                        </p:tgtEl>
                                        <p:attrNameLst>
                                          <p:attrName>fill.type</p:attrName>
                                        </p:attrNameLst>
                                      </p:cBhvr>
                                      <p:to>
                                        <p:strVal val="solid"/>
                                      </p:to>
                                    </p:set>
                                    <p:set>
                                      <p:cBhvr>
                                        <p:cTn id="111" dur="500" fill="hold"/>
                                        <p:tgtEl>
                                          <p:spTgt spid="90"/>
                                        </p:tgtEl>
                                        <p:attrNameLst>
                                          <p:attrName>fill.on</p:attrName>
                                        </p:attrNameLst>
                                      </p:cBhvr>
                                      <p:to>
                                        <p:strVal val="true"/>
                                      </p:to>
                                    </p:set>
                                  </p:childTnLst>
                                </p:cTn>
                              </p:par>
                            </p:childTnLst>
                          </p:cTn>
                        </p:par>
                        <p:par>
                          <p:cTn id="112" fill="hold">
                            <p:stCondLst>
                              <p:cond delay="1500"/>
                            </p:stCondLst>
                            <p:childTnLst>
                              <p:par>
                                <p:cTn id="113" presetID="7" presetClass="emph" presetSubtype="2" fill="hold" nodeType="afterEffect">
                                  <p:stCondLst>
                                    <p:cond delay="0"/>
                                  </p:stCondLst>
                                  <p:childTnLst>
                                    <p:animClr clrSpc="rgb" dir="cw">
                                      <p:cBhvr>
                                        <p:cTn id="114" dur="500" fill="hold"/>
                                        <p:tgtEl>
                                          <p:spTgt spid="27"/>
                                        </p:tgtEl>
                                        <p:attrNameLst>
                                          <p:attrName>stroke.color</p:attrName>
                                        </p:attrNameLst>
                                      </p:cBhvr>
                                      <p:to>
                                        <a:srgbClr val="C00000"/>
                                      </p:to>
                                    </p:animClr>
                                    <p:set>
                                      <p:cBhvr>
                                        <p:cTn id="115" dur="500" fill="hold"/>
                                        <p:tgtEl>
                                          <p:spTgt spid="27"/>
                                        </p:tgtEl>
                                        <p:attrNameLst>
                                          <p:attrName>stroke.on</p:attrName>
                                        </p:attrNameLst>
                                      </p:cBhvr>
                                      <p:to>
                                        <p:strVal val="true"/>
                                      </p:to>
                                    </p:set>
                                  </p:childTnLst>
                                </p:cTn>
                              </p:par>
                            </p:childTnLst>
                          </p:cTn>
                        </p:par>
                        <p:par>
                          <p:cTn id="116" fill="hold">
                            <p:stCondLst>
                              <p:cond delay="2000"/>
                            </p:stCondLst>
                            <p:childTnLst>
                              <p:par>
                                <p:cTn id="117" presetID="27" presetClass="emph" presetSubtype="0" fill="remove" grpId="3" nodeType="afterEffect">
                                  <p:stCondLst>
                                    <p:cond delay="0"/>
                                  </p:stCondLst>
                                  <p:childTnLst>
                                    <p:animClr clrSpc="rgb" dir="cw">
                                      <p:cBhvr override="childStyle">
                                        <p:cTn id="118" dur="250" autoRev="1" fill="remove"/>
                                        <p:tgtEl>
                                          <p:spTgt spid="88"/>
                                        </p:tgtEl>
                                        <p:attrNameLst>
                                          <p:attrName>style.color</p:attrName>
                                        </p:attrNameLst>
                                      </p:cBhvr>
                                      <p:to>
                                        <a:schemeClr val="bg1"/>
                                      </p:to>
                                    </p:animClr>
                                    <p:animClr clrSpc="rgb" dir="cw">
                                      <p:cBhvr>
                                        <p:cTn id="119" dur="250" autoRev="1" fill="remove"/>
                                        <p:tgtEl>
                                          <p:spTgt spid="88"/>
                                        </p:tgtEl>
                                        <p:attrNameLst>
                                          <p:attrName>fillcolor</p:attrName>
                                        </p:attrNameLst>
                                      </p:cBhvr>
                                      <p:to>
                                        <a:schemeClr val="bg1"/>
                                      </p:to>
                                    </p:animClr>
                                    <p:set>
                                      <p:cBhvr>
                                        <p:cTn id="120" dur="250" autoRev="1" fill="remove"/>
                                        <p:tgtEl>
                                          <p:spTgt spid="88"/>
                                        </p:tgtEl>
                                        <p:attrNameLst>
                                          <p:attrName>fill.type</p:attrName>
                                        </p:attrNameLst>
                                      </p:cBhvr>
                                      <p:to>
                                        <p:strVal val="solid"/>
                                      </p:to>
                                    </p:set>
                                    <p:set>
                                      <p:cBhvr>
                                        <p:cTn id="121" dur="250" autoRev="1" fill="remove"/>
                                        <p:tgtEl>
                                          <p:spTgt spid="88"/>
                                        </p:tgtEl>
                                        <p:attrNameLst>
                                          <p:attrName>fill.on</p:attrName>
                                        </p:attrNameLst>
                                      </p:cBhvr>
                                      <p:to>
                                        <p:strVal val="true"/>
                                      </p:to>
                                    </p:set>
                                  </p:childTnLst>
                                </p:cTn>
                              </p:par>
                            </p:childTnLst>
                          </p:cTn>
                        </p:par>
                        <p:par>
                          <p:cTn id="122" fill="hold">
                            <p:stCondLst>
                              <p:cond delay="2500"/>
                            </p:stCondLst>
                            <p:childTnLst>
                              <p:par>
                                <p:cTn id="123" presetID="1" presetClass="emph" presetSubtype="2" fill="hold" nodeType="afterEffect">
                                  <p:stCondLst>
                                    <p:cond delay="0"/>
                                  </p:stCondLst>
                                  <p:childTnLst>
                                    <p:animClr clrSpc="rgb" dir="cw">
                                      <p:cBhvr>
                                        <p:cTn id="124" dur="500" fill="hold"/>
                                        <p:tgtEl>
                                          <p:spTgt spid="88"/>
                                        </p:tgtEl>
                                        <p:attrNameLst>
                                          <p:attrName>fillcolor</p:attrName>
                                        </p:attrNameLst>
                                      </p:cBhvr>
                                      <p:to>
                                        <a:srgbClr val="00B0F0"/>
                                      </p:to>
                                    </p:animClr>
                                    <p:set>
                                      <p:cBhvr>
                                        <p:cTn id="125" dur="500" fill="hold"/>
                                        <p:tgtEl>
                                          <p:spTgt spid="88"/>
                                        </p:tgtEl>
                                        <p:attrNameLst>
                                          <p:attrName>fill.type</p:attrName>
                                        </p:attrNameLst>
                                      </p:cBhvr>
                                      <p:to>
                                        <p:strVal val="solid"/>
                                      </p:to>
                                    </p:set>
                                    <p:set>
                                      <p:cBhvr>
                                        <p:cTn id="126" dur="500" fill="hold"/>
                                        <p:tgtEl>
                                          <p:spTgt spid="88"/>
                                        </p:tgtEl>
                                        <p:attrNameLst>
                                          <p:attrName>fill.on</p:attrName>
                                        </p:attrNameLst>
                                      </p:cBhvr>
                                      <p:to>
                                        <p:strVal val="true"/>
                                      </p:to>
                                    </p:set>
                                  </p:childTnLst>
                                </p:cTn>
                              </p:par>
                            </p:childTnLst>
                          </p:cTn>
                        </p:par>
                        <p:par>
                          <p:cTn id="127" fill="hold">
                            <p:stCondLst>
                              <p:cond delay="3000"/>
                            </p:stCondLst>
                            <p:childTnLst>
                              <p:par>
                                <p:cTn id="128" presetID="7" presetClass="emph" presetSubtype="2" fill="hold" nodeType="afterEffect">
                                  <p:stCondLst>
                                    <p:cond delay="0"/>
                                  </p:stCondLst>
                                  <p:childTnLst>
                                    <p:animClr clrSpc="rgb" dir="cw">
                                      <p:cBhvr>
                                        <p:cTn id="129" dur="500" fill="hold"/>
                                        <p:tgtEl>
                                          <p:spTgt spid="34"/>
                                        </p:tgtEl>
                                        <p:attrNameLst>
                                          <p:attrName>stroke.color</p:attrName>
                                        </p:attrNameLst>
                                      </p:cBhvr>
                                      <p:to>
                                        <a:srgbClr val="C00000"/>
                                      </p:to>
                                    </p:animClr>
                                    <p:set>
                                      <p:cBhvr>
                                        <p:cTn id="130" dur="500" fill="hold"/>
                                        <p:tgtEl>
                                          <p:spTgt spid="34"/>
                                        </p:tgtEl>
                                        <p:attrNameLst>
                                          <p:attrName>stroke.on</p:attrName>
                                        </p:attrNameLst>
                                      </p:cBhvr>
                                      <p:to>
                                        <p:strVal val="true"/>
                                      </p:to>
                                    </p:set>
                                  </p:childTnLst>
                                </p:cTn>
                              </p:par>
                            </p:childTnLst>
                          </p:cTn>
                        </p:par>
                        <p:par>
                          <p:cTn id="131" fill="hold">
                            <p:stCondLst>
                              <p:cond delay="3500"/>
                            </p:stCondLst>
                            <p:childTnLst>
                              <p:par>
                                <p:cTn id="132" presetID="27" presetClass="emph" presetSubtype="0" fill="remove" grpId="3" nodeType="afterEffect">
                                  <p:stCondLst>
                                    <p:cond delay="0"/>
                                  </p:stCondLst>
                                  <p:childTnLst>
                                    <p:animClr clrSpc="rgb" dir="cw">
                                      <p:cBhvr override="childStyle">
                                        <p:cTn id="133" dur="250" autoRev="1" fill="remove"/>
                                        <p:tgtEl>
                                          <p:spTgt spid="93"/>
                                        </p:tgtEl>
                                        <p:attrNameLst>
                                          <p:attrName>style.color</p:attrName>
                                        </p:attrNameLst>
                                      </p:cBhvr>
                                      <p:to>
                                        <a:schemeClr val="bg1"/>
                                      </p:to>
                                    </p:animClr>
                                    <p:animClr clrSpc="rgb" dir="cw">
                                      <p:cBhvr>
                                        <p:cTn id="134" dur="250" autoRev="1" fill="remove"/>
                                        <p:tgtEl>
                                          <p:spTgt spid="93"/>
                                        </p:tgtEl>
                                        <p:attrNameLst>
                                          <p:attrName>fillcolor</p:attrName>
                                        </p:attrNameLst>
                                      </p:cBhvr>
                                      <p:to>
                                        <a:schemeClr val="bg1"/>
                                      </p:to>
                                    </p:animClr>
                                    <p:set>
                                      <p:cBhvr>
                                        <p:cTn id="135" dur="250" autoRev="1" fill="remove"/>
                                        <p:tgtEl>
                                          <p:spTgt spid="93"/>
                                        </p:tgtEl>
                                        <p:attrNameLst>
                                          <p:attrName>fill.type</p:attrName>
                                        </p:attrNameLst>
                                      </p:cBhvr>
                                      <p:to>
                                        <p:strVal val="solid"/>
                                      </p:to>
                                    </p:set>
                                    <p:set>
                                      <p:cBhvr>
                                        <p:cTn id="136" dur="250" autoRev="1" fill="remove"/>
                                        <p:tgtEl>
                                          <p:spTgt spid="93"/>
                                        </p:tgtEl>
                                        <p:attrNameLst>
                                          <p:attrName>fill.on</p:attrName>
                                        </p:attrNameLst>
                                      </p:cBhvr>
                                      <p:to>
                                        <p:strVal val="true"/>
                                      </p:to>
                                    </p:set>
                                  </p:childTnLst>
                                </p:cTn>
                              </p:par>
                            </p:childTnLst>
                          </p:cTn>
                        </p:par>
                        <p:par>
                          <p:cTn id="137" fill="hold">
                            <p:stCondLst>
                              <p:cond delay="4000"/>
                            </p:stCondLst>
                            <p:childTnLst>
                              <p:par>
                                <p:cTn id="138" presetID="1" presetClass="emph" presetSubtype="2" fill="hold" nodeType="afterEffect">
                                  <p:stCondLst>
                                    <p:cond delay="0"/>
                                  </p:stCondLst>
                                  <p:childTnLst>
                                    <p:animClr clrSpc="rgb" dir="cw">
                                      <p:cBhvr>
                                        <p:cTn id="139" dur="500" fill="hold"/>
                                        <p:tgtEl>
                                          <p:spTgt spid="93"/>
                                        </p:tgtEl>
                                        <p:attrNameLst>
                                          <p:attrName>fillcolor</p:attrName>
                                        </p:attrNameLst>
                                      </p:cBhvr>
                                      <p:to>
                                        <a:srgbClr val="00B0F0"/>
                                      </p:to>
                                    </p:animClr>
                                    <p:set>
                                      <p:cBhvr>
                                        <p:cTn id="140" dur="500" fill="hold"/>
                                        <p:tgtEl>
                                          <p:spTgt spid="93"/>
                                        </p:tgtEl>
                                        <p:attrNameLst>
                                          <p:attrName>fill.type</p:attrName>
                                        </p:attrNameLst>
                                      </p:cBhvr>
                                      <p:to>
                                        <p:strVal val="solid"/>
                                      </p:to>
                                    </p:set>
                                    <p:set>
                                      <p:cBhvr>
                                        <p:cTn id="141" dur="500" fill="hold"/>
                                        <p:tgtEl>
                                          <p:spTgt spid="93"/>
                                        </p:tgtEl>
                                        <p:attrNameLst>
                                          <p:attrName>fill.on</p:attrName>
                                        </p:attrNameLst>
                                      </p:cBhvr>
                                      <p:to>
                                        <p:strVal val="true"/>
                                      </p:to>
                                    </p:set>
                                  </p:childTnLst>
                                </p:cTn>
                              </p:par>
                            </p:childTnLst>
                          </p:cTn>
                        </p:par>
                      </p:childTnLst>
                    </p:cTn>
                  </p:par>
                  <p:par>
                    <p:cTn id="142" fill="hold">
                      <p:stCondLst>
                        <p:cond delay="indefinite"/>
                      </p:stCondLst>
                      <p:childTnLst>
                        <p:par>
                          <p:cTn id="143" fill="hold">
                            <p:stCondLst>
                              <p:cond delay="0"/>
                            </p:stCondLst>
                            <p:childTnLst>
                              <p:par>
                                <p:cTn id="144" presetID="7" presetClass="emph" presetSubtype="2" fill="hold" nodeType="clickEffect">
                                  <p:stCondLst>
                                    <p:cond delay="0"/>
                                  </p:stCondLst>
                                  <p:childTnLst>
                                    <p:animClr clrSpc="rgb" dir="cw">
                                      <p:cBhvr>
                                        <p:cTn id="145" dur="500" fill="hold"/>
                                        <p:tgtEl>
                                          <p:spTgt spid="47"/>
                                        </p:tgtEl>
                                        <p:attrNameLst>
                                          <p:attrName>stroke.color</p:attrName>
                                        </p:attrNameLst>
                                      </p:cBhvr>
                                      <p:to>
                                        <a:srgbClr val="C00000"/>
                                      </p:to>
                                    </p:animClr>
                                    <p:set>
                                      <p:cBhvr>
                                        <p:cTn id="146" dur="500" fill="hold"/>
                                        <p:tgtEl>
                                          <p:spTgt spid="47"/>
                                        </p:tgtEl>
                                        <p:attrNameLst>
                                          <p:attrName>stroke.on</p:attrName>
                                        </p:attrNameLst>
                                      </p:cBhvr>
                                      <p:to>
                                        <p:strVal val="true"/>
                                      </p:to>
                                    </p:set>
                                  </p:childTnLst>
                                </p:cTn>
                              </p:par>
                            </p:childTnLst>
                          </p:cTn>
                        </p:par>
                        <p:par>
                          <p:cTn id="147" fill="hold">
                            <p:stCondLst>
                              <p:cond delay="500"/>
                            </p:stCondLst>
                            <p:childTnLst>
                              <p:par>
                                <p:cTn id="148" presetID="27" presetClass="emph" presetSubtype="0" fill="remove" grpId="3" nodeType="afterEffect">
                                  <p:stCondLst>
                                    <p:cond delay="0"/>
                                  </p:stCondLst>
                                  <p:childTnLst>
                                    <p:animClr clrSpc="rgb" dir="cw">
                                      <p:cBhvr override="childStyle">
                                        <p:cTn id="149" dur="250" autoRev="1" fill="remove"/>
                                        <p:tgtEl>
                                          <p:spTgt spid="85"/>
                                        </p:tgtEl>
                                        <p:attrNameLst>
                                          <p:attrName>style.color</p:attrName>
                                        </p:attrNameLst>
                                      </p:cBhvr>
                                      <p:to>
                                        <a:schemeClr val="bg1"/>
                                      </p:to>
                                    </p:animClr>
                                    <p:animClr clrSpc="rgb" dir="cw">
                                      <p:cBhvr>
                                        <p:cTn id="150" dur="250" autoRev="1" fill="remove"/>
                                        <p:tgtEl>
                                          <p:spTgt spid="85"/>
                                        </p:tgtEl>
                                        <p:attrNameLst>
                                          <p:attrName>fillcolor</p:attrName>
                                        </p:attrNameLst>
                                      </p:cBhvr>
                                      <p:to>
                                        <a:schemeClr val="bg1"/>
                                      </p:to>
                                    </p:animClr>
                                    <p:set>
                                      <p:cBhvr>
                                        <p:cTn id="151" dur="250" autoRev="1" fill="remove"/>
                                        <p:tgtEl>
                                          <p:spTgt spid="85"/>
                                        </p:tgtEl>
                                        <p:attrNameLst>
                                          <p:attrName>fill.type</p:attrName>
                                        </p:attrNameLst>
                                      </p:cBhvr>
                                      <p:to>
                                        <p:strVal val="solid"/>
                                      </p:to>
                                    </p:set>
                                    <p:set>
                                      <p:cBhvr>
                                        <p:cTn id="152" dur="250" autoRev="1" fill="remove"/>
                                        <p:tgtEl>
                                          <p:spTgt spid="85"/>
                                        </p:tgtEl>
                                        <p:attrNameLst>
                                          <p:attrName>fill.on</p:attrName>
                                        </p:attrNameLst>
                                      </p:cBhvr>
                                      <p:to>
                                        <p:strVal val="true"/>
                                      </p:to>
                                    </p:set>
                                  </p:childTnLst>
                                </p:cTn>
                              </p:par>
                            </p:childTnLst>
                          </p:cTn>
                        </p:par>
                        <p:par>
                          <p:cTn id="153" fill="hold">
                            <p:stCondLst>
                              <p:cond delay="1000"/>
                            </p:stCondLst>
                            <p:childTnLst>
                              <p:par>
                                <p:cTn id="154" presetID="1" presetClass="emph" presetSubtype="2" fill="hold" nodeType="afterEffect">
                                  <p:stCondLst>
                                    <p:cond delay="0"/>
                                  </p:stCondLst>
                                  <p:childTnLst>
                                    <p:animClr clrSpc="rgb" dir="cw">
                                      <p:cBhvr>
                                        <p:cTn id="155" dur="500" fill="hold"/>
                                        <p:tgtEl>
                                          <p:spTgt spid="85"/>
                                        </p:tgtEl>
                                        <p:attrNameLst>
                                          <p:attrName>fillcolor</p:attrName>
                                        </p:attrNameLst>
                                      </p:cBhvr>
                                      <p:to>
                                        <a:srgbClr val="00B0F0"/>
                                      </p:to>
                                    </p:animClr>
                                    <p:set>
                                      <p:cBhvr>
                                        <p:cTn id="156" dur="500" fill="hold"/>
                                        <p:tgtEl>
                                          <p:spTgt spid="85"/>
                                        </p:tgtEl>
                                        <p:attrNameLst>
                                          <p:attrName>fill.type</p:attrName>
                                        </p:attrNameLst>
                                      </p:cBhvr>
                                      <p:to>
                                        <p:strVal val="solid"/>
                                      </p:to>
                                    </p:set>
                                    <p:set>
                                      <p:cBhvr>
                                        <p:cTn id="157" dur="500" fill="hold"/>
                                        <p:tgtEl>
                                          <p:spTgt spid="85"/>
                                        </p:tgtEl>
                                        <p:attrNameLst>
                                          <p:attrName>fill.on</p:attrName>
                                        </p:attrNameLst>
                                      </p:cBhvr>
                                      <p:to>
                                        <p:strVal val="true"/>
                                      </p:to>
                                    </p:set>
                                  </p:childTnLst>
                                </p:cTn>
                              </p:par>
                            </p:childTnLst>
                          </p:cTn>
                        </p:par>
                      </p:childTnLst>
                    </p:cTn>
                  </p:par>
                  <p:par>
                    <p:cTn id="158" fill="hold">
                      <p:stCondLst>
                        <p:cond delay="indefinite"/>
                      </p:stCondLst>
                      <p:childTnLst>
                        <p:par>
                          <p:cTn id="159" fill="hold">
                            <p:stCondLst>
                              <p:cond delay="0"/>
                            </p:stCondLst>
                            <p:childTnLst>
                              <p:par>
                                <p:cTn id="160" presetID="7" presetClass="emph" presetSubtype="2" fill="hold" nodeType="clickEffect">
                                  <p:stCondLst>
                                    <p:cond delay="0"/>
                                  </p:stCondLst>
                                  <p:childTnLst>
                                    <p:animClr clrSpc="rgb" dir="cw">
                                      <p:cBhvr>
                                        <p:cTn id="161" dur="500" fill="hold"/>
                                        <p:tgtEl>
                                          <p:spTgt spid="65"/>
                                        </p:tgtEl>
                                        <p:attrNameLst>
                                          <p:attrName>stroke.color</p:attrName>
                                        </p:attrNameLst>
                                      </p:cBhvr>
                                      <p:to>
                                        <a:srgbClr val="C00000"/>
                                      </p:to>
                                    </p:animClr>
                                    <p:set>
                                      <p:cBhvr>
                                        <p:cTn id="162" dur="500" fill="hold"/>
                                        <p:tgtEl>
                                          <p:spTgt spid="65"/>
                                        </p:tgtEl>
                                        <p:attrNameLst>
                                          <p:attrName>stroke.on</p:attrName>
                                        </p:attrNameLst>
                                      </p:cBhvr>
                                      <p:to>
                                        <p:strVal val="true"/>
                                      </p:to>
                                    </p:set>
                                  </p:childTnLst>
                                </p:cTn>
                              </p:par>
                            </p:childTnLst>
                          </p:cTn>
                        </p:par>
                        <p:par>
                          <p:cTn id="163" fill="hold">
                            <p:stCondLst>
                              <p:cond delay="500"/>
                            </p:stCondLst>
                            <p:childTnLst>
                              <p:par>
                                <p:cTn id="164" presetID="27" presetClass="emph" presetSubtype="0" fill="remove" grpId="3" nodeType="afterEffect">
                                  <p:stCondLst>
                                    <p:cond delay="0"/>
                                  </p:stCondLst>
                                  <p:childTnLst>
                                    <p:animClr clrSpc="rgb" dir="cw">
                                      <p:cBhvr override="childStyle">
                                        <p:cTn id="165" dur="250" autoRev="1" fill="remove"/>
                                        <p:tgtEl>
                                          <p:spTgt spid="89"/>
                                        </p:tgtEl>
                                        <p:attrNameLst>
                                          <p:attrName>style.color</p:attrName>
                                        </p:attrNameLst>
                                      </p:cBhvr>
                                      <p:to>
                                        <a:schemeClr val="bg1"/>
                                      </p:to>
                                    </p:animClr>
                                    <p:animClr clrSpc="rgb" dir="cw">
                                      <p:cBhvr>
                                        <p:cTn id="166" dur="250" autoRev="1" fill="remove"/>
                                        <p:tgtEl>
                                          <p:spTgt spid="89"/>
                                        </p:tgtEl>
                                        <p:attrNameLst>
                                          <p:attrName>fillcolor</p:attrName>
                                        </p:attrNameLst>
                                      </p:cBhvr>
                                      <p:to>
                                        <a:schemeClr val="bg1"/>
                                      </p:to>
                                    </p:animClr>
                                    <p:set>
                                      <p:cBhvr>
                                        <p:cTn id="167" dur="250" autoRev="1" fill="remove"/>
                                        <p:tgtEl>
                                          <p:spTgt spid="89"/>
                                        </p:tgtEl>
                                        <p:attrNameLst>
                                          <p:attrName>fill.type</p:attrName>
                                        </p:attrNameLst>
                                      </p:cBhvr>
                                      <p:to>
                                        <p:strVal val="solid"/>
                                      </p:to>
                                    </p:set>
                                    <p:set>
                                      <p:cBhvr>
                                        <p:cTn id="168" dur="250" autoRev="1" fill="remove"/>
                                        <p:tgtEl>
                                          <p:spTgt spid="89"/>
                                        </p:tgtEl>
                                        <p:attrNameLst>
                                          <p:attrName>fill.on</p:attrName>
                                        </p:attrNameLst>
                                      </p:cBhvr>
                                      <p:to>
                                        <p:strVal val="true"/>
                                      </p:to>
                                    </p:set>
                                  </p:childTnLst>
                                </p:cTn>
                              </p:par>
                              <p:par>
                                <p:cTn id="169" presetID="1" presetClass="emph" presetSubtype="2" fill="hold" nodeType="withEffect">
                                  <p:stCondLst>
                                    <p:cond delay="0"/>
                                  </p:stCondLst>
                                  <p:childTnLst>
                                    <p:animClr clrSpc="rgb" dir="cw">
                                      <p:cBhvr>
                                        <p:cTn id="170" dur="500" fill="hold"/>
                                        <p:tgtEl>
                                          <p:spTgt spid="89"/>
                                        </p:tgtEl>
                                        <p:attrNameLst>
                                          <p:attrName>fillcolor</p:attrName>
                                        </p:attrNameLst>
                                      </p:cBhvr>
                                      <p:to>
                                        <a:srgbClr val="F4B183"/>
                                      </p:to>
                                    </p:animClr>
                                    <p:set>
                                      <p:cBhvr>
                                        <p:cTn id="171" dur="500" fill="hold"/>
                                        <p:tgtEl>
                                          <p:spTgt spid="89"/>
                                        </p:tgtEl>
                                        <p:attrNameLst>
                                          <p:attrName>fill.type</p:attrName>
                                        </p:attrNameLst>
                                      </p:cBhvr>
                                      <p:to>
                                        <p:strVal val="solid"/>
                                      </p:to>
                                    </p:set>
                                    <p:set>
                                      <p:cBhvr>
                                        <p:cTn id="172" dur="500" fill="hold"/>
                                        <p:tgtEl>
                                          <p:spTgt spid="89"/>
                                        </p:tgtEl>
                                        <p:attrNameLst>
                                          <p:attrName>fill.on</p:attrName>
                                        </p:attrNameLst>
                                      </p:cBhvr>
                                      <p:to>
                                        <p:strVal val="true"/>
                                      </p:to>
                                    </p:set>
                                  </p:childTnLst>
                                </p:cTn>
                              </p:par>
                            </p:childTnLst>
                          </p:cTn>
                        </p:par>
                      </p:childTnLst>
                    </p:cTn>
                  </p:par>
                  <p:par>
                    <p:cTn id="173" fill="hold">
                      <p:stCondLst>
                        <p:cond delay="indefinite"/>
                      </p:stCondLst>
                      <p:childTnLst>
                        <p:par>
                          <p:cTn id="174" fill="hold">
                            <p:stCondLst>
                              <p:cond delay="0"/>
                            </p:stCondLst>
                            <p:childTnLst>
                              <p:par>
                                <p:cTn id="175" presetID="7" presetClass="emph" presetSubtype="2" fill="hold" nodeType="clickEffect">
                                  <p:stCondLst>
                                    <p:cond delay="0"/>
                                  </p:stCondLst>
                                  <p:childTnLst>
                                    <p:animClr clrSpc="rgb" dir="cw">
                                      <p:cBhvr>
                                        <p:cTn id="176" dur="500" fill="hold"/>
                                        <p:tgtEl>
                                          <p:spTgt spid="33"/>
                                        </p:tgtEl>
                                        <p:attrNameLst>
                                          <p:attrName>stroke.color</p:attrName>
                                        </p:attrNameLst>
                                      </p:cBhvr>
                                      <p:to>
                                        <a:srgbClr val="C00000"/>
                                      </p:to>
                                    </p:animClr>
                                    <p:set>
                                      <p:cBhvr>
                                        <p:cTn id="177" dur="500" fill="hold"/>
                                        <p:tgtEl>
                                          <p:spTgt spid="33"/>
                                        </p:tgtEl>
                                        <p:attrNameLst>
                                          <p:attrName>stroke.on</p:attrName>
                                        </p:attrNameLst>
                                      </p:cBhvr>
                                      <p:to>
                                        <p:strVal val="true"/>
                                      </p:to>
                                    </p:set>
                                  </p:childTnLst>
                                </p:cTn>
                              </p:par>
                              <p:par>
                                <p:cTn id="178" presetID="27" presetClass="emph" presetSubtype="0" fill="remove" grpId="3" nodeType="withEffect">
                                  <p:stCondLst>
                                    <p:cond delay="0"/>
                                  </p:stCondLst>
                                  <p:childTnLst>
                                    <p:animClr clrSpc="rgb" dir="cw">
                                      <p:cBhvr override="childStyle">
                                        <p:cTn id="179" dur="250" autoRev="1" fill="remove"/>
                                        <p:tgtEl>
                                          <p:spTgt spid="87"/>
                                        </p:tgtEl>
                                        <p:attrNameLst>
                                          <p:attrName>style.color</p:attrName>
                                        </p:attrNameLst>
                                      </p:cBhvr>
                                      <p:to>
                                        <a:schemeClr val="bg1"/>
                                      </p:to>
                                    </p:animClr>
                                    <p:animClr clrSpc="rgb" dir="cw">
                                      <p:cBhvr>
                                        <p:cTn id="180" dur="250" autoRev="1" fill="remove"/>
                                        <p:tgtEl>
                                          <p:spTgt spid="87"/>
                                        </p:tgtEl>
                                        <p:attrNameLst>
                                          <p:attrName>fillcolor</p:attrName>
                                        </p:attrNameLst>
                                      </p:cBhvr>
                                      <p:to>
                                        <a:schemeClr val="bg1"/>
                                      </p:to>
                                    </p:animClr>
                                    <p:set>
                                      <p:cBhvr>
                                        <p:cTn id="181" dur="250" autoRev="1" fill="remove"/>
                                        <p:tgtEl>
                                          <p:spTgt spid="87"/>
                                        </p:tgtEl>
                                        <p:attrNameLst>
                                          <p:attrName>fill.type</p:attrName>
                                        </p:attrNameLst>
                                      </p:cBhvr>
                                      <p:to>
                                        <p:strVal val="solid"/>
                                      </p:to>
                                    </p:set>
                                    <p:set>
                                      <p:cBhvr>
                                        <p:cTn id="182" dur="250" autoRev="1" fill="remove"/>
                                        <p:tgtEl>
                                          <p:spTgt spid="87"/>
                                        </p:tgtEl>
                                        <p:attrNameLst>
                                          <p:attrName>fill.on</p:attrName>
                                        </p:attrNameLst>
                                      </p:cBhvr>
                                      <p:to>
                                        <p:strVal val="true"/>
                                      </p:to>
                                    </p:set>
                                  </p:childTnLst>
                                </p:cTn>
                              </p:par>
                            </p:childTnLst>
                          </p:cTn>
                        </p:par>
                        <p:par>
                          <p:cTn id="183" fill="hold">
                            <p:stCondLst>
                              <p:cond delay="500"/>
                            </p:stCondLst>
                            <p:childTnLst>
                              <p:par>
                                <p:cTn id="184" presetID="1" presetClass="emph" presetSubtype="2" fill="hold" nodeType="afterEffect">
                                  <p:stCondLst>
                                    <p:cond delay="0"/>
                                  </p:stCondLst>
                                  <p:childTnLst>
                                    <p:animClr clrSpc="rgb" dir="cw">
                                      <p:cBhvr>
                                        <p:cTn id="185" dur="500" fill="hold"/>
                                        <p:tgtEl>
                                          <p:spTgt spid="87"/>
                                        </p:tgtEl>
                                        <p:attrNameLst>
                                          <p:attrName>fillcolor</p:attrName>
                                        </p:attrNameLst>
                                      </p:cBhvr>
                                      <p:to>
                                        <a:srgbClr val="F4B183"/>
                                      </p:to>
                                    </p:animClr>
                                    <p:set>
                                      <p:cBhvr>
                                        <p:cTn id="186" dur="500" fill="hold"/>
                                        <p:tgtEl>
                                          <p:spTgt spid="87"/>
                                        </p:tgtEl>
                                        <p:attrNameLst>
                                          <p:attrName>fill.type</p:attrName>
                                        </p:attrNameLst>
                                      </p:cBhvr>
                                      <p:to>
                                        <p:strVal val="solid"/>
                                      </p:to>
                                    </p:set>
                                    <p:set>
                                      <p:cBhvr>
                                        <p:cTn id="187" dur="500" fill="hold"/>
                                        <p:tgtEl>
                                          <p:spTgt spid="87"/>
                                        </p:tgtEl>
                                        <p:attrNameLst>
                                          <p:attrName>fill.on</p:attrName>
                                        </p:attrNameLst>
                                      </p:cBhvr>
                                      <p:to>
                                        <p:strVal val="true"/>
                                      </p:to>
                                    </p:set>
                                  </p:childTnLst>
                                </p:cTn>
                              </p:par>
                            </p:childTnLst>
                          </p:cTn>
                        </p:par>
                        <p:par>
                          <p:cTn id="188" fill="hold">
                            <p:stCondLst>
                              <p:cond delay="1000"/>
                            </p:stCondLst>
                            <p:childTnLst>
                              <p:par>
                                <p:cTn id="189" presetID="7" presetClass="emph" presetSubtype="2" fill="hold" nodeType="afterEffect">
                                  <p:stCondLst>
                                    <p:cond delay="0"/>
                                  </p:stCondLst>
                                  <p:childTnLst>
                                    <p:animClr clrSpc="rgb" dir="cw">
                                      <p:cBhvr>
                                        <p:cTn id="190" dur="500" fill="hold"/>
                                        <p:tgtEl>
                                          <p:spTgt spid="35"/>
                                        </p:tgtEl>
                                        <p:attrNameLst>
                                          <p:attrName>stroke.color</p:attrName>
                                        </p:attrNameLst>
                                      </p:cBhvr>
                                      <p:to>
                                        <a:srgbClr val="C00000"/>
                                      </p:to>
                                    </p:animClr>
                                    <p:set>
                                      <p:cBhvr>
                                        <p:cTn id="191" dur="500" fill="hold"/>
                                        <p:tgtEl>
                                          <p:spTgt spid="35"/>
                                        </p:tgtEl>
                                        <p:attrNameLst>
                                          <p:attrName>stroke.on</p:attrName>
                                        </p:attrNameLst>
                                      </p:cBhvr>
                                      <p:to>
                                        <p:strVal val="true"/>
                                      </p:to>
                                    </p:set>
                                  </p:childTnLst>
                                </p:cTn>
                              </p:par>
                            </p:childTnLst>
                          </p:cTn>
                        </p:par>
                        <p:par>
                          <p:cTn id="192" fill="hold">
                            <p:stCondLst>
                              <p:cond delay="1500"/>
                            </p:stCondLst>
                            <p:childTnLst>
                              <p:par>
                                <p:cTn id="193" presetID="27" presetClass="emph" presetSubtype="0" fill="remove" grpId="3" nodeType="afterEffect">
                                  <p:stCondLst>
                                    <p:cond delay="0"/>
                                  </p:stCondLst>
                                  <p:childTnLst>
                                    <p:animClr clrSpc="rgb" dir="cw">
                                      <p:cBhvr override="childStyle">
                                        <p:cTn id="194" dur="250" autoRev="1" fill="remove"/>
                                        <p:tgtEl>
                                          <p:spTgt spid="83"/>
                                        </p:tgtEl>
                                        <p:attrNameLst>
                                          <p:attrName>style.color</p:attrName>
                                        </p:attrNameLst>
                                      </p:cBhvr>
                                      <p:to>
                                        <a:schemeClr val="bg1"/>
                                      </p:to>
                                    </p:animClr>
                                    <p:animClr clrSpc="rgb" dir="cw">
                                      <p:cBhvr>
                                        <p:cTn id="195" dur="250" autoRev="1" fill="remove"/>
                                        <p:tgtEl>
                                          <p:spTgt spid="83"/>
                                        </p:tgtEl>
                                        <p:attrNameLst>
                                          <p:attrName>fillcolor</p:attrName>
                                        </p:attrNameLst>
                                      </p:cBhvr>
                                      <p:to>
                                        <a:schemeClr val="bg1"/>
                                      </p:to>
                                    </p:animClr>
                                    <p:set>
                                      <p:cBhvr>
                                        <p:cTn id="196" dur="250" autoRev="1" fill="remove"/>
                                        <p:tgtEl>
                                          <p:spTgt spid="83"/>
                                        </p:tgtEl>
                                        <p:attrNameLst>
                                          <p:attrName>fill.type</p:attrName>
                                        </p:attrNameLst>
                                      </p:cBhvr>
                                      <p:to>
                                        <p:strVal val="solid"/>
                                      </p:to>
                                    </p:set>
                                    <p:set>
                                      <p:cBhvr>
                                        <p:cTn id="197" dur="250" autoRev="1" fill="remove"/>
                                        <p:tgtEl>
                                          <p:spTgt spid="83"/>
                                        </p:tgtEl>
                                        <p:attrNameLst>
                                          <p:attrName>fill.on</p:attrName>
                                        </p:attrNameLst>
                                      </p:cBhvr>
                                      <p:to>
                                        <p:strVal val="true"/>
                                      </p:to>
                                    </p:set>
                                  </p:childTnLst>
                                </p:cTn>
                              </p:par>
                            </p:childTnLst>
                          </p:cTn>
                        </p:par>
                        <p:par>
                          <p:cTn id="198" fill="hold">
                            <p:stCondLst>
                              <p:cond delay="2000"/>
                            </p:stCondLst>
                            <p:childTnLst>
                              <p:par>
                                <p:cTn id="199" presetID="1" presetClass="emph" presetSubtype="2" fill="hold" nodeType="afterEffect">
                                  <p:stCondLst>
                                    <p:cond delay="0"/>
                                  </p:stCondLst>
                                  <p:childTnLst>
                                    <p:animClr clrSpc="rgb" dir="cw">
                                      <p:cBhvr>
                                        <p:cTn id="200" dur="500" fill="hold"/>
                                        <p:tgtEl>
                                          <p:spTgt spid="83"/>
                                        </p:tgtEl>
                                        <p:attrNameLst>
                                          <p:attrName>fillcolor</p:attrName>
                                        </p:attrNameLst>
                                      </p:cBhvr>
                                      <p:to>
                                        <a:srgbClr val="F4B183"/>
                                      </p:to>
                                    </p:animClr>
                                    <p:set>
                                      <p:cBhvr>
                                        <p:cTn id="201" dur="500" fill="hold"/>
                                        <p:tgtEl>
                                          <p:spTgt spid="83"/>
                                        </p:tgtEl>
                                        <p:attrNameLst>
                                          <p:attrName>fill.type</p:attrName>
                                        </p:attrNameLst>
                                      </p:cBhvr>
                                      <p:to>
                                        <p:strVal val="solid"/>
                                      </p:to>
                                    </p:set>
                                    <p:set>
                                      <p:cBhvr>
                                        <p:cTn id="202" dur="500" fill="hold"/>
                                        <p:tgtEl>
                                          <p:spTgt spid="83"/>
                                        </p:tgtEl>
                                        <p:attrNameLst>
                                          <p:attrName>fill.on</p:attrName>
                                        </p:attrNameLst>
                                      </p:cBhvr>
                                      <p:to>
                                        <p:strVal val="true"/>
                                      </p:to>
                                    </p:set>
                                  </p:childTnLst>
                                </p:cTn>
                              </p:par>
                            </p:childTnLst>
                          </p:cTn>
                        </p:par>
                      </p:childTnLst>
                    </p:cTn>
                  </p:par>
                  <p:par>
                    <p:cTn id="203" fill="hold">
                      <p:stCondLst>
                        <p:cond delay="indefinite"/>
                      </p:stCondLst>
                      <p:childTnLst>
                        <p:par>
                          <p:cTn id="204" fill="hold">
                            <p:stCondLst>
                              <p:cond delay="0"/>
                            </p:stCondLst>
                            <p:childTnLst>
                              <p:par>
                                <p:cTn id="205" presetID="7" presetClass="emph" presetSubtype="2" fill="hold" nodeType="clickEffect">
                                  <p:stCondLst>
                                    <p:cond delay="0"/>
                                  </p:stCondLst>
                                  <p:childTnLst>
                                    <p:animClr clrSpc="rgb" dir="cw">
                                      <p:cBhvr>
                                        <p:cTn id="206" dur="500" fill="hold"/>
                                        <p:tgtEl>
                                          <p:spTgt spid="48"/>
                                        </p:tgtEl>
                                        <p:attrNameLst>
                                          <p:attrName>stroke.color</p:attrName>
                                        </p:attrNameLst>
                                      </p:cBhvr>
                                      <p:to>
                                        <a:srgbClr val="C00000"/>
                                      </p:to>
                                    </p:animClr>
                                    <p:set>
                                      <p:cBhvr>
                                        <p:cTn id="207" dur="500" fill="hold"/>
                                        <p:tgtEl>
                                          <p:spTgt spid="48"/>
                                        </p:tgtEl>
                                        <p:attrNameLst>
                                          <p:attrName>stroke.on</p:attrName>
                                        </p:attrNameLst>
                                      </p:cBhvr>
                                      <p:to>
                                        <p:strVal val="true"/>
                                      </p:to>
                                    </p:set>
                                  </p:childTnLst>
                                </p:cTn>
                              </p:par>
                              <p:par>
                                <p:cTn id="208" presetID="27" presetClass="emph" presetSubtype="0" fill="remove" grpId="3" nodeType="withEffect">
                                  <p:stCondLst>
                                    <p:cond delay="0"/>
                                  </p:stCondLst>
                                  <p:childTnLst>
                                    <p:animClr clrSpc="rgb" dir="cw">
                                      <p:cBhvr override="childStyle">
                                        <p:cTn id="209" dur="250" autoRev="1" fill="remove"/>
                                        <p:tgtEl>
                                          <p:spTgt spid="79"/>
                                        </p:tgtEl>
                                        <p:attrNameLst>
                                          <p:attrName>style.color</p:attrName>
                                        </p:attrNameLst>
                                      </p:cBhvr>
                                      <p:to>
                                        <a:schemeClr val="bg1"/>
                                      </p:to>
                                    </p:animClr>
                                    <p:animClr clrSpc="rgb" dir="cw">
                                      <p:cBhvr>
                                        <p:cTn id="210" dur="250" autoRev="1" fill="remove"/>
                                        <p:tgtEl>
                                          <p:spTgt spid="79"/>
                                        </p:tgtEl>
                                        <p:attrNameLst>
                                          <p:attrName>fillcolor</p:attrName>
                                        </p:attrNameLst>
                                      </p:cBhvr>
                                      <p:to>
                                        <a:schemeClr val="bg1"/>
                                      </p:to>
                                    </p:animClr>
                                    <p:set>
                                      <p:cBhvr>
                                        <p:cTn id="211" dur="250" autoRev="1" fill="remove"/>
                                        <p:tgtEl>
                                          <p:spTgt spid="79"/>
                                        </p:tgtEl>
                                        <p:attrNameLst>
                                          <p:attrName>fill.type</p:attrName>
                                        </p:attrNameLst>
                                      </p:cBhvr>
                                      <p:to>
                                        <p:strVal val="solid"/>
                                      </p:to>
                                    </p:set>
                                    <p:set>
                                      <p:cBhvr>
                                        <p:cTn id="212" dur="250" autoRev="1" fill="remove"/>
                                        <p:tgtEl>
                                          <p:spTgt spid="79"/>
                                        </p:tgtEl>
                                        <p:attrNameLst>
                                          <p:attrName>fill.on</p:attrName>
                                        </p:attrNameLst>
                                      </p:cBhvr>
                                      <p:to>
                                        <p:strVal val="true"/>
                                      </p:to>
                                    </p:set>
                                  </p:childTnLst>
                                </p:cTn>
                              </p:par>
                            </p:childTnLst>
                          </p:cTn>
                        </p:par>
                        <p:par>
                          <p:cTn id="213" fill="hold">
                            <p:stCondLst>
                              <p:cond delay="500"/>
                            </p:stCondLst>
                            <p:childTnLst>
                              <p:par>
                                <p:cTn id="214" presetID="1" presetClass="emph" presetSubtype="2" fill="hold" nodeType="afterEffect">
                                  <p:stCondLst>
                                    <p:cond delay="0"/>
                                  </p:stCondLst>
                                  <p:childTnLst>
                                    <p:animClr clrSpc="rgb" dir="cw">
                                      <p:cBhvr>
                                        <p:cTn id="215" dur="500" fill="hold"/>
                                        <p:tgtEl>
                                          <p:spTgt spid="79"/>
                                        </p:tgtEl>
                                        <p:attrNameLst>
                                          <p:attrName>fillcolor</p:attrName>
                                        </p:attrNameLst>
                                      </p:cBhvr>
                                      <p:to>
                                        <a:srgbClr val="F4B183"/>
                                      </p:to>
                                    </p:animClr>
                                    <p:set>
                                      <p:cBhvr>
                                        <p:cTn id="216" dur="500" fill="hold"/>
                                        <p:tgtEl>
                                          <p:spTgt spid="79"/>
                                        </p:tgtEl>
                                        <p:attrNameLst>
                                          <p:attrName>fill.type</p:attrName>
                                        </p:attrNameLst>
                                      </p:cBhvr>
                                      <p:to>
                                        <p:strVal val="solid"/>
                                      </p:to>
                                    </p:set>
                                    <p:set>
                                      <p:cBhvr>
                                        <p:cTn id="217" dur="500" fill="hold"/>
                                        <p:tgtEl>
                                          <p:spTgt spid="79"/>
                                        </p:tgtEl>
                                        <p:attrNameLst>
                                          <p:attrName>fill.on</p:attrName>
                                        </p:attrNameLst>
                                      </p:cBhvr>
                                      <p:to>
                                        <p:strVal val="true"/>
                                      </p:to>
                                    </p:set>
                                  </p:childTnLst>
                                </p:cTn>
                              </p:par>
                            </p:childTnLst>
                          </p:cTn>
                        </p:par>
                      </p:childTnLst>
                    </p:cTn>
                  </p:par>
                  <p:par>
                    <p:cTn id="218" fill="hold">
                      <p:stCondLst>
                        <p:cond delay="indefinite"/>
                      </p:stCondLst>
                      <p:childTnLst>
                        <p:par>
                          <p:cTn id="219" fill="hold">
                            <p:stCondLst>
                              <p:cond delay="0"/>
                            </p:stCondLst>
                            <p:childTnLst>
                              <p:par>
                                <p:cTn id="220" presetID="7" presetClass="emph" presetSubtype="2" fill="hold" nodeType="clickEffect">
                                  <p:stCondLst>
                                    <p:cond delay="0"/>
                                  </p:stCondLst>
                                  <p:childTnLst>
                                    <p:animClr clrSpc="rgb" dir="cw">
                                      <p:cBhvr>
                                        <p:cTn id="221" dur="500" fill="hold"/>
                                        <p:tgtEl>
                                          <p:spTgt spid="53"/>
                                        </p:tgtEl>
                                        <p:attrNameLst>
                                          <p:attrName>stroke.color</p:attrName>
                                        </p:attrNameLst>
                                      </p:cBhvr>
                                      <p:to>
                                        <a:srgbClr val="C00000"/>
                                      </p:to>
                                    </p:animClr>
                                    <p:set>
                                      <p:cBhvr>
                                        <p:cTn id="222" dur="500" fill="hold"/>
                                        <p:tgtEl>
                                          <p:spTgt spid="53"/>
                                        </p:tgtEl>
                                        <p:attrNameLst>
                                          <p:attrName>stroke.on</p:attrName>
                                        </p:attrNameLst>
                                      </p:cBhvr>
                                      <p:to>
                                        <p:strVal val="true"/>
                                      </p:to>
                                    </p:set>
                                  </p:childTnLst>
                                </p:cTn>
                              </p:par>
                            </p:childTnLst>
                          </p:cTn>
                        </p:par>
                        <p:par>
                          <p:cTn id="223" fill="hold">
                            <p:stCondLst>
                              <p:cond delay="500"/>
                            </p:stCondLst>
                            <p:childTnLst>
                              <p:par>
                                <p:cTn id="224" presetID="27" presetClass="emph" presetSubtype="0" fill="remove" grpId="3" nodeType="afterEffect">
                                  <p:stCondLst>
                                    <p:cond delay="0"/>
                                  </p:stCondLst>
                                  <p:childTnLst>
                                    <p:animClr clrSpc="rgb" dir="cw">
                                      <p:cBhvr override="childStyle">
                                        <p:cTn id="225" dur="250" autoRev="1" fill="remove"/>
                                        <p:tgtEl>
                                          <p:spTgt spid="91"/>
                                        </p:tgtEl>
                                        <p:attrNameLst>
                                          <p:attrName>style.color</p:attrName>
                                        </p:attrNameLst>
                                      </p:cBhvr>
                                      <p:to>
                                        <a:schemeClr val="bg1"/>
                                      </p:to>
                                    </p:animClr>
                                    <p:animClr clrSpc="rgb" dir="cw">
                                      <p:cBhvr>
                                        <p:cTn id="226" dur="250" autoRev="1" fill="remove"/>
                                        <p:tgtEl>
                                          <p:spTgt spid="91"/>
                                        </p:tgtEl>
                                        <p:attrNameLst>
                                          <p:attrName>fillcolor</p:attrName>
                                        </p:attrNameLst>
                                      </p:cBhvr>
                                      <p:to>
                                        <a:schemeClr val="bg1"/>
                                      </p:to>
                                    </p:animClr>
                                    <p:set>
                                      <p:cBhvr>
                                        <p:cTn id="227" dur="250" autoRev="1" fill="remove"/>
                                        <p:tgtEl>
                                          <p:spTgt spid="91"/>
                                        </p:tgtEl>
                                        <p:attrNameLst>
                                          <p:attrName>fill.type</p:attrName>
                                        </p:attrNameLst>
                                      </p:cBhvr>
                                      <p:to>
                                        <p:strVal val="solid"/>
                                      </p:to>
                                    </p:set>
                                    <p:set>
                                      <p:cBhvr>
                                        <p:cTn id="228" dur="250" autoRev="1" fill="remove"/>
                                        <p:tgtEl>
                                          <p:spTgt spid="91"/>
                                        </p:tgtEl>
                                        <p:attrNameLst>
                                          <p:attrName>fill.on</p:attrName>
                                        </p:attrNameLst>
                                      </p:cBhvr>
                                      <p:to>
                                        <p:strVal val="true"/>
                                      </p:to>
                                    </p:set>
                                  </p:childTnLst>
                                </p:cTn>
                              </p:par>
                            </p:childTnLst>
                          </p:cTn>
                        </p:par>
                        <p:par>
                          <p:cTn id="229" fill="hold">
                            <p:stCondLst>
                              <p:cond delay="1000"/>
                            </p:stCondLst>
                            <p:childTnLst>
                              <p:par>
                                <p:cTn id="230" presetID="1" presetClass="emph" presetSubtype="2" fill="hold" nodeType="afterEffect">
                                  <p:stCondLst>
                                    <p:cond delay="0"/>
                                  </p:stCondLst>
                                  <p:childTnLst>
                                    <p:animClr clrSpc="rgb" dir="cw">
                                      <p:cBhvr>
                                        <p:cTn id="231" dur="500" fill="hold"/>
                                        <p:tgtEl>
                                          <p:spTgt spid="91"/>
                                        </p:tgtEl>
                                        <p:attrNameLst>
                                          <p:attrName>fillcolor</p:attrName>
                                        </p:attrNameLst>
                                      </p:cBhvr>
                                      <p:to>
                                        <a:srgbClr val="7030A0"/>
                                      </p:to>
                                    </p:animClr>
                                    <p:set>
                                      <p:cBhvr>
                                        <p:cTn id="232" dur="500" fill="hold"/>
                                        <p:tgtEl>
                                          <p:spTgt spid="91"/>
                                        </p:tgtEl>
                                        <p:attrNameLst>
                                          <p:attrName>fill.type</p:attrName>
                                        </p:attrNameLst>
                                      </p:cBhvr>
                                      <p:to>
                                        <p:strVal val="solid"/>
                                      </p:to>
                                    </p:set>
                                    <p:set>
                                      <p:cBhvr>
                                        <p:cTn id="233" dur="500" fill="hold"/>
                                        <p:tgtEl>
                                          <p:spTgt spid="91"/>
                                        </p:tgtEl>
                                        <p:attrNameLst>
                                          <p:attrName>fill.on</p:attrName>
                                        </p:attrNameLst>
                                      </p:cBhvr>
                                      <p:to>
                                        <p:strVal val="true"/>
                                      </p:to>
                                    </p:set>
                                  </p:childTnLst>
                                </p:cTn>
                              </p:par>
                            </p:childTnLst>
                          </p:cTn>
                        </p:par>
                      </p:childTnLst>
                    </p:cTn>
                  </p:par>
                  <p:par>
                    <p:cTn id="234" fill="hold">
                      <p:stCondLst>
                        <p:cond delay="indefinite"/>
                      </p:stCondLst>
                      <p:childTnLst>
                        <p:par>
                          <p:cTn id="235" fill="hold">
                            <p:stCondLst>
                              <p:cond delay="0"/>
                            </p:stCondLst>
                            <p:childTnLst>
                              <p:par>
                                <p:cTn id="236" presetID="7" presetClass="emph" presetSubtype="2" fill="hold" nodeType="clickEffect">
                                  <p:stCondLst>
                                    <p:cond delay="0"/>
                                  </p:stCondLst>
                                  <p:childTnLst>
                                    <p:animClr clrSpc="rgb" dir="cw">
                                      <p:cBhvr>
                                        <p:cTn id="237" dur="500" fill="hold"/>
                                        <p:tgtEl>
                                          <p:spTgt spid="54"/>
                                        </p:tgtEl>
                                        <p:attrNameLst>
                                          <p:attrName>stroke.color</p:attrName>
                                        </p:attrNameLst>
                                      </p:cBhvr>
                                      <p:to>
                                        <a:srgbClr val="C00000"/>
                                      </p:to>
                                    </p:animClr>
                                    <p:set>
                                      <p:cBhvr>
                                        <p:cTn id="238" dur="500" fill="hold"/>
                                        <p:tgtEl>
                                          <p:spTgt spid="54"/>
                                        </p:tgtEl>
                                        <p:attrNameLst>
                                          <p:attrName>stroke.on</p:attrName>
                                        </p:attrNameLst>
                                      </p:cBhvr>
                                      <p:to>
                                        <p:strVal val="true"/>
                                      </p:to>
                                    </p:set>
                                  </p:childTnLst>
                                </p:cTn>
                              </p:par>
                            </p:childTnLst>
                          </p:cTn>
                        </p:par>
                        <p:par>
                          <p:cTn id="239" fill="hold">
                            <p:stCondLst>
                              <p:cond delay="500"/>
                            </p:stCondLst>
                            <p:childTnLst>
                              <p:par>
                                <p:cTn id="240" presetID="27" presetClass="emph" presetSubtype="0" fill="remove" grpId="3" nodeType="afterEffect">
                                  <p:stCondLst>
                                    <p:cond delay="0"/>
                                  </p:stCondLst>
                                  <p:childTnLst>
                                    <p:animClr clrSpc="rgb" dir="cw">
                                      <p:cBhvr override="childStyle">
                                        <p:cTn id="241" dur="250" autoRev="1" fill="remove"/>
                                        <p:tgtEl>
                                          <p:spTgt spid="86"/>
                                        </p:tgtEl>
                                        <p:attrNameLst>
                                          <p:attrName>style.color</p:attrName>
                                        </p:attrNameLst>
                                      </p:cBhvr>
                                      <p:to>
                                        <a:schemeClr val="bg1"/>
                                      </p:to>
                                    </p:animClr>
                                    <p:animClr clrSpc="rgb" dir="cw">
                                      <p:cBhvr>
                                        <p:cTn id="242" dur="250" autoRev="1" fill="remove"/>
                                        <p:tgtEl>
                                          <p:spTgt spid="86"/>
                                        </p:tgtEl>
                                        <p:attrNameLst>
                                          <p:attrName>fillcolor</p:attrName>
                                        </p:attrNameLst>
                                      </p:cBhvr>
                                      <p:to>
                                        <a:schemeClr val="bg1"/>
                                      </p:to>
                                    </p:animClr>
                                    <p:set>
                                      <p:cBhvr>
                                        <p:cTn id="243" dur="250" autoRev="1" fill="remove"/>
                                        <p:tgtEl>
                                          <p:spTgt spid="86"/>
                                        </p:tgtEl>
                                        <p:attrNameLst>
                                          <p:attrName>fill.type</p:attrName>
                                        </p:attrNameLst>
                                      </p:cBhvr>
                                      <p:to>
                                        <p:strVal val="solid"/>
                                      </p:to>
                                    </p:set>
                                    <p:set>
                                      <p:cBhvr>
                                        <p:cTn id="244" dur="250" autoRev="1" fill="remove"/>
                                        <p:tgtEl>
                                          <p:spTgt spid="86"/>
                                        </p:tgtEl>
                                        <p:attrNameLst>
                                          <p:attrName>fill.on</p:attrName>
                                        </p:attrNameLst>
                                      </p:cBhvr>
                                      <p:to>
                                        <p:strVal val="true"/>
                                      </p:to>
                                    </p:set>
                                  </p:childTnLst>
                                </p:cTn>
                              </p:par>
                            </p:childTnLst>
                          </p:cTn>
                        </p:par>
                        <p:par>
                          <p:cTn id="245" fill="hold">
                            <p:stCondLst>
                              <p:cond delay="1000"/>
                            </p:stCondLst>
                            <p:childTnLst>
                              <p:par>
                                <p:cTn id="246" presetID="1" presetClass="emph" presetSubtype="2" fill="hold" nodeType="afterEffect">
                                  <p:stCondLst>
                                    <p:cond delay="0"/>
                                  </p:stCondLst>
                                  <p:childTnLst>
                                    <p:animClr clrSpc="rgb" dir="cw">
                                      <p:cBhvr>
                                        <p:cTn id="247" dur="500" fill="hold"/>
                                        <p:tgtEl>
                                          <p:spTgt spid="86"/>
                                        </p:tgtEl>
                                        <p:attrNameLst>
                                          <p:attrName>fillcolor</p:attrName>
                                        </p:attrNameLst>
                                      </p:cBhvr>
                                      <p:to>
                                        <a:srgbClr val="7030A0"/>
                                      </p:to>
                                    </p:animClr>
                                    <p:set>
                                      <p:cBhvr>
                                        <p:cTn id="248" dur="500" fill="hold"/>
                                        <p:tgtEl>
                                          <p:spTgt spid="86"/>
                                        </p:tgtEl>
                                        <p:attrNameLst>
                                          <p:attrName>fill.type</p:attrName>
                                        </p:attrNameLst>
                                      </p:cBhvr>
                                      <p:to>
                                        <p:strVal val="solid"/>
                                      </p:to>
                                    </p:set>
                                    <p:set>
                                      <p:cBhvr>
                                        <p:cTn id="249" dur="500" fill="hold"/>
                                        <p:tgtEl>
                                          <p:spTgt spid="86"/>
                                        </p:tgtEl>
                                        <p:attrNameLst>
                                          <p:attrName>fill.on</p:attrName>
                                        </p:attrNameLst>
                                      </p:cBhvr>
                                      <p:to>
                                        <p:strVal val="true"/>
                                      </p:to>
                                    </p:set>
                                  </p:childTnLst>
                                </p:cTn>
                              </p:par>
                            </p:childTnLst>
                          </p:cTn>
                        </p:par>
                      </p:childTnLst>
                    </p:cTn>
                  </p:par>
                  <p:par>
                    <p:cTn id="250" fill="hold">
                      <p:stCondLst>
                        <p:cond delay="indefinite"/>
                      </p:stCondLst>
                      <p:childTnLst>
                        <p:par>
                          <p:cTn id="251" fill="hold">
                            <p:stCondLst>
                              <p:cond delay="0"/>
                            </p:stCondLst>
                            <p:childTnLst>
                              <p:par>
                                <p:cTn id="252" presetID="22" presetClass="entr" presetSubtype="8" fill="hold" nodeType="clickEffect">
                                  <p:stCondLst>
                                    <p:cond delay="0"/>
                                  </p:stCondLst>
                                  <p:childTnLst>
                                    <p:set>
                                      <p:cBhvr>
                                        <p:cTn id="253" dur="1" fill="hold">
                                          <p:stCondLst>
                                            <p:cond delay="0"/>
                                          </p:stCondLst>
                                        </p:cTn>
                                        <p:tgtEl>
                                          <p:spTgt spid="109">
                                            <p:txEl>
                                              <p:pRg st="4" end="4"/>
                                            </p:txEl>
                                          </p:spTgt>
                                        </p:tgtEl>
                                        <p:attrNameLst>
                                          <p:attrName>style.visibility</p:attrName>
                                        </p:attrNameLst>
                                      </p:cBhvr>
                                      <p:to>
                                        <p:strVal val="visible"/>
                                      </p:to>
                                    </p:set>
                                    <p:animEffect transition="in" filter="wipe(left)">
                                      <p:cBhvr>
                                        <p:cTn id="254" dur="500"/>
                                        <p:tgtEl>
                                          <p:spTgt spid="109">
                                            <p:txEl>
                                              <p:pRg st="4" end="4"/>
                                            </p:txEl>
                                          </p:spTgt>
                                        </p:tgtEl>
                                      </p:cBhvr>
                                    </p:animEffect>
                                  </p:childTnLst>
                                </p:cTn>
                              </p:par>
                            </p:childTnLst>
                          </p:cTn>
                        </p:par>
                      </p:childTnLst>
                    </p:cTn>
                  </p:par>
                  <p:par>
                    <p:cTn id="255" fill="hold">
                      <p:stCondLst>
                        <p:cond delay="indefinite"/>
                      </p:stCondLst>
                      <p:childTnLst>
                        <p:par>
                          <p:cTn id="256" fill="hold">
                            <p:stCondLst>
                              <p:cond delay="0"/>
                            </p:stCondLst>
                            <p:childTnLst>
                              <p:par>
                                <p:cTn id="257" presetID="6" presetClass="emph" presetSubtype="0" autoRev="1" fill="hold" grpId="3" nodeType="clickEffect">
                                  <p:stCondLst>
                                    <p:cond delay="0"/>
                                  </p:stCondLst>
                                  <p:childTnLst>
                                    <p:animScale>
                                      <p:cBhvr>
                                        <p:cTn id="258" dur="500" fill="hold"/>
                                        <p:tgtEl>
                                          <p:spTgt spid="78"/>
                                        </p:tgtEl>
                                      </p:cBhvr>
                                      <p:by x="150000" y="150000"/>
                                    </p:animScale>
                                  </p:childTnLst>
                                </p:cTn>
                              </p:par>
                            </p:childTnLst>
                          </p:cTn>
                        </p:par>
                        <p:par>
                          <p:cTn id="259" fill="hold">
                            <p:stCondLst>
                              <p:cond delay="1000"/>
                            </p:stCondLst>
                            <p:childTnLst>
                              <p:par>
                                <p:cTn id="260" presetID="31" presetClass="entr" presetSubtype="0" fill="hold" grpId="0" nodeType="afterEffect">
                                  <p:stCondLst>
                                    <p:cond delay="0"/>
                                  </p:stCondLst>
                                  <p:childTnLst>
                                    <p:set>
                                      <p:cBhvr>
                                        <p:cTn id="261" dur="1" fill="hold">
                                          <p:stCondLst>
                                            <p:cond delay="0"/>
                                          </p:stCondLst>
                                        </p:cTn>
                                        <p:tgtEl>
                                          <p:spTgt spid="71"/>
                                        </p:tgtEl>
                                        <p:attrNameLst>
                                          <p:attrName>style.visibility</p:attrName>
                                        </p:attrNameLst>
                                      </p:cBhvr>
                                      <p:to>
                                        <p:strVal val="visible"/>
                                      </p:to>
                                    </p:set>
                                    <p:anim calcmode="lin" valueType="num">
                                      <p:cBhvr>
                                        <p:cTn id="262" dur="1000" fill="hold"/>
                                        <p:tgtEl>
                                          <p:spTgt spid="71"/>
                                        </p:tgtEl>
                                        <p:attrNameLst>
                                          <p:attrName>ppt_w</p:attrName>
                                        </p:attrNameLst>
                                      </p:cBhvr>
                                      <p:tavLst>
                                        <p:tav tm="0">
                                          <p:val>
                                            <p:fltVal val="0"/>
                                          </p:val>
                                        </p:tav>
                                        <p:tav tm="100000">
                                          <p:val>
                                            <p:strVal val="#ppt_w"/>
                                          </p:val>
                                        </p:tav>
                                      </p:tavLst>
                                    </p:anim>
                                    <p:anim calcmode="lin" valueType="num">
                                      <p:cBhvr>
                                        <p:cTn id="263" dur="1000" fill="hold"/>
                                        <p:tgtEl>
                                          <p:spTgt spid="71"/>
                                        </p:tgtEl>
                                        <p:attrNameLst>
                                          <p:attrName>ppt_h</p:attrName>
                                        </p:attrNameLst>
                                      </p:cBhvr>
                                      <p:tavLst>
                                        <p:tav tm="0">
                                          <p:val>
                                            <p:fltVal val="0"/>
                                          </p:val>
                                        </p:tav>
                                        <p:tav tm="100000">
                                          <p:val>
                                            <p:strVal val="#ppt_h"/>
                                          </p:val>
                                        </p:tav>
                                      </p:tavLst>
                                    </p:anim>
                                    <p:anim calcmode="lin" valueType="num">
                                      <p:cBhvr>
                                        <p:cTn id="264" dur="1000" fill="hold"/>
                                        <p:tgtEl>
                                          <p:spTgt spid="71"/>
                                        </p:tgtEl>
                                        <p:attrNameLst>
                                          <p:attrName>style.rotation</p:attrName>
                                        </p:attrNameLst>
                                      </p:cBhvr>
                                      <p:tavLst>
                                        <p:tav tm="0">
                                          <p:val>
                                            <p:fltVal val="90"/>
                                          </p:val>
                                        </p:tav>
                                        <p:tav tm="100000">
                                          <p:val>
                                            <p:fltVal val="0"/>
                                          </p:val>
                                        </p:tav>
                                      </p:tavLst>
                                    </p:anim>
                                    <p:animEffect transition="in" filter="fade">
                                      <p:cBhvr>
                                        <p:cTn id="265" dur="1000"/>
                                        <p:tgtEl>
                                          <p:spTgt spid="71"/>
                                        </p:tgtEl>
                                      </p:cBhvr>
                                    </p:animEffect>
                                  </p:childTnLst>
                                </p:cTn>
                              </p:par>
                            </p:childTnLst>
                          </p:cTn>
                        </p:par>
                        <p:par>
                          <p:cTn id="266" fill="hold">
                            <p:stCondLst>
                              <p:cond delay="2000"/>
                            </p:stCondLst>
                            <p:childTnLst>
                              <p:par>
                                <p:cTn id="267" presetID="22" presetClass="entr" presetSubtype="1" fill="hold" grpId="0" nodeType="afterEffect">
                                  <p:stCondLst>
                                    <p:cond delay="0"/>
                                  </p:stCondLst>
                                  <p:childTnLst>
                                    <p:set>
                                      <p:cBhvr>
                                        <p:cTn id="268" dur="1" fill="hold">
                                          <p:stCondLst>
                                            <p:cond delay="0"/>
                                          </p:stCondLst>
                                        </p:cTn>
                                        <p:tgtEl>
                                          <p:spTgt spid="3"/>
                                        </p:tgtEl>
                                        <p:attrNameLst>
                                          <p:attrName>style.visibility</p:attrName>
                                        </p:attrNameLst>
                                      </p:cBhvr>
                                      <p:to>
                                        <p:strVal val="visible"/>
                                      </p:to>
                                    </p:set>
                                    <p:animEffect transition="in" filter="wipe(up)">
                                      <p:cBhvr>
                                        <p:cTn id="269" dur="500"/>
                                        <p:tgtEl>
                                          <p:spTgt spid="3"/>
                                        </p:tgtEl>
                                      </p:cBhvr>
                                    </p:animEffect>
                                  </p:childTnLst>
                                </p:cTn>
                              </p:par>
                            </p:childTnLst>
                          </p:cTn>
                        </p:par>
                        <p:par>
                          <p:cTn id="270" fill="hold">
                            <p:stCondLst>
                              <p:cond delay="2500"/>
                            </p:stCondLst>
                            <p:childTnLst>
                              <p:par>
                                <p:cTn id="271" presetID="22" presetClass="entr" presetSubtype="4" fill="hold" grpId="0" nodeType="afterEffect">
                                  <p:stCondLst>
                                    <p:cond delay="0"/>
                                  </p:stCondLst>
                                  <p:childTnLst>
                                    <p:set>
                                      <p:cBhvr>
                                        <p:cTn id="272" dur="1" fill="hold">
                                          <p:stCondLst>
                                            <p:cond delay="0"/>
                                          </p:stCondLst>
                                        </p:cTn>
                                        <p:tgtEl>
                                          <p:spTgt spid="44"/>
                                        </p:tgtEl>
                                        <p:attrNameLst>
                                          <p:attrName>style.visibility</p:attrName>
                                        </p:attrNameLst>
                                      </p:cBhvr>
                                      <p:to>
                                        <p:strVal val="visible"/>
                                      </p:to>
                                    </p:set>
                                    <p:animEffect transition="in" filter="wipe(down)">
                                      <p:cBhvr>
                                        <p:cTn id="273" dur="500"/>
                                        <p:tgtEl>
                                          <p:spTgt spid="44"/>
                                        </p:tgtEl>
                                      </p:cBhvr>
                                    </p:animEffect>
                                  </p:childTnLst>
                                </p:cTn>
                              </p:par>
                            </p:childTnLst>
                          </p:cTn>
                        </p:par>
                        <p:par>
                          <p:cTn id="274" fill="hold">
                            <p:stCondLst>
                              <p:cond delay="3000"/>
                            </p:stCondLst>
                            <p:childTnLst>
                              <p:par>
                                <p:cTn id="275" presetID="31" presetClass="entr" presetSubtype="0" fill="hold" grpId="0" nodeType="afterEffect">
                                  <p:stCondLst>
                                    <p:cond delay="0"/>
                                  </p:stCondLst>
                                  <p:childTnLst>
                                    <p:set>
                                      <p:cBhvr>
                                        <p:cTn id="276" dur="1" fill="hold">
                                          <p:stCondLst>
                                            <p:cond delay="0"/>
                                          </p:stCondLst>
                                        </p:cTn>
                                        <p:tgtEl>
                                          <p:spTgt spid="74"/>
                                        </p:tgtEl>
                                        <p:attrNameLst>
                                          <p:attrName>style.visibility</p:attrName>
                                        </p:attrNameLst>
                                      </p:cBhvr>
                                      <p:to>
                                        <p:strVal val="visible"/>
                                      </p:to>
                                    </p:set>
                                    <p:anim calcmode="lin" valueType="num">
                                      <p:cBhvr>
                                        <p:cTn id="277" dur="1000" fill="hold"/>
                                        <p:tgtEl>
                                          <p:spTgt spid="74"/>
                                        </p:tgtEl>
                                        <p:attrNameLst>
                                          <p:attrName>ppt_w</p:attrName>
                                        </p:attrNameLst>
                                      </p:cBhvr>
                                      <p:tavLst>
                                        <p:tav tm="0">
                                          <p:val>
                                            <p:fltVal val="0"/>
                                          </p:val>
                                        </p:tav>
                                        <p:tav tm="100000">
                                          <p:val>
                                            <p:strVal val="#ppt_w"/>
                                          </p:val>
                                        </p:tav>
                                      </p:tavLst>
                                    </p:anim>
                                    <p:anim calcmode="lin" valueType="num">
                                      <p:cBhvr>
                                        <p:cTn id="278" dur="1000" fill="hold"/>
                                        <p:tgtEl>
                                          <p:spTgt spid="74"/>
                                        </p:tgtEl>
                                        <p:attrNameLst>
                                          <p:attrName>ppt_h</p:attrName>
                                        </p:attrNameLst>
                                      </p:cBhvr>
                                      <p:tavLst>
                                        <p:tav tm="0">
                                          <p:val>
                                            <p:fltVal val="0"/>
                                          </p:val>
                                        </p:tav>
                                        <p:tav tm="100000">
                                          <p:val>
                                            <p:strVal val="#ppt_h"/>
                                          </p:val>
                                        </p:tav>
                                      </p:tavLst>
                                    </p:anim>
                                    <p:anim calcmode="lin" valueType="num">
                                      <p:cBhvr>
                                        <p:cTn id="279" dur="1000" fill="hold"/>
                                        <p:tgtEl>
                                          <p:spTgt spid="74"/>
                                        </p:tgtEl>
                                        <p:attrNameLst>
                                          <p:attrName>style.rotation</p:attrName>
                                        </p:attrNameLst>
                                      </p:cBhvr>
                                      <p:tavLst>
                                        <p:tav tm="0">
                                          <p:val>
                                            <p:fltVal val="90"/>
                                          </p:val>
                                        </p:tav>
                                        <p:tav tm="100000">
                                          <p:val>
                                            <p:fltVal val="0"/>
                                          </p:val>
                                        </p:tav>
                                      </p:tavLst>
                                    </p:anim>
                                    <p:animEffect transition="in" filter="fade">
                                      <p:cBhvr>
                                        <p:cTn id="280" dur="1000"/>
                                        <p:tgtEl>
                                          <p:spTgt spid="74"/>
                                        </p:tgtEl>
                                      </p:cBhvr>
                                    </p:animEffect>
                                  </p:childTnLst>
                                </p:cTn>
                              </p:par>
                              <p:par>
                                <p:cTn id="281" presetID="22" presetClass="entr" presetSubtype="4" fill="hold" nodeType="withEffect">
                                  <p:stCondLst>
                                    <p:cond delay="0"/>
                                  </p:stCondLst>
                                  <p:childTnLst>
                                    <p:set>
                                      <p:cBhvr>
                                        <p:cTn id="282" dur="1" fill="hold">
                                          <p:stCondLst>
                                            <p:cond delay="0"/>
                                          </p:stCondLst>
                                        </p:cTn>
                                        <p:tgtEl>
                                          <p:spTgt spid="76"/>
                                        </p:tgtEl>
                                        <p:attrNameLst>
                                          <p:attrName>style.visibility</p:attrName>
                                        </p:attrNameLst>
                                      </p:cBhvr>
                                      <p:to>
                                        <p:strVal val="visible"/>
                                      </p:to>
                                    </p:set>
                                    <p:animEffect transition="in" filter="wipe(down)">
                                      <p:cBhvr>
                                        <p:cTn id="283" dur="750"/>
                                        <p:tgtEl>
                                          <p:spTgt spid="76"/>
                                        </p:tgtEl>
                                      </p:cBhvr>
                                    </p:animEffect>
                                  </p:childTnLst>
                                </p:cTn>
                              </p:par>
                            </p:childTnLst>
                          </p:cTn>
                        </p:par>
                        <p:par>
                          <p:cTn id="284" fill="hold">
                            <p:stCondLst>
                              <p:cond delay="4000"/>
                            </p:stCondLst>
                            <p:childTnLst>
                              <p:par>
                                <p:cTn id="285" presetID="22" presetClass="entr" presetSubtype="4" fill="hold" grpId="0" nodeType="afterEffect">
                                  <p:stCondLst>
                                    <p:cond delay="0"/>
                                  </p:stCondLst>
                                  <p:childTnLst>
                                    <p:set>
                                      <p:cBhvr>
                                        <p:cTn id="286" dur="1" fill="hold">
                                          <p:stCondLst>
                                            <p:cond delay="0"/>
                                          </p:stCondLst>
                                        </p:cTn>
                                        <p:tgtEl>
                                          <p:spTgt spid="96"/>
                                        </p:tgtEl>
                                        <p:attrNameLst>
                                          <p:attrName>style.visibility</p:attrName>
                                        </p:attrNameLst>
                                      </p:cBhvr>
                                      <p:to>
                                        <p:strVal val="visible"/>
                                      </p:to>
                                    </p:set>
                                    <p:animEffect transition="in" filter="wipe(down)">
                                      <p:cBhvr>
                                        <p:cTn id="287" dur="500"/>
                                        <p:tgtEl>
                                          <p:spTgt spid="96"/>
                                        </p:tgtEl>
                                      </p:cBhvr>
                                    </p:animEffect>
                                  </p:childTnLst>
                                </p:cTn>
                              </p:par>
                            </p:childTnLst>
                          </p:cTn>
                        </p:par>
                        <p:par>
                          <p:cTn id="288" fill="hold">
                            <p:stCondLst>
                              <p:cond delay="4500"/>
                            </p:stCondLst>
                            <p:childTnLst>
                              <p:par>
                                <p:cTn id="289" presetID="31" presetClass="entr" presetSubtype="0" fill="hold" grpId="0" nodeType="afterEffect">
                                  <p:stCondLst>
                                    <p:cond delay="0"/>
                                  </p:stCondLst>
                                  <p:childTnLst>
                                    <p:set>
                                      <p:cBhvr>
                                        <p:cTn id="290" dur="1" fill="hold">
                                          <p:stCondLst>
                                            <p:cond delay="0"/>
                                          </p:stCondLst>
                                        </p:cTn>
                                        <p:tgtEl>
                                          <p:spTgt spid="73"/>
                                        </p:tgtEl>
                                        <p:attrNameLst>
                                          <p:attrName>style.visibility</p:attrName>
                                        </p:attrNameLst>
                                      </p:cBhvr>
                                      <p:to>
                                        <p:strVal val="visible"/>
                                      </p:to>
                                    </p:set>
                                    <p:anim calcmode="lin" valueType="num">
                                      <p:cBhvr>
                                        <p:cTn id="291" dur="1000" fill="hold"/>
                                        <p:tgtEl>
                                          <p:spTgt spid="73"/>
                                        </p:tgtEl>
                                        <p:attrNameLst>
                                          <p:attrName>ppt_w</p:attrName>
                                        </p:attrNameLst>
                                      </p:cBhvr>
                                      <p:tavLst>
                                        <p:tav tm="0">
                                          <p:val>
                                            <p:fltVal val="0"/>
                                          </p:val>
                                        </p:tav>
                                        <p:tav tm="100000">
                                          <p:val>
                                            <p:strVal val="#ppt_w"/>
                                          </p:val>
                                        </p:tav>
                                      </p:tavLst>
                                    </p:anim>
                                    <p:anim calcmode="lin" valueType="num">
                                      <p:cBhvr>
                                        <p:cTn id="292" dur="1000" fill="hold"/>
                                        <p:tgtEl>
                                          <p:spTgt spid="73"/>
                                        </p:tgtEl>
                                        <p:attrNameLst>
                                          <p:attrName>ppt_h</p:attrName>
                                        </p:attrNameLst>
                                      </p:cBhvr>
                                      <p:tavLst>
                                        <p:tav tm="0">
                                          <p:val>
                                            <p:fltVal val="0"/>
                                          </p:val>
                                        </p:tav>
                                        <p:tav tm="100000">
                                          <p:val>
                                            <p:strVal val="#ppt_h"/>
                                          </p:val>
                                        </p:tav>
                                      </p:tavLst>
                                    </p:anim>
                                    <p:anim calcmode="lin" valueType="num">
                                      <p:cBhvr>
                                        <p:cTn id="293" dur="1000" fill="hold"/>
                                        <p:tgtEl>
                                          <p:spTgt spid="73"/>
                                        </p:tgtEl>
                                        <p:attrNameLst>
                                          <p:attrName>style.rotation</p:attrName>
                                        </p:attrNameLst>
                                      </p:cBhvr>
                                      <p:tavLst>
                                        <p:tav tm="0">
                                          <p:val>
                                            <p:fltVal val="90"/>
                                          </p:val>
                                        </p:tav>
                                        <p:tav tm="100000">
                                          <p:val>
                                            <p:fltVal val="0"/>
                                          </p:val>
                                        </p:tav>
                                      </p:tavLst>
                                    </p:anim>
                                    <p:animEffect transition="in" filter="fade">
                                      <p:cBhvr>
                                        <p:cTn id="294" dur="1000"/>
                                        <p:tgtEl>
                                          <p:spTgt spid="73"/>
                                        </p:tgtEl>
                                      </p:cBhvr>
                                    </p:animEffect>
                                  </p:childTnLst>
                                </p:cTn>
                              </p:par>
                              <p:par>
                                <p:cTn id="295" presetID="22" presetClass="entr" presetSubtype="8" fill="hold" nodeType="withEffect">
                                  <p:stCondLst>
                                    <p:cond delay="0"/>
                                  </p:stCondLst>
                                  <p:childTnLst>
                                    <p:set>
                                      <p:cBhvr>
                                        <p:cTn id="296" dur="1" fill="hold">
                                          <p:stCondLst>
                                            <p:cond delay="0"/>
                                          </p:stCondLst>
                                        </p:cTn>
                                        <p:tgtEl>
                                          <p:spTgt spid="77"/>
                                        </p:tgtEl>
                                        <p:attrNameLst>
                                          <p:attrName>style.visibility</p:attrName>
                                        </p:attrNameLst>
                                      </p:cBhvr>
                                      <p:to>
                                        <p:strVal val="visible"/>
                                      </p:to>
                                    </p:set>
                                    <p:animEffect transition="in" filter="wipe(left)">
                                      <p:cBhvr>
                                        <p:cTn id="297" dur="750"/>
                                        <p:tgtEl>
                                          <p:spTgt spid="77"/>
                                        </p:tgtEl>
                                      </p:cBhvr>
                                    </p:animEffect>
                                  </p:childTnLst>
                                </p:cTn>
                              </p:par>
                            </p:childTnLst>
                          </p:cTn>
                        </p:par>
                        <p:par>
                          <p:cTn id="298" fill="hold">
                            <p:stCondLst>
                              <p:cond delay="5500"/>
                            </p:stCondLst>
                            <p:childTnLst>
                              <p:par>
                                <p:cTn id="299" presetID="22" presetClass="entr" presetSubtype="4" fill="hold" grpId="0" nodeType="afterEffect">
                                  <p:stCondLst>
                                    <p:cond delay="0"/>
                                  </p:stCondLst>
                                  <p:childTnLst>
                                    <p:set>
                                      <p:cBhvr>
                                        <p:cTn id="300" dur="1" fill="hold">
                                          <p:stCondLst>
                                            <p:cond delay="0"/>
                                          </p:stCondLst>
                                        </p:cTn>
                                        <p:tgtEl>
                                          <p:spTgt spid="97"/>
                                        </p:tgtEl>
                                        <p:attrNameLst>
                                          <p:attrName>style.visibility</p:attrName>
                                        </p:attrNameLst>
                                      </p:cBhvr>
                                      <p:to>
                                        <p:strVal val="visible"/>
                                      </p:to>
                                    </p:set>
                                    <p:animEffect transition="in" filter="wipe(down)">
                                      <p:cBhvr>
                                        <p:cTn id="301" dur="500"/>
                                        <p:tgtEl>
                                          <p:spTgt spid="97"/>
                                        </p:tgtEl>
                                      </p:cBhvr>
                                    </p:animEffect>
                                  </p:childTnLst>
                                </p:cTn>
                              </p:par>
                            </p:childTnLst>
                          </p:cTn>
                        </p:par>
                        <p:par>
                          <p:cTn id="302" fill="hold">
                            <p:stCondLst>
                              <p:cond delay="6000"/>
                            </p:stCondLst>
                            <p:childTnLst>
                              <p:par>
                                <p:cTn id="303" presetID="31" presetClass="entr" presetSubtype="0" fill="hold" grpId="0" nodeType="afterEffect">
                                  <p:stCondLst>
                                    <p:cond delay="0"/>
                                  </p:stCondLst>
                                  <p:childTnLst>
                                    <p:set>
                                      <p:cBhvr>
                                        <p:cTn id="304" dur="1" fill="hold">
                                          <p:stCondLst>
                                            <p:cond delay="0"/>
                                          </p:stCondLst>
                                        </p:cTn>
                                        <p:tgtEl>
                                          <p:spTgt spid="72"/>
                                        </p:tgtEl>
                                        <p:attrNameLst>
                                          <p:attrName>style.visibility</p:attrName>
                                        </p:attrNameLst>
                                      </p:cBhvr>
                                      <p:to>
                                        <p:strVal val="visible"/>
                                      </p:to>
                                    </p:set>
                                    <p:anim calcmode="lin" valueType="num">
                                      <p:cBhvr>
                                        <p:cTn id="305" dur="1000" fill="hold"/>
                                        <p:tgtEl>
                                          <p:spTgt spid="72"/>
                                        </p:tgtEl>
                                        <p:attrNameLst>
                                          <p:attrName>ppt_w</p:attrName>
                                        </p:attrNameLst>
                                      </p:cBhvr>
                                      <p:tavLst>
                                        <p:tav tm="0">
                                          <p:val>
                                            <p:fltVal val="0"/>
                                          </p:val>
                                        </p:tav>
                                        <p:tav tm="100000">
                                          <p:val>
                                            <p:strVal val="#ppt_w"/>
                                          </p:val>
                                        </p:tav>
                                      </p:tavLst>
                                    </p:anim>
                                    <p:anim calcmode="lin" valueType="num">
                                      <p:cBhvr>
                                        <p:cTn id="306" dur="1000" fill="hold"/>
                                        <p:tgtEl>
                                          <p:spTgt spid="72"/>
                                        </p:tgtEl>
                                        <p:attrNameLst>
                                          <p:attrName>ppt_h</p:attrName>
                                        </p:attrNameLst>
                                      </p:cBhvr>
                                      <p:tavLst>
                                        <p:tav tm="0">
                                          <p:val>
                                            <p:fltVal val="0"/>
                                          </p:val>
                                        </p:tav>
                                        <p:tav tm="100000">
                                          <p:val>
                                            <p:strVal val="#ppt_h"/>
                                          </p:val>
                                        </p:tav>
                                      </p:tavLst>
                                    </p:anim>
                                    <p:anim calcmode="lin" valueType="num">
                                      <p:cBhvr>
                                        <p:cTn id="307" dur="1000" fill="hold"/>
                                        <p:tgtEl>
                                          <p:spTgt spid="72"/>
                                        </p:tgtEl>
                                        <p:attrNameLst>
                                          <p:attrName>style.rotation</p:attrName>
                                        </p:attrNameLst>
                                      </p:cBhvr>
                                      <p:tavLst>
                                        <p:tav tm="0">
                                          <p:val>
                                            <p:fltVal val="90"/>
                                          </p:val>
                                        </p:tav>
                                        <p:tav tm="100000">
                                          <p:val>
                                            <p:fltVal val="0"/>
                                          </p:val>
                                        </p:tav>
                                      </p:tavLst>
                                    </p:anim>
                                    <p:animEffect transition="in" filter="fade">
                                      <p:cBhvr>
                                        <p:cTn id="308" dur="1000"/>
                                        <p:tgtEl>
                                          <p:spTgt spid="72"/>
                                        </p:tgtEl>
                                      </p:cBhvr>
                                    </p:animEffect>
                                  </p:childTnLst>
                                </p:cTn>
                              </p:par>
                              <p:par>
                                <p:cTn id="309" presetID="22" presetClass="entr" presetSubtype="1" fill="hold" nodeType="withEffect">
                                  <p:stCondLst>
                                    <p:cond delay="0"/>
                                  </p:stCondLst>
                                  <p:childTnLst>
                                    <p:set>
                                      <p:cBhvr>
                                        <p:cTn id="310" dur="1" fill="hold">
                                          <p:stCondLst>
                                            <p:cond delay="0"/>
                                          </p:stCondLst>
                                        </p:cTn>
                                        <p:tgtEl>
                                          <p:spTgt spid="94"/>
                                        </p:tgtEl>
                                        <p:attrNameLst>
                                          <p:attrName>style.visibility</p:attrName>
                                        </p:attrNameLst>
                                      </p:cBhvr>
                                      <p:to>
                                        <p:strVal val="visible"/>
                                      </p:to>
                                    </p:set>
                                    <p:animEffect transition="in" filter="wipe(up)">
                                      <p:cBhvr>
                                        <p:cTn id="311" dur="750"/>
                                        <p:tgtEl>
                                          <p:spTgt spid="94"/>
                                        </p:tgtEl>
                                      </p:cBhvr>
                                    </p:animEffect>
                                  </p:childTnLst>
                                </p:cTn>
                              </p:par>
                            </p:childTnLst>
                          </p:cTn>
                        </p:par>
                        <p:par>
                          <p:cTn id="312" fill="hold">
                            <p:stCondLst>
                              <p:cond delay="7000"/>
                            </p:stCondLst>
                            <p:childTnLst>
                              <p:par>
                                <p:cTn id="313" presetID="22" presetClass="entr" presetSubtype="4" fill="hold" grpId="0" nodeType="afterEffect">
                                  <p:stCondLst>
                                    <p:cond delay="0"/>
                                  </p:stCondLst>
                                  <p:childTnLst>
                                    <p:set>
                                      <p:cBhvr>
                                        <p:cTn id="314" dur="1" fill="hold">
                                          <p:stCondLst>
                                            <p:cond delay="0"/>
                                          </p:stCondLst>
                                        </p:cTn>
                                        <p:tgtEl>
                                          <p:spTgt spid="99"/>
                                        </p:tgtEl>
                                        <p:attrNameLst>
                                          <p:attrName>style.visibility</p:attrName>
                                        </p:attrNameLst>
                                      </p:cBhvr>
                                      <p:to>
                                        <p:strVal val="visible"/>
                                      </p:to>
                                    </p:set>
                                    <p:animEffect transition="in" filter="wipe(down)">
                                      <p:cBhvr>
                                        <p:cTn id="315" dur="500"/>
                                        <p:tgtEl>
                                          <p:spTgt spid="99"/>
                                        </p:tgtEl>
                                      </p:cBhvr>
                                    </p:animEffect>
                                  </p:childTnLst>
                                </p:cTn>
                              </p:par>
                            </p:childTnLst>
                          </p:cTn>
                        </p:par>
                        <p:par>
                          <p:cTn id="316" fill="hold">
                            <p:stCondLst>
                              <p:cond delay="7500"/>
                            </p:stCondLst>
                            <p:childTnLst>
                              <p:par>
                                <p:cTn id="317" presetID="31" presetClass="entr" presetSubtype="0" fill="hold" grpId="0" nodeType="afterEffect">
                                  <p:stCondLst>
                                    <p:cond delay="0"/>
                                  </p:stCondLst>
                                  <p:childTnLst>
                                    <p:set>
                                      <p:cBhvr>
                                        <p:cTn id="318" dur="1" fill="hold">
                                          <p:stCondLst>
                                            <p:cond delay="0"/>
                                          </p:stCondLst>
                                        </p:cTn>
                                        <p:tgtEl>
                                          <p:spTgt spid="75"/>
                                        </p:tgtEl>
                                        <p:attrNameLst>
                                          <p:attrName>style.visibility</p:attrName>
                                        </p:attrNameLst>
                                      </p:cBhvr>
                                      <p:to>
                                        <p:strVal val="visible"/>
                                      </p:to>
                                    </p:set>
                                    <p:anim calcmode="lin" valueType="num">
                                      <p:cBhvr>
                                        <p:cTn id="319" dur="1000" fill="hold"/>
                                        <p:tgtEl>
                                          <p:spTgt spid="75"/>
                                        </p:tgtEl>
                                        <p:attrNameLst>
                                          <p:attrName>ppt_w</p:attrName>
                                        </p:attrNameLst>
                                      </p:cBhvr>
                                      <p:tavLst>
                                        <p:tav tm="0">
                                          <p:val>
                                            <p:fltVal val="0"/>
                                          </p:val>
                                        </p:tav>
                                        <p:tav tm="100000">
                                          <p:val>
                                            <p:strVal val="#ppt_w"/>
                                          </p:val>
                                        </p:tav>
                                      </p:tavLst>
                                    </p:anim>
                                    <p:anim calcmode="lin" valueType="num">
                                      <p:cBhvr>
                                        <p:cTn id="320" dur="1000" fill="hold"/>
                                        <p:tgtEl>
                                          <p:spTgt spid="75"/>
                                        </p:tgtEl>
                                        <p:attrNameLst>
                                          <p:attrName>ppt_h</p:attrName>
                                        </p:attrNameLst>
                                      </p:cBhvr>
                                      <p:tavLst>
                                        <p:tav tm="0">
                                          <p:val>
                                            <p:fltVal val="0"/>
                                          </p:val>
                                        </p:tav>
                                        <p:tav tm="100000">
                                          <p:val>
                                            <p:strVal val="#ppt_h"/>
                                          </p:val>
                                        </p:tav>
                                      </p:tavLst>
                                    </p:anim>
                                    <p:anim calcmode="lin" valueType="num">
                                      <p:cBhvr>
                                        <p:cTn id="321" dur="1000" fill="hold"/>
                                        <p:tgtEl>
                                          <p:spTgt spid="75"/>
                                        </p:tgtEl>
                                        <p:attrNameLst>
                                          <p:attrName>style.rotation</p:attrName>
                                        </p:attrNameLst>
                                      </p:cBhvr>
                                      <p:tavLst>
                                        <p:tav tm="0">
                                          <p:val>
                                            <p:fltVal val="90"/>
                                          </p:val>
                                        </p:tav>
                                        <p:tav tm="100000">
                                          <p:val>
                                            <p:fltVal val="0"/>
                                          </p:val>
                                        </p:tav>
                                      </p:tavLst>
                                    </p:anim>
                                    <p:animEffect transition="in" filter="fade">
                                      <p:cBhvr>
                                        <p:cTn id="322" dur="1000"/>
                                        <p:tgtEl>
                                          <p:spTgt spid="75"/>
                                        </p:tgtEl>
                                      </p:cBhvr>
                                    </p:animEffect>
                                  </p:childTnLst>
                                </p:cTn>
                              </p:par>
                              <p:par>
                                <p:cTn id="323" presetID="22" presetClass="entr" presetSubtype="2" fill="hold" nodeType="withEffect">
                                  <p:stCondLst>
                                    <p:cond delay="0"/>
                                  </p:stCondLst>
                                  <p:childTnLst>
                                    <p:set>
                                      <p:cBhvr>
                                        <p:cTn id="324" dur="1" fill="hold">
                                          <p:stCondLst>
                                            <p:cond delay="0"/>
                                          </p:stCondLst>
                                        </p:cTn>
                                        <p:tgtEl>
                                          <p:spTgt spid="95"/>
                                        </p:tgtEl>
                                        <p:attrNameLst>
                                          <p:attrName>style.visibility</p:attrName>
                                        </p:attrNameLst>
                                      </p:cBhvr>
                                      <p:to>
                                        <p:strVal val="visible"/>
                                      </p:to>
                                    </p:set>
                                    <p:animEffect transition="in" filter="wipe(right)">
                                      <p:cBhvr>
                                        <p:cTn id="325" dur="750"/>
                                        <p:tgtEl>
                                          <p:spTgt spid="95"/>
                                        </p:tgtEl>
                                      </p:cBhvr>
                                    </p:animEffect>
                                  </p:childTnLst>
                                </p:cTn>
                              </p:par>
                            </p:childTnLst>
                          </p:cTn>
                        </p:par>
                        <p:par>
                          <p:cTn id="326" fill="hold">
                            <p:stCondLst>
                              <p:cond delay="8500"/>
                            </p:stCondLst>
                            <p:childTnLst>
                              <p:par>
                                <p:cTn id="327" presetID="6" presetClass="entr" presetSubtype="16" fill="hold" grpId="0" nodeType="afterEffect">
                                  <p:stCondLst>
                                    <p:cond delay="0"/>
                                  </p:stCondLst>
                                  <p:childTnLst>
                                    <p:set>
                                      <p:cBhvr>
                                        <p:cTn id="328" dur="1" fill="hold">
                                          <p:stCondLst>
                                            <p:cond delay="0"/>
                                          </p:stCondLst>
                                        </p:cTn>
                                        <p:tgtEl>
                                          <p:spTgt spid="23"/>
                                        </p:tgtEl>
                                        <p:attrNameLst>
                                          <p:attrName>style.visibility</p:attrName>
                                        </p:attrNameLst>
                                      </p:cBhvr>
                                      <p:to>
                                        <p:strVal val="visible"/>
                                      </p:to>
                                    </p:set>
                                    <p:animEffect transition="in" filter="circle(in)">
                                      <p:cBhvr>
                                        <p:cTn id="329" dur="2000"/>
                                        <p:tgtEl>
                                          <p:spTgt spid="23"/>
                                        </p:tgtEl>
                                      </p:cBhvr>
                                    </p:animEffect>
                                  </p:childTnLst>
                                </p:cTn>
                              </p:par>
                            </p:childTnLst>
                          </p:cTn>
                        </p:par>
                      </p:childTnLst>
                    </p:cTn>
                  </p:par>
                  <p:par>
                    <p:cTn id="330" fill="hold">
                      <p:stCondLst>
                        <p:cond delay="indefinite"/>
                      </p:stCondLst>
                      <p:childTnLst>
                        <p:par>
                          <p:cTn id="331" fill="hold">
                            <p:stCondLst>
                              <p:cond delay="0"/>
                            </p:stCondLst>
                            <p:childTnLst>
                              <p:par>
                                <p:cTn id="332" presetID="22" presetClass="entr" presetSubtype="8" fill="hold" nodeType="clickEffect">
                                  <p:stCondLst>
                                    <p:cond delay="0"/>
                                  </p:stCondLst>
                                  <p:childTnLst>
                                    <p:set>
                                      <p:cBhvr>
                                        <p:cTn id="333" dur="1" fill="hold">
                                          <p:stCondLst>
                                            <p:cond delay="0"/>
                                          </p:stCondLst>
                                        </p:cTn>
                                        <p:tgtEl>
                                          <p:spTgt spid="109">
                                            <p:txEl>
                                              <p:pRg st="5" end="5"/>
                                            </p:txEl>
                                          </p:spTgt>
                                        </p:tgtEl>
                                        <p:attrNameLst>
                                          <p:attrName>style.visibility</p:attrName>
                                        </p:attrNameLst>
                                      </p:cBhvr>
                                      <p:to>
                                        <p:strVal val="visible"/>
                                      </p:to>
                                    </p:set>
                                    <p:animEffect transition="in" filter="wipe(left)">
                                      <p:cBhvr>
                                        <p:cTn id="334" dur="500"/>
                                        <p:tgtEl>
                                          <p:spTgt spid="109">
                                            <p:txEl>
                                              <p:pRg st="5" end="5"/>
                                            </p:txEl>
                                          </p:spTgt>
                                        </p:tgtEl>
                                      </p:cBhvr>
                                    </p:animEffect>
                                  </p:childTnLst>
                                </p:cTn>
                              </p:par>
                            </p:childTnLst>
                          </p:cTn>
                        </p:par>
                      </p:childTnLst>
                    </p:cTn>
                  </p:par>
                  <p:par>
                    <p:cTn id="335" fill="hold">
                      <p:stCondLst>
                        <p:cond delay="indefinite"/>
                      </p:stCondLst>
                      <p:childTnLst>
                        <p:par>
                          <p:cTn id="336" fill="hold">
                            <p:stCondLst>
                              <p:cond delay="0"/>
                            </p:stCondLst>
                            <p:childTnLst>
                              <p:par>
                                <p:cTn id="337" presetID="6" presetClass="entr" presetSubtype="16" fill="hold" grpId="0" nodeType="clickEffect">
                                  <p:stCondLst>
                                    <p:cond delay="0"/>
                                  </p:stCondLst>
                                  <p:childTnLst>
                                    <p:set>
                                      <p:cBhvr>
                                        <p:cTn id="338" dur="1" fill="hold">
                                          <p:stCondLst>
                                            <p:cond delay="0"/>
                                          </p:stCondLst>
                                        </p:cTn>
                                        <p:tgtEl>
                                          <p:spTgt spid="37"/>
                                        </p:tgtEl>
                                        <p:attrNameLst>
                                          <p:attrName>style.visibility</p:attrName>
                                        </p:attrNameLst>
                                      </p:cBhvr>
                                      <p:to>
                                        <p:strVal val="visible"/>
                                      </p:to>
                                    </p:set>
                                    <p:animEffect transition="in" filter="circle(in)">
                                      <p:cBhvr>
                                        <p:cTn id="339" dur="2000"/>
                                        <p:tgtEl>
                                          <p:spTgt spid="37"/>
                                        </p:tgtEl>
                                      </p:cBhvr>
                                    </p:animEffect>
                                  </p:childTnLst>
                                </p:cTn>
                              </p:par>
                            </p:childTnLst>
                          </p:cTn>
                        </p:par>
                      </p:childTnLst>
                    </p:cTn>
                  </p:par>
                  <p:par>
                    <p:cTn id="340" fill="hold">
                      <p:stCondLst>
                        <p:cond delay="indefinite"/>
                      </p:stCondLst>
                      <p:childTnLst>
                        <p:par>
                          <p:cTn id="341" fill="hold">
                            <p:stCondLst>
                              <p:cond delay="0"/>
                            </p:stCondLst>
                            <p:childTnLst>
                              <p:par>
                                <p:cTn id="342" presetID="6" presetClass="entr" presetSubtype="16" fill="hold" grpId="0" nodeType="clickEffect">
                                  <p:stCondLst>
                                    <p:cond delay="0"/>
                                  </p:stCondLst>
                                  <p:childTnLst>
                                    <p:set>
                                      <p:cBhvr>
                                        <p:cTn id="343" dur="1" fill="hold">
                                          <p:stCondLst>
                                            <p:cond delay="0"/>
                                          </p:stCondLst>
                                        </p:cTn>
                                        <p:tgtEl>
                                          <p:spTgt spid="38"/>
                                        </p:tgtEl>
                                        <p:attrNameLst>
                                          <p:attrName>style.visibility</p:attrName>
                                        </p:attrNameLst>
                                      </p:cBhvr>
                                      <p:to>
                                        <p:strVal val="visible"/>
                                      </p:to>
                                    </p:set>
                                    <p:animEffect transition="in" filter="circle(in)">
                                      <p:cBhvr>
                                        <p:cTn id="344" dur="2000"/>
                                        <p:tgtEl>
                                          <p:spTgt spid="38"/>
                                        </p:tgtEl>
                                      </p:cBhvr>
                                    </p:animEffect>
                                  </p:childTnLst>
                                </p:cTn>
                              </p:par>
                            </p:childTnLst>
                          </p:cTn>
                        </p:par>
                      </p:childTnLst>
                    </p:cTn>
                  </p:par>
                  <p:par>
                    <p:cTn id="345" fill="hold">
                      <p:stCondLst>
                        <p:cond delay="indefinite"/>
                      </p:stCondLst>
                      <p:childTnLst>
                        <p:par>
                          <p:cTn id="346" fill="hold">
                            <p:stCondLst>
                              <p:cond delay="0"/>
                            </p:stCondLst>
                            <p:childTnLst>
                              <p:par>
                                <p:cTn id="347" presetID="6" presetClass="entr" presetSubtype="16" fill="hold" grpId="0" nodeType="clickEffect">
                                  <p:stCondLst>
                                    <p:cond delay="0"/>
                                  </p:stCondLst>
                                  <p:childTnLst>
                                    <p:set>
                                      <p:cBhvr>
                                        <p:cTn id="348" dur="1" fill="hold">
                                          <p:stCondLst>
                                            <p:cond delay="0"/>
                                          </p:stCondLst>
                                        </p:cTn>
                                        <p:tgtEl>
                                          <p:spTgt spid="39"/>
                                        </p:tgtEl>
                                        <p:attrNameLst>
                                          <p:attrName>style.visibility</p:attrName>
                                        </p:attrNameLst>
                                      </p:cBhvr>
                                      <p:to>
                                        <p:strVal val="visible"/>
                                      </p:to>
                                    </p:set>
                                    <p:animEffect transition="in" filter="circle(in)">
                                      <p:cBhvr>
                                        <p:cTn id="349" dur="2000"/>
                                        <p:tgtEl>
                                          <p:spTgt spid="39"/>
                                        </p:tgtEl>
                                      </p:cBhvr>
                                    </p:animEffect>
                                  </p:childTnLst>
                                </p:cTn>
                              </p:par>
                            </p:childTnLst>
                          </p:cTn>
                        </p:par>
                      </p:childTnLst>
                    </p:cTn>
                  </p:par>
                  <p:par>
                    <p:cTn id="350" fill="hold">
                      <p:stCondLst>
                        <p:cond delay="indefinite"/>
                      </p:stCondLst>
                      <p:childTnLst>
                        <p:par>
                          <p:cTn id="351" fill="hold">
                            <p:stCondLst>
                              <p:cond delay="0"/>
                            </p:stCondLst>
                            <p:childTnLst>
                              <p:par>
                                <p:cTn id="352" presetID="22" presetClass="entr" presetSubtype="1" fill="hold" grpId="0" nodeType="clickEffect">
                                  <p:stCondLst>
                                    <p:cond delay="0"/>
                                  </p:stCondLst>
                                  <p:childTnLst>
                                    <p:set>
                                      <p:cBhvr>
                                        <p:cTn id="353" dur="1" fill="hold">
                                          <p:stCondLst>
                                            <p:cond delay="0"/>
                                          </p:stCondLst>
                                        </p:cTn>
                                        <p:tgtEl>
                                          <p:spTgt spid="165">
                                            <p:txEl>
                                              <p:pRg st="0" end="0"/>
                                            </p:txEl>
                                          </p:spTgt>
                                        </p:tgtEl>
                                        <p:attrNameLst>
                                          <p:attrName>style.visibility</p:attrName>
                                        </p:attrNameLst>
                                      </p:cBhvr>
                                      <p:to>
                                        <p:strVal val="visible"/>
                                      </p:to>
                                    </p:set>
                                    <p:animEffect transition="in" filter="wipe(up)">
                                      <p:cBhvr>
                                        <p:cTn id="354" dur="500"/>
                                        <p:tgtEl>
                                          <p:spTgt spid="165">
                                            <p:txEl>
                                              <p:pRg st="0" end="0"/>
                                            </p:txEl>
                                          </p:spTgt>
                                        </p:tgtEl>
                                      </p:cBhvr>
                                    </p:animEffect>
                                  </p:childTnLst>
                                </p:cTn>
                              </p:par>
                            </p:childTnLst>
                          </p:cTn>
                        </p:par>
                      </p:childTnLst>
                    </p:cTn>
                  </p:par>
                  <p:par>
                    <p:cTn id="355" fill="hold">
                      <p:stCondLst>
                        <p:cond delay="indefinite"/>
                      </p:stCondLst>
                      <p:childTnLst>
                        <p:par>
                          <p:cTn id="356" fill="hold">
                            <p:stCondLst>
                              <p:cond delay="0"/>
                            </p:stCondLst>
                            <p:childTnLst>
                              <p:par>
                                <p:cTn id="357" presetID="22" presetClass="entr" presetSubtype="4" fill="hold" grpId="0" nodeType="clickEffect">
                                  <p:stCondLst>
                                    <p:cond delay="0"/>
                                  </p:stCondLst>
                                  <p:childTnLst>
                                    <p:set>
                                      <p:cBhvr>
                                        <p:cTn id="358" dur="1" fill="hold">
                                          <p:stCondLst>
                                            <p:cond delay="0"/>
                                          </p:stCondLst>
                                        </p:cTn>
                                        <p:tgtEl>
                                          <p:spTgt spid="101"/>
                                        </p:tgtEl>
                                        <p:attrNameLst>
                                          <p:attrName>style.visibility</p:attrName>
                                        </p:attrNameLst>
                                      </p:cBhvr>
                                      <p:to>
                                        <p:strVal val="visible"/>
                                      </p:to>
                                    </p:set>
                                    <p:animEffect transition="in" filter="wipe(down)">
                                      <p:cBhvr>
                                        <p:cTn id="359" dur="500"/>
                                        <p:tgtEl>
                                          <p:spTgt spid="101"/>
                                        </p:tgtEl>
                                      </p:cBhvr>
                                    </p:animEffect>
                                  </p:childTnLst>
                                </p:cTn>
                              </p:par>
                              <p:par>
                                <p:cTn id="360" presetID="22" presetClass="entr" presetSubtype="8" fill="hold" nodeType="withEffect">
                                  <p:stCondLst>
                                    <p:cond delay="0"/>
                                  </p:stCondLst>
                                  <p:childTnLst>
                                    <p:set>
                                      <p:cBhvr>
                                        <p:cTn id="361" dur="1" fill="hold">
                                          <p:stCondLst>
                                            <p:cond delay="0"/>
                                          </p:stCondLst>
                                        </p:cTn>
                                        <p:tgtEl>
                                          <p:spTgt spid="2"/>
                                        </p:tgtEl>
                                        <p:attrNameLst>
                                          <p:attrName>style.visibility</p:attrName>
                                        </p:attrNameLst>
                                      </p:cBhvr>
                                      <p:to>
                                        <p:strVal val="visible"/>
                                      </p:to>
                                    </p:set>
                                    <p:animEffect transition="in" filter="wipe(left)">
                                      <p:cBhvr>
                                        <p:cTn id="362" dur="500"/>
                                        <p:tgtEl>
                                          <p:spTgt spid="2"/>
                                        </p:tgtEl>
                                      </p:cBhvr>
                                    </p:animEffect>
                                  </p:childTnLst>
                                </p:cTn>
                              </p:par>
                            </p:childTnLst>
                          </p:cTn>
                        </p:par>
                      </p:childTnLst>
                    </p:cTn>
                  </p:par>
                  <p:par>
                    <p:cTn id="363" fill="hold">
                      <p:stCondLst>
                        <p:cond delay="indefinite"/>
                      </p:stCondLst>
                      <p:childTnLst>
                        <p:par>
                          <p:cTn id="364" fill="hold">
                            <p:stCondLst>
                              <p:cond delay="0"/>
                            </p:stCondLst>
                            <p:childTnLst>
                              <p:par>
                                <p:cTn id="365" presetID="22" presetClass="entr" presetSubtype="1" fill="hold" grpId="0" nodeType="clickEffect">
                                  <p:stCondLst>
                                    <p:cond delay="0"/>
                                  </p:stCondLst>
                                  <p:childTnLst>
                                    <p:set>
                                      <p:cBhvr>
                                        <p:cTn id="366" dur="1" fill="hold">
                                          <p:stCondLst>
                                            <p:cond delay="0"/>
                                          </p:stCondLst>
                                        </p:cTn>
                                        <p:tgtEl>
                                          <p:spTgt spid="165">
                                            <p:txEl>
                                              <p:pRg st="1" end="1"/>
                                            </p:txEl>
                                          </p:spTgt>
                                        </p:tgtEl>
                                        <p:attrNameLst>
                                          <p:attrName>style.visibility</p:attrName>
                                        </p:attrNameLst>
                                      </p:cBhvr>
                                      <p:to>
                                        <p:strVal val="visible"/>
                                      </p:to>
                                    </p:set>
                                    <p:animEffect transition="in" filter="wipe(up)">
                                      <p:cBhvr>
                                        <p:cTn id="367" dur="500"/>
                                        <p:tgtEl>
                                          <p:spTgt spid="165">
                                            <p:txEl>
                                              <p:pRg st="1" end="1"/>
                                            </p:txEl>
                                          </p:spTgt>
                                        </p:tgtEl>
                                      </p:cBhvr>
                                    </p:animEffect>
                                  </p:childTnLst>
                                </p:cTn>
                              </p:par>
                            </p:childTnLst>
                          </p:cTn>
                        </p:par>
                      </p:childTnLst>
                    </p:cTn>
                  </p:par>
                  <p:par>
                    <p:cTn id="368" fill="hold">
                      <p:stCondLst>
                        <p:cond delay="indefinite"/>
                      </p:stCondLst>
                      <p:childTnLst>
                        <p:par>
                          <p:cTn id="369" fill="hold">
                            <p:stCondLst>
                              <p:cond delay="0"/>
                            </p:stCondLst>
                            <p:childTnLst>
                              <p:par>
                                <p:cTn id="370" presetID="22" presetClass="entr" presetSubtype="4" fill="hold" grpId="0" nodeType="clickEffect">
                                  <p:stCondLst>
                                    <p:cond delay="0"/>
                                  </p:stCondLst>
                                  <p:childTnLst>
                                    <p:set>
                                      <p:cBhvr>
                                        <p:cTn id="371" dur="1" fill="hold">
                                          <p:stCondLst>
                                            <p:cond delay="0"/>
                                          </p:stCondLst>
                                        </p:cTn>
                                        <p:tgtEl>
                                          <p:spTgt spid="166"/>
                                        </p:tgtEl>
                                        <p:attrNameLst>
                                          <p:attrName>style.visibility</p:attrName>
                                        </p:attrNameLst>
                                      </p:cBhvr>
                                      <p:to>
                                        <p:strVal val="visible"/>
                                      </p:to>
                                    </p:set>
                                    <p:animEffect transition="in" filter="wipe(down)">
                                      <p:cBhvr>
                                        <p:cTn id="372" dur="500"/>
                                        <p:tgtEl>
                                          <p:spTgt spid="166"/>
                                        </p:tgtEl>
                                      </p:cBhvr>
                                    </p:animEffect>
                                  </p:childTnLst>
                                </p:cTn>
                              </p:par>
                            </p:childTnLst>
                          </p:cTn>
                        </p:par>
                        <p:par>
                          <p:cTn id="373" fill="hold">
                            <p:stCondLst>
                              <p:cond delay="500"/>
                            </p:stCondLst>
                            <p:childTnLst>
                              <p:par>
                                <p:cTn id="374" presetID="64" presetClass="path" presetSubtype="0" accel="50000" decel="50000" fill="hold" grpId="0" nodeType="afterEffect">
                                  <p:stCondLst>
                                    <p:cond delay="0"/>
                                  </p:stCondLst>
                                  <p:childTnLst>
                                    <p:animMotion origin="layout" path="M -2.08333E-6 3.33333E-6 L -0.00247 -0.19422 " pathEditMode="relative" rAng="0" ptsTypes="AA">
                                      <p:cBhvr>
                                        <p:cTn id="375" dur="1000" fill="hold"/>
                                        <p:tgtEl>
                                          <p:spTgt spid="78"/>
                                        </p:tgtEl>
                                        <p:attrNameLst>
                                          <p:attrName>ppt_x</p:attrName>
                                          <p:attrName>ppt_y</p:attrName>
                                        </p:attrNameLst>
                                      </p:cBhvr>
                                      <p:rCtr x="-130" y="-9722"/>
                                    </p:animMotion>
                                  </p:childTnLst>
                                </p:cTn>
                              </p:par>
                            </p:childTnLst>
                          </p:cTn>
                        </p:par>
                        <p:par>
                          <p:cTn id="376" fill="hold">
                            <p:stCondLst>
                              <p:cond delay="1500"/>
                            </p:stCondLst>
                            <p:childTnLst>
                              <p:par>
                                <p:cTn id="377" presetID="35" presetClass="path" presetSubtype="0" accel="50000" decel="50000" fill="hold" grpId="1" nodeType="afterEffect">
                                  <p:stCondLst>
                                    <p:cond delay="0"/>
                                  </p:stCondLst>
                                  <p:childTnLst>
                                    <p:animMotion origin="layout" path="M -0.00247 -0.19422 L -0.36041 -0.19468 " pathEditMode="relative" rAng="0" ptsTypes="AA">
                                      <p:cBhvr>
                                        <p:cTn id="378" dur="1000" fill="hold"/>
                                        <p:tgtEl>
                                          <p:spTgt spid="78"/>
                                        </p:tgtEl>
                                        <p:attrNameLst>
                                          <p:attrName>ppt_x</p:attrName>
                                          <p:attrName>ppt_y</p:attrName>
                                        </p:attrNameLst>
                                      </p:cBhvr>
                                      <p:rCtr x="-17904" y="-23"/>
                                    </p:animMotion>
                                  </p:childTnLst>
                                </p:cTn>
                              </p:par>
                            </p:childTnLst>
                          </p:cTn>
                        </p:par>
                      </p:childTnLst>
                    </p:cTn>
                  </p:par>
                  <p:par>
                    <p:cTn id="379" fill="hold">
                      <p:stCondLst>
                        <p:cond delay="indefinite"/>
                      </p:stCondLst>
                      <p:childTnLst>
                        <p:par>
                          <p:cTn id="380" fill="hold">
                            <p:stCondLst>
                              <p:cond delay="0"/>
                            </p:stCondLst>
                            <p:childTnLst>
                              <p:par>
                                <p:cTn id="381" presetID="22" presetClass="entr" presetSubtype="1" fill="hold" grpId="0" nodeType="clickEffect">
                                  <p:stCondLst>
                                    <p:cond delay="0"/>
                                  </p:stCondLst>
                                  <p:childTnLst>
                                    <p:set>
                                      <p:cBhvr>
                                        <p:cTn id="382" dur="1" fill="hold">
                                          <p:stCondLst>
                                            <p:cond delay="0"/>
                                          </p:stCondLst>
                                        </p:cTn>
                                        <p:tgtEl>
                                          <p:spTgt spid="165">
                                            <p:txEl>
                                              <p:pRg st="2" end="2"/>
                                            </p:txEl>
                                          </p:spTgt>
                                        </p:tgtEl>
                                        <p:attrNameLst>
                                          <p:attrName>style.visibility</p:attrName>
                                        </p:attrNameLst>
                                      </p:cBhvr>
                                      <p:to>
                                        <p:strVal val="visible"/>
                                      </p:to>
                                    </p:set>
                                    <p:animEffect transition="in" filter="wipe(up)">
                                      <p:cBhvr>
                                        <p:cTn id="383" dur="500"/>
                                        <p:tgtEl>
                                          <p:spTgt spid="165">
                                            <p:txEl>
                                              <p:pRg st="2" end="2"/>
                                            </p:txEl>
                                          </p:spTgt>
                                        </p:tgtEl>
                                      </p:cBhvr>
                                    </p:animEffect>
                                  </p:childTnLst>
                                </p:cTn>
                              </p:par>
                            </p:childTnLst>
                          </p:cTn>
                        </p:par>
                      </p:childTnLst>
                    </p:cTn>
                  </p:par>
                  <p:par>
                    <p:cTn id="384" fill="hold">
                      <p:stCondLst>
                        <p:cond delay="indefinite"/>
                      </p:stCondLst>
                      <p:childTnLst>
                        <p:par>
                          <p:cTn id="385" fill="hold">
                            <p:stCondLst>
                              <p:cond delay="0"/>
                            </p:stCondLst>
                            <p:childTnLst>
                              <p:par>
                                <p:cTn id="386" presetID="22" presetClass="entr" presetSubtype="4" fill="hold" grpId="0" nodeType="clickEffect">
                                  <p:stCondLst>
                                    <p:cond delay="0"/>
                                  </p:stCondLst>
                                  <p:childTnLst>
                                    <p:set>
                                      <p:cBhvr>
                                        <p:cTn id="387" dur="1" fill="hold">
                                          <p:stCondLst>
                                            <p:cond delay="0"/>
                                          </p:stCondLst>
                                        </p:cTn>
                                        <p:tgtEl>
                                          <p:spTgt spid="167"/>
                                        </p:tgtEl>
                                        <p:attrNameLst>
                                          <p:attrName>style.visibility</p:attrName>
                                        </p:attrNameLst>
                                      </p:cBhvr>
                                      <p:to>
                                        <p:strVal val="visible"/>
                                      </p:to>
                                    </p:set>
                                    <p:animEffect transition="in" filter="wipe(down)">
                                      <p:cBhvr>
                                        <p:cTn id="388" dur="500"/>
                                        <p:tgtEl>
                                          <p:spTgt spid="167"/>
                                        </p:tgtEl>
                                      </p:cBhvr>
                                    </p:animEffect>
                                  </p:childTnLst>
                                </p:cTn>
                              </p:par>
                            </p:childTnLst>
                          </p:cTn>
                        </p:par>
                        <p:par>
                          <p:cTn id="389" fill="hold">
                            <p:stCondLst>
                              <p:cond delay="500"/>
                            </p:stCondLst>
                            <p:childTnLst>
                              <p:par>
                                <p:cTn id="390" presetID="35" presetClass="path" presetSubtype="0" accel="50000" decel="50000" fill="hold" grpId="2" nodeType="afterEffect">
                                  <p:stCondLst>
                                    <p:cond delay="0"/>
                                  </p:stCondLst>
                                  <p:childTnLst>
                                    <p:animMotion origin="layout" path="M -0.36041 -0.19468 L -0.7332 -0.19468 " pathEditMode="relative" rAng="0" ptsTypes="AA">
                                      <p:cBhvr>
                                        <p:cTn id="391" dur="1000" fill="hold"/>
                                        <p:tgtEl>
                                          <p:spTgt spid="78"/>
                                        </p:tgtEl>
                                        <p:attrNameLst>
                                          <p:attrName>ppt_x</p:attrName>
                                          <p:attrName>ppt_y</p:attrName>
                                        </p:attrNameLst>
                                      </p:cBhvr>
                                      <p:rCtr x="-18646" y="0"/>
                                    </p:animMotion>
                                  </p:childTnLst>
                                </p:cTn>
                              </p:par>
                            </p:childTnLst>
                          </p:cTn>
                        </p:par>
                        <p:par>
                          <p:cTn id="392" fill="hold">
                            <p:stCondLst>
                              <p:cond delay="1500"/>
                            </p:stCondLst>
                            <p:childTnLst>
                              <p:par>
                                <p:cTn id="393" presetID="64" presetClass="path" presetSubtype="0" accel="50000" decel="50000" fill="hold" grpId="0" nodeType="afterEffect">
                                  <p:stCondLst>
                                    <p:cond delay="0"/>
                                  </p:stCondLst>
                                  <p:childTnLst>
                                    <p:animMotion origin="layout" path="M -3.75E-6 2.96296E-6 L -0.02226 -0.13959 " pathEditMode="relative" rAng="0" ptsTypes="AA">
                                      <p:cBhvr>
                                        <p:cTn id="394" dur="1000" fill="hold"/>
                                        <p:tgtEl>
                                          <p:spTgt spid="82"/>
                                        </p:tgtEl>
                                        <p:attrNameLst>
                                          <p:attrName>ppt_x</p:attrName>
                                          <p:attrName>ppt_y</p:attrName>
                                        </p:attrNameLst>
                                      </p:cBhvr>
                                      <p:rCtr x="-1120" y="-6991"/>
                                    </p:animMotion>
                                  </p:childTnLst>
                                </p:cTn>
                              </p:par>
                            </p:childTnLst>
                          </p:cTn>
                        </p:par>
                        <p:par>
                          <p:cTn id="395" fill="hold">
                            <p:stCondLst>
                              <p:cond delay="2500"/>
                            </p:stCondLst>
                            <p:childTnLst>
                              <p:par>
                                <p:cTn id="396" presetID="35" presetClass="path" presetSubtype="0" accel="50000" decel="50000" fill="hold" grpId="1" nodeType="afterEffect">
                                  <p:stCondLst>
                                    <p:cond delay="0"/>
                                  </p:stCondLst>
                                  <p:childTnLst>
                                    <p:animMotion origin="layout" path="M -0.02226 -0.13959 L -0.38033 -0.14005 " pathEditMode="relative" rAng="0" ptsTypes="AA">
                                      <p:cBhvr>
                                        <p:cTn id="397" dur="1000" fill="hold"/>
                                        <p:tgtEl>
                                          <p:spTgt spid="82"/>
                                        </p:tgtEl>
                                        <p:attrNameLst>
                                          <p:attrName>ppt_x</p:attrName>
                                          <p:attrName>ppt_y</p:attrName>
                                        </p:attrNameLst>
                                      </p:cBhvr>
                                      <p:rCtr x="-17904" y="-23"/>
                                    </p:animMotion>
                                  </p:childTnLst>
                                </p:cTn>
                              </p:par>
                            </p:childTnLst>
                          </p:cTn>
                        </p:par>
                        <p:par>
                          <p:cTn id="398" fill="hold">
                            <p:stCondLst>
                              <p:cond delay="3500"/>
                            </p:stCondLst>
                            <p:childTnLst>
                              <p:par>
                                <p:cTn id="399" presetID="64" presetClass="path" presetSubtype="0" accel="50000" decel="50000" fill="hold" grpId="0" nodeType="afterEffect">
                                  <p:stCondLst>
                                    <p:cond delay="0"/>
                                  </p:stCondLst>
                                  <p:childTnLst>
                                    <p:animMotion origin="layout" path="M 3.125E-6 2.59259E-6 L -0.03047 -0.18496 " pathEditMode="relative" rAng="0" ptsTypes="AA">
                                      <p:cBhvr>
                                        <p:cTn id="400" dur="1000" fill="hold"/>
                                        <p:tgtEl>
                                          <p:spTgt spid="81"/>
                                        </p:tgtEl>
                                        <p:attrNameLst>
                                          <p:attrName>ppt_x</p:attrName>
                                          <p:attrName>ppt_y</p:attrName>
                                        </p:attrNameLst>
                                      </p:cBhvr>
                                      <p:rCtr x="-1523" y="-9259"/>
                                    </p:animMotion>
                                  </p:childTnLst>
                                </p:cTn>
                              </p:par>
                            </p:childTnLst>
                          </p:cTn>
                        </p:par>
                        <p:par>
                          <p:cTn id="401" fill="hold">
                            <p:stCondLst>
                              <p:cond delay="4500"/>
                            </p:stCondLst>
                            <p:childTnLst>
                              <p:par>
                                <p:cTn id="402" presetID="35" presetClass="path" presetSubtype="0" accel="50000" decel="50000" fill="hold" grpId="1" nodeType="afterEffect">
                                  <p:stCondLst>
                                    <p:cond delay="0"/>
                                  </p:stCondLst>
                                  <p:childTnLst>
                                    <p:animMotion origin="layout" path="M -0.03047 -0.18496 L -0.36133 -0.18542 " pathEditMode="relative" rAng="0" ptsTypes="AA">
                                      <p:cBhvr>
                                        <p:cTn id="403" dur="1000" fill="hold"/>
                                        <p:tgtEl>
                                          <p:spTgt spid="81"/>
                                        </p:tgtEl>
                                        <p:attrNameLst>
                                          <p:attrName>ppt_x</p:attrName>
                                          <p:attrName>ppt_y</p:attrName>
                                        </p:attrNameLst>
                                      </p:cBhvr>
                                      <p:rCtr x="-16549" y="-23"/>
                                    </p:animMotion>
                                  </p:childTnLst>
                                </p:cTn>
                              </p:par>
                            </p:childTnLst>
                          </p:cTn>
                        </p:par>
                        <p:par>
                          <p:cTn id="404" fill="hold">
                            <p:stCondLst>
                              <p:cond delay="5500"/>
                            </p:stCondLst>
                            <p:childTnLst>
                              <p:par>
                                <p:cTn id="405" presetID="64" presetClass="path" presetSubtype="0" accel="50000" decel="50000" fill="hold" grpId="0" nodeType="afterEffect">
                                  <p:stCondLst>
                                    <p:cond delay="0"/>
                                  </p:stCondLst>
                                  <p:childTnLst>
                                    <p:animMotion origin="layout" path="M -4.375E-6 3.7037E-6 L 0.00222 -0.2426 " pathEditMode="relative" rAng="0" ptsTypes="AA">
                                      <p:cBhvr>
                                        <p:cTn id="406" dur="1000" fill="hold"/>
                                        <p:tgtEl>
                                          <p:spTgt spid="80"/>
                                        </p:tgtEl>
                                        <p:attrNameLst>
                                          <p:attrName>ppt_x</p:attrName>
                                          <p:attrName>ppt_y</p:attrName>
                                        </p:attrNameLst>
                                      </p:cBhvr>
                                      <p:rCtr x="104" y="-12130"/>
                                    </p:animMotion>
                                  </p:childTnLst>
                                </p:cTn>
                              </p:par>
                            </p:childTnLst>
                          </p:cTn>
                        </p:par>
                        <p:par>
                          <p:cTn id="407" fill="hold">
                            <p:stCondLst>
                              <p:cond delay="6500"/>
                            </p:stCondLst>
                            <p:childTnLst>
                              <p:par>
                                <p:cTn id="408" presetID="35" presetClass="path" presetSubtype="0" accel="50000" decel="50000" fill="hold" grpId="1" nodeType="afterEffect">
                                  <p:stCondLst>
                                    <p:cond delay="0"/>
                                  </p:stCondLst>
                                  <p:childTnLst>
                                    <p:animMotion origin="layout" path="M 0.00222 -0.2426 L -0.297 -0.24306 " pathEditMode="relative" rAng="0" ptsTypes="AA">
                                      <p:cBhvr>
                                        <p:cTn id="409" dur="1000" fill="hold"/>
                                        <p:tgtEl>
                                          <p:spTgt spid="80"/>
                                        </p:tgtEl>
                                        <p:attrNameLst>
                                          <p:attrName>ppt_x</p:attrName>
                                          <p:attrName>ppt_y</p:attrName>
                                        </p:attrNameLst>
                                      </p:cBhvr>
                                      <p:rCtr x="-14961" y="-23"/>
                                    </p:animMotion>
                                  </p:childTnLst>
                                </p:cTn>
                              </p:par>
                            </p:childTnLst>
                          </p:cTn>
                        </p:par>
                        <p:par>
                          <p:cTn id="410" fill="hold">
                            <p:stCondLst>
                              <p:cond delay="7500"/>
                            </p:stCondLst>
                            <p:childTnLst>
                              <p:par>
                                <p:cTn id="411" presetID="64" presetClass="path" presetSubtype="0" accel="50000" decel="50000" fill="hold" grpId="0" nodeType="afterEffect">
                                  <p:stCondLst>
                                    <p:cond delay="0"/>
                                  </p:stCondLst>
                                  <p:childTnLst>
                                    <p:animMotion origin="layout" path="M 1.875E-6 7.40741E-7 L 0.02487 -0.19931 " pathEditMode="relative" rAng="0" ptsTypes="AA">
                                      <p:cBhvr>
                                        <p:cTn id="412" dur="1000" fill="hold"/>
                                        <p:tgtEl>
                                          <p:spTgt spid="92"/>
                                        </p:tgtEl>
                                        <p:attrNameLst>
                                          <p:attrName>ppt_x</p:attrName>
                                          <p:attrName>ppt_y</p:attrName>
                                        </p:attrNameLst>
                                      </p:cBhvr>
                                      <p:rCtr x="1237" y="-9977"/>
                                    </p:animMotion>
                                  </p:childTnLst>
                                </p:cTn>
                              </p:par>
                            </p:childTnLst>
                          </p:cTn>
                        </p:par>
                        <p:par>
                          <p:cTn id="413" fill="hold">
                            <p:stCondLst>
                              <p:cond delay="8500"/>
                            </p:stCondLst>
                            <p:childTnLst>
                              <p:par>
                                <p:cTn id="414" presetID="35" presetClass="path" presetSubtype="0" accel="50000" decel="50000" fill="hold" grpId="1" nodeType="afterEffect">
                                  <p:stCondLst>
                                    <p:cond delay="0"/>
                                  </p:stCondLst>
                                  <p:childTnLst>
                                    <p:animMotion origin="layout" path="M 0.02487 -0.19931 L -0.24531 -0.20116 " pathEditMode="relative" rAng="0" ptsTypes="AA">
                                      <p:cBhvr>
                                        <p:cTn id="415" dur="1000" fill="hold"/>
                                        <p:tgtEl>
                                          <p:spTgt spid="92"/>
                                        </p:tgtEl>
                                        <p:attrNameLst>
                                          <p:attrName>ppt_x</p:attrName>
                                          <p:attrName>ppt_y</p:attrName>
                                        </p:attrNameLst>
                                      </p:cBhvr>
                                      <p:rCtr x="-13516" y="-93"/>
                                    </p:animMotion>
                                  </p:childTnLst>
                                </p:cTn>
                              </p:par>
                            </p:childTnLst>
                          </p:cTn>
                        </p:par>
                      </p:childTnLst>
                    </p:cTn>
                  </p:par>
                  <p:par>
                    <p:cTn id="416" fill="hold">
                      <p:stCondLst>
                        <p:cond delay="indefinite"/>
                      </p:stCondLst>
                      <p:childTnLst>
                        <p:par>
                          <p:cTn id="417" fill="hold">
                            <p:stCondLst>
                              <p:cond delay="0"/>
                            </p:stCondLst>
                            <p:childTnLst>
                              <p:par>
                                <p:cTn id="418" presetID="22" presetClass="entr" presetSubtype="1" fill="hold" grpId="0" nodeType="clickEffect">
                                  <p:stCondLst>
                                    <p:cond delay="0"/>
                                  </p:stCondLst>
                                  <p:childTnLst>
                                    <p:set>
                                      <p:cBhvr>
                                        <p:cTn id="419" dur="1" fill="hold">
                                          <p:stCondLst>
                                            <p:cond delay="0"/>
                                          </p:stCondLst>
                                        </p:cTn>
                                        <p:tgtEl>
                                          <p:spTgt spid="165">
                                            <p:txEl>
                                              <p:pRg st="3" end="3"/>
                                            </p:txEl>
                                          </p:spTgt>
                                        </p:tgtEl>
                                        <p:attrNameLst>
                                          <p:attrName>style.visibility</p:attrName>
                                        </p:attrNameLst>
                                      </p:cBhvr>
                                      <p:to>
                                        <p:strVal val="visible"/>
                                      </p:to>
                                    </p:set>
                                    <p:animEffect transition="in" filter="wipe(up)">
                                      <p:cBhvr>
                                        <p:cTn id="420" dur="500"/>
                                        <p:tgtEl>
                                          <p:spTgt spid="165">
                                            <p:txEl>
                                              <p:pRg st="3" end="3"/>
                                            </p:txEl>
                                          </p:spTgt>
                                        </p:tgtEl>
                                      </p:cBhvr>
                                    </p:animEffect>
                                  </p:childTnLst>
                                </p:cTn>
                              </p:par>
                            </p:childTnLst>
                          </p:cTn>
                        </p:par>
                      </p:childTnLst>
                    </p:cTn>
                  </p:par>
                  <p:par>
                    <p:cTn id="421" fill="hold">
                      <p:stCondLst>
                        <p:cond delay="indefinite"/>
                      </p:stCondLst>
                      <p:childTnLst>
                        <p:par>
                          <p:cTn id="422" fill="hold">
                            <p:stCondLst>
                              <p:cond delay="0"/>
                            </p:stCondLst>
                            <p:childTnLst>
                              <p:par>
                                <p:cTn id="423" presetID="35" presetClass="path" presetSubtype="0" accel="50000" decel="50000" fill="hold" grpId="2" nodeType="clickEffect">
                                  <p:stCondLst>
                                    <p:cond delay="0"/>
                                  </p:stCondLst>
                                  <p:childTnLst>
                                    <p:animMotion origin="layout" path="M -0.38033 -0.14005 L -0.72408 -0.14005 " pathEditMode="relative" rAng="0" ptsTypes="AA">
                                      <p:cBhvr>
                                        <p:cTn id="424" dur="1000" fill="hold"/>
                                        <p:tgtEl>
                                          <p:spTgt spid="82"/>
                                        </p:tgtEl>
                                        <p:attrNameLst>
                                          <p:attrName>ppt_x</p:attrName>
                                          <p:attrName>ppt_y</p:attrName>
                                        </p:attrNameLst>
                                      </p:cBhvr>
                                      <p:rCtr x="-17188" y="0"/>
                                    </p:animMotion>
                                  </p:childTnLst>
                                </p:cTn>
                              </p:par>
                            </p:childTnLst>
                          </p:cTn>
                        </p:par>
                        <p:par>
                          <p:cTn id="425" fill="hold">
                            <p:stCondLst>
                              <p:cond delay="1000"/>
                            </p:stCondLst>
                            <p:childTnLst>
                              <p:par>
                                <p:cTn id="426" presetID="64" presetClass="path" presetSubtype="0" accel="50000" decel="50000" fill="hold" grpId="0" nodeType="afterEffect">
                                  <p:stCondLst>
                                    <p:cond delay="0"/>
                                  </p:stCondLst>
                                  <p:childTnLst>
                                    <p:animMotion origin="layout" path="M 2.91667E-6 -3.33333E-6 L -0.03698 -0.04838 " pathEditMode="relative" rAng="0" ptsTypes="AA">
                                      <p:cBhvr>
                                        <p:cTn id="427" dur="1000" fill="hold"/>
                                        <p:tgtEl>
                                          <p:spTgt spid="90"/>
                                        </p:tgtEl>
                                        <p:attrNameLst>
                                          <p:attrName>ppt_x</p:attrName>
                                          <p:attrName>ppt_y</p:attrName>
                                        </p:attrNameLst>
                                      </p:cBhvr>
                                      <p:rCtr x="-1849" y="-2431"/>
                                    </p:animMotion>
                                  </p:childTnLst>
                                </p:cTn>
                              </p:par>
                            </p:childTnLst>
                          </p:cTn>
                        </p:par>
                        <p:par>
                          <p:cTn id="428" fill="hold">
                            <p:stCondLst>
                              <p:cond delay="2000"/>
                            </p:stCondLst>
                            <p:childTnLst>
                              <p:par>
                                <p:cTn id="429" presetID="35" presetClass="path" presetSubtype="0" accel="50000" decel="50000" fill="hold" grpId="1" nodeType="afterEffect">
                                  <p:stCondLst>
                                    <p:cond delay="0"/>
                                  </p:stCondLst>
                                  <p:childTnLst>
                                    <p:animMotion origin="layout" path="M -0.03685 -0.04838 L -0.27904 -0.04884 " pathEditMode="relative" rAng="0" ptsTypes="AA">
                                      <p:cBhvr>
                                        <p:cTn id="430" dur="1000" fill="hold"/>
                                        <p:tgtEl>
                                          <p:spTgt spid="90"/>
                                        </p:tgtEl>
                                        <p:attrNameLst>
                                          <p:attrName>ppt_x</p:attrName>
                                          <p:attrName>ppt_y</p:attrName>
                                        </p:attrNameLst>
                                      </p:cBhvr>
                                      <p:rCtr x="-12109" y="-23"/>
                                    </p:animMotion>
                                  </p:childTnLst>
                                </p:cTn>
                              </p:par>
                            </p:childTnLst>
                          </p:cTn>
                        </p:par>
                        <p:par>
                          <p:cTn id="431" fill="hold">
                            <p:stCondLst>
                              <p:cond delay="3000"/>
                            </p:stCondLst>
                            <p:childTnLst>
                              <p:par>
                                <p:cTn id="432" presetID="64" presetClass="path" presetSubtype="0" accel="50000" decel="50000" fill="hold" grpId="0" nodeType="afterEffect">
                                  <p:stCondLst>
                                    <p:cond delay="0"/>
                                  </p:stCondLst>
                                  <p:childTnLst>
                                    <p:animMotion origin="layout" path="M -2.91667E-6 4.07407E-6 L -0.05299 -0.15996 " pathEditMode="relative" rAng="0" ptsTypes="AA">
                                      <p:cBhvr>
                                        <p:cTn id="433" dur="1000" fill="hold"/>
                                        <p:tgtEl>
                                          <p:spTgt spid="88"/>
                                        </p:tgtEl>
                                        <p:attrNameLst>
                                          <p:attrName>ppt_x</p:attrName>
                                          <p:attrName>ppt_y</p:attrName>
                                        </p:attrNameLst>
                                      </p:cBhvr>
                                      <p:rCtr x="-2656" y="-8009"/>
                                    </p:animMotion>
                                  </p:childTnLst>
                                </p:cTn>
                              </p:par>
                            </p:childTnLst>
                          </p:cTn>
                        </p:par>
                        <p:par>
                          <p:cTn id="434" fill="hold">
                            <p:stCondLst>
                              <p:cond delay="4000"/>
                            </p:stCondLst>
                            <p:childTnLst>
                              <p:par>
                                <p:cTn id="435" presetID="35" presetClass="path" presetSubtype="0" accel="50000" decel="50000" fill="hold" grpId="1" nodeType="afterEffect">
                                  <p:stCondLst>
                                    <p:cond delay="0"/>
                                  </p:stCondLst>
                                  <p:childTnLst>
                                    <p:animMotion origin="layout" path="M -0.05299 -0.15996 L -0.26601 -0.16181 " pathEditMode="relative" rAng="0" ptsTypes="AA">
                                      <p:cBhvr>
                                        <p:cTn id="436" dur="1000" fill="hold"/>
                                        <p:tgtEl>
                                          <p:spTgt spid="88"/>
                                        </p:tgtEl>
                                        <p:attrNameLst>
                                          <p:attrName>ppt_x</p:attrName>
                                          <p:attrName>ppt_y</p:attrName>
                                        </p:attrNameLst>
                                      </p:cBhvr>
                                      <p:rCtr x="-10651" y="-93"/>
                                    </p:animMotion>
                                  </p:childTnLst>
                                </p:cTn>
                              </p:par>
                            </p:childTnLst>
                          </p:cTn>
                        </p:par>
                        <p:par>
                          <p:cTn id="437" fill="hold">
                            <p:stCondLst>
                              <p:cond delay="5000"/>
                            </p:stCondLst>
                            <p:childTnLst>
                              <p:par>
                                <p:cTn id="438" presetID="64" presetClass="path" presetSubtype="0" accel="50000" decel="50000" fill="hold" grpId="0" nodeType="afterEffect">
                                  <p:stCondLst>
                                    <p:cond delay="0"/>
                                  </p:stCondLst>
                                  <p:childTnLst>
                                    <p:animMotion origin="layout" path="M -2.08333E-7 -3.7037E-6 L 0.00495 -0.13125 " pathEditMode="relative" rAng="0" ptsTypes="AA">
                                      <p:cBhvr>
                                        <p:cTn id="439" dur="1000" fill="hold"/>
                                        <p:tgtEl>
                                          <p:spTgt spid="93"/>
                                        </p:tgtEl>
                                        <p:attrNameLst>
                                          <p:attrName>ppt_x</p:attrName>
                                          <p:attrName>ppt_y</p:attrName>
                                        </p:attrNameLst>
                                      </p:cBhvr>
                                      <p:rCtr x="247" y="-6574"/>
                                    </p:animMotion>
                                  </p:childTnLst>
                                </p:cTn>
                              </p:par>
                            </p:childTnLst>
                          </p:cTn>
                        </p:par>
                        <p:par>
                          <p:cTn id="440" fill="hold">
                            <p:stCondLst>
                              <p:cond delay="6000"/>
                            </p:stCondLst>
                            <p:childTnLst>
                              <p:par>
                                <p:cTn id="441" presetID="35" presetClass="path" presetSubtype="0" accel="50000" decel="50000" fill="hold" grpId="1" nodeType="afterEffect">
                                  <p:stCondLst>
                                    <p:cond delay="0"/>
                                  </p:stCondLst>
                                  <p:childTnLst>
                                    <p:animMotion origin="layout" path="M 0.00495 -0.13125 L -0.18112 -0.1331 " pathEditMode="relative" rAng="0" ptsTypes="AA">
                                      <p:cBhvr>
                                        <p:cTn id="442" dur="1000" fill="hold"/>
                                        <p:tgtEl>
                                          <p:spTgt spid="93"/>
                                        </p:tgtEl>
                                        <p:attrNameLst>
                                          <p:attrName>ppt_x</p:attrName>
                                          <p:attrName>ppt_y</p:attrName>
                                        </p:attrNameLst>
                                      </p:cBhvr>
                                      <p:rCtr x="-9310" y="-93"/>
                                    </p:animMotion>
                                  </p:childTnLst>
                                </p:cTn>
                              </p:par>
                            </p:childTnLst>
                          </p:cTn>
                        </p:par>
                      </p:childTnLst>
                    </p:cTn>
                  </p:par>
                  <p:par>
                    <p:cTn id="443" fill="hold">
                      <p:stCondLst>
                        <p:cond delay="indefinite"/>
                      </p:stCondLst>
                      <p:childTnLst>
                        <p:par>
                          <p:cTn id="444" fill="hold">
                            <p:stCondLst>
                              <p:cond delay="0"/>
                            </p:stCondLst>
                            <p:childTnLst>
                              <p:par>
                                <p:cTn id="445" presetID="35" presetClass="path" presetSubtype="0" accel="50000" decel="50000" fill="hold" grpId="2" nodeType="clickEffect">
                                  <p:stCondLst>
                                    <p:cond delay="0"/>
                                  </p:stCondLst>
                                  <p:childTnLst>
                                    <p:animMotion origin="layout" path="M -0.36133 -0.18542 L -0.70326 -0.18542 " pathEditMode="relative" rAng="0" ptsTypes="AA">
                                      <p:cBhvr>
                                        <p:cTn id="446" dur="1000" fill="hold"/>
                                        <p:tgtEl>
                                          <p:spTgt spid="81"/>
                                        </p:tgtEl>
                                        <p:attrNameLst>
                                          <p:attrName>ppt_x</p:attrName>
                                          <p:attrName>ppt_y</p:attrName>
                                        </p:attrNameLst>
                                      </p:cBhvr>
                                      <p:rCtr x="-17096" y="0"/>
                                    </p:animMotion>
                                  </p:childTnLst>
                                </p:cTn>
                              </p:par>
                            </p:childTnLst>
                          </p:cTn>
                        </p:par>
                        <p:par>
                          <p:cTn id="447" fill="hold">
                            <p:stCondLst>
                              <p:cond delay="1000"/>
                            </p:stCondLst>
                            <p:childTnLst>
                              <p:par>
                                <p:cTn id="448" presetID="35" presetClass="path" presetSubtype="0" accel="50000" decel="50000" fill="hold" grpId="2" nodeType="afterEffect">
                                  <p:stCondLst>
                                    <p:cond delay="0"/>
                                  </p:stCondLst>
                                  <p:childTnLst>
                                    <p:animMotion origin="layout" path="M -0.297 -0.24306 L -0.64362 -0.24306 " pathEditMode="relative" rAng="0" ptsTypes="AA">
                                      <p:cBhvr>
                                        <p:cTn id="449" dur="1000" fill="hold"/>
                                        <p:tgtEl>
                                          <p:spTgt spid="80"/>
                                        </p:tgtEl>
                                        <p:attrNameLst>
                                          <p:attrName>ppt_x</p:attrName>
                                          <p:attrName>ppt_y</p:attrName>
                                        </p:attrNameLst>
                                      </p:cBhvr>
                                      <p:rCtr x="-17331" y="0"/>
                                    </p:animMotion>
                                  </p:childTnLst>
                                </p:cTn>
                              </p:par>
                            </p:childTnLst>
                          </p:cTn>
                        </p:par>
                        <p:par>
                          <p:cTn id="450" fill="hold">
                            <p:stCondLst>
                              <p:cond delay="2000"/>
                            </p:stCondLst>
                            <p:childTnLst>
                              <p:par>
                                <p:cTn id="451" presetID="64" presetClass="path" presetSubtype="0" accel="50000" decel="50000" fill="hold" grpId="0" nodeType="afterEffect">
                                  <p:stCondLst>
                                    <p:cond delay="0"/>
                                  </p:stCondLst>
                                  <p:childTnLst>
                                    <p:animMotion origin="layout" path="M 4.375E-6 -3.33333E-6 L -0.01081 -0.29282 " pathEditMode="relative" rAng="0" ptsTypes="AA">
                                      <p:cBhvr>
                                        <p:cTn id="452" dur="1000" fill="hold"/>
                                        <p:tgtEl>
                                          <p:spTgt spid="85"/>
                                        </p:tgtEl>
                                        <p:attrNameLst>
                                          <p:attrName>ppt_x</p:attrName>
                                          <p:attrName>ppt_y</p:attrName>
                                        </p:attrNameLst>
                                      </p:cBhvr>
                                      <p:rCtr x="-547" y="-14653"/>
                                    </p:animMotion>
                                  </p:childTnLst>
                                </p:cTn>
                              </p:par>
                            </p:childTnLst>
                          </p:cTn>
                        </p:par>
                        <p:par>
                          <p:cTn id="453" fill="hold">
                            <p:stCondLst>
                              <p:cond delay="3000"/>
                            </p:stCondLst>
                            <p:childTnLst>
                              <p:par>
                                <p:cTn id="454" presetID="35" presetClass="path" presetSubtype="0" accel="50000" decel="50000" fill="hold" grpId="1" nodeType="afterEffect">
                                  <p:stCondLst>
                                    <p:cond delay="0"/>
                                  </p:stCondLst>
                                  <p:childTnLst>
                                    <p:animMotion origin="layout" path="M -0.01081 -0.29282 L -0.17006 -0.29467 " pathEditMode="relative" rAng="0" ptsTypes="AA">
                                      <p:cBhvr>
                                        <p:cTn id="455" dur="1000" fill="hold"/>
                                        <p:tgtEl>
                                          <p:spTgt spid="85"/>
                                        </p:tgtEl>
                                        <p:attrNameLst>
                                          <p:attrName>ppt_x</p:attrName>
                                          <p:attrName>ppt_y</p:attrName>
                                        </p:attrNameLst>
                                      </p:cBhvr>
                                      <p:rCtr x="-7969" y="-93"/>
                                    </p:animMotion>
                                  </p:childTnLst>
                                </p:cTn>
                              </p:par>
                            </p:childTnLst>
                          </p:cTn>
                        </p:par>
                      </p:childTnLst>
                    </p:cTn>
                  </p:par>
                  <p:par>
                    <p:cTn id="456" fill="hold">
                      <p:stCondLst>
                        <p:cond delay="indefinite"/>
                      </p:stCondLst>
                      <p:childTnLst>
                        <p:par>
                          <p:cTn id="457" fill="hold">
                            <p:stCondLst>
                              <p:cond delay="0"/>
                            </p:stCondLst>
                            <p:childTnLst>
                              <p:par>
                                <p:cTn id="458" presetID="35" presetClass="path" presetSubtype="0" accel="50000" decel="50000" fill="hold" grpId="2" nodeType="clickEffect">
                                  <p:stCondLst>
                                    <p:cond delay="0"/>
                                  </p:stCondLst>
                                  <p:childTnLst>
                                    <p:animMotion origin="layout" path="M -0.24531 -0.20116 L -0.59297 -0.20116 " pathEditMode="relative" rAng="0" ptsTypes="AA">
                                      <p:cBhvr>
                                        <p:cTn id="459" dur="1000" fill="hold"/>
                                        <p:tgtEl>
                                          <p:spTgt spid="92"/>
                                        </p:tgtEl>
                                        <p:attrNameLst>
                                          <p:attrName>ppt_x</p:attrName>
                                          <p:attrName>ppt_y</p:attrName>
                                        </p:attrNameLst>
                                      </p:cBhvr>
                                      <p:rCtr x="-17383" y="0"/>
                                    </p:animMotion>
                                  </p:childTnLst>
                                </p:cTn>
                              </p:par>
                            </p:childTnLst>
                          </p:cTn>
                        </p:par>
                        <p:par>
                          <p:cTn id="460" fill="hold">
                            <p:stCondLst>
                              <p:cond delay="1000"/>
                            </p:stCondLst>
                            <p:childTnLst>
                              <p:par>
                                <p:cTn id="461" presetID="35" presetClass="path" presetSubtype="0" accel="50000" decel="50000" fill="hold" grpId="2" nodeType="afterEffect">
                                  <p:stCondLst>
                                    <p:cond delay="0"/>
                                  </p:stCondLst>
                                  <p:childTnLst>
                                    <p:animMotion origin="layout" path="M -0.27904 -0.04884 L -0.62331 -0.04884 " pathEditMode="relative" rAng="0" ptsTypes="AA">
                                      <p:cBhvr>
                                        <p:cTn id="462" dur="1000" fill="hold"/>
                                        <p:tgtEl>
                                          <p:spTgt spid="90"/>
                                        </p:tgtEl>
                                        <p:attrNameLst>
                                          <p:attrName>ppt_x</p:attrName>
                                          <p:attrName>ppt_y</p:attrName>
                                        </p:attrNameLst>
                                      </p:cBhvr>
                                      <p:rCtr x="-17214" y="0"/>
                                    </p:animMotion>
                                  </p:childTnLst>
                                </p:cTn>
                              </p:par>
                            </p:childTnLst>
                          </p:cTn>
                        </p:par>
                        <p:par>
                          <p:cTn id="463" fill="hold">
                            <p:stCondLst>
                              <p:cond delay="2000"/>
                            </p:stCondLst>
                            <p:childTnLst>
                              <p:par>
                                <p:cTn id="464" presetID="64" presetClass="path" presetSubtype="0" accel="50000" decel="50000" fill="hold" grpId="0" nodeType="afterEffect">
                                  <p:stCondLst>
                                    <p:cond delay="0"/>
                                  </p:stCondLst>
                                  <p:childTnLst>
                                    <p:animMotion origin="layout" path="M -4.79167E-6 4.07407E-6 L -0.05417 -0.08473 " pathEditMode="relative" rAng="0" ptsTypes="AA">
                                      <p:cBhvr>
                                        <p:cTn id="465" dur="1000" fill="hold"/>
                                        <p:tgtEl>
                                          <p:spTgt spid="89"/>
                                        </p:tgtEl>
                                        <p:attrNameLst>
                                          <p:attrName>ppt_x</p:attrName>
                                          <p:attrName>ppt_y</p:attrName>
                                        </p:attrNameLst>
                                      </p:cBhvr>
                                      <p:rCtr x="-2656" y="-4236"/>
                                    </p:animMotion>
                                  </p:childTnLst>
                                </p:cTn>
                              </p:par>
                            </p:childTnLst>
                          </p:cTn>
                        </p:par>
                        <p:par>
                          <p:cTn id="466" fill="hold">
                            <p:stCondLst>
                              <p:cond delay="3000"/>
                            </p:stCondLst>
                            <p:childTnLst>
                              <p:par>
                                <p:cTn id="467" presetID="35" presetClass="path" presetSubtype="0" accel="50000" decel="50000" fill="hold" grpId="1" nodeType="afterEffect">
                                  <p:stCondLst>
                                    <p:cond delay="0"/>
                                  </p:stCondLst>
                                  <p:childTnLst>
                                    <p:animMotion origin="layout" path="M -0.05416 -0.08473 L -0.18281 -0.08519 " pathEditMode="relative" rAng="0" ptsTypes="AA">
                                      <p:cBhvr>
                                        <p:cTn id="468" dur="1000" fill="hold"/>
                                        <p:tgtEl>
                                          <p:spTgt spid="89"/>
                                        </p:tgtEl>
                                        <p:attrNameLst>
                                          <p:attrName>ppt_x</p:attrName>
                                          <p:attrName>ppt_y</p:attrName>
                                        </p:attrNameLst>
                                      </p:cBhvr>
                                      <p:rCtr x="-6432" y="-23"/>
                                    </p:animMotion>
                                  </p:childTnLst>
                                </p:cTn>
                              </p:par>
                            </p:childTnLst>
                          </p:cTn>
                        </p:par>
                      </p:childTnLst>
                    </p:cTn>
                  </p:par>
                  <p:par>
                    <p:cTn id="469" fill="hold">
                      <p:stCondLst>
                        <p:cond delay="indefinite"/>
                      </p:stCondLst>
                      <p:childTnLst>
                        <p:par>
                          <p:cTn id="470" fill="hold">
                            <p:stCondLst>
                              <p:cond delay="0"/>
                            </p:stCondLst>
                            <p:childTnLst>
                              <p:par>
                                <p:cTn id="471" presetID="35" presetClass="path" presetSubtype="0" accel="50000" decel="50000" fill="hold" grpId="2" nodeType="clickEffect">
                                  <p:stCondLst>
                                    <p:cond delay="0"/>
                                  </p:stCondLst>
                                  <p:childTnLst>
                                    <p:animMotion origin="layout" path="M -0.26601 -0.16181 L -0.6125 -0.16181 " pathEditMode="relative" rAng="0" ptsTypes="AA">
                                      <p:cBhvr>
                                        <p:cTn id="472" dur="1000" fill="hold"/>
                                        <p:tgtEl>
                                          <p:spTgt spid="88"/>
                                        </p:tgtEl>
                                        <p:attrNameLst>
                                          <p:attrName>ppt_x</p:attrName>
                                          <p:attrName>ppt_y</p:attrName>
                                        </p:attrNameLst>
                                      </p:cBhvr>
                                      <p:rCtr x="-17331" y="0"/>
                                    </p:animMotion>
                                  </p:childTnLst>
                                </p:cTn>
                              </p:par>
                            </p:childTnLst>
                          </p:cTn>
                        </p:par>
                        <p:par>
                          <p:cTn id="473" fill="hold">
                            <p:stCondLst>
                              <p:cond delay="1000"/>
                            </p:stCondLst>
                            <p:childTnLst>
                              <p:par>
                                <p:cTn id="474" presetID="35" presetClass="path" presetSubtype="0" accel="50000" decel="50000" fill="hold" grpId="2" nodeType="afterEffect">
                                  <p:stCondLst>
                                    <p:cond delay="0"/>
                                  </p:stCondLst>
                                  <p:childTnLst>
                                    <p:animMotion origin="layout" path="M -0.18112 -0.1331 L -0.52825 -0.1331 " pathEditMode="relative" rAng="0" ptsTypes="AA">
                                      <p:cBhvr>
                                        <p:cTn id="475" dur="1000" fill="hold"/>
                                        <p:tgtEl>
                                          <p:spTgt spid="93"/>
                                        </p:tgtEl>
                                        <p:attrNameLst>
                                          <p:attrName>ppt_x</p:attrName>
                                          <p:attrName>ppt_y</p:attrName>
                                        </p:attrNameLst>
                                      </p:cBhvr>
                                      <p:rCtr x="-17357" y="0"/>
                                    </p:animMotion>
                                  </p:childTnLst>
                                </p:cTn>
                              </p:par>
                            </p:childTnLst>
                          </p:cTn>
                        </p:par>
                        <p:par>
                          <p:cTn id="476" fill="hold">
                            <p:stCondLst>
                              <p:cond delay="2000"/>
                            </p:stCondLst>
                            <p:childTnLst>
                              <p:par>
                                <p:cTn id="477" presetID="64" presetClass="path" presetSubtype="0" accel="50000" decel="50000" fill="hold" grpId="0" nodeType="afterEffect">
                                  <p:stCondLst>
                                    <p:cond delay="0"/>
                                  </p:stCondLst>
                                  <p:childTnLst>
                                    <p:animMotion origin="layout" path="M -1.66667E-6 -3.7037E-7 L 0.01653 -0.04792 " pathEditMode="relative" rAng="0" ptsTypes="AA">
                                      <p:cBhvr>
                                        <p:cTn id="478" dur="1000" fill="hold"/>
                                        <p:tgtEl>
                                          <p:spTgt spid="87"/>
                                        </p:tgtEl>
                                        <p:attrNameLst>
                                          <p:attrName>ppt_x</p:attrName>
                                          <p:attrName>ppt_y</p:attrName>
                                        </p:attrNameLst>
                                      </p:cBhvr>
                                      <p:rCtr x="938" y="-2338"/>
                                    </p:animMotion>
                                  </p:childTnLst>
                                </p:cTn>
                              </p:par>
                            </p:childTnLst>
                          </p:cTn>
                        </p:par>
                        <p:par>
                          <p:cTn id="479" fill="hold">
                            <p:stCondLst>
                              <p:cond delay="3000"/>
                            </p:stCondLst>
                            <p:childTnLst>
                              <p:par>
                                <p:cTn id="480" presetID="35" presetClass="path" presetSubtype="0" accel="50000" decel="50000" fill="hold" grpId="1" nodeType="afterEffect">
                                  <p:stCondLst>
                                    <p:cond delay="0"/>
                                  </p:stCondLst>
                                  <p:childTnLst>
                                    <p:animMotion origin="layout" path="M 0.01654 -0.04792 L -0.0832 -0.04838 " pathEditMode="relative" rAng="0" ptsTypes="AA">
                                      <p:cBhvr>
                                        <p:cTn id="481" dur="1000" fill="hold"/>
                                        <p:tgtEl>
                                          <p:spTgt spid="87"/>
                                        </p:tgtEl>
                                        <p:attrNameLst>
                                          <p:attrName>ppt_x</p:attrName>
                                          <p:attrName>ppt_y</p:attrName>
                                        </p:attrNameLst>
                                      </p:cBhvr>
                                      <p:rCtr x="-4987" y="-23"/>
                                    </p:animMotion>
                                  </p:childTnLst>
                                </p:cTn>
                              </p:par>
                            </p:childTnLst>
                          </p:cTn>
                        </p:par>
                        <p:par>
                          <p:cTn id="482" fill="hold">
                            <p:stCondLst>
                              <p:cond delay="4000"/>
                            </p:stCondLst>
                            <p:childTnLst>
                              <p:par>
                                <p:cTn id="483" presetID="64" presetClass="path" presetSubtype="0" accel="50000" decel="50000" fill="hold" grpId="0" nodeType="afterEffect">
                                  <p:stCondLst>
                                    <p:cond delay="0"/>
                                  </p:stCondLst>
                                  <p:childTnLst>
                                    <p:animMotion origin="layout" path="M -4.375E-6 7.40741E-7 L 0.0336 -0.1368 " pathEditMode="relative" rAng="0" ptsTypes="AA">
                                      <p:cBhvr>
                                        <p:cTn id="484" dur="1000" fill="hold"/>
                                        <p:tgtEl>
                                          <p:spTgt spid="83"/>
                                        </p:tgtEl>
                                        <p:attrNameLst>
                                          <p:attrName>ppt_x</p:attrName>
                                          <p:attrName>ppt_y</p:attrName>
                                        </p:attrNameLst>
                                      </p:cBhvr>
                                      <p:rCtr x="1693" y="-6736"/>
                                    </p:animMotion>
                                  </p:childTnLst>
                                </p:cTn>
                              </p:par>
                            </p:childTnLst>
                          </p:cTn>
                        </p:par>
                        <p:par>
                          <p:cTn id="485" fill="hold">
                            <p:stCondLst>
                              <p:cond delay="5000"/>
                            </p:stCondLst>
                            <p:childTnLst>
                              <p:par>
                                <p:cTn id="486" presetID="35" presetClass="path" presetSubtype="0" accel="50000" decel="50000" fill="hold" grpId="1" nodeType="afterEffect">
                                  <p:stCondLst>
                                    <p:cond delay="0"/>
                                  </p:stCondLst>
                                  <p:childTnLst>
                                    <p:animMotion origin="layout" path="M 0.0336 -0.13681 L -0.03815 -0.13727 " pathEditMode="relative" rAng="0" ptsTypes="AA">
                                      <p:cBhvr>
                                        <p:cTn id="487" dur="1000" fill="hold"/>
                                        <p:tgtEl>
                                          <p:spTgt spid="83"/>
                                        </p:tgtEl>
                                        <p:attrNameLst>
                                          <p:attrName>ppt_x</p:attrName>
                                          <p:attrName>ppt_y</p:attrName>
                                        </p:attrNameLst>
                                      </p:cBhvr>
                                      <p:rCtr x="-3594" y="-23"/>
                                    </p:animMotion>
                                  </p:childTnLst>
                                </p:cTn>
                              </p:par>
                            </p:childTnLst>
                          </p:cTn>
                        </p:par>
                      </p:childTnLst>
                    </p:cTn>
                  </p:par>
                  <p:par>
                    <p:cTn id="488" fill="hold">
                      <p:stCondLst>
                        <p:cond delay="indefinite"/>
                      </p:stCondLst>
                      <p:childTnLst>
                        <p:par>
                          <p:cTn id="489" fill="hold">
                            <p:stCondLst>
                              <p:cond delay="0"/>
                            </p:stCondLst>
                            <p:childTnLst>
                              <p:par>
                                <p:cTn id="490" presetID="35" presetClass="path" presetSubtype="0" accel="50000" decel="50000" fill="hold" grpId="2" nodeType="clickEffect">
                                  <p:stCondLst>
                                    <p:cond delay="0"/>
                                  </p:stCondLst>
                                  <p:childTnLst>
                                    <p:animMotion origin="layout" path="M -0.17006 -0.29467 L -0.51706 -0.29537 " pathEditMode="relative" rAng="0" ptsTypes="AA">
                                      <p:cBhvr>
                                        <p:cTn id="491" dur="1000" fill="hold"/>
                                        <p:tgtEl>
                                          <p:spTgt spid="85"/>
                                        </p:tgtEl>
                                        <p:attrNameLst>
                                          <p:attrName>ppt_x</p:attrName>
                                          <p:attrName>ppt_y</p:attrName>
                                        </p:attrNameLst>
                                      </p:cBhvr>
                                      <p:rCtr x="-17357" y="-46"/>
                                    </p:animMotion>
                                  </p:childTnLst>
                                </p:cTn>
                              </p:par>
                            </p:childTnLst>
                          </p:cTn>
                        </p:par>
                        <p:par>
                          <p:cTn id="492" fill="hold">
                            <p:stCondLst>
                              <p:cond delay="1000"/>
                            </p:stCondLst>
                            <p:childTnLst>
                              <p:par>
                                <p:cTn id="493" presetID="64" presetClass="path" presetSubtype="0" accel="50000" decel="50000" fill="hold" grpId="0" nodeType="afterEffect">
                                  <p:stCondLst>
                                    <p:cond delay="0"/>
                                  </p:stCondLst>
                                  <p:childTnLst>
                                    <p:animMotion origin="layout" path="M -4.16667E-6 0 L -0.04127 -0.2713 " pathEditMode="relative" rAng="0" ptsTypes="AA">
                                      <p:cBhvr>
                                        <p:cTn id="494" dur="1000" fill="hold"/>
                                        <p:tgtEl>
                                          <p:spTgt spid="79"/>
                                        </p:tgtEl>
                                        <p:attrNameLst>
                                          <p:attrName>ppt_x</p:attrName>
                                          <p:attrName>ppt_y</p:attrName>
                                        </p:attrNameLst>
                                      </p:cBhvr>
                                      <p:rCtr x="-2057" y="-13287"/>
                                    </p:animMotion>
                                  </p:childTnLst>
                                </p:cTn>
                              </p:par>
                            </p:childTnLst>
                          </p:cTn>
                        </p:par>
                        <p:par>
                          <p:cTn id="495" fill="hold">
                            <p:stCondLst>
                              <p:cond delay="2000"/>
                            </p:stCondLst>
                            <p:childTnLst>
                              <p:par>
                                <p:cTn id="496" presetID="35" presetClass="path" presetSubtype="0" accel="50000" decel="50000" fill="hold" grpId="1" nodeType="afterEffect">
                                  <p:stCondLst>
                                    <p:cond delay="0"/>
                                  </p:stCondLst>
                                  <p:childTnLst>
                                    <p:animMotion origin="layout" path="M -0.04127 -0.2713 L -0.08776 -0.27176 " pathEditMode="relative" rAng="0" ptsTypes="AA">
                                      <p:cBhvr>
                                        <p:cTn id="497" dur="1000" fill="hold"/>
                                        <p:tgtEl>
                                          <p:spTgt spid="79"/>
                                        </p:tgtEl>
                                        <p:attrNameLst>
                                          <p:attrName>ppt_x</p:attrName>
                                          <p:attrName>ppt_y</p:attrName>
                                        </p:attrNameLst>
                                      </p:cBhvr>
                                      <p:rCtr x="-2331" y="-23"/>
                                    </p:animMotion>
                                  </p:childTnLst>
                                </p:cTn>
                              </p:par>
                            </p:childTnLst>
                          </p:cTn>
                        </p:par>
                      </p:childTnLst>
                    </p:cTn>
                  </p:par>
                  <p:par>
                    <p:cTn id="498" fill="hold">
                      <p:stCondLst>
                        <p:cond delay="indefinite"/>
                      </p:stCondLst>
                      <p:childTnLst>
                        <p:par>
                          <p:cTn id="499" fill="hold">
                            <p:stCondLst>
                              <p:cond delay="0"/>
                            </p:stCondLst>
                            <p:childTnLst>
                              <p:par>
                                <p:cTn id="500" presetID="35" presetClass="path" presetSubtype="0" accel="50000" decel="50000" fill="hold" grpId="2" nodeType="clickEffect">
                                  <p:stCondLst>
                                    <p:cond delay="0"/>
                                  </p:stCondLst>
                                  <p:childTnLst>
                                    <p:animMotion origin="layout" path="M -0.18281 -0.08519 L -0.53203 -0.08519 " pathEditMode="relative" rAng="0" ptsTypes="AA">
                                      <p:cBhvr>
                                        <p:cTn id="501" dur="1000" fill="hold"/>
                                        <p:tgtEl>
                                          <p:spTgt spid="89"/>
                                        </p:tgtEl>
                                        <p:attrNameLst>
                                          <p:attrName>ppt_x</p:attrName>
                                          <p:attrName>ppt_y</p:attrName>
                                        </p:attrNameLst>
                                      </p:cBhvr>
                                      <p:rCtr x="-17461" y="0"/>
                                    </p:animMotion>
                                  </p:childTnLst>
                                </p:cTn>
                              </p:par>
                            </p:childTnLst>
                          </p:cTn>
                        </p:par>
                        <p:par>
                          <p:cTn id="502" fill="hold">
                            <p:stCondLst>
                              <p:cond delay="1000"/>
                            </p:stCondLst>
                            <p:childTnLst>
                              <p:par>
                                <p:cTn id="503" presetID="64" presetClass="path" presetSubtype="0" accel="50000" decel="50000" fill="hold" grpId="0" nodeType="afterEffect">
                                  <p:stCondLst>
                                    <p:cond delay="0"/>
                                  </p:stCondLst>
                                  <p:childTnLst>
                                    <p:animMotion origin="layout" path="M -4.16667E-6 2.59259E-6 L -0.00976 -0.12385 " pathEditMode="relative" rAng="0" ptsTypes="AA">
                                      <p:cBhvr>
                                        <p:cTn id="504" dur="1000" fill="hold"/>
                                        <p:tgtEl>
                                          <p:spTgt spid="91"/>
                                        </p:tgtEl>
                                        <p:attrNameLst>
                                          <p:attrName>ppt_x</p:attrName>
                                          <p:attrName>ppt_y</p:attrName>
                                        </p:attrNameLst>
                                      </p:cBhvr>
                                      <p:rCtr x="-495" y="-6204"/>
                                    </p:animMotion>
                                  </p:childTnLst>
                                </p:cTn>
                              </p:par>
                            </p:childTnLst>
                          </p:cTn>
                        </p:par>
                        <p:par>
                          <p:cTn id="505" fill="hold">
                            <p:stCondLst>
                              <p:cond delay="2000"/>
                            </p:stCondLst>
                            <p:childTnLst>
                              <p:par>
                                <p:cTn id="506" presetID="35" presetClass="path" presetSubtype="0" accel="50000" decel="50000" fill="hold" grpId="1" nodeType="afterEffect">
                                  <p:stCondLst>
                                    <p:cond delay="0"/>
                                  </p:stCondLst>
                                  <p:childTnLst>
                                    <p:animMotion origin="layout" path="M -0.00976 -0.12385 L -0.10143 -0.12824 " pathEditMode="relative" rAng="0" ptsTypes="AA">
                                      <p:cBhvr>
                                        <p:cTn id="507" dur="1000" fill="hold"/>
                                        <p:tgtEl>
                                          <p:spTgt spid="91"/>
                                        </p:tgtEl>
                                        <p:attrNameLst>
                                          <p:attrName>ppt_x</p:attrName>
                                          <p:attrName>ppt_y</p:attrName>
                                        </p:attrNameLst>
                                      </p:cBhvr>
                                      <p:rCtr x="-4583" y="-231"/>
                                    </p:animMotion>
                                  </p:childTnLst>
                                </p:cTn>
                              </p:par>
                            </p:childTnLst>
                          </p:cTn>
                        </p:par>
                      </p:childTnLst>
                    </p:cTn>
                  </p:par>
                  <p:par>
                    <p:cTn id="508" fill="hold">
                      <p:stCondLst>
                        <p:cond delay="indefinite"/>
                      </p:stCondLst>
                      <p:childTnLst>
                        <p:par>
                          <p:cTn id="509" fill="hold">
                            <p:stCondLst>
                              <p:cond delay="0"/>
                            </p:stCondLst>
                            <p:childTnLst>
                              <p:par>
                                <p:cTn id="510" presetID="35" presetClass="path" presetSubtype="0" accel="50000" decel="50000" fill="hold" grpId="2" nodeType="clickEffect">
                                  <p:stCondLst>
                                    <p:cond delay="0"/>
                                  </p:stCondLst>
                                  <p:childTnLst>
                                    <p:animMotion origin="layout" path="M -0.0832 -0.04838 L -0.43333 -0.04838 " pathEditMode="relative" rAng="0" ptsTypes="AA">
                                      <p:cBhvr>
                                        <p:cTn id="511" dur="1000" fill="hold"/>
                                        <p:tgtEl>
                                          <p:spTgt spid="87"/>
                                        </p:tgtEl>
                                        <p:attrNameLst>
                                          <p:attrName>ppt_x</p:attrName>
                                          <p:attrName>ppt_y</p:attrName>
                                        </p:attrNameLst>
                                      </p:cBhvr>
                                      <p:rCtr x="-17513" y="0"/>
                                    </p:animMotion>
                                  </p:childTnLst>
                                </p:cTn>
                              </p:par>
                            </p:childTnLst>
                          </p:cTn>
                        </p:par>
                        <p:par>
                          <p:cTn id="512" fill="hold">
                            <p:stCondLst>
                              <p:cond delay="1000"/>
                            </p:stCondLst>
                            <p:childTnLst>
                              <p:par>
                                <p:cTn id="513" presetID="35" presetClass="path" presetSubtype="0" accel="50000" decel="50000" fill="hold" grpId="2" nodeType="afterEffect">
                                  <p:stCondLst>
                                    <p:cond delay="0"/>
                                  </p:stCondLst>
                                  <p:childTnLst>
                                    <p:animMotion origin="layout" path="M -0.03815 -0.13727 L -0.38893 -0.13727 " pathEditMode="relative" rAng="0" ptsTypes="AA">
                                      <p:cBhvr>
                                        <p:cTn id="514" dur="1000" fill="hold"/>
                                        <p:tgtEl>
                                          <p:spTgt spid="83"/>
                                        </p:tgtEl>
                                        <p:attrNameLst>
                                          <p:attrName>ppt_x</p:attrName>
                                          <p:attrName>ppt_y</p:attrName>
                                        </p:attrNameLst>
                                      </p:cBhvr>
                                      <p:rCtr x="-17539" y="0"/>
                                    </p:animMotion>
                                  </p:childTnLst>
                                </p:cTn>
                              </p:par>
                            </p:childTnLst>
                          </p:cTn>
                        </p:par>
                        <p:par>
                          <p:cTn id="515" fill="hold">
                            <p:stCondLst>
                              <p:cond delay="2000"/>
                            </p:stCondLst>
                            <p:childTnLst>
                              <p:par>
                                <p:cTn id="516" presetID="35" presetClass="path" presetSubtype="0" accel="50000" decel="50000" fill="hold" grpId="2" nodeType="afterEffect">
                                  <p:stCondLst>
                                    <p:cond delay="0"/>
                                  </p:stCondLst>
                                  <p:childTnLst>
                                    <p:animMotion origin="layout" path="M -0.08776 -0.27176 L -0.43684 -0.27176 " pathEditMode="relative" rAng="0" ptsTypes="AA">
                                      <p:cBhvr>
                                        <p:cTn id="517" dur="1000" fill="hold"/>
                                        <p:tgtEl>
                                          <p:spTgt spid="79"/>
                                        </p:tgtEl>
                                        <p:attrNameLst>
                                          <p:attrName>ppt_x</p:attrName>
                                          <p:attrName>ppt_y</p:attrName>
                                        </p:attrNameLst>
                                      </p:cBhvr>
                                      <p:rCtr x="-17461" y="0"/>
                                    </p:animMotion>
                                  </p:childTnLst>
                                </p:cTn>
                              </p:par>
                            </p:childTnLst>
                          </p:cTn>
                        </p:par>
                        <p:par>
                          <p:cTn id="518" fill="hold">
                            <p:stCondLst>
                              <p:cond delay="3000"/>
                            </p:stCondLst>
                            <p:childTnLst>
                              <p:par>
                                <p:cTn id="519" presetID="64" presetClass="path" presetSubtype="0" accel="50000" decel="50000" fill="hold" grpId="0" nodeType="afterEffect">
                                  <p:stCondLst>
                                    <p:cond delay="0"/>
                                  </p:stCondLst>
                                  <p:childTnLst>
                                    <p:animMotion origin="layout" path="M 3.33333E-6 3.7037E-6 L -0.01758 -0.23773 " pathEditMode="relative" rAng="0" ptsTypes="AA">
                                      <p:cBhvr>
                                        <p:cTn id="520" dur="1000" fill="hold"/>
                                        <p:tgtEl>
                                          <p:spTgt spid="86"/>
                                        </p:tgtEl>
                                        <p:attrNameLst>
                                          <p:attrName>ppt_x</p:attrName>
                                          <p:attrName>ppt_y</p:attrName>
                                        </p:attrNameLst>
                                      </p:cBhvr>
                                      <p:rCtr x="-703" y="-11944"/>
                                    </p:animMotion>
                                  </p:childTnLst>
                                </p:cTn>
                              </p:par>
                            </p:childTnLst>
                          </p:cTn>
                        </p:par>
                        <p:par>
                          <p:cTn id="521" fill="hold">
                            <p:stCondLst>
                              <p:cond delay="4000"/>
                            </p:stCondLst>
                            <p:childTnLst>
                              <p:par>
                                <p:cTn id="522" presetID="35" presetClass="path" presetSubtype="0" accel="50000" decel="50000" fill="hold" grpId="1" nodeType="afterEffect">
                                  <p:stCondLst>
                                    <p:cond delay="0"/>
                                  </p:stCondLst>
                                  <p:childTnLst>
                                    <p:animMotion origin="layout" path="M -0.01758 -0.23774 L -0.08659 -0.24259 " pathEditMode="relative" rAng="0" ptsTypes="AA">
                                      <p:cBhvr>
                                        <p:cTn id="523" dur="1000" fill="hold"/>
                                        <p:tgtEl>
                                          <p:spTgt spid="86"/>
                                        </p:tgtEl>
                                        <p:attrNameLst>
                                          <p:attrName>ppt_x</p:attrName>
                                          <p:attrName>ppt_y</p:attrName>
                                        </p:attrNameLst>
                                      </p:cBhvr>
                                      <p:rCtr x="-3346" y="-231"/>
                                    </p:animMotion>
                                  </p:childTnLst>
                                </p:cTn>
                              </p:par>
                            </p:childTnLst>
                          </p:cTn>
                        </p:par>
                      </p:childTnLst>
                    </p:cTn>
                  </p:par>
                  <p:par>
                    <p:cTn id="524" fill="hold">
                      <p:stCondLst>
                        <p:cond delay="indefinite"/>
                      </p:stCondLst>
                      <p:childTnLst>
                        <p:par>
                          <p:cTn id="525" fill="hold">
                            <p:stCondLst>
                              <p:cond delay="0"/>
                            </p:stCondLst>
                            <p:childTnLst>
                              <p:par>
                                <p:cTn id="526" presetID="35" presetClass="path" presetSubtype="0" accel="50000" decel="50000" fill="hold" grpId="2" nodeType="clickEffect">
                                  <p:stCondLst>
                                    <p:cond delay="0"/>
                                  </p:stCondLst>
                                  <p:childTnLst>
                                    <p:animMotion origin="layout" path="M -0.10143 -0.12824 L -0.44895 -0.12916 " pathEditMode="relative" rAng="0" ptsTypes="AA">
                                      <p:cBhvr>
                                        <p:cTn id="527" dur="1000" fill="hold"/>
                                        <p:tgtEl>
                                          <p:spTgt spid="91"/>
                                        </p:tgtEl>
                                        <p:attrNameLst>
                                          <p:attrName>ppt_x</p:attrName>
                                          <p:attrName>ppt_y</p:attrName>
                                        </p:attrNameLst>
                                      </p:cBhvr>
                                      <p:rCtr x="-17383" y="-46"/>
                                    </p:animMotion>
                                  </p:childTnLst>
                                </p:cTn>
                              </p:par>
                              <p:par>
                                <p:cTn id="528" presetID="63" presetClass="path" presetSubtype="0" accel="50000" decel="50000" fill="hold" nodeType="withEffect">
                                  <p:stCondLst>
                                    <p:cond delay="0"/>
                                  </p:stCondLst>
                                  <p:childTnLst>
                                    <p:animMotion origin="layout" path="M 1.45833E-6 1.11111E-6 L 0.05234 0.00185 " pathEditMode="relative" rAng="0" ptsTypes="AA">
                                      <p:cBhvr>
                                        <p:cTn id="529" dur="250" fill="hold"/>
                                        <p:tgtEl>
                                          <p:spTgt spid="2"/>
                                        </p:tgtEl>
                                        <p:attrNameLst>
                                          <p:attrName>ppt_x</p:attrName>
                                          <p:attrName>ppt_y</p:attrName>
                                        </p:attrNameLst>
                                      </p:cBhvr>
                                      <p:rCtr x="2617" y="93"/>
                                    </p:animMotion>
                                  </p:childTnLst>
                                </p:cTn>
                              </p:par>
                            </p:childTnLst>
                          </p:cTn>
                        </p:par>
                        <p:par>
                          <p:cTn id="530" fill="hold">
                            <p:stCondLst>
                              <p:cond delay="1000"/>
                            </p:stCondLst>
                            <p:childTnLst>
                              <p:par>
                                <p:cTn id="531" presetID="35" presetClass="path" presetSubtype="0" accel="50000" decel="50000" fill="hold" grpId="2" nodeType="afterEffect">
                                  <p:stCondLst>
                                    <p:cond delay="0"/>
                                  </p:stCondLst>
                                  <p:childTnLst>
                                    <p:animMotion origin="layout" path="M -0.08659 -0.24259 L -0.42982 -0.24398 " pathEditMode="relative" rAng="0" ptsTypes="AA">
                                      <p:cBhvr>
                                        <p:cTn id="532" dur="1000" fill="hold"/>
                                        <p:tgtEl>
                                          <p:spTgt spid="86"/>
                                        </p:tgtEl>
                                        <p:attrNameLst>
                                          <p:attrName>ppt_x</p:attrName>
                                          <p:attrName>ppt_y</p:attrName>
                                        </p:attrNameLst>
                                      </p:cBhvr>
                                      <p:rCtr x="-17161" y="-69"/>
                                    </p:animMotion>
                                  </p:childTnLst>
                                </p:cTn>
                              </p:par>
                            </p:childTnLst>
                          </p:cTn>
                        </p:par>
                      </p:childTnLst>
                    </p:cTn>
                  </p:par>
                  <p:par>
                    <p:cTn id="533" fill="hold">
                      <p:stCondLst>
                        <p:cond delay="indefinite"/>
                      </p:stCondLst>
                      <p:childTnLst>
                        <p:par>
                          <p:cTn id="534" fill="hold">
                            <p:stCondLst>
                              <p:cond delay="0"/>
                            </p:stCondLst>
                            <p:childTnLst>
                              <p:par>
                                <p:cTn id="535" presetID="22" presetClass="entr" presetSubtype="1" fill="hold" grpId="0" nodeType="clickEffect">
                                  <p:stCondLst>
                                    <p:cond delay="0"/>
                                  </p:stCondLst>
                                  <p:childTnLst>
                                    <p:set>
                                      <p:cBhvr>
                                        <p:cTn id="536" dur="1" fill="hold">
                                          <p:stCondLst>
                                            <p:cond delay="0"/>
                                          </p:stCondLst>
                                        </p:cTn>
                                        <p:tgtEl>
                                          <p:spTgt spid="165">
                                            <p:txEl>
                                              <p:pRg st="4" end="4"/>
                                            </p:txEl>
                                          </p:spTgt>
                                        </p:tgtEl>
                                        <p:attrNameLst>
                                          <p:attrName>style.visibility</p:attrName>
                                        </p:attrNameLst>
                                      </p:cBhvr>
                                      <p:to>
                                        <p:strVal val="visible"/>
                                      </p:to>
                                    </p:set>
                                    <p:animEffect transition="in" filter="wipe(up)">
                                      <p:cBhvr>
                                        <p:cTn id="537" dur="500"/>
                                        <p:tgtEl>
                                          <p:spTgt spid="165">
                                            <p:txEl>
                                              <p:pRg st="4" end="4"/>
                                            </p:txEl>
                                          </p:spTgt>
                                        </p:tgtEl>
                                      </p:cBhvr>
                                    </p:animEffect>
                                  </p:childTnLst>
                                </p:cTn>
                              </p:par>
                            </p:childTnLst>
                          </p:cTn>
                        </p:par>
                      </p:childTnLst>
                    </p:cTn>
                  </p:par>
                  <p:par>
                    <p:cTn id="538" fill="hold">
                      <p:stCondLst>
                        <p:cond delay="indefinite"/>
                      </p:stCondLst>
                      <p:childTnLst>
                        <p:par>
                          <p:cTn id="539" fill="hold">
                            <p:stCondLst>
                              <p:cond delay="0"/>
                            </p:stCondLst>
                            <p:childTnLst>
                              <p:par>
                                <p:cTn id="540" presetID="22" presetClass="entr" presetSubtype="1" fill="hold" grpId="0" nodeType="clickEffect">
                                  <p:stCondLst>
                                    <p:cond delay="0"/>
                                  </p:stCondLst>
                                  <p:childTnLst>
                                    <p:set>
                                      <p:cBhvr>
                                        <p:cTn id="541" dur="1" fill="hold">
                                          <p:stCondLst>
                                            <p:cond delay="0"/>
                                          </p:stCondLst>
                                        </p:cTn>
                                        <p:tgtEl>
                                          <p:spTgt spid="165">
                                            <p:txEl>
                                              <p:pRg st="5" end="5"/>
                                            </p:txEl>
                                          </p:spTgt>
                                        </p:tgtEl>
                                        <p:attrNameLst>
                                          <p:attrName>style.visibility</p:attrName>
                                        </p:attrNameLst>
                                      </p:cBhvr>
                                      <p:to>
                                        <p:strVal val="visible"/>
                                      </p:to>
                                    </p:set>
                                    <p:animEffect transition="in" filter="wipe(up)">
                                      <p:cBhvr>
                                        <p:cTn id="542" dur="500"/>
                                        <p:tgtEl>
                                          <p:spTgt spid="16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8" grpId="1" animBg="1"/>
      <p:bldP spid="78" grpId="2" animBg="1"/>
      <p:bldP spid="78" grpId="3" animBg="1"/>
      <p:bldP spid="78" grpId="4" animBg="1"/>
      <p:bldP spid="79" grpId="0" animBg="1"/>
      <p:bldP spid="79" grpId="1" animBg="1"/>
      <p:bldP spid="79" grpId="2" animBg="1"/>
      <p:bldP spid="79" grpId="3" animBg="1"/>
      <p:bldP spid="80" grpId="0" animBg="1"/>
      <p:bldP spid="80" grpId="1" animBg="1"/>
      <p:bldP spid="80" grpId="2" animBg="1"/>
      <p:bldP spid="80" grpId="3" animBg="1"/>
      <p:bldP spid="81" grpId="0" animBg="1"/>
      <p:bldP spid="81" grpId="1" animBg="1"/>
      <p:bldP spid="81" grpId="2" animBg="1"/>
      <p:bldP spid="81" grpId="3" animBg="1"/>
      <p:bldP spid="82" grpId="0" animBg="1"/>
      <p:bldP spid="82" grpId="1" animBg="1"/>
      <p:bldP spid="82" grpId="2" animBg="1"/>
      <p:bldP spid="82" grpId="3" animBg="1"/>
      <p:bldP spid="83" grpId="0" animBg="1"/>
      <p:bldP spid="83" grpId="1" animBg="1"/>
      <p:bldP spid="83" grpId="2" animBg="1"/>
      <p:bldP spid="83" grpId="3" animBg="1"/>
      <p:bldP spid="85" grpId="0" animBg="1"/>
      <p:bldP spid="85" grpId="1" animBg="1"/>
      <p:bldP spid="85" grpId="2" animBg="1"/>
      <p:bldP spid="85" grpId="3" animBg="1"/>
      <p:bldP spid="86" grpId="0" animBg="1"/>
      <p:bldP spid="86" grpId="1" animBg="1"/>
      <p:bldP spid="86" grpId="2" animBg="1"/>
      <p:bldP spid="86" grpId="3" animBg="1"/>
      <p:bldP spid="87" grpId="0" animBg="1"/>
      <p:bldP spid="87" grpId="1" animBg="1"/>
      <p:bldP spid="87" grpId="2" animBg="1"/>
      <p:bldP spid="87" grpId="3" animBg="1"/>
      <p:bldP spid="88" grpId="0" animBg="1"/>
      <p:bldP spid="88" grpId="1" animBg="1"/>
      <p:bldP spid="88" grpId="2" animBg="1"/>
      <p:bldP spid="88" grpId="3" animBg="1"/>
      <p:bldP spid="89" grpId="0" animBg="1"/>
      <p:bldP spid="89" grpId="1" animBg="1"/>
      <p:bldP spid="89" grpId="2" animBg="1"/>
      <p:bldP spid="89" grpId="3" animBg="1"/>
      <p:bldP spid="90" grpId="0" animBg="1"/>
      <p:bldP spid="90" grpId="1" animBg="1"/>
      <p:bldP spid="90" grpId="2" animBg="1"/>
      <p:bldP spid="90" grpId="3" animBg="1"/>
      <p:bldP spid="91" grpId="0" animBg="1"/>
      <p:bldP spid="91" grpId="1" animBg="1"/>
      <p:bldP spid="91" grpId="2" animBg="1"/>
      <p:bldP spid="91" grpId="3" animBg="1"/>
      <p:bldP spid="92" grpId="0" animBg="1"/>
      <p:bldP spid="92" grpId="1" animBg="1"/>
      <p:bldP spid="92" grpId="2" animBg="1"/>
      <p:bldP spid="92" grpId="3" animBg="1"/>
      <p:bldP spid="93" grpId="0" animBg="1"/>
      <p:bldP spid="93" grpId="1" animBg="1"/>
      <p:bldP spid="93" grpId="2" animBg="1"/>
      <p:bldP spid="93" grpId="3" animBg="1"/>
      <p:bldP spid="71" grpId="0" animBg="1"/>
      <p:bldP spid="72" grpId="0" animBg="1"/>
      <p:bldP spid="73" grpId="0" animBg="1"/>
      <p:bldP spid="74" grpId="0" animBg="1"/>
      <p:bldP spid="75" grpId="0" animBg="1"/>
      <p:bldP spid="44" grpId="0"/>
      <p:bldP spid="96" grpId="0"/>
      <p:bldP spid="97" grpId="0"/>
      <p:bldP spid="99" grpId="0"/>
      <p:bldP spid="101" grpId="0" uiExpand="1"/>
      <p:bldP spid="165" grpId="0" uiExpand="1" build="p"/>
      <p:bldP spid="166" grpId="0" uiExpand="1"/>
      <p:bldP spid="167" grpId="0" uiExpand="1"/>
      <p:bldP spid="3" grpId="0"/>
      <p:bldP spid="23" grpId="0" animBg="1"/>
      <p:bldP spid="37" grpId="0" animBg="1"/>
      <p:bldP spid="38" grpId="0" animBg="1"/>
      <p:bldP spid="3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文本框 80">
            <a:extLst>
              <a:ext uri="{FF2B5EF4-FFF2-40B4-BE49-F238E27FC236}">
                <a16:creationId xmlns:a16="http://schemas.microsoft.com/office/drawing/2014/main" id="{BD1CC14D-D98C-4B31-A4A7-FB17A2B7B9BA}"/>
              </a:ext>
            </a:extLst>
          </p:cNvPr>
          <p:cNvSpPr txBox="1"/>
          <p:nvPr/>
        </p:nvSpPr>
        <p:spPr>
          <a:xfrm>
            <a:off x="10840176" y="2325248"/>
            <a:ext cx="369012" cy="461665"/>
          </a:xfrm>
          <a:prstGeom prst="rect">
            <a:avLst/>
          </a:prstGeom>
          <a:noFill/>
        </p:spPr>
        <p:txBody>
          <a:bodyPr wrap="none" rtlCol="0">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F</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sp>
        <p:nvSpPr>
          <p:cNvPr id="89" name="文本框 88">
            <a:extLst>
              <a:ext uri="{FF2B5EF4-FFF2-40B4-BE49-F238E27FC236}">
                <a16:creationId xmlns:a16="http://schemas.microsoft.com/office/drawing/2014/main" id="{F81D6E93-E2DE-4EDE-8FCD-EE1BFB10BAFC}"/>
              </a:ext>
            </a:extLst>
          </p:cNvPr>
          <p:cNvSpPr txBox="1"/>
          <p:nvPr/>
        </p:nvSpPr>
        <p:spPr>
          <a:xfrm>
            <a:off x="10318610" y="2325248"/>
            <a:ext cx="369012" cy="461665"/>
          </a:xfrm>
          <a:prstGeom prst="rect">
            <a:avLst/>
          </a:prstGeom>
          <a:noFill/>
        </p:spPr>
        <p:txBody>
          <a:bodyPr wrap="none" rtlCol="0">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A</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sp>
        <p:nvSpPr>
          <p:cNvPr id="109" name="文本框 108">
            <a:extLst>
              <a:ext uri="{FF2B5EF4-FFF2-40B4-BE49-F238E27FC236}">
                <a16:creationId xmlns:a16="http://schemas.microsoft.com/office/drawing/2014/main" id="{52BC86C5-5986-445E-B7E5-D422942071AB}"/>
              </a:ext>
            </a:extLst>
          </p:cNvPr>
          <p:cNvSpPr txBox="1"/>
          <p:nvPr/>
        </p:nvSpPr>
        <p:spPr>
          <a:xfrm>
            <a:off x="10593352" y="2330583"/>
            <a:ext cx="369012" cy="461665"/>
          </a:xfrm>
          <a:prstGeom prst="rect">
            <a:avLst/>
          </a:prstGeom>
          <a:noFill/>
        </p:spPr>
        <p:txBody>
          <a:bodyPr wrap="none" rtlCol="0">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C</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sp>
        <p:nvSpPr>
          <p:cNvPr id="82" name="文本框 81">
            <a:extLst>
              <a:ext uri="{FF2B5EF4-FFF2-40B4-BE49-F238E27FC236}">
                <a16:creationId xmlns:a16="http://schemas.microsoft.com/office/drawing/2014/main" id="{66E91930-31C4-4E3D-ACD7-7CB73A68B483}"/>
              </a:ext>
            </a:extLst>
          </p:cNvPr>
          <p:cNvSpPr txBox="1"/>
          <p:nvPr/>
        </p:nvSpPr>
        <p:spPr>
          <a:xfrm>
            <a:off x="11117073" y="2325248"/>
            <a:ext cx="369012" cy="461665"/>
          </a:xfrm>
          <a:prstGeom prst="rect">
            <a:avLst/>
          </a:prstGeom>
          <a:noFill/>
        </p:spPr>
        <p:txBody>
          <a:bodyPr wrap="none" rtlCol="0">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D</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sp>
        <p:nvSpPr>
          <p:cNvPr id="83" name="文本框 82">
            <a:extLst>
              <a:ext uri="{FF2B5EF4-FFF2-40B4-BE49-F238E27FC236}">
                <a16:creationId xmlns:a16="http://schemas.microsoft.com/office/drawing/2014/main" id="{4B86E347-F37E-4C69-A69E-0736900DFD5F}"/>
              </a:ext>
            </a:extLst>
          </p:cNvPr>
          <p:cNvSpPr txBox="1"/>
          <p:nvPr/>
        </p:nvSpPr>
        <p:spPr>
          <a:xfrm>
            <a:off x="11351257" y="2331554"/>
            <a:ext cx="369012" cy="461665"/>
          </a:xfrm>
          <a:prstGeom prst="rect">
            <a:avLst/>
          </a:prstGeom>
          <a:noFill/>
        </p:spPr>
        <p:txBody>
          <a:bodyPr wrap="none" rtlCol="0">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B</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cxnSp>
        <p:nvCxnSpPr>
          <p:cNvPr id="20" name="直接箭头连接符 19">
            <a:extLst>
              <a:ext uri="{FF2B5EF4-FFF2-40B4-BE49-F238E27FC236}">
                <a16:creationId xmlns:a16="http://schemas.microsoft.com/office/drawing/2014/main" id="{32B22CC2-85A3-4E8A-8FD4-3E4CE46331A0}"/>
              </a:ext>
            </a:extLst>
          </p:cNvPr>
          <p:cNvCxnSpPr>
            <a:cxnSpLocks/>
            <a:stCxn id="12" idx="6"/>
            <a:endCxn id="13" idx="2"/>
          </p:cNvCxnSpPr>
          <p:nvPr/>
        </p:nvCxnSpPr>
        <p:spPr>
          <a:xfrm>
            <a:off x="9923267" y="1567459"/>
            <a:ext cx="485579" cy="142962"/>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604B258-BFA0-45D7-9CCD-07465982C43D}"/>
              </a:ext>
            </a:extLst>
          </p:cNvPr>
          <p:cNvCxnSpPr>
            <a:cxnSpLocks/>
            <a:endCxn id="13" idx="1"/>
          </p:cNvCxnSpPr>
          <p:nvPr/>
        </p:nvCxnSpPr>
        <p:spPr>
          <a:xfrm>
            <a:off x="9803938" y="828649"/>
            <a:ext cx="657629" cy="754493"/>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1A20C15A-3B40-4CA2-BC15-792F7CC5D49E}"/>
              </a:ext>
            </a:extLst>
          </p:cNvPr>
          <p:cNvCxnSpPr>
            <a:cxnSpLocks/>
          </p:cNvCxnSpPr>
          <p:nvPr/>
        </p:nvCxnSpPr>
        <p:spPr>
          <a:xfrm>
            <a:off x="11560016" y="951518"/>
            <a:ext cx="0" cy="605847"/>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4B667EE7-8388-43AD-AD87-F18F5D655DDD}"/>
              </a:ext>
            </a:extLst>
          </p:cNvPr>
          <p:cNvSpPr txBox="1"/>
          <p:nvPr/>
        </p:nvSpPr>
        <p:spPr>
          <a:xfrm>
            <a:off x="355068" y="2224272"/>
            <a:ext cx="8283608" cy="4566828"/>
          </a:xfrm>
          <a:prstGeom prst="rect">
            <a:avLst/>
          </a:prstGeom>
          <a:solidFill>
            <a:srgbClr val="FCF6EA"/>
          </a:solidFill>
          <a:ln w="12700">
            <a:solidFill>
              <a:schemeClr val="tx1"/>
            </a:solidFill>
          </a:ln>
        </p:spPr>
        <p:txBody>
          <a:bodyPr wrap="square">
            <a:spAutoFit/>
          </a:bodyPr>
          <a:lstStyle/>
          <a:p>
            <a:pPr>
              <a:lnSpc>
                <a:spcPts val="1700"/>
              </a:lnSpc>
            </a:pPr>
            <a:r>
              <a:rPr lang="en-US" altLang="zh-CN" sz="1600" b="1" dirty="0">
                <a:effectLst>
                  <a:outerShdw blurRad="38100" dist="38100" dir="2700000" algn="tl">
                    <a:srgbClr val="000000">
                      <a:alpha val="43137"/>
                    </a:srgbClr>
                  </a:outerShdw>
                </a:effectLst>
                <a:latin typeface="Consolas" panose="020B0609020204030204" pitchFamily="49" charset="0"/>
              </a:rPr>
              <a:t>void</a:t>
            </a:r>
            <a:r>
              <a:rPr lang="en-US" altLang="zh-CN" sz="1600" b="1" dirty="0">
                <a:solidFill>
                  <a:srgbClr val="236EBF"/>
                </a:solidFill>
                <a:effectLst/>
                <a:latin typeface="Consolas" panose="020B0609020204030204" pitchFamily="49" charset="0"/>
              </a:rPr>
              <a:t> </a:t>
            </a:r>
            <a:r>
              <a:rPr lang="en-US" altLang="zh-CN" sz="1600" b="1" dirty="0" err="1">
                <a:solidFill>
                  <a:srgbClr val="B1108E"/>
                </a:solidFill>
                <a:effectLst/>
                <a:latin typeface="Consolas" panose="020B0609020204030204" pitchFamily="49" charset="0"/>
              </a:rPr>
              <a:t>BFSTraverse</a:t>
            </a:r>
            <a:r>
              <a:rPr lang="en-US" altLang="zh-CN" sz="1600" b="1" dirty="0">
                <a:solidFill>
                  <a:srgbClr val="236EBF"/>
                </a:solidFill>
                <a:effectLst/>
                <a:latin typeface="Consolas" panose="020B0609020204030204" pitchFamily="49" charset="0"/>
              </a:rPr>
              <a:t>(Graph </a:t>
            </a:r>
            <a:r>
              <a:rPr lang="en-US" altLang="zh-CN" sz="1600" b="1" dirty="0">
                <a:solidFill>
                  <a:srgbClr val="B1108E"/>
                </a:solidFill>
                <a:effectLst/>
                <a:latin typeface="Consolas" panose="020B0609020204030204" pitchFamily="49" charset="0"/>
              </a:rPr>
              <a:t>G</a:t>
            </a:r>
            <a:r>
              <a:rPr lang="en-US" altLang="zh-CN" sz="1600" b="1" dirty="0">
                <a:solidFill>
                  <a:srgbClr val="236EBF"/>
                </a:solidFill>
                <a:effectLst/>
                <a:latin typeface="Consolas" panose="020B0609020204030204" pitchFamily="49" charset="0"/>
              </a:rPr>
              <a:t>, </a:t>
            </a:r>
            <a:r>
              <a:rPr lang="en-US" altLang="zh-CN" sz="1600" b="1" dirty="0">
                <a:solidFill>
                  <a:srgbClr val="B1108E"/>
                </a:solidFill>
                <a:effectLst/>
                <a:latin typeface="Consolas" panose="020B0609020204030204" pitchFamily="49" charset="0"/>
              </a:rPr>
              <a:t>Status</a:t>
            </a:r>
            <a:r>
              <a:rPr lang="en-US" altLang="zh-CN" sz="1600" b="1" dirty="0">
                <a:solidFill>
                  <a:srgbClr val="236EBF"/>
                </a:solidFill>
                <a:effectLst/>
                <a:latin typeface="Consolas" panose="020B0609020204030204" pitchFamily="49" charset="0"/>
              </a:rPr>
              <a:t>(</a:t>
            </a:r>
            <a:r>
              <a:rPr lang="en-US" altLang="zh-CN" sz="1600" b="1" dirty="0">
                <a:solidFill>
                  <a:srgbClr val="7B30D0"/>
                </a:solidFill>
                <a:effectLst/>
                <a:latin typeface="Consolas" panose="020B0609020204030204" pitchFamily="49" charset="0"/>
              </a:rPr>
              <a:t>*</a:t>
            </a:r>
            <a:r>
              <a:rPr lang="en-US" altLang="zh-CN" sz="1600" b="1" dirty="0">
                <a:solidFill>
                  <a:srgbClr val="B1108E"/>
                </a:solidFill>
                <a:latin typeface="Consolas" panose="020B0609020204030204" pitchFamily="49" charset="0"/>
              </a:rPr>
              <a:t>V</a:t>
            </a:r>
            <a:r>
              <a:rPr lang="en-US" altLang="zh-CN" sz="1600" b="1" dirty="0">
                <a:solidFill>
                  <a:srgbClr val="B1108E"/>
                </a:solidFill>
                <a:effectLst/>
                <a:latin typeface="Consolas" panose="020B0609020204030204" pitchFamily="49" charset="0"/>
              </a:rPr>
              <a:t>isit</a:t>
            </a:r>
            <a:r>
              <a:rPr lang="en-US" altLang="zh-CN" sz="1600" b="1" dirty="0">
                <a:solidFill>
                  <a:srgbClr val="236EBF"/>
                </a:solidFill>
                <a:effectLst/>
                <a:latin typeface="Consolas" panose="020B0609020204030204" pitchFamily="49" charset="0"/>
              </a:rPr>
              <a:t>)(</a:t>
            </a:r>
            <a:r>
              <a:rPr lang="en-US" altLang="zh-CN" sz="1600" b="1" dirty="0">
                <a:solidFill>
                  <a:srgbClr val="0991B6"/>
                </a:solidFill>
                <a:latin typeface="Consolas" panose="020B0609020204030204" pitchFamily="49" charset="0"/>
              </a:rPr>
              <a:t>int</a:t>
            </a:r>
            <a:r>
              <a:rPr lang="en-US" altLang="zh-CN" sz="1600" b="1" dirty="0">
                <a:solidFill>
                  <a:srgbClr val="236EBF"/>
                </a:solidFill>
                <a:effectLst/>
                <a:latin typeface="Consolas" panose="020B0609020204030204" pitchFamily="49" charset="0"/>
              </a:rPr>
              <a:t>)) </a:t>
            </a:r>
            <a:r>
              <a:rPr lang="en-US" altLang="zh-CN" sz="1600" b="1" dirty="0">
                <a:effectLst>
                  <a:outerShdw blurRad="38100" dist="38100" dir="2700000" algn="tl">
                    <a:srgbClr val="000000">
                      <a:alpha val="43137"/>
                    </a:srgbClr>
                  </a:outerShdw>
                </a:effectLst>
                <a:latin typeface="Consolas" panose="020B0609020204030204" pitchFamily="49" charset="0"/>
              </a:rPr>
              <a:t>{</a:t>
            </a:r>
            <a:r>
              <a:rPr lang="en-US" altLang="zh-CN" sz="1600" b="1" dirty="0">
                <a:solidFill>
                  <a:srgbClr val="357B42"/>
                </a:solidFill>
                <a:effectLst/>
                <a:latin typeface="Consolas" panose="020B0609020204030204" pitchFamily="49" charset="0"/>
              </a:rPr>
              <a:t> </a:t>
            </a:r>
            <a:r>
              <a:rPr lang="en-US" altLang="zh-CN" sz="1600" dirty="0">
                <a:solidFill>
                  <a:schemeClr val="accent6">
                    <a:lumMod val="50000"/>
                  </a:schemeClr>
                </a:solidFill>
                <a:effectLst/>
                <a:latin typeface="Consolas" panose="020B0609020204030204" pitchFamily="49" charset="0"/>
              </a:rPr>
              <a:t>// </a:t>
            </a:r>
            <a:r>
              <a:rPr lang="zh-CN" altLang="en-US" sz="1600" dirty="0">
                <a:solidFill>
                  <a:schemeClr val="accent6">
                    <a:lumMod val="50000"/>
                  </a:schemeClr>
                </a:solidFill>
                <a:effectLst/>
                <a:latin typeface="Consolas" panose="020B0609020204030204" pitchFamily="49" charset="0"/>
              </a:rPr>
              <a:t>对图</a:t>
            </a:r>
            <a:r>
              <a:rPr lang="en-US" altLang="zh-CN" sz="1600" dirty="0">
                <a:solidFill>
                  <a:schemeClr val="accent6">
                    <a:lumMod val="50000"/>
                  </a:schemeClr>
                </a:solidFill>
                <a:effectLst/>
                <a:latin typeface="Consolas" panose="020B0609020204030204" pitchFamily="49" charset="0"/>
              </a:rPr>
              <a:t>G</a:t>
            </a:r>
            <a:r>
              <a:rPr lang="zh-CN" altLang="en-US" sz="1600" dirty="0">
                <a:solidFill>
                  <a:schemeClr val="accent6">
                    <a:lumMod val="50000"/>
                  </a:schemeClr>
                </a:solidFill>
                <a:effectLst/>
                <a:latin typeface="Consolas" panose="020B0609020204030204" pitchFamily="49" charset="0"/>
              </a:rPr>
              <a:t>进行广度优先遍历</a:t>
            </a:r>
          </a:p>
          <a:p>
            <a:pPr>
              <a:lnSpc>
                <a:spcPts val="1700"/>
              </a:lnSpc>
            </a:pPr>
            <a:r>
              <a:rPr lang="en-US" altLang="zh-CN" sz="1600" b="1" dirty="0">
                <a:solidFill>
                  <a:srgbClr val="236EBF"/>
                </a:solidFill>
                <a:effectLst/>
                <a:latin typeface="Consolas" panose="020B0609020204030204" pitchFamily="49" charset="0"/>
              </a:rPr>
              <a:t>  int v, u, w;</a:t>
            </a:r>
          </a:p>
          <a:p>
            <a:r>
              <a:rPr lang="en-US" altLang="zh-CN" sz="1600" b="1" dirty="0">
                <a:solidFill>
                  <a:srgbClr val="236EBF"/>
                </a:solidFill>
                <a:latin typeface="Consolas" panose="020B0609020204030204" pitchFamily="49" charset="0"/>
              </a:rPr>
              <a:t>  </a:t>
            </a:r>
            <a:r>
              <a:rPr lang="en-US" altLang="zh-CN" sz="1600" b="1" dirty="0">
                <a:effectLst>
                  <a:outerShdw blurRad="38100" dist="38100" dir="2700000" algn="tl">
                    <a:srgbClr val="000000">
                      <a:alpha val="43137"/>
                    </a:srgbClr>
                  </a:outerShdw>
                </a:effectLst>
                <a:latin typeface="Consolas" panose="020B0609020204030204" pitchFamily="49" charset="0"/>
              </a:rPr>
              <a:t>for</a:t>
            </a:r>
            <a:r>
              <a:rPr lang="en-US" altLang="zh-CN" sz="1600" b="1" dirty="0">
                <a:solidFill>
                  <a:srgbClr val="236EBF"/>
                </a:solidFill>
                <a:effectLst/>
                <a:latin typeface="Consolas" panose="020B0609020204030204" pitchFamily="49" charset="0"/>
              </a:rPr>
              <a:t> (v</a:t>
            </a:r>
            <a:r>
              <a:rPr lang="en-US" altLang="zh-CN" sz="1600" b="1" dirty="0">
                <a:solidFill>
                  <a:srgbClr val="7B30D0"/>
                </a:solidFill>
                <a:effectLst/>
                <a:latin typeface="Consolas" panose="020B0609020204030204" pitchFamily="49" charset="0"/>
              </a:rPr>
              <a:t>=</a:t>
            </a:r>
            <a:r>
              <a:rPr lang="en-US" altLang="zh-CN" sz="1600" b="1" dirty="0">
                <a:solidFill>
                  <a:srgbClr val="174781"/>
                </a:solidFill>
                <a:effectLst/>
                <a:latin typeface="Consolas" panose="020B0609020204030204" pitchFamily="49" charset="0"/>
              </a:rPr>
              <a:t>0</a:t>
            </a:r>
            <a:r>
              <a:rPr lang="en-US" altLang="zh-CN" sz="1600" b="1" dirty="0">
                <a:solidFill>
                  <a:srgbClr val="236EBF"/>
                </a:solidFill>
                <a:effectLst/>
                <a:latin typeface="Consolas" panose="020B0609020204030204" pitchFamily="49" charset="0"/>
              </a:rPr>
              <a:t>; v</a:t>
            </a:r>
            <a:r>
              <a:rPr lang="en-US" altLang="zh-CN" sz="1600" b="1" dirty="0">
                <a:solidFill>
                  <a:srgbClr val="7B30D0"/>
                </a:solidFill>
                <a:effectLst/>
                <a:latin typeface="Consolas" panose="020B0609020204030204" pitchFamily="49" charset="0"/>
              </a:rPr>
              <a:t>&lt;</a:t>
            </a:r>
            <a:r>
              <a:rPr lang="en-US" altLang="zh-CN" sz="1600" b="1" dirty="0">
                <a:solidFill>
                  <a:srgbClr val="2F86D2"/>
                </a:solidFill>
                <a:effectLst/>
                <a:latin typeface="Consolas" panose="020B0609020204030204" pitchFamily="49" charset="0"/>
              </a:rPr>
              <a:t>G-&gt;n</a:t>
            </a:r>
            <a:r>
              <a:rPr lang="en-US" altLang="zh-CN" sz="1600" b="1" dirty="0">
                <a:solidFill>
                  <a:srgbClr val="236EBF"/>
                </a:solidFill>
                <a:effectLst/>
                <a:latin typeface="Consolas" panose="020B0609020204030204" pitchFamily="49" charset="0"/>
              </a:rPr>
              <a:t>; v</a:t>
            </a:r>
            <a:r>
              <a:rPr lang="en-US" altLang="zh-CN" sz="1600" b="1" dirty="0">
                <a:solidFill>
                  <a:srgbClr val="7B30D0"/>
                </a:solidFill>
                <a:effectLst/>
                <a:latin typeface="Consolas" panose="020B0609020204030204" pitchFamily="49" charset="0"/>
              </a:rPr>
              <a:t>++</a:t>
            </a:r>
            <a:r>
              <a:rPr lang="en-US" altLang="zh-CN" sz="1600" b="1" dirty="0">
                <a:solidFill>
                  <a:srgbClr val="236EBF"/>
                </a:solidFill>
                <a:effectLst/>
                <a:latin typeface="Consolas" panose="020B0609020204030204" pitchFamily="49" charset="0"/>
              </a:rPr>
              <a:t>) </a:t>
            </a:r>
            <a:r>
              <a:rPr lang="en-US" altLang="zh-CN" sz="1600" b="1" dirty="0">
                <a:solidFill>
                  <a:srgbClr val="2F86D2"/>
                </a:solidFill>
                <a:effectLst/>
                <a:latin typeface="Consolas" panose="020B0609020204030204" pitchFamily="49" charset="0"/>
              </a:rPr>
              <a:t>G</a:t>
            </a:r>
            <a:r>
              <a:rPr lang="en-US" altLang="zh-CN" sz="1600" b="1" dirty="0">
                <a:solidFill>
                  <a:srgbClr val="236EBF"/>
                </a:solidFill>
                <a:effectLst/>
                <a:latin typeface="Consolas" panose="020B0609020204030204" pitchFamily="49" charset="0"/>
              </a:rPr>
              <a:t>-&gt;visited[v] </a:t>
            </a:r>
            <a:r>
              <a:rPr lang="en-US" altLang="zh-CN" sz="1600" b="1" dirty="0">
                <a:solidFill>
                  <a:srgbClr val="7B30D0"/>
                </a:solidFill>
                <a:effectLst/>
                <a:latin typeface="Consolas" panose="020B0609020204030204" pitchFamily="49" charset="0"/>
              </a:rPr>
              <a:t>= </a:t>
            </a:r>
            <a:r>
              <a:rPr lang="en-US" altLang="zh-CN" sz="1600" b="1" dirty="0" err="1">
                <a:solidFill>
                  <a:srgbClr val="236EBF"/>
                </a:solidFill>
                <a:effectLst/>
                <a:latin typeface="Consolas" panose="020B0609020204030204" pitchFamily="49" charset="0"/>
              </a:rPr>
              <a:t>UNVisited</a:t>
            </a:r>
            <a:r>
              <a:rPr lang="en-US" altLang="zh-CN" sz="1600" b="1" dirty="0">
                <a:solidFill>
                  <a:srgbClr val="236EBF"/>
                </a:solidFill>
                <a:effectLst/>
                <a:latin typeface="Consolas" panose="020B0609020204030204" pitchFamily="49" charset="0"/>
              </a:rPr>
              <a:t>;</a:t>
            </a:r>
            <a:r>
              <a:rPr lang="en-US" altLang="zh-CN" sz="1600" b="1" dirty="0">
                <a:solidFill>
                  <a:srgbClr val="357B42"/>
                </a:solidFill>
                <a:effectLst/>
                <a:latin typeface="Consolas" panose="020B0609020204030204" pitchFamily="49" charset="0"/>
              </a:rPr>
              <a:t>  </a:t>
            </a:r>
            <a:r>
              <a:rPr lang="en-US" altLang="zh-CN" sz="1600" dirty="0">
                <a:solidFill>
                  <a:srgbClr val="357B42"/>
                </a:solidFill>
                <a:latin typeface="Consolas" panose="020B0609020204030204" pitchFamily="49" charset="0"/>
              </a:rPr>
              <a:t>// </a:t>
            </a:r>
            <a:r>
              <a:rPr lang="zh-CN" altLang="en-US" sz="1600" dirty="0">
                <a:solidFill>
                  <a:srgbClr val="357B42"/>
                </a:solidFill>
                <a:latin typeface="Consolas" panose="020B0609020204030204" pitchFamily="49" charset="0"/>
              </a:rPr>
              <a:t>初始化标志数组</a:t>
            </a:r>
          </a:p>
          <a:p>
            <a:r>
              <a:rPr lang="en-US" altLang="zh-CN" sz="1600" b="1" dirty="0">
                <a:solidFill>
                  <a:srgbClr val="236EBF"/>
                </a:solidFill>
                <a:effectLst/>
                <a:latin typeface="Consolas" panose="020B0609020204030204" pitchFamily="49" charset="0"/>
              </a:rPr>
              <a:t>  Q = </a:t>
            </a:r>
            <a:r>
              <a:rPr lang="en-US" altLang="zh-CN" sz="1600" b="1" dirty="0" err="1">
                <a:solidFill>
                  <a:srgbClr val="B1108E"/>
                </a:solidFill>
                <a:effectLst/>
                <a:latin typeface="Consolas" panose="020B0609020204030204" pitchFamily="49" charset="0"/>
              </a:rPr>
              <a:t>InitQueue</a:t>
            </a:r>
            <a:r>
              <a:rPr lang="en-US" altLang="zh-CN" sz="1600" b="1" dirty="0">
                <a:solidFill>
                  <a:srgbClr val="236EBF"/>
                </a:solidFill>
                <a:effectLst/>
                <a:latin typeface="Consolas" panose="020B0609020204030204" pitchFamily="49" charset="0"/>
              </a:rPr>
              <a:t>();</a:t>
            </a:r>
            <a:r>
              <a:rPr lang="en-US" altLang="zh-CN" sz="1600" b="1" dirty="0">
                <a:solidFill>
                  <a:srgbClr val="357B42"/>
                </a:solidFill>
                <a:effectLst/>
                <a:latin typeface="Consolas" panose="020B0609020204030204" pitchFamily="49" charset="0"/>
              </a:rPr>
              <a:t>       </a:t>
            </a:r>
            <a:r>
              <a:rPr lang="en-US" altLang="zh-CN" sz="1600" dirty="0">
                <a:solidFill>
                  <a:schemeClr val="accent6">
                    <a:lumMod val="50000"/>
                  </a:schemeClr>
                </a:solidFill>
                <a:latin typeface="Consolas" panose="020B0609020204030204" pitchFamily="49" charset="0"/>
              </a:rPr>
              <a:t>// </a:t>
            </a:r>
            <a:r>
              <a:rPr lang="zh-CN" altLang="en-US" sz="1600" dirty="0">
                <a:solidFill>
                  <a:schemeClr val="accent6">
                    <a:lumMod val="50000"/>
                  </a:schemeClr>
                </a:solidFill>
                <a:latin typeface="Consolas" panose="020B0609020204030204" pitchFamily="49" charset="0"/>
              </a:rPr>
              <a:t>初始化队列</a:t>
            </a:r>
            <a:r>
              <a:rPr lang="en-US" altLang="zh-CN" sz="1600" dirty="0">
                <a:solidFill>
                  <a:schemeClr val="accent6">
                    <a:lumMod val="50000"/>
                  </a:schemeClr>
                </a:solidFill>
                <a:latin typeface="Consolas" panose="020B0609020204030204" pitchFamily="49" charset="0"/>
              </a:rPr>
              <a:t>Q</a:t>
            </a:r>
          </a:p>
          <a:p>
            <a:r>
              <a:rPr lang="en-US" altLang="zh-CN" sz="1600" b="1" dirty="0">
                <a:solidFill>
                  <a:srgbClr val="236EBF"/>
                </a:solidFill>
                <a:effectLst/>
                <a:latin typeface="Consolas" panose="020B0609020204030204" pitchFamily="49" charset="0"/>
              </a:rPr>
              <a:t>  </a:t>
            </a:r>
            <a:r>
              <a:rPr lang="en-US" altLang="zh-CN" sz="1600" b="1" dirty="0">
                <a:effectLst>
                  <a:outerShdw blurRad="38100" dist="38100" dir="2700000" algn="tl">
                    <a:srgbClr val="000000">
                      <a:alpha val="43137"/>
                    </a:srgbClr>
                  </a:outerShdw>
                </a:effectLst>
                <a:latin typeface="Consolas" panose="020B0609020204030204" pitchFamily="49" charset="0"/>
              </a:rPr>
              <a:t>for</a:t>
            </a:r>
            <a:r>
              <a:rPr lang="en-US" altLang="zh-CN" sz="1600" b="1" dirty="0">
                <a:solidFill>
                  <a:srgbClr val="236EBF"/>
                </a:solidFill>
                <a:effectLst/>
                <a:latin typeface="Consolas" panose="020B0609020204030204" pitchFamily="49" charset="0"/>
              </a:rPr>
              <a:t> (v</a:t>
            </a:r>
            <a:r>
              <a:rPr lang="en-US" altLang="zh-CN" sz="1600" b="1" dirty="0">
                <a:solidFill>
                  <a:srgbClr val="7B30D0"/>
                </a:solidFill>
                <a:effectLst/>
                <a:latin typeface="Consolas" panose="020B0609020204030204" pitchFamily="49" charset="0"/>
              </a:rPr>
              <a:t>=</a:t>
            </a:r>
            <a:r>
              <a:rPr lang="en-US" altLang="zh-CN" sz="1600" b="1" dirty="0">
                <a:solidFill>
                  <a:srgbClr val="174781"/>
                </a:solidFill>
                <a:effectLst/>
                <a:latin typeface="Consolas" panose="020B0609020204030204" pitchFamily="49" charset="0"/>
              </a:rPr>
              <a:t>0</a:t>
            </a:r>
            <a:r>
              <a:rPr lang="en-US" altLang="zh-CN" sz="1600" b="1" dirty="0">
                <a:solidFill>
                  <a:srgbClr val="236EBF"/>
                </a:solidFill>
                <a:effectLst/>
                <a:latin typeface="Consolas" panose="020B0609020204030204" pitchFamily="49" charset="0"/>
              </a:rPr>
              <a:t>; v</a:t>
            </a:r>
            <a:r>
              <a:rPr lang="en-US" altLang="zh-CN" sz="1600" b="1" dirty="0">
                <a:solidFill>
                  <a:srgbClr val="7B30D0"/>
                </a:solidFill>
                <a:effectLst/>
                <a:latin typeface="Consolas" panose="020B0609020204030204" pitchFamily="49" charset="0"/>
              </a:rPr>
              <a:t>&lt;</a:t>
            </a:r>
            <a:r>
              <a:rPr lang="en-US" altLang="zh-CN" sz="1600" b="1" dirty="0">
                <a:solidFill>
                  <a:srgbClr val="2F86D2"/>
                </a:solidFill>
                <a:effectLst/>
                <a:latin typeface="Consolas" panose="020B0609020204030204" pitchFamily="49" charset="0"/>
              </a:rPr>
              <a:t>G</a:t>
            </a:r>
            <a:r>
              <a:rPr lang="en-US" altLang="zh-CN" sz="1600" b="1" dirty="0">
                <a:solidFill>
                  <a:srgbClr val="236EBF"/>
                </a:solidFill>
                <a:latin typeface="Consolas" panose="020B0609020204030204" pitchFamily="49" charset="0"/>
              </a:rPr>
              <a:t>-&gt;</a:t>
            </a:r>
            <a:r>
              <a:rPr lang="en-US" altLang="zh-CN" sz="1600" b="1" dirty="0">
                <a:solidFill>
                  <a:srgbClr val="2F86D2"/>
                </a:solidFill>
                <a:effectLst/>
                <a:latin typeface="Consolas" panose="020B0609020204030204" pitchFamily="49" charset="0"/>
              </a:rPr>
              <a:t>n</a:t>
            </a:r>
            <a:r>
              <a:rPr lang="en-US" altLang="zh-CN" sz="1600" b="1" dirty="0">
                <a:solidFill>
                  <a:srgbClr val="236EBF"/>
                </a:solidFill>
                <a:effectLst/>
                <a:latin typeface="Consolas" panose="020B0609020204030204" pitchFamily="49" charset="0"/>
              </a:rPr>
              <a:t>; v</a:t>
            </a:r>
            <a:r>
              <a:rPr lang="en-US" altLang="zh-CN" sz="1600" b="1" dirty="0">
                <a:solidFill>
                  <a:srgbClr val="7B30D0"/>
                </a:solidFill>
                <a:effectLst/>
                <a:latin typeface="Consolas" panose="020B0609020204030204" pitchFamily="49" charset="0"/>
              </a:rPr>
              <a:t>++</a:t>
            </a:r>
            <a:r>
              <a:rPr lang="en-US" altLang="zh-CN" sz="1600" b="1" dirty="0">
                <a:solidFill>
                  <a:srgbClr val="236EBF"/>
                </a:solidFill>
                <a:effectLst/>
                <a:latin typeface="Consolas" panose="020B0609020204030204" pitchFamily="49" charset="0"/>
              </a:rPr>
              <a:t>)</a:t>
            </a:r>
            <a:r>
              <a:rPr lang="en-US" altLang="zh-CN" sz="1600" b="1" dirty="0">
                <a:solidFill>
                  <a:srgbClr val="357B42"/>
                </a:solidFill>
                <a:effectLst/>
                <a:latin typeface="Consolas" panose="020B0609020204030204" pitchFamily="49" charset="0"/>
              </a:rPr>
              <a:t> </a:t>
            </a:r>
            <a:r>
              <a:rPr lang="en-US" altLang="zh-CN" sz="1600" dirty="0">
                <a:solidFill>
                  <a:schemeClr val="accent6">
                    <a:lumMod val="50000"/>
                  </a:schemeClr>
                </a:solidFill>
                <a:latin typeface="Consolas" panose="020B0609020204030204" pitchFamily="49" charset="0"/>
              </a:rPr>
              <a:t>// </a:t>
            </a:r>
            <a:r>
              <a:rPr lang="zh-CN" altLang="en-US" sz="1600" dirty="0">
                <a:solidFill>
                  <a:schemeClr val="accent6">
                    <a:lumMod val="50000"/>
                  </a:schemeClr>
                </a:solidFill>
                <a:latin typeface="Consolas" panose="020B0609020204030204" pitchFamily="49" charset="0"/>
              </a:rPr>
              <a:t>依次检查所有顶点</a:t>
            </a:r>
          </a:p>
          <a:p>
            <a:r>
              <a:rPr lang="zh-CN" altLang="en-US" sz="1600" b="1" dirty="0">
                <a:solidFill>
                  <a:srgbClr val="236EBF"/>
                </a:solidFill>
                <a:effectLst/>
                <a:latin typeface="Consolas" panose="020B0609020204030204" pitchFamily="49" charset="0"/>
              </a:rPr>
              <a:t>    </a:t>
            </a:r>
            <a:r>
              <a:rPr lang="en-US" altLang="zh-CN" sz="1600" b="1" dirty="0">
                <a:effectLst>
                  <a:outerShdw blurRad="38100" dist="38100" dir="2700000" algn="tl">
                    <a:srgbClr val="000000">
                      <a:alpha val="43137"/>
                    </a:srgbClr>
                  </a:outerShdw>
                </a:effectLst>
                <a:latin typeface="Consolas" panose="020B0609020204030204" pitchFamily="49" charset="0"/>
              </a:rPr>
              <a:t>if</a:t>
            </a:r>
            <a:r>
              <a:rPr lang="en-US" altLang="zh-CN" sz="1600" b="1" dirty="0">
                <a:solidFill>
                  <a:srgbClr val="236EBF"/>
                </a:solidFill>
                <a:effectLst/>
                <a:latin typeface="Consolas" panose="020B0609020204030204" pitchFamily="49" charset="0"/>
              </a:rPr>
              <a:t> (</a:t>
            </a:r>
            <a:r>
              <a:rPr lang="en-US" altLang="zh-CN" sz="1600" b="1" dirty="0" err="1">
                <a:solidFill>
                  <a:srgbClr val="236EBF"/>
                </a:solidFill>
                <a:effectLst/>
                <a:latin typeface="Consolas" panose="020B0609020204030204" pitchFamily="49" charset="0"/>
              </a:rPr>
              <a:t>UNVisited</a:t>
            </a:r>
            <a:r>
              <a:rPr lang="en-US" altLang="zh-CN" sz="1600" b="1" dirty="0">
                <a:solidFill>
                  <a:srgbClr val="7B30D0"/>
                </a:solidFill>
                <a:effectLst/>
                <a:latin typeface="Consolas" panose="020B0609020204030204" pitchFamily="49" charset="0"/>
              </a:rPr>
              <a:t>==</a:t>
            </a:r>
            <a:r>
              <a:rPr lang="en-US" altLang="zh-CN" sz="1600" b="1" dirty="0">
                <a:solidFill>
                  <a:srgbClr val="2F86D2"/>
                </a:solidFill>
                <a:latin typeface="Consolas" panose="020B0609020204030204" pitchFamily="49" charset="0"/>
              </a:rPr>
              <a:t>G-&gt;visited</a:t>
            </a:r>
            <a:r>
              <a:rPr lang="en-US" altLang="zh-CN" sz="1600" b="1" dirty="0">
                <a:solidFill>
                  <a:srgbClr val="236EBF"/>
                </a:solidFill>
                <a:effectLst/>
                <a:latin typeface="Consolas" panose="020B0609020204030204" pitchFamily="49" charset="0"/>
              </a:rPr>
              <a:t>[v]) </a:t>
            </a:r>
            <a:r>
              <a:rPr lang="en-US" altLang="zh-CN" sz="1600" b="1" dirty="0">
                <a:effectLst>
                  <a:outerShdw blurRad="38100" dist="38100" dir="2700000" algn="tl">
                    <a:srgbClr val="000000">
                      <a:alpha val="43137"/>
                    </a:srgbClr>
                  </a:outerShdw>
                </a:effectLst>
                <a:latin typeface="Consolas" panose="020B0609020204030204" pitchFamily="49" charset="0"/>
              </a:rPr>
              <a:t>{</a:t>
            </a:r>
            <a:r>
              <a:rPr lang="en-US" altLang="zh-CN" sz="1600" b="1" dirty="0">
                <a:solidFill>
                  <a:srgbClr val="236EBF"/>
                </a:solidFill>
                <a:effectLst/>
                <a:latin typeface="Consolas" panose="020B0609020204030204" pitchFamily="49" charset="0"/>
              </a:rPr>
              <a:t>  </a:t>
            </a:r>
            <a:r>
              <a:rPr lang="en-US" altLang="zh-CN" sz="1600" dirty="0">
                <a:solidFill>
                  <a:schemeClr val="accent6">
                    <a:lumMod val="50000"/>
                  </a:schemeClr>
                </a:solidFill>
                <a:latin typeface="Consolas" panose="020B0609020204030204" pitchFamily="49" charset="0"/>
              </a:rPr>
              <a:t>// </a:t>
            </a:r>
            <a:r>
              <a:rPr lang="zh-CN" altLang="en-US" sz="1600" dirty="0">
                <a:solidFill>
                  <a:schemeClr val="accent6">
                    <a:lumMod val="50000"/>
                  </a:schemeClr>
                </a:solidFill>
                <a:latin typeface="Consolas" panose="020B0609020204030204" pitchFamily="49" charset="0"/>
              </a:rPr>
              <a:t>判断顶点</a:t>
            </a:r>
            <a:r>
              <a:rPr lang="en-US" altLang="zh-CN" sz="1600" dirty="0">
                <a:solidFill>
                  <a:schemeClr val="accent6">
                    <a:lumMod val="50000"/>
                  </a:schemeClr>
                </a:solidFill>
                <a:latin typeface="Consolas" panose="020B0609020204030204" pitchFamily="49" charset="0"/>
              </a:rPr>
              <a:t>v</a:t>
            </a:r>
            <a:r>
              <a:rPr lang="zh-CN" altLang="en-US" sz="1600" dirty="0">
                <a:solidFill>
                  <a:schemeClr val="accent6">
                    <a:lumMod val="50000"/>
                  </a:schemeClr>
                </a:solidFill>
                <a:latin typeface="Consolas" panose="020B0609020204030204" pitchFamily="49" charset="0"/>
              </a:rPr>
              <a:t>是否未访问</a:t>
            </a:r>
            <a:endParaRPr lang="en-US" altLang="zh-CN" sz="1600" dirty="0">
              <a:solidFill>
                <a:schemeClr val="accent6">
                  <a:lumMod val="50000"/>
                </a:schemeClr>
              </a:solidFill>
              <a:latin typeface="Consolas" panose="020B0609020204030204" pitchFamily="49" charset="0"/>
            </a:endParaRPr>
          </a:p>
          <a:p>
            <a:r>
              <a:rPr lang="en-US" altLang="zh-CN" sz="1600" b="1" dirty="0">
                <a:solidFill>
                  <a:srgbClr val="236EBF"/>
                </a:solidFill>
                <a:effectLst/>
                <a:latin typeface="Consolas" panose="020B0609020204030204" pitchFamily="49" charset="0"/>
              </a:rPr>
              <a:t>      </a:t>
            </a:r>
            <a:r>
              <a:rPr lang="en-US" altLang="zh-CN" sz="1600" b="1" dirty="0">
                <a:solidFill>
                  <a:srgbClr val="2F86D2"/>
                </a:solidFill>
                <a:effectLst/>
                <a:latin typeface="Consolas" panose="020B0609020204030204" pitchFamily="49" charset="0"/>
              </a:rPr>
              <a:t>G</a:t>
            </a:r>
            <a:r>
              <a:rPr lang="en-US" altLang="zh-CN" sz="1600" b="1" dirty="0">
                <a:solidFill>
                  <a:srgbClr val="236EBF"/>
                </a:solidFill>
                <a:effectLst/>
                <a:latin typeface="Consolas" panose="020B0609020204030204" pitchFamily="49" charset="0"/>
              </a:rPr>
              <a:t>-&gt;visited[v] </a:t>
            </a:r>
            <a:r>
              <a:rPr lang="en-US" altLang="zh-CN" sz="1600" b="1" dirty="0">
                <a:solidFill>
                  <a:srgbClr val="7B30D0"/>
                </a:solidFill>
                <a:effectLst/>
                <a:latin typeface="Consolas" panose="020B0609020204030204" pitchFamily="49" charset="0"/>
              </a:rPr>
              <a:t>= </a:t>
            </a:r>
            <a:r>
              <a:rPr lang="en-US" altLang="zh-CN" sz="1600" b="1" dirty="0">
                <a:solidFill>
                  <a:srgbClr val="236EBF"/>
                </a:solidFill>
                <a:effectLst/>
                <a:latin typeface="Consolas" panose="020B0609020204030204" pitchFamily="49" charset="0"/>
              </a:rPr>
              <a:t>Visited;  </a:t>
            </a:r>
            <a:r>
              <a:rPr lang="en-US" altLang="zh-CN" sz="1600" b="1" dirty="0">
                <a:solidFill>
                  <a:srgbClr val="B1108E"/>
                </a:solidFill>
                <a:latin typeface="Consolas" panose="020B0609020204030204" pitchFamily="49" charset="0"/>
              </a:rPr>
              <a:t>V</a:t>
            </a:r>
            <a:r>
              <a:rPr lang="en-US" altLang="zh-CN" sz="1600" b="1" dirty="0">
                <a:solidFill>
                  <a:srgbClr val="B1108E"/>
                </a:solidFill>
                <a:effectLst/>
                <a:latin typeface="Consolas" panose="020B0609020204030204" pitchFamily="49" charset="0"/>
              </a:rPr>
              <a:t>isit</a:t>
            </a:r>
            <a:r>
              <a:rPr lang="en-US" altLang="zh-CN" sz="1600" b="1" dirty="0">
                <a:solidFill>
                  <a:srgbClr val="236EBF"/>
                </a:solidFill>
                <a:effectLst/>
                <a:latin typeface="Consolas" panose="020B0609020204030204" pitchFamily="49" charset="0"/>
              </a:rPr>
              <a:t>(v);</a:t>
            </a:r>
          </a:p>
          <a:p>
            <a:r>
              <a:rPr lang="en-US" altLang="zh-CN" sz="1600" b="1" dirty="0">
                <a:solidFill>
                  <a:srgbClr val="236EBF"/>
                </a:solidFill>
                <a:effectLst/>
                <a:latin typeface="Consolas" panose="020B0609020204030204" pitchFamily="49" charset="0"/>
              </a:rPr>
              <a:t>      </a:t>
            </a:r>
            <a:r>
              <a:rPr lang="en-US" altLang="zh-CN" sz="1600" b="1" dirty="0" err="1">
                <a:solidFill>
                  <a:srgbClr val="B1108E"/>
                </a:solidFill>
                <a:effectLst/>
                <a:latin typeface="Consolas" panose="020B0609020204030204" pitchFamily="49" charset="0"/>
              </a:rPr>
              <a:t>EnQueue</a:t>
            </a:r>
            <a:r>
              <a:rPr lang="en-US" altLang="zh-CN" sz="1600" b="1" dirty="0">
                <a:solidFill>
                  <a:srgbClr val="236EBF"/>
                </a:solidFill>
                <a:effectLst/>
                <a:latin typeface="Consolas" panose="020B0609020204030204" pitchFamily="49" charset="0"/>
              </a:rPr>
              <a:t>(Q, v);</a:t>
            </a:r>
            <a:r>
              <a:rPr lang="en-US" altLang="zh-CN" sz="1600" b="1" dirty="0">
                <a:solidFill>
                  <a:srgbClr val="357B42"/>
                </a:solidFill>
                <a:effectLst/>
                <a:latin typeface="Consolas" panose="020B0609020204030204" pitchFamily="49" charset="0"/>
              </a:rPr>
              <a:t>  </a:t>
            </a:r>
            <a:r>
              <a:rPr lang="en-US" altLang="zh-CN" sz="1600" dirty="0">
                <a:solidFill>
                  <a:schemeClr val="accent6">
                    <a:lumMod val="50000"/>
                  </a:schemeClr>
                </a:solidFill>
                <a:latin typeface="Consolas" panose="020B0609020204030204" pitchFamily="49" charset="0"/>
              </a:rPr>
              <a:t>// </a:t>
            </a:r>
            <a:r>
              <a:rPr lang="zh-CN" altLang="en-US" sz="1600" dirty="0">
                <a:solidFill>
                  <a:schemeClr val="accent6">
                    <a:lumMod val="50000"/>
                  </a:schemeClr>
                </a:solidFill>
                <a:latin typeface="Consolas" panose="020B0609020204030204" pitchFamily="49" charset="0"/>
              </a:rPr>
              <a:t>若未访问过</a:t>
            </a:r>
            <a:r>
              <a:rPr lang="en-US" altLang="zh-CN" sz="1600" dirty="0" err="1">
                <a:solidFill>
                  <a:schemeClr val="accent6">
                    <a:lumMod val="50000"/>
                  </a:schemeClr>
                </a:solidFill>
                <a:latin typeface="Consolas" panose="020B0609020204030204" pitchFamily="49" charset="0"/>
              </a:rPr>
              <a:t>i</a:t>
            </a:r>
            <a:r>
              <a:rPr lang="zh-CN" altLang="en-US" sz="1600" dirty="0">
                <a:solidFill>
                  <a:schemeClr val="accent6">
                    <a:lumMod val="50000"/>
                  </a:schemeClr>
                </a:solidFill>
                <a:latin typeface="Consolas" panose="020B0609020204030204" pitchFamily="49" charset="0"/>
              </a:rPr>
              <a:t>顶点，则访问它，并入队列</a:t>
            </a:r>
          </a:p>
          <a:p>
            <a:r>
              <a:rPr lang="zh-CN" altLang="en-US" sz="1600" b="1" dirty="0">
                <a:solidFill>
                  <a:srgbClr val="236EBF"/>
                </a:solidFill>
                <a:effectLst/>
                <a:latin typeface="Consolas" panose="020B0609020204030204" pitchFamily="49" charset="0"/>
              </a:rPr>
              <a:t>      </a:t>
            </a:r>
            <a:r>
              <a:rPr lang="en-US" altLang="zh-CN" sz="1600" b="1" dirty="0">
                <a:effectLst>
                  <a:outerShdw blurRad="38100" dist="38100" dir="2700000" algn="tl">
                    <a:srgbClr val="000000">
                      <a:alpha val="43137"/>
                    </a:srgbClr>
                  </a:outerShdw>
                </a:effectLst>
                <a:latin typeface="Consolas" panose="020B0609020204030204" pitchFamily="49" charset="0"/>
              </a:rPr>
              <a:t>while</a:t>
            </a:r>
            <a:r>
              <a:rPr lang="en-US" altLang="zh-CN" sz="1600" b="1" dirty="0">
                <a:solidFill>
                  <a:srgbClr val="236EBF"/>
                </a:solidFill>
                <a:effectLst/>
                <a:latin typeface="Consolas" panose="020B0609020204030204" pitchFamily="49" charset="0"/>
              </a:rPr>
              <a:t> (!</a:t>
            </a:r>
            <a:r>
              <a:rPr lang="en-US" altLang="zh-CN" sz="1600" b="1" dirty="0" err="1">
                <a:solidFill>
                  <a:srgbClr val="B1108E"/>
                </a:solidFill>
                <a:effectLst/>
                <a:latin typeface="Consolas" panose="020B0609020204030204" pitchFamily="49" charset="0"/>
              </a:rPr>
              <a:t>QueueEmpty</a:t>
            </a:r>
            <a:r>
              <a:rPr lang="en-US" altLang="zh-CN" sz="1600" b="1" dirty="0">
                <a:solidFill>
                  <a:srgbClr val="236EBF"/>
                </a:solidFill>
                <a:effectLst/>
                <a:latin typeface="Consolas" panose="020B0609020204030204" pitchFamily="49" charset="0"/>
              </a:rPr>
              <a:t>(Q))</a:t>
            </a:r>
            <a:r>
              <a:rPr lang="en-US" altLang="zh-CN" sz="1600" b="1" dirty="0">
                <a:solidFill>
                  <a:srgbClr val="357B42"/>
                </a:solidFill>
                <a:effectLst/>
                <a:latin typeface="Consolas" panose="020B0609020204030204" pitchFamily="49" charset="0"/>
              </a:rPr>
              <a:t> </a:t>
            </a:r>
            <a:r>
              <a:rPr lang="en-US" altLang="zh-CN" sz="1600" b="1" dirty="0">
                <a:effectLst>
                  <a:outerShdw blurRad="38100" dist="38100" dir="2700000" algn="tl">
                    <a:srgbClr val="000000">
                      <a:alpha val="43137"/>
                    </a:srgbClr>
                  </a:outerShdw>
                </a:effectLst>
                <a:latin typeface="Consolas" panose="020B0609020204030204" pitchFamily="49" charset="0"/>
              </a:rPr>
              <a:t>{</a:t>
            </a:r>
            <a:r>
              <a:rPr lang="en-US" altLang="zh-CN" sz="1600" b="1" dirty="0">
                <a:solidFill>
                  <a:srgbClr val="357B42"/>
                </a:solidFill>
                <a:effectLst/>
                <a:latin typeface="Consolas" panose="020B0609020204030204" pitchFamily="49" charset="0"/>
              </a:rPr>
              <a:t> </a:t>
            </a:r>
            <a:r>
              <a:rPr lang="en-US" altLang="zh-CN" sz="1600" dirty="0">
                <a:solidFill>
                  <a:schemeClr val="accent6">
                    <a:lumMod val="50000"/>
                  </a:schemeClr>
                </a:solidFill>
                <a:latin typeface="Consolas" panose="020B0609020204030204" pitchFamily="49" charset="0"/>
              </a:rPr>
              <a:t>// </a:t>
            </a:r>
            <a:r>
              <a:rPr lang="zh-CN" altLang="en-US" sz="1600" dirty="0">
                <a:solidFill>
                  <a:schemeClr val="accent6">
                    <a:lumMod val="50000"/>
                  </a:schemeClr>
                </a:solidFill>
                <a:latin typeface="Consolas" panose="020B0609020204030204" pitchFamily="49" charset="0"/>
              </a:rPr>
              <a:t>若队列空，则</a:t>
            </a:r>
            <a:r>
              <a:rPr lang="en-US" altLang="zh-CN" sz="1600" dirty="0">
                <a:solidFill>
                  <a:schemeClr val="accent6">
                    <a:lumMod val="50000"/>
                  </a:schemeClr>
                </a:solidFill>
                <a:latin typeface="Consolas" panose="020B0609020204030204" pitchFamily="49" charset="0"/>
              </a:rPr>
              <a:t>while</a:t>
            </a:r>
            <a:r>
              <a:rPr lang="zh-CN" altLang="en-US" sz="1600" dirty="0">
                <a:solidFill>
                  <a:schemeClr val="accent6">
                    <a:lumMod val="50000"/>
                  </a:schemeClr>
                </a:solidFill>
                <a:latin typeface="Consolas" panose="020B0609020204030204" pitchFamily="49" charset="0"/>
              </a:rPr>
              <a:t>结束</a:t>
            </a:r>
            <a:endParaRPr lang="en-US" altLang="zh-CN" sz="1600" dirty="0">
              <a:solidFill>
                <a:schemeClr val="accent6">
                  <a:lumMod val="50000"/>
                </a:schemeClr>
              </a:solidFill>
              <a:latin typeface="Consolas" panose="020B0609020204030204" pitchFamily="49" charset="0"/>
            </a:endParaRPr>
          </a:p>
          <a:p>
            <a:r>
              <a:rPr lang="zh-CN" altLang="en-US" sz="1600" dirty="0">
                <a:solidFill>
                  <a:schemeClr val="accent6">
                    <a:lumMod val="50000"/>
                  </a:schemeClr>
                </a:solidFill>
                <a:latin typeface="Consolas" panose="020B0609020204030204" pitchFamily="49" charset="0"/>
              </a:rPr>
              <a:t>        </a:t>
            </a:r>
            <a:r>
              <a:rPr lang="en-US" altLang="zh-CN" sz="1600" b="1" dirty="0">
                <a:solidFill>
                  <a:srgbClr val="236EBF"/>
                </a:solidFill>
                <a:latin typeface="Consolas" panose="020B0609020204030204" pitchFamily="49" charset="0"/>
              </a:rPr>
              <a:t>u = </a:t>
            </a:r>
            <a:r>
              <a:rPr lang="en-US" altLang="zh-CN" sz="1600" b="1" dirty="0" err="1">
                <a:solidFill>
                  <a:srgbClr val="236EBF"/>
                </a:solidFill>
                <a:latin typeface="Consolas" panose="020B0609020204030204" pitchFamily="49" charset="0"/>
              </a:rPr>
              <a:t>DeQueue</a:t>
            </a:r>
            <a:r>
              <a:rPr lang="en-US" altLang="zh-CN" sz="1600" b="1" dirty="0">
                <a:solidFill>
                  <a:srgbClr val="236EBF"/>
                </a:solidFill>
                <a:latin typeface="Consolas" panose="020B0609020204030204" pitchFamily="49" charset="0"/>
              </a:rPr>
              <a:t>(Q);        </a:t>
            </a:r>
            <a:r>
              <a:rPr lang="en-US" altLang="zh-CN" sz="1600" dirty="0">
                <a:solidFill>
                  <a:schemeClr val="accent6">
                    <a:lumMod val="50000"/>
                  </a:schemeClr>
                </a:solidFill>
                <a:latin typeface="Consolas" panose="020B0609020204030204" pitchFamily="49" charset="0"/>
              </a:rPr>
              <a:t>// </a:t>
            </a:r>
            <a:r>
              <a:rPr lang="zh-CN" altLang="en-US" sz="1600" dirty="0">
                <a:solidFill>
                  <a:schemeClr val="accent6">
                    <a:lumMod val="50000"/>
                  </a:schemeClr>
                </a:solidFill>
                <a:latin typeface="Consolas" panose="020B0609020204030204" pitchFamily="49" charset="0"/>
              </a:rPr>
              <a:t>队头元素出队列到</a:t>
            </a:r>
            <a:r>
              <a:rPr lang="en-US" altLang="zh-CN" sz="1600" dirty="0">
                <a:solidFill>
                  <a:schemeClr val="accent6">
                    <a:lumMod val="50000"/>
                  </a:schemeClr>
                </a:solidFill>
                <a:latin typeface="Consolas" panose="020B0609020204030204" pitchFamily="49" charset="0"/>
              </a:rPr>
              <a:t>u</a:t>
            </a:r>
            <a:r>
              <a:rPr lang="zh-CN" altLang="en-US" sz="1600" dirty="0">
                <a:solidFill>
                  <a:schemeClr val="accent6">
                    <a:lumMod val="50000"/>
                  </a:schemeClr>
                </a:solidFill>
                <a:latin typeface="Consolas" panose="020B0609020204030204" pitchFamily="49" charset="0"/>
              </a:rPr>
              <a:t>，</a:t>
            </a:r>
            <a:endParaRPr lang="zh-CN" altLang="en-US" sz="1600" b="1" dirty="0">
              <a:solidFill>
                <a:srgbClr val="236EBF"/>
              </a:solidFill>
              <a:latin typeface="Consolas" panose="020B0609020204030204" pitchFamily="49" charset="0"/>
            </a:endParaRPr>
          </a:p>
          <a:p>
            <a:r>
              <a:rPr lang="zh-CN" altLang="en-US" sz="1600" b="1" dirty="0">
                <a:solidFill>
                  <a:srgbClr val="236EBF"/>
                </a:solidFill>
                <a:effectLst/>
                <a:latin typeface="Consolas" panose="020B0609020204030204" pitchFamily="49" charset="0"/>
              </a:rPr>
              <a:t>        </a:t>
            </a:r>
            <a:r>
              <a:rPr lang="en-US" altLang="zh-CN" sz="1600" b="1" dirty="0">
                <a:effectLst>
                  <a:outerShdw blurRad="38100" dist="38100" dir="2700000" algn="tl">
                    <a:srgbClr val="000000">
                      <a:alpha val="43137"/>
                    </a:srgbClr>
                  </a:outerShdw>
                </a:effectLst>
                <a:latin typeface="Consolas" panose="020B0609020204030204" pitchFamily="49" charset="0"/>
              </a:rPr>
              <a:t>for</a:t>
            </a:r>
            <a:r>
              <a:rPr lang="en-US" altLang="zh-CN" sz="1600" b="1" dirty="0">
                <a:solidFill>
                  <a:srgbClr val="236EBF"/>
                </a:solidFill>
                <a:effectLst/>
                <a:latin typeface="Consolas" panose="020B0609020204030204" pitchFamily="49" charset="0"/>
              </a:rPr>
              <a:t> (w</a:t>
            </a:r>
            <a:r>
              <a:rPr lang="en-US" altLang="zh-CN" sz="1600" b="1" dirty="0">
                <a:solidFill>
                  <a:srgbClr val="7B30D0"/>
                </a:solidFill>
                <a:effectLst/>
                <a:latin typeface="Consolas" panose="020B0609020204030204" pitchFamily="49" charset="0"/>
              </a:rPr>
              <a:t>=</a:t>
            </a:r>
            <a:r>
              <a:rPr lang="en-US" altLang="zh-CN" sz="1600" b="1" dirty="0" err="1">
                <a:solidFill>
                  <a:srgbClr val="236EBF"/>
                </a:solidFill>
                <a:effectLst/>
                <a:latin typeface="Consolas" panose="020B0609020204030204" pitchFamily="49" charset="0"/>
              </a:rPr>
              <a:t>FirstAdjVex</a:t>
            </a:r>
            <a:r>
              <a:rPr lang="en-US" altLang="zh-CN" sz="1600" b="1" dirty="0">
                <a:solidFill>
                  <a:srgbClr val="236EBF"/>
                </a:solidFill>
                <a:effectLst/>
                <a:latin typeface="Consolas" panose="020B0609020204030204" pitchFamily="49" charset="0"/>
              </a:rPr>
              <a:t>(</a:t>
            </a:r>
            <a:r>
              <a:rPr lang="en-US" altLang="zh-CN" sz="1600" b="1" dirty="0" err="1">
                <a:solidFill>
                  <a:srgbClr val="236EBF"/>
                </a:solidFill>
                <a:effectLst/>
                <a:latin typeface="Consolas" panose="020B0609020204030204" pitchFamily="49" charset="0"/>
              </a:rPr>
              <a:t>G,u</a:t>
            </a:r>
            <a:r>
              <a:rPr lang="en-US" altLang="zh-CN" sz="1600" b="1" dirty="0">
                <a:solidFill>
                  <a:srgbClr val="236EBF"/>
                </a:solidFill>
                <a:effectLst/>
                <a:latin typeface="Consolas" panose="020B0609020204030204" pitchFamily="49" charset="0"/>
              </a:rPr>
              <a:t>); </a:t>
            </a:r>
            <a:r>
              <a:rPr lang="en-US" altLang="zh-CN" sz="1600" b="1" dirty="0">
                <a:solidFill>
                  <a:srgbClr val="236EBF"/>
                </a:solidFill>
                <a:latin typeface="Consolas" panose="020B0609020204030204" pitchFamily="49" charset="0"/>
              </a:rPr>
              <a:t>w&gt;=0</a:t>
            </a:r>
            <a:r>
              <a:rPr lang="en-US" altLang="zh-CN" sz="1600" b="1" dirty="0">
                <a:solidFill>
                  <a:srgbClr val="236EBF"/>
                </a:solidFill>
                <a:effectLst/>
                <a:latin typeface="Consolas" panose="020B0609020204030204" pitchFamily="49" charset="0"/>
              </a:rPr>
              <a:t>; </a:t>
            </a:r>
            <a:r>
              <a:rPr lang="en-US" altLang="zh-CN" sz="1600" b="1" dirty="0">
                <a:solidFill>
                  <a:srgbClr val="236EBF"/>
                </a:solidFill>
                <a:latin typeface="Consolas" panose="020B0609020204030204" pitchFamily="49" charset="0"/>
              </a:rPr>
              <a:t>w</a:t>
            </a:r>
            <a:r>
              <a:rPr lang="en-US" altLang="zh-CN" sz="1600" b="1" dirty="0">
                <a:solidFill>
                  <a:srgbClr val="7B30D0"/>
                </a:solidFill>
                <a:effectLst/>
                <a:latin typeface="Consolas" panose="020B0609020204030204" pitchFamily="49" charset="0"/>
              </a:rPr>
              <a:t>=</a:t>
            </a:r>
            <a:r>
              <a:rPr lang="en-US" altLang="zh-CN" sz="1600" b="1" dirty="0" err="1">
                <a:solidFill>
                  <a:srgbClr val="236EBF"/>
                </a:solidFill>
                <a:latin typeface="Consolas" panose="020B0609020204030204" pitchFamily="49" charset="0"/>
              </a:rPr>
              <a:t>NextAdjVex</a:t>
            </a:r>
            <a:r>
              <a:rPr lang="en-US" altLang="zh-CN" sz="1600" b="1" dirty="0">
                <a:solidFill>
                  <a:srgbClr val="236EBF"/>
                </a:solidFill>
                <a:latin typeface="Consolas" panose="020B0609020204030204" pitchFamily="49" charset="0"/>
              </a:rPr>
              <a:t>(</a:t>
            </a:r>
            <a:r>
              <a:rPr lang="en-US" altLang="zh-CN" sz="1600" b="1" dirty="0" err="1">
                <a:solidFill>
                  <a:srgbClr val="236EBF"/>
                </a:solidFill>
                <a:latin typeface="Consolas" panose="020B0609020204030204" pitchFamily="49" charset="0"/>
              </a:rPr>
              <a:t>G,u</a:t>
            </a:r>
            <a:r>
              <a:rPr lang="en-US" altLang="zh-CN" sz="1600" b="1" dirty="0">
                <a:solidFill>
                  <a:srgbClr val="236EBF"/>
                </a:solidFill>
                <a:latin typeface="Consolas" panose="020B0609020204030204" pitchFamily="49" charset="0"/>
              </a:rPr>
              <a:t>)</a:t>
            </a:r>
            <a:r>
              <a:rPr lang="en-US" altLang="zh-CN" sz="1600" b="1" dirty="0">
                <a:solidFill>
                  <a:srgbClr val="236EBF"/>
                </a:solidFill>
                <a:effectLst/>
                <a:latin typeface="Consolas" panose="020B0609020204030204" pitchFamily="49" charset="0"/>
              </a:rPr>
              <a:t>)</a:t>
            </a:r>
            <a:r>
              <a:rPr lang="en-US" altLang="zh-CN" sz="1600" b="1" dirty="0">
                <a:effectLst>
                  <a:outerShdw blurRad="38100" dist="38100" dir="2700000" algn="tl">
                    <a:srgbClr val="000000">
                      <a:alpha val="43137"/>
                    </a:srgbClr>
                  </a:outerShdw>
                </a:effectLst>
                <a:latin typeface="Consolas" panose="020B0609020204030204" pitchFamily="49" charset="0"/>
              </a:rPr>
              <a:t> </a:t>
            </a:r>
            <a:r>
              <a:rPr lang="en-US" altLang="zh-CN" sz="1600" dirty="0">
                <a:solidFill>
                  <a:schemeClr val="accent6">
                    <a:lumMod val="50000"/>
                  </a:schemeClr>
                </a:solidFill>
                <a:latin typeface="Consolas" panose="020B0609020204030204" pitchFamily="49" charset="0"/>
              </a:rPr>
              <a:t>// </a:t>
            </a:r>
            <a:r>
              <a:rPr lang="zh-CN" altLang="en-US" sz="1600" dirty="0">
                <a:solidFill>
                  <a:schemeClr val="accent6">
                    <a:lumMod val="50000"/>
                  </a:schemeClr>
                </a:solidFill>
                <a:latin typeface="Consolas" panose="020B0609020204030204" pitchFamily="49" charset="0"/>
              </a:rPr>
              <a:t>扫描邻接顶点</a:t>
            </a:r>
            <a:endParaRPr lang="en-US" altLang="zh-CN" sz="1600" dirty="0">
              <a:solidFill>
                <a:schemeClr val="accent6">
                  <a:lumMod val="50000"/>
                </a:schemeClr>
              </a:solidFill>
              <a:latin typeface="Consolas" panose="020B0609020204030204" pitchFamily="49" charset="0"/>
            </a:endParaRPr>
          </a:p>
          <a:p>
            <a:r>
              <a:rPr lang="en-US" altLang="zh-CN" sz="1600" b="1" dirty="0">
                <a:solidFill>
                  <a:srgbClr val="236EBF"/>
                </a:solidFill>
                <a:effectLst/>
                <a:latin typeface="Consolas" panose="020B0609020204030204" pitchFamily="49" charset="0"/>
              </a:rPr>
              <a:t>          </a:t>
            </a:r>
            <a:r>
              <a:rPr lang="en-US" altLang="zh-CN" sz="1600" b="1" dirty="0">
                <a:latin typeface="Consolas" panose="020B0609020204030204" pitchFamily="49" charset="0"/>
              </a:rPr>
              <a:t>if</a:t>
            </a:r>
            <a:r>
              <a:rPr lang="en-US" altLang="zh-CN" sz="1600" b="1" dirty="0">
                <a:solidFill>
                  <a:srgbClr val="236EBF"/>
                </a:solidFill>
                <a:effectLst/>
                <a:latin typeface="Consolas" panose="020B0609020204030204" pitchFamily="49" charset="0"/>
              </a:rPr>
              <a:t> (UNVISITED</a:t>
            </a:r>
            <a:r>
              <a:rPr lang="en-US" altLang="zh-CN" sz="1600" b="1" dirty="0">
                <a:solidFill>
                  <a:srgbClr val="7B30D0"/>
                </a:solidFill>
                <a:effectLst/>
                <a:latin typeface="Consolas" panose="020B0609020204030204" pitchFamily="49" charset="0"/>
              </a:rPr>
              <a:t>==</a:t>
            </a:r>
            <a:r>
              <a:rPr lang="en-US" altLang="zh-CN" sz="1600" b="1" dirty="0">
                <a:solidFill>
                  <a:srgbClr val="2F86D2"/>
                </a:solidFill>
                <a:effectLst/>
                <a:latin typeface="Consolas" panose="020B0609020204030204" pitchFamily="49" charset="0"/>
              </a:rPr>
              <a:t>G</a:t>
            </a:r>
            <a:r>
              <a:rPr lang="en-US" altLang="zh-CN" sz="1600" b="1" dirty="0">
                <a:solidFill>
                  <a:srgbClr val="236EBF"/>
                </a:solidFill>
                <a:effectLst/>
                <a:latin typeface="Consolas" panose="020B0609020204030204" pitchFamily="49" charset="0"/>
              </a:rPr>
              <a:t>-&gt;visited[w]) </a:t>
            </a:r>
            <a:r>
              <a:rPr lang="en-US" altLang="zh-CN" sz="1600" b="1" dirty="0">
                <a:effectLst>
                  <a:outerShdw blurRad="38100" dist="38100" dir="2700000" algn="tl">
                    <a:srgbClr val="000000">
                      <a:alpha val="43137"/>
                    </a:srgbClr>
                  </a:outerShdw>
                </a:effectLst>
                <a:latin typeface="Consolas" panose="020B0609020204030204" pitchFamily="49" charset="0"/>
              </a:rPr>
              <a:t>{</a:t>
            </a:r>
            <a:r>
              <a:rPr lang="en-US" altLang="zh-CN" sz="1600" b="1" dirty="0">
                <a:solidFill>
                  <a:srgbClr val="236EBF"/>
                </a:solidFill>
                <a:effectLst/>
                <a:latin typeface="Consolas" panose="020B0609020204030204" pitchFamily="49" charset="0"/>
              </a:rPr>
              <a:t>  </a:t>
            </a:r>
            <a:r>
              <a:rPr lang="en-US" altLang="zh-CN" sz="1600" dirty="0">
                <a:solidFill>
                  <a:schemeClr val="accent6">
                    <a:lumMod val="50000"/>
                  </a:schemeClr>
                </a:solidFill>
                <a:latin typeface="Consolas" panose="020B0609020204030204" pitchFamily="49" charset="0"/>
              </a:rPr>
              <a:t>// </a:t>
            </a:r>
            <a:r>
              <a:rPr lang="zh-CN" altLang="en-US" sz="1600" dirty="0">
                <a:solidFill>
                  <a:schemeClr val="accent6">
                    <a:lumMod val="50000"/>
                  </a:schemeClr>
                </a:solidFill>
                <a:latin typeface="Consolas" panose="020B0609020204030204" pitchFamily="49" charset="0"/>
              </a:rPr>
              <a:t>若</a:t>
            </a:r>
            <a:r>
              <a:rPr lang="en-US" altLang="zh-CN" sz="1600" dirty="0">
                <a:solidFill>
                  <a:schemeClr val="accent6">
                    <a:lumMod val="50000"/>
                  </a:schemeClr>
                </a:solidFill>
                <a:latin typeface="Consolas" panose="020B0609020204030204" pitchFamily="49" charset="0"/>
              </a:rPr>
              <a:t>w</a:t>
            </a:r>
            <a:r>
              <a:rPr lang="zh-CN" altLang="en-US" sz="1600" dirty="0">
                <a:solidFill>
                  <a:schemeClr val="accent6">
                    <a:lumMod val="50000"/>
                  </a:schemeClr>
                </a:solidFill>
                <a:latin typeface="Consolas" panose="020B0609020204030204" pitchFamily="49" charset="0"/>
              </a:rPr>
              <a:t>为</a:t>
            </a:r>
            <a:r>
              <a:rPr lang="en-US" altLang="zh-CN" sz="1600" dirty="0">
                <a:solidFill>
                  <a:schemeClr val="accent6">
                    <a:lumMod val="50000"/>
                  </a:schemeClr>
                </a:solidFill>
                <a:latin typeface="Consolas" panose="020B0609020204030204" pitchFamily="49" charset="0"/>
              </a:rPr>
              <a:t>u</a:t>
            </a:r>
            <a:r>
              <a:rPr lang="zh-CN" altLang="en-US" sz="1600" dirty="0">
                <a:solidFill>
                  <a:schemeClr val="accent6">
                    <a:lumMod val="50000"/>
                  </a:schemeClr>
                </a:solidFill>
                <a:latin typeface="Consolas" panose="020B0609020204030204" pitchFamily="49" charset="0"/>
              </a:rPr>
              <a:t>上未访问过的邻接顶点</a:t>
            </a:r>
            <a:endParaRPr lang="en-US" altLang="zh-CN" sz="1600" dirty="0">
              <a:solidFill>
                <a:schemeClr val="accent6">
                  <a:lumMod val="50000"/>
                </a:schemeClr>
              </a:solidFill>
              <a:latin typeface="Consolas" panose="020B0609020204030204" pitchFamily="49" charset="0"/>
            </a:endParaRPr>
          </a:p>
          <a:p>
            <a:r>
              <a:rPr lang="en-US" altLang="zh-CN" sz="1600" b="1" dirty="0">
                <a:solidFill>
                  <a:srgbClr val="236EBF"/>
                </a:solidFill>
                <a:effectLst/>
                <a:latin typeface="Consolas" panose="020B0609020204030204" pitchFamily="49" charset="0"/>
              </a:rPr>
              <a:t>            </a:t>
            </a:r>
            <a:r>
              <a:rPr lang="en-US" altLang="zh-CN" sz="1600" b="1" dirty="0">
                <a:solidFill>
                  <a:srgbClr val="2F86D2"/>
                </a:solidFill>
                <a:effectLst/>
                <a:latin typeface="Consolas" panose="020B0609020204030204" pitchFamily="49" charset="0"/>
              </a:rPr>
              <a:t>G</a:t>
            </a:r>
            <a:r>
              <a:rPr lang="en-US" altLang="zh-CN" sz="1600" b="1" dirty="0">
                <a:solidFill>
                  <a:srgbClr val="236EBF"/>
                </a:solidFill>
                <a:effectLst/>
                <a:latin typeface="Consolas" panose="020B0609020204030204" pitchFamily="49" charset="0"/>
              </a:rPr>
              <a:t>-&gt;visited[w] </a:t>
            </a:r>
            <a:r>
              <a:rPr lang="en-US" altLang="zh-CN" sz="1600" b="1" dirty="0">
                <a:solidFill>
                  <a:srgbClr val="7B30D0"/>
                </a:solidFill>
                <a:effectLst/>
                <a:latin typeface="Consolas" panose="020B0609020204030204" pitchFamily="49" charset="0"/>
              </a:rPr>
              <a:t>= </a:t>
            </a:r>
            <a:r>
              <a:rPr lang="en-US" altLang="zh-CN" sz="1600" b="1" dirty="0">
                <a:solidFill>
                  <a:srgbClr val="236EBF"/>
                </a:solidFill>
                <a:effectLst/>
                <a:latin typeface="Consolas" panose="020B0609020204030204" pitchFamily="49" charset="0"/>
              </a:rPr>
              <a:t>Visited;  </a:t>
            </a:r>
            <a:r>
              <a:rPr lang="en-US" altLang="zh-CN" sz="1600" b="1" dirty="0">
                <a:solidFill>
                  <a:srgbClr val="B1108E"/>
                </a:solidFill>
                <a:latin typeface="Consolas" panose="020B0609020204030204" pitchFamily="49" charset="0"/>
              </a:rPr>
              <a:t>V</a:t>
            </a:r>
            <a:r>
              <a:rPr lang="en-US" altLang="zh-CN" sz="1600" b="1" dirty="0">
                <a:solidFill>
                  <a:srgbClr val="B1108E"/>
                </a:solidFill>
                <a:effectLst/>
                <a:latin typeface="Consolas" panose="020B0609020204030204" pitchFamily="49" charset="0"/>
              </a:rPr>
              <a:t>isit</a:t>
            </a:r>
            <a:r>
              <a:rPr lang="en-US" altLang="zh-CN" sz="1600" b="1" dirty="0">
                <a:solidFill>
                  <a:srgbClr val="236EBF"/>
                </a:solidFill>
                <a:effectLst/>
                <a:latin typeface="Consolas" panose="020B0609020204030204" pitchFamily="49" charset="0"/>
              </a:rPr>
              <a:t>(w);  </a:t>
            </a:r>
          </a:p>
          <a:p>
            <a:r>
              <a:rPr lang="en-US" altLang="zh-CN" sz="1600" b="1" dirty="0">
                <a:solidFill>
                  <a:srgbClr val="236EBF"/>
                </a:solidFill>
                <a:effectLst/>
                <a:latin typeface="Consolas" panose="020B0609020204030204" pitchFamily="49" charset="0"/>
              </a:rPr>
              <a:t>            </a:t>
            </a:r>
            <a:r>
              <a:rPr lang="en-US" altLang="zh-CN" sz="1600" b="1" dirty="0" err="1">
                <a:solidFill>
                  <a:srgbClr val="B1108E"/>
                </a:solidFill>
                <a:effectLst/>
                <a:latin typeface="Consolas" panose="020B0609020204030204" pitchFamily="49" charset="0"/>
              </a:rPr>
              <a:t>EnQueue</a:t>
            </a:r>
            <a:r>
              <a:rPr lang="en-US" altLang="zh-CN" sz="1600" b="1" dirty="0">
                <a:solidFill>
                  <a:srgbClr val="236EBF"/>
                </a:solidFill>
                <a:effectLst/>
                <a:latin typeface="Consolas" panose="020B0609020204030204" pitchFamily="49" charset="0"/>
              </a:rPr>
              <a:t>(Q, w);</a:t>
            </a:r>
          </a:p>
          <a:p>
            <a:pPr>
              <a:lnSpc>
                <a:spcPts val="1600"/>
              </a:lnSpc>
            </a:pPr>
            <a:r>
              <a:rPr lang="en-US" altLang="zh-CN" sz="1600" b="1" dirty="0">
                <a:solidFill>
                  <a:srgbClr val="236EBF"/>
                </a:solidFill>
                <a:effectLst/>
                <a:latin typeface="Consolas" panose="020B0609020204030204" pitchFamily="49" charset="0"/>
              </a:rPr>
              <a:t>          </a:t>
            </a:r>
            <a:r>
              <a:rPr lang="en-US" altLang="zh-CN" sz="1600" b="1" dirty="0">
                <a:effectLst>
                  <a:outerShdw blurRad="38100" dist="38100" dir="2700000" algn="tl">
                    <a:srgbClr val="000000">
                      <a:alpha val="43137"/>
                    </a:srgbClr>
                  </a:outerShdw>
                </a:effectLst>
                <a:latin typeface="Consolas" panose="020B0609020204030204" pitchFamily="49" charset="0"/>
              </a:rPr>
              <a:t>}</a:t>
            </a:r>
          </a:p>
          <a:p>
            <a:pPr>
              <a:lnSpc>
                <a:spcPts val="1600"/>
              </a:lnSpc>
            </a:pPr>
            <a:r>
              <a:rPr lang="en-US" altLang="zh-CN" sz="1600" b="1" dirty="0">
                <a:solidFill>
                  <a:srgbClr val="236EBF"/>
                </a:solidFill>
                <a:effectLst/>
                <a:latin typeface="Consolas" panose="020B0609020204030204" pitchFamily="49" charset="0"/>
              </a:rPr>
              <a:t>      </a:t>
            </a:r>
            <a:r>
              <a:rPr lang="en-US" altLang="zh-CN" sz="1600" b="1" dirty="0">
                <a:effectLst>
                  <a:outerShdw blurRad="38100" dist="38100" dir="2700000" algn="tl">
                    <a:srgbClr val="000000">
                      <a:alpha val="43137"/>
                    </a:srgbClr>
                  </a:outerShdw>
                </a:effectLst>
                <a:latin typeface="Consolas" panose="020B0609020204030204" pitchFamily="49" charset="0"/>
              </a:rPr>
              <a:t>}</a:t>
            </a:r>
          </a:p>
          <a:p>
            <a:pPr>
              <a:lnSpc>
                <a:spcPts val="1600"/>
              </a:lnSpc>
            </a:pPr>
            <a:r>
              <a:rPr lang="en-US" altLang="zh-CN" sz="1600" b="1" dirty="0">
                <a:solidFill>
                  <a:srgbClr val="236EBF"/>
                </a:solidFill>
                <a:effectLst/>
                <a:latin typeface="Consolas" panose="020B0609020204030204" pitchFamily="49" charset="0"/>
              </a:rPr>
              <a:t>    </a:t>
            </a:r>
            <a:r>
              <a:rPr lang="en-US" altLang="zh-CN" sz="1600" b="1" dirty="0">
                <a:effectLst>
                  <a:outerShdw blurRad="38100" dist="38100" dir="2700000" algn="tl">
                    <a:srgbClr val="000000">
                      <a:alpha val="43137"/>
                    </a:srgbClr>
                  </a:outerShdw>
                </a:effectLst>
                <a:latin typeface="Consolas" panose="020B0609020204030204" pitchFamily="49" charset="0"/>
              </a:rPr>
              <a:t>}</a:t>
            </a:r>
          </a:p>
          <a:p>
            <a:pPr>
              <a:lnSpc>
                <a:spcPts val="1600"/>
              </a:lnSpc>
            </a:pPr>
            <a:r>
              <a:rPr lang="en-US" altLang="zh-CN" sz="1600" b="1" dirty="0">
                <a:effectLst>
                  <a:outerShdw blurRad="38100" dist="38100" dir="2700000" algn="tl">
                    <a:srgbClr val="000000">
                      <a:alpha val="43137"/>
                    </a:srgbClr>
                  </a:outerShdw>
                </a:effectLst>
                <a:latin typeface="Consolas" panose="020B0609020204030204" pitchFamily="49" charset="0"/>
              </a:rPr>
              <a:t>  </a:t>
            </a:r>
            <a:r>
              <a:rPr lang="en-US" altLang="zh-CN" sz="1600" b="1" dirty="0" err="1">
                <a:solidFill>
                  <a:srgbClr val="236EBF"/>
                </a:solidFill>
                <a:latin typeface="Consolas" panose="020B0609020204030204" pitchFamily="49" charset="0"/>
              </a:rPr>
              <a:t>FreeQueue</a:t>
            </a:r>
            <a:r>
              <a:rPr lang="en-US" altLang="zh-CN" sz="1600" b="1" dirty="0">
                <a:solidFill>
                  <a:srgbClr val="236EBF"/>
                </a:solidFill>
                <a:latin typeface="Consolas" panose="020B0609020204030204" pitchFamily="49" charset="0"/>
              </a:rPr>
              <a:t>(Q);</a:t>
            </a:r>
          </a:p>
          <a:p>
            <a:pPr>
              <a:lnSpc>
                <a:spcPts val="1600"/>
              </a:lnSpc>
            </a:pPr>
            <a:r>
              <a:rPr lang="en-US" altLang="zh-CN" sz="1600" b="1" dirty="0">
                <a:effectLst>
                  <a:outerShdw blurRad="38100" dist="38100" dir="2700000" algn="tl">
                    <a:srgbClr val="000000">
                      <a:alpha val="43137"/>
                    </a:srgbClr>
                  </a:outerShdw>
                </a:effectLst>
                <a:latin typeface="Consolas" panose="020B0609020204030204" pitchFamily="49" charset="0"/>
              </a:rPr>
              <a:t>}</a:t>
            </a:r>
          </a:p>
        </p:txBody>
      </p:sp>
      <p:cxnSp>
        <p:nvCxnSpPr>
          <p:cNvPr id="19" name="直接箭头连接符 18">
            <a:extLst>
              <a:ext uri="{FF2B5EF4-FFF2-40B4-BE49-F238E27FC236}">
                <a16:creationId xmlns:a16="http://schemas.microsoft.com/office/drawing/2014/main" id="{894781A5-0642-42F2-8C62-7B53E2906670}"/>
              </a:ext>
            </a:extLst>
          </p:cNvPr>
          <p:cNvCxnSpPr>
            <a:cxnSpLocks/>
          </p:cNvCxnSpPr>
          <p:nvPr/>
        </p:nvCxnSpPr>
        <p:spPr>
          <a:xfrm>
            <a:off x="9912929" y="766852"/>
            <a:ext cx="630173" cy="144872"/>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55CA89FA-19EE-47C6-9F0C-75CE22E21590}"/>
              </a:ext>
            </a:extLst>
          </p:cNvPr>
          <p:cNvCxnSpPr>
            <a:cxnSpLocks/>
            <a:stCxn id="15" idx="2"/>
            <a:endCxn id="16" idx="6"/>
          </p:cNvCxnSpPr>
          <p:nvPr/>
        </p:nvCxnSpPr>
        <p:spPr>
          <a:xfrm flipH="1">
            <a:off x="10903102" y="771518"/>
            <a:ext cx="457167" cy="140206"/>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36FB703C-AABF-4BCE-ACEE-A82A7245A965}"/>
              </a:ext>
            </a:extLst>
          </p:cNvPr>
          <p:cNvCxnSpPr>
            <a:cxnSpLocks/>
            <a:stCxn id="13" idx="6"/>
            <a:endCxn id="14" idx="2"/>
          </p:cNvCxnSpPr>
          <p:nvPr/>
        </p:nvCxnSpPr>
        <p:spPr>
          <a:xfrm>
            <a:off x="10768846" y="1710421"/>
            <a:ext cx="611170" cy="14581"/>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AE9A9E31-1D2D-419F-B308-0119A19107FC}"/>
              </a:ext>
            </a:extLst>
          </p:cNvPr>
          <p:cNvCxnSpPr>
            <a:cxnSpLocks/>
            <a:stCxn id="14" idx="1"/>
            <a:endCxn id="16" idx="5"/>
          </p:cNvCxnSpPr>
          <p:nvPr/>
        </p:nvCxnSpPr>
        <p:spPr>
          <a:xfrm flipH="1" flipV="1">
            <a:off x="10850381" y="1039003"/>
            <a:ext cx="582356" cy="558720"/>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sp>
        <p:nvSpPr>
          <p:cNvPr id="6" name="椭圆 5">
            <a:extLst>
              <a:ext uri="{FF2B5EF4-FFF2-40B4-BE49-F238E27FC236}">
                <a16:creationId xmlns:a16="http://schemas.microsoft.com/office/drawing/2014/main" id="{2167A02B-1E60-4097-8079-DC99B897D6C0}"/>
              </a:ext>
            </a:extLst>
          </p:cNvPr>
          <p:cNvSpPr/>
          <p:nvPr/>
        </p:nvSpPr>
        <p:spPr>
          <a:xfrm>
            <a:off x="9552929" y="582186"/>
            <a:ext cx="360000" cy="369332"/>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solidFill>
                  <a:schemeClr val="tx1"/>
                </a:solidFill>
                <a:latin typeface="Courier New" panose="02070309020205020404" pitchFamily="49" charset="0"/>
                <a:cs typeface="Courier New" panose="02070309020205020404" pitchFamily="49" charset="0"/>
              </a:rPr>
              <a:t>A</a:t>
            </a:r>
            <a:endParaRPr lang="zh-CN" altLang="en-US" sz="2400" b="1" dirty="0">
              <a:solidFill>
                <a:schemeClr val="tx1"/>
              </a:solidFill>
              <a:latin typeface="Courier New" panose="02070309020205020404" pitchFamily="49" charset="0"/>
              <a:cs typeface="Courier New" panose="02070309020205020404" pitchFamily="49" charset="0"/>
            </a:endParaRPr>
          </a:p>
        </p:txBody>
      </p:sp>
      <p:sp>
        <p:nvSpPr>
          <p:cNvPr id="12" name="椭圆 11">
            <a:extLst>
              <a:ext uri="{FF2B5EF4-FFF2-40B4-BE49-F238E27FC236}">
                <a16:creationId xmlns:a16="http://schemas.microsoft.com/office/drawing/2014/main" id="{30AB525B-397F-4659-B953-DE7ED16CB5F2}"/>
              </a:ext>
            </a:extLst>
          </p:cNvPr>
          <p:cNvSpPr/>
          <p:nvPr/>
        </p:nvSpPr>
        <p:spPr>
          <a:xfrm>
            <a:off x="9563267" y="1387459"/>
            <a:ext cx="360000" cy="360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solidFill>
                  <a:schemeClr val="tx1"/>
                </a:solidFill>
                <a:latin typeface="Courier New" panose="02070309020205020404" pitchFamily="49" charset="0"/>
                <a:cs typeface="Courier New" panose="02070309020205020404" pitchFamily="49" charset="0"/>
              </a:rPr>
              <a:t>B</a:t>
            </a:r>
            <a:endParaRPr lang="zh-CN" altLang="en-US" sz="2400" b="1" dirty="0">
              <a:solidFill>
                <a:schemeClr val="tx1"/>
              </a:solidFill>
              <a:latin typeface="Courier New" panose="02070309020205020404" pitchFamily="49" charset="0"/>
              <a:cs typeface="Courier New" panose="02070309020205020404" pitchFamily="49" charset="0"/>
            </a:endParaRPr>
          </a:p>
        </p:txBody>
      </p:sp>
      <p:sp>
        <p:nvSpPr>
          <p:cNvPr id="13" name="椭圆 12">
            <a:extLst>
              <a:ext uri="{FF2B5EF4-FFF2-40B4-BE49-F238E27FC236}">
                <a16:creationId xmlns:a16="http://schemas.microsoft.com/office/drawing/2014/main" id="{FBD12F5D-50E6-440F-80A6-422FF0424071}"/>
              </a:ext>
            </a:extLst>
          </p:cNvPr>
          <p:cNvSpPr/>
          <p:nvPr/>
        </p:nvSpPr>
        <p:spPr>
          <a:xfrm>
            <a:off x="10408846" y="1530421"/>
            <a:ext cx="360000" cy="360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solidFill>
                  <a:schemeClr val="tx1"/>
                </a:solidFill>
                <a:latin typeface="Courier New" panose="02070309020205020404" pitchFamily="49" charset="0"/>
                <a:cs typeface="Courier New" panose="02070309020205020404" pitchFamily="49" charset="0"/>
              </a:rPr>
              <a:t>C</a:t>
            </a:r>
            <a:endParaRPr lang="zh-CN" altLang="en-US" sz="2400" b="1" dirty="0">
              <a:solidFill>
                <a:schemeClr val="tx1"/>
              </a:solidFill>
              <a:latin typeface="Courier New" panose="02070309020205020404" pitchFamily="49" charset="0"/>
              <a:cs typeface="Courier New" panose="02070309020205020404" pitchFamily="49" charset="0"/>
            </a:endParaRPr>
          </a:p>
        </p:txBody>
      </p:sp>
      <p:sp>
        <p:nvSpPr>
          <p:cNvPr id="14" name="椭圆 13">
            <a:extLst>
              <a:ext uri="{FF2B5EF4-FFF2-40B4-BE49-F238E27FC236}">
                <a16:creationId xmlns:a16="http://schemas.microsoft.com/office/drawing/2014/main" id="{4A3AB13A-A0EE-41D9-950E-EC293729804F}"/>
              </a:ext>
            </a:extLst>
          </p:cNvPr>
          <p:cNvSpPr/>
          <p:nvPr/>
        </p:nvSpPr>
        <p:spPr>
          <a:xfrm>
            <a:off x="11380016" y="1545002"/>
            <a:ext cx="360000" cy="360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solidFill>
                  <a:schemeClr val="tx1"/>
                </a:solidFill>
                <a:latin typeface="Courier New" panose="02070309020205020404" pitchFamily="49" charset="0"/>
                <a:cs typeface="Courier New" panose="02070309020205020404" pitchFamily="49" charset="0"/>
              </a:rPr>
              <a:t>D</a:t>
            </a:r>
            <a:endParaRPr lang="zh-CN" altLang="en-US" sz="2400" b="1" dirty="0">
              <a:solidFill>
                <a:schemeClr val="tx1"/>
              </a:solidFill>
              <a:latin typeface="Courier New" panose="02070309020205020404" pitchFamily="49" charset="0"/>
              <a:cs typeface="Courier New" panose="02070309020205020404" pitchFamily="49" charset="0"/>
            </a:endParaRPr>
          </a:p>
        </p:txBody>
      </p:sp>
      <p:sp>
        <p:nvSpPr>
          <p:cNvPr id="15" name="椭圆 14">
            <a:extLst>
              <a:ext uri="{FF2B5EF4-FFF2-40B4-BE49-F238E27FC236}">
                <a16:creationId xmlns:a16="http://schemas.microsoft.com/office/drawing/2014/main" id="{CBB61E76-6975-4D2A-A315-1DA5B283B110}"/>
              </a:ext>
            </a:extLst>
          </p:cNvPr>
          <p:cNvSpPr/>
          <p:nvPr/>
        </p:nvSpPr>
        <p:spPr>
          <a:xfrm>
            <a:off x="11360269" y="591518"/>
            <a:ext cx="360000" cy="360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solidFill>
                  <a:schemeClr val="tx1"/>
                </a:solidFill>
                <a:latin typeface="Courier New" panose="02070309020205020404" pitchFamily="49" charset="0"/>
                <a:cs typeface="Courier New" panose="02070309020205020404" pitchFamily="49" charset="0"/>
              </a:rPr>
              <a:t>E</a:t>
            </a:r>
            <a:endParaRPr lang="zh-CN" altLang="en-US" sz="2400" b="1" dirty="0">
              <a:solidFill>
                <a:schemeClr val="tx1"/>
              </a:solidFill>
              <a:latin typeface="Courier New" panose="02070309020205020404" pitchFamily="49" charset="0"/>
              <a:cs typeface="Courier New" panose="02070309020205020404" pitchFamily="49" charset="0"/>
            </a:endParaRPr>
          </a:p>
        </p:txBody>
      </p:sp>
      <p:sp>
        <p:nvSpPr>
          <p:cNvPr id="16" name="椭圆 15">
            <a:extLst>
              <a:ext uri="{FF2B5EF4-FFF2-40B4-BE49-F238E27FC236}">
                <a16:creationId xmlns:a16="http://schemas.microsoft.com/office/drawing/2014/main" id="{7B029112-794D-43B1-9F12-4F0B8DB81F5F}"/>
              </a:ext>
            </a:extLst>
          </p:cNvPr>
          <p:cNvSpPr/>
          <p:nvPr/>
        </p:nvSpPr>
        <p:spPr>
          <a:xfrm>
            <a:off x="10543102" y="731724"/>
            <a:ext cx="360000" cy="360000"/>
          </a:xfrm>
          <a:prstGeom prst="ellipse">
            <a:avLst/>
          </a:prstGeom>
          <a:solidFill>
            <a:schemeClr val="accent6">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solidFill>
                  <a:schemeClr val="tx1"/>
                </a:solidFill>
                <a:latin typeface="Courier New" panose="02070309020205020404" pitchFamily="49" charset="0"/>
                <a:cs typeface="Courier New" panose="02070309020205020404" pitchFamily="49" charset="0"/>
              </a:rPr>
              <a:t>F</a:t>
            </a:r>
            <a:endParaRPr lang="zh-CN" altLang="en-US" sz="2400" b="1" dirty="0">
              <a:solidFill>
                <a:schemeClr val="tx1"/>
              </a:solidFill>
              <a:latin typeface="Courier New" panose="02070309020205020404" pitchFamily="49" charset="0"/>
              <a:cs typeface="Courier New" panose="02070309020205020404" pitchFamily="49" charset="0"/>
            </a:endParaRPr>
          </a:p>
        </p:txBody>
      </p:sp>
      <p:sp>
        <p:nvSpPr>
          <p:cNvPr id="32" name="矩形: 圆角 31">
            <a:extLst>
              <a:ext uri="{FF2B5EF4-FFF2-40B4-BE49-F238E27FC236}">
                <a16:creationId xmlns:a16="http://schemas.microsoft.com/office/drawing/2014/main" id="{59337D40-9BBE-400E-A9AF-DF9D80ECD0B3}"/>
              </a:ext>
            </a:extLst>
          </p:cNvPr>
          <p:cNvSpPr/>
          <p:nvPr/>
        </p:nvSpPr>
        <p:spPr>
          <a:xfrm>
            <a:off x="1363093" y="221709"/>
            <a:ext cx="4245318" cy="451934"/>
          </a:xfrm>
          <a:prstGeom prst="roundRect">
            <a:avLst/>
          </a:prstGeom>
          <a:solidFill>
            <a:schemeClr val="tx2">
              <a:lumMod val="10000"/>
              <a:lumOff val="9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n>
                  <a:solidFill>
                    <a:srgbClr val="002060"/>
                  </a:solidFill>
                </a:ln>
                <a:solidFill>
                  <a:srgbClr val="C00000"/>
                </a:solidFill>
              </a:rPr>
              <a:t>算法</a:t>
            </a:r>
            <a:r>
              <a:rPr lang="en-US" altLang="zh-CN" sz="2400" b="1" dirty="0">
                <a:ln>
                  <a:solidFill>
                    <a:srgbClr val="002060"/>
                  </a:solidFill>
                </a:ln>
                <a:solidFill>
                  <a:srgbClr val="C00000"/>
                </a:solidFill>
              </a:rPr>
              <a:t>7.6</a:t>
            </a:r>
            <a:r>
              <a:rPr lang="en-US" altLang="zh-CN" sz="2400" b="1" dirty="0">
                <a:ln>
                  <a:solidFill>
                    <a:srgbClr val="002060"/>
                  </a:solidFill>
                </a:ln>
                <a:solidFill>
                  <a:srgbClr val="0070C0"/>
                </a:solidFill>
              </a:rPr>
              <a:t>  </a:t>
            </a:r>
            <a:r>
              <a:rPr lang="zh-CN" altLang="en-US" sz="2400" b="1" dirty="0">
                <a:ln>
                  <a:solidFill>
                    <a:srgbClr val="002060"/>
                  </a:solidFill>
                </a:ln>
                <a:solidFill>
                  <a:srgbClr val="0070C0"/>
                </a:solidFill>
              </a:rPr>
              <a:t>图的广度优先遍历</a:t>
            </a:r>
          </a:p>
        </p:txBody>
      </p:sp>
      <p:sp>
        <p:nvSpPr>
          <p:cNvPr id="34" name="文本框 33">
            <a:extLst>
              <a:ext uri="{FF2B5EF4-FFF2-40B4-BE49-F238E27FC236}">
                <a16:creationId xmlns:a16="http://schemas.microsoft.com/office/drawing/2014/main" id="{AF015536-67F6-4083-840A-4FD20AD2416A}"/>
              </a:ext>
            </a:extLst>
          </p:cNvPr>
          <p:cNvSpPr txBox="1"/>
          <p:nvPr/>
        </p:nvSpPr>
        <p:spPr>
          <a:xfrm>
            <a:off x="270676" y="747692"/>
            <a:ext cx="5750466" cy="1460400"/>
          </a:xfrm>
          <a:prstGeom prst="rect">
            <a:avLst/>
          </a:prstGeom>
          <a:noFill/>
        </p:spPr>
        <p:txBody>
          <a:bodyPr wrap="square" rtlCol="0">
            <a:spAutoFit/>
          </a:bodyPr>
          <a:lstStyle/>
          <a:p>
            <a:pPr algn="just">
              <a:lnSpc>
                <a:spcPct val="114000"/>
              </a:lnSpc>
            </a:pPr>
            <a:r>
              <a:rPr lang="zh-CN" altLang="en-US" sz="1600" b="1" dirty="0">
                <a:latin typeface="宋体" panose="02010600030101010101" pitchFamily="2" charset="-122"/>
                <a:ea typeface="宋体" panose="02010600030101010101" pitchFamily="2" charset="-122"/>
              </a:rPr>
              <a:t>基于排队的解题构想，形成了</a:t>
            </a:r>
            <a:r>
              <a:rPr lang="zh-CN" altLang="en-US" sz="1600" b="1" dirty="0">
                <a:solidFill>
                  <a:srgbClr val="C00000"/>
                </a:solidFill>
                <a:effectLst>
                  <a:outerShdw blurRad="38100" dist="38100" dir="2700000" algn="tl">
                    <a:srgbClr val="000000">
                      <a:alpha val="43137"/>
                    </a:srgbClr>
                  </a:outerShdw>
                </a:effectLst>
                <a:latin typeface="+mn-ea"/>
              </a:rPr>
              <a:t>算法</a:t>
            </a:r>
            <a:r>
              <a:rPr lang="en-US" altLang="zh-CN" sz="1600" b="1" dirty="0">
                <a:solidFill>
                  <a:srgbClr val="C00000"/>
                </a:solidFill>
                <a:effectLst>
                  <a:outerShdw blurRad="38100" dist="38100" dir="2700000" algn="tl">
                    <a:srgbClr val="000000">
                      <a:alpha val="43137"/>
                    </a:srgbClr>
                  </a:outerShdw>
                </a:effectLst>
                <a:latin typeface="+mn-ea"/>
              </a:rPr>
              <a:t>7.6</a:t>
            </a:r>
            <a:r>
              <a:rPr lang="zh-CN" altLang="en-US" sz="1600" b="1" dirty="0">
                <a:latin typeface="宋体" panose="02010600030101010101" pitchFamily="2" charset="-122"/>
                <a:ea typeface="宋体" panose="02010600030101010101" pitchFamily="2" charset="-122"/>
              </a:rPr>
              <a:t>的基本原型。</a:t>
            </a:r>
            <a:endParaRPr lang="en-US" altLang="zh-CN" sz="1600" b="1" dirty="0">
              <a:latin typeface="宋体" panose="02010600030101010101" pitchFamily="2" charset="-122"/>
              <a:ea typeface="宋体" panose="02010600030101010101" pitchFamily="2" charset="-122"/>
            </a:endParaRPr>
          </a:p>
          <a:p>
            <a:pPr algn="just">
              <a:lnSpc>
                <a:spcPct val="114000"/>
              </a:lnSpc>
            </a:pPr>
            <a:r>
              <a:rPr lang="zh-CN" altLang="en-US" sz="1600" b="1" dirty="0">
                <a:latin typeface="宋体" panose="02010600030101010101" pitchFamily="2" charset="-122"/>
                <a:ea typeface="宋体" panose="02010600030101010101" pitchFamily="2" charset="-122"/>
              </a:rPr>
              <a:t>对一个</a:t>
            </a:r>
            <a:r>
              <a:rPr lang="en-US" altLang="zh-CN" sz="1600" b="1" dirty="0">
                <a:solidFill>
                  <a:srgbClr val="C00000"/>
                </a:solidFill>
                <a:latin typeface="Courier New" panose="02070309020205020404" pitchFamily="49" charset="0"/>
                <a:ea typeface="宋体" panose="02010600030101010101" pitchFamily="2" charset="-122"/>
                <a:cs typeface="Courier New" panose="02070309020205020404" pitchFamily="49" charset="0"/>
              </a:rPr>
              <a:t>v</a:t>
            </a:r>
            <a:r>
              <a:rPr lang="zh-CN" altLang="en-US" sz="1600" b="1" dirty="0">
                <a:latin typeface="宋体" panose="02010600030101010101" pitchFamily="2" charset="-122"/>
                <a:ea typeface="宋体" panose="02010600030101010101" pitchFamily="2" charset="-122"/>
              </a:rPr>
              <a:t>顶点，如果它未访问，就访问它，并从它出发广度优先遍历所有可达顶点。</a:t>
            </a:r>
            <a:endParaRPr lang="en-US" altLang="zh-CN" sz="1600" b="1" dirty="0">
              <a:latin typeface="宋体" panose="02010600030101010101" pitchFamily="2" charset="-122"/>
              <a:ea typeface="宋体" panose="02010600030101010101" pitchFamily="2" charset="-122"/>
            </a:endParaRPr>
          </a:p>
          <a:p>
            <a:pPr algn="just">
              <a:lnSpc>
                <a:spcPct val="114000"/>
              </a:lnSpc>
            </a:pPr>
            <a:r>
              <a:rPr lang="zh-CN" altLang="en-US" sz="1600" b="1" dirty="0">
                <a:latin typeface="宋体" panose="02010600030101010101" pitchFamily="2" charset="-122"/>
                <a:ea typeface="宋体" panose="02010600030101010101" pitchFamily="2" charset="-122"/>
              </a:rPr>
              <a:t>如同深度优先遍历那样，用打标志的方法防止顶点被重复访问。</a:t>
            </a:r>
            <a:endParaRPr lang="en-US" altLang="zh-CN" sz="1600" b="1" dirty="0">
              <a:latin typeface="宋体" panose="02010600030101010101" pitchFamily="2" charset="-122"/>
              <a:ea typeface="宋体" panose="02010600030101010101" pitchFamily="2" charset="-122"/>
            </a:endParaRPr>
          </a:p>
          <a:p>
            <a:pPr algn="just">
              <a:lnSpc>
                <a:spcPct val="114000"/>
              </a:lnSpc>
            </a:pPr>
            <a:r>
              <a:rPr lang="zh-CN" altLang="en-US" sz="1600" b="1" dirty="0">
                <a:latin typeface="宋体" panose="02010600030101010101" pitchFamily="2" charset="-122"/>
                <a:ea typeface="宋体" panose="02010600030101010101" pitchFamily="2" charset="-122"/>
              </a:rPr>
              <a:t>加一层外循环，可实现对图中所有顶点的广度优先遍历。</a:t>
            </a:r>
            <a:endParaRPr lang="en-US" altLang="zh-CN" sz="1600" b="1" dirty="0">
              <a:latin typeface="宋体" panose="02010600030101010101" pitchFamily="2" charset="-122"/>
              <a:ea typeface="宋体" panose="02010600030101010101" pitchFamily="2" charset="-122"/>
            </a:endParaRPr>
          </a:p>
        </p:txBody>
      </p:sp>
      <p:sp>
        <p:nvSpPr>
          <p:cNvPr id="22" name="文本框 21">
            <a:extLst>
              <a:ext uri="{FF2B5EF4-FFF2-40B4-BE49-F238E27FC236}">
                <a16:creationId xmlns:a16="http://schemas.microsoft.com/office/drawing/2014/main" id="{0B94D87A-C4FC-4B43-94F8-F4D0557530E2}"/>
              </a:ext>
            </a:extLst>
          </p:cNvPr>
          <p:cNvSpPr txBox="1"/>
          <p:nvPr/>
        </p:nvSpPr>
        <p:spPr>
          <a:xfrm>
            <a:off x="8815210" y="3460884"/>
            <a:ext cx="3021722" cy="618246"/>
          </a:xfrm>
          <a:prstGeom prst="rect">
            <a:avLst/>
          </a:prstGeom>
          <a:noFill/>
        </p:spPr>
        <p:txBody>
          <a:bodyPr wrap="square" rtlCol="0">
            <a:spAutoFit/>
          </a:bodyPr>
          <a:lstStyle/>
          <a:p>
            <a:pPr>
              <a:lnSpc>
                <a:spcPct val="114000"/>
              </a:lnSpc>
            </a:pPr>
            <a:r>
              <a:rPr lang="zh-CN" altLang="en-US" sz="1600" b="1" dirty="0">
                <a:latin typeface="宋体" panose="02010600030101010101" pitchFamily="2" charset="-122"/>
                <a:ea typeface="宋体" panose="02010600030101010101" pitchFamily="2" charset="-122"/>
              </a:rPr>
              <a:t>上面这个有向图，作为</a:t>
            </a:r>
            <a:r>
              <a:rPr lang="zh-CN" altLang="en-US" sz="1600" b="1" dirty="0">
                <a:solidFill>
                  <a:srgbClr val="C00000"/>
                </a:solidFill>
                <a:effectLst>
                  <a:outerShdw blurRad="38100" dist="38100" dir="2700000" algn="tl">
                    <a:srgbClr val="000000">
                      <a:alpha val="43137"/>
                    </a:srgbClr>
                  </a:outerShdw>
                </a:effectLst>
                <a:latin typeface="+mn-ea"/>
              </a:rPr>
              <a:t>算法</a:t>
            </a:r>
            <a:r>
              <a:rPr lang="en-US" altLang="zh-CN" sz="1600" b="1" dirty="0">
                <a:solidFill>
                  <a:srgbClr val="C00000"/>
                </a:solidFill>
                <a:effectLst>
                  <a:outerShdw blurRad="38100" dist="38100" dir="2700000" algn="tl">
                    <a:srgbClr val="000000">
                      <a:alpha val="43137"/>
                    </a:srgbClr>
                  </a:outerShdw>
                </a:effectLst>
                <a:latin typeface="+mn-ea"/>
              </a:rPr>
              <a:t>7.6</a:t>
            </a:r>
            <a:r>
              <a:rPr lang="zh-CN" altLang="en-US" sz="1600" b="1" dirty="0">
                <a:latin typeface="宋体" panose="02010600030101010101" pitchFamily="2" charset="-122"/>
                <a:ea typeface="宋体" panose="02010600030101010101" pitchFamily="2" charset="-122"/>
              </a:rPr>
              <a:t>遍历过程的示例。</a:t>
            </a:r>
            <a:endParaRPr lang="en-US" altLang="zh-CN" sz="1600" b="1" dirty="0">
              <a:latin typeface="宋体" panose="02010600030101010101" pitchFamily="2" charset="-122"/>
              <a:ea typeface="宋体" panose="02010600030101010101" pitchFamily="2" charset="-122"/>
            </a:endParaRPr>
          </a:p>
        </p:txBody>
      </p:sp>
      <p:cxnSp>
        <p:nvCxnSpPr>
          <p:cNvPr id="3" name="直接连接符 2">
            <a:extLst>
              <a:ext uri="{FF2B5EF4-FFF2-40B4-BE49-F238E27FC236}">
                <a16:creationId xmlns:a16="http://schemas.microsoft.com/office/drawing/2014/main" id="{3EAD0E72-2173-4FF5-B0BB-92BD8A71D658}"/>
              </a:ext>
            </a:extLst>
          </p:cNvPr>
          <p:cNvCxnSpPr>
            <a:cxnSpLocks/>
          </p:cNvCxnSpPr>
          <p:nvPr/>
        </p:nvCxnSpPr>
        <p:spPr>
          <a:xfrm>
            <a:off x="688829" y="2978136"/>
            <a:ext cx="5407171"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11C55874-ECBB-4C61-8E57-463DC6FFB8EB}"/>
              </a:ext>
            </a:extLst>
          </p:cNvPr>
          <p:cNvCxnSpPr>
            <a:cxnSpLocks/>
          </p:cNvCxnSpPr>
          <p:nvPr/>
        </p:nvCxnSpPr>
        <p:spPr>
          <a:xfrm>
            <a:off x="688828" y="3238910"/>
            <a:ext cx="1805516"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2D161227-72FF-46DB-B1D1-5CEB9DBEA550}"/>
              </a:ext>
            </a:extLst>
          </p:cNvPr>
          <p:cNvSpPr txBox="1"/>
          <p:nvPr/>
        </p:nvSpPr>
        <p:spPr>
          <a:xfrm>
            <a:off x="7011850" y="370659"/>
            <a:ext cx="1701107" cy="646331"/>
          </a:xfrm>
          <a:prstGeom prst="rect">
            <a:avLst/>
          </a:prstGeom>
          <a:noFill/>
        </p:spPr>
        <p:txBody>
          <a:bodyPr wrap="none" rtlCol="0">
            <a:spAutoFit/>
          </a:bodyPr>
          <a:lstStyle/>
          <a:p>
            <a:r>
              <a:rPr lang="en-US" altLang="zh-CN" b="1" dirty="0">
                <a:solidFill>
                  <a:schemeClr val="accent6">
                    <a:lumMod val="75000"/>
                  </a:schemeClr>
                </a:solidFill>
              </a:rPr>
              <a:t>UNVISITED</a:t>
            </a:r>
            <a:r>
              <a:rPr lang="zh-CN" altLang="en-US" b="1" dirty="0">
                <a:solidFill>
                  <a:schemeClr val="accent6">
                    <a:lumMod val="75000"/>
                  </a:schemeClr>
                </a:solidFill>
              </a:rPr>
              <a:t>：</a:t>
            </a:r>
            <a:r>
              <a:rPr lang="en-US" altLang="zh-CN" b="1" dirty="0">
                <a:ln>
                  <a:solidFill>
                    <a:schemeClr val="accent6">
                      <a:lumMod val="75000"/>
                    </a:schemeClr>
                  </a:solidFill>
                </a:ln>
                <a:solidFill>
                  <a:srgbClr val="00B050"/>
                </a:solidFill>
              </a:rPr>
              <a:t>0</a:t>
            </a:r>
          </a:p>
          <a:p>
            <a:r>
              <a:rPr lang="en-US" altLang="zh-CN" b="1" dirty="0"/>
              <a:t>     </a:t>
            </a:r>
            <a:r>
              <a:rPr lang="en-US" altLang="zh-CN" b="1" dirty="0">
                <a:solidFill>
                  <a:srgbClr val="C00000"/>
                </a:solidFill>
              </a:rPr>
              <a:t>VISITED</a:t>
            </a:r>
            <a:r>
              <a:rPr lang="zh-CN" altLang="en-US" b="1" dirty="0">
                <a:solidFill>
                  <a:srgbClr val="C00000"/>
                </a:solidFill>
              </a:rPr>
              <a:t>：</a:t>
            </a:r>
            <a:r>
              <a:rPr lang="en-US" altLang="zh-CN" b="1" dirty="0">
                <a:solidFill>
                  <a:srgbClr val="C00000"/>
                </a:solidFill>
              </a:rPr>
              <a:t>1</a:t>
            </a:r>
            <a:endParaRPr lang="zh-CN" altLang="en-US" b="1" dirty="0">
              <a:solidFill>
                <a:srgbClr val="C00000"/>
              </a:solidFill>
            </a:endParaRPr>
          </a:p>
        </p:txBody>
      </p:sp>
      <p:grpSp>
        <p:nvGrpSpPr>
          <p:cNvPr id="28" name="组合 27">
            <a:extLst>
              <a:ext uri="{FF2B5EF4-FFF2-40B4-BE49-F238E27FC236}">
                <a16:creationId xmlns:a16="http://schemas.microsoft.com/office/drawing/2014/main" id="{42340B26-7F49-49E0-A239-2CF4F6E4A081}"/>
              </a:ext>
            </a:extLst>
          </p:cNvPr>
          <p:cNvGrpSpPr/>
          <p:nvPr/>
        </p:nvGrpSpPr>
        <p:grpSpPr>
          <a:xfrm>
            <a:off x="5931493" y="1000134"/>
            <a:ext cx="3215531" cy="672206"/>
            <a:chOff x="6002285" y="900907"/>
            <a:chExt cx="3215531" cy="672206"/>
          </a:xfrm>
        </p:grpSpPr>
        <p:sp>
          <p:nvSpPr>
            <p:cNvPr id="8" name="矩形 7">
              <a:extLst>
                <a:ext uri="{FF2B5EF4-FFF2-40B4-BE49-F238E27FC236}">
                  <a16:creationId xmlns:a16="http://schemas.microsoft.com/office/drawing/2014/main" id="{3C6DA663-C647-4BD4-90D7-B07236466075}"/>
                </a:ext>
              </a:extLst>
            </p:cNvPr>
            <p:cNvSpPr/>
            <p:nvPr/>
          </p:nvSpPr>
          <p:spPr>
            <a:xfrm>
              <a:off x="7331081" y="1209575"/>
              <a:ext cx="1819364" cy="3600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lumMod val="20000"/>
                    <a:lumOff val="80000"/>
                  </a:schemeClr>
                </a:solidFill>
              </a:endParaRPr>
            </a:p>
          </p:txBody>
        </p:sp>
        <p:sp>
          <p:nvSpPr>
            <p:cNvPr id="9" name="文本框 8">
              <a:extLst>
                <a:ext uri="{FF2B5EF4-FFF2-40B4-BE49-F238E27FC236}">
                  <a16:creationId xmlns:a16="http://schemas.microsoft.com/office/drawing/2014/main" id="{577CE9E0-2FD6-4159-8CDE-D0395F298505}"/>
                </a:ext>
              </a:extLst>
            </p:cNvPr>
            <p:cNvSpPr txBox="1"/>
            <p:nvPr/>
          </p:nvSpPr>
          <p:spPr>
            <a:xfrm>
              <a:off x="7330605" y="900907"/>
              <a:ext cx="1887211" cy="361637"/>
            </a:xfrm>
            <a:prstGeom prst="rect">
              <a:avLst/>
            </a:prstGeom>
            <a:noFill/>
          </p:spPr>
          <p:txBody>
            <a:bodyPr wrap="square" rtlCol="0">
              <a:spAutoFit/>
            </a:bodyPr>
            <a:lstStyle/>
            <a:p>
              <a:r>
                <a:rPr lang="en-US" altLang="zh-CN" sz="1750" b="1" dirty="0">
                  <a:solidFill>
                    <a:srgbClr val="00B0F0"/>
                  </a:solidFill>
                </a:rPr>
                <a:t>0    1   2    3   4    5</a:t>
              </a:r>
              <a:endParaRPr lang="zh-CN" altLang="en-US" sz="1750" b="1" dirty="0">
                <a:solidFill>
                  <a:srgbClr val="00B0F0"/>
                </a:solidFill>
              </a:endParaRPr>
            </a:p>
          </p:txBody>
        </p:sp>
        <p:sp>
          <p:nvSpPr>
            <p:cNvPr id="10" name="文本框 9">
              <a:extLst>
                <a:ext uri="{FF2B5EF4-FFF2-40B4-BE49-F238E27FC236}">
                  <a16:creationId xmlns:a16="http://schemas.microsoft.com/office/drawing/2014/main" id="{D94CE2E3-1A80-48AA-8AAF-6E510F9511F2}"/>
                </a:ext>
              </a:extLst>
            </p:cNvPr>
            <p:cNvSpPr txBox="1"/>
            <p:nvPr/>
          </p:nvSpPr>
          <p:spPr>
            <a:xfrm>
              <a:off x="6002285" y="1169465"/>
              <a:ext cx="1277679" cy="400110"/>
            </a:xfrm>
            <a:prstGeom prst="rect">
              <a:avLst/>
            </a:prstGeom>
            <a:noFill/>
          </p:spPr>
          <p:txBody>
            <a:bodyPr wrap="square" lIns="0" rIns="0" rtlCol="0">
              <a:spAutoFit/>
            </a:bodyPr>
            <a:lstStyle/>
            <a:p>
              <a:pPr algn="r"/>
              <a:r>
                <a:rPr lang="en-US" altLang="zh-CN" sz="2000" b="1" dirty="0">
                  <a:solidFill>
                    <a:srgbClr val="0070C0"/>
                  </a:solidFill>
                  <a:effectLst>
                    <a:outerShdw blurRad="38100" dist="38100" dir="2700000" algn="tl">
                      <a:srgbClr val="000000">
                        <a:alpha val="43137"/>
                      </a:srgbClr>
                    </a:outerShdw>
                  </a:effectLst>
                </a:rPr>
                <a:t>G-&gt;visited</a:t>
              </a:r>
              <a:endParaRPr lang="zh-CN" altLang="en-US" sz="2000" b="1" dirty="0">
                <a:solidFill>
                  <a:srgbClr val="0070C0"/>
                </a:solidFill>
                <a:effectLst>
                  <a:outerShdw blurRad="38100" dist="38100" dir="2700000" algn="tl">
                    <a:srgbClr val="000000">
                      <a:alpha val="43137"/>
                    </a:srgbClr>
                  </a:outerShdw>
                </a:effectLst>
              </a:endParaRPr>
            </a:p>
          </p:txBody>
        </p:sp>
        <p:cxnSp>
          <p:nvCxnSpPr>
            <p:cNvPr id="27" name="直接连接符 26">
              <a:extLst>
                <a:ext uri="{FF2B5EF4-FFF2-40B4-BE49-F238E27FC236}">
                  <a16:creationId xmlns:a16="http://schemas.microsoft.com/office/drawing/2014/main" id="{EC811128-FB17-4E9E-89A5-8E7E31D59C96}"/>
                </a:ext>
              </a:extLst>
            </p:cNvPr>
            <p:cNvCxnSpPr/>
            <p:nvPr/>
          </p:nvCxnSpPr>
          <p:spPr>
            <a:xfrm>
              <a:off x="7628163" y="1209575"/>
              <a:ext cx="0" cy="360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4DBDDB82-4EB1-4D55-A5E9-9913928D4C8E}"/>
                </a:ext>
              </a:extLst>
            </p:cNvPr>
            <p:cNvCxnSpPr/>
            <p:nvPr/>
          </p:nvCxnSpPr>
          <p:spPr>
            <a:xfrm>
              <a:off x="7939821" y="1209575"/>
              <a:ext cx="0" cy="360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D1AF9330-001D-4DD0-A9E3-8F04F3E804B1}"/>
                </a:ext>
              </a:extLst>
            </p:cNvPr>
            <p:cNvCxnSpPr/>
            <p:nvPr/>
          </p:nvCxnSpPr>
          <p:spPr>
            <a:xfrm>
              <a:off x="8247389" y="1211914"/>
              <a:ext cx="0" cy="360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EC05AE8B-9936-49E4-A754-5F6EAE52FE4B}"/>
                </a:ext>
              </a:extLst>
            </p:cNvPr>
            <p:cNvCxnSpPr/>
            <p:nvPr/>
          </p:nvCxnSpPr>
          <p:spPr>
            <a:xfrm>
              <a:off x="8555815" y="1213113"/>
              <a:ext cx="0" cy="360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1F2BD297-6E74-41A6-8443-1E193BFC38B2}"/>
                </a:ext>
              </a:extLst>
            </p:cNvPr>
            <p:cNvCxnSpPr/>
            <p:nvPr/>
          </p:nvCxnSpPr>
          <p:spPr>
            <a:xfrm>
              <a:off x="8859554" y="1209575"/>
              <a:ext cx="0" cy="36000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9" name="文本框 28">
            <a:extLst>
              <a:ext uri="{FF2B5EF4-FFF2-40B4-BE49-F238E27FC236}">
                <a16:creationId xmlns:a16="http://schemas.microsoft.com/office/drawing/2014/main" id="{54A39707-32CA-4B3D-B639-883B1184D321}"/>
              </a:ext>
            </a:extLst>
          </p:cNvPr>
          <p:cNvSpPr txBox="1"/>
          <p:nvPr/>
        </p:nvSpPr>
        <p:spPr>
          <a:xfrm>
            <a:off x="7242748" y="1295373"/>
            <a:ext cx="327334" cy="400110"/>
          </a:xfrm>
          <a:prstGeom prst="rect">
            <a:avLst/>
          </a:prstGeom>
          <a:noFill/>
        </p:spPr>
        <p:txBody>
          <a:bodyPr wrap="none" rtlCol="0">
            <a:spAutoFit/>
          </a:bodyPr>
          <a:lstStyle/>
          <a:p>
            <a:r>
              <a:rPr lang="en-US" altLang="zh-CN" sz="2000" b="1" dirty="0">
                <a:solidFill>
                  <a:schemeClr val="accent6">
                    <a:lumMod val="75000"/>
                  </a:schemeClr>
                </a:solidFill>
              </a:rPr>
              <a:t>0</a:t>
            </a:r>
            <a:endParaRPr lang="zh-CN" altLang="en-US" sz="2000" b="1" dirty="0">
              <a:solidFill>
                <a:schemeClr val="accent6">
                  <a:lumMod val="75000"/>
                </a:schemeClr>
              </a:solidFill>
            </a:endParaRPr>
          </a:p>
        </p:txBody>
      </p:sp>
      <p:sp>
        <p:nvSpPr>
          <p:cNvPr id="38" name="文本框 37">
            <a:extLst>
              <a:ext uri="{FF2B5EF4-FFF2-40B4-BE49-F238E27FC236}">
                <a16:creationId xmlns:a16="http://schemas.microsoft.com/office/drawing/2014/main" id="{636DCA7C-AB5B-4E93-BAB5-66AAB1CE911C}"/>
              </a:ext>
            </a:extLst>
          </p:cNvPr>
          <p:cNvSpPr txBox="1"/>
          <p:nvPr/>
        </p:nvSpPr>
        <p:spPr>
          <a:xfrm>
            <a:off x="7555056" y="1289917"/>
            <a:ext cx="327334" cy="400110"/>
          </a:xfrm>
          <a:prstGeom prst="rect">
            <a:avLst/>
          </a:prstGeom>
          <a:noFill/>
        </p:spPr>
        <p:txBody>
          <a:bodyPr wrap="none" rtlCol="0">
            <a:spAutoFit/>
          </a:bodyPr>
          <a:lstStyle/>
          <a:p>
            <a:r>
              <a:rPr lang="en-US" altLang="zh-CN" sz="2000" b="1" dirty="0">
                <a:solidFill>
                  <a:schemeClr val="accent6">
                    <a:lumMod val="75000"/>
                  </a:schemeClr>
                </a:solidFill>
              </a:rPr>
              <a:t>0</a:t>
            </a:r>
            <a:endParaRPr lang="zh-CN" altLang="en-US" sz="2000" b="1" dirty="0">
              <a:solidFill>
                <a:schemeClr val="accent6">
                  <a:lumMod val="75000"/>
                </a:schemeClr>
              </a:solidFill>
            </a:endParaRPr>
          </a:p>
        </p:txBody>
      </p:sp>
      <p:sp>
        <p:nvSpPr>
          <p:cNvPr id="39" name="文本框 38">
            <a:extLst>
              <a:ext uri="{FF2B5EF4-FFF2-40B4-BE49-F238E27FC236}">
                <a16:creationId xmlns:a16="http://schemas.microsoft.com/office/drawing/2014/main" id="{1F070628-9E68-4FC7-B8BB-FE643612EA0D}"/>
              </a:ext>
            </a:extLst>
          </p:cNvPr>
          <p:cNvSpPr txBox="1"/>
          <p:nvPr/>
        </p:nvSpPr>
        <p:spPr>
          <a:xfrm>
            <a:off x="7866302" y="1297713"/>
            <a:ext cx="327334" cy="400110"/>
          </a:xfrm>
          <a:prstGeom prst="rect">
            <a:avLst/>
          </a:prstGeom>
          <a:noFill/>
        </p:spPr>
        <p:txBody>
          <a:bodyPr wrap="none" rtlCol="0">
            <a:spAutoFit/>
          </a:bodyPr>
          <a:lstStyle/>
          <a:p>
            <a:r>
              <a:rPr lang="en-US" altLang="zh-CN" sz="2000" b="1" dirty="0">
                <a:solidFill>
                  <a:schemeClr val="accent6">
                    <a:lumMod val="75000"/>
                  </a:schemeClr>
                </a:solidFill>
              </a:rPr>
              <a:t>0</a:t>
            </a:r>
            <a:endParaRPr lang="zh-CN" altLang="en-US" sz="2000" b="1" dirty="0">
              <a:solidFill>
                <a:schemeClr val="accent6">
                  <a:lumMod val="75000"/>
                </a:schemeClr>
              </a:solidFill>
            </a:endParaRPr>
          </a:p>
        </p:txBody>
      </p:sp>
      <p:sp>
        <p:nvSpPr>
          <p:cNvPr id="40" name="文本框 39">
            <a:extLst>
              <a:ext uri="{FF2B5EF4-FFF2-40B4-BE49-F238E27FC236}">
                <a16:creationId xmlns:a16="http://schemas.microsoft.com/office/drawing/2014/main" id="{28F6F3AD-4210-46DF-A03F-8747A611D855}"/>
              </a:ext>
            </a:extLst>
          </p:cNvPr>
          <p:cNvSpPr txBox="1"/>
          <p:nvPr/>
        </p:nvSpPr>
        <p:spPr>
          <a:xfrm>
            <a:off x="8178610" y="1298883"/>
            <a:ext cx="327334" cy="400110"/>
          </a:xfrm>
          <a:prstGeom prst="rect">
            <a:avLst/>
          </a:prstGeom>
          <a:noFill/>
        </p:spPr>
        <p:txBody>
          <a:bodyPr wrap="none" rtlCol="0">
            <a:spAutoFit/>
          </a:bodyPr>
          <a:lstStyle/>
          <a:p>
            <a:r>
              <a:rPr lang="en-US" altLang="zh-CN" sz="2000" b="1" dirty="0">
                <a:solidFill>
                  <a:schemeClr val="accent6">
                    <a:lumMod val="75000"/>
                  </a:schemeClr>
                </a:solidFill>
              </a:rPr>
              <a:t>0</a:t>
            </a:r>
            <a:endParaRPr lang="zh-CN" altLang="en-US" sz="2000" b="1" dirty="0">
              <a:solidFill>
                <a:schemeClr val="accent6">
                  <a:lumMod val="75000"/>
                </a:schemeClr>
              </a:solidFill>
            </a:endParaRPr>
          </a:p>
        </p:txBody>
      </p:sp>
      <p:sp>
        <p:nvSpPr>
          <p:cNvPr id="41" name="文本框 40">
            <a:extLst>
              <a:ext uri="{FF2B5EF4-FFF2-40B4-BE49-F238E27FC236}">
                <a16:creationId xmlns:a16="http://schemas.microsoft.com/office/drawing/2014/main" id="{3F9C7F4D-C62C-4B20-81FC-6FA925DE783F}"/>
              </a:ext>
            </a:extLst>
          </p:cNvPr>
          <p:cNvSpPr txBox="1"/>
          <p:nvPr/>
        </p:nvSpPr>
        <p:spPr>
          <a:xfrm>
            <a:off x="8482117" y="1290954"/>
            <a:ext cx="327334" cy="400110"/>
          </a:xfrm>
          <a:prstGeom prst="rect">
            <a:avLst/>
          </a:prstGeom>
          <a:noFill/>
        </p:spPr>
        <p:txBody>
          <a:bodyPr wrap="none" rtlCol="0">
            <a:spAutoFit/>
          </a:bodyPr>
          <a:lstStyle/>
          <a:p>
            <a:r>
              <a:rPr lang="en-US" altLang="zh-CN" sz="2000" b="1" dirty="0">
                <a:solidFill>
                  <a:schemeClr val="accent6">
                    <a:lumMod val="75000"/>
                  </a:schemeClr>
                </a:solidFill>
              </a:rPr>
              <a:t>0</a:t>
            </a:r>
            <a:endParaRPr lang="zh-CN" altLang="en-US" sz="2000" b="1" dirty="0">
              <a:solidFill>
                <a:schemeClr val="accent6">
                  <a:lumMod val="75000"/>
                </a:schemeClr>
              </a:solidFill>
            </a:endParaRPr>
          </a:p>
        </p:txBody>
      </p:sp>
      <p:sp>
        <p:nvSpPr>
          <p:cNvPr id="42" name="文本框 41">
            <a:extLst>
              <a:ext uri="{FF2B5EF4-FFF2-40B4-BE49-F238E27FC236}">
                <a16:creationId xmlns:a16="http://schemas.microsoft.com/office/drawing/2014/main" id="{1F69A13D-C173-47AF-A0F7-9F78F82B617B}"/>
              </a:ext>
            </a:extLst>
          </p:cNvPr>
          <p:cNvSpPr txBox="1"/>
          <p:nvPr/>
        </p:nvSpPr>
        <p:spPr>
          <a:xfrm>
            <a:off x="8781547" y="1292124"/>
            <a:ext cx="327334" cy="400110"/>
          </a:xfrm>
          <a:prstGeom prst="rect">
            <a:avLst/>
          </a:prstGeom>
          <a:noFill/>
        </p:spPr>
        <p:txBody>
          <a:bodyPr wrap="none" rtlCol="0">
            <a:spAutoFit/>
          </a:bodyPr>
          <a:lstStyle/>
          <a:p>
            <a:r>
              <a:rPr lang="en-US" altLang="zh-CN" sz="2000" b="1" dirty="0">
                <a:solidFill>
                  <a:schemeClr val="accent6">
                    <a:lumMod val="75000"/>
                  </a:schemeClr>
                </a:solidFill>
              </a:rPr>
              <a:t>0</a:t>
            </a:r>
            <a:endParaRPr lang="zh-CN" altLang="en-US" sz="2000" b="1" dirty="0">
              <a:solidFill>
                <a:schemeClr val="accent6">
                  <a:lumMod val="75000"/>
                </a:schemeClr>
              </a:solidFill>
            </a:endParaRPr>
          </a:p>
        </p:txBody>
      </p:sp>
      <p:cxnSp>
        <p:nvCxnSpPr>
          <p:cNvPr id="43" name="直接连接符 42">
            <a:extLst>
              <a:ext uri="{FF2B5EF4-FFF2-40B4-BE49-F238E27FC236}">
                <a16:creationId xmlns:a16="http://schemas.microsoft.com/office/drawing/2014/main" id="{8A038FF7-2FA8-4DA4-8B85-EAA224023716}"/>
              </a:ext>
            </a:extLst>
          </p:cNvPr>
          <p:cNvCxnSpPr>
            <a:cxnSpLocks/>
          </p:cNvCxnSpPr>
          <p:nvPr/>
        </p:nvCxnSpPr>
        <p:spPr>
          <a:xfrm>
            <a:off x="8977358" y="2403479"/>
            <a:ext cx="118869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34C33913-7D60-4194-B21B-274F29068CAF}"/>
              </a:ext>
            </a:extLst>
          </p:cNvPr>
          <p:cNvCxnSpPr>
            <a:cxnSpLocks/>
          </p:cNvCxnSpPr>
          <p:nvPr/>
        </p:nvCxnSpPr>
        <p:spPr>
          <a:xfrm>
            <a:off x="8983797" y="2733496"/>
            <a:ext cx="118225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EF592186-ABDD-456F-BAFF-A882185B8D1A}"/>
              </a:ext>
            </a:extLst>
          </p:cNvPr>
          <p:cNvSpPr txBox="1"/>
          <p:nvPr/>
        </p:nvSpPr>
        <p:spPr>
          <a:xfrm>
            <a:off x="10339579" y="2693772"/>
            <a:ext cx="1663314" cy="369332"/>
          </a:xfrm>
          <a:prstGeom prst="rect">
            <a:avLst/>
          </a:prstGeom>
          <a:noFill/>
        </p:spPr>
        <p:txBody>
          <a:bodyPr wrap="square" rtlCol="0">
            <a:spAutoFit/>
          </a:bodyPr>
          <a:lstStyle/>
          <a:p>
            <a:r>
              <a:rPr lang="zh-CN" altLang="en-US" b="1" dirty="0">
                <a:solidFill>
                  <a:srgbClr val="C00000"/>
                </a:solidFill>
              </a:rPr>
              <a:t>广度优先序列</a:t>
            </a:r>
          </a:p>
        </p:txBody>
      </p:sp>
      <p:sp>
        <p:nvSpPr>
          <p:cNvPr id="74" name="文本框 73">
            <a:extLst>
              <a:ext uri="{FF2B5EF4-FFF2-40B4-BE49-F238E27FC236}">
                <a16:creationId xmlns:a16="http://schemas.microsoft.com/office/drawing/2014/main" id="{7527F568-6A01-40C6-A898-3AE55F5F1ED5}"/>
              </a:ext>
            </a:extLst>
          </p:cNvPr>
          <p:cNvSpPr txBox="1"/>
          <p:nvPr/>
        </p:nvSpPr>
        <p:spPr>
          <a:xfrm>
            <a:off x="9552929" y="273533"/>
            <a:ext cx="338554" cy="400110"/>
          </a:xfrm>
          <a:prstGeom prst="rect">
            <a:avLst/>
          </a:prstGeom>
          <a:noFill/>
        </p:spPr>
        <p:txBody>
          <a:bodyPr wrap="none" rtlCol="0">
            <a:spAutoFit/>
          </a:bodyPr>
          <a:lstStyle/>
          <a:p>
            <a:r>
              <a:rPr lang="en-US" altLang="zh-CN" sz="2000" b="1" dirty="0">
                <a:solidFill>
                  <a:srgbClr val="00B0F0"/>
                </a:solidFill>
                <a:latin typeface="Courier New" panose="02070309020205020404" pitchFamily="49" charset="0"/>
                <a:cs typeface="Courier New" panose="02070309020205020404" pitchFamily="49" charset="0"/>
              </a:rPr>
              <a:t>0</a:t>
            </a:r>
            <a:endParaRPr lang="zh-CN" altLang="en-US" sz="2000" b="1" dirty="0">
              <a:solidFill>
                <a:srgbClr val="00B0F0"/>
              </a:solidFill>
              <a:latin typeface="Courier New" panose="02070309020205020404" pitchFamily="49" charset="0"/>
              <a:cs typeface="Courier New" panose="02070309020205020404" pitchFamily="49" charset="0"/>
            </a:endParaRPr>
          </a:p>
        </p:txBody>
      </p:sp>
      <p:sp>
        <p:nvSpPr>
          <p:cNvPr id="75" name="文本框 74">
            <a:extLst>
              <a:ext uri="{FF2B5EF4-FFF2-40B4-BE49-F238E27FC236}">
                <a16:creationId xmlns:a16="http://schemas.microsoft.com/office/drawing/2014/main" id="{42F76206-41D9-4552-893F-0B55C22D2E8F}"/>
              </a:ext>
            </a:extLst>
          </p:cNvPr>
          <p:cNvSpPr txBox="1"/>
          <p:nvPr/>
        </p:nvSpPr>
        <p:spPr>
          <a:xfrm>
            <a:off x="9591723" y="1695233"/>
            <a:ext cx="338554" cy="400110"/>
          </a:xfrm>
          <a:prstGeom prst="rect">
            <a:avLst/>
          </a:prstGeom>
          <a:noFill/>
        </p:spPr>
        <p:txBody>
          <a:bodyPr wrap="none" rtlCol="0">
            <a:spAutoFit/>
          </a:bodyPr>
          <a:lstStyle/>
          <a:p>
            <a:r>
              <a:rPr lang="en-US" altLang="zh-CN" sz="2000" b="1" dirty="0">
                <a:solidFill>
                  <a:srgbClr val="00B0F0"/>
                </a:solidFill>
                <a:latin typeface="Courier New" panose="02070309020205020404" pitchFamily="49" charset="0"/>
                <a:cs typeface="Courier New" panose="02070309020205020404" pitchFamily="49" charset="0"/>
              </a:rPr>
              <a:t>1</a:t>
            </a:r>
            <a:endParaRPr lang="zh-CN" altLang="en-US" sz="2000" b="1" dirty="0">
              <a:solidFill>
                <a:srgbClr val="00B0F0"/>
              </a:solidFill>
              <a:latin typeface="Courier New" panose="02070309020205020404" pitchFamily="49" charset="0"/>
              <a:cs typeface="Courier New" panose="02070309020205020404" pitchFamily="49" charset="0"/>
            </a:endParaRPr>
          </a:p>
        </p:txBody>
      </p:sp>
      <p:sp>
        <p:nvSpPr>
          <p:cNvPr id="76" name="文本框 75">
            <a:extLst>
              <a:ext uri="{FF2B5EF4-FFF2-40B4-BE49-F238E27FC236}">
                <a16:creationId xmlns:a16="http://schemas.microsoft.com/office/drawing/2014/main" id="{8170CD8B-6F55-4252-A0AC-D41438EA7841}"/>
              </a:ext>
            </a:extLst>
          </p:cNvPr>
          <p:cNvSpPr txBox="1"/>
          <p:nvPr/>
        </p:nvSpPr>
        <p:spPr>
          <a:xfrm>
            <a:off x="10431409" y="1829605"/>
            <a:ext cx="338554" cy="400110"/>
          </a:xfrm>
          <a:prstGeom prst="rect">
            <a:avLst/>
          </a:prstGeom>
          <a:noFill/>
        </p:spPr>
        <p:txBody>
          <a:bodyPr wrap="none" rtlCol="0">
            <a:spAutoFit/>
          </a:bodyPr>
          <a:lstStyle/>
          <a:p>
            <a:r>
              <a:rPr lang="en-US" altLang="zh-CN" sz="2000" b="1" dirty="0">
                <a:solidFill>
                  <a:srgbClr val="00B0F0"/>
                </a:solidFill>
                <a:latin typeface="Courier New" panose="02070309020205020404" pitchFamily="49" charset="0"/>
                <a:cs typeface="Courier New" panose="02070309020205020404" pitchFamily="49" charset="0"/>
              </a:rPr>
              <a:t>2</a:t>
            </a:r>
            <a:endParaRPr lang="zh-CN" altLang="en-US" sz="2000" b="1" dirty="0">
              <a:solidFill>
                <a:srgbClr val="00B0F0"/>
              </a:solidFill>
              <a:latin typeface="Courier New" panose="02070309020205020404" pitchFamily="49" charset="0"/>
              <a:cs typeface="Courier New" panose="02070309020205020404" pitchFamily="49" charset="0"/>
            </a:endParaRPr>
          </a:p>
        </p:txBody>
      </p:sp>
      <p:sp>
        <p:nvSpPr>
          <p:cNvPr id="77" name="文本框 76">
            <a:extLst>
              <a:ext uri="{FF2B5EF4-FFF2-40B4-BE49-F238E27FC236}">
                <a16:creationId xmlns:a16="http://schemas.microsoft.com/office/drawing/2014/main" id="{A853D8F5-1F21-48CF-A192-3BC6DA31B9C9}"/>
              </a:ext>
            </a:extLst>
          </p:cNvPr>
          <p:cNvSpPr txBox="1"/>
          <p:nvPr/>
        </p:nvSpPr>
        <p:spPr>
          <a:xfrm>
            <a:off x="11403031" y="1841418"/>
            <a:ext cx="338554" cy="400110"/>
          </a:xfrm>
          <a:prstGeom prst="rect">
            <a:avLst/>
          </a:prstGeom>
          <a:noFill/>
        </p:spPr>
        <p:txBody>
          <a:bodyPr wrap="none" rtlCol="0">
            <a:spAutoFit/>
          </a:bodyPr>
          <a:lstStyle/>
          <a:p>
            <a:r>
              <a:rPr lang="en-US" altLang="zh-CN" sz="2000" b="1" dirty="0">
                <a:solidFill>
                  <a:srgbClr val="00B0F0"/>
                </a:solidFill>
                <a:latin typeface="Courier New" panose="02070309020205020404" pitchFamily="49" charset="0"/>
                <a:cs typeface="Courier New" panose="02070309020205020404" pitchFamily="49" charset="0"/>
              </a:rPr>
              <a:t>3</a:t>
            </a:r>
            <a:endParaRPr lang="zh-CN" altLang="en-US" sz="2000" b="1" dirty="0">
              <a:solidFill>
                <a:srgbClr val="00B0F0"/>
              </a:solidFill>
              <a:latin typeface="Courier New" panose="02070309020205020404" pitchFamily="49" charset="0"/>
              <a:cs typeface="Courier New" panose="02070309020205020404" pitchFamily="49" charset="0"/>
            </a:endParaRPr>
          </a:p>
        </p:txBody>
      </p:sp>
      <p:sp>
        <p:nvSpPr>
          <p:cNvPr id="78" name="文本框 77">
            <a:extLst>
              <a:ext uri="{FF2B5EF4-FFF2-40B4-BE49-F238E27FC236}">
                <a16:creationId xmlns:a16="http://schemas.microsoft.com/office/drawing/2014/main" id="{023E11C3-9E09-4262-8254-4B400E4B8D26}"/>
              </a:ext>
            </a:extLst>
          </p:cNvPr>
          <p:cNvSpPr txBox="1"/>
          <p:nvPr/>
        </p:nvSpPr>
        <p:spPr>
          <a:xfrm>
            <a:off x="11355959" y="286323"/>
            <a:ext cx="338554" cy="400110"/>
          </a:xfrm>
          <a:prstGeom prst="rect">
            <a:avLst/>
          </a:prstGeom>
          <a:noFill/>
        </p:spPr>
        <p:txBody>
          <a:bodyPr wrap="none" rtlCol="0">
            <a:spAutoFit/>
          </a:bodyPr>
          <a:lstStyle/>
          <a:p>
            <a:r>
              <a:rPr lang="en-US" altLang="zh-CN" sz="2000" b="1" dirty="0">
                <a:solidFill>
                  <a:srgbClr val="00B0F0"/>
                </a:solidFill>
                <a:latin typeface="Courier New" panose="02070309020205020404" pitchFamily="49" charset="0"/>
                <a:cs typeface="Courier New" panose="02070309020205020404" pitchFamily="49" charset="0"/>
              </a:rPr>
              <a:t>4</a:t>
            </a:r>
            <a:endParaRPr lang="zh-CN" altLang="en-US" sz="2000" b="1" dirty="0">
              <a:solidFill>
                <a:srgbClr val="00B0F0"/>
              </a:solidFill>
              <a:latin typeface="Courier New" panose="02070309020205020404" pitchFamily="49" charset="0"/>
              <a:cs typeface="Courier New" panose="02070309020205020404" pitchFamily="49" charset="0"/>
            </a:endParaRPr>
          </a:p>
        </p:txBody>
      </p:sp>
      <p:sp>
        <p:nvSpPr>
          <p:cNvPr id="79" name="文本框 78">
            <a:extLst>
              <a:ext uri="{FF2B5EF4-FFF2-40B4-BE49-F238E27FC236}">
                <a16:creationId xmlns:a16="http://schemas.microsoft.com/office/drawing/2014/main" id="{2B97E64E-BC53-402B-8379-7B0C3A685222}"/>
              </a:ext>
            </a:extLst>
          </p:cNvPr>
          <p:cNvSpPr txBox="1"/>
          <p:nvPr/>
        </p:nvSpPr>
        <p:spPr>
          <a:xfrm>
            <a:off x="10544275" y="430593"/>
            <a:ext cx="338554" cy="400110"/>
          </a:xfrm>
          <a:prstGeom prst="rect">
            <a:avLst/>
          </a:prstGeom>
          <a:noFill/>
        </p:spPr>
        <p:txBody>
          <a:bodyPr wrap="none" rtlCol="0">
            <a:spAutoFit/>
          </a:bodyPr>
          <a:lstStyle/>
          <a:p>
            <a:r>
              <a:rPr lang="en-US" altLang="zh-CN" sz="2000" b="1" dirty="0">
                <a:solidFill>
                  <a:srgbClr val="00B0F0"/>
                </a:solidFill>
                <a:latin typeface="Courier New" panose="02070309020205020404" pitchFamily="49" charset="0"/>
                <a:cs typeface="Courier New" panose="02070309020205020404" pitchFamily="49" charset="0"/>
              </a:rPr>
              <a:t>5</a:t>
            </a:r>
            <a:endParaRPr lang="zh-CN" altLang="en-US" sz="2000" b="1" dirty="0">
              <a:solidFill>
                <a:srgbClr val="00B0F0"/>
              </a:solidFill>
              <a:latin typeface="Courier New" panose="02070309020205020404" pitchFamily="49" charset="0"/>
              <a:cs typeface="Courier New" panose="02070309020205020404" pitchFamily="49" charset="0"/>
            </a:endParaRPr>
          </a:p>
        </p:txBody>
      </p:sp>
      <p:sp>
        <p:nvSpPr>
          <p:cNvPr id="88" name="文本框 87">
            <a:extLst>
              <a:ext uri="{FF2B5EF4-FFF2-40B4-BE49-F238E27FC236}">
                <a16:creationId xmlns:a16="http://schemas.microsoft.com/office/drawing/2014/main" id="{74D124AB-6445-4133-A8BA-4AEC6A39A3C9}"/>
              </a:ext>
            </a:extLst>
          </p:cNvPr>
          <p:cNvSpPr txBox="1"/>
          <p:nvPr/>
        </p:nvSpPr>
        <p:spPr>
          <a:xfrm>
            <a:off x="9271744" y="2018579"/>
            <a:ext cx="369012" cy="461665"/>
          </a:xfrm>
          <a:prstGeom prst="rect">
            <a:avLst/>
          </a:prstGeom>
          <a:noFill/>
        </p:spPr>
        <p:txBody>
          <a:bodyPr wrap="none" rtlCol="0">
            <a:spAutoFit/>
          </a:bodyPr>
          <a:lstStyle/>
          <a:p>
            <a:r>
              <a:rPr lang="en-US" altLang="zh-CN" sz="2400" b="1" dirty="0">
                <a:solidFill>
                  <a:srgbClr val="0070C0"/>
                </a:solidFill>
                <a:latin typeface="Courier New" panose="02070309020205020404" pitchFamily="49" charset="0"/>
                <a:cs typeface="Courier New" panose="02070309020205020404" pitchFamily="49" charset="0"/>
              </a:rPr>
              <a:t>Q</a:t>
            </a:r>
            <a:endParaRPr lang="zh-CN" altLang="en-US" sz="2400" b="1" dirty="0">
              <a:solidFill>
                <a:srgbClr val="0070C0"/>
              </a:solidFill>
              <a:latin typeface="Courier New" panose="02070309020205020404" pitchFamily="49" charset="0"/>
              <a:cs typeface="Courier New" panose="02070309020205020404" pitchFamily="49" charset="0"/>
            </a:endParaRPr>
          </a:p>
        </p:txBody>
      </p:sp>
      <p:sp>
        <p:nvSpPr>
          <p:cNvPr id="90" name="文本框 89">
            <a:extLst>
              <a:ext uri="{FF2B5EF4-FFF2-40B4-BE49-F238E27FC236}">
                <a16:creationId xmlns:a16="http://schemas.microsoft.com/office/drawing/2014/main" id="{5E9A0DB1-8918-4ACF-A9B2-AED11C2435B8}"/>
              </a:ext>
            </a:extLst>
          </p:cNvPr>
          <p:cNvSpPr txBox="1"/>
          <p:nvPr/>
        </p:nvSpPr>
        <p:spPr>
          <a:xfrm>
            <a:off x="9640756" y="592047"/>
            <a:ext cx="184346" cy="369332"/>
          </a:xfrm>
          <a:prstGeom prst="rect">
            <a:avLst/>
          </a:prstGeom>
          <a:noFill/>
        </p:spPr>
        <p:txBody>
          <a:bodyPr wrap="none" lIns="0" tIns="0" rIns="0" bIns="0" rtlCol="0" anchor="ctr" anchorCtr="1">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A</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cxnSp>
        <p:nvCxnSpPr>
          <p:cNvPr id="91" name="直接连接符 90">
            <a:extLst>
              <a:ext uri="{FF2B5EF4-FFF2-40B4-BE49-F238E27FC236}">
                <a16:creationId xmlns:a16="http://schemas.microsoft.com/office/drawing/2014/main" id="{3127F110-8F8A-4F48-B2FF-BC8145D9B4F7}"/>
              </a:ext>
            </a:extLst>
          </p:cNvPr>
          <p:cNvCxnSpPr>
            <a:cxnSpLocks/>
          </p:cNvCxnSpPr>
          <p:nvPr/>
        </p:nvCxnSpPr>
        <p:spPr>
          <a:xfrm>
            <a:off x="1212289" y="3460884"/>
            <a:ext cx="446325"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A05D51FE-E9FA-466E-9226-41429B78AC7C}"/>
              </a:ext>
            </a:extLst>
          </p:cNvPr>
          <p:cNvCxnSpPr>
            <a:cxnSpLocks/>
          </p:cNvCxnSpPr>
          <p:nvPr/>
        </p:nvCxnSpPr>
        <p:spPr>
          <a:xfrm>
            <a:off x="1212289" y="3708145"/>
            <a:ext cx="2922050"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DBE6D8E7-FA31-41C3-9C18-C753A7B535AA}"/>
              </a:ext>
            </a:extLst>
          </p:cNvPr>
          <p:cNvSpPr txBox="1"/>
          <p:nvPr/>
        </p:nvSpPr>
        <p:spPr>
          <a:xfrm>
            <a:off x="7332301" y="1338282"/>
            <a:ext cx="142668" cy="307777"/>
          </a:xfrm>
          <a:prstGeom prst="rect">
            <a:avLst/>
          </a:prstGeom>
          <a:noFill/>
        </p:spPr>
        <p:txBody>
          <a:bodyPr wrap="none" lIns="0" tIns="0" rIns="0" bIns="0" rtlCol="0">
            <a:spAutoFit/>
          </a:bodyPr>
          <a:lstStyle/>
          <a:p>
            <a:r>
              <a:rPr lang="en-US" altLang="zh-CN" sz="2000" b="1" dirty="0">
                <a:solidFill>
                  <a:srgbClr val="C00000"/>
                </a:solidFill>
              </a:rPr>
              <a:t>1</a:t>
            </a:r>
            <a:endParaRPr lang="zh-CN" altLang="en-US" sz="2000" b="1" dirty="0">
              <a:solidFill>
                <a:srgbClr val="C00000"/>
              </a:solidFill>
            </a:endParaRPr>
          </a:p>
        </p:txBody>
      </p:sp>
      <p:cxnSp>
        <p:nvCxnSpPr>
          <p:cNvPr id="97" name="直接连接符 96">
            <a:extLst>
              <a:ext uri="{FF2B5EF4-FFF2-40B4-BE49-F238E27FC236}">
                <a16:creationId xmlns:a16="http://schemas.microsoft.com/office/drawing/2014/main" id="{4D841369-F3B4-4D8C-88C4-DB9A6CE74B26}"/>
              </a:ext>
            </a:extLst>
          </p:cNvPr>
          <p:cNvCxnSpPr>
            <a:cxnSpLocks/>
          </p:cNvCxnSpPr>
          <p:nvPr/>
        </p:nvCxnSpPr>
        <p:spPr>
          <a:xfrm>
            <a:off x="1062958" y="3937900"/>
            <a:ext cx="3901344"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2307CDBF-2F30-417A-A7E3-D07BB016FA37}"/>
              </a:ext>
            </a:extLst>
          </p:cNvPr>
          <p:cNvCxnSpPr>
            <a:cxnSpLocks/>
          </p:cNvCxnSpPr>
          <p:nvPr/>
        </p:nvCxnSpPr>
        <p:spPr>
          <a:xfrm>
            <a:off x="1089018" y="4187531"/>
            <a:ext cx="1632897"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C85ED30E-79BF-4BBA-A2C3-590C79366734}"/>
              </a:ext>
            </a:extLst>
          </p:cNvPr>
          <p:cNvCxnSpPr>
            <a:cxnSpLocks/>
          </p:cNvCxnSpPr>
          <p:nvPr/>
        </p:nvCxnSpPr>
        <p:spPr>
          <a:xfrm>
            <a:off x="1016724" y="4451671"/>
            <a:ext cx="2772211"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DF8D819A-B58F-4916-A5DB-985EC5ECFA22}"/>
              </a:ext>
            </a:extLst>
          </p:cNvPr>
          <p:cNvCxnSpPr>
            <a:cxnSpLocks/>
          </p:cNvCxnSpPr>
          <p:nvPr/>
        </p:nvCxnSpPr>
        <p:spPr>
          <a:xfrm>
            <a:off x="1891176" y="4927540"/>
            <a:ext cx="2140039"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43A63A75-F4A2-4952-8AF9-F98241E9DAE3}"/>
              </a:ext>
            </a:extLst>
          </p:cNvPr>
          <p:cNvCxnSpPr>
            <a:cxnSpLocks/>
          </p:cNvCxnSpPr>
          <p:nvPr/>
        </p:nvCxnSpPr>
        <p:spPr>
          <a:xfrm>
            <a:off x="1664415" y="5165219"/>
            <a:ext cx="2931135"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80800F01-AF48-4D1D-837D-1B2028844127}"/>
              </a:ext>
            </a:extLst>
          </p:cNvPr>
          <p:cNvCxnSpPr>
            <a:cxnSpLocks/>
          </p:cNvCxnSpPr>
          <p:nvPr/>
        </p:nvCxnSpPr>
        <p:spPr>
          <a:xfrm>
            <a:off x="1781355" y="5420660"/>
            <a:ext cx="3900254"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2AC28653-8CC0-4934-8BCE-670F82A74719}"/>
              </a:ext>
            </a:extLst>
          </p:cNvPr>
          <p:cNvCxnSpPr>
            <a:cxnSpLocks/>
          </p:cNvCxnSpPr>
          <p:nvPr/>
        </p:nvCxnSpPr>
        <p:spPr>
          <a:xfrm>
            <a:off x="1781355" y="5660247"/>
            <a:ext cx="1632897"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77788318-6292-4E77-927E-DCF5398296D5}"/>
              </a:ext>
            </a:extLst>
          </p:cNvPr>
          <p:cNvSpPr txBox="1"/>
          <p:nvPr/>
        </p:nvSpPr>
        <p:spPr>
          <a:xfrm>
            <a:off x="10495143" y="1529884"/>
            <a:ext cx="184346" cy="369332"/>
          </a:xfrm>
          <a:prstGeom prst="rect">
            <a:avLst/>
          </a:prstGeom>
          <a:noFill/>
        </p:spPr>
        <p:txBody>
          <a:bodyPr wrap="none" lIns="0" tIns="0" rIns="0" bIns="0" rtlCol="0" anchor="ctr" anchorCtr="1">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C</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sp>
        <p:nvSpPr>
          <p:cNvPr id="111" name="文本框 110">
            <a:extLst>
              <a:ext uri="{FF2B5EF4-FFF2-40B4-BE49-F238E27FC236}">
                <a16:creationId xmlns:a16="http://schemas.microsoft.com/office/drawing/2014/main" id="{4E4EBD5B-3415-48C7-A4B7-9F938BD3FC37}"/>
              </a:ext>
            </a:extLst>
          </p:cNvPr>
          <p:cNvSpPr txBox="1"/>
          <p:nvPr/>
        </p:nvSpPr>
        <p:spPr>
          <a:xfrm>
            <a:off x="7947912" y="1338282"/>
            <a:ext cx="142668" cy="307777"/>
          </a:xfrm>
          <a:prstGeom prst="rect">
            <a:avLst/>
          </a:prstGeom>
          <a:noFill/>
        </p:spPr>
        <p:txBody>
          <a:bodyPr wrap="none" lIns="0" tIns="0" rIns="0" bIns="0" rtlCol="0">
            <a:spAutoFit/>
          </a:bodyPr>
          <a:lstStyle/>
          <a:p>
            <a:r>
              <a:rPr lang="en-US" altLang="zh-CN" sz="2000" b="1" dirty="0">
                <a:solidFill>
                  <a:srgbClr val="C00000"/>
                </a:solidFill>
              </a:rPr>
              <a:t>1</a:t>
            </a:r>
            <a:endParaRPr lang="zh-CN" altLang="en-US" sz="2000" b="1" dirty="0">
              <a:solidFill>
                <a:srgbClr val="C00000"/>
              </a:solidFill>
            </a:endParaRPr>
          </a:p>
        </p:txBody>
      </p:sp>
      <p:cxnSp>
        <p:nvCxnSpPr>
          <p:cNvPr id="112" name="直接连接符 111">
            <a:extLst>
              <a:ext uri="{FF2B5EF4-FFF2-40B4-BE49-F238E27FC236}">
                <a16:creationId xmlns:a16="http://schemas.microsoft.com/office/drawing/2014/main" id="{21DCE6CA-C5B4-4DFF-B2A7-CE742B8122E7}"/>
              </a:ext>
            </a:extLst>
          </p:cNvPr>
          <p:cNvCxnSpPr>
            <a:cxnSpLocks/>
          </p:cNvCxnSpPr>
          <p:nvPr/>
        </p:nvCxnSpPr>
        <p:spPr>
          <a:xfrm>
            <a:off x="4782800" y="4926874"/>
            <a:ext cx="1881711"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4" name="文本框 113">
            <a:extLst>
              <a:ext uri="{FF2B5EF4-FFF2-40B4-BE49-F238E27FC236}">
                <a16:creationId xmlns:a16="http://schemas.microsoft.com/office/drawing/2014/main" id="{C1BD20D7-F5E3-4745-933C-A47163112A72}"/>
              </a:ext>
            </a:extLst>
          </p:cNvPr>
          <p:cNvSpPr txBox="1"/>
          <p:nvPr/>
        </p:nvSpPr>
        <p:spPr>
          <a:xfrm>
            <a:off x="8865944" y="1334913"/>
            <a:ext cx="142668" cy="307777"/>
          </a:xfrm>
          <a:prstGeom prst="rect">
            <a:avLst/>
          </a:prstGeom>
          <a:noFill/>
        </p:spPr>
        <p:txBody>
          <a:bodyPr wrap="none" lIns="0" tIns="0" rIns="0" bIns="0"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115" name="文本框 114">
            <a:extLst>
              <a:ext uri="{FF2B5EF4-FFF2-40B4-BE49-F238E27FC236}">
                <a16:creationId xmlns:a16="http://schemas.microsoft.com/office/drawing/2014/main" id="{01DA615D-E517-4B9D-BBC3-4EE7CEEF1119}"/>
              </a:ext>
            </a:extLst>
          </p:cNvPr>
          <p:cNvSpPr txBox="1"/>
          <p:nvPr/>
        </p:nvSpPr>
        <p:spPr>
          <a:xfrm>
            <a:off x="10630867" y="731416"/>
            <a:ext cx="184346" cy="369332"/>
          </a:xfrm>
          <a:prstGeom prst="rect">
            <a:avLst/>
          </a:prstGeom>
          <a:noFill/>
        </p:spPr>
        <p:txBody>
          <a:bodyPr wrap="none" lIns="0" tIns="0" rIns="0" bIns="0" rtlCol="0" anchor="ctr" anchorCtr="1">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F</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cxnSp>
        <p:nvCxnSpPr>
          <p:cNvPr id="116" name="直接连接符 115">
            <a:extLst>
              <a:ext uri="{FF2B5EF4-FFF2-40B4-BE49-F238E27FC236}">
                <a16:creationId xmlns:a16="http://schemas.microsoft.com/office/drawing/2014/main" id="{C8611D77-95B7-49C2-9BA3-85497A0B3A82}"/>
              </a:ext>
            </a:extLst>
          </p:cNvPr>
          <p:cNvCxnSpPr>
            <a:cxnSpLocks/>
          </p:cNvCxnSpPr>
          <p:nvPr/>
        </p:nvCxnSpPr>
        <p:spPr>
          <a:xfrm>
            <a:off x="4149225" y="4926874"/>
            <a:ext cx="446325"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7" name="文本框 116">
            <a:extLst>
              <a:ext uri="{FF2B5EF4-FFF2-40B4-BE49-F238E27FC236}">
                <a16:creationId xmlns:a16="http://schemas.microsoft.com/office/drawing/2014/main" id="{BEFAE33A-7799-4935-A449-E9A5E562340F}"/>
              </a:ext>
            </a:extLst>
          </p:cNvPr>
          <p:cNvSpPr txBox="1"/>
          <p:nvPr/>
        </p:nvSpPr>
        <p:spPr>
          <a:xfrm>
            <a:off x="8265012" y="1338282"/>
            <a:ext cx="142668" cy="307777"/>
          </a:xfrm>
          <a:prstGeom prst="rect">
            <a:avLst/>
          </a:prstGeom>
          <a:noFill/>
        </p:spPr>
        <p:txBody>
          <a:bodyPr wrap="none" lIns="0" tIns="0" rIns="0" bIns="0"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118" name="文本框 117">
            <a:extLst>
              <a:ext uri="{FF2B5EF4-FFF2-40B4-BE49-F238E27FC236}">
                <a16:creationId xmlns:a16="http://schemas.microsoft.com/office/drawing/2014/main" id="{8C7DE96C-B7C3-4196-AFB8-A5467DE63BE1}"/>
              </a:ext>
            </a:extLst>
          </p:cNvPr>
          <p:cNvSpPr txBox="1"/>
          <p:nvPr/>
        </p:nvSpPr>
        <p:spPr>
          <a:xfrm>
            <a:off x="11474282" y="1538563"/>
            <a:ext cx="184346" cy="369332"/>
          </a:xfrm>
          <a:prstGeom prst="rect">
            <a:avLst/>
          </a:prstGeom>
          <a:noFill/>
        </p:spPr>
        <p:txBody>
          <a:bodyPr wrap="none" lIns="0" tIns="0" rIns="0" bIns="0" rtlCol="0" anchor="ctr" anchorCtr="1">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D</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cxnSp>
        <p:nvCxnSpPr>
          <p:cNvPr id="119" name="直接连接符 118">
            <a:extLst>
              <a:ext uri="{FF2B5EF4-FFF2-40B4-BE49-F238E27FC236}">
                <a16:creationId xmlns:a16="http://schemas.microsoft.com/office/drawing/2014/main" id="{1F88C676-E466-4374-95F2-AE467447381B}"/>
              </a:ext>
            </a:extLst>
          </p:cNvPr>
          <p:cNvCxnSpPr>
            <a:cxnSpLocks/>
          </p:cNvCxnSpPr>
          <p:nvPr/>
        </p:nvCxnSpPr>
        <p:spPr>
          <a:xfrm>
            <a:off x="2686954" y="3460884"/>
            <a:ext cx="420569"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0" name="文本框 119">
            <a:extLst>
              <a:ext uri="{FF2B5EF4-FFF2-40B4-BE49-F238E27FC236}">
                <a16:creationId xmlns:a16="http://schemas.microsoft.com/office/drawing/2014/main" id="{0B8F3F14-D579-49EB-9A18-16EA54657AFF}"/>
              </a:ext>
            </a:extLst>
          </p:cNvPr>
          <p:cNvSpPr txBox="1"/>
          <p:nvPr/>
        </p:nvSpPr>
        <p:spPr>
          <a:xfrm>
            <a:off x="7337291" y="1041859"/>
            <a:ext cx="153888" cy="307777"/>
          </a:xfrm>
          <a:prstGeom prst="rect">
            <a:avLst/>
          </a:prstGeom>
          <a:noFill/>
        </p:spPr>
        <p:txBody>
          <a:bodyPr wrap="none" lIns="0" tIns="0" rIns="0" bIns="0" rtlCol="0">
            <a:spAutoFit/>
          </a:bodyPr>
          <a:lstStyle/>
          <a:p>
            <a:r>
              <a:rPr lang="en-US" altLang="zh-CN" sz="2000" b="1" dirty="0">
                <a:solidFill>
                  <a:srgbClr val="400BB5"/>
                </a:solidFill>
                <a:latin typeface="Courier New" panose="02070309020205020404" pitchFamily="49" charset="0"/>
                <a:cs typeface="Courier New" panose="02070309020205020404" pitchFamily="49" charset="0"/>
              </a:rPr>
              <a:t>0</a:t>
            </a:r>
            <a:endParaRPr lang="zh-CN" altLang="en-US" sz="2000" b="1" dirty="0">
              <a:solidFill>
                <a:srgbClr val="400BB5"/>
              </a:solidFill>
              <a:latin typeface="Courier New" panose="02070309020205020404" pitchFamily="49" charset="0"/>
              <a:cs typeface="Courier New" panose="02070309020205020404" pitchFamily="49" charset="0"/>
            </a:endParaRPr>
          </a:p>
        </p:txBody>
      </p:sp>
      <p:sp>
        <p:nvSpPr>
          <p:cNvPr id="121" name="文本框 120">
            <a:extLst>
              <a:ext uri="{FF2B5EF4-FFF2-40B4-BE49-F238E27FC236}">
                <a16:creationId xmlns:a16="http://schemas.microsoft.com/office/drawing/2014/main" id="{88D499F2-1EB9-4208-88EE-CDBB1E9C9E06}"/>
              </a:ext>
            </a:extLst>
          </p:cNvPr>
          <p:cNvSpPr txBox="1"/>
          <p:nvPr/>
        </p:nvSpPr>
        <p:spPr>
          <a:xfrm>
            <a:off x="7652341" y="1033668"/>
            <a:ext cx="153888" cy="307777"/>
          </a:xfrm>
          <a:prstGeom prst="rect">
            <a:avLst/>
          </a:prstGeom>
          <a:noFill/>
        </p:spPr>
        <p:txBody>
          <a:bodyPr wrap="none" lIns="0" tIns="0" rIns="0" bIns="0" rtlCol="0">
            <a:spAutoFit/>
          </a:bodyPr>
          <a:lstStyle/>
          <a:p>
            <a:r>
              <a:rPr lang="en-US" altLang="zh-CN" sz="2000" b="1" dirty="0">
                <a:solidFill>
                  <a:srgbClr val="400BB5"/>
                </a:solidFill>
                <a:latin typeface="Courier New" panose="02070309020205020404" pitchFamily="49" charset="0"/>
                <a:cs typeface="Courier New" panose="02070309020205020404" pitchFamily="49" charset="0"/>
              </a:rPr>
              <a:t>1</a:t>
            </a:r>
            <a:endParaRPr lang="zh-CN" altLang="en-US" sz="2000" b="1" dirty="0">
              <a:solidFill>
                <a:srgbClr val="400BB5"/>
              </a:solidFill>
              <a:latin typeface="Courier New" panose="02070309020205020404" pitchFamily="49" charset="0"/>
              <a:cs typeface="Courier New" panose="02070309020205020404" pitchFamily="49" charset="0"/>
            </a:endParaRPr>
          </a:p>
        </p:txBody>
      </p:sp>
      <p:sp>
        <p:nvSpPr>
          <p:cNvPr id="122" name="文本框 121">
            <a:extLst>
              <a:ext uri="{FF2B5EF4-FFF2-40B4-BE49-F238E27FC236}">
                <a16:creationId xmlns:a16="http://schemas.microsoft.com/office/drawing/2014/main" id="{F8DCC28D-D18B-45D6-A15E-99C637961592}"/>
              </a:ext>
            </a:extLst>
          </p:cNvPr>
          <p:cNvSpPr txBox="1"/>
          <p:nvPr/>
        </p:nvSpPr>
        <p:spPr>
          <a:xfrm>
            <a:off x="7640142" y="1341351"/>
            <a:ext cx="142668" cy="307777"/>
          </a:xfrm>
          <a:prstGeom prst="rect">
            <a:avLst/>
          </a:prstGeom>
          <a:noFill/>
        </p:spPr>
        <p:txBody>
          <a:bodyPr wrap="none" lIns="0" tIns="0" rIns="0" bIns="0"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123" name="文本框 122">
            <a:extLst>
              <a:ext uri="{FF2B5EF4-FFF2-40B4-BE49-F238E27FC236}">
                <a16:creationId xmlns:a16="http://schemas.microsoft.com/office/drawing/2014/main" id="{E5F56FFB-593A-4F4D-BFCC-B09E755837DF}"/>
              </a:ext>
            </a:extLst>
          </p:cNvPr>
          <p:cNvSpPr txBox="1"/>
          <p:nvPr/>
        </p:nvSpPr>
        <p:spPr>
          <a:xfrm>
            <a:off x="9657024" y="1385257"/>
            <a:ext cx="184346" cy="369332"/>
          </a:xfrm>
          <a:prstGeom prst="rect">
            <a:avLst/>
          </a:prstGeom>
          <a:noFill/>
        </p:spPr>
        <p:txBody>
          <a:bodyPr wrap="none" lIns="0" tIns="0" rIns="0" bIns="0" rtlCol="0" anchor="ctr" anchorCtr="1">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B</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sp>
        <p:nvSpPr>
          <p:cNvPr id="124" name="文本框 123">
            <a:extLst>
              <a:ext uri="{FF2B5EF4-FFF2-40B4-BE49-F238E27FC236}">
                <a16:creationId xmlns:a16="http://schemas.microsoft.com/office/drawing/2014/main" id="{186D4C98-220B-43F9-9B1A-1E696C2F0019}"/>
              </a:ext>
            </a:extLst>
          </p:cNvPr>
          <p:cNvSpPr txBox="1"/>
          <p:nvPr/>
        </p:nvSpPr>
        <p:spPr>
          <a:xfrm>
            <a:off x="7946707" y="1036111"/>
            <a:ext cx="153888" cy="307777"/>
          </a:xfrm>
          <a:prstGeom prst="rect">
            <a:avLst/>
          </a:prstGeom>
          <a:noFill/>
        </p:spPr>
        <p:txBody>
          <a:bodyPr wrap="none" lIns="0" tIns="0" rIns="0" bIns="0" rtlCol="0">
            <a:spAutoFit/>
          </a:bodyPr>
          <a:lstStyle/>
          <a:p>
            <a:r>
              <a:rPr lang="en-US" altLang="zh-CN" sz="2000" b="1" dirty="0">
                <a:solidFill>
                  <a:srgbClr val="400BB5"/>
                </a:solidFill>
                <a:latin typeface="Courier New" panose="02070309020205020404" pitchFamily="49" charset="0"/>
                <a:cs typeface="Courier New" panose="02070309020205020404" pitchFamily="49" charset="0"/>
              </a:rPr>
              <a:t>2</a:t>
            </a:r>
            <a:endParaRPr lang="zh-CN" altLang="en-US" sz="2000" b="1" dirty="0">
              <a:solidFill>
                <a:srgbClr val="400BB5"/>
              </a:solidFill>
              <a:latin typeface="Courier New" panose="02070309020205020404" pitchFamily="49" charset="0"/>
              <a:cs typeface="Courier New" panose="02070309020205020404" pitchFamily="49" charset="0"/>
            </a:endParaRPr>
          </a:p>
        </p:txBody>
      </p:sp>
      <p:sp>
        <p:nvSpPr>
          <p:cNvPr id="125" name="文本框 124">
            <a:extLst>
              <a:ext uri="{FF2B5EF4-FFF2-40B4-BE49-F238E27FC236}">
                <a16:creationId xmlns:a16="http://schemas.microsoft.com/office/drawing/2014/main" id="{6E9F1692-EA81-4F83-8F2D-DEDC6BDE5B44}"/>
              </a:ext>
            </a:extLst>
          </p:cNvPr>
          <p:cNvSpPr txBox="1"/>
          <p:nvPr/>
        </p:nvSpPr>
        <p:spPr>
          <a:xfrm>
            <a:off x="8249243" y="1033170"/>
            <a:ext cx="153888" cy="307777"/>
          </a:xfrm>
          <a:prstGeom prst="rect">
            <a:avLst/>
          </a:prstGeom>
          <a:noFill/>
        </p:spPr>
        <p:txBody>
          <a:bodyPr wrap="none" lIns="0" tIns="0" rIns="0" bIns="0" rtlCol="0">
            <a:spAutoFit/>
          </a:bodyPr>
          <a:lstStyle/>
          <a:p>
            <a:r>
              <a:rPr lang="en-US" altLang="zh-CN" sz="2000" b="1" dirty="0">
                <a:solidFill>
                  <a:srgbClr val="400BB5"/>
                </a:solidFill>
                <a:latin typeface="Courier New" panose="02070309020205020404" pitchFamily="49" charset="0"/>
                <a:cs typeface="Courier New" panose="02070309020205020404" pitchFamily="49" charset="0"/>
              </a:rPr>
              <a:t>3</a:t>
            </a:r>
            <a:endParaRPr lang="zh-CN" altLang="en-US" sz="2000" b="1" dirty="0">
              <a:solidFill>
                <a:srgbClr val="400BB5"/>
              </a:solidFill>
              <a:latin typeface="Courier New" panose="02070309020205020404" pitchFamily="49" charset="0"/>
              <a:cs typeface="Courier New" panose="02070309020205020404" pitchFamily="49" charset="0"/>
            </a:endParaRPr>
          </a:p>
        </p:txBody>
      </p:sp>
      <p:sp>
        <p:nvSpPr>
          <p:cNvPr id="126" name="文本框 125">
            <a:extLst>
              <a:ext uri="{FF2B5EF4-FFF2-40B4-BE49-F238E27FC236}">
                <a16:creationId xmlns:a16="http://schemas.microsoft.com/office/drawing/2014/main" id="{5A88EA4C-FB56-439E-B09D-018089B7E5D6}"/>
              </a:ext>
            </a:extLst>
          </p:cNvPr>
          <p:cNvSpPr txBox="1"/>
          <p:nvPr/>
        </p:nvSpPr>
        <p:spPr>
          <a:xfrm>
            <a:off x="8561699" y="1037225"/>
            <a:ext cx="153888" cy="307777"/>
          </a:xfrm>
          <a:prstGeom prst="rect">
            <a:avLst/>
          </a:prstGeom>
          <a:noFill/>
        </p:spPr>
        <p:txBody>
          <a:bodyPr wrap="none" lIns="0" tIns="0" rIns="0" bIns="0" rtlCol="0">
            <a:spAutoFit/>
          </a:bodyPr>
          <a:lstStyle/>
          <a:p>
            <a:r>
              <a:rPr lang="en-US" altLang="zh-CN" sz="2000" b="1" dirty="0">
                <a:solidFill>
                  <a:srgbClr val="400BB5"/>
                </a:solidFill>
                <a:latin typeface="Courier New" panose="02070309020205020404" pitchFamily="49" charset="0"/>
                <a:cs typeface="Courier New" panose="02070309020205020404" pitchFamily="49" charset="0"/>
              </a:rPr>
              <a:t>4</a:t>
            </a:r>
            <a:endParaRPr lang="zh-CN" altLang="en-US" sz="2000" b="1" dirty="0">
              <a:solidFill>
                <a:srgbClr val="400BB5"/>
              </a:solidFill>
              <a:latin typeface="Courier New" panose="02070309020205020404" pitchFamily="49" charset="0"/>
              <a:cs typeface="Courier New" panose="02070309020205020404" pitchFamily="49" charset="0"/>
            </a:endParaRPr>
          </a:p>
        </p:txBody>
      </p:sp>
      <p:sp>
        <p:nvSpPr>
          <p:cNvPr id="127" name="文本框 126">
            <a:extLst>
              <a:ext uri="{FF2B5EF4-FFF2-40B4-BE49-F238E27FC236}">
                <a16:creationId xmlns:a16="http://schemas.microsoft.com/office/drawing/2014/main" id="{FAEE8005-AC3B-4CBB-B229-EB3B9341340C}"/>
              </a:ext>
            </a:extLst>
          </p:cNvPr>
          <p:cNvSpPr txBox="1"/>
          <p:nvPr/>
        </p:nvSpPr>
        <p:spPr>
          <a:xfrm>
            <a:off x="8567265" y="1334397"/>
            <a:ext cx="142668" cy="307777"/>
          </a:xfrm>
          <a:prstGeom prst="rect">
            <a:avLst/>
          </a:prstGeom>
          <a:noFill/>
        </p:spPr>
        <p:txBody>
          <a:bodyPr wrap="none" lIns="0" tIns="0" rIns="0" bIns="0"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128" name="文本框 127">
            <a:extLst>
              <a:ext uri="{FF2B5EF4-FFF2-40B4-BE49-F238E27FC236}">
                <a16:creationId xmlns:a16="http://schemas.microsoft.com/office/drawing/2014/main" id="{6A5E3B02-686D-43D0-BBE4-6E0A5BD19F14}"/>
              </a:ext>
            </a:extLst>
          </p:cNvPr>
          <p:cNvSpPr txBox="1"/>
          <p:nvPr/>
        </p:nvSpPr>
        <p:spPr>
          <a:xfrm>
            <a:off x="11447541" y="588377"/>
            <a:ext cx="184346" cy="369332"/>
          </a:xfrm>
          <a:prstGeom prst="rect">
            <a:avLst/>
          </a:prstGeom>
          <a:noFill/>
        </p:spPr>
        <p:txBody>
          <a:bodyPr wrap="none" lIns="0" tIns="0" rIns="0" bIns="0" rtlCol="0" anchor="ctr" anchorCtr="1">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E</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sp>
        <p:nvSpPr>
          <p:cNvPr id="129" name="文本框 128">
            <a:extLst>
              <a:ext uri="{FF2B5EF4-FFF2-40B4-BE49-F238E27FC236}">
                <a16:creationId xmlns:a16="http://schemas.microsoft.com/office/drawing/2014/main" id="{EBBB0EFB-340C-4044-A62A-6B555994E472}"/>
              </a:ext>
            </a:extLst>
          </p:cNvPr>
          <p:cNvSpPr txBox="1"/>
          <p:nvPr/>
        </p:nvSpPr>
        <p:spPr>
          <a:xfrm>
            <a:off x="8862705" y="1033668"/>
            <a:ext cx="153888" cy="307777"/>
          </a:xfrm>
          <a:prstGeom prst="rect">
            <a:avLst/>
          </a:prstGeom>
          <a:noFill/>
        </p:spPr>
        <p:txBody>
          <a:bodyPr wrap="none" lIns="0" tIns="0" rIns="0" bIns="0" rtlCol="0">
            <a:spAutoFit/>
          </a:bodyPr>
          <a:lstStyle/>
          <a:p>
            <a:r>
              <a:rPr lang="en-US" altLang="zh-CN" sz="2000" b="1" dirty="0">
                <a:solidFill>
                  <a:srgbClr val="400BB5"/>
                </a:solidFill>
                <a:latin typeface="Courier New" panose="02070309020205020404" pitchFamily="49" charset="0"/>
                <a:cs typeface="Courier New" panose="02070309020205020404" pitchFamily="49" charset="0"/>
              </a:rPr>
              <a:t>5</a:t>
            </a:r>
            <a:endParaRPr lang="zh-CN" altLang="en-US" sz="2000" b="1" dirty="0">
              <a:solidFill>
                <a:srgbClr val="400BB5"/>
              </a:solidFill>
              <a:latin typeface="Courier New" panose="02070309020205020404" pitchFamily="49" charset="0"/>
              <a:cs typeface="Courier New" panose="02070309020205020404" pitchFamily="49" charset="0"/>
            </a:endParaRPr>
          </a:p>
        </p:txBody>
      </p:sp>
      <p:cxnSp>
        <p:nvCxnSpPr>
          <p:cNvPr id="130" name="直接连接符 129">
            <a:extLst>
              <a:ext uri="{FF2B5EF4-FFF2-40B4-BE49-F238E27FC236}">
                <a16:creationId xmlns:a16="http://schemas.microsoft.com/office/drawing/2014/main" id="{3D83080C-8DB7-442B-80C4-C5200448E77C}"/>
              </a:ext>
            </a:extLst>
          </p:cNvPr>
          <p:cNvCxnSpPr>
            <a:cxnSpLocks/>
          </p:cNvCxnSpPr>
          <p:nvPr/>
        </p:nvCxnSpPr>
        <p:spPr>
          <a:xfrm flipV="1">
            <a:off x="1783578" y="3460884"/>
            <a:ext cx="710766" cy="10474"/>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3" name="文本框 132">
            <a:extLst>
              <a:ext uri="{FF2B5EF4-FFF2-40B4-BE49-F238E27FC236}">
                <a16:creationId xmlns:a16="http://schemas.microsoft.com/office/drawing/2014/main" id="{640D02FE-32EB-449F-AA03-56E0CC6D1945}"/>
              </a:ext>
            </a:extLst>
          </p:cNvPr>
          <p:cNvSpPr txBox="1"/>
          <p:nvPr/>
        </p:nvSpPr>
        <p:spPr>
          <a:xfrm>
            <a:off x="8913954" y="4295037"/>
            <a:ext cx="3021722" cy="1741118"/>
          </a:xfrm>
          <a:prstGeom prst="rect">
            <a:avLst/>
          </a:prstGeom>
          <a:noFill/>
        </p:spPr>
        <p:txBody>
          <a:bodyPr wrap="square" rtlCol="0">
            <a:spAutoFit/>
          </a:bodyPr>
          <a:lstStyle/>
          <a:p>
            <a:pPr>
              <a:lnSpc>
                <a:spcPct val="114000"/>
              </a:lnSpc>
            </a:pPr>
            <a:r>
              <a:rPr lang="zh-CN" altLang="en-US" sz="1600" b="1" u="sng" dirty="0">
                <a:solidFill>
                  <a:srgbClr val="C00000"/>
                </a:solidFill>
                <a:effectLst>
                  <a:outerShdw blurRad="38100" dist="38100" dir="2700000" algn="tl">
                    <a:srgbClr val="000000">
                      <a:alpha val="43137"/>
                    </a:srgbClr>
                  </a:outerShdw>
                </a:effectLst>
                <a:latin typeface="+mn-ea"/>
              </a:rPr>
              <a:t>思考题</a:t>
            </a:r>
            <a:r>
              <a:rPr lang="zh-CN" altLang="en-US" sz="1600" b="1" dirty="0">
                <a:effectLst>
                  <a:outerShdw blurRad="38100" dist="38100" dir="2700000" algn="tl">
                    <a:srgbClr val="000000">
                      <a:alpha val="43137"/>
                    </a:srgbClr>
                  </a:outerShdw>
                </a:effectLst>
                <a:latin typeface="+mn-ea"/>
              </a:rPr>
              <a:t>：</a:t>
            </a:r>
            <a:endParaRPr lang="en-US" altLang="zh-CN" sz="1600" b="1" dirty="0">
              <a:effectLst>
                <a:outerShdw blurRad="38100" dist="38100" dir="2700000" algn="tl">
                  <a:srgbClr val="000000">
                    <a:alpha val="43137"/>
                  </a:srgbClr>
                </a:outerShdw>
              </a:effectLst>
              <a:latin typeface="+mn-ea"/>
            </a:endParaRPr>
          </a:p>
          <a:p>
            <a:pPr>
              <a:lnSpc>
                <a:spcPct val="114000"/>
              </a:lnSpc>
            </a:pPr>
            <a:r>
              <a:rPr lang="zh-CN" altLang="en-US" sz="1600" b="1" dirty="0">
                <a:latin typeface="宋体" panose="02010600030101010101" pitchFamily="2" charset="-122"/>
                <a:ea typeface="宋体" panose="02010600030101010101" pitchFamily="2" charset="-122"/>
              </a:rPr>
              <a:t>（</a:t>
            </a:r>
            <a:r>
              <a:rPr lang="en-US" altLang="zh-CN" sz="1600" b="1" dirty="0">
                <a:latin typeface="宋体" panose="02010600030101010101" pitchFamily="2" charset="-122"/>
                <a:ea typeface="宋体" panose="02010600030101010101" pitchFamily="2" charset="-122"/>
              </a:rPr>
              <a:t>1</a:t>
            </a:r>
            <a:r>
              <a:rPr lang="zh-CN" altLang="en-US" sz="1600" b="1" dirty="0">
                <a:latin typeface="宋体" panose="02010600030101010101" pitchFamily="2" charset="-122"/>
                <a:ea typeface="宋体" panose="02010600030101010101" pitchFamily="2" charset="-122"/>
              </a:rPr>
              <a:t>）为什么没用递归算法实现广度优先遍历？能不能？</a:t>
            </a:r>
            <a:endParaRPr lang="en-US" altLang="zh-CN" sz="1600" b="1" dirty="0">
              <a:latin typeface="宋体" panose="02010600030101010101" pitchFamily="2" charset="-122"/>
              <a:ea typeface="宋体" panose="02010600030101010101" pitchFamily="2" charset="-122"/>
            </a:endParaRPr>
          </a:p>
          <a:p>
            <a:pPr>
              <a:lnSpc>
                <a:spcPct val="114000"/>
              </a:lnSpc>
            </a:pPr>
            <a:r>
              <a:rPr lang="zh-CN" altLang="en-US" sz="1600" b="1" dirty="0">
                <a:latin typeface="宋体" panose="02010600030101010101" pitchFamily="2" charset="-122"/>
                <a:ea typeface="宋体" panose="02010600030101010101" pitchFamily="2" charset="-122"/>
              </a:rPr>
              <a:t>（</a:t>
            </a:r>
            <a:r>
              <a:rPr lang="en-US" altLang="zh-CN" sz="1600" b="1" dirty="0">
                <a:latin typeface="宋体" panose="02010600030101010101" pitchFamily="2" charset="-122"/>
                <a:ea typeface="宋体" panose="02010600030101010101" pitchFamily="2" charset="-122"/>
              </a:rPr>
              <a:t>2</a:t>
            </a:r>
            <a:r>
              <a:rPr lang="zh-CN" altLang="en-US" sz="1600" b="1" dirty="0">
                <a:latin typeface="宋体" panose="02010600030101010101" pitchFamily="2" charset="-122"/>
                <a:ea typeface="宋体" panose="02010600030101010101" pitchFamily="2" charset="-122"/>
              </a:rPr>
              <a:t>）如果把辅助队列换成</a:t>
            </a:r>
            <a:r>
              <a:rPr lang="zh-CN" altLang="en-US" sz="16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栈</a:t>
            </a:r>
            <a:r>
              <a:rPr lang="zh-CN" altLang="en-US" sz="1600" b="1" dirty="0">
                <a:latin typeface="宋体" panose="02010600030101010101" pitchFamily="2" charset="-122"/>
                <a:ea typeface="宋体" panose="02010600030101010101" pitchFamily="2" charset="-122"/>
              </a:rPr>
              <a:t>，还是图的遍历算法吗？如果是，那属于一种什么搜索策略呢？</a:t>
            </a:r>
            <a:endParaRPr lang="en-US" altLang="zh-CN" sz="1600" b="1" dirty="0">
              <a:latin typeface="宋体" panose="02010600030101010101" pitchFamily="2" charset="-122"/>
              <a:ea typeface="宋体" panose="02010600030101010101" pitchFamily="2" charset="-122"/>
            </a:endParaRPr>
          </a:p>
        </p:txBody>
      </p:sp>
      <p:sp>
        <p:nvSpPr>
          <p:cNvPr id="84" name="文本框 83">
            <a:extLst>
              <a:ext uri="{FF2B5EF4-FFF2-40B4-BE49-F238E27FC236}">
                <a16:creationId xmlns:a16="http://schemas.microsoft.com/office/drawing/2014/main" id="{C0929857-A085-4E30-A9CA-B4EADBF97249}"/>
              </a:ext>
            </a:extLst>
          </p:cNvPr>
          <p:cNvSpPr txBox="1"/>
          <p:nvPr/>
        </p:nvSpPr>
        <p:spPr>
          <a:xfrm>
            <a:off x="11566322" y="2333053"/>
            <a:ext cx="369012" cy="461665"/>
          </a:xfrm>
          <a:prstGeom prst="rect">
            <a:avLst/>
          </a:prstGeom>
          <a:noFill/>
        </p:spPr>
        <p:txBody>
          <a:bodyPr wrap="none" rtlCol="0">
            <a:spAutoFit/>
          </a:bodyPr>
          <a:lstStyle/>
          <a:p>
            <a:r>
              <a:rPr lang="en-US" altLang="zh-CN" sz="2400" b="1" dirty="0">
                <a:solidFill>
                  <a:schemeClr val="accent5">
                    <a:lumMod val="50000"/>
                  </a:schemeClr>
                </a:solidFill>
                <a:latin typeface="Courier New" panose="02070309020205020404" pitchFamily="49" charset="0"/>
                <a:cs typeface="Courier New" panose="02070309020205020404" pitchFamily="49" charset="0"/>
              </a:rPr>
              <a:t>E</a:t>
            </a:r>
            <a:endParaRPr lang="zh-CN" altLang="en-US" sz="2400" b="1" dirty="0">
              <a:solidFill>
                <a:schemeClr val="accent5">
                  <a:lumMod val="50000"/>
                </a:schemeClr>
              </a:solidFill>
              <a:latin typeface="Courier New" panose="02070309020205020404" pitchFamily="49" charset="0"/>
              <a:cs typeface="Courier New" panose="02070309020205020404" pitchFamily="49" charset="0"/>
            </a:endParaRPr>
          </a:p>
        </p:txBody>
      </p:sp>
      <p:cxnSp>
        <p:nvCxnSpPr>
          <p:cNvPr id="30" name="直接连接符 29">
            <a:extLst>
              <a:ext uri="{FF2B5EF4-FFF2-40B4-BE49-F238E27FC236}">
                <a16:creationId xmlns:a16="http://schemas.microsoft.com/office/drawing/2014/main" id="{F55D9F5E-A2BB-9B0A-148A-E6FAE04DC09F}"/>
              </a:ext>
            </a:extLst>
          </p:cNvPr>
          <p:cNvCxnSpPr>
            <a:cxnSpLocks/>
          </p:cNvCxnSpPr>
          <p:nvPr/>
        </p:nvCxnSpPr>
        <p:spPr>
          <a:xfrm>
            <a:off x="1300848" y="4703824"/>
            <a:ext cx="1806675"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7FADBD2C-18BB-71F8-C973-02E4A9F155C2}"/>
              </a:ext>
            </a:extLst>
          </p:cNvPr>
          <p:cNvCxnSpPr>
            <a:cxnSpLocks/>
          </p:cNvCxnSpPr>
          <p:nvPr/>
        </p:nvCxnSpPr>
        <p:spPr>
          <a:xfrm>
            <a:off x="636181" y="6489186"/>
            <a:ext cx="1497419"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305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wipe(left)">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bg/>
                                          </p:spTgt>
                                        </p:tgtEl>
                                        <p:attrNameLst>
                                          <p:attrName>style.visibility</p:attrName>
                                        </p:attrNameLst>
                                      </p:cBhvr>
                                      <p:to>
                                        <p:strVal val="visible"/>
                                      </p:to>
                                    </p:set>
                                    <p:animEffect transition="in" filter="fade">
                                      <p:cBhvr>
                                        <p:cTn id="12" dur="1000"/>
                                        <p:tgtEl>
                                          <p:spTgt spid="5">
                                            <p:bg/>
                                          </p:spTgt>
                                        </p:tgtEl>
                                      </p:cBhvr>
                                    </p:animEffect>
                                    <p:anim calcmode="lin" valueType="num">
                                      <p:cBhvr>
                                        <p:cTn id="13" dur="1000" fill="hold"/>
                                        <p:tgtEl>
                                          <p:spTgt spid="5">
                                            <p:bg/>
                                          </p:spTgt>
                                        </p:tgtEl>
                                        <p:attrNameLst>
                                          <p:attrName>ppt_x</p:attrName>
                                        </p:attrNameLst>
                                      </p:cBhvr>
                                      <p:tavLst>
                                        <p:tav tm="0">
                                          <p:val>
                                            <p:strVal val="#ppt_x"/>
                                          </p:val>
                                        </p:tav>
                                        <p:tav tm="100000">
                                          <p:val>
                                            <p:strVal val="#ppt_x"/>
                                          </p:val>
                                        </p:tav>
                                      </p:tavLst>
                                    </p:anim>
                                    <p:anim calcmode="lin" valueType="num">
                                      <p:cBhvr>
                                        <p:cTn id="14" dur="1000" fill="hold"/>
                                        <p:tgtEl>
                                          <p:spTgt spid="5">
                                            <p:bg/>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1000"/>
                                        <p:tgtEl>
                                          <p:spTgt spid="5">
                                            <p:txEl>
                                              <p:pRg st="0" end="0"/>
                                            </p:txEl>
                                          </p:spTgt>
                                        </p:tgtEl>
                                      </p:cBhvr>
                                    </p:animEffect>
                                    <p:anim calcmode="lin" valueType="num">
                                      <p:cBhvr>
                                        <p:cTn id="1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fade">
                                      <p:cBhvr>
                                        <p:cTn id="22" dur="1000"/>
                                        <p:tgtEl>
                                          <p:spTgt spid="5">
                                            <p:txEl>
                                              <p:pRg st="1" end="1"/>
                                            </p:txEl>
                                          </p:spTgt>
                                        </p:tgtEl>
                                      </p:cBhvr>
                                    </p:animEffect>
                                    <p:anim calcmode="lin" valueType="num">
                                      <p:cBhvr>
                                        <p:cTn id="2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1000"/>
                                        <p:tgtEl>
                                          <p:spTgt spid="5">
                                            <p:txEl>
                                              <p:pRg st="2" end="2"/>
                                            </p:txEl>
                                          </p:spTgt>
                                        </p:tgtEl>
                                      </p:cBhvr>
                                    </p:animEffect>
                                    <p:anim calcmode="lin" valueType="num">
                                      <p:cBhvr>
                                        <p:cTn id="2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fade">
                                      <p:cBhvr>
                                        <p:cTn id="32" dur="1000"/>
                                        <p:tgtEl>
                                          <p:spTgt spid="5">
                                            <p:txEl>
                                              <p:pRg st="3" end="3"/>
                                            </p:txEl>
                                          </p:spTgt>
                                        </p:tgtEl>
                                      </p:cBhvr>
                                    </p:animEffect>
                                    <p:anim calcmode="lin" valueType="num">
                                      <p:cBhvr>
                                        <p:cTn id="3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fade">
                                      <p:cBhvr>
                                        <p:cTn id="37" dur="1000"/>
                                        <p:tgtEl>
                                          <p:spTgt spid="5">
                                            <p:txEl>
                                              <p:pRg st="4" end="4"/>
                                            </p:txEl>
                                          </p:spTgt>
                                        </p:tgtEl>
                                      </p:cBhvr>
                                    </p:animEffect>
                                    <p:anim calcmode="lin" valueType="num">
                                      <p:cBhvr>
                                        <p:cTn id="3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fade">
                                      <p:cBhvr>
                                        <p:cTn id="42" dur="1000"/>
                                        <p:tgtEl>
                                          <p:spTgt spid="5">
                                            <p:txEl>
                                              <p:pRg st="5" end="5"/>
                                            </p:txEl>
                                          </p:spTgt>
                                        </p:tgtEl>
                                      </p:cBhvr>
                                    </p:animEffect>
                                    <p:anim calcmode="lin" valueType="num">
                                      <p:cBhvr>
                                        <p:cTn id="4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5">
                                            <p:txEl>
                                              <p:pRg st="6" end="6"/>
                                            </p:txEl>
                                          </p:spTgt>
                                        </p:tgtEl>
                                        <p:attrNameLst>
                                          <p:attrName>style.visibility</p:attrName>
                                        </p:attrNameLst>
                                      </p:cBhvr>
                                      <p:to>
                                        <p:strVal val="visible"/>
                                      </p:to>
                                    </p:set>
                                    <p:animEffect transition="in" filter="fade">
                                      <p:cBhvr>
                                        <p:cTn id="47" dur="1000"/>
                                        <p:tgtEl>
                                          <p:spTgt spid="5">
                                            <p:txEl>
                                              <p:pRg st="6" end="6"/>
                                            </p:txEl>
                                          </p:spTgt>
                                        </p:tgtEl>
                                      </p:cBhvr>
                                    </p:animEffect>
                                    <p:anim calcmode="lin" valueType="num">
                                      <p:cBhvr>
                                        <p:cTn id="4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5">
                                            <p:txEl>
                                              <p:pRg st="7" end="7"/>
                                            </p:txEl>
                                          </p:spTgt>
                                        </p:tgtEl>
                                        <p:attrNameLst>
                                          <p:attrName>style.visibility</p:attrName>
                                        </p:attrNameLst>
                                      </p:cBhvr>
                                      <p:to>
                                        <p:strVal val="visible"/>
                                      </p:to>
                                    </p:set>
                                    <p:animEffect transition="in" filter="fade">
                                      <p:cBhvr>
                                        <p:cTn id="52" dur="1000"/>
                                        <p:tgtEl>
                                          <p:spTgt spid="5">
                                            <p:txEl>
                                              <p:pRg st="7" end="7"/>
                                            </p:txEl>
                                          </p:spTgt>
                                        </p:tgtEl>
                                      </p:cBhvr>
                                    </p:animEffect>
                                    <p:anim calcmode="lin" valueType="num">
                                      <p:cBhvr>
                                        <p:cTn id="5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5">
                                            <p:txEl>
                                              <p:pRg st="7" end="7"/>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5">
                                            <p:txEl>
                                              <p:pRg st="8" end="8"/>
                                            </p:txEl>
                                          </p:spTgt>
                                        </p:tgtEl>
                                        <p:attrNameLst>
                                          <p:attrName>style.visibility</p:attrName>
                                        </p:attrNameLst>
                                      </p:cBhvr>
                                      <p:to>
                                        <p:strVal val="visible"/>
                                      </p:to>
                                    </p:set>
                                    <p:animEffect transition="in" filter="fade">
                                      <p:cBhvr>
                                        <p:cTn id="57" dur="1000"/>
                                        <p:tgtEl>
                                          <p:spTgt spid="5">
                                            <p:txEl>
                                              <p:pRg st="8" end="8"/>
                                            </p:txEl>
                                          </p:spTgt>
                                        </p:tgtEl>
                                      </p:cBhvr>
                                    </p:animEffect>
                                    <p:anim calcmode="lin" valueType="num">
                                      <p:cBhvr>
                                        <p:cTn id="58"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59" dur="1000" fill="hold"/>
                                        <p:tgtEl>
                                          <p:spTgt spid="5">
                                            <p:txEl>
                                              <p:pRg st="8" end="8"/>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5">
                                            <p:txEl>
                                              <p:pRg st="9" end="9"/>
                                            </p:txEl>
                                          </p:spTgt>
                                        </p:tgtEl>
                                        <p:attrNameLst>
                                          <p:attrName>style.visibility</p:attrName>
                                        </p:attrNameLst>
                                      </p:cBhvr>
                                      <p:to>
                                        <p:strVal val="visible"/>
                                      </p:to>
                                    </p:set>
                                    <p:animEffect transition="in" filter="fade">
                                      <p:cBhvr>
                                        <p:cTn id="62" dur="1000"/>
                                        <p:tgtEl>
                                          <p:spTgt spid="5">
                                            <p:txEl>
                                              <p:pRg st="9" end="9"/>
                                            </p:txEl>
                                          </p:spTgt>
                                        </p:tgtEl>
                                      </p:cBhvr>
                                    </p:animEffect>
                                    <p:anim calcmode="lin" valueType="num">
                                      <p:cBhvr>
                                        <p:cTn id="63"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64" dur="1000" fill="hold"/>
                                        <p:tgtEl>
                                          <p:spTgt spid="5">
                                            <p:txEl>
                                              <p:pRg st="9" end="9"/>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animEffect transition="in" filter="fade">
                                      <p:cBhvr>
                                        <p:cTn id="67" dur="1000"/>
                                        <p:tgtEl>
                                          <p:spTgt spid="5">
                                            <p:txEl>
                                              <p:pRg st="10" end="10"/>
                                            </p:txEl>
                                          </p:spTgt>
                                        </p:tgtEl>
                                      </p:cBhvr>
                                    </p:animEffect>
                                    <p:anim calcmode="lin" valueType="num">
                                      <p:cBhvr>
                                        <p:cTn id="68"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69" dur="1000" fill="hold"/>
                                        <p:tgtEl>
                                          <p:spTgt spid="5">
                                            <p:txEl>
                                              <p:pRg st="10" end="10"/>
                                            </p:txEl>
                                          </p:spTgt>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5">
                                            <p:txEl>
                                              <p:pRg st="11" end="11"/>
                                            </p:txEl>
                                          </p:spTgt>
                                        </p:tgtEl>
                                        <p:attrNameLst>
                                          <p:attrName>style.visibility</p:attrName>
                                        </p:attrNameLst>
                                      </p:cBhvr>
                                      <p:to>
                                        <p:strVal val="visible"/>
                                      </p:to>
                                    </p:set>
                                    <p:animEffect transition="in" filter="fade">
                                      <p:cBhvr>
                                        <p:cTn id="72" dur="1000"/>
                                        <p:tgtEl>
                                          <p:spTgt spid="5">
                                            <p:txEl>
                                              <p:pRg st="11" end="11"/>
                                            </p:txEl>
                                          </p:spTgt>
                                        </p:tgtEl>
                                      </p:cBhvr>
                                    </p:animEffect>
                                    <p:anim calcmode="lin" valueType="num">
                                      <p:cBhvr>
                                        <p:cTn id="73" dur="1000" fill="hold"/>
                                        <p:tgtEl>
                                          <p:spTgt spid="5">
                                            <p:txEl>
                                              <p:pRg st="11" end="11"/>
                                            </p:txEl>
                                          </p:spTgt>
                                        </p:tgtEl>
                                        <p:attrNameLst>
                                          <p:attrName>ppt_x</p:attrName>
                                        </p:attrNameLst>
                                      </p:cBhvr>
                                      <p:tavLst>
                                        <p:tav tm="0">
                                          <p:val>
                                            <p:strVal val="#ppt_x"/>
                                          </p:val>
                                        </p:tav>
                                        <p:tav tm="100000">
                                          <p:val>
                                            <p:strVal val="#ppt_x"/>
                                          </p:val>
                                        </p:tav>
                                      </p:tavLst>
                                    </p:anim>
                                    <p:anim calcmode="lin" valueType="num">
                                      <p:cBhvr>
                                        <p:cTn id="74" dur="1000" fill="hold"/>
                                        <p:tgtEl>
                                          <p:spTgt spid="5">
                                            <p:txEl>
                                              <p:pRg st="11" end="11"/>
                                            </p:txEl>
                                          </p:spTgt>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5">
                                            <p:txEl>
                                              <p:pRg st="12" end="12"/>
                                            </p:txEl>
                                          </p:spTgt>
                                        </p:tgtEl>
                                        <p:attrNameLst>
                                          <p:attrName>style.visibility</p:attrName>
                                        </p:attrNameLst>
                                      </p:cBhvr>
                                      <p:to>
                                        <p:strVal val="visible"/>
                                      </p:to>
                                    </p:set>
                                    <p:animEffect transition="in" filter="fade">
                                      <p:cBhvr>
                                        <p:cTn id="77" dur="1000"/>
                                        <p:tgtEl>
                                          <p:spTgt spid="5">
                                            <p:txEl>
                                              <p:pRg st="12" end="12"/>
                                            </p:txEl>
                                          </p:spTgt>
                                        </p:tgtEl>
                                      </p:cBhvr>
                                    </p:animEffect>
                                    <p:anim calcmode="lin" valueType="num">
                                      <p:cBhvr>
                                        <p:cTn id="78" dur="1000" fill="hold"/>
                                        <p:tgtEl>
                                          <p:spTgt spid="5">
                                            <p:txEl>
                                              <p:pRg st="12" end="12"/>
                                            </p:txEl>
                                          </p:spTgt>
                                        </p:tgtEl>
                                        <p:attrNameLst>
                                          <p:attrName>ppt_x</p:attrName>
                                        </p:attrNameLst>
                                      </p:cBhvr>
                                      <p:tavLst>
                                        <p:tav tm="0">
                                          <p:val>
                                            <p:strVal val="#ppt_x"/>
                                          </p:val>
                                        </p:tav>
                                        <p:tav tm="100000">
                                          <p:val>
                                            <p:strVal val="#ppt_x"/>
                                          </p:val>
                                        </p:tav>
                                      </p:tavLst>
                                    </p:anim>
                                    <p:anim calcmode="lin" valueType="num">
                                      <p:cBhvr>
                                        <p:cTn id="79" dur="1000" fill="hold"/>
                                        <p:tgtEl>
                                          <p:spTgt spid="5">
                                            <p:txEl>
                                              <p:pRg st="12" end="12"/>
                                            </p:txEl>
                                          </p:spTgt>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5">
                                            <p:txEl>
                                              <p:pRg st="13" end="13"/>
                                            </p:txEl>
                                          </p:spTgt>
                                        </p:tgtEl>
                                        <p:attrNameLst>
                                          <p:attrName>style.visibility</p:attrName>
                                        </p:attrNameLst>
                                      </p:cBhvr>
                                      <p:to>
                                        <p:strVal val="visible"/>
                                      </p:to>
                                    </p:set>
                                    <p:animEffect transition="in" filter="fade">
                                      <p:cBhvr>
                                        <p:cTn id="82" dur="1000"/>
                                        <p:tgtEl>
                                          <p:spTgt spid="5">
                                            <p:txEl>
                                              <p:pRg st="13" end="13"/>
                                            </p:txEl>
                                          </p:spTgt>
                                        </p:tgtEl>
                                      </p:cBhvr>
                                    </p:animEffect>
                                    <p:anim calcmode="lin" valueType="num">
                                      <p:cBhvr>
                                        <p:cTn id="83" dur="1000" fill="hold"/>
                                        <p:tgtEl>
                                          <p:spTgt spid="5">
                                            <p:txEl>
                                              <p:pRg st="13" end="13"/>
                                            </p:txEl>
                                          </p:spTgt>
                                        </p:tgtEl>
                                        <p:attrNameLst>
                                          <p:attrName>ppt_x</p:attrName>
                                        </p:attrNameLst>
                                      </p:cBhvr>
                                      <p:tavLst>
                                        <p:tav tm="0">
                                          <p:val>
                                            <p:strVal val="#ppt_x"/>
                                          </p:val>
                                        </p:tav>
                                        <p:tav tm="100000">
                                          <p:val>
                                            <p:strVal val="#ppt_x"/>
                                          </p:val>
                                        </p:tav>
                                      </p:tavLst>
                                    </p:anim>
                                    <p:anim calcmode="lin" valueType="num">
                                      <p:cBhvr>
                                        <p:cTn id="84" dur="1000" fill="hold"/>
                                        <p:tgtEl>
                                          <p:spTgt spid="5">
                                            <p:txEl>
                                              <p:pRg st="13" end="13"/>
                                            </p:txEl>
                                          </p:spTgt>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5">
                                            <p:txEl>
                                              <p:pRg st="14" end="14"/>
                                            </p:txEl>
                                          </p:spTgt>
                                        </p:tgtEl>
                                        <p:attrNameLst>
                                          <p:attrName>style.visibility</p:attrName>
                                        </p:attrNameLst>
                                      </p:cBhvr>
                                      <p:to>
                                        <p:strVal val="visible"/>
                                      </p:to>
                                    </p:set>
                                    <p:animEffect transition="in" filter="fade">
                                      <p:cBhvr>
                                        <p:cTn id="87" dur="1000"/>
                                        <p:tgtEl>
                                          <p:spTgt spid="5">
                                            <p:txEl>
                                              <p:pRg st="14" end="14"/>
                                            </p:txEl>
                                          </p:spTgt>
                                        </p:tgtEl>
                                      </p:cBhvr>
                                    </p:animEffect>
                                    <p:anim calcmode="lin" valueType="num">
                                      <p:cBhvr>
                                        <p:cTn id="88" dur="1000" fill="hold"/>
                                        <p:tgtEl>
                                          <p:spTgt spid="5">
                                            <p:txEl>
                                              <p:pRg st="14" end="14"/>
                                            </p:txEl>
                                          </p:spTgt>
                                        </p:tgtEl>
                                        <p:attrNameLst>
                                          <p:attrName>ppt_x</p:attrName>
                                        </p:attrNameLst>
                                      </p:cBhvr>
                                      <p:tavLst>
                                        <p:tav tm="0">
                                          <p:val>
                                            <p:strVal val="#ppt_x"/>
                                          </p:val>
                                        </p:tav>
                                        <p:tav tm="100000">
                                          <p:val>
                                            <p:strVal val="#ppt_x"/>
                                          </p:val>
                                        </p:tav>
                                      </p:tavLst>
                                    </p:anim>
                                    <p:anim calcmode="lin" valueType="num">
                                      <p:cBhvr>
                                        <p:cTn id="89" dur="1000" fill="hold"/>
                                        <p:tgtEl>
                                          <p:spTgt spid="5">
                                            <p:txEl>
                                              <p:pRg st="14" end="14"/>
                                            </p:txEl>
                                          </p:spTgt>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5">
                                            <p:txEl>
                                              <p:pRg st="15" end="15"/>
                                            </p:txEl>
                                          </p:spTgt>
                                        </p:tgtEl>
                                        <p:attrNameLst>
                                          <p:attrName>style.visibility</p:attrName>
                                        </p:attrNameLst>
                                      </p:cBhvr>
                                      <p:to>
                                        <p:strVal val="visible"/>
                                      </p:to>
                                    </p:set>
                                    <p:animEffect transition="in" filter="fade">
                                      <p:cBhvr>
                                        <p:cTn id="92" dur="1000"/>
                                        <p:tgtEl>
                                          <p:spTgt spid="5">
                                            <p:txEl>
                                              <p:pRg st="15" end="15"/>
                                            </p:txEl>
                                          </p:spTgt>
                                        </p:tgtEl>
                                      </p:cBhvr>
                                    </p:animEffect>
                                    <p:anim calcmode="lin" valueType="num">
                                      <p:cBhvr>
                                        <p:cTn id="93" dur="1000" fill="hold"/>
                                        <p:tgtEl>
                                          <p:spTgt spid="5">
                                            <p:txEl>
                                              <p:pRg st="15" end="15"/>
                                            </p:txEl>
                                          </p:spTgt>
                                        </p:tgtEl>
                                        <p:attrNameLst>
                                          <p:attrName>ppt_x</p:attrName>
                                        </p:attrNameLst>
                                      </p:cBhvr>
                                      <p:tavLst>
                                        <p:tav tm="0">
                                          <p:val>
                                            <p:strVal val="#ppt_x"/>
                                          </p:val>
                                        </p:tav>
                                        <p:tav tm="100000">
                                          <p:val>
                                            <p:strVal val="#ppt_x"/>
                                          </p:val>
                                        </p:tav>
                                      </p:tavLst>
                                    </p:anim>
                                    <p:anim calcmode="lin" valueType="num">
                                      <p:cBhvr>
                                        <p:cTn id="94" dur="1000" fill="hold"/>
                                        <p:tgtEl>
                                          <p:spTgt spid="5">
                                            <p:txEl>
                                              <p:pRg st="15" end="15"/>
                                            </p:txEl>
                                          </p:spTgt>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5">
                                            <p:txEl>
                                              <p:pRg st="16" end="16"/>
                                            </p:txEl>
                                          </p:spTgt>
                                        </p:tgtEl>
                                        <p:attrNameLst>
                                          <p:attrName>style.visibility</p:attrName>
                                        </p:attrNameLst>
                                      </p:cBhvr>
                                      <p:to>
                                        <p:strVal val="visible"/>
                                      </p:to>
                                    </p:set>
                                    <p:animEffect transition="in" filter="fade">
                                      <p:cBhvr>
                                        <p:cTn id="97" dur="1000"/>
                                        <p:tgtEl>
                                          <p:spTgt spid="5">
                                            <p:txEl>
                                              <p:pRg st="16" end="16"/>
                                            </p:txEl>
                                          </p:spTgt>
                                        </p:tgtEl>
                                      </p:cBhvr>
                                    </p:animEffect>
                                    <p:anim calcmode="lin" valueType="num">
                                      <p:cBhvr>
                                        <p:cTn id="98" dur="1000" fill="hold"/>
                                        <p:tgtEl>
                                          <p:spTgt spid="5">
                                            <p:txEl>
                                              <p:pRg st="16" end="16"/>
                                            </p:txEl>
                                          </p:spTgt>
                                        </p:tgtEl>
                                        <p:attrNameLst>
                                          <p:attrName>ppt_x</p:attrName>
                                        </p:attrNameLst>
                                      </p:cBhvr>
                                      <p:tavLst>
                                        <p:tav tm="0">
                                          <p:val>
                                            <p:strVal val="#ppt_x"/>
                                          </p:val>
                                        </p:tav>
                                        <p:tav tm="100000">
                                          <p:val>
                                            <p:strVal val="#ppt_x"/>
                                          </p:val>
                                        </p:tav>
                                      </p:tavLst>
                                    </p:anim>
                                    <p:anim calcmode="lin" valueType="num">
                                      <p:cBhvr>
                                        <p:cTn id="99" dur="1000" fill="hold"/>
                                        <p:tgtEl>
                                          <p:spTgt spid="5">
                                            <p:txEl>
                                              <p:pRg st="16" end="16"/>
                                            </p:txEl>
                                          </p:spTgt>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5">
                                            <p:txEl>
                                              <p:pRg st="17" end="17"/>
                                            </p:txEl>
                                          </p:spTgt>
                                        </p:tgtEl>
                                        <p:attrNameLst>
                                          <p:attrName>style.visibility</p:attrName>
                                        </p:attrNameLst>
                                      </p:cBhvr>
                                      <p:to>
                                        <p:strVal val="visible"/>
                                      </p:to>
                                    </p:set>
                                    <p:animEffect transition="in" filter="fade">
                                      <p:cBhvr>
                                        <p:cTn id="102" dur="1000"/>
                                        <p:tgtEl>
                                          <p:spTgt spid="5">
                                            <p:txEl>
                                              <p:pRg st="17" end="17"/>
                                            </p:txEl>
                                          </p:spTgt>
                                        </p:tgtEl>
                                      </p:cBhvr>
                                    </p:animEffect>
                                    <p:anim calcmode="lin" valueType="num">
                                      <p:cBhvr>
                                        <p:cTn id="103" dur="1000" fill="hold"/>
                                        <p:tgtEl>
                                          <p:spTgt spid="5">
                                            <p:txEl>
                                              <p:pRg st="17" end="17"/>
                                            </p:txEl>
                                          </p:spTgt>
                                        </p:tgtEl>
                                        <p:attrNameLst>
                                          <p:attrName>ppt_x</p:attrName>
                                        </p:attrNameLst>
                                      </p:cBhvr>
                                      <p:tavLst>
                                        <p:tav tm="0">
                                          <p:val>
                                            <p:strVal val="#ppt_x"/>
                                          </p:val>
                                        </p:tav>
                                        <p:tav tm="100000">
                                          <p:val>
                                            <p:strVal val="#ppt_x"/>
                                          </p:val>
                                        </p:tav>
                                      </p:tavLst>
                                    </p:anim>
                                    <p:anim calcmode="lin" valueType="num">
                                      <p:cBhvr>
                                        <p:cTn id="104" dur="1000" fill="hold"/>
                                        <p:tgtEl>
                                          <p:spTgt spid="5">
                                            <p:txEl>
                                              <p:pRg st="17" end="17"/>
                                            </p:txEl>
                                          </p:spTgt>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5">
                                            <p:txEl>
                                              <p:pRg st="18" end="18"/>
                                            </p:txEl>
                                          </p:spTgt>
                                        </p:tgtEl>
                                        <p:attrNameLst>
                                          <p:attrName>style.visibility</p:attrName>
                                        </p:attrNameLst>
                                      </p:cBhvr>
                                      <p:to>
                                        <p:strVal val="visible"/>
                                      </p:to>
                                    </p:set>
                                    <p:animEffect transition="in" filter="fade">
                                      <p:cBhvr>
                                        <p:cTn id="107" dur="1000"/>
                                        <p:tgtEl>
                                          <p:spTgt spid="5">
                                            <p:txEl>
                                              <p:pRg st="18" end="18"/>
                                            </p:txEl>
                                          </p:spTgt>
                                        </p:tgtEl>
                                      </p:cBhvr>
                                    </p:animEffect>
                                    <p:anim calcmode="lin" valueType="num">
                                      <p:cBhvr>
                                        <p:cTn id="108" dur="1000" fill="hold"/>
                                        <p:tgtEl>
                                          <p:spTgt spid="5">
                                            <p:txEl>
                                              <p:pRg st="18" end="18"/>
                                            </p:txEl>
                                          </p:spTgt>
                                        </p:tgtEl>
                                        <p:attrNameLst>
                                          <p:attrName>ppt_x</p:attrName>
                                        </p:attrNameLst>
                                      </p:cBhvr>
                                      <p:tavLst>
                                        <p:tav tm="0">
                                          <p:val>
                                            <p:strVal val="#ppt_x"/>
                                          </p:val>
                                        </p:tav>
                                        <p:tav tm="100000">
                                          <p:val>
                                            <p:strVal val="#ppt_x"/>
                                          </p:val>
                                        </p:tav>
                                      </p:tavLst>
                                    </p:anim>
                                    <p:anim calcmode="lin" valueType="num">
                                      <p:cBhvr>
                                        <p:cTn id="109" dur="1000" fill="hold"/>
                                        <p:tgtEl>
                                          <p:spTgt spid="5">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34">
                                            <p:txEl>
                                              <p:pRg st="1" end="1"/>
                                            </p:txEl>
                                          </p:spTgt>
                                        </p:tgtEl>
                                        <p:attrNameLst>
                                          <p:attrName>style.visibility</p:attrName>
                                        </p:attrNameLst>
                                      </p:cBhvr>
                                      <p:to>
                                        <p:strVal val="visible"/>
                                      </p:to>
                                    </p:set>
                                    <p:animEffect transition="in" filter="wipe(left)">
                                      <p:cBhvr>
                                        <p:cTn id="114" dur="500"/>
                                        <p:tgtEl>
                                          <p:spTgt spid="34">
                                            <p:txEl>
                                              <p:pRg st="1" end="1"/>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34">
                                            <p:txEl>
                                              <p:pRg st="2" end="2"/>
                                            </p:txEl>
                                          </p:spTgt>
                                        </p:tgtEl>
                                        <p:attrNameLst>
                                          <p:attrName>style.visibility</p:attrName>
                                        </p:attrNameLst>
                                      </p:cBhvr>
                                      <p:to>
                                        <p:strVal val="visible"/>
                                      </p:to>
                                    </p:set>
                                    <p:animEffect transition="in" filter="wipe(left)">
                                      <p:cBhvr>
                                        <p:cTn id="119" dur="500"/>
                                        <p:tgtEl>
                                          <p:spTgt spid="34">
                                            <p:txEl>
                                              <p:pRg st="2" end="2"/>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wipe(left)">
                                      <p:cBhvr>
                                        <p:cTn id="124" dur="500"/>
                                        <p:tgtEl>
                                          <p:spTgt spid="28"/>
                                        </p:tgtEl>
                                      </p:cBhvr>
                                    </p:animEffect>
                                  </p:childTnLst>
                                </p:cTn>
                              </p:par>
                            </p:childTnLst>
                          </p:cTn>
                        </p:par>
                        <p:par>
                          <p:cTn id="125" fill="hold">
                            <p:stCondLst>
                              <p:cond delay="500"/>
                            </p:stCondLst>
                            <p:childTnLst>
                              <p:par>
                                <p:cTn id="126" presetID="22" presetClass="entr" presetSubtype="8" fill="hold" grpId="0" nodeType="afterEffect">
                                  <p:stCondLst>
                                    <p:cond delay="0"/>
                                  </p:stCondLst>
                                  <p:childTnLst>
                                    <p:set>
                                      <p:cBhvr>
                                        <p:cTn id="127" dur="1" fill="hold">
                                          <p:stCondLst>
                                            <p:cond delay="0"/>
                                          </p:stCondLst>
                                        </p:cTn>
                                        <p:tgtEl>
                                          <p:spTgt spid="7"/>
                                        </p:tgtEl>
                                        <p:attrNameLst>
                                          <p:attrName>style.visibility</p:attrName>
                                        </p:attrNameLst>
                                      </p:cBhvr>
                                      <p:to>
                                        <p:strVal val="visible"/>
                                      </p:to>
                                    </p:set>
                                    <p:animEffect transition="in" filter="wipe(left)">
                                      <p:cBhvr>
                                        <p:cTn id="128" dur="500"/>
                                        <p:tgtEl>
                                          <p:spTgt spid="7"/>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34">
                                            <p:txEl>
                                              <p:pRg st="3" end="3"/>
                                            </p:txEl>
                                          </p:spTgt>
                                        </p:tgtEl>
                                        <p:attrNameLst>
                                          <p:attrName>style.visibility</p:attrName>
                                        </p:attrNameLst>
                                      </p:cBhvr>
                                      <p:to>
                                        <p:strVal val="visible"/>
                                      </p:to>
                                    </p:set>
                                    <p:animEffect transition="in" filter="wipe(left)">
                                      <p:cBhvr>
                                        <p:cTn id="133" dur="500"/>
                                        <p:tgtEl>
                                          <p:spTgt spid="34">
                                            <p:txEl>
                                              <p:pRg st="3" end="3"/>
                                            </p:txEl>
                                          </p:spTgt>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nodeType="clickEffect">
                                  <p:stCondLst>
                                    <p:cond delay="0"/>
                                  </p:stCondLst>
                                  <p:childTnLst>
                                    <p:set>
                                      <p:cBhvr>
                                        <p:cTn id="137" dur="1" fill="hold">
                                          <p:stCondLst>
                                            <p:cond delay="0"/>
                                          </p:stCondLst>
                                        </p:cTn>
                                        <p:tgtEl>
                                          <p:spTgt spid="22">
                                            <p:txEl>
                                              <p:pRg st="0" end="0"/>
                                            </p:txEl>
                                          </p:spTgt>
                                        </p:tgtEl>
                                        <p:attrNameLst>
                                          <p:attrName>style.visibility</p:attrName>
                                        </p:attrNameLst>
                                      </p:cBhvr>
                                      <p:to>
                                        <p:strVal val="visible"/>
                                      </p:to>
                                    </p:set>
                                    <p:animEffect transition="in" filter="wipe(left)">
                                      <p:cBhvr>
                                        <p:cTn id="138" dur="500"/>
                                        <p:tgtEl>
                                          <p:spTgt spid="22">
                                            <p:txEl>
                                              <p:pRg st="0" end="0"/>
                                            </p:txEl>
                                          </p:spTgt>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nodeType="clickEffect">
                                  <p:stCondLst>
                                    <p:cond delay="0"/>
                                  </p:stCondLst>
                                  <p:childTnLst>
                                    <p:set>
                                      <p:cBhvr>
                                        <p:cTn id="142" dur="1" fill="hold">
                                          <p:stCondLst>
                                            <p:cond delay="0"/>
                                          </p:stCondLst>
                                        </p:cTn>
                                        <p:tgtEl>
                                          <p:spTgt spid="3"/>
                                        </p:tgtEl>
                                        <p:attrNameLst>
                                          <p:attrName>style.visibility</p:attrName>
                                        </p:attrNameLst>
                                      </p:cBhvr>
                                      <p:to>
                                        <p:strVal val="visible"/>
                                      </p:to>
                                    </p:set>
                                    <p:animEffect transition="in" filter="wipe(left)">
                                      <p:cBhvr>
                                        <p:cTn id="143" dur="500"/>
                                        <p:tgtEl>
                                          <p:spTgt spid="3"/>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74"/>
                                        </p:tgtEl>
                                        <p:attrNameLst>
                                          <p:attrName>style.visibility</p:attrName>
                                        </p:attrNameLst>
                                      </p:cBhvr>
                                      <p:to>
                                        <p:strVal val="visible"/>
                                      </p:to>
                                    </p:set>
                                    <p:animEffect transition="in" filter="fade">
                                      <p:cBhvr>
                                        <p:cTn id="148" dur="250"/>
                                        <p:tgtEl>
                                          <p:spTgt spid="74"/>
                                        </p:tgtEl>
                                      </p:cBhvr>
                                    </p:animEffect>
                                  </p:childTnLst>
                                </p:cTn>
                              </p:par>
                            </p:childTnLst>
                          </p:cTn>
                        </p:par>
                        <p:par>
                          <p:cTn id="149" fill="hold">
                            <p:stCondLst>
                              <p:cond delay="250"/>
                            </p:stCondLst>
                            <p:childTnLst>
                              <p:par>
                                <p:cTn id="150" presetID="10" presetClass="entr" presetSubtype="0" fill="hold" grpId="0" nodeType="afterEffect">
                                  <p:stCondLst>
                                    <p:cond delay="0"/>
                                  </p:stCondLst>
                                  <p:childTnLst>
                                    <p:set>
                                      <p:cBhvr>
                                        <p:cTn id="151" dur="1" fill="hold">
                                          <p:stCondLst>
                                            <p:cond delay="0"/>
                                          </p:stCondLst>
                                        </p:cTn>
                                        <p:tgtEl>
                                          <p:spTgt spid="75"/>
                                        </p:tgtEl>
                                        <p:attrNameLst>
                                          <p:attrName>style.visibility</p:attrName>
                                        </p:attrNameLst>
                                      </p:cBhvr>
                                      <p:to>
                                        <p:strVal val="visible"/>
                                      </p:to>
                                    </p:set>
                                    <p:animEffect transition="in" filter="fade">
                                      <p:cBhvr>
                                        <p:cTn id="152" dur="250"/>
                                        <p:tgtEl>
                                          <p:spTgt spid="75"/>
                                        </p:tgtEl>
                                      </p:cBhvr>
                                    </p:animEffect>
                                  </p:childTnLst>
                                </p:cTn>
                              </p:par>
                            </p:childTnLst>
                          </p:cTn>
                        </p:par>
                        <p:par>
                          <p:cTn id="153" fill="hold">
                            <p:stCondLst>
                              <p:cond delay="500"/>
                            </p:stCondLst>
                            <p:childTnLst>
                              <p:par>
                                <p:cTn id="154" presetID="10" presetClass="entr" presetSubtype="0" fill="hold" grpId="0" nodeType="afterEffect">
                                  <p:stCondLst>
                                    <p:cond delay="0"/>
                                  </p:stCondLst>
                                  <p:childTnLst>
                                    <p:set>
                                      <p:cBhvr>
                                        <p:cTn id="155" dur="1" fill="hold">
                                          <p:stCondLst>
                                            <p:cond delay="0"/>
                                          </p:stCondLst>
                                        </p:cTn>
                                        <p:tgtEl>
                                          <p:spTgt spid="76"/>
                                        </p:tgtEl>
                                        <p:attrNameLst>
                                          <p:attrName>style.visibility</p:attrName>
                                        </p:attrNameLst>
                                      </p:cBhvr>
                                      <p:to>
                                        <p:strVal val="visible"/>
                                      </p:to>
                                    </p:set>
                                    <p:animEffect transition="in" filter="fade">
                                      <p:cBhvr>
                                        <p:cTn id="156" dur="250"/>
                                        <p:tgtEl>
                                          <p:spTgt spid="76"/>
                                        </p:tgtEl>
                                      </p:cBhvr>
                                    </p:animEffect>
                                  </p:childTnLst>
                                </p:cTn>
                              </p:par>
                            </p:childTnLst>
                          </p:cTn>
                        </p:par>
                        <p:par>
                          <p:cTn id="157" fill="hold">
                            <p:stCondLst>
                              <p:cond delay="750"/>
                            </p:stCondLst>
                            <p:childTnLst>
                              <p:par>
                                <p:cTn id="158" presetID="10" presetClass="entr" presetSubtype="0" fill="hold" grpId="0" nodeType="afterEffect">
                                  <p:stCondLst>
                                    <p:cond delay="0"/>
                                  </p:stCondLst>
                                  <p:childTnLst>
                                    <p:set>
                                      <p:cBhvr>
                                        <p:cTn id="159" dur="1" fill="hold">
                                          <p:stCondLst>
                                            <p:cond delay="0"/>
                                          </p:stCondLst>
                                        </p:cTn>
                                        <p:tgtEl>
                                          <p:spTgt spid="77"/>
                                        </p:tgtEl>
                                        <p:attrNameLst>
                                          <p:attrName>style.visibility</p:attrName>
                                        </p:attrNameLst>
                                      </p:cBhvr>
                                      <p:to>
                                        <p:strVal val="visible"/>
                                      </p:to>
                                    </p:set>
                                    <p:animEffect transition="in" filter="fade">
                                      <p:cBhvr>
                                        <p:cTn id="160" dur="250"/>
                                        <p:tgtEl>
                                          <p:spTgt spid="77"/>
                                        </p:tgtEl>
                                      </p:cBhvr>
                                    </p:animEffect>
                                  </p:childTnLst>
                                </p:cTn>
                              </p:par>
                            </p:childTnLst>
                          </p:cTn>
                        </p:par>
                        <p:par>
                          <p:cTn id="161" fill="hold">
                            <p:stCondLst>
                              <p:cond delay="1000"/>
                            </p:stCondLst>
                            <p:childTnLst>
                              <p:par>
                                <p:cTn id="162" presetID="10" presetClass="entr" presetSubtype="0" fill="hold" grpId="0" nodeType="afterEffect">
                                  <p:stCondLst>
                                    <p:cond delay="0"/>
                                  </p:stCondLst>
                                  <p:childTnLst>
                                    <p:set>
                                      <p:cBhvr>
                                        <p:cTn id="163" dur="1" fill="hold">
                                          <p:stCondLst>
                                            <p:cond delay="0"/>
                                          </p:stCondLst>
                                        </p:cTn>
                                        <p:tgtEl>
                                          <p:spTgt spid="78"/>
                                        </p:tgtEl>
                                        <p:attrNameLst>
                                          <p:attrName>style.visibility</p:attrName>
                                        </p:attrNameLst>
                                      </p:cBhvr>
                                      <p:to>
                                        <p:strVal val="visible"/>
                                      </p:to>
                                    </p:set>
                                    <p:animEffect transition="in" filter="fade">
                                      <p:cBhvr>
                                        <p:cTn id="164" dur="250"/>
                                        <p:tgtEl>
                                          <p:spTgt spid="78"/>
                                        </p:tgtEl>
                                      </p:cBhvr>
                                    </p:animEffect>
                                  </p:childTnLst>
                                </p:cTn>
                              </p:par>
                            </p:childTnLst>
                          </p:cTn>
                        </p:par>
                        <p:par>
                          <p:cTn id="165" fill="hold">
                            <p:stCondLst>
                              <p:cond delay="1250"/>
                            </p:stCondLst>
                            <p:childTnLst>
                              <p:par>
                                <p:cTn id="166" presetID="10" presetClass="entr" presetSubtype="0" fill="hold" grpId="0" nodeType="afterEffect">
                                  <p:stCondLst>
                                    <p:cond delay="0"/>
                                  </p:stCondLst>
                                  <p:childTnLst>
                                    <p:set>
                                      <p:cBhvr>
                                        <p:cTn id="167" dur="1" fill="hold">
                                          <p:stCondLst>
                                            <p:cond delay="0"/>
                                          </p:stCondLst>
                                        </p:cTn>
                                        <p:tgtEl>
                                          <p:spTgt spid="79"/>
                                        </p:tgtEl>
                                        <p:attrNameLst>
                                          <p:attrName>style.visibility</p:attrName>
                                        </p:attrNameLst>
                                      </p:cBhvr>
                                      <p:to>
                                        <p:strVal val="visible"/>
                                      </p:to>
                                    </p:set>
                                    <p:animEffect transition="in" filter="fade">
                                      <p:cBhvr>
                                        <p:cTn id="168" dur="250"/>
                                        <p:tgtEl>
                                          <p:spTgt spid="79"/>
                                        </p:tgtEl>
                                      </p:cBhvr>
                                    </p:animEffect>
                                  </p:childTnLst>
                                </p:cTn>
                              </p:par>
                            </p:childTnLst>
                          </p:cTn>
                        </p:par>
                        <p:par>
                          <p:cTn id="169" fill="hold">
                            <p:stCondLst>
                              <p:cond delay="1500"/>
                            </p:stCondLst>
                            <p:childTnLst>
                              <p:par>
                                <p:cTn id="170" presetID="31" presetClass="entr" presetSubtype="0" fill="hold" grpId="0" nodeType="afterEffect">
                                  <p:stCondLst>
                                    <p:cond delay="0"/>
                                  </p:stCondLst>
                                  <p:childTnLst>
                                    <p:set>
                                      <p:cBhvr>
                                        <p:cTn id="171" dur="1" fill="hold">
                                          <p:stCondLst>
                                            <p:cond delay="0"/>
                                          </p:stCondLst>
                                        </p:cTn>
                                        <p:tgtEl>
                                          <p:spTgt spid="29"/>
                                        </p:tgtEl>
                                        <p:attrNameLst>
                                          <p:attrName>style.visibility</p:attrName>
                                        </p:attrNameLst>
                                      </p:cBhvr>
                                      <p:to>
                                        <p:strVal val="visible"/>
                                      </p:to>
                                    </p:set>
                                    <p:anim calcmode="lin" valueType="num">
                                      <p:cBhvr>
                                        <p:cTn id="172" dur="250" fill="hold"/>
                                        <p:tgtEl>
                                          <p:spTgt spid="29"/>
                                        </p:tgtEl>
                                        <p:attrNameLst>
                                          <p:attrName>ppt_w</p:attrName>
                                        </p:attrNameLst>
                                      </p:cBhvr>
                                      <p:tavLst>
                                        <p:tav tm="0">
                                          <p:val>
                                            <p:fltVal val="0"/>
                                          </p:val>
                                        </p:tav>
                                        <p:tav tm="100000">
                                          <p:val>
                                            <p:strVal val="#ppt_w"/>
                                          </p:val>
                                        </p:tav>
                                      </p:tavLst>
                                    </p:anim>
                                    <p:anim calcmode="lin" valueType="num">
                                      <p:cBhvr>
                                        <p:cTn id="173" dur="250" fill="hold"/>
                                        <p:tgtEl>
                                          <p:spTgt spid="29"/>
                                        </p:tgtEl>
                                        <p:attrNameLst>
                                          <p:attrName>ppt_h</p:attrName>
                                        </p:attrNameLst>
                                      </p:cBhvr>
                                      <p:tavLst>
                                        <p:tav tm="0">
                                          <p:val>
                                            <p:fltVal val="0"/>
                                          </p:val>
                                        </p:tav>
                                        <p:tav tm="100000">
                                          <p:val>
                                            <p:strVal val="#ppt_h"/>
                                          </p:val>
                                        </p:tav>
                                      </p:tavLst>
                                    </p:anim>
                                    <p:anim calcmode="lin" valueType="num">
                                      <p:cBhvr>
                                        <p:cTn id="174" dur="250" fill="hold"/>
                                        <p:tgtEl>
                                          <p:spTgt spid="29"/>
                                        </p:tgtEl>
                                        <p:attrNameLst>
                                          <p:attrName>style.rotation</p:attrName>
                                        </p:attrNameLst>
                                      </p:cBhvr>
                                      <p:tavLst>
                                        <p:tav tm="0">
                                          <p:val>
                                            <p:fltVal val="90"/>
                                          </p:val>
                                        </p:tav>
                                        <p:tav tm="100000">
                                          <p:val>
                                            <p:fltVal val="0"/>
                                          </p:val>
                                        </p:tav>
                                      </p:tavLst>
                                    </p:anim>
                                    <p:animEffect transition="in" filter="fade">
                                      <p:cBhvr>
                                        <p:cTn id="175" dur="250"/>
                                        <p:tgtEl>
                                          <p:spTgt spid="29"/>
                                        </p:tgtEl>
                                      </p:cBhvr>
                                    </p:animEffect>
                                  </p:childTnLst>
                                </p:cTn>
                              </p:par>
                            </p:childTnLst>
                          </p:cTn>
                        </p:par>
                        <p:par>
                          <p:cTn id="176" fill="hold">
                            <p:stCondLst>
                              <p:cond delay="1750"/>
                            </p:stCondLst>
                            <p:childTnLst>
                              <p:par>
                                <p:cTn id="177" presetID="31" presetClass="entr" presetSubtype="0" fill="hold" grpId="0" nodeType="afterEffect">
                                  <p:stCondLst>
                                    <p:cond delay="0"/>
                                  </p:stCondLst>
                                  <p:childTnLst>
                                    <p:set>
                                      <p:cBhvr>
                                        <p:cTn id="178" dur="1" fill="hold">
                                          <p:stCondLst>
                                            <p:cond delay="0"/>
                                          </p:stCondLst>
                                        </p:cTn>
                                        <p:tgtEl>
                                          <p:spTgt spid="38"/>
                                        </p:tgtEl>
                                        <p:attrNameLst>
                                          <p:attrName>style.visibility</p:attrName>
                                        </p:attrNameLst>
                                      </p:cBhvr>
                                      <p:to>
                                        <p:strVal val="visible"/>
                                      </p:to>
                                    </p:set>
                                    <p:anim calcmode="lin" valueType="num">
                                      <p:cBhvr>
                                        <p:cTn id="179" dur="250" fill="hold"/>
                                        <p:tgtEl>
                                          <p:spTgt spid="38"/>
                                        </p:tgtEl>
                                        <p:attrNameLst>
                                          <p:attrName>ppt_w</p:attrName>
                                        </p:attrNameLst>
                                      </p:cBhvr>
                                      <p:tavLst>
                                        <p:tav tm="0">
                                          <p:val>
                                            <p:fltVal val="0"/>
                                          </p:val>
                                        </p:tav>
                                        <p:tav tm="100000">
                                          <p:val>
                                            <p:strVal val="#ppt_w"/>
                                          </p:val>
                                        </p:tav>
                                      </p:tavLst>
                                    </p:anim>
                                    <p:anim calcmode="lin" valueType="num">
                                      <p:cBhvr>
                                        <p:cTn id="180" dur="250" fill="hold"/>
                                        <p:tgtEl>
                                          <p:spTgt spid="38"/>
                                        </p:tgtEl>
                                        <p:attrNameLst>
                                          <p:attrName>ppt_h</p:attrName>
                                        </p:attrNameLst>
                                      </p:cBhvr>
                                      <p:tavLst>
                                        <p:tav tm="0">
                                          <p:val>
                                            <p:fltVal val="0"/>
                                          </p:val>
                                        </p:tav>
                                        <p:tav tm="100000">
                                          <p:val>
                                            <p:strVal val="#ppt_h"/>
                                          </p:val>
                                        </p:tav>
                                      </p:tavLst>
                                    </p:anim>
                                    <p:anim calcmode="lin" valueType="num">
                                      <p:cBhvr>
                                        <p:cTn id="181" dur="250" fill="hold"/>
                                        <p:tgtEl>
                                          <p:spTgt spid="38"/>
                                        </p:tgtEl>
                                        <p:attrNameLst>
                                          <p:attrName>style.rotation</p:attrName>
                                        </p:attrNameLst>
                                      </p:cBhvr>
                                      <p:tavLst>
                                        <p:tav tm="0">
                                          <p:val>
                                            <p:fltVal val="90"/>
                                          </p:val>
                                        </p:tav>
                                        <p:tav tm="100000">
                                          <p:val>
                                            <p:fltVal val="0"/>
                                          </p:val>
                                        </p:tav>
                                      </p:tavLst>
                                    </p:anim>
                                    <p:animEffect transition="in" filter="fade">
                                      <p:cBhvr>
                                        <p:cTn id="182" dur="250"/>
                                        <p:tgtEl>
                                          <p:spTgt spid="38"/>
                                        </p:tgtEl>
                                      </p:cBhvr>
                                    </p:animEffect>
                                  </p:childTnLst>
                                </p:cTn>
                              </p:par>
                            </p:childTnLst>
                          </p:cTn>
                        </p:par>
                        <p:par>
                          <p:cTn id="183" fill="hold">
                            <p:stCondLst>
                              <p:cond delay="2000"/>
                            </p:stCondLst>
                            <p:childTnLst>
                              <p:par>
                                <p:cTn id="184" presetID="31" presetClass="entr" presetSubtype="0" fill="hold" grpId="0" nodeType="afterEffect">
                                  <p:stCondLst>
                                    <p:cond delay="0"/>
                                  </p:stCondLst>
                                  <p:childTnLst>
                                    <p:set>
                                      <p:cBhvr>
                                        <p:cTn id="185" dur="1" fill="hold">
                                          <p:stCondLst>
                                            <p:cond delay="0"/>
                                          </p:stCondLst>
                                        </p:cTn>
                                        <p:tgtEl>
                                          <p:spTgt spid="39"/>
                                        </p:tgtEl>
                                        <p:attrNameLst>
                                          <p:attrName>style.visibility</p:attrName>
                                        </p:attrNameLst>
                                      </p:cBhvr>
                                      <p:to>
                                        <p:strVal val="visible"/>
                                      </p:to>
                                    </p:set>
                                    <p:anim calcmode="lin" valueType="num">
                                      <p:cBhvr>
                                        <p:cTn id="186" dur="250" fill="hold"/>
                                        <p:tgtEl>
                                          <p:spTgt spid="39"/>
                                        </p:tgtEl>
                                        <p:attrNameLst>
                                          <p:attrName>ppt_w</p:attrName>
                                        </p:attrNameLst>
                                      </p:cBhvr>
                                      <p:tavLst>
                                        <p:tav tm="0">
                                          <p:val>
                                            <p:fltVal val="0"/>
                                          </p:val>
                                        </p:tav>
                                        <p:tav tm="100000">
                                          <p:val>
                                            <p:strVal val="#ppt_w"/>
                                          </p:val>
                                        </p:tav>
                                      </p:tavLst>
                                    </p:anim>
                                    <p:anim calcmode="lin" valueType="num">
                                      <p:cBhvr>
                                        <p:cTn id="187" dur="250" fill="hold"/>
                                        <p:tgtEl>
                                          <p:spTgt spid="39"/>
                                        </p:tgtEl>
                                        <p:attrNameLst>
                                          <p:attrName>ppt_h</p:attrName>
                                        </p:attrNameLst>
                                      </p:cBhvr>
                                      <p:tavLst>
                                        <p:tav tm="0">
                                          <p:val>
                                            <p:fltVal val="0"/>
                                          </p:val>
                                        </p:tav>
                                        <p:tav tm="100000">
                                          <p:val>
                                            <p:strVal val="#ppt_h"/>
                                          </p:val>
                                        </p:tav>
                                      </p:tavLst>
                                    </p:anim>
                                    <p:anim calcmode="lin" valueType="num">
                                      <p:cBhvr>
                                        <p:cTn id="188" dur="250" fill="hold"/>
                                        <p:tgtEl>
                                          <p:spTgt spid="39"/>
                                        </p:tgtEl>
                                        <p:attrNameLst>
                                          <p:attrName>style.rotation</p:attrName>
                                        </p:attrNameLst>
                                      </p:cBhvr>
                                      <p:tavLst>
                                        <p:tav tm="0">
                                          <p:val>
                                            <p:fltVal val="90"/>
                                          </p:val>
                                        </p:tav>
                                        <p:tav tm="100000">
                                          <p:val>
                                            <p:fltVal val="0"/>
                                          </p:val>
                                        </p:tav>
                                      </p:tavLst>
                                    </p:anim>
                                    <p:animEffect transition="in" filter="fade">
                                      <p:cBhvr>
                                        <p:cTn id="189" dur="250"/>
                                        <p:tgtEl>
                                          <p:spTgt spid="39"/>
                                        </p:tgtEl>
                                      </p:cBhvr>
                                    </p:animEffect>
                                  </p:childTnLst>
                                </p:cTn>
                              </p:par>
                            </p:childTnLst>
                          </p:cTn>
                        </p:par>
                        <p:par>
                          <p:cTn id="190" fill="hold">
                            <p:stCondLst>
                              <p:cond delay="2250"/>
                            </p:stCondLst>
                            <p:childTnLst>
                              <p:par>
                                <p:cTn id="191" presetID="31" presetClass="entr" presetSubtype="0" fill="hold" grpId="0" nodeType="afterEffect">
                                  <p:stCondLst>
                                    <p:cond delay="0"/>
                                  </p:stCondLst>
                                  <p:childTnLst>
                                    <p:set>
                                      <p:cBhvr>
                                        <p:cTn id="192" dur="1" fill="hold">
                                          <p:stCondLst>
                                            <p:cond delay="0"/>
                                          </p:stCondLst>
                                        </p:cTn>
                                        <p:tgtEl>
                                          <p:spTgt spid="40"/>
                                        </p:tgtEl>
                                        <p:attrNameLst>
                                          <p:attrName>style.visibility</p:attrName>
                                        </p:attrNameLst>
                                      </p:cBhvr>
                                      <p:to>
                                        <p:strVal val="visible"/>
                                      </p:to>
                                    </p:set>
                                    <p:anim calcmode="lin" valueType="num">
                                      <p:cBhvr>
                                        <p:cTn id="193" dur="250" fill="hold"/>
                                        <p:tgtEl>
                                          <p:spTgt spid="40"/>
                                        </p:tgtEl>
                                        <p:attrNameLst>
                                          <p:attrName>ppt_w</p:attrName>
                                        </p:attrNameLst>
                                      </p:cBhvr>
                                      <p:tavLst>
                                        <p:tav tm="0">
                                          <p:val>
                                            <p:fltVal val="0"/>
                                          </p:val>
                                        </p:tav>
                                        <p:tav tm="100000">
                                          <p:val>
                                            <p:strVal val="#ppt_w"/>
                                          </p:val>
                                        </p:tav>
                                      </p:tavLst>
                                    </p:anim>
                                    <p:anim calcmode="lin" valueType="num">
                                      <p:cBhvr>
                                        <p:cTn id="194" dur="250" fill="hold"/>
                                        <p:tgtEl>
                                          <p:spTgt spid="40"/>
                                        </p:tgtEl>
                                        <p:attrNameLst>
                                          <p:attrName>ppt_h</p:attrName>
                                        </p:attrNameLst>
                                      </p:cBhvr>
                                      <p:tavLst>
                                        <p:tav tm="0">
                                          <p:val>
                                            <p:fltVal val="0"/>
                                          </p:val>
                                        </p:tav>
                                        <p:tav tm="100000">
                                          <p:val>
                                            <p:strVal val="#ppt_h"/>
                                          </p:val>
                                        </p:tav>
                                      </p:tavLst>
                                    </p:anim>
                                    <p:anim calcmode="lin" valueType="num">
                                      <p:cBhvr>
                                        <p:cTn id="195" dur="250" fill="hold"/>
                                        <p:tgtEl>
                                          <p:spTgt spid="40"/>
                                        </p:tgtEl>
                                        <p:attrNameLst>
                                          <p:attrName>style.rotation</p:attrName>
                                        </p:attrNameLst>
                                      </p:cBhvr>
                                      <p:tavLst>
                                        <p:tav tm="0">
                                          <p:val>
                                            <p:fltVal val="90"/>
                                          </p:val>
                                        </p:tav>
                                        <p:tav tm="100000">
                                          <p:val>
                                            <p:fltVal val="0"/>
                                          </p:val>
                                        </p:tav>
                                      </p:tavLst>
                                    </p:anim>
                                    <p:animEffect transition="in" filter="fade">
                                      <p:cBhvr>
                                        <p:cTn id="196" dur="250"/>
                                        <p:tgtEl>
                                          <p:spTgt spid="40"/>
                                        </p:tgtEl>
                                      </p:cBhvr>
                                    </p:animEffect>
                                  </p:childTnLst>
                                </p:cTn>
                              </p:par>
                            </p:childTnLst>
                          </p:cTn>
                        </p:par>
                        <p:par>
                          <p:cTn id="197" fill="hold">
                            <p:stCondLst>
                              <p:cond delay="2500"/>
                            </p:stCondLst>
                            <p:childTnLst>
                              <p:par>
                                <p:cTn id="198" presetID="31" presetClass="entr" presetSubtype="0" fill="hold" grpId="0" nodeType="afterEffect">
                                  <p:stCondLst>
                                    <p:cond delay="0"/>
                                  </p:stCondLst>
                                  <p:childTnLst>
                                    <p:set>
                                      <p:cBhvr>
                                        <p:cTn id="199" dur="1" fill="hold">
                                          <p:stCondLst>
                                            <p:cond delay="0"/>
                                          </p:stCondLst>
                                        </p:cTn>
                                        <p:tgtEl>
                                          <p:spTgt spid="41"/>
                                        </p:tgtEl>
                                        <p:attrNameLst>
                                          <p:attrName>style.visibility</p:attrName>
                                        </p:attrNameLst>
                                      </p:cBhvr>
                                      <p:to>
                                        <p:strVal val="visible"/>
                                      </p:to>
                                    </p:set>
                                    <p:anim calcmode="lin" valueType="num">
                                      <p:cBhvr>
                                        <p:cTn id="200" dur="250" fill="hold"/>
                                        <p:tgtEl>
                                          <p:spTgt spid="41"/>
                                        </p:tgtEl>
                                        <p:attrNameLst>
                                          <p:attrName>ppt_w</p:attrName>
                                        </p:attrNameLst>
                                      </p:cBhvr>
                                      <p:tavLst>
                                        <p:tav tm="0">
                                          <p:val>
                                            <p:fltVal val="0"/>
                                          </p:val>
                                        </p:tav>
                                        <p:tav tm="100000">
                                          <p:val>
                                            <p:strVal val="#ppt_w"/>
                                          </p:val>
                                        </p:tav>
                                      </p:tavLst>
                                    </p:anim>
                                    <p:anim calcmode="lin" valueType="num">
                                      <p:cBhvr>
                                        <p:cTn id="201" dur="250" fill="hold"/>
                                        <p:tgtEl>
                                          <p:spTgt spid="41"/>
                                        </p:tgtEl>
                                        <p:attrNameLst>
                                          <p:attrName>ppt_h</p:attrName>
                                        </p:attrNameLst>
                                      </p:cBhvr>
                                      <p:tavLst>
                                        <p:tav tm="0">
                                          <p:val>
                                            <p:fltVal val="0"/>
                                          </p:val>
                                        </p:tav>
                                        <p:tav tm="100000">
                                          <p:val>
                                            <p:strVal val="#ppt_h"/>
                                          </p:val>
                                        </p:tav>
                                      </p:tavLst>
                                    </p:anim>
                                    <p:anim calcmode="lin" valueType="num">
                                      <p:cBhvr>
                                        <p:cTn id="202" dur="250" fill="hold"/>
                                        <p:tgtEl>
                                          <p:spTgt spid="41"/>
                                        </p:tgtEl>
                                        <p:attrNameLst>
                                          <p:attrName>style.rotation</p:attrName>
                                        </p:attrNameLst>
                                      </p:cBhvr>
                                      <p:tavLst>
                                        <p:tav tm="0">
                                          <p:val>
                                            <p:fltVal val="90"/>
                                          </p:val>
                                        </p:tav>
                                        <p:tav tm="100000">
                                          <p:val>
                                            <p:fltVal val="0"/>
                                          </p:val>
                                        </p:tav>
                                      </p:tavLst>
                                    </p:anim>
                                    <p:animEffect transition="in" filter="fade">
                                      <p:cBhvr>
                                        <p:cTn id="203" dur="250"/>
                                        <p:tgtEl>
                                          <p:spTgt spid="41"/>
                                        </p:tgtEl>
                                      </p:cBhvr>
                                    </p:animEffect>
                                  </p:childTnLst>
                                </p:cTn>
                              </p:par>
                            </p:childTnLst>
                          </p:cTn>
                        </p:par>
                        <p:par>
                          <p:cTn id="204" fill="hold">
                            <p:stCondLst>
                              <p:cond delay="2750"/>
                            </p:stCondLst>
                            <p:childTnLst>
                              <p:par>
                                <p:cTn id="205" presetID="31" presetClass="entr" presetSubtype="0" fill="hold" grpId="0" nodeType="afterEffect">
                                  <p:stCondLst>
                                    <p:cond delay="0"/>
                                  </p:stCondLst>
                                  <p:childTnLst>
                                    <p:set>
                                      <p:cBhvr>
                                        <p:cTn id="206" dur="1" fill="hold">
                                          <p:stCondLst>
                                            <p:cond delay="0"/>
                                          </p:stCondLst>
                                        </p:cTn>
                                        <p:tgtEl>
                                          <p:spTgt spid="42"/>
                                        </p:tgtEl>
                                        <p:attrNameLst>
                                          <p:attrName>style.visibility</p:attrName>
                                        </p:attrNameLst>
                                      </p:cBhvr>
                                      <p:to>
                                        <p:strVal val="visible"/>
                                      </p:to>
                                    </p:set>
                                    <p:anim calcmode="lin" valueType="num">
                                      <p:cBhvr>
                                        <p:cTn id="207" dur="250" fill="hold"/>
                                        <p:tgtEl>
                                          <p:spTgt spid="42"/>
                                        </p:tgtEl>
                                        <p:attrNameLst>
                                          <p:attrName>ppt_w</p:attrName>
                                        </p:attrNameLst>
                                      </p:cBhvr>
                                      <p:tavLst>
                                        <p:tav tm="0">
                                          <p:val>
                                            <p:fltVal val="0"/>
                                          </p:val>
                                        </p:tav>
                                        <p:tav tm="100000">
                                          <p:val>
                                            <p:strVal val="#ppt_w"/>
                                          </p:val>
                                        </p:tav>
                                      </p:tavLst>
                                    </p:anim>
                                    <p:anim calcmode="lin" valueType="num">
                                      <p:cBhvr>
                                        <p:cTn id="208" dur="250" fill="hold"/>
                                        <p:tgtEl>
                                          <p:spTgt spid="42"/>
                                        </p:tgtEl>
                                        <p:attrNameLst>
                                          <p:attrName>ppt_h</p:attrName>
                                        </p:attrNameLst>
                                      </p:cBhvr>
                                      <p:tavLst>
                                        <p:tav tm="0">
                                          <p:val>
                                            <p:fltVal val="0"/>
                                          </p:val>
                                        </p:tav>
                                        <p:tav tm="100000">
                                          <p:val>
                                            <p:strVal val="#ppt_h"/>
                                          </p:val>
                                        </p:tav>
                                      </p:tavLst>
                                    </p:anim>
                                    <p:anim calcmode="lin" valueType="num">
                                      <p:cBhvr>
                                        <p:cTn id="209" dur="250" fill="hold"/>
                                        <p:tgtEl>
                                          <p:spTgt spid="42"/>
                                        </p:tgtEl>
                                        <p:attrNameLst>
                                          <p:attrName>style.rotation</p:attrName>
                                        </p:attrNameLst>
                                      </p:cBhvr>
                                      <p:tavLst>
                                        <p:tav tm="0">
                                          <p:val>
                                            <p:fltVal val="90"/>
                                          </p:val>
                                        </p:tav>
                                        <p:tav tm="100000">
                                          <p:val>
                                            <p:fltVal val="0"/>
                                          </p:val>
                                        </p:tav>
                                      </p:tavLst>
                                    </p:anim>
                                    <p:animEffect transition="in" filter="fade">
                                      <p:cBhvr>
                                        <p:cTn id="210" dur="250"/>
                                        <p:tgtEl>
                                          <p:spTgt spid="42"/>
                                        </p:tgtEl>
                                      </p:cBhvr>
                                    </p:animEffect>
                                  </p:childTnLst>
                                </p:cTn>
                              </p:par>
                            </p:childTnLst>
                          </p:cTn>
                        </p:par>
                        <p:par>
                          <p:cTn id="211" fill="hold">
                            <p:stCondLst>
                              <p:cond delay="3000"/>
                            </p:stCondLst>
                            <p:childTnLst>
                              <p:par>
                                <p:cTn id="212" presetID="22" presetClass="exit" presetSubtype="1" fill="hold" nodeType="afterEffect">
                                  <p:stCondLst>
                                    <p:cond delay="0"/>
                                  </p:stCondLst>
                                  <p:childTnLst>
                                    <p:animEffect transition="out" filter="wipe(up)">
                                      <p:cBhvr>
                                        <p:cTn id="213" dur="500"/>
                                        <p:tgtEl>
                                          <p:spTgt spid="3"/>
                                        </p:tgtEl>
                                      </p:cBhvr>
                                    </p:animEffect>
                                    <p:set>
                                      <p:cBhvr>
                                        <p:cTn id="214" dur="1" fill="hold">
                                          <p:stCondLst>
                                            <p:cond delay="499"/>
                                          </p:stCondLst>
                                        </p:cTn>
                                        <p:tgtEl>
                                          <p:spTgt spid="3"/>
                                        </p:tgtEl>
                                        <p:attrNameLst>
                                          <p:attrName>style.visibility</p:attrName>
                                        </p:attrNameLst>
                                      </p:cBhvr>
                                      <p:to>
                                        <p:strVal val="hidden"/>
                                      </p:to>
                                    </p:set>
                                  </p:childTnLst>
                                </p:cTn>
                              </p:par>
                              <p:par>
                                <p:cTn id="215" presetID="22" presetClass="entr" presetSubtype="8" fill="hold" nodeType="withEffect">
                                  <p:stCondLst>
                                    <p:cond delay="0"/>
                                  </p:stCondLst>
                                  <p:childTnLst>
                                    <p:set>
                                      <p:cBhvr>
                                        <p:cTn id="216" dur="1" fill="hold">
                                          <p:stCondLst>
                                            <p:cond delay="0"/>
                                          </p:stCondLst>
                                        </p:cTn>
                                        <p:tgtEl>
                                          <p:spTgt spid="25"/>
                                        </p:tgtEl>
                                        <p:attrNameLst>
                                          <p:attrName>style.visibility</p:attrName>
                                        </p:attrNameLst>
                                      </p:cBhvr>
                                      <p:to>
                                        <p:strVal val="visible"/>
                                      </p:to>
                                    </p:set>
                                    <p:animEffect transition="in" filter="wipe(left)">
                                      <p:cBhvr>
                                        <p:cTn id="217" dur="500"/>
                                        <p:tgtEl>
                                          <p:spTgt spid="25"/>
                                        </p:tgtEl>
                                      </p:cBhvr>
                                    </p:animEffect>
                                  </p:childTnLst>
                                </p:cTn>
                              </p:par>
                            </p:childTnLst>
                          </p:cTn>
                        </p:par>
                      </p:childTnLst>
                    </p:cTn>
                  </p:par>
                  <p:par>
                    <p:cTn id="218" fill="hold">
                      <p:stCondLst>
                        <p:cond delay="indefinite"/>
                      </p:stCondLst>
                      <p:childTnLst>
                        <p:par>
                          <p:cTn id="219" fill="hold">
                            <p:stCondLst>
                              <p:cond delay="0"/>
                            </p:stCondLst>
                            <p:childTnLst>
                              <p:par>
                                <p:cTn id="220" presetID="31" presetClass="entr" presetSubtype="0" fill="hold" grpId="0" nodeType="clickEffect">
                                  <p:stCondLst>
                                    <p:cond delay="0"/>
                                  </p:stCondLst>
                                  <p:childTnLst>
                                    <p:set>
                                      <p:cBhvr>
                                        <p:cTn id="221" dur="1" fill="hold">
                                          <p:stCondLst>
                                            <p:cond delay="0"/>
                                          </p:stCondLst>
                                        </p:cTn>
                                        <p:tgtEl>
                                          <p:spTgt spid="88"/>
                                        </p:tgtEl>
                                        <p:attrNameLst>
                                          <p:attrName>style.visibility</p:attrName>
                                        </p:attrNameLst>
                                      </p:cBhvr>
                                      <p:to>
                                        <p:strVal val="visible"/>
                                      </p:to>
                                    </p:set>
                                    <p:anim calcmode="lin" valueType="num">
                                      <p:cBhvr>
                                        <p:cTn id="222" dur="1000" fill="hold"/>
                                        <p:tgtEl>
                                          <p:spTgt spid="88"/>
                                        </p:tgtEl>
                                        <p:attrNameLst>
                                          <p:attrName>ppt_w</p:attrName>
                                        </p:attrNameLst>
                                      </p:cBhvr>
                                      <p:tavLst>
                                        <p:tav tm="0">
                                          <p:val>
                                            <p:fltVal val="0"/>
                                          </p:val>
                                        </p:tav>
                                        <p:tav tm="100000">
                                          <p:val>
                                            <p:strVal val="#ppt_w"/>
                                          </p:val>
                                        </p:tav>
                                      </p:tavLst>
                                    </p:anim>
                                    <p:anim calcmode="lin" valueType="num">
                                      <p:cBhvr>
                                        <p:cTn id="223" dur="1000" fill="hold"/>
                                        <p:tgtEl>
                                          <p:spTgt spid="88"/>
                                        </p:tgtEl>
                                        <p:attrNameLst>
                                          <p:attrName>ppt_h</p:attrName>
                                        </p:attrNameLst>
                                      </p:cBhvr>
                                      <p:tavLst>
                                        <p:tav tm="0">
                                          <p:val>
                                            <p:fltVal val="0"/>
                                          </p:val>
                                        </p:tav>
                                        <p:tav tm="100000">
                                          <p:val>
                                            <p:strVal val="#ppt_h"/>
                                          </p:val>
                                        </p:tav>
                                      </p:tavLst>
                                    </p:anim>
                                    <p:anim calcmode="lin" valueType="num">
                                      <p:cBhvr>
                                        <p:cTn id="224" dur="1000" fill="hold"/>
                                        <p:tgtEl>
                                          <p:spTgt spid="88"/>
                                        </p:tgtEl>
                                        <p:attrNameLst>
                                          <p:attrName>style.rotation</p:attrName>
                                        </p:attrNameLst>
                                      </p:cBhvr>
                                      <p:tavLst>
                                        <p:tav tm="0">
                                          <p:val>
                                            <p:fltVal val="90"/>
                                          </p:val>
                                        </p:tav>
                                        <p:tav tm="100000">
                                          <p:val>
                                            <p:fltVal val="0"/>
                                          </p:val>
                                        </p:tav>
                                      </p:tavLst>
                                    </p:anim>
                                    <p:animEffect transition="in" filter="fade">
                                      <p:cBhvr>
                                        <p:cTn id="225" dur="1000"/>
                                        <p:tgtEl>
                                          <p:spTgt spid="88"/>
                                        </p:tgtEl>
                                      </p:cBhvr>
                                    </p:animEffect>
                                  </p:childTnLst>
                                </p:cTn>
                              </p:par>
                              <p:par>
                                <p:cTn id="226" presetID="22" presetClass="entr" presetSubtype="8" fill="hold" nodeType="withEffect">
                                  <p:stCondLst>
                                    <p:cond delay="0"/>
                                  </p:stCondLst>
                                  <p:childTnLst>
                                    <p:set>
                                      <p:cBhvr>
                                        <p:cTn id="227" dur="1" fill="hold">
                                          <p:stCondLst>
                                            <p:cond delay="0"/>
                                          </p:stCondLst>
                                        </p:cTn>
                                        <p:tgtEl>
                                          <p:spTgt spid="43"/>
                                        </p:tgtEl>
                                        <p:attrNameLst>
                                          <p:attrName>style.visibility</p:attrName>
                                        </p:attrNameLst>
                                      </p:cBhvr>
                                      <p:to>
                                        <p:strVal val="visible"/>
                                      </p:to>
                                    </p:set>
                                    <p:animEffect transition="in" filter="wipe(left)">
                                      <p:cBhvr>
                                        <p:cTn id="228" dur="500"/>
                                        <p:tgtEl>
                                          <p:spTgt spid="43"/>
                                        </p:tgtEl>
                                      </p:cBhvr>
                                    </p:animEffect>
                                  </p:childTnLst>
                                </p:cTn>
                              </p:par>
                              <p:par>
                                <p:cTn id="229" presetID="22" presetClass="entr" presetSubtype="8" fill="hold" nodeType="withEffect">
                                  <p:stCondLst>
                                    <p:cond delay="0"/>
                                  </p:stCondLst>
                                  <p:childTnLst>
                                    <p:set>
                                      <p:cBhvr>
                                        <p:cTn id="230" dur="1" fill="hold">
                                          <p:stCondLst>
                                            <p:cond delay="0"/>
                                          </p:stCondLst>
                                        </p:cTn>
                                        <p:tgtEl>
                                          <p:spTgt spid="44"/>
                                        </p:tgtEl>
                                        <p:attrNameLst>
                                          <p:attrName>style.visibility</p:attrName>
                                        </p:attrNameLst>
                                      </p:cBhvr>
                                      <p:to>
                                        <p:strVal val="visible"/>
                                      </p:to>
                                    </p:set>
                                    <p:animEffect transition="in" filter="wipe(left)">
                                      <p:cBhvr>
                                        <p:cTn id="231" dur="500"/>
                                        <p:tgtEl>
                                          <p:spTgt spid="44"/>
                                        </p:tgtEl>
                                      </p:cBhvr>
                                    </p:animEffect>
                                  </p:childTnLst>
                                </p:cTn>
                              </p:par>
                            </p:childTnLst>
                          </p:cTn>
                        </p:par>
                        <p:par>
                          <p:cTn id="232" fill="hold">
                            <p:stCondLst>
                              <p:cond delay="1000"/>
                            </p:stCondLst>
                            <p:childTnLst>
                              <p:par>
                                <p:cTn id="233" presetID="22" presetClass="exit" presetSubtype="1" fill="hold" nodeType="afterEffect">
                                  <p:stCondLst>
                                    <p:cond delay="0"/>
                                  </p:stCondLst>
                                  <p:childTnLst>
                                    <p:animEffect transition="out" filter="wipe(up)">
                                      <p:cBhvr>
                                        <p:cTn id="234" dur="500"/>
                                        <p:tgtEl>
                                          <p:spTgt spid="25"/>
                                        </p:tgtEl>
                                      </p:cBhvr>
                                    </p:animEffect>
                                    <p:set>
                                      <p:cBhvr>
                                        <p:cTn id="235" dur="1" fill="hold">
                                          <p:stCondLst>
                                            <p:cond delay="499"/>
                                          </p:stCondLst>
                                        </p:cTn>
                                        <p:tgtEl>
                                          <p:spTgt spid="25"/>
                                        </p:tgtEl>
                                        <p:attrNameLst>
                                          <p:attrName>style.visibility</p:attrName>
                                        </p:attrNameLst>
                                      </p:cBhvr>
                                      <p:to>
                                        <p:strVal val="hidden"/>
                                      </p:to>
                                    </p:set>
                                  </p:childTnLst>
                                </p:cTn>
                              </p:par>
                              <p:par>
                                <p:cTn id="236" presetID="22" presetClass="entr" presetSubtype="8" fill="hold" nodeType="withEffect">
                                  <p:stCondLst>
                                    <p:cond delay="0"/>
                                  </p:stCondLst>
                                  <p:childTnLst>
                                    <p:set>
                                      <p:cBhvr>
                                        <p:cTn id="237" dur="1" fill="hold">
                                          <p:stCondLst>
                                            <p:cond delay="0"/>
                                          </p:stCondLst>
                                        </p:cTn>
                                        <p:tgtEl>
                                          <p:spTgt spid="91"/>
                                        </p:tgtEl>
                                        <p:attrNameLst>
                                          <p:attrName>style.visibility</p:attrName>
                                        </p:attrNameLst>
                                      </p:cBhvr>
                                      <p:to>
                                        <p:strVal val="visible"/>
                                      </p:to>
                                    </p:set>
                                    <p:animEffect transition="in" filter="wipe(left)">
                                      <p:cBhvr>
                                        <p:cTn id="238" dur="500"/>
                                        <p:tgtEl>
                                          <p:spTgt spid="91"/>
                                        </p:tgtEl>
                                      </p:cBhvr>
                                    </p:animEffect>
                                  </p:childTnLst>
                                </p:cTn>
                              </p:par>
                            </p:childTnLst>
                          </p:cTn>
                        </p:par>
                      </p:childTnLst>
                    </p:cTn>
                  </p:par>
                  <p:par>
                    <p:cTn id="239" fill="hold">
                      <p:stCondLst>
                        <p:cond delay="indefinite"/>
                      </p:stCondLst>
                      <p:childTnLst>
                        <p:par>
                          <p:cTn id="240" fill="hold">
                            <p:stCondLst>
                              <p:cond delay="0"/>
                            </p:stCondLst>
                            <p:childTnLst>
                              <p:par>
                                <p:cTn id="241" presetID="31" presetClass="entr" presetSubtype="0" fill="hold" grpId="0" nodeType="clickEffect">
                                  <p:stCondLst>
                                    <p:cond delay="0"/>
                                  </p:stCondLst>
                                  <p:childTnLst>
                                    <p:set>
                                      <p:cBhvr>
                                        <p:cTn id="242" dur="1" fill="hold">
                                          <p:stCondLst>
                                            <p:cond delay="0"/>
                                          </p:stCondLst>
                                        </p:cTn>
                                        <p:tgtEl>
                                          <p:spTgt spid="120"/>
                                        </p:tgtEl>
                                        <p:attrNameLst>
                                          <p:attrName>style.visibility</p:attrName>
                                        </p:attrNameLst>
                                      </p:cBhvr>
                                      <p:to>
                                        <p:strVal val="visible"/>
                                      </p:to>
                                    </p:set>
                                    <p:anim calcmode="lin" valueType="num">
                                      <p:cBhvr>
                                        <p:cTn id="243" dur="1000" fill="hold"/>
                                        <p:tgtEl>
                                          <p:spTgt spid="120"/>
                                        </p:tgtEl>
                                        <p:attrNameLst>
                                          <p:attrName>ppt_w</p:attrName>
                                        </p:attrNameLst>
                                      </p:cBhvr>
                                      <p:tavLst>
                                        <p:tav tm="0">
                                          <p:val>
                                            <p:fltVal val="0"/>
                                          </p:val>
                                        </p:tav>
                                        <p:tav tm="100000">
                                          <p:val>
                                            <p:strVal val="#ppt_w"/>
                                          </p:val>
                                        </p:tav>
                                      </p:tavLst>
                                    </p:anim>
                                    <p:anim calcmode="lin" valueType="num">
                                      <p:cBhvr>
                                        <p:cTn id="244" dur="1000" fill="hold"/>
                                        <p:tgtEl>
                                          <p:spTgt spid="120"/>
                                        </p:tgtEl>
                                        <p:attrNameLst>
                                          <p:attrName>ppt_h</p:attrName>
                                        </p:attrNameLst>
                                      </p:cBhvr>
                                      <p:tavLst>
                                        <p:tav tm="0">
                                          <p:val>
                                            <p:fltVal val="0"/>
                                          </p:val>
                                        </p:tav>
                                        <p:tav tm="100000">
                                          <p:val>
                                            <p:strVal val="#ppt_h"/>
                                          </p:val>
                                        </p:tav>
                                      </p:tavLst>
                                    </p:anim>
                                    <p:anim calcmode="lin" valueType="num">
                                      <p:cBhvr>
                                        <p:cTn id="245" dur="1000" fill="hold"/>
                                        <p:tgtEl>
                                          <p:spTgt spid="120"/>
                                        </p:tgtEl>
                                        <p:attrNameLst>
                                          <p:attrName>style.rotation</p:attrName>
                                        </p:attrNameLst>
                                      </p:cBhvr>
                                      <p:tavLst>
                                        <p:tav tm="0">
                                          <p:val>
                                            <p:fltVal val="90"/>
                                          </p:val>
                                        </p:tav>
                                        <p:tav tm="100000">
                                          <p:val>
                                            <p:fltVal val="0"/>
                                          </p:val>
                                        </p:tav>
                                      </p:tavLst>
                                    </p:anim>
                                    <p:animEffect transition="in" filter="fade">
                                      <p:cBhvr>
                                        <p:cTn id="246" dur="1000"/>
                                        <p:tgtEl>
                                          <p:spTgt spid="120"/>
                                        </p:tgtEl>
                                      </p:cBhvr>
                                    </p:animEffect>
                                  </p:childTnLst>
                                </p:cTn>
                              </p:par>
                            </p:childTnLst>
                          </p:cTn>
                        </p:par>
                        <p:par>
                          <p:cTn id="247" fill="hold">
                            <p:stCondLst>
                              <p:cond delay="1000"/>
                            </p:stCondLst>
                            <p:childTnLst>
                              <p:par>
                                <p:cTn id="248" presetID="6" presetClass="emph" presetSubtype="0" autoRev="1" fill="hold" grpId="1" nodeType="afterEffect">
                                  <p:stCondLst>
                                    <p:cond delay="0"/>
                                  </p:stCondLst>
                                  <p:childTnLst>
                                    <p:animScale>
                                      <p:cBhvr>
                                        <p:cTn id="249" dur="500" fill="hold"/>
                                        <p:tgtEl>
                                          <p:spTgt spid="74"/>
                                        </p:tgtEl>
                                      </p:cBhvr>
                                      <p:by x="150000" y="150000"/>
                                    </p:animScale>
                                  </p:childTnLst>
                                </p:cTn>
                              </p:par>
                              <p:par>
                                <p:cTn id="250" presetID="3" presetClass="emph" presetSubtype="2" fill="hold" grpId="2" nodeType="withEffect">
                                  <p:stCondLst>
                                    <p:cond delay="0"/>
                                  </p:stCondLst>
                                  <p:childTnLst>
                                    <p:animClr clrSpc="rgb" dir="cw">
                                      <p:cBhvr override="childStyle">
                                        <p:cTn id="251" dur="500" fill="hold"/>
                                        <p:tgtEl>
                                          <p:spTgt spid="74"/>
                                        </p:tgtEl>
                                        <p:attrNameLst>
                                          <p:attrName>style.color</p:attrName>
                                        </p:attrNameLst>
                                      </p:cBhvr>
                                      <p:to>
                                        <a:srgbClr val="002060"/>
                                      </p:to>
                                    </p:animClr>
                                  </p:childTnLst>
                                </p:cTn>
                              </p:par>
                            </p:childTnLst>
                          </p:cTn>
                        </p:par>
                        <p:par>
                          <p:cTn id="252" fill="hold">
                            <p:stCondLst>
                              <p:cond delay="2000"/>
                            </p:stCondLst>
                            <p:childTnLst>
                              <p:par>
                                <p:cTn id="253" presetID="6" presetClass="emph" presetSubtype="0" autoRev="1" fill="hold" grpId="1" nodeType="afterEffect">
                                  <p:stCondLst>
                                    <p:cond delay="0"/>
                                  </p:stCondLst>
                                  <p:childTnLst>
                                    <p:animScale>
                                      <p:cBhvr>
                                        <p:cTn id="254" dur="500" fill="hold"/>
                                        <p:tgtEl>
                                          <p:spTgt spid="6"/>
                                        </p:tgtEl>
                                      </p:cBhvr>
                                      <p:by x="150000" y="150000"/>
                                    </p:animScale>
                                  </p:childTnLst>
                                </p:cTn>
                              </p:par>
                            </p:childTnLst>
                          </p:cTn>
                        </p:par>
                        <p:par>
                          <p:cTn id="255" fill="hold">
                            <p:stCondLst>
                              <p:cond delay="3000"/>
                            </p:stCondLst>
                            <p:childTnLst>
                              <p:par>
                                <p:cTn id="256" presetID="22" presetClass="exit" presetSubtype="1" fill="hold" nodeType="afterEffect">
                                  <p:stCondLst>
                                    <p:cond delay="0"/>
                                  </p:stCondLst>
                                  <p:childTnLst>
                                    <p:animEffect transition="out" filter="wipe(up)">
                                      <p:cBhvr>
                                        <p:cTn id="257" dur="500"/>
                                        <p:tgtEl>
                                          <p:spTgt spid="91"/>
                                        </p:tgtEl>
                                      </p:cBhvr>
                                    </p:animEffect>
                                    <p:set>
                                      <p:cBhvr>
                                        <p:cTn id="258" dur="1" fill="hold">
                                          <p:stCondLst>
                                            <p:cond delay="499"/>
                                          </p:stCondLst>
                                        </p:cTn>
                                        <p:tgtEl>
                                          <p:spTgt spid="91"/>
                                        </p:tgtEl>
                                        <p:attrNameLst>
                                          <p:attrName>style.visibility</p:attrName>
                                        </p:attrNameLst>
                                      </p:cBhvr>
                                      <p:to>
                                        <p:strVal val="hidden"/>
                                      </p:to>
                                    </p:set>
                                  </p:childTnLst>
                                </p:cTn>
                              </p:par>
                              <p:par>
                                <p:cTn id="259" presetID="22" presetClass="entr" presetSubtype="8" fill="hold" nodeType="withEffect">
                                  <p:stCondLst>
                                    <p:cond delay="0"/>
                                  </p:stCondLst>
                                  <p:childTnLst>
                                    <p:set>
                                      <p:cBhvr>
                                        <p:cTn id="260" dur="1" fill="hold">
                                          <p:stCondLst>
                                            <p:cond delay="0"/>
                                          </p:stCondLst>
                                        </p:cTn>
                                        <p:tgtEl>
                                          <p:spTgt spid="93"/>
                                        </p:tgtEl>
                                        <p:attrNameLst>
                                          <p:attrName>style.visibility</p:attrName>
                                        </p:attrNameLst>
                                      </p:cBhvr>
                                      <p:to>
                                        <p:strVal val="visible"/>
                                      </p:to>
                                    </p:set>
                                    <p:animEffect transition="in" filter="wipe(left)">
                                      <p:cBhvr>
                                        <p:cTn id="261" dur="500"/>
                                        <p:tgtEl>
                                          <p:spTgt spid="93"/>
                                        </p:tgtEl>
                                      </p:cBhvr>
                                    </p:animEffect>
                                  </p:childTnLst>
                                </p:cTn>
                              </p:par>
                            </p:childTnLst>
                          </p:cTn>
                        </p:par>
                      </p:childTnLst>
                    </p:cTn>
                  </p:par>
                  <p:par>
                    <p:cTn id="262" fill="hold">
                      <p:stCondLst>
                        <p:cond delay="indefinite"/>
                      </p:stCondLst>
                      <p:childTnLst>
                        <p:par>
                          <p:cTn id="263" fill="hold">
                            <p:stCondLst>
                              <p:cond delay="0"/>
                            </p:stCondLst>
                            <p:childTnLst>
                              <p:par>
                                <p:cTn id="264" presetID="6" presetClass="emph" presetSubtype="0" autoRev="1" fill="hold" grpId="2" nodeType="clickEffect">
                                  <p:stCondLst>
                                    <p:cond delay="0"/>
                                  </p:stCondLst>
                                  <p:childTnLst>
                                    <p:animScale>
                                      <p:cBhvr>
                                        <p:cTn id="265" dur="500" fill="hold"/>
                                        <p:tgtEl>
                                          <p:spTgt spid="29"/>
                                        </p:tgtEl>
                                      </p:cBhvr>
                                      <p:by x="150000" y="150000"/>
                                    </p:animScale>
                                  </p:childTnLst>
                                </p:cTn>
                              </p:par>
                            </p:childTnLst>
                          </p:cTn>
                        </p:par>
                        <p:par>
                          <p:cTn id="266" fill="hold">
                            <p:stCondLst>
                              <p:cond delay="1000"/>
                            </p:stCondLst>
                            <p:childTnLst>
                              <p:par>
                                <p:cTn id="267" presetID="22" presetClass="exit" presetSubtype="1" fill="hold" nodeType="afterEffect">
                                  <p:stCondLst>
                                    <p:cond delay="0"/>
                                  </p:stCondLst>
                                  <p:childTnLst>
                                    <p:animEffect transition="out" filter="wipe(up)">
                                      <p:cBhvr>
                                        <p:cTn id="268" dur="500"/>
                                        <p:tgtEl>
                                          <p:spTgt spid="93"/>
                                        </p:tgtEl>
                                      </p:cBhvr>
                                    </p:animEffect>
                                    <p:set>
                                      <p:cBhvr>
                                        <p:cTn id="269" dur="1" fill="hold">
                                          <p:stCondLst>
                                            <p:cond delay="499"/>
                                          </p:stCondLst>
                                        </p:cTn>
                                        <p:tgtEl>
                                          <p:spTgt spid="93"/>
                                        </p:tgtEl>
                                        <p:attrNameLst>
                                          <p:attrName>style.visibility</p:attrName>
                                        </p:attrNameLst>
                                      </p:cBhvr>
                                      <p:to>
                                        <p:strVal val="hidden"/>
                                      </p:to>
                                    </p:set>
                                  </p:childTnLst>
                                </p:cTn>
                              </p:par>
                              <p:par>
                                <p:cTn id="270" presetID="22" presetClass="entr" presetSubtype="8" fill="hold" nodeType="withEffect">
                                  <p:stCondLst>
                                    <p:cond delay="0"/>
                                  </p:stCondLst>
                                  <p:childTnLst>
                                    <p:set>
                                      <p:cBhvr>
                                        <p:cTn id="271" dur="1" fill="hold">
                                          <p:stCondLst>
                                            <p:cond delay="0"/>
                                          </p:stCondLst>
                                        </p:cTn>
                                        <p:tgtEl>
                                          <p:spTgt spid="97"/>
                                        </p:tgtEl>
                                        <p:attrNameLst>
                                          <p:attrName>style.visibility</p:attrName>
                                        </p:attrNameLst>
                                      </p:cBhvr>
                                      <p:to>
                                        <p:strVal val="visible"/>
                                      </p:to>
                                    </p:set>
                                    <p:animEffect transition="in" filter="wipe(left)">
                                      <p:cBhvr>
                                        <p:cTn id="272" dur="500"/>
                                        <p:tgtEl>
                                          <p:spTgt spid="97"/>
                                        </p:tgtEl>
                                      </p:cBhvr>
                                    </p:animEffect>
                                  </p:childTnLst>
                                </p:cTn>
                              </p:par>
                            </p:childTnLst>
                          </p:cTn>
                        </p:par>
                      </p:childTnLst>
                    </p:cTn>
                  </p:par>
                  <p:par>
                    <p:cTn id="273" fill="hold">
                      <p:stCondLst>
                        <p:cond delay="indefinite"/>
                      </p:stCondLst>
                      <p:childTnLst>
                        <p:par>
                          <p:cTn id="274" fill="hold">
                            <p:stCondLst>
                              <p:cond delay="0"/>
                            </p:stCondLst>
                            <p:childTnLst>
                              <p:par>
                                <p:cTn id="275" presetID="31" presetClass="entr" presetSubtype="0" fill="hold" grpId="0" nodeType="clickEffect">
                                  <p:stCondLst>
                                    <p:cond delay="0"/>
                                  </p:stCondLst>
                                  <p:childTnLst>
                                    <p:set>
                                      <p:cBhvr>
                                        <p:cTn id="276" dur="1" fill="hold">
                                          <p:stCondLst>
                                            <p:cond delay="0"/>
                                          </p:stCondLst>
                                        </p:cTn>
                                        <p:tgtEl>
                                          <p:spTgt spid="96"/>
                                        </p:tgtEl>
                                        <p:attrNameLst>
                                          <p:attrName>style.visibility</p:attrName>
                                        </p:attrNameLst>
                                      </p:cBhvr>
                                      <p:to>
                                        <p:strVal val="visible"/>
                                      </p:to>
                                    </p:set>
                                    <p:anim calcmode="lin" valueType="num">
                                      <p:cBhvr>
                                        <p:cTn id="277" dur="1000" fill="hold"/>
                                        <p:tgtEl>
                                          <p:spTgt spid="96"/>
                                        </p:tgtEl>
                                        <p:attrNameLst>
                                          <p:attrName>ppt_w</p:attrName>
                                        </p:attrNameLst>
                                      </p:cBhvr>
                                      <p:tavLst>
                                        <p:tav tm="0">
                                          <p:val>
                                            <p:fltVal val="0"/>
                                          </p:val>
                                        </p:tav>
                                        <p:tav tm="100000">
                                          <p:val>
                                            <p:strVal val="#ppt_w"/>
                                          </p:val>
                                        </p:tav>
                                      </p:tavLst>
                                    </p:anim>
                                    <p:anim calcmode="lin" valueType="num">
                                      <p:cBhvr>
                                        <p:cTn id="278" dur="1000" fill="hold"/>
                                        <p:tgtEl>
                                          <p:spTgt spid="96"/>
                                        </p:tgtEl>
                                        <p:attrNameLst>
                                          <p:attrName>ppt_h</p:attrName>
                                        </p:attrNameLst>
                                      </p:cBhvr>
                                      <p:tavLst>
                                        <p:tav tm="0">
                                          <p:val>
                                            <p:fltVal val="0"/>
                                          </p:val>
                                        </p:tav>
                                        <p:tav tm="100000">
                                          <p:val>
                                            <p:strVal val="#ppt_h"/>
                                          </p:val>
                                        </p:tav>
                                      </p:tavLst>
                                    </p:anim>
                                    <p:anim calcmode="lin" valueType="num">
                                      <p:cBhvr>
                                        <p:cTn id="279" dur="1000" fill="hold"/>
                                        <p:tgtEl>
                                          <p:spTgt spid="96"/>
                                        </p:tgtEl>
                                        <p:attrNameLst>
                                          <p:attrName>style.rotation</p:attrName>
                                        </p:attrNameLst>
                                      </p:cBhvr>
                                      <p:tavLst>
                                        <p:tav tm="0">
                                          <p:val>
                                            <p:fltVal val="90"/>
                                          </p:val>
                                        </p:tav>
                                        <p:tav tm="100000">
                                          <p:val>
                                            <p:fltVal val="0"/>
                                          </p:val>
                                        </p:tav>
                                      </p:tavLst>
                                    </p:anim>
                                    <p:animEffect transition="in" filter="fade">
                                      <p:cBhvr>
                                        <p:cTn id="280" dur="1000"/>
                                        <p:tgtEl>
                                          <p:spTgt spid="96"/>
                                        </p:tgtEl>
                                      </p:cBhvr>
                                    </p:animEffect>
                                  </p:childTnLst>
                                </p:cTn>
                              </p:par>
                              <p:par>
                                <p:cTn id="281" presetID="10" presetClass="exit" presetSubtype="0" fill="hold" grpId="1" nodeType="withEffect">
                                  <p:stCondLst>
                                    <p:cond delay="0"/>
                                  </p:stCondLst>
                                  <p:childTnLst>
                                    <p:animEffect transition="out" filter="fade">
                                      <p:cBhvr>
                                        <p:cTn id="282" dur="500"/>
                                        <p:tgtEl>
                                          <p:spTgt spid="29"/>
                                        </p:tgtEl>
                                      </p:cBhvr>
                                    </p:animEffect>
                                    <p:set>
                                      <p:cBhvr>
                                        <p:cTn id="283" dur="1" fill="hold">
                                          <p:stCondLst>
                                            <p:cond delay="499"/>
                                          </p:stCondLst>
                                        </p:cTn>
                                        <p:tgtEl>
                                          <p:spTgt spid="29"/>
                                        </p:tgtEl>
                                        <p:attrNameLst>
                                          <p:attrName>style.visibility</p:attrName>
                                        </p:attrNameLst>
                                      </p:cBhvr>
                                      <p:to>
                                        <p:strVal val="hidden"/>
                                      </p:to>
                                    </p:set>
                                  </p:childTnLst>
                                </p:cTn>
                              </p:par>
                            </p:childTnLst>
                          </p:cTn>
                        </p:par>
                        <p:par>
                          <p:cTn id="284" fill="hold">
                            <p:stCondLst>
                              <p:cond delay="1000"/>
                            </p:stCondLst>
                            <p:childTnLst>
                              <p:par>
                                <p:cTn id="285" presetID="1" presetClass="emph" presetSubtype="2" fill="hold" nodeType="afterEffect">
                                  <p:stCondLst>
                                    <p:cond delay="0"/>
                                  </p:stCondLst>
                                  <p:childTnLst>
                                    <p:animClr clrSpc="rgb" dir="cw">
                                      <p:cBhvr>
                                        <p:cTn id="286" dur="500" fill="hold"/>
                                        <p:tgtEl>
                                          <p:spTgt spid="6"/>
                                        </p:tgtEl>
                                        <p:attrNameLst>
                                          <p:attrName>fillcolor</p:attrName>
                                        </p:attrNameLst>
                                      </p:cBhvr>
                                      <p:to>
                                        <a:srgbClr val="FFF2CC"/>
                                      </p:to>
                                    </p:animClr>
                                    <p:set>
                                      <p:cBhvr>
                                        <p:cTn id="287" dur="500" fill="hold"/>
                                        <p:tgtEl>
                                          <p:spTgt spid="6"/>
                                        </p:tgtEl>
                                        <p:attrNameLst>
                                          <p:attrName>fill.type</p:attrName>
                                        </p:attrNameLst>
                                      </p:cBhvr>
                                      <p:to>
                                        <p:strVal val="solid"/>
                                      </p:to>
                                    </p:set>
                                    <p:set>
                                      <p:cBhvr>
                                        <p:cTn id="288" dur="500" fill="hold"/>
                                        <p:tgtEl>
                                          <p:spTgt spid="6"/>
                                        </p:tgtEl>
                                        <p:attrNameLst>
                                          <p:attrName>fill.on</p:attrName>
                                        </p:attrNameLst>
                                      </p:cBhvr>
                                      <p:to>
                                        <p:strVal val="true"/>
                                      </p:to>
                                    </p:set>
                                  </p:childTnLst>
                                </p:cTn>
                              </p:par>
                            </p:childTnLst>
                          </p:cTn>
                        </p:par>
                        <p:par>
                          <p:cTn id="289" fill="hold">
                            <p:stCondLst>
                              <p:cond delay="1500"/>
                            </p:stCondLst>
                            <p:childTnLst>
                              <p:par>
                                <p:cTn id="290" presetID="1" presetClass="entr" presetSubtype="0" fill="hold" grpId="0" nodeType="afterEffect">
                                  <p:stCondLst>
                                    <p:cond delay="0"/>
                                  </p:stCondLst>
                                  <p:childTnLst>
                                    <p:set>
                                      <p:cBhvr>
                                        <p:cTn id="291" dur="1" fill="hold">
                                          <p:stCondLst>
                                            <p:cond delay="0"/>
                                          </p:stCondLst>
                                        </p:cTn>
                                        <p:tgtEl>
                                          <p:spTgt spid="90"/>
                                        </p:tgtEl>
                                        <p:attrNameLst>
                                          <p:attrName>style.visibility</p:attrName>
                                        </p:attrNameLst>
                                      </p:cBhvr>
                                      <p:to>
                                        <p:strVal val="visible"/>
                                      </p:to>
                                    </p:set>
                                  </p:childTnLst>
                                </p:cTn>
                              </p:par>
                            </p:childTnLst>
                          </p:cTn>
                        </p:par>
                        <p:par>
                          <p:cTn id="292" fill="hold">
                            <p:stCondLst>
                              <p:cond delay="1500"/>
                            </p:stCondLst>
                            <p:childTnLst>
                              <p:par>
                                <p:cTn id="293" presetID="42" presetClass="path" presetSubtype="0" accel="50000" decel="50000" fill="hold" grpId="1" nodeType="afterEffect">
                                  <p:stCondLst>
                                    <p:cond delay="0"/>
                                  </p:stCondLst>
                                  <p:childTnLst>
                                    <p:animMotion origin="layout" path="M 2.70833E-6 -4.44444E-6 L 0.06263 0.26181 " pathEditMode="relative" rAng="0" ptsTypes="AA">
                                      <p:cBhvr>
                                        <p:cTn id="294" dur="1000" fill="hold"/>
                                        <p:tgtEl>
                                          <p:spTgt spid="90"/>
                                        </p:tgtEl>
                                        <p:attrNameLst>
                                          <p:attrName>ppt_x</p:attrName>
                                          <p:attrName>ppt_y</p:attrName>
                                        </p:attrNameLst>
                                      </p:cBhvr>
                                      <p:rCtr x="3125" y="13079"/>
                                    </p:animMotion>
                                  </p:childTnLst>
                                </p:cTn>
                              </p:par>
                              <p:par>
                                <p:cTn id="295" presetID="22" presetClass="entr" presetSubtype="8" fill="hold" grpId="0" nodeType="withEffect">
                                  <p:stCondLst>
                                    <p:cond delay="0"/>
                                  </p:stCondLst>
                                  <p:childTnLst>
                                    <p:set>
                                      <p:cBhvr>
                                        <p:cTn id="296" dur="1" fill="hold">
                                          <p:stCondLst>
                                            <p:cond delay="0"/>
                                          </p:stCondLst>
                                        </p:cTn>
                                        <p:tgtEl>
                                          <p:spTgt spid="58"/>
                                        </p:tgtEl>
                                        <p:attrNameLst>
                                          <p:attrName>style.visibility</p:attrName>
                                        </p:attrNameLst>
                                      </p:cBhvr>
                                      <p:to>
                                        <p:strVal val="visible"/>
                                      </p:to>
                                    </p:set>
                                    <p:animEffect transition="in" filter="wipe(left)">
                                      <p:cBhvr>
                                        <p:cTn id="297" dur="500"/>
                                        <p:tgtEl>
                                          <p:spTgt spid="58"/>
                                        </p:tgtEl>
                                      </p:cBhvr>
                                    </p:animEffect>
                                  </p:childTnLst>
                                </p:cTn>
                              </p:par>
                            </p:childTnLst>
                          </p:cTn>
                        </p:par>
                        <p:par>
                          <p:cTn id="298" fill="hold">
                            <p:stCondLst>
                              <p:cond delay="2500"/>
                            </p:stCondLst>
                            <p:childTnLst>
                              <p:par>
                                <p:cTn id="299" presetID="1" presetClass="entr" presetSubtype="0" fill="hold" grpId="0" nodeType="afterEffect">
                                  <p:stCondLst>
                                    <p:cond delay="0"/>
                                  </p:stCondLst>
                                  <p:childTnLst>
                                    <p:set>
                                      <p:cBhvr>
                                        <p:cTn id="300" dur="1" fill="hold">
                                          <p:stCondLst>
                                            <p:cond delay="0"/>
                                          </p:stCondLst>
                                        </p:cTn>
                                        <p:tgtEl>
                                          <p:spTgt spid="89"/>
                                        </p:tgtEl>
                                        <p:attrNameLst>
                                          <p:attrName>style.visibility</p:attrName>
                                        </p:attrNameLst>
                                      </p:cBhvr>
                                      <p:to>
                                        <p:strVal val="visible"/>
                                      </p:to>
                                    </p:set>
                                  </p:childTnLst>
                                </p:cTn>
                              </p:par>
                            </p:childTnLst>
                          </p:cTn>
                        </p:par>
                        <p:par>
                          <p:cTn id="301" fill="hold">
                            <p:stCondLst>
                              <p:cond delay="2500"/>
                            </p:stCondLst>
                            <p:childTnLst>
                              <p:par>
                                <p:cTn id="302" presetID="22" presetClass="exit" presetSubtype="1" fill="hold" nodeType="afterEffect">
                                  <p:stCondLst>
                                    <p:cond delay="0"/>
                                  </p:stCondLst>
                                  <p:childTnLst>
                                    <p:animEffect transition="out" filter="wipe(up)">
                                      <p:cBhvr>
                                        <p:cTn id="303" dur="500"/>
                                        <p:tgtEl>
                                          <p:spTgt spid="97"/>
                                        </p:tgtEl>
                                      </p:cBhvr>
                                    </p:animEffect>
                                    <p:set>
                                      <p:cBhvr>
                                        <p:cTn id="304" dur="1" fill="hold">
                                          <p:stCondLst>
                                            <p:cond delay="499"/>
                                          </p:stCondLst>
                                        </p:cTn>
                                        <p:tgtEl>
                                          <p:spTgt spid="97"/>
                                        </p:tgtEl>
                                        <p:attrNameLst>
                                          <p:attrName>style.visibility</p:attrName>
                                        </p:attrNameLst>
                                      </p:cBhvr>
                                      <p:to>
                                        <p:strVal val="hidden"/>
                                      </p:to>
                                    </p:set>
                                  </p:childTnLst>
                                </p:cTn>
                              </p:par>
                              <p:par>
                                <p:cTn id="305" presetID="22" presetClass="entr" presetSubtype="8" fill="hold" nodeType="withEffect">
                                  <p:stCondLst>
                                    <p:cond delay="0"/>
                                  </p:stCondLst>
                                  <p:childTnLst>
                                    <p:set>
                                      <p:cBhvr>
                                        <p:cTn id="306" dur="1" fill="hold">
                                          <p:stCondLst>
                                            <p:cond delay="0"/>
                                          </p:stCondLst>
                                        </p:cTn>
                                        <p:tgtEl>
                                          <p:spTgt spid="99"/>
                                        </p:tgtEl>
                                        <p:attrNameLst>
                                          <p:attrName>style.visibility</p:attrName>
                                        </p:attrNameLst>
                                      </p:cBhvr>
                                      <p:to>
                                        <p:strVal val="visible"/>
                                      </p:to>
                                    </p:set>
                                    <p:animEffect transition="in" filter="wipe(left)">
                                      <p:cBhvr>
                                        <p:cTn id="307" dur="500"/>
                                        <p:tgtEl>
                                          <p:spTgt spid="99"/>
                                        </p:tgtEl>
                                      </p:cBhvr>
                                    </p:animEffect>
                                  </p:childTnLst>
                                </p:cTn>
                              </p:par>
                            </p:childTnLst>
                          </p:cTn>
                        </p:par>
                      </p:childTnLst>
                    </p:cTn>
                  </p:par>
                  <p:par>
                    <p:cTn id="308" fill="hold">
                      <p:stCondLst>
                        <p:cond delay="indefinite"/>
                      </p:stCondLst>
                      <p:childTnLst>
                        <p:par>
                          <p:cTn id="309" fill="hold">
                            <p:stCondLst>
                              <p:cond delay="0"/>
                            </p:stCondLst>
                            <p:childTnLst>
                              <p:par>
                                <p:cTn id="310" presetID="35" presetClass="path" presetSubtype="0" accel="50000" decel="50000" fill="hold" grpId="2" nodeType="clickEffect">
                                  <p:stCondLst>
                                    <p:cond delay="0"/>
                                  </p:stCondLst>
                                  <p:childTnLst>
                                    <p:animMotion origin="layout" path="M 0.06263 0.26181 L -0.04636 0.26181 " pathEditMode="relative" rAng="0" ptsTypes="AA">
                                      <p:cBhvr>
                                        <p:cTn id="311" dur="1000" fill="hold"/>
                                        <p:tgtEl>
                                          <p:spTgt spid="90"/>
                                        </p:tgtEl>
                                        <p:attrNameLst>
                                          <p:attrName>ppt_x</p:attrName>
                                          <p:attrName>ppt_y</p:attrName>
                                        </p:attrNameLst>
                                      </p:cBhvr>
                                      <p:rCtr x="-5456" y="0"/>
                                    </p:animMotion>
                                  </p:childTnLst>
                                </p:cTn>
                              </p:par>
                            </p:childTnLst>
                          </p:cTn>
                        </p:par>
                        <p:par>
                          <p:cTn id="312" fill="hold">
                            <p:stCondLst>
                              <p:cond delay="1000"/>
                            </p:stCondLst>
                            <p:childTnLst>
                              <p:par>
                                <p:cTn id="313" presetID="22" presetClass="exit" presetSubtype="1" fill="hold" nodeType="afterEffect">
                                  <p:stCondLst>
                                    <p:cond delay="0"/>
                                  </p:stCondLst>
                                  <p:childTnLst>
                                    <p:animEffect transition="out" filter="wipe(up)">
                                      <p:cBhvr>
                                        <p:cTn id="314" dur="500"/>
                                        <p:tgtEl>
                                          <p:spTgt spid="99"/>
                                        </p:tgtEl>
                                      </p:cBhvr>
                                    </p:animEffect>
                                    <p:set>
                                      <p:cBhvr>
                                        <p:cTn id="315" dur="1" fill="hold">
                                          <p:stCondLst>
                                            <p:cond delay="499"/>
                                          </p:stCondLst>
                                        </p:cTn>
                                        <p:tgtEl>
                                          <p:spTgt spid="99"/>
                                        </p:tgtEl>
                                        <p:attrNameLst>
                                          <p:attrName>style.visibility</p:attrName>
                                        </p:attrNameLst>
                                      </p:cBhvr>
                                      <p:to>
                                        <p:strVal val="hidden"/>
                                      </p:to>
                                    </p:set>
                                  </p:childTnLst>
                                </p:cTn>
                              </p:par>
                            </p:childTnLst>
                          </p:cTn>
                        </p:par>
                        <p:par>
                          <p:cTn id="316" fill="hold">
                            <p:stCondLst>
                              <p:cond delay="1500"/>
                            </p:stCondLst>
                            <p:childTnLst>
                              <p:par>
                                <p:cTn id="317" presetID="22" presetClass="entr" presetSubtype="8" fill="hold" nodeType="afterEffect">
                                  <p:stCondLst>
                                    <p:cond delay="0"/>
                                  </p:stCondLst>
                                  <p:childTnLst>
                                    <p:set>
                                      <p:cBhvr>
                                        <p:cTn id="318" dur="1" fill="hold">
                                          <p:stCondLst>
                                            <p:cond delay="0"/>
                                          </p:stCondLst>
                                        </p:cTn>
                                        <p:tgtEl>
                                          <p:spTgt spid="101"/>
                                        </p:tgtEl>
                                        <p:attrNameLst>
                                          <p:attrName>style.visibility</p:attrName>
                                        </p:attrNameLst>
                                      </p:cBhvr>
                                      <p:to>
                                        <p:strVal val="visible"/>
                                      </p:to>
                                    </p:set>
                                    <p:animEffect transition="in" filter="wipe(left)">
                                      <p:cBhvr>
                                        <p:cTn id="319" dur="500"/>
                                        <p:tgtEl>
                                          <p:spTgt spid="101"/>
                                        </p:tgtEl>
                                      </p:cBhvr>
                                    </p:animEffect>
                                  </p:childTnLst>
                                </p:cTn>
                              </p:par>
                            </p:childTnLst>
                          </p:cTn>
                        </p:par>
                      </p:childTnLst>
                    </p:cTn>
                  </p:par>
                  <p:par>
                    <p:cTn id="320" fill="hold">
                      <p:stCondLst>
                        <p:cond delay="indefinite"/>
                      </p:stCondLst>
                      <p:childTnLst>
                        <p:par>
                          <p:cTn id="321" fill="hold">
                            <p:stCondLst>
                              <p:cond delay="0"/>
                            </p:stCondLst>
                            <p:childTnLst>
                              <p:par>
                                <p:cTn id="322" presetID="22" presetClass="exit" presetSubtype="1" fill="hold" nodeType="clickEffect">
                                  <p:stCondLst>
                                    <p:cond delay="0"/>
                                  </p:stCondLst>
                                  <p:childTnLst>
                                    <p:animEffect transition="out" filter="wipe(up)">
                                      <p:cBhvr>
                                        <p:cTn id="323" dur="500"/>
                                        <p:tgtEl>
                                          <p:spTgt spid="101"/>
                                        </p:tgtEl>
                                      </p:cBhvr>
                                    </p:animEffect>
                                    <p:set>
                                      <p:cBhvr>
                                        <p:cTn id="324" dur="1" fill="hold">
                                          <p:stCondLst>
                                            <p:cond delay="499"/>
                                          </p:stCondLst>
                                        </p:cTn>
                                        <p:tgtEl>
                                          <p:spTgt spid="101"/>
                                        </p:tgtEl>
                                        <p:attrNameLst>
                                          <p:attrName>style.visibility</p:attrName>
                                        </p:attrNameLst>
                                      </p:cBhvr>
                                      <p:to>
                                        <p:strVal val="hidden"/>
                                      </p:to>
                                    </p:set>
                                  </p:childTnLst>
                                </p:cTn>
                              </p:par>
                            </p:childTnLst>
                          </p:cTn>
                        </p:par>
                        <p:par>
                          <p:cTn id="325" fill="hold">
                            <p:stCondLst>
                              <p:cond delay="500"/>
                            </p:stCondLst>
                            <p:childTnLst>
                              <p:par>
                                <p:cTn id="326" presetID="22" presetClass="entr" presetSubtype="8" fill="hold" nodeType="afterEffect">
                                  <p:stCondLst>
                                    <p:cond delay="0"/>
                                  </p:stCondLst>
                                  <p:childTnLst>
                                    <p:set>
                                      <p:cBhvr>
                                        <p:cTn id="327" dur="1" fill="hold">
                                          <p:stCondLst>
                                            <p:cond delay="0"/>
                                          </p:stCondLst>
                                        </p:cTn>
                                        <p:tgtEl>
                                          <p:spTgt spid="30"/>
                                        </p:tgtEl>
                                        <p:attrNameLst>
                                          <p:attrName>style.visibility</p:attrName>
                                        </p:attrNameLst>
                                      </p:cBhvr>
                                      <p:to>
                                        <p:strVal val="visible"/>
                                      </p:to>
                                    </p:set>
                                    <p:animEffect transition="in" filter="wipe(left)">
                                      <p:cBhvr>
                                        <p:cTn id="328" dur="500"/>
                                        <p:tgtEl>
                                          <p:spTgt spid="30"/>
                                        </p:tgtEl>
                                      </p:cBhvr>
                                    </p:animEffect>
                                  </p:childTnLst>
                                </p:cTn>
                              </p:par>
                            </p:childTnLst>
                          </p:cTn>
                        </p:par>
                      </p:childTnLst>
                    </p:cTn>
                  </p:par>
                  <p:par>
                    <p:cTn id="329" fill="hold">
                      <p:stCondLst>
                        <p:cond delay="indefinite"/>
                      </p:stCondLst>
                      <p:childTnLst>
                        <p:par>
                          <p:cTn id="330" fill="hold">
                            <p:stCondLst>
                              <p:cond delay="0"/>
                            </p:stCondLst>
                            <p:childTnLst>
                              <p:par>
                                <p:cTn id="331" presetID="35" presetClass="path" presetSubtype="0" accel="50000" decel="50000" fill="hold" grpId="3" nodeType="clickEffect">
                                  <p:stCondLst>
                                    <p:cond delay="0"/>
                                  </p:stCondLst>
                                  <p:childTnLst>
                                    <p:animMotion origin="layout" path="M -0.04636 0.26181 L -0.15 0.19237 " pathEditMode="relative" rAng="0" ptsTypes="AA">
                                      <p:cBhvr>
                                        <p:cTn id="332" dur="1000" fill="hold"/>
                                        <p:tgtEl>
                                          <p:spTgt spid="90"/>
                                        </p:tgtEl>
                                        <p:attrNameLst>
                                          <p:attrName>ppt_x</p:attrName>
                                          <p:attrName>ppt_y</p:attrName>
                                        </p:attrNameLst>
                                      </p:cBhvr>
                                      <p:rCtr x="-5182" y="-3472"/>
                                    </p:animMotion>
                                  </p:childTnLst>
                                </p:cTn>
                              </p:par>
                            </p:childTnLst>
                          </p:cTn>
                        </p:par>
                        <p:par>
                          <p:cTn id="333" fill="hold">
                            <p:stCondLst>
                              <p:cond delay="1000"/>
                            </p:stCondLst>
                            <p:childTnLst>
                              <p:par>
                                <p:cTn id="334" presetID="22" presetClass="exit" presetSubtype="1" fill="hold" nodeType="afterEffect">
                                  <p:stCondLst>
                                    <p:cond delay="0"/>
                                  </p:stCondLst>
                                  <p:childTnLst>
                                    <p:animEffect transition="out" filter="wipe(up)">
                                      <p:cBhvr>
                                        <p:cTn id="335" dur="500"/>
                                        <p:tgtEl>
                                          <p:spTgt spid="30"/>
                                        </p:tgtEl>
                                      </p:cBhvr>
                                    </p:animEffect>
                                    <p:set>
                                      <p:cBhvr>
                                        <p:cTn id="336" dur="1" fill="hold">
                                          <p:stCondLst>
                                            <p:cond delay="499"/>
                                          </p:stCondLst>
                                        </p:cTn>
                                        <p:tgtEl>
                                          <p:spTgt spid="30"/>
                                        </p:tgtEl>
                                        <p:attrNameLst>
                                          <p:attrName>style.visibility</p:attrName>
                                        </p:attrNameLst>
                                      </p:cBhvr>
                                      <p:to>
                                        <p:strVal val="hidden"/>
                                      </p:to>
                                    </p:set>
                                  </p:childTnLst>
                                </p:cTn>
                              </p:par>
                            </p:childTnLst>
                          </p:cTn>
                        </p:par>
                        <p:par>
                          <p:cTn id="337" fill="hold">
                            <p:stCondLst>
                              <p:cond delay="1500"/>
                            </p:stCondLst>
                            <p:childTnLst>
                              <p:par>
                                <p:cTn id="338" presetID="22" presetClass="entr" presetSubtype="8" fill="hold" nodeType="afterEffect">
                                  <p:stCondLst>
                                    <p:cond delay="0"/>
                                  </p:stCondLst>
                                  <p:childTnLst>
                                    <p:set>
                                      <p:cBhvr>
                                        <p:cTn id="339" dur="1" fill="hold">
                                          <p:stCondLst>
                                            <p:cond delay="0"/>
                                          </p:stCondLst>
                                        </p:cTn>
                                        <p:tgtEl>
                                          <p:spTgt spid="104"/>
                                        </p:tgtEl>
                                        <p:attrNameLst>
                                          <p:attrName>style.visibility</p:attrName>
                                        </p:attrNameLst>
                                      </p:cBhvr>
                                      <p:to>
                                        <p:strVal val="visible"/>
                                      </p:to>
                                    </p:set>
                                    <p:animEffect transition="in" filter="wipe(left)">
                                      <p:cBhvr>
                                        <p:cTn id="340" dur="500"/>
                                        <p:tgtEl>
                                          <p:spTgt spid="104"/>
                                        </p:tgtEl>
                                      </p:cBhvr>
                                    </p:animEffect>
                                  </p:childTnLst>
                                </p:cTn>
                              </p:par>
                            </p:childTnLst>
                          </p:cTn>
                        </p:par>
                      </p:childTnLst>
                    </p:cTn>
                  </p:par>
                  <p:par>
                    <p:cTn id="341" fill="hold">
                      <p:stCondLst>
                        <p:cond delay="indefinite"/>
                      </p:stCondLst>
                      <p:childTnLst>
                        <p:par>
                          <p:cTn id="342" fill="hold">
                            <p:stCondLst>
                              <p:cond delay="0"/>
                            </p:stCondLst>
                            <p:childTnLst>
                              <p:par>
                                <p:cTn id="343" presetID="7" presetClass="emph" presetSubtype="2" fill="hold" nodeType="clickEffect">
                                  <p:stCondLst>
                                    <p:cond delay="0"/>
                                  </p:stCondLst>
                                  <p:childTnLst>
                                    <p:animClr clrSpc="rgb" dir="cw">
                                      <p:cBhvr>
                                        <p:cTn id="344" dur="1000" fill="hold"/>
                                        <p:tgtEl>
                                          <p:spTgt spid="6"/>
                                        </p:tgtEl>
                                        <p:attrNameLst>
                                          <p:attrName>stroke.color</p:attrName>
                                        </p:attrNameLst>
                                      </p:cBhvr>
                                      <p:to>
                                        <a:srgbClr val="DA4B44"/>
                                      </p:to>
                                    </p:animClr>
                                    <p:set>
                                      <p:cBhvr>
                                        <p:cTn id="345" dur="1000" fill="hold"/>
                                        <p:tgtEl>
                                          <p:spTgt spid="6"/>
                                        </p:tgtEl>
                                        <p:attrNameLst>
                                          <p:attrName>stroke.on</p:attrName>
                                        </p:attrNameLst>
                                      </p:cBhvr>
                                      <p:to>
                                        <p:strVal val="true"/>
                                      </p:to>
                                    </p:set>
                                  </p:childTnLst>
                                </p:cTn>
                              </p:par>
                              <p:par>
                                <p:cTn id="346" presetID="3" presetClass="emph" presetSubtype="2" fill="hold" grpId="0" nodeType="withEffect">
                                  <p:stCondLst>
                                    <p:cond delay="0"/>
                                  </p:stCondLst>
                                  <p:childTnLst>
                                    <p:animClr clrSpc="rgb" dir="cw">
                                      <p:cBhvr override="childStyle">
                                        <p:cTn id="347" dur="1000" fill="hold"/>
                                        <p:tgtEl>
                                          <p:spTgt spid="6"/>
                                        </p:tgtEl>
                                        <p:attrNameLst>
                                          <p:attrName>style.color</p:attrName>
                                        </p:attrNameLst>
                                      </p:cBhvr>
                                      <p:to>
                                        <a:srgbClr val="DA4B44"/>
                                      </p:to>
                                    </p:animClr>
                                  </p:childTnLst>
                                </p:cTn>
                              </p:par>
                            </p:childTnLst>
                          </p:cTn>
                        </p:par>
                        <p:par>
                          <p:cTn id="348" fill="hold">
                            <p:stCondLst>
                              <p:cond delay="1000"/>
                            </p:stCondLst>
                            <p:childTnLst>
                              <p:par>
                                <p:cTn id="349" presetID="7" presetClass="emph" presetSubtype="2" fill="hold" nodeType="afterEffect">
                                  <p:stCondLst>
                                    <p:cond delay="0"/>
                                  </p:stCondLst>
                                  <p:childTnLst>
                                    <p:animClr clrSpc="rgb" dir="cw">
                                      <p:cBhvr>
                                        <p:cTn id="350" dur="1000" fill="hold"/>
                                        <p:tgtEl>
                                          <p:spTgt spid="17"/>
                                        </p:tgtEl>
                                        <p:attrNameLst>
                                          <p:attrName>stroke.color</p:attrName>
                                        </p:attrNameLst>
                                      </p:cBhvr>
                                      <p:to>
                                        <a:srgbClr val="A40000"/>
                                      </p:to>
                                    </p:animClr>
                                    <p:set>
                                      <p:cBhvr>
                                        <p:cTn id="351" dur="1000" fill="hold"/>
                                        <p:tgtEl>
                                          <p:spTgt spid="17"/>
                                        </p:tgtEl>
                                        <p:attrNameLst>
                                          <p:attrName>stroke.on</p:attrName>
                                        </p:attrNameLst>
                                      </p:cBhvr>
                                      <p:to>
                                        <p:strVal val="true"/>
                                      </p:to>
                                    </p:set>
                                  </p:childTnLst>
                                </p:cTn>
                              </p:par>
                            </p:childTnLst>
                          </p:cTn>
                        </p:par>
                        <p:par>
                          <p:cTn id="352" fill="hold">
                            <p:stCondLst>
                              <p:cond delay="2000"/>
                            </p:stCondLst>
                            <p:childTnLst>
                              <p:par>
                                <p:cTn id="353" presetID="6" presetClass="emph" presetSubtype="0" autoRev="1" fill="hold" grpId="0" nodeType="afterEffect">
                                  <p:stCondLst>
                                    <p:cond delay="0"/>
                                  </p:stCondLst>
                                  <p:childTnLst>
                                    <p:animScale>
                                      <p:cBhvr>
                                        <p:cTn id="354" dur="500" fill="hold"/>
                                        <p:tgtEl>
                                          <p:spTgt spid="13"/>
                                        </p:tgtEl>
                                      </p:cBhvr>
                                      <p:by x="150000" y="150000"/>
                                    </p:animScale>
                                  </p:childTnLst>
                                </p:cTn>
                              </p:par>
                            </p:childTnLst>
                          </p:cTn>
                        </p:par>
                        <p:par>
                          <p:cTn id="355" fill="hold">
                            <p:stCondLst>
                              <p:cond delay="3000"/>
                            </p:stCondLst>
                            <p:childTnLst>
                              <p:par>
                                <p:cTn id="356" presetID="22" presetClass="exit" presetSubtype="1" fill="hold" nodeType="afterEffect">
                                  <p:stCondLst>
                                    <p:cond delay="0"/>
                                  </p:stCondLst>
                                  <p:childTnLst>
                                    <p:animEffect transition="out" filter="wipe(up)">
                                      <p:cBhvr>
                                        <p:cTn id="357" dur="500"/>
                                        <p:tgtEl>
                                          <p:spTgt spid="104"/>
                                        </p:tgtEl>
                                      </p:cBhvr>
                                    </p:animEffect>
                                    <p:set>
                                      <p:cBhvr>
                                        <p:cTn id="358" dur="1" fill="hold">
                                          <p:stCondLst>
                                            <p:cond delay="499"/>
                                          </p:stCondLst>
                                        </p:cTn>
                                        <p:tgtEl>
                                          <p:spTgt spid="104"/>
                                        </p:tgtEl>
                                        <p:attrNameLst>
                                          <p:attrName>style.visibility</p:attrName>
                                        </p:attrNameLst>
                                      </p:cBhvr>
                                      <p:to>
                                        <p:strVal val="hidden"/>
                                      </p:to>
                                    </p:set>
                                  </p:childTnLst>
                                </p:cTn>
                              </p:par>
                            </p:childTnLst>
                          </p:cTn>
                        </p:par>
                        <p:par>
                          <p:cTn id="359" fill="hold">
                            <p:stCondLst>
                              <p:cond delay="3500"/>
                            </p:stCondLst>
                            <p:childTnLst>
                              <p:par>
                                <p:cTn id="360" presetID="22" presetClass="entr" presetSubtype="8" fill="hold" nodeType="afterEffect">
                                  <p:stCondLst>
                                    <p:cond delay="0"/>
                                  </p:stCondLst>
                                  <p:childTnLst>
                                    <p:set>
                                      <p:cBhvr>
                                        <p:cTn id="361" dur="1" fill="hold">
                                          <p:stCondLst>
                                            <p:cond delay="0"/>
                                          </p:stCondLst>
                                        </p:cTn>
                                        <p:tgtEl>
                                          <p:spTgt spid="106"/>
                                        </p:tgtEl>
                                        <p:attrNameLst>
                                          <p:attrName>style.visibility</p:attrName>
                                        </p:attrNameLst>
                                      </p:cBhvr>
                                      <p:to>
                                        <p:strVal val="visible"/>
                                      </p:to>
                                    </p:set>
                                    <p:animEffect transition="in" filter="wipe(left)">
                                      <p:cBhvr>
                                        <p:cTn id="362" dur="500"/>
                                        <p:tgtEl>
                                          <p:spTgt spid="106"/>
                                        </p:tgtEl>
                                      </p:cBhvr>
                                    </p:animEffect>
                                  </p:childTnLst>
                                </p:cTn>
                              </p:par>
                            </p:childTnLst>
                          </p:cTn>
                        </p:par>
                      </p:childTnLst>
                    </p:cTn>
                  </p:par>
                  <p:par>
                    <p:cTn id="363" fill="hold">
                      <p:stCondLst>
                        <p:cond delay="indefinite"/>
                      </p:stCondLst>
                      <p:childTnLst>
                        <p:par>
                          <p:cTn id="364" fill="hold">
                            <p:stCondLst>
                              <p:cond delay="0"/>
                            </p:stCondLst>
                            <p:childTnLst>
                              <p:par>
                                <p:cTn id="365" presetID="6" presetClass="emph" presetSubtype="0" autoRev="1" fill="hold" grpId="2" nodeType="clickEffect">
                                  <p:stCondLst>
                                    <p:cond delay="0"/>
                                  </p:stCondLst>
                                  <p:childTnLst>
                                    <p:animScale>
                                      <p:cBhvr>
                                        <p:cTn id="366" dur="500" fill="hold"/>
                                        <p:tgtEl>
                                          <p:spTgt spid="39"/>
                                        </p:tgtEl>
                                      </p:cBhvr>
                                      <p:by x="150000" y="150000"/>
                                    </p:animScale>
                                  </p:childTnLst>
                                </p:cTn>
                              </p:par>
                            </p:childTnLst>
                          </p:cTn>
                        </p:par>
                        <p:par>
                          <p:cTn id="367" fill="hold">
                            <p:stCondLst>
                              <p:cond delay="1000"/>
                            </p:stCondLst>
                            <p:childTnLst>
                              <p:par>
                                <p:cTn id="368" presetID="22" presetClass="exit" presetSubtype="1" fill="hold" nodeType="afterEffect">
                                  <p:stCondLst>
                                    <p:cond delay="0"/>
                                  </p:stCondLst>
                                  <p:childTnLst>
                                    <p:animEffect transition="out" filter="wipe(up)">
                                      <p:cBhvr>
                                        <p:cTn id="369" dur="500"/>
                                        <p:tgtEl>
                                          <p:spTgt spid="106"/>
                                        </p:tgtEl>
                                      </p:cBhvr>
                                    </p:animEffect>
                                    <p:set>
                                      <p:cBhvr>
                                        <p:cTn id="370" dur="1" fill="hold">
                                          <p:stCondLst>
                                            <p:cond delay="499"/>
                                          </p:stCondLst>
                                        </p:cTn>
                                        <p:tgtEl>
                                          <p:spTgt spid="106"/>
                                        </p:tgtEl>
                                        <p:attrNameLst>
                                          <p:attrName>style.visibility</p:attrName>
                                        </p:attrNameLst>
                                      </p:cBhvr>
                                      <p:to>
                                        <p:strVal val="hidden"/>
                                      </p:to>
                                    </p:set>
                                  </p:childTnLst>
                                </p:cTn>
                              </p:par>
                            </p:childTnLst>
                          </p:cTn>
                        </p:par>
                        <p:par>
                          <p:cTn id="371" fill="hold">
                            <p:stCondLst>
                              <p:cond delay="1500"/>
                            </p:stCondLst>
                            <p:childTnLst>
                              <p:par>
                                <p:cTn id="372" presetID="22" presetClass="entr" presetSubtype="8" fill="hold" nodeType="afterEffect">
                                  <p:stCondLst>
                                    <p:cond delay="0"/>
                                  </p:stCondLst>
                                  <p:childTnLst>
                                    <p:set>
                                      <p:cBhvr>
                                        <p:cTn id="373" dur="1" fill="hold">
                                          <p:stCondLst>
                                            <p:cond delay="0"/>
                                          </p:stCondLst>
                                        </p:cTn>
                                        <p:tgtEl>
                                          <p:spTgt spid="107"/>
                                        </p:tgtEl>
                                        <p:attrNameLst>
                                          <p:attrName>style.visibility</p:attrName>
                                        </p:attrNameLst>
                                      </p:cBhvr>
                                      <p:to>
                                        <p:strVal val="visible"/>
                                      </p:to>
                                    </p:set>
                                    <p:animEffect transition="in" filter="wipe(left)">
                                      <p:cBhvr>
                                        <p:cTn id="374" dur="500"/>
                                        <p:tgtEl>
                                          <p:spTgt spid="107"/>
                                        </p:tgtEl>
                                      </p:cBhvr>
                                    </p:animEffect>
                                  </p:childTnLst>
                                </p:cTn>
                              </p:par>
                            </p:childTnLst>
                          </p:cTn>
                        </p:par>
                      </p:childTnLst>
                    </p:cTn>
                  </p:par>
                  <p:par>
                    <p:cTn id="375" fill="hold">
                      <p:stCondLst>
                        <p:cond delay="indefinite"/>
                      </p:stCondLst>
                      <p:childTnLst>
                        <p:par>
                          <p:cTn id="376" fill="hold">
                            <p:stCondLst>
                              <p:cond delay="0"/>
                            </p:stCondLst>
                            <p:childTnLst>
                              <p:par>
                                <p:cTn id="377" presetID="10" presetClass="exit" presetSubtype="0" fill="hold" grpId="1" nodeType="clickEffect">
                                  <p:stCondLst>
                                    <p:cond delay="0"/>
                                  </p:stCondLst>
                                  <p:childTnLst>
                                    <p:animEffect transition="out" filter="fade">
                                      <p:cBhvr>
                                        <p:cTn id="378" dur="500"/>
                                        <p:tgtEl>
                                          <p:spTgt spid="39"/>
                                        </p:tgtEl>
                                      </p:cBhvr>
                                    </p:animEffect>
                                    <p:set>
                                      <p:cBhvr>
                                        <p:cTn id="379" dur="1" fill="hold">
                                          <p:stCondLst>
                                            <p:cond delay="499"/>
                                          </p:stCondLst>
                                        </p:cTn>
                                        <p:tgtEl>
                                          <p:spTgt spid="39"/>
                                        </p:tgtEl>
                                        <p:attrNameLst>
                                          <p:attrName>style.visibility</p:attrName>
                                        </p:attrNameLst>
                                      </p:cBhvr>
                                      <p:to>
                                        <p:strVal val="hidden"/>
                                      </p:to>
                                    </p:set>
                                  </p:childTnLst>
                                </p:cTn>
                              </p:par>
                              <p:par>
                                <p:cTn id="380" presetID="31" presetClass="entr" presetSubtype="0" fill="hold" grpId="0" nodeType="withEffect">
                                  <p:stCondLst>
                                    <p:cond delay="0"/>
                                  </p:stCondLst>
                                  <p:childTnLst>
                                    <p:set>
                                      <p:cBhvr>
                                        <p:cTn id="381" dur="1" fill="hold">
                                          <p:stCondLst>
                                            <p:cond delay="0"/>
                                          </p:stCondLst>
                                        </p:cTn>
                                        <p:tgtEl>
                                          <p:spTgt spid="111"/>
                                        </p:tgtEl>
                                        <p:attrNameLst>
                                          <p:attrName>style.visibility</p:attrName>
                                        </p:attrNameLst>
                                      </p:cBhvr>
                                      <p:to>
                                        <p:strVal val="visible"/>
                                      </p:to>
                                    </p:set>
                                    <p:anim calcmode="lin" valueType="num">
                                      <p:cBhvr>
                                        <p:cTn id="382" dur="1000" fill="hold"/>
                                        <p:tgtEl>
                                          <p:spTgt spid="111"/>
                                        </p:tgtEl>
                                        <p:attrNameLst>
                                          <p:attrName>ppt_w</p:attrName>
                                        </p:attrNameLst>
                                      </p:cBhvr>
                                      <p:tavLst>
                                        <p:tav tm="0">
                                          <p:val>
                                            <p:fltVal val="0"/>
                                          </p:val>
                                        </p:tav>
                                        <p:tav tm="100000">
                                          <p:val>
                                            <p:strVal val="#ppt_w"/>
                                          </p:val>
                                        </p:tav>
                                      </p:tavLst>
                                    </p:anim>
                                    <p:anim calcmode="lin" valueType="num">
                                      <p:cBhvr>
                                        <p:cTn id="383" dur="1000" fill="hold"/>
                                        <p:tgtEl>
                                          <p:spTgt spid="111"/>
                                        </p:tgtEl>
                                        <p:attrNameLst>
                                          <p:attrName>ppt_h</p:attrName>
                                        </p:attrNameLst>
                                      </p:cBhvr>
                                      <p:tavLst>
                                        <p:tav tm="0">
                                          <p:val>
                                            <p:fltVal val="0"/>
                                          </p:val>
                                        </p:tav>
                                        <p:tav tm="100000">
                                          <p:val>
                                            <p:strVal val="#ppt_h"/>
                                          </p:val>
                                        </p:tav>
                                      </p:tavLst>
                                    </p:anim>
                                    <p:anim calcmode="lin" valueType="num">
                                      <p:cBhvr>
                                        <p:cTn id="384" dur="1000" fill="hold"/>
                                        <p:tgtEl>
                                          <p:spTgt spid="111"/>
                                        </p:tgtEl>
                                        <p:attrNameLst>
                                          <p:attrName>style.rotation</p:attrName>
                                        </p:attrNameLst>
                                      </p:cBhvr>
                                      <p:tavLst>
                                        <p:tav tm="0">
                                          <p:val>
                                            <p:fltVal val="90"/>
                                          </p:val>
                                        </p:tav>
                                        <p:tav tm="100000">
                                          <p:val>
                                            <p:fltVal val="0"/>
                                          </p:val>
                                        </p:tav>
                                      </p:tavLst>
                                    </p:anim>
                                    <p:animEffect transition="in" filter="fade">
                                      <p:cBhvr>
                                        <p:cTn id="385" dur="1000"/>
                                        <p:tgtEl>
                                          <p:spTgt spid="111"/>
                                        </p:tgtEl>
                                      </p:cBhvr>
                                    </p:animEffect>
                                  </p:childTnLst>
                                </p:cTn>
                              </p:par>
                            </p:childTnLst>
                          </p:cTn>
                        </p:par>
                        <p:par>
                          <p:cTn id="386" fill="hold">
                            <p:stCondLst>
                              <p:cond delay="1000"/>
                            </p:stCondLst>
                            <p:childTnLst>
                              <p:par>
                                <p:cTn id="387" presetID="1" presetClass="emph" presetSubtype="2" fill="hold" nodeType="afterEffect">
                                  <p:stCondLst>
                                    <p:cond delay="0"/>
                                  </p:stCondLst>
                                  <p:childTnLst>
                                    <p:animClr clrSpc="rgb" dir="cw">
                                      <p:cBhvr>
                                        <p:cTn id="388" dur="500" fill="hold"/>
                                        <p:tgtEl>
                                          <p:spTgt spid="13"/>
                                        </p:tgtEl>
                                        <p:attrNameLst>
                                          <p:attrName>fillcolor</p:attrName>
                                        </p:attrNameLst>
                                      </p:cBhvr>
                                      <p:to>
                                        <a:srgbClr val="FFF2CC"/>
                                      </p:to>
                                    </p:animClr>
                                    <p:set>
                                      <p:cBhvr>
                                        <p:cTn id="389" dur="500" fill="hold"/>
                                        <p:tgtEl>
                                          <p:spTgt spid="13"/>
                                        </p:tgtEl>
                                        <p:attrNameLst>
                                          <p:attrName>fill.type</p:attrName>
                                        </p:attrNameLst>
                                      </p:cBhvr>
                                      <p:to>
                                        <p:strVal val="solid"/>
                                      </p:to>
                                    </p:set>
                                    <p:set>
                                      <p:cBhvr>
                                        <p:cTn id="390" dur="500" fill="hold"/>
                                        <p:tgtEl>
                                          <p:spTgt spid="13"/>
                                        </p:tgtEl>
                                        <p:attrNameLst>
                                          <p:attrName>fill.on</p:attrName>
                                        </p:attrNameLst>
                                      </p:cBhvr>
                                      <p:to>
                                        <p:strVal val="true"/>
                                      </p:to>
                                    </p:set>
                                  </p:childTnLst>
                                </p:cTn>
                              </p:par>
                            </p:childTnLst>
                          </p:cTn>
                        </p:par>
                        <p:par>
                          <p:cTn id="391" fill="hold">
                            <p:stCondLst>
                              <p:cond delay="1500"/>
                            </p:stCondLst>
                            <p:childTnLst>
                              <p:par>
                                <p:cTn id="392" presetID="1" presetClass="entr" presetSubtype="0" fill="hold" grpId="0" nodeType="afterEffect">
                                  <p:stCondLst>
                                    <p:cond delay="0"/>
                                  </p:stCondLst>
                                  <p:childTnLst>
                                    <p:set>
                                      <p:cBhvr>
                                        <p:cTn id="393" dur="1" fill="hold">
                                          <p:stCondLst>
                                            <p:cond delay="0"/>
                                          </p:stCondLst>
                                        </p:cTn>
                                        <p:tgtEl>
                                          <p:spTgt spid="110"/>
                                        </p:tgtEl>
                                        <p:attrNameLst>
                                          <p:attrName>style.visibility</p:attrName>
                                        </p:attrNameLst>
                                      </p:cBhvr>
                                      <p:to>
                                        <p:strVal val="visible"/>
                                      </p:to>
                                    </p:set>
                                  </p:childTnLst>
                                </p:cTn>
                              </p:par>
                            </p:childTnLst>
                          </p:cTn>
                        </p:par>
                        <p:par>
                          <p:cTn id="394" fill="hold">
                            <p:stCondLst>
                              <p:cond delay="1500"/>
                            </p:stCondLst>
                            <p:childTnLst>
                              <p:par>
                                <p:cTn id="395" presetID="42" presetClass="path" presetSubtype="0" accel="50000" decel="50000" fill="hold" grpId="1" nodeType="afterEffect">
                                  <p:stCondLst>
                                    <p:cond delay="0"/>
                                  </p:stCondLst>
                                  <p:childTnLst>
                                    <p:animMotion origin="layout" path="M 6.25E-7 0 L 0.01575 0.12292 " pathEditMode="relative" rAng="0" ptsTypes="AA">
                                      <p:cBhvr>
                                        <p:cTn id="396" dur="1000" fill="hold"/>
                                        <p:tgtEl>
                                          <p:spTgt spid="110"/>
                                        </p:tgtEl>
                                        <p:attrNameLst>
                                          <p:attrName>ppt_x</p:attrName>
                                          <p:attrName>ppt_y</p:attrName>
                                        </p:attrNameLst>
                                      </p:cBhvr>
                                      <p:rCtr x="781" y="6134"/>
                                    </p:animMotion>
                                  </p:childTnLst>
                                </p:cTn>
                              </p:par>
                            </p:childTnLst>
                          </p:cTn>
                        </p:par>
                        <p:par>
                          <p:cTn id="397" fill="hold">
                            <p:stCondLst>
                              <p:cond delay="2500"/>
                            </p:stCondLst>
                            <p:childTnLst>
                              <p:par>
                                <p:cTn id="398" presetID="1" presetClass="entr" presetSubtype="0" fill="hold" grpId="0" nodeType="afterEffect">
                                  <p:stCondLst>
                                    <p:cond delay="0"/>
                                  </p:stCondLst>
                                  <p:childTnLst>
                                    <p:set>
                                      <p:cBhvr>
                                        <p:cTn id="399" dur="1" fill="hold">
                                          <p:stCondLst>
                                            <p:cond delay="0"/>
                                          </p:stCondLst>
                                        </p:cTn>
                                        <p:tgtEl>
                                          <p:spTgt spid="109"/>
                                        </p:tgtEl>
                                        <p:attrNameLst>
                                          <p:attrName>style.visibility</p:attrName>
                                        </p:attrNameLst>
                                      </p:cBhvr>
                                      <p:to>
                                        <p:strVal val="visible"/>
                                      </p:to>
                                    </p:set>
                                  </p:childTnLst>
                                </p:cTn>
                              </p:par>
                            </p:childTnLst>
                          </p:cTn>
                        </p:par>
                        <p:par>
                          <p:cTn id="400" fill="hold">
                            <p:stCondLst>
                              <p:cond delay="2500"/>
                            </p:stCondLst>
                            <p:childTnLst>
                              <p:par>
                                <p:cTn id="401" presetID="22" presetClass="exit" presetSubtype="1" fill="hold" nodeType="afterEffect">
                                  <p:stCondLst>
                                    <p:cond delay="0"/>
                                  </p:stCondLst>
                                  <p:childTnLst>
                                    <p:animEffect transition="out" filter="wipe(up)">
                                      <p:cBhvr>
                                        <p:cTn id="402" dur="500"/>
                                        <p:tgtEl>
                                          <p:spTgt spid="107"/>
                                        </p:tgtEl>
                                      </p:cBhvr>
                                    </p:animEffect>
                                    <p:set>
                                      <p:cBhvr>
                                        <p:cTn id="403" dur="1" fill="hold">
                                          <p:stCondLst>
                                            <p:cond delay="499"/>
                                          </p:stCondLst>
                                        </p:cTn>
                                        <p:tgtEl>
                                          <p:spTgt spid="107"/>
                                        </p:tgtEl>
                                        <p:attrNameLst>
                                          <p:attrName>style.visibility</p:attrName>
                                        </p:attrNameLst>
                                      </p:cBhvr>
                                      <p:to>
                                        <p:strVal val="hidden"/>
                                      </p:to>
                                    </p:set>
                                  </p:childTnLst>
                                </p:cTn>
                              </p:par>
                            </p:childTnLst>
                          </p:cTn>
                        </p:par>
                        <p:par>
                          <p:cTn id="404" fill="hold">
                            <p:stCondLst>
                              <p:cond delay="3000"/>
                            </p:stCondLst>
                            <p:childTnLst>
                              <p:par>
                                <p:cTn id="405" presetID="22" presetClass="entr" presetSubtype="8" fill="hold" nodeType="afterEffect">
                                  <p:stCondLst>
                                    <p:cond delay="0"/>
                                  </p:stCondLst>
                                  <p:childTnLst>
                                    <p:set>
                                      <p:cBhvr>
                                        <p:cTn id="406" dur="1" fill="hold">
                                          <p:stCondLst>
                                            <p:cond delay="0"/>
                                          </p:stCondLst>
                                        </p:cTn>
                                        <p:tgtEl>
                                          <p:spTgt spid="108"/>
                                        </p:tgtEl>
                                        <p:attrNameLst>
                                          <p:attrName>style.visibility</p:attrName>
                                        </p:attrNameLst>
                                      </p:cBhvr>
                                      <p:to>
                                        <p:strVal val="visible"/>
                                      </p:to>
                                    </p:set>
                                    <p:animEffect transition="in" filter="wipe(left)">
                                      <p:cBhvr>
                                        <p:cTn id="407" dur="1000"/>
                                        <p:tgtEl>
                                          <p:spTgt spid="108"/>
                                        </p:tgtEl>
                                      </p:cBhvr>
                                    </p:animEffect>
                                  </p:childTnLst>
                                </p:cTn>
                              </p:par>
                            </p:childTnLst>
                          </p:cTn>
                        </p:par>
                      </p:childTnLst>
                    </p:cTn>
                  </p:par>
                  <p:par>
                    <p:cTn id="408" fill="hold">
                      <p:stCondLst>
                        <p:cond delay="indefinite"/>
                      </p:stCondLst>
                      <p:childTnLst>
                        <p:par>
                          <p:cTn id="409" fill="hold">
                            <p:stCondLst>
                              <p:cond delay="0"/>
                            </p:stCondLst>
                            <p:childTnLst>
                              <p:par>
                                <p:cTn id="410" presetID="35" presetClass="path" presetSubtype="0" accel="50000" decel="50000" fill="hold" grpId="2" nodeType="clickEffect">
                                  <p:stCondLst>
                                    <p:cond delay="0"/>
                                  </p:stCondLst>
                                  <p:childTnLst>
                                    <p:animMotion origin="layout" path="M 0.01575 0.12292 L -0.11641 0.125 " pathEditMode="relative" rAng="0" ptsTypes="AA">
                                      <p:cBhvr>
                                        <p:cTn id="411" dur="1000" fill="hold"/>
                                        <p:tgtEl>
                                          <p:spTgt spid="110"/>
                                        </p:tgtEl>
                                        <p:attrNameLst>
                                          <p:attrName>ppt_x</p:attrName>
                                          <p:attrName>ppt_y</p:attrName>
                                        </p:attrNameLst>
                                      </p:cBhvr>
                                      <p:rCtr x="-6615" y="93"/>
                                    </p:animMotion>
                                  </p:childTnLst>
                                </p:cTn>
                              </p:par>
                            </p:childTnLst>
                          </p:cTn>
                        </p:par>
                        <p:par>
                          <p:cTn id="412" fill="hold">
                            <p:stCondLst>
                              <p:cond delay="1000"/>
                            </p:stCondLst>
                            <p:childTnLst>
                              <p:par>
                                <p:cTn id="413" presetID="22" presetClass="exit" presetSubtype="1" fill="hold" nodeType="afterEffect">
                                  <p:stCondLst>
                                    <p:cond delay="0"/>
                                  </p:stCondLst>
                                  <p:childTnLst>
                                    <p:animEffect transition="out" filter="wipe(up)">
                                      <p:cBhvr>
                                        <p:cTn id="414" dur="500"/>
                                        <p:tgtEl>
                                          <p:spTgt spid="108"/>
                                        </p:tgtEl>
                                      </p:cBhvr>
                                    </p:animEffect>
                                    <p:set>
                                      <p:cBhvr>
                                        <p:cTn id="415" dur="1" fill="hold">
                                          <p:stCondLst>
                                            <p:cond delay="499"/>
                                          </p:stCondLst>
                                        </p:cTn>
                                        <p:tgtEl>
                                          <p:spTgt spid="108"/>
                                        </p:tgtEl>
                                        <p:attrNameLst>
                                          <p:attrName>style.visibility</p:attrName>
                                        </p:attrNameLst>
                                      </p:cBhvr>
                                      <p:to>
                                        <p:strVal val="hidden"/>
                                      </p:to>
                                    </p:set>
                                  </p:childTnLst>
                                </p:cTn>
                              </p:par>
                            </p:childTnLst>
                          </p:cTn>
                        </p:par>
                        <p:par>
                          <p:cTn id="416" fill="hold">
                            <p:stCondLst>
                              <p:cond delay="1500"/>
                            </p:stCondLst>
                            <p:childTnLst>
                              <p:par>
                                <p:cTn id="417" presetID="22" presetClass="entr" presetSubtype="8" fill="hold" nodeType="afterEffect">
                                  <p:stCondLst>
                                    <p:cond delay="0"/>
                                  </p:stCondLst>
                                  <p:childTnLst>
                                    <p:set>
                                      <p:cBhvr>
                                        <p:cTn id="418" dur="1" fill="hold">
                                          <p:stCondLst>
                                            <p:cond delay="0"/>
                                          </p:stCondLst>
                                        </p:cTn>
                                        <p:tgtEl>
                                          <p:spTgt spid="112"/>
                                        </p:tgtEl>
                                        <p:attrNameLst>
                                          <p:attrName>style.visibility</p:attrName>
                                        </p:attrNameLst>
                                      </p:cBhvr>
                                      <p:to>
                                        <p:strVal val="visible"/>
                                      </p:to>
                                    </p:set>
                                    <p:animEffect transition="in" filter="wipe(left)">
                                      <p:cBhvr>
                                        <p:cTn id="419" dur="1000"/>
                                        <p:tgtEl>
                                          <p:spTgt spid="112"/>
                                        </p:tgtEl>
                                      </p:cBhvr>
                                    </p:animEffect>
                                  </p:childTnLst>
                                </p:cTn>
                              </p:par>
                            </p:childTnLst>
                          </p:cTn>
                        </p:par>
                      </p:childTnLst>
                    </p:cTn>
                  </p:par>
                  <p:par>
                    <p:cTn id="420" fill="hold">
                      <p:stCondLst>
                        <p:cond delay="indefinite"/>
                      </p:stCondLst>
                      <p:childTnLst>
                        <p:par>
                          <p:cTn id="421" fill="hold">
                            <p:stCondLst>
                              <p:cond delay="0"/>
                            </p:stCondLst>
                            <p:childTnLst>
                              <p:par>
                                <p:cTn id="422" presetID="7" presetClass="emph" presetSubtype="2" fill="hold" nodeType="clickEffect">
                                  <p:stCondLst>
                                    <p:cond delay="0"/>
                                  </p:stCondLst>
                                  <p:childTnLst>
                                    <p:animClr clrSpc="rgb" dir="cw">
                                      <p:cBhvr>
                                        <p:cTn id="423" dur="1000" fill="hold"/>
                                        <p:tgtEl>
                                          <p:spTgt spid="19"/>
                                        </p:tgtEl>
                                        <p:attrNameLst>
                                          <p:attrName>stroke.color</p:attrName>
                                        </p:attrNameLst>
                                      </p:cBhvr>
                                      <p:to>
                                        <a:srgbClr val="A40000"/>
                                      </p:to>
                                    </p:animClr>
                                    <p:set>
                                      <p:cBhvr>
                                        <p:cTn id="424" dur="1000" fill="hold"/>
                                        <p:tgtEl>
                                          <p:spTgt spid="19"/>
                                        </p:tgtEl>
                                        <p:attrNameLst>
                                          <p:attrName>stroke.on</p:attrName>
                                        </p:attrNameLst>
                                      </p:cBhvr>
                                      <p:to>
                                        <p:strVal val="true"/>
                                      </p:to>
                                    </p:set>
                                  </p:childTnLst>
                                </p:cTn>
                              </p:par>
                            </p:childTnLst>
                          </p:cTn>
                        </p:par>
                        <p:par>
                          <p:cTn id="425" fill="hold">
                            <p:stCondLst>
                              <p:cond delay="1000"/>
                            </p:stCondLst>
                            <p:childTnLst>
                              <p:par>
                                <p:cTn id="426" presetID="6" presetClass="emph" presetSubtype="0" autoRev="1" fill="hold" grpId="0" nodeType="afterEffect">
                                  <p:stCondLst>
                                    <p:cond delay="0"/>
                                  </p:stCondLst>
                                  <p:childTnLst>
                                    <p:animScale>
                                      <p:cBhvr>
                                        <p:cTn id="427" dur="500" fill="hold"/>
                                        <p:tgtEl>
                                          <p:spTgt spid="16"/>
                                        </p:tgtEl>
                                      </p:cBhvr>
                                      <p:by x="150000" y="150000"/>
                                    </p:animScale>
                                  </p:childTnLst>
                                </p:cTn>
                              </p:par>
                            </p:childTnLst>
                          </p:cTn>
                        </p:par>
                        <p:par>
                          <p:cTn id="428" fill="hold">
                            <p:stCondLst>
                              <p:cond delay="2000"/>
                            </p:stCondLst>
                            <p:childTnLst>
                              <p:par>
                                <p:cTn id="429" presetID="22" presetClass="exit" presetSubtype="1" fill="hold" nodeType="afterEffect">
                                  <p:stCondLst>
                                    <p:cond delay="0"/>
                                  </p:stCondLst>
                                  <p:childTnLst>
                                    <p:animEffect transition="out" filter="wipe(up)">
                                      <p:cBhvr>
                                        <p:cTn id="430" dur="500"/>
                                        <p:tgtEl>
                                          <p:spTgt spid="112"/>
                                        </p:tgtEl>
                                      </p:cBhvr>
                                    </p:animEffect>
                                    <p:set>
                                      <p:cBhvr>
                                        <p:cTn id="431" dur="1" fill="hold">
                                          <p:stCondLst>
                                            <p:cond delay="499"/>
                                          </p:stCondLst>
                                        </p:cTn>
                                        <p:tgtEl>
                                          <p:spTgt spid="112"/>
                                        </p:tgtEl>
                                        <p:attrNameLst>
                                          <p:attrName>style.visibility</p:attrName>
                                        </p:attrNameLst>
                                      </p:cBhvr>
                                      <p:to>
                                        <p:strVal val="hidden"/>
                                      </p:to>
                                    </p:set>
                                  </p:childTnLst>
                                </p:cTn>
                              </p:par>
                            </p:childTnLst>
                          </p:cTn>
                        </p:par>
                        <p:par>
                          <p:cTn id="432" fill="hold">
                            <p:stCondLst>
                              <p:cond delay="2500"/>
                            </p:stCondLst>
                            <p:childTnLst>
                              <p:par>
                                <p:cTn id="433" presetID="22" presetClass="entr" presetSubtype="8" fill="hold" nodeType="afterEffect">
                                  <p:stCondLst>
                                    <p:cond delay="0"/>
                                  </p:stCondLst>
                                  <p:childTnLst>
                                    <p:set>
                                      <p:cBhvr>
                                        <p:cTn id="434" dur="1" fill="hold">
                                          <p:stCondLst>
                                            <p:cond delay="0"/>
                                          </p:stCondLst>
                                        </p:cTn>
                                        <p:tgtEl>
                                          <p:spTgt spid="106"/>
                                        </p:tgtEl>
                                        <p:attrNameLst>
                                          <p:attrName>style.visibility</p:attrName>
                                        </p:attrNameLst>
                                      </p:cBhvr>
                                      <p:to>
                                        <p:strVal val="visible"/>
                                      </p:to>
                                    </p:set>
                                    <p:animEffect transition="in" filter="wipe(left)">
                                      <p:cBhvr>
                                        <p:cTn id="435" dur="1000"/>
                                        <p:tgtEl>
                                          <p:spTgt spid="106"/>
                                        </p:tgtEl>
                                      </p:cBhvr>
                                    </p:animEffect>
                                  </p:childTnLst>
                                </p:cTn>
                              </p:par>
                            </p:childTnLst>
                          </p:cTn>
                        </p:par>
                      </p:childTnLst>
                    </p:cTn>
                  </p:par>
                  <p:par>
                    <p:cTn id="436" fill="hold">
                      <p:stCondLst>
                        <p:cond delay="indefinite"/>
                      </p:stCondLst>
                      <p:childTnLst>
                        <p:par>
                          <p:cTn id="437" fill="hold">
                            <p:stCondLst>
                              <p:cond delay="0"/>
                            </p:stCondLst>
                            <p:childTnLst>
                              <p:par>
                                <p:cTn id="438" presetID="6" presetClass="emph" presetSubtype="0" autoRev="1" fill="hold" grpId="2" nodeType="clickEffect">
                                  <p:stCondLst>
                                    <p:cond delay="0"/>
                                  </p:stCondLst>
                                  <p:childTnLst>
                                    <p:animScale>
                                      <p:cBhvr>
                                        <p:cTn id="439" dur="500" fill="hold"/>
                                        <p:tgtEl>
                                          <p:spTgt spid="42"/>
                                        </p:tgtEl>
                                      </p:cBhvr>
                                      <p:by x="150000" y="150000"/>
                                    </p:animScale>
                                  </p:childTnLst>
                                </p:cTn>
                              </p:par>
                            </p:childTnLst>
                          </p:cTn>
                        </p:par>
                        <p:par>
                          <p:cTn id="440" fill="hold">
                            <p:stCondLst>
                              <p:cond delay="1000"/>
                            </p:stCondLst>
                            <p:childTnLst>
                              <p:par>
                                <p:cTn id="441" presetID="22" presetClass="exit" presetSubtype="1" fill="hold" nodeType="afterEffect">
                                  <p:stCondLst>
                                    <p:cond delay="0"/>
                                  </p:stCondLst>
                                  <p:childTnLst>
                                    <p:animEffect transition="out" filter="wipe(up)">
                                      <p:cBhvr>
                                        <p:cTn id="442" dur="500"/>
                                        <p:tgtEl>
                                          <p:spTgt spid="106"/>
                                        </p:tgtEl>
                                      </p:cBhvr>
                                    </p:animEffect>
                                    <p:set>
                                      <p:cBhvr>
                                        <p:cTn id="443" dur="1" fill="hold">
                                          <p:stCondLst>
                                            <p:cond delay="499"/>
                                          </p:stCondLst>
                                        </p:cTn>
                                        <p:tgtEl>
                                          <p:spTgt spid="106"/>
                                        </p:tgtEl>
                                        <p:attrNameLst>
                                          <p:attrName>style.visibility</p:attrName>
                                        </p:attrNameLst>
                                      </p:cBhvr>
                                      <p:to>
                                        <p:strVal val="hidden"/>
                                      </p:to>
                                    </p:set>
                                  </p:childTnLst>
                                </p:cTn>
                              </p:par>
                            </p:childTnLst>
                          </p:cTn>
                        </p:par>
                        <p:par>
                          <p:cTn id="444" fill="hold">
                            <p:stCondLst>
                              <p:cond delay="1500"/>
                            </p:stCondLst>
                            <p:childTnLst>
                              <p:par>
                                <p:cTn id="445" presetID="22" presetClass="entr" presetSubtype="8" fill="hold" nodeType="afterEffect">
                                  <p:stCondLst>
                                    <p:cond delay="0"/>
                                  </p:stCondLst>
                                  <p:childTnLst>
                                    <p:set>
                                      <p:cBhvr>
                                        <p:cTn id="446" dur="1" fill="hold">
                                          <p:stCondLst>
                                            <p:cond delay="0"/>
                                          </p:stCondLst>
                                        </p:cTn>
                                        <p:tgtEl>
                                          <p:spTgt spid="107"/>
                                        </p:tgtEl>
                                        <p:attrNameLst>
                                          <p:attrName>style.visibility</p:attrName>
                                        </p:attrNameLst>
                                      </p:cBhvr>
                                      <p:to>
                                        <p:strVal val="visible"/>
                                      </p:to>
                                    </p:set>
                                    <p:animEffect transition="in" filter="wipe(left)">
                                      <p:cBhvr>
                                        <p:cTn id="447" dur="500"/>
                                        <p:tgtEl>
                                          <p:spTgt spid="107"/>
                                        </p:tgtEl>
                                      </p:cBhvr>
                                    </p:animEffect>
                                  </p:childTnLst>
                                </p:cTn>
                              </p:par>
                            </p:childTnLst>
                          </p:cTn>
                        </p:par>
                      </p:childTnLst>
                    </p:cTn>
                  </p:par>
                  <p:par>
                    <p:cTn id="448" fill="hold">
                      <p:stCondLst>
                        <p:cond delay="indefinite"/>
                      </p:stCondLst>
                      <p:childTnLst>
                        <p:par>
                          <p:cTn id="449" fill="hold">
                            <p:stCondLst>
                              <p:cond delay="0"/>
                            </p:stCondLst>
                            <p:childTnLst>
                              <p:par>
                                <p:cTn id="450" presetID="10" presetClass="exit" presetSubtype="0" fill="hold" grpId="1" nodeType="clickEffect">
                                  <p:stCondLst>
                                    <p:cond delay="0"/>
                                  </p:stCondLst>
                                  <p:childTnLst>
                                    <p:animEffect transition="out" filter="fade">
                                      <p:cBhvr>
                                        <p:cTn id="451" dur="500"/>
                                        <p:tgtEl>
                                          <p:spTgt spid="42"/>
                                        </p:tgtEl>
                                      </p:cBhvr>
                                    </p:animEffect>
                                    <p:set>
                                      <p:cBhvr>
                                        <p:cTn id="452" dur="1" fill="hold">
                                          <p:stCondLst>
                                            <p:cond delay="499"/>
                                          </p:stCondLst>
                                        </p:cTn>
                                        <p:tgtEl>
                                          <p:spTgt spid="42"/>
                                        </p:tgtEl>
                                        <p:attrNameLst>
                                          <p:attrName>style.visibility</p:attrName>
                                        </p:attrNameLst>
                                      </p:cBhvr>
                                      <p:to>
                                        <p:strVal val="hidden"/>
                                      </p:to>
                                    </p:set>
                                  </p:childTnLst>
                                </p:cTn>
                              </p:par>
                              <p:par>
                                <p:cTn id="453" presetID="31" presetClass="entr" presetSubtype="0" fill="hold" grpId="0" nodeType="withEffect">
                                  <p:stCondLst>
                                    <p:cond delay="0"/>
                                  </p:stCondLst>
                                  <p:childTnLst>
                                    <p:set>
                                      <p:cBhvr>
                                        <p:cTn id="454" dur="1" fill="hold">
                                          <p:stCondLst>
                                            <p:cond delay="0"/>
                                          </p:stCondLst>
                                        </p:cTn>
                                        <p:tgtEl>
                                          <p:spTgt spid="114"/>
                                        </p:tgtEl>
                                        <p:attrNameLst>
                                          <p:attrName>style.visibility</p:attrName>
                                        </p:attrNameLst>
                                      </p:cBhvr>
                                      <p:to>
                                        <p:strVal val="visible"/>
                                      </p:to>
                                    </p:set>
                                    <p:anim calcmode="lin" valueType="num">
                                      <p:cBhvr>
                                        <p:cTn id="455" dur="1000" fill="hold"/>
                                        <p:tgtEl>
                                          <p:spTgt spid="114"/>
                                        </p:tgtEl>
                                        <p:attrNameLst>
                                          <p:attrName>ppt_w</p:attrName>
                                        </p:attrNameLst>
                                      </p:cBhvr>
                                      <p:tavLst>
                                        <p:tav tm="0">
                                          <p:val>
                                            <p:fltVal val="0"/>
                                          </p:val>
                                        </p:tav>
                                        <p:tav tm="100000">
                                          <p:val>
                                            <p:strVal val="#ppt_w"/>
                                          </p:val>
                                        </p:tav>
                                      </p:tavLst>
                                    </p:anim>
                                    <p:anim calcmode="lin" valueType="num">
                                      <p:cBhvr>
                                        <p:cTn id="456" dur="1000" fill="hold"/>
                                        <p:tgtEl>
                                          <p:spTgt spid="114"/>
                                        </p:tgtEl>
                                        <p:attrNameLst>
                                          <p:attrName>ppt_h</p:attrName>
                                        </p:attrNameLst>
                                      </p:cBhvr>
                                      <p:tavLst>
                                        <p:tav tm="0">
                                          <p:val>
                                            <p:fltVal val="0"/>
                                          </p:val>
                                        </p:tav>
                                        <p:tav tm="100000">
                                          <p:val>
                                            <p:strVal val="#ppt_h"/>
                                          </p:val>
                                        </p:tav>
                                      </p:tavLst>
                                    </p:anim>
                                    <p:anim calcmode="lin" valueType="num">
                                      <p:cBhvr>
                                        <p:cTn id="457" dur="1000" fill="hold"/>
                                        <p:tgtEl>
                                          <p:spTgt spid="114"/>
                                        </p:tgtEl>
                                        <p:attrNameLst>
                                          <p:attrName>style.rotation</p:attrName>
                                        </p:attrNameLst>
                                      </p:cBhvr>
                                      <p:tavLst>
                                        <p:tav tm="0">
                                          <p:val>
                                            <p:fltVal val="90"/>
                                          </p:val>
                                        </p:tav>
                                        <p:tav tm="100000">
                                          <p:val>
                                            <p:fltVal val="0"/>
                                          </p:val>
                                        </p:tav>
                                      </p:tavLst>
                                    </p:anim>
                                    <p:animEffect transition="in" filter="fade">
                                      <p:cBhvr>
                                        <p:cTn id="458" dur="1000"/>
                                        <p:tgtEl>
                                          <p:spTgt spid="114"/>
                                        </p:tgtEl>
                                      </p:cBhvr>
                                    </p:animEffect>
                                  </p:childTnLst>
                                </p:cTn>
                              </p:par>
                            </p:childTnLst>
                          </p:cTn>
                        </p:par>
                        <p:par>
                          <p:cTn id="459" fill="hold">
                            <p:stCondLst>
                              <p:cond delay="1000"/>
                            </p:stCondLst>
                            <p:childTnLst>
                              <p:par>
                                <p:cTn id="460" presetID="1" presetClass="emph" presetSubtype="2" fill="hold" nodeType="afterEffect">
                                  <p:stCondLst>
                                    <p:cond delay="0"/>
                                  </p:stCondLst>
                                  <p:childTnLst>
                                    <p:animClr clrSpc="rgb" dir="cw">
                                      <p:cBhvr>
                                        <p:cTn id="461" dur="1000" fill="hold"/>
                                        <p:tgtEl>
                                          <p:spTgt spid="16"/>
                                        </p:tgtEl>
                                        <p:attrNameLst>
                                          <p:attrName>fillcolor</p:attrName>
                                        </p:attrNameLst>
                                      </p:cBhvr>
                                      <p:to>
                                        <a:srgbClr val="FFF2CC"/>
                                      </p:to>
                                    </p:animClr>
                                    <p:set>
                                      <p:cBhvr>
                                        <p:cTn id="462" dur="1000" fill="hold"/>
                                        <p:tgtEl>
                                          <p:spTgt spid="16"/>
                                        </p:tgtEl>
                                        <p:attrNameLst>
                                          <p:attrName>fill.type</p:attrName>
                                        </p:attrNameLst>
                                      </p:cBhvr>
                                      <p:to>
                                        <p:strVal val="solid"/>
                                      </p:to>
                                    </p:set>
                                    <p:set>
                                      <p:cBhvr>
                                        <p:cTn id="463" dur="1000" fill="hold"/>
                                        <p:tgtEl>
                                          <p:spTgt spid="16"/>
                                        </p:tgtEl>
                                        <p:attrNameLst>
                                          <p:attrName>fill.on</p:attrName>
                                        </p:attrNameLst>
                                      </p:cBhvr>
                                      <p:to>
                                        <p:strVal val="true"/>
                                      </p:to>
                                    </p:set>
                                  </p:childTnLst>
                                </p:cTn>
                              </p:par>
                            </p:childTnLst>
                          </p:cTn>
                        </p:par>
                        <p:par>
                          <p:cTn id="464" fill="hold">
                            <p:stCondLst>
                              <p:cond delay="2000"/>
                            </p:stCondLst>
                            <p:childTnLst>
                              <p:par>
                                <p:cTn id="465" presetID="1" presetClass="entr" presetSubtype="0" fill="hold" grpId="0" nodeType="afterEffect">
                                  <p:stCondLst>
                                    <p:cond delay="0"/>
                                  </p:stCondLst>
                                  <p:childTnLst>
                                    <p:set>
                                      <p:cBhvr>
                                        <p:cTn id="466" dur="1" fill="hold">
                                          <p:stCondLst>
                                            <p:cond delay="0"/>
                                          </p:stCondLst>
                                        </p:cTn>
                                        <p:tgtEl>
                                          <p:spTgt spid="115"/>
                                        </p:tgtEl>
                                        <p:attrNameLst>
                                          <p:attrName>style.visibility</p:attrName>
                                        </p:attrNameLst>
                                      </p:cBhvr>
                                      <p:to>
                                        <p:strVal val="visible"/>
                                      </p:to>
                                    </p:set>
                                  </p:childTnLst>
                                </p:cTn>
                              </p:par>
                            </p:childTnLst>
                          </p:cTn>
                        </p:par>
                        <p:par>
                          <p:cTn id="467" fill="hold">
                            <p:stCondLst>
                              <p:cond delay="2000"/>
                            </p:stCondLst>
                            <p:childTnLst>
                              <p:par>
                                <p:cTn id="468" presetID="42" presetClass="path" presetSubtype="0" accel="50000" decel="50000" fill="hold" grpId="1" nodeType="afterEffect">
                                  <p:stCondLst>
                                    <p:cond delay="0"/>
                                  </p:stCondLst>
                                  <p:childTnLst>
                                    <p:animMotion origin="layout" path="M 2.70833E-6 -4.81481E-6 L 0.02591 0.24028 " pathEditMode="relative" rAng="0" ptsTypes="AA">
                                      <p:cBhvr>
                                        <p:cTn id="469" dur="1000" fill="hold"/>
                                        <p:tgtEl>
                                          <p:spTgt spid="115"/>
                                        </p:tgtEl>
                                        <p:attrNameLst>
                                          <p:attrName>ppt_x</p:attrName>
                                          <p:attrName>ppt_y</p:attrName>
                                        </p:attrNameLst>
                                      </p:cBhvr>
                                      <p:rCtr x="1289" y="12014"/>
                                    </p:animMotion>
                                  </p:childTnLst>
                                </p:cTn>
                              </p:par>
                            </p:childTnLst>
                          </p:cTn>
                        </p:par>
                        <p:par>
                          <p:cTn id="470" fill="hold">
                            <p:stCondLst>
                              <p:cond delay="3000"/>
                            </p:stCondLst>
                            <p:childTnLst>
                              <p:par>
                                <p:cTn id="471" presetID="1" presetClass="entr" presetSubtype="0" fill="hold" grpId="0" nodeType="afterEffect">
                                  <p:stCondLst>
                                    <p:cond delay="0"/>
                                  </p:stCondLst>
                                  <p:childTnLst>
                                    <p:set>
                                      <p:cBhvr>
                                        <p:cTn id="472" dur="1" fill="hold">
                                          <p:stCondLst>
                                            <p:cond delay="0"/>
                                          </p:stCondLst>
                                        </p:cTn>
                                        <p:tgtEl>
                                          <p:spTgt spid="81"/>
                                        </p:tgtEl>
                                        <p:attrNameLst>
                                          <p:attrName>style.visibility</p:attrName>
                                        </p:attrNameLst>
                                      </p:cBhvr>
                                      <p:to>
                                        <p:strVal val="visible"/>
                                      </p:to>
                                    </p:set>
                                  </p:childTnLst>
                                </p:cTn>
                              </p:par>
                            </p:childTnLst>
                          </p:cTn>
                        </p:par>
                        <p:par>
                          <p:cTn id="473" fill="hold">
                            <p:stCondLst>
                              <p:cond delay="3000"/>
                            </p:stCondLst>
                            <p:childTnLst>
                              <p:par>
                                <p:cTn id="474" presetID="22" presetClass="exit" presetSubtype="1" fill="hold" nodeType="afterEffect">
                                  <p:stCondLst>
                                    <p:cond delay="0"/>
                                  </p:stCondLst>
                                  <p:childTnLst>
                                    <p:animEffect transition="out" filter="wipe(up)">
                                      <p:cBhvr>
                                        <p:cTn id="475" dur="500"/>
                                        <p:tgtEl>
                                          <p:spTgt spid="107"/>
                                        </p:tgtEl>
                                      </p:cBhvr>
                                    </p:animEffect>
                                    <p:set>
                                      <p:cBhvr>
                                        <p:cTn id="476" dur="1" fill="hold">
                                          <p:stCondLst>
                                            <p:cond delay="499"/>
                                          </p:stCondLst>
                                        </p:cTn>
                                        <p:tgtEl>
                                          <p:spTgt spid="107"/>
                                        </p:tgtEl>
                                        <p:attrNameLst>
                                          <p:attrName>style.visibility</p:attrName>
                                        </p:attrNameLst>
                                      </p:cBhvr>
                                      <p:to>
                                        <p:strVal val="hidden"/>
                                      </p:to>
                                    </p:set>
                                  </p:childTnLst>
                                </p:cTn>
                              </p:par>
                            </p:childTnLst>
                          </p:cTn>
                        </p:par>
                        <p:par>
                          <p:cTn id="477" fill="hold">
                            <p:stCondLst>
                              <p:cond delay="3500"/>
                            </p:stCondLst>
                            <p:childTnLst>
                              <p:par>
                                <p:cTn id="478" presetID="22" presetClass="entr" presetSubtype="8" fill="hold" nodeType="afterEffect">
                                  <p:stCondLst>
                                    <p:cond delay="0"/>
                                  </p:stCondLst>
                                  <p:childTnLst>
                                    <p:set>
                                      <p:cBhvr>
                                        <p:cTn id="479" dur="1" fill="hold">
                                          <p:stCondLst>
                                            <p:cond delay="0"/>
                                          </p:stCondLst>
                                        </p:cTn>
                                        <p:tgtEl>
                                          <p:spTgt spid="108"/>
                                        </p:tgtEl>
                                        <p:attrNameLst>
                                          <p:attrName>style.visibility</p:attrName>
                                        </p:attrNameLst>
                                      </p:cBhvr>
                                      <p:to>
                                        <p:strVal val="visible"/>
                                      </p:to>
                                    </p:set>
                                    <p:animEffect transition="in" filter="wipe(left)">
                                      <p:cBhvr>
                                        <p:cTn id="480" dur="1000"/>
                                        <p:tgtEl>
                                          <p:spTgt spid="108"/>
                                        </p:tgtEl>
                                      </p:cBhvr>
                                    </p:animEffect>
                                  </p:childTnLst>
                                </p:cTn>
                              </p:par>
                            </p:childTnLst>
                          </p:cTn>
                        </p:par>
                      </p:childTnLst>
                    </p:cTn>
                  </p:par>
                  <p:par>
                    <p:cTn id="481" fill="hold">
                      <p:stCondLst>
                        <p:cond delay="indefinite"/>
                      </p:stCondLst>
                      <p:childTnLst>
                        <p:par>
                          <p:cTn id="482" fill="hold">
                            <p:stCondLst>
                              <p:cond delay="0"/>
                            </p:stCondLst>
                            <p:childTnLst>
                              <p:par>
                                <p:cTn id="483" presetID="35" presetClass="path" presetSubtype="0" accel="50000" decel="50000" fill="hold" grpId="2" nodeType="clickEffect">
                                  <p:stCondLst>
                                    <p:cond delay="0"/>
                                  </p:stCondLst>
                                  <p:childTnLst>
                                    <p:animMotion origin="layout" path="M 0.02591 0.24028 L -0.1069 0.24121 " pathEditMode="relative" rAng="0" ptsTypes="AA">
                                      <p:cBhvr>
                                        <p:cTn id="484" dur="1000" fill="hold"/>
                                        <p:tgtEl>
                                          <p:spTgt spid="115"/>
                                        </p:tgtEl>
                                        <p:attrNameLst>
                                          <p:attrName>ppt_x</p:attrName>
                                          <p:attrName>ppt_y</p:attrName>
                                        </p:attrNameLst>
                                      </p:cBhvr>
                                      <p:rCtr x="-6641" y="46"/>
                                    </p:animMotion>
                                  </p:childTnLst>
                                </p:cTn>
                              </p:par>
                            </p:childTnLst>
                          </p:cTn>
                        </p:par>
                        <p:par>
                          <p:cTn id="485" fill="hold">
                            <p:stCondLst>
                              <p:cond delay="1000"/>
                            </p:stCondLst>
                            <p:childTnLst>
                              <p:par>
                                <p:cTn id="486" presetID="22" presetClass="exit" presetSubtype="1" fill="hold" nodeType="afterEffect">
                                  <p:stCondLst>
                                    <p:cond delay="0"/>
                                  </p:stCondLst>
                                  <p:childTnLst>
                                    <p:animEffect transition="out" filter="wipe(up)">
                                      <p:cBhvr>
                                        <p:cTn id="487" dur="500"/>
                                        <p:tgtEl>
                                          <p:spTgt spid="108"/>
                                        </p:tgtEl>
                                      </p:cBhvr>
                                    </p:animEffect>
                                    <p:set>
                                      <p:cBhvr>
                                        <p:cTn id="488" dur="1" fill="hold">
                                          <p:stCondLst>
                                            <p:cond delay="499"/>
                                          </p:stCondLst>
                                        </p:cTn>
                                        <p:tgtEl>
                                          <p:spTgt spid="108"/>
                                        </p:tgtEl>
                                        <p:attrNameLst>
                                          <p:attrName>style.visibility</p:attrName>
                                        </p:attrNameLst>
                                      </p:cBhvr>
                                      <p:to>
                                        <p:strVal val="hidden"/>
                                      </p:to>
                                    </p:set>
                                  </p:childTnLst>
                                </p:cTn>
                              </p:par>
                            </p:childTnLst>
                          </p:cTn>
                        </p:par>
                        <p:par>
                          <p:cTn id="489" fill="hold">
                            <p:stCondLst>
                              <p:cond delay="1500"/>
                            </p:stCondLst>
                            <p:childTnLst>
                              <p:par>
                                <p:cTn id="490" presetID="22" presetClass="entr" presetSubtype="8" fill="hold" nodeType="afterEffect">
                                  <p:stCondLst>
                                    <p:cond delay="0"/>
                                  </p:stCondLst>
                                  <p:childTnLst>
                                    <p:set>
                                      <p:cBhvr>
                                        <p:cTn id="491" dur="1" fill="hold">
                                          <p:stCondLst>
                                            <p:cond delay="0"/>
                                          </p:stCondLst>
                                        </p:cTn>
                                        <p:tgtEl>
                                          <p:spTgt spid="112"/>
                                        </p:tgtEl>
                                        <p:attrNameLst>
                                          <p:attrName>style.visibility</p:attrName>
                                        </p:attrNameLst>
                                      </p:cBhvr>
                                      <p:to>
                                        <p:strVal val="visible"/>
                                      </p:to>
                                    </p:set>
                                    <p:animEffect transition="in" filter="wipe(left)">
                                      <p:cBhvr>
                                        <p:cTn id="492" dur="1000"/>
                                        <p:tgtEl>
                                          <p:spTgt spid="112"/>
                                        </p:tgtEl>
                                      </p:cBhvr>
                                    </p:animEffect>
                                  </p:childTnLst>
                                </p:cTn>
                              </p:par>
                            </p:childTnLst>
                          </p:cTn>
                        </p:par>
                      </p:childTnLst>
                    </p:cTn>
                  </p:par>
                  <p:par>
                    <p:cTn id="493" fill="hold">
                      <p:stCondLst>
                        <p:cond delay="indefinite"/>
                      </p:stCondLst>
                      <p:childTnLst>
                        <p:par>
                          <p:cTn id="494" fill="hold">
                            <p:stCondLst>
                              <p:cond delay="0"/>
                            </p:stCondLst>
                            <p:childTnLst>
                              <p:par>
                                <p:cTn id="495" presetID="22" presetClass="exit" presetSubtype="1" fill="hold" nodeType="clickEffect">
                                  <p:stCondLst>
                                    <p:cond delay="0"/>
                                  </p:stCondLst>
                                  <p:childTnLst>
                                    <p:animEffect transition="out" filter="wipe(up)">
                                      <p:cBhvr>
                                        <p:cTn id="496" dur="500"/>
                                        <p:tgtEl>
                                          <p:spTgt spid="112"/>
                                        </p:tgtEl>
                                      </p:cBhvr>
                                    </p:animEffect>
                                    <p:set>
                                      <p:cBhvr>
                                        <p:cTn id="497" dur="1" fill="hold">
                                          <p:stCondLst>
                                            <p:cond delay="499"/>
                                          </p:stCondLst>
                                        </p:cTn>
                                        <p:tgtEl>
                                          <p:spTgt spid="112"/>
                                        </p:tgtEl>
                                        <p:attrNameLst>
                                          <p:attrName>style.visibility</p:attrName>
                                        </p:attrNameLst>
                                      </p:cBhvr>
                                      <p:to>
                                        <p:strVal val="hidden"/>
                                      </p:to>
                                    </p:set>
                                  </p:childTnLst>
                                </p:cTn>
                              </p:par>
                            </p:childTnLst>
                          </p:cTn>
                        </p:par>
                        <p:par>
                          <p:cTn id="498" fill="hold">
                            <p:stCondLst>
                              <p:cond delay="500"/>
                            </p:stCondLst>
                            <p:childTnLst>
                              <p:par>
                                <p:cTn id="499" presetID="45" presetClass="entr" presetSubtype="0" fill="hold" nodeType="afterEffect">
                                  <p:stCondLst>
                                    <p:cond delay="0"/>
                                  </p:stCondLst>
                                  <p:childTnLst>
                                    <p:set>
                                      <p:cBhvr>
                                        <p:cTn id="500" dur="1" fill="hold">
                                          <p:stCondLst>
                                            <p:cond delay="0"/>
                                          </p:stCondLst>
                                        </p:cTn>
                                        <p:tgtEl>
                                          <p:spTgt spid="116"/>
                                        </p:tgtEl>
                                        <p:attrNameLst>
                                          <p:attrName>style.visibility</p:attrName>
                                        </p:attrNameLst>
                                      </p:cBhvr>
                                      <p:to>
                                        <p:strVal val="visible"/>
                                      </p:to>
                                    </p:set>
                                    <p:animEffect transition="in" filter="fade">
                                      <p:cBhvr>
                                        <p:cTn id="501" dur="2000"/>
                                        <p:tgtEl>
                                          <p:spTgt spid="116"/>
                                        </p:tgtEl>
                                      </p:cBhvr>
                                    </p:animEffect>
                                    <p:anim calcmode="lin" valueType="num">
                                      <p:cBhvr>
                                        <p:cTn id="502" dur="2000" fill="hold"/>
                                        <p:tgtEl>
                                          <p:spTgt spid="116"/>
                                        </p:tgtEl>
                                        <p:attrNameLst>
                                          <p:attrName>ppt_w</p:attrName>
                                        </p:attrNameLst>
                                      </p:cBhvr>
                                      <p:tavLst>
                                        <p:tav tm="0" fmla="#ppt_w*sin(2.5*pi*$)">
                                          <p:val>
                                            <p:fltVal val="0"/>
                                          </p:val>
                                        </p:tav>
                                        <p:tav tm="100000">
                                          <p:val>
                                            <p:fltVal val="1"/>
                                          </p:val>
                                        </p:tav>
                                      </p:tavLst>
                                    </p:anim>
                                    <p:anim calcmode="lin" valueType="num">
                                      <p:cBhvr>
                                        <p:cTn id="503" dur="2000" fill="hold"/>
                                        <p:tgtEl>
                                          <p:spTgt spid="116"/>
                                        </p:tgtEl>
                                        <p:attrNameLst>
                                          <p:attrName>ppt_h</p:attrName>
                                        </p:attrNameLst>
                                      </p:cBhvr>
                                      <p:tavLst>
                                        <p:tav tm="0">
                                          <p:val>
                                            <p:strVal val="#ppt_h"/>
                                          </p:val>
                                        </p:tav>
                                        <p:tav tm="100000">
                                          <p:val>
                                            <p:strVal val="#ppt_h"/>
                                          </p:val>
                                        </p:tav>
                                      </p:tavLst>
                                    </p:anim>
                                  </p:childTnLst>
                                </p:cTn>
                              </p:par>
                            </p:childTnLst>
                          </p:cTn>
                        </p:par>
                      </p:childTnLst>
                    </p:cTn>
                  </p:par>
                  <p:par>
                    <p:cTn id="504" fill="hold">
                      <p:stCondLst>
                        <p:cond delay="indefinite"/>
                      </p:stCondLst>
                      <p:childTnLst>
                        <p:par>
                          <p:cTn id="505" fill="hold">
                            <p:stCondLst>
                              <p:cond delay="0"/>
                            </p:stCondLst>
                            <p:childTnLst>
                              <p:par>
                                <p:cTn id="506" presetID="22" presetClass="exit" presetSubtype="1" fill="hold" nodeType="clickEffect">
                                  <p:stCondLst>
                                    <p:cond delay="0"/>
                                  </p:stCondLst>
                                  <p:childTnLst>
                                    <p:animEffect transition="out" filter="wipe(up)">
                                      <p:cBhvr>
                                        <p:cTn id="507" dur="500"/>
                                        <p:tgtEl>
                                          <p:spTgt spid="116"/>
                                        </p:tgtEl>
                                      </p:cBhvr>
                                    </p:animEffect>
                                    <p:set>
                                      <p:cBhvr>
                                        <p:cTn id="508" dur="1" fill="hold">
                                          <p:stCondLst>
                                            <p:cond delay="499"/>
                                          </p:stCondLst>
                                        </p:cTn>
                                        <p:tgtEl>
                                          <p:spTgt spid="116"/>
                                        </p:tgtEl>
                                        <p:attrNameLst>
                                          <p:attrName>style.visibility</p:attrName>
                                        </p:attrNameLst>
                                      </p:cBhvr>
                                      <p:to>
                                        <p:strVal val="hidden"/>
                                      </p:to>
                                    </p:set>
                                  </p:childTnLst>
                                </p:cTn>
                              </p:par>
                            </p:childTnLst>
                          </p:cTn>
                        </p:par>
                        <p:par>
                          <p:cTn id="509" fill="hold">
                            <p:stCondLst>
                              <p:cond delay="500"/>
                            </p:stCondLst>
                            <p:childTnLst>
                              <p:par>
                                <p:cTn id="510" presetID="22" presetClass="entr" presetSubtype="8" fill="hold" nodeType="afterEffect">
                                  <p:stCondLst>
                                    <p:cond delay="0"/>
                                  </p:stCondLst>
                                  <p:childTnLst>
                                    <p:set>
                                      <p:cBhvr>
                                        <p:cTn id="511" dur="1" fill="hold">
                                          <p:stCondLst>
                                            <p:cond delay="0"/>
                                          </p:stCondLst>
                                        </p:cTn>
                                        <p:tgtEl>
                                          <p:spTgt spid="101"/>
                                        </p:tgtEl>
                                        <p:attrNameLst>
                                          <p:attrName>style.visibility</p:attrName>
                                        </p:attrNameLst>
                                      </p:cBhvr>
                                      <p:to>
                                        <p:strVal val="visible"/>
                                      </p:to>
                                    </p:set>
                                    <p:animEffect transition="in" filter="wipe(left)">
                                      <p:cBhvr>
                                        <p:cTn id="512" dur="1000"/>
                                        <p:tgtEl>
                                          <p:spTgt spid="101"/>
                                        </p:tgtEl>
                                      </p:cBhvr>
                                    </p:animEffect>
                                  </p:childTnLst>
                                </p:cTn>
                              </p:par>
                            </p:childTnLst>
                          </p:cTn>
                        </p:par>
                      </p:childTnLst>
                    </p:cTn>
                  </p:par>
                  <p:par>
                    <p:cTn id="513" fill="hold">
                      <p:stCondLst>
                        <p:cond delay="indefinite"/>
                      </p:stCondLst>
                      <p:childTnLst>
                        <p:par>
                          <p:cTn id="514" fill="hold">
                            <p:stCondLst>
                              <p:cond delay="0"/>
                            </p:stCondLst>
                            <p:childTnLst>
                              <p:par>
                                <p:cTn id="515" presetID="22" presetClass="exit" presetSubtype="1" fill="hold" nodeType="clickEffect">
                                  <p:stCondLst>
                                    <p:cond delay="0"/>
                                  </p:stCondLst>
                                  <p:childTnLst>
                                    <p:animEffect transition="out" filter="wipe(up)">
                                      <p:cBhvr>
                                        <p:cTn id="516" dur="500"/>
                                        <p:tgtEl>
                                          <p:spTgt spid="101"/>
                                        </p:tgtEl>
                                      </p:cBhvr>
                                    </p:animEffect>
                                    <p:set>
                                      <p:cBhvr>
                                        <p:cTn id="517" dur="1" fill="hold">
                                          <p:stCondLst>
                                            <p:cond delay="499"/>
                                          </p:stCondLst>
                                        </p:cTn>
                                        <p:tgtEl>
                                          <p:spTgt spid="101"/>
                                        </p:tgtEl>
                                        <p:attrNameLst>
                                          <p:attrName>style.visibility</p:attrName>
                                        </p:attrNameLst>
                                      </p:cBhvr>
                                      <p:to>
                                        <p:strVal val="hidden"/>
                                      </p:to>
                                    </p:set>
                                  </p:childTnLst>
                                </p:cTn>
                              </p:par>
                            </p:childTnLst>
                          </p:cTn>
                        </p:par>
                        <p:par>
                          <p:cTn id="518" fill="hold">
                            <p:stCondLst>
                              <p:cond delay="500"/>
                            </p:stCondLst>
                            <p:childTnLst>
                              <p:par>
                                <p:cTn id="519" presetID="22" presetClass="entr" presetSubtype="8" fill="hold" nodeType="afterEffect">
                                  <p:stCondLst>
                                    <p:cond delay="0"/>
                                  </p:stCondLst>
                                  <p:childTnLst>
                                    <p:set>
                                      <p:cBhvr>
                                        <p:cTn id="520" dur="1" fill="hold">
                                          <p:stCondLst>
                                            <p:cond delay="0"/>
                                          </p:stCondLst>
                                        </p:cTn>
                                        <p:tgtEl>
                                          <p:spTgt spid="30"/>
                                        </p:tgtEl>
                                        <p:attrNameLst>
                                          <p:attrName>style.visibility</p:attrName>
                                        </p:attrNameLst>
                                      </p:cBhvr>
                                      <p:to>
                                        <p:strVal val="visible"/>
                                      </p:to>
                                    </p:set>
                                    <p:animEffect transition="in" filter="wipe(left)">
                                      <p:cBhvr>
                                        <p:cTn id="521" dur="1000"/>
                                        <p:tgtEl>
                                          <p:spTgt spid="30"/>
                                        </p:tgtEl>
                                      </p:cBhvr>
                                    </p:animEffect>
                                  </p:childTnLst>
                                </p:cTn>
                              </p:par>
                            </p:childTnLst>
                          </p:cTn>
                        </p:par>
                      </p:childTnLst>
                    </p:cTn>
                  </p:par>
                  <p:par>
                    <p:cTn id="522" fill="hold">
                      <p:stCondLst>
                        <p:cond delay="indefinite"/>
                      </p:stCondLst>
                      <p:childTnLst>
                        <p:par>
                          <p:cTn id="523" fill="hold">
                            <p:stCondLst>
                              <p:cond delay="0"/>
                            </p:stCondLst>
                            <p:childTnLst>
                              <p:par>
                                <p:cTn id="524" presetID="35" presetClass="path" presetSubtype="0" accel="50000" decel="50000" fill="hold" grpId="3" nodeType="clickEffect">
                                  <p:stCondLst>
                                    <p:cond delay="0"/>
                                  </p:stCondLst>
                                  <p:childTnLst>
                                    <p:animMotion origin="layout" path="M -0.11641 0.125 L -0.19883 0.05556 " pathEditMode="relative" rAng="0" ptsTypes="AA">
                                      <p:cBhvr>
                                        <p:cTn id="525" dur="1000" fill="hold"/>
                                        <p:tgtEl>
                                          <p:spTgt spid="110"/>
                                        </p:tgtEl>
                                        <p:attrNameLst>
                                          <p:attrName>ppt_x</p:attrName>
                                          <p:attrName>ppt_y</p:attrName>
                                        </p:attrNameLst>
                                      </p:cBhvr>
                                      <p:rCtr x="-4128" y="-3472"/>
                                    </p:animMotion>
                                  </p:childTnLst>
                                </p:cTn>
                              </p:par>
                            </p:childTnLst>
                          </p:cTn>
                        </p:par>
                        <p:par>
                          <p:cTn id="526" fill="hold">
                            <p:stCondLst>
                              <p:cond delay="1000"/>
                            </p:stCondLst>
                            <p:childTnLst>
                              <p:par>
                                <p:cTn id="527" presetID="22" presetClass="exit" presetSubtype="1" fill="hold" nodeType="afterEffect">
                                  <p:stCondLst>
                                    <p:cond delay="0"/>
                                  </p:stCondLst>
                                  <p:childTnLst>
                                    <p:animEffect transition="out" filter="wipe(up)">
                                      <p:cBhvr>
                                        <p:cTn id="528" dur="500"/>
                                        <p:tgtEl>
                                          <p:spTgt spid="30"/>
                                        </p:tgtEl>
                                      </p:cBhvr>
                                    </p:animEffect>
                                    <p:set>
                                      <p:cBhvr>
                                        <p:cTn id="529" dur="1" fill="hold">
                                          <p:stCondLst>
                                            <p:cond delay="499"/>
                                          </p:stCondLst>
                                        </p:cTn>
                                        <p:tgtEl>
                                          <p:spTgt spid="30"/>
                                        </p:tgtEl>
                                        <p:attrNameLst>
                                          <p:attrName>style.visibility</p:attrName>
                                        </p:attrNameLst>
                                      </p:cBhvr>
                                      <p:to>
                                        <p:strVal val="hidden"/>
                                      </p:to>
                                    </p:set>
                                  </p:childTnLst>
                                </p:cTn>
                              </p:par>
                            </p:childTnLst>
                          </p:cTn>
                        </p:par>
                        <p:par>
                          <p:cTn id="530" fill="hold">
                            <p:stCondLst>
                              <p:cond delay="1500"/>
                            </p:stCondLst>
                            <p:childTnLst>
                              <p:par>
                                <p:cTn id="531" presetID="22" presetClass="entr" presetSubtype="8" fill="hold" nodeType="afterEffect">
                                  <p:stCondLst>
                                    <p:cond delay="0"/>
                                  </p:stCondLst>
                                  <p:childTnLst>
                                    <p:set>
                                      <p:cBhvr>
                                        <p:cTn id="532" dur="1" fill="hold">
                                          <p:stCondLst>
                                            <p:cond delay="0"/>
                                          </p:stCondLst>
                                        </p:cTn>
                                        <p:tgtEl>
                                          <p:spTgt spid="104"/>
                                        </p:tgtEl>
                                        <p:attrNameLst>
                                          <p:attrName>style.visibility</p:attrName>
                                        </p:attrNameLst>
                                      </p:cBhvr>
                                      <p:to>
                                        <p:strVal val="visible"/>
                                      </p:to>
                                    </p:set>
                                    <p:animEffect transition="in" filter="wipe(left)">
                                      <p:cBhvr>
                                        <p:cTn id="533" dur="500"/>
                                        <p:tgtEl>
                                          <p:spTgt spid="104"/>
                                        </p:tgtEl>
                                      </p:cBhvr>
                                    </p:animEffect>
                                  </p:childTnLst>
                                </p:cTn>
                              </p:par>
                            </p:childTnLst>
                          </p:cTn>
                        </p:par>
                      </p:childTnLst>
                    </p:cTn>
                  </p:par>
                  <p:par>
                    <p:cTn id="534" fill="hold">
                      <p:stCondLst>
                        <p:cond delay="indefinite"/>
                      </p:stCondLst>
                      <p:childTnLst>
                        <p:par>
                          <p:cTn id="535" fill="hold">
                            <p:stCondLst>
                              <p:cond delay="0"/>
                            </p:stCondLst>
                            <p:childTnLst>
                              <p:par>
                                <p:cTn id="536" presetID="7" presetClass="emph" presetSubtype="2" fill="hold" nodeType="clickEffect">
                                  <p:stCondLst>
                                    <p:cond delay="0"/>
                                  </p:stCondLst>
                                  <p:childTnLst>
                                    <p:animClr clrSpc="rgb" dir="cw">
                                      <p:cBhvr>
                                        <p:cTn id="537" dur="1000" fill="hold"/>
                                        <p:tgtEl>
                                          <p:spTgt spid="13"/>
                                        </p:tgtEl>
                                        <p:attrNameLst>
                                          <p:attrName>stroke.color</p:attrName>
                                        </p:attrNameLst>
                                      </p:cBhvr>
                                      <p:to>
                                        <a:srgbClr val="C00000"/>
                                      </p:to>
                                    </p:animClr>
                                    <p:set>
                                      <p:cBhvr>
                                        <p:cTn id="538" dur="1000" fill="hold"/>
                                        <p:tgtEl>
                                          <p:spTgt spid="13"/>
                                        </p:tgtEl>
                                        <p:attrNameLst>
                                          <p:attrName>stroke.on</p:attrName>
                                        </p:attrNameLst>
                                      </p:cBhvr>
                                      <p:to>
                                        <p:strVal val="true"/>
                                      </p:to>
                                    </p:set>
                                  </p:childTnLst>
                                </p:cTn>
                              </p:par>
                              <p:par>
                                <p:cTn id="539" presetID="3" presetClass="emph" presetSubtype="2" fill="hold" grpId="1" nodeType="withEffect">
                                  <p:stCondLst>
                                    <p:cond delay="0"/>
                                  </p:stCondLst>
                                  <p:childTnLst>
                                    <p:animClr clrSpc="rgb" dir="cw">
                                      <p:cBhvr override="childStyle">
                                        <p:cTn id="540" dur="1000" fill="hold"/>
                                        <p:tgtEl>
                                          <p:spTgt spid="13"/>
                                        </p:tgtEl>
                                        <p:attrNameLst>
                                          <p:attrName>style.color</p:attrName>
                                        </p:attrNameLst>
                                      </p:cBhvr>
                                      <p:to>
                                        <a:srgbClr val="C00000"/>
                                      </p:to>
                                    </p:animClr>
                                  </p:childTnLst>
                                </p:cTn>
                              </p:par>
                            </p:childTnLst>
                          </p:cTn>
                        </p:par>
                        <p:par>
                          <p:cTn id="541" fill="hold">
                            <p:stCondLst>
                              <p:cond delay="1000"/>
                            </p:stCondLst>
                            <p:childTnLst>
                              <p:par>
                                <p:cTn id="542" presetID="7" presetClass="emph" presetSubtype="2" fill="hold" nodeType="afterEffect">
                                  <p:stCondLst>
                                    <p:cond delay="0"/>
                                  </p:stCondLst>
                                  <p:childTnLst>
                                    <p:animClr clrSpc="rgb" dir="cw">
                                      <p:cBhvr>
                                        <p:cTn id="543" dur="1000" fill="hold"/>
                                        <p:tgtEl>
                                          <p:spTgt spid="24"/>
                                        </p:tgtEl>
                                        <p:attrNameLst>
                                          <p:attrName>stroke.color</p:attrName>
                                        </p:attrNameLst>
                                      </p:cBhvr>
                                      <p:to>
                                        <a:srgbClr val="A40000"/>
                                      </p:to>
                                    </p:animClr>
                                    <p:set>
                                      <p:cBhvr>
                                        <p:cTn id="544" dur="1000" fill="hold"/>
                                        <p:tgtEl>
                                          <p:spTgt spid="24"/>
                                        </p:tgtEl>
                                        <p:attrNameLst>
                                          <p:attrName>stroke.on</p:attrName>
                                        </p:attrNameLst>
                                      </p:cBhvr>
                                      <p:to>
                                        <p:strVal val="true"/>
                                      </p:to>
                                    </p:set>
                                  </p:childTnLst>
                                </p:cTn>
                              </p:par>
                            </p:childTnLst>
                          </p:cTn>
                        </p:par>
                        <p:par>
                          <p:cTn id="545" fill="hold">
                            <p:stCondLst>
                              <p:cond delay="2000"/>
                            </p:stCondLst>
                            <p:childTnLst>
                              <p:par>
                                <p:cTn id="546" presetID="6" presetClass="emph" presetSubtype="0" autoRev="1" fill="hold" grpId="0" nodeType="afterEffect">
                                  <p:stCondLst>
                                    <p:cond delay="0"/>
                                  </p:stCondLst>
                                  <p:childTnLst>
                                    <p:animScale>
                                      <p:cBhvr>
                                        <p:cTn id="547" dur="500" fill="hold"/>
                                        <p:tgtEl>
                                          <p:spTgt spid="14"/>
                                        </p:tgtEl>
                                      </p:cBhvr>
                                      <p:by x="150000" y="150000"/>
                                    </p:animScale>
                                  </p:childTnLst>
                                </p:cTn>
                              </p:par>
                            </p:childTnLst>
                          </p:cTn>
                        </p:par>
                        <p:par>
                          <p:cTn id="548" fill="hold">
                            <p:stCondLst>
                              <p:cond delay="3000"/>
                            </p:stCondLst>
                            <p:childTnLst>
                              <p:par>
                                <p:cTn id="549" presetID="22" presetClass="exit" presetSubtype="1" fill="hold" nodeType="afterEffect">
                                  <p:stCondLst>
                                    <p:cond delay="0"/>
                                  </p:stCondLst>
                                  <p:childTnLst>
                                    <p:animEffect transition="out" filter="wipe(up)">
                                      <p:cBhvr>
                                        <p:cTn id="550" dur="500"/>
                                        <p:tgtEl>
                                          <p:spTgt spid="104"/>
                                        </p:tgtEl>
                                      </p:cBhvr>
                                    </p:animEffect>
                                    <p:set>
                                      <p:cBhvr>
                                        <p:cTn id="551" dur="1" fill="hold">
                                          <p:stCondLst>
                                            <p:cond delay="499"/>
                                          </p:stCondLst>
                                        </p:cTn>
                                        <p:tgtEl>
                                          <p:spTgt spid="104"/>
                                        </p:tgtEl>
                                        <p:attrNameLst>
                                          <p:attrName>style.visibility</p:attrName>
                                        </p:attrNameLst>
                                      </p:cBhvr>
                                      <p:to>
                                        <p:strVal val="hidden"/>
                                      </p:to>
                                    </p:set>
                                  </p:childTnLst>
                                </p:cTn>
                              </p:par>
                            </p:childTnLst>
                          </p:cTn>
                        </p:par>
                        <p:par>
                          <p:cTn id="552" fill="hold">
                            <p:stCondLst>
                              <p:cond delay="3500"/>
                            </p:stCondLst>
                            <p:childTnLst>
                              <p:par>
                                <p:cTn id="553" presetID="22" presetClass="entr" presetSubtype="8" fill="hold" nodeType="afterEffect">
                                  <p:stCondLst>
                                    <p:cond delay="0"/>
                                  </p:stCondLst>
                                  <p:childTnLst>
                                    <p:set>
                                      <p:cBhvr>
                                        <p:cTn id="554" dur="1" fill="hold">
                                          <p:stCondLst>
                                            <p:cond delay="0"/>
                                          </p:stCondLst>
                                        </p:cTn>
                                        <p:tgtEl>
                                          <p:spTgt spid="106"/>
                                        </p:tgtEl>
                                        <p:attrNameLst>
                                          <p:attrName>style.visibility</p:attrName>
                                        </p:attrNameLst>
                                      </p:cBhvr>
                                      <p:to>
                                        <p:strVal val="visible"/>
                                      </p:to>
                                    </p:set>
                                    <p:animEffect transition="in" filter="wipe(left)">
                                      <p:cBhvr>
                                        <p:cTn id="555" dur="500"/>
                                        <p:tgtEl>
                                          <p:spTgt spid="106"/>
                                        </p:tgtEl>
                                      </p:cBhvr>
                                    </p:animEffect>
                                  </p:childTnLst>
                                </p:cTn>
                              </p:par>
                            </p:childTnLst>
                          </p:cTn>
                        </p:par>
                      </p:childTnLst>
                    </p:cTn>
                  </p:par>
                  <p:par>
                    <p:cTn id="556" fill="hold">
                      <p:stCondLst>
                        <p:cond delay="indefinite"/>
                      </p:stCondLst>
                      <p:childTnLst>
                        <p:par>
                          <p:cTn id="557" fill="hold">
                            <p:stCondLst>
                              <p:cond delay="0"/>
                            </p:stCondLst>
                            <p:childTnLst>
                              <p:par>
                                <p:cTn id="558" presetID="6" presetClass="emph" presetSubtype="0" autoRev="1" fill="hold" grpId="2" nodeType="clickEffect">
                                  <p:stCondLst>
                                    <p:cond delay="0"/>
                                  </p:stCondLst>
                                  <p:childTnLst>
                                    <p:animScale>
                                      <p:cBhvr>
                                        <p:cTn id="559" dur="500" fill="hold"/>
                                        <p:tgtEl>
                                          <p:spTgt spid="40"/>
                                        </p:tgtEl>
                                      </p:cBhvr>
                                      <p:by x="150000" y="150000"/>
                                    </p:animScale>
                                  </p:childTnLst>
                                </p:cTn>
                              </p:par>
                            </p:childTnLst>
                          </p:cTn>
                        </p:par>
                        <p:par>
                          <p:cTn id="560" fill="hold">
                            <p:stCondLst>
                              <p:cond delay="1000"/>
                            </p:stCondLst>
                            <p:childTnLst>
                              <p:par>
                                <p:cTn id="561" presetID="22" presetClass="exit" presetSubtype="1" fill="hold" nodeType="afterEffect">
                                  <p:stCondLst>
                                    <p:cond delay="0"/>
                                  </p:stCondLst>
                                  <p:childTnLst>
                                    <p:animEffect transition="out" filter="wipe(up)">
                                      <p:cBhvr>
                                        <p:cTn id="562" dur="500"/>
                                        <p:tgtEl>
                                          <p:spTgt spid="106"/>
                                        </p:tgtEl>
                                      </p:cBhvr>
                                    </p:animEffect>
                                    <p:set>
                                      <p:cBhvr>
                                        <p:cTn id="563" dur="1" fill="hold">
                                          <p:stCondLst>
                                            <p:cond delay="499"/>
                                          </p:stCondLst>
                                        </p:cTn>
                                        <p:tgtEl>
                                          <p:spTgt spid="106"/>
                                        </p:tgtEl>
                                        <p:attrNameLst>
                                          <p:attrName>style.visibility</p:attrName>
                                        </p:attrNameLst>
                                      </p:cBhvr>
                                      <p:to>
                                        <p:strVal val="hidden"/>
                                      </p:to>
                                    </p:set>
                                  </p:childTnLst>
                                </p:cTn>
                              </p:par>
                              <p:par>
                                <p:cTn id="564" presetID="22" presetClass="entr" presetSubtype="8" fill="hold" nodeType="withEffect">
                                  <p:stCondLst>
                                    <p:cond delay="0"/>
                                  </p:stCondLst>
                                  <p:childTnLst>
                                    <p:set>
                                      <p:cBhvr>
                                        <p:cTn id="565" dur="1" fill="hold">
                                          <p:stCondLst>
                                            <p:cond delay="0"/>
                                          </p:stCondLst>
                                        </p:cTn>
                                        <p:tgtEl>
                                          <p:spTgt spid="107"/>
                                        </p:tgtEl>
                                        <p:attrNameLst>
                                          <p:attrName>style.visibility</p:attrName>
                                        </p:attrNameLst>
                                      </p:cBhvr>
                                      <p:to>
                                        <p:strVal val="visible"/>
                                      </p:to>
                                    </p:set>
                                    <p:animEffect transition="in" filter="wipe(left)">
                                      <p:cBhvr>
                                        <p:cTn id="566" dur="500"/>
                                        <p:tgtEl>
                                          <p:spTgt spid="107"/>
                                        </p:tgtEl>
                                      </p:cBhvr>
                                    </p:animEffect>
                                  </p:childTnLst>
                                </p:cTn>
                              </p:par>
                            </p:childTnLst>
                          </p:cTn>
                        </p:par>
                        <p:par>
                          <p:cTn id="567" fill="hold">
                            <p:stCondLst>
                              <p:cond delay="1500"/>
                            </p:stCondLst>
                            <p:childTnLst>
                              <p:par>
                                <p:cTn id="568" presetID="10" presetClass="exit" presetSubtype="0" fill="hold" grpId="1" nodeType="afterEffect">
                                  <p:stCondLst>
                                    <p:cond delay="0"/>
                                  </p:stCondLst>
                                  <p:childTnLst>
                                    <p:animEffect transition="out" filter="fade">
                                      <p:cBhvr>
                                        <p:cTn id="569" dur="500"/>
                                        <p:tgtEl>
                                          <p:spTgt spid="40"/>
                                        </p:tgtEl>
                                      </p:cBhvr>
                                    </p:animEffect>
                                    <p:set>
                                      <p:cBhvr>
                                        <p:cTn id="570" dur="1" fill="hold">
                                          <p:stCondLst>
                                            <p:cond delay="499"/>
                                          </p:stCondLst>
                                        </p:cTn>
                                        <p:tgtEl>
                                          <p:spTgt spid="40"/>
                                        </p:tgtEl>
                                        <p:attrNameLst>
                                          <p:attrName>style.visibility</p:attrName>
                                        </p:attrNameLst>
                                      </p:cBhvr>
                                      <p:to>
                                        <p:strVal val="hidden"/>
                                      </p:to>
                                    </p:set>
                                  </p:childTnLst>
                                </p:cTn>
                              </p:par>
                            </p:childTnLst>
                          </p:cTn>
                        </p:par>
                        <p:par>
                          <p:cTn id="571" fill="hold">
                            <p:stCondLst>
                              <p:cond delay="2000"/>
                            </p:stCondLst>
                            <p:childTnLst>
                              <p:par>
                                <p:cTn id="572" presetID="31" presetClass="entr" presetSubtype="0" fill="hold" grpId="0" nodeType="afterEffect">
                                  <p:stCondLst>
                                    <p:cond delay="0"/>
                                  </p:stCondLst>
                                  <p:childTnLst>
                                    <p:set>
                                      <p:cBhvr>
                                        <p:cTn id="573" dur="1" fill="hold">
                                          <p:stCondLst>
                                            <p:cond delay="0"/>
                                          </p:stCondLst>
                                        </p:cTn>
                                        <p:tgtEl>
                                          <p:spTgt spid="117"/>
                                        </p:tgtEl>
                                        <p:attrNameLst>
                                          <p:attrName>style.visibility</p:attrName>
                                        </p:attrNameLst>
                                      </p:cBhvr>
                                      <p:to>
                                        <p:strVal val="visible"/>
                                      </p:to>
                                    </p:set>
                                    <p:anim calcmode="lin" valueType="num">
                                      <p:cBhvr>
                                        <p:cTn id="574" dur="1000" fill="hold"/>
                                        <p:tgtEl>
                                          <p:spTgt spid="117"/>
                                        </p:tgtEl>
                                        <p:attrNameLst>
                                          <p:attrName>ppt_w</p:attrName>
                                        </p:attrNameLst>
                                      </p:cBhvr>
                                      <p:tavLst>
                                        <p:tav tm="0">
                                          <p:val>
                                            <p:fltVal val="0"/>
                                          </p:val>
                                        </p:tav>
                                        <p:tav tm="100000">
                                          <p:val>
                                            <p:strVal val="#ppt_w"/>
                                          </p:val>
                                        </p:tav>
                                      </p:tavLst>
                                    </p:anim>
                                    <p:anim calcmode="lin" valueType="num">
                                      <p:cBhvr>
                                        <p:cTn id="575" dur="1000" fill="hold"/>
                                        <p:tgtEl>
                                          <p:spTgt spid="117"/>
                                        </p:tgtEl>
                                        <p:attrNameLst>
                                          <p:attrName>ppt_h</p:attrName>
                                        </p:attrNameLst>
                                      </p:cBhvr>
                                      <p:tavLst>
                                        <p:tav tm="0">
                                          <p:val>
                                            <p:fltVal val="0"/>
                                          </p:val>
                                        </p:tav>
                                        <p:tav tm="100000">
                                          <p:val>
                                            <p:strVal val="#ppt_h"/>
                                          </p:val>
                                        </p:tav>
                                      </p:tavLst>
                                    </p:anim>
                                    <p:anim calcmode="lin" valueType="num">
                                      <p:cBhvr>
                                        <p:cTn id="576" dur="1000" fill="hold"/>
                                        <p:tgtEl>
                                          <p:spTgt spid="117"/>
                                        </p:tgtEl>
                                        <p:attrNameLst>
                                          <p:attrName>style.rotation</p:attrName>
                                        </p:attrNameLst>
                                      </p:cBhvr>
                                      <p:tavLst>
                                        <p:tav tm="0">
                                          <p:val>
                                            <p:fltVal val="90"/>
                                          </p:val>
                                        </p:tav>
                                        <p:tav tm="100000">
                                          <p:val>
                                            <p:fltVal val="0"/>
                                          </p:val>
                                        </p:tav>
                                      </p:tavLst>
                                    </p:anim>
                                    <p:animEffect transition="in" filter="fade">
                                      <p:cBhvr>
                                        <p:cTn id="577" dur="1000"/>
                                        <p:tgtEl>
                                          <p:spTgt spid="117"/>
                                        </p:tgtEl>
                                      </p:cBhvr>
                                    </p:animEffect>
                                  </p:childTnLst>
                                </p:cTn>
                              </p:par>
                            </p:childTnLst>
                          </p:cTn>
                        </p:par>
                      </p:childTnLst>
                    </p:cTn>
                  </p:par>
                  <p:par>
                    <p:cTn id="578" fill="hold">
                      <p:stCondLst>
                        <p:cond delay="indefinite"/>
                      </p:stCondLst>
                      <p:childTnLst>
                        <p:par>
                          <p:cTn id="579" fill="hold">
                            <p:stCondLst>
                              <p:cond delay="0"/>
                            </p:stCondLst>
                            <p:childTnLst>
                              <p:par>
                                <p:cTn id="580" presetID="1" presetClass="emph" presetSubtype="2" fill="hold" nodeType="clickEffect">
                                  <p:stCondLst>
                                    <p:cond delay="0"/>
                                  </p:stCondLst>
                                  <p:childTnLst>
                                    <p:animClr clrSpc="rgb" dir="cw">
                                      <p:cBhvr>
                                        <p:cTn id="581" dur="500" fill="hold"/>
                                        <p:tgtEl>
                                          <p:spTgt spid="14"/>
                                        </p:tgtEl>
                                        <p:attrNameLst>
                                          <p:attrName>fillcolor</p:attrName>
                                        </p:attrNameLst>
                                      </p:cBhvr>
                                      <p:to>
                                        <a:srgbClr val="FFF2CC"/>
                                      </p:to>
                                    </p:animClr>
                                    <p:set>
                                      <p:cBhvr>
                                        <p:cTn id="582" dur="500" fill="hold"/>
                                        <p:tgtEl>
                                          <p:spTgt spid="14"/>
                                        </p:tgtEl>
                                        <p:attrNameLst>
                                          <p:attrName>fill.type</p:attrName>
                                        </p:attrNameLst>
                                      </p:cBhvr>
                                      <p:to>
                                        <p:strVal val="solid"/>
                                      </p:to>
                                    </p:set>
                                    <p:set>
                                      <p:cBhvr>
                                        <p:cTn id="583" dur="500" fill="hold"/>
                                        <p:tgtEl>
                                          <p:spTgt spid="14"/>
                                        </p:tgtEl>
                                        <p:attrNameLst>
                                          <p:attrName>fill.on</p:attrName>
                                        </p:attrNameLst>
                                      </p:cBhvr>
                                      <p:to>
                                        <p:strVal val="true"/>
                                      </p:to>
                                    </p:set>
                                  </p:childTnLst>
                                </p:cTn>
                              </p:par>
                            </p:childTnLst>
                          </p:cTn>
                        </p:par>
                        <p:par>
                          <p:cTn id="584" fill="hold">
                            <p:stCondLst>
                              <p:cond delay="500"/>
                            </p:stCondLst>
                            <p:childTnLst>
                              <p:par>
                                <p:cTn id="585" presetID="1" presetClass="entr" presetSubtype="0" fill="hold" grpId="0" nodeType="afterEffect">
                                  <p:stCondLst>
                                    <p:cond delay="0"/>
                                  </p:stCondLst>
                                  <p:childTnLst>
                                    <p:set>
                                      <p:cBhvr>
                                        <p:cTn id="586" dur="1" fill="hold">
                                          <p:stCondLst>
                                            <p:cond delay="0"/>
                                          </p:stCondLst>
                                        </p:cTn>
                                        <p:tgtEl>
                                          <p:spTgt spid="118"/>
                                        </p:tgtEl>
                                        <p:attrNameLst>
                                          <p:attrName>style.visibility</p:attrName>
                                        </p:attrNameLst>
                                      </p:cBhvr>
                                      <p:to>
                                        <p:strVal val="visible"/>
                                      </p:to>
                                    </p:set>
                                  </p:childTnLst>
                                </p:cTn>
                              </p:par>
                            </p:childTnLst>
                          </p:cTn>
                        </p:par>
                        <p:par>
                          <p:cTn id="587" fill="hold">
                            <p:stCondLst>
                              <p:cond delay="500"/>
                            </p:stCondLst>
                            <p:childTnLst>
                              <p:par>
                                <p:cTn id="588" presetID="42" presetClass="path" presetSubtype="0" accel="50000" decel="50000" fill="hold" grpId="1" nodeType="afterEffect">
                                  <p:stCondLst>
                                    <p:cond delay="0"/>
                                  </p:stCondLst>
                                  <p:childTnLst>
                                    <p:animMotion origin="layout" path="M 2.08333E-6 2.59259E-6 L -0.02201 0.12037 " pathEditMode="relative" rAng="0" ptsTypes="AA">
                                      <p:cBhvr>
                                        <p:cTn id="589" dur="1000" fill="hold"/>
                                        <p:tgtEl>
                                          <p:spTgt spid="118"/>
                                        </p:tgtEl>
                                        <p:attrNameLst>
                                          <p:attrName>ppt_x</p:attrName>
                                          <p:attrName>ppt_y</p:attrName>
                                        </p:attrNameLst>
                                      </p:cBhvr>
                                      <p:rCtr x="-1107" y="6019"/>
                                    </p:animMotion>
                                  </p:childTnLst>
                                </p:cTn>
                              </p:par>
                            </p:childTnLst>
                          </p:cTn>
                        </p:par>
                        <p:par>
                          <p:cTn id="590" fill="hold">
                            <p:stCondLst>
                              <p:cond delay="1500"/>
                            </p:stCondLst>
                            <p:childTnLst>
                              <p:par>
                                <p:cTn id="591" presetID="1" presetClass="entr" presetSubtype="0" fill="hold" grpId="0" nodeType="afterEffect">
                                  <p:stCondLst>
                                    <p:cond delay="0"/>
                                  </p:stCondLst>
                                  <p:childTnLst>
                                    <p:set>
                                      <p:cBhvr>
                                        <p:cTn id="592" dur="1" fill="hold">
                                          <p:stCondLst>
                                            <p:cond delay="0"/>
                                          </p:stCondLst>
                                        </p:cTn>
                                        <p:tgtEl>
                                          <p:spTgt spid="82"/>
                                        </p:tgtEl>
                                        <p:attrNameLst>
                                          <p:attrName>style.visibility</p:attrName>
                                        </p:attrNameLst>
                                      </p:cBhvr>
                                      <p:to>
                                        <p:strVal val="visible"/>
                                      </p:to>
                                    </p:set>
                                  </p:childTnLst>
                                </p:cTn>
                              </p:par>
                            </p:childTnLst>
                          </p:cTn>
                        </p:par>
                        <p:par>
                          <p:cTn id="593" fill="hold">
                            <p:stCondLst>
                              <p:cond delay="1500"/>
                            </p:stCondLst>
                            <p:childTnLst>
                              <p:par>
                                <p:cTn id="594" presetID="22" presetClass="exit" presetSubtype="1" fill="hold" nodeType="afterEffect">
                                  <p:stCondLst>
                                    <p:cond delay="0"/>
                                  </p:stCondLst>
                                  <p:childTnLst>
                                    <p:animEffect transition="out" filter="wipe(up)">
                                      <p:cBhvr>
                                        <p:cTn id="595" dur="500"/>
                                        <p:tgtEl>
                                          <p:spTgt spid="107"/>
                                        </p:tgtEl>
                                      </p:cBhvr>
                                    </p:animEffect>
                                    <p:set>
                                      <p:cBhvr>
                                        <p:cTn id="596" dur="1" fill="hold">
                                          <p:stCondLst>
                                            <p:cond delay="499"/>
                                          </p:stCondLst>
                                        </p:cTn>
                                        <p:tgtEl>
                                          <p:spTgt spid="107"/>
                                        </p:tgtEl>
                                        <p:attrNameLst>
                                          <p:attrName>style.visibility</p:attrName>
                                        </p:attrNameLst>
                                      </p:cBhvr>
                                      <p:to>
                                        <p:strVal val="hidden"/>
                                      </p:to>
                                    </p:set>
                                  </p:childTnLst>
                                </p:cTn>
                              </p:par>
                            </p:childTnLst>
                          </p:cTn>
                        </p:par>
                        <p:par>
                          <p:cTn id="597" fill="hold">
                            <p:stCondLst>
                              <p:cond delay="2000"/>
                            </p:stCondLst>
                            <p:childTnLst>
                              <p:par>
                                <p:cTn id="598" presetID="22" presetClass="entr" presetSubtype="8" fill="hold" nodeType="afterEffect">
                                  <p:stCondLst>
                                    <p:cond delay="0"/>
                                  </p:stCondLst>
                                  <p:childTnLst>
                                    <p:set>
                                      <p:cBhvr>
                                        <p:cTn id="599" dur="1" fill="hold">
                                          <p:stCondLst>
                                            <p:cond delay="0"/>
                                          </p:stCondLst>
                                        </p:cTn>
                                        <p:tgtEl>
                                          <p:spTgt spid="108"/>
                                        </p:tgtEl>
                                        <p:attrNameLst>
                                          <p:attrName>style.visibility</p:attrName>
                                        </p:attrNameLst>
                                      </p:cBhvr>
                                      <p:to>
                                        <p:strVal val="visible"/>
                                      </p:to>
                                    </p:set>
                                    <p:animEffect transition="in" filter="wipe(left)">
                                      <p:cBhvr>
                                        <p:cTn id="600" dur="1000"/>
                                        <p:tgtEl>
                                          <p:spTgt spid="108"/>
                                        </p:tgtEl>
                                      </p:cBhvr>
                                    </p:animEffect>
                                  </p:childTnLst>
                                </p:cTn>
                              </p:par>
                            </p:childTnLst>
                          </p:cTn>
                        </p:par>
                      </p:childTnLst>
                    </p:cTn>
                  </p:par>
                  <p:par>
                    <p:cTn id="601" fill="hold">
                      <p:stCondLst>
                        <p:cond delay="indefinite"/>
                      </p:stCondLst>
                      <p:childTnLst>
                        <p:par>
                          <p:cTn id="602" fill="hold">
                            <p:stCondLst>
                              <p:cond delay="0"/>
                            </p:stCondLst>
                            <p:childTnLst>
                              <p:par>
                                <p:cTn id="603" presetID="35" presetClass="path" presetSubtype="0" accel="50000" decel="50000" fill="hold" grpId="2" nodeType="clickEffect">
                                  <p:stCondLst>
                                    <p:cond delay="0"/>
                                  </p:stCondLst>
                                  <p:childTnLst>
                                    <p:animMotion origin="layout" path="M -0.02201 0.12037 L -0.15599 0.12384 " pathEditMode="relative" rAng="0" ptsTypes="AA">
                                      <p:cBhvr>
                                        <p:cTn id="604" dur="1000" fill="hold"/>
                                        <p:tgtEl>
                                          <p:spTgt spid="118"/>
                                        </p:tgtEl>
                                        <p:attrNameLst>
                                          <p:attrName>ppt_x</p:attrName>
                                          <p:attrName>ppt_y</p:attrName>
                                        </p:attrNameLst>
                                      </p:cBhvr>
                                      <p:rCtr x="-6706" y="162"/>
                                    </p:animMotion>
                                  </p:childTnLst>
                                </p:cTn>
                              </p:par>
                            </p:childTnLst>
                          </p:cTn>
                        </p:par>
                        <p:par>
                          <p:cTn id="605" fill="hold">
                            <p:stCondLst>
                              <p:cond delay="1000"/>
                            </p:stCondLst>
                            <p:childTnLst>
                              <p:par>
                                <p:cTn id="606" presetID="22" presetClass="exit" presetSubtype="1" fill="hold" nodeType="afterEffect">
                                  <p:stCondLst>
                                    <p:cond delay="0"/>
                                  </p:stCondLst>
                                  <p:childTnLst>
                                    <p:animEffect transition="out" filter="wipe(up)">
                                      <p:cBhvr>
                                        <p:cTn id="607" dur="500"/>
                                        <p:tgtEl>
                                          <p:spTgt spid="108"/>
                                        </p:tgtEl>
                                      </p:cBhvr>
                                    </p:animEffect>
                                    <p:set>
                                      <p:cBhvr>
                                        <p:cTn id="608" dur="1" fill="hold">
                                          <p:stCondLst>
                                            <p:cond delay="499"/>
                                          </p:stCondLst>
                                        </p:cTn>
                                        <p:tgtEl>
                                          <p:spTgt spid="108"/>
                                        </p:tgtEl>
                                        <p:attrNameLst>
                                          <p:attrName>style.visibility</p:attrName>
                                        </p:attrNameLst>
                                      </p:cBhvr>
                                      <p:to>
                                        <p:strVal val="hidden"/>
                                      </p:to>
                                    </p:set>
                                  </p:childTnLst>
                                </p:cTn>
                              </p:par>
                            </p:childTnLst>
                          </p:cTn>
                        </p:par>
                        <p:par>
                          <p:cTn id="609" fill="hold">
                            <p:stCondLst>
                              <p:cond delay="1500"/>
                            </p:stCondLst>
                            <p:childTnLst>
                              <p:par>
                                <p:cTn id="610" presetID="22" presetClass="entr" presetSubtype="8" fill="hold" nodeType="afterEffect">
                                  <p:stCondLst>
                                    <p:cond delay="0"/>
                                  </p:stCondLst>
                                  <p:childTnLst>
                                    <p:set>
                                      <p:cBhvr>
                                        <p:cTn id="611" dur="1" fill="hold">
                                          <p:stCondLst>
                                            <p:cond delay="0"/>
                                          </p:stCondLst>
                                        </p:cTn>
                                        <p:tgtEl>
                                          <p:spTgt spid="112"/>
                                        </p:tgtEl>
                                        <p:attrNameLst>
                                          <p:attrName>style.visibility</p:attrName>
                                        </p:attrNameLst>
                                      </p:cBhvr>
                                      <p:to>
                                        <p:strVal val="visible"/>
                                      </p:to>
                                    </p:set>
                                    <p:animEffect transition="in" filter="wipe(left)">
                                      <p:cBhvr>
                                        <p:cTn id="612" dur="1000"/>
                                        <p:tgtEl>
                                          <p:spTgt spid="112"/>
                                        </p:tgtEl>
                                      </p:cBhvr>
                                    </p:animEffect>
                                  </p:childTnLst>
                                </p:cTn>
                              </p:par>
                            </p:childTnLst>
                          </p:cTn>
                        </p:par>
                      </p:childTnLst>
                    </p:cTn>
                  </p:par>
                  <p:par>
                    <p:cTn id="613" fill="hold">
                      <p:stCondLst>
                        <p:cond delay="indefinite"/>
                      </p:stCondLst>
                      <p:childTnLst>
                        <p:par>
                          <p:cTn id="614" fill="hold">
                            <p:stCondLst>
                              <p:cond delay="0"/>
                            </p:stCondLst>
                            <p:childTnLst>
                              <p:par>
                                <p:cTn id="615" presetID="22" presetClass="exit" presetSubtype="1" fill="hold" nodeType="clickEffect">
                                  <p:stCondLst>
                                    <p:cond delay="0"/>
                                  </p:stCondLst>
                                  <p:childTnLst>
                                    <p:animEffect transition="out" filter="wipe(up)">
                                      <p:cBhvr>
                                        <p:cTn id="616" dur="500"/>
                                        <p:tgtEl>
                                          <p:spTgt spid="112"/>
                                        </p:tgtEl>
                                      </p:cBhvr>
                                    </p:animEffect>
                                    <p:set>
                                      <p:cBhvr>
                                        <p:cTn id="617" dur="1" fill="hold">
                                          <p:stCondLst>
                                            <p:cond delay="499"/>
                                          </p:stCondLst>
                                        </p:cTn>
                                        <p:tgtEl>
                                          <p:spTgt spid="112"/>
                                        </p:tgtEl>
                                        <p:attrNameLst>
                                          <p:attrName>style.visibility</p:attrName>
                                        </p:attrNameLst>
                                      </p:cBhvr>
                                      <p:to>
                                        <p:strVal val="hidden"/>
                                      </p:to>
                                    </p:set>
                                  </p:childTnLst>
                                </p:cTn>
                              </p:par>
                            </p:childTnLst>
                          </p:cTn>
                        </p:par>
                        <p:par>
                          <p:cTn id="618" fill="hold">
                            <p:stCondLst>
                              <p:cond delay="500"/>
                            </p:stCondLst>
                            <p:childTnLst>
                              <p:par>
                                <p:cTn id="619" presetID="45" presetClass="entr" presetSubtype="0" fill="hold" nodeType="afterEffect">
                                  <p:stCondLst>
                                    <p:cond delay="0"/>
                                  </p:stCondLst>
                                  <p:childTnLst>
                                    <p:set>
                                      <p:cBhvr>
                                        <p:cTn id="620" dur="1" fill="hold">
                                          <p:stCondLst>
                                            <p:cond delay="0"/>
                                          </p:stCondLst>
                                        </p:cTn>
                                        <p:tgtEl>
                                          <p:spTgt spid="116"/>
                                        </p:tgtEl>
                                        <p:attrNameLst>
                                          <p:attrName>style.visibility</p:attrName>
                                        </p:attrNameLst>
                                      </p:cBhvr>
                                      <p:to>
                                        <p:strVal val="visible"/>
                                      </p:to>
                                    </p:set>
                                    <p:animEffect transition="in" filter="fade">
                                      <p:cBhvr>
                                        <p:cTn id="621" dur="2000"/>
                                        <p:tgtEl>
                                          <p:spTgt spid="116"/>
                                        </p:tgtEl>
                                      </p:cBhvr>
                                    </p:animEffect>
                                    <p:anim calcmode="lin" valueType="num">
                                      <p:cBhvr>
                                        <p:cTn id="622" dur="2000" fill="hold"/>
                                        <p:tgtEl>
                                          <p:spTgt spid="116"/>
                                        </p:tgtEl>
                                        <p:attrNameLst>
                                          <p:attrName>ppt_w</p:attrName>
                                        </p:attrNameLst>
                                      </p:cBhvr>
                                      <p:tavLst>
                                        <p:tav tm="0" fmla="#ppt_w*sin(2.5*pi*$)">
                                          <p:val>
                                            <p:fltVal val="0"/>
                                          </p:val>
                                        </p:tav>
                                        <p:tav tm="100000">
                                          <p:val>
                                            <p:fltVal val="1"/>
                                          </p:val>
                                        </p:tav>
                                      </p:tavLst>
                                    </p:anim>
                                    <p:anim calcmode="lin" valueType="num">
                                      <p:cBhvr>
                                        <p:cTn id="623" dur="2000" fill="hold"/>
                                        <p:tgtEl>
                                          <p:spTgt spid="116"/>
                                        </p:tgtEl>
                                        <p:attrNameLst>
                                          <p:attrName>ppt_h</p:attrName>
                                        </p:attrNameLst>
                                      </p:cBhvr>
                                      <p:tavLst>
                                        <p:tav tm="0">
                                          <p:val>
                                            <p:strVal val="#ppt_h"/>
                                          </p:val>
                                        </p:tav>
                                        <p:tav tm="100000">
                                          <p:val>
                                            <p:strVal val="#ppt_h"/>
                                          </p:val>
                                        </p:tav>
                                      </p:tavLst>
                                    </p:anim>
                                  </p:childTnLst>
                                </p:cTn>
                              </p:par>
                            </p:childTnLst>
                          </p:cTn>
                        </p:par>
                      </p:childTnLst>
                    </p:cTn>
                  </p:par>
                  <p:par>
                    <p:cTn id="624" fill="hold">
                      <p:stCondLst>
                        <p:cond delay="indefinite"/>
                      </p:stCondLst>
                      <p:childTnLst>
                        <p:par>
                          <p:cTn id="625" fill="hold">
                            <p:stCondLst>
                              <p:cond delay="0"/>
                            </p:stCondLst>
                            <p:childTnLst>
                              <p:par>
                                <p:cTn id="626" presetID="22" presetClass="exit" presetSubtype="1" fill="hold" nodeType="clickEffect">
                                  <p:stCondLst>
                                    <p:cond delay="0"/>
                                  </p:stCondLst>
                                  <p:childTnLst>
                                    <p:animEffect transition="out" filter="wipe(up)">
                                      <p:cBhvr>
                                        <p:cTn id="627" dur="500"/>
                                        <p:tgtEl>
                                          <p:spTgt spid="116"/>
                                        </p:tgtEl>
                                      </p:cBhvr>
                                    </p:animEffect>
                                    <p:set>
                                      <p:cBhvr>
                                        <p:cTn id="628" dur="1" fill="hold">
                                          <p:stCondLst>
                                            <p:cond delay="499"/>
                                          </p:stCondLst>
                                        </p:cTn>
                                        <p:tgtEl>
                                          <p:spTgt spid="116"/>
                                        </p:tgtEl>
                                        <p:attrNameLst>
                                          <p:attrName>style.visibility</p:attrName>
                                        </p:attrNameLst>
                                      </p:cBhvr>
                                      <p:to>
                                        <p:strVal val="hidden"/>
                                      </p:to>
                                    </p:set>
                                  </p:childTnLst>
                                </p:cTn>
                              </p:par>
                              <p:par>
                                <p:cTn id="629" presetID="22" presetClass="entr" presetSubtype="8" fill="hold" nodeType="withEffect">
                                  <p:stCondLst>
                                    <p:cond delay="0"/>
                                  </p:stCondLst>
                                  <p:childTnLst>
                                    <p:set>
                                      <p:cBhvr>
                                        <p:cTn id="630" dur="1" fill="hold">
                                          <p:stCondLst>
                                            <p:cond delay="0"/>
                                          </p:stCondLst>
                                        </p:cTn>
                                        <p:tgtEl>
                                          <p:spTgt spid="101"/>
                                        </p:tgtEl>
                                        <p:attrNameLst>
                                          <p:attrName>style.visibility</p:attrName>
                                        </p:attrNameLst>
                                      </p:cBhvr>
                                      <p:to>
                                        <p:strVal val="visible"/>
                                      </p:to>
                                    </p:set>
                                    <p:animEffect transition="in" filter="wipe(left)">
                                      <p:cBhvr>
                                        <p:cTn id="631" dur="1000"/>
                                        <p:tgtEl>
                                          <p:spTgt spid="101"/>
                                        </p:tgtEl>
                                      </p:cBhvr>
                                    </p:animEffect>
                                  </p:childTnLst>
                                </p:cTn>
                              </p:par>
                            </p:childTnLst>
                          </p:cTn>
                        </p:par>
                      </p:childTnLst>
                    </p:cTn>
                  </p:par>
                  <p:par>
                    <p:cTn id="632" fill="hold">
                      <p:stCondLst>
                        <p:cond delay="indefinite"/>
                      </p:stCondLst>
                      <p:childTnLst>
                        <p:par>
                          <p:cTn id="633" fill="hold">
                            <p:stCondLst>
                              <p:cond delay="0"/>
                            </p:stCondLst>
                            <p:childTnLst>
                              <p:par>
                                <p:cTn id="634" presetID="22" presetClass="exit" presetSubtype="1" fill="hold" nodeType="clickEffect">
                                  <p:stCondLst>
                                    <p:cond delay="0"/>
                                  </p:stCondLst>
                                  <p:childTnLst>
                                    <p:animEffect transition="out" filter="wipe(up)">
                                      <p:cBhvr>
                                        <p:cTn id="635" dur="500"/>
                                        <p:tgtEl>
                                          <p:spTgt spid="101"/>
                                        </p:tgtEl>
                                      </p:cBhvr>
                                    </p:animEffect>
                                    <p:set>
                                      <p:cBhvr>
                                        <p:cTn id="636" dur="1" fill="hold">
                                          <p:stCondLst>
                                            <p:cond delay="499"/>
                                          </p:stCondLst>
                                        </p:cTn>
                                        <p:tgtEl>
                                          <p:spTgt spid="101"/>
                                        </p:tgtEl>
                                        <p:attrNameLst>
                                          <p:attrName>style.visibility</p:attrName>
                                        </p:attrNameLst>
                                      </p:cBhvr>
                                      <p:to>
                                        <p:strVal val="hidden"/>
                                      </p:to>
                                    </p:set>
                                  </p:childTnLst>
                                </p:cTn>
                              </p:par>
                              <p:par>
                                <p:cTn id="637" presetID="22" presetClass="entr" presetSubtype="8" fill="hold" nodeType="withEffect">
                                  <p:stCondLst>
                                    <p:cond delay="0"/>
                                  </p:stCondLst>
                                  <p:childTnLst>
                                    <p:set>
                                      <p:cBhvr>
                                        <p:cTn id="638" dur="1" fill="hold">
                                          <p:stCondLst>
                                            <p:cond delay="0"/>
                                          </p:stCondLst>
                                        </p:cTn>
                                        <p:tgtEl>
                                          <p:spTgt spid="30"/>
                                        </p:tgtEl>
                                        <p:attrNameLst>
                                          <p:attrName>style.visibility</p:attrName>
                                        </p:attrNameLst>
                                      </p:cBhvr>
                                      <p:to>
                                        <p:strVal val="visible"/>
                                      </p:to>
                                    </p:set>
                                    <p:animEffect transition="in" filter="wipe(left)">
                                      <p:cBhvr>
                                        <p:cTn id="639" dur="1000"/>
                                        <p:tgtEl>
                                          <p:spTgt spid="30"/>
                                        </p:tgtEl>
                                      </p:cBhvr>
                                    </p:animEffect>
                                  </p:childTnLst>
                                </p:cTn>
                              </p:par>
                            </p:childTnLst>
                          </p:cTn>
                        </p:par>
                        <p:par>
                          <p:cTn id="640" fill="hold">
                            <p:stCondLst>
                              <p:cond delay="1000"/>
                            </p:stCondLst>
                            <p:childTnLst>
                              <p:par>
                                <p:cTn id="641" presetID="35" presetClass="path" presetSubtype="0" accel="50000" decel="50000" fill="hold" grpId="3" nodeType="afterEffect">
                                  <p:stCondLst>
                                    <p:cond delay="0"/>
                                  </p:stCondLst>
                                  <p:childTnLst>
                                    <p:animMotion origin="layout" path="M -0.1069 0.24121 L -0.18737 0.172 " pathEditMode="relative" rAng="0" ptsTypes="AA">
                                      <p:cBhvr>
                                        <p:cTn id="642" dur="1000" fill="hold"/>
                                        <p:tgtEl>
                                          <p:spTgt spid="115"/>
                                        </p:tgtEl>
                                        <p:attrNameLst>
                                          <p:attrName>ppt_x</p:attrName>
                                          <p:attrName>ppt_y</p:attrName>
                                        </p:attrNameLst>
                                      </p:cBhvr>
                                      <p:rCtr x="-4023" y="-3472"/>
                                    </p:animMotion>
                                  </p:childTnLst>
                                </p:cTn>
                              </p:par>
                            </p:childTnLst>
                          </p:cTn>
                        </p:par>
                      </p:childTnLst>
                    </p:cTn>
                  </p:par>
                  <p:par>
                    <p:cTn id="643" fill="hold">
                      <p:stCondLst>
                        <p:cond delay="indefinite"/>
                      </p:stCondLst>
                      <p:childTnLst>
                        <p:par>
                          <p:cTn id="644" fill="hold">
                            <p:stCondLst>
                              <p:cond delay="0"/>
                            </p:stCondLst>
                            <p:childTnLst>
                              <p:par>
                                <p:cTn id="645" presetID="22" presetClass="exit" presetSubtype="1" fill="hold" nodeType="clickEffect">
                                  <p:stCondLst>
                                    <p:cond delay="0"/>
                                  </p:stCondLst>
                                  <p:childTnLst>
                                    <p:animEffect transition="out" filter="wipe(up)">
                                      <p:cBhvr>
                                        <p:cTn id="646" dur="500"/>
                                        <p:tgtEl>
                                          <p:spTgt spid="30"/>
                                        </p:tgtEl>
                                      </p:cBhvr>
                                    </p:animEffect>
                                    <p:set>
                                      <p:cBhvr>
                                        <p:cTn id="647" dur="1" fill="hold">
                                          <p:stCondLst>
                                            <p:cond delay="499"/>
                                          </p:stCondLst>
                                        </p:cTn>
                                        <p:tgtEl>
                                          <p:spTgt spid="30"/>
                                        </p:tgtEl>
                                        <p:attrNameLst>
                                          <p:attrName>style.visibility</p:attrName>
                                        </p:attrNameLst>
                                      </p:cBhvr>
                                      <p:to>
                                        <p:strVal val="hidden"/>
                                      </p:to>
                                    </p:set>
                                  </p:childTnLst>
                                </p:cTn>
                              </p:par>
                              <p:par>
                                <p:cTn id="648" presetID="22" presetClass="entr" presetSubtype="8" fill="hold" nodeType="withEffect">
                                  <p:stCondLst>
                                    <p:cond delay="0"/>
                                  </p:stCondLst>
                                  <p:childTnLst>
                                    <p:set>
                                      <p:cBhvr>
                                        <p:cTn id="649" dur="1" fill="hold">
                                          <p:stCondLst>
                                            <p:cond delay="0"/>
                                          </p:stCondLst>
                                        </p:cTn>
                                        <p:tgtEl>
                                          <p:spTgt spid="104"/>
                                        </p:tgtEl>
                                        <p:attrNameLst>
                                          <p:attrName>style.visibility</p:attrName>
                                        </p:attrNameLst>
                                      </p:cBhvr>
                                      <p:to>
                                        <p:strVal val="visible"/>
                                      </p:to>
                                    </p:set>
                                    <p:animEffect transition="in" filter="wipe(left)">
                                      <p:cBhvr>
                                        <p:cTn id="650" dur="1000"/>
                                        <p:tgtEl>
                                          <p:spTgt spid="104"/>
                                        </p:tgtEl>
                                      </p:cBhvr>
                                    </p:animEffect>
                                  </p:childTnLst>
                                </p:cTn>
                              </p:par>
                            </p:childTnLst>
                          </p:cTn>
                        </p:par>
                        <p:par>
                          <p:cTn id="651" fill="hold">
                            <p:stCondLst>
                              <p:cond delay="1000"/>
                            </p:stCondLst>
                            <p:childTnLst>
                              <p:par>
                                <p:cTn id="652" presetID="7" presetClass="emph" presetSubtype="2" fill="hold" nodeType="afterEffect">
                                  <p:stCondLst>
                                    <p:cond delay="0"/>
                                  </p:stCondLst>
                                  <p:childTnLst>
                                    <p:animClr clrSpc="rgb" dir="cw">
                                      <p:cBhvr>
                                        <p:cTn id="653" dur="1000" fill="hold"/>
                                        <p:tgtEl>
                                          <p:spTgt spid="16"/>
                                        </p:tgtEl>
                                        <p:attrNameLst>
                                          <p:attrName>stroke.color</p:attrName>
                                        </p:attrNameLst>
                                      </p:cBhvr>
                                      <p:to>
                                        <a:srgbClr val="C00000"/>
                                      </p:to>
                                    </p:animClr>
                                    <p:set>
                                      <p:cBhvr>
                                        <p:cTn id="654" dur="1000" fill="hold"/>
                                        <p:tgtEl>
                                          <p:spTgt spid="16"/>
                                        </p:tgtEl>
                                        <p:attrNameLst>
                                          <p:attrName>stroke.on</p:attrName>
                                        </p:attrNameLst>
                                      </p:cBhvr>
                                      <p:to>
                                        <p:strVal val="true"/>
                                      </p:to>
                                    </p:set>
                                  </p:childTnLst>
                                </p:cTn>
                              </p:par>
                              <p:par>
                                <p:cTn id="655" presetID="3" presetClass="emph" presetSubtype="2" fill="hold" grpId="3" nodeType="withEffect">
                                  <p:stCondLst>
                                    <p:cond delay="0"/>
                                  </p:stCondLst>
                                  <p:childTnLst>
                                    <p:animClr clrSpc="rgb" dir="cw">
                                      <p:cBhvr override="childStyle">
                                        <p:cTn id="656" dur="1000" fill="hold"/>
                                        <p:tgtEl>
                                          <p:spTgt spid="16"/>
                                        </p:tgtEl>
                                        <p:attrNameLst>
                                          <p:attrName>style.color</p:attrName>
                                        </p:attrNameLst>
                                      </p:cBhvr>
                                      <p:to>
                                        <a:srgbClr val="C00000"/>
                                      </p:to>
                                    </p:animClr>
                                  </p:childTnLst>
                                </p:cTn>
                              </p:par>
                            </p:childTnLst>
                          </p:cTn>
                        </p:par>
                        <p:par>
                          <p:cTn id="657" fill="hold">
                            <p:stCondLst>
                              <p:cond delay="2000"/>
                            </p:stCondLst>
                            <p:childTnLst>
                              <p:par>
                                <p:cTn id="658" presetID="22" presetClass="exit" presetSubtype="1" fill="hold" nodeType="afterEffect">
                                  <p:stCondLst>
                                    <p:cond delay="0"/>
                                  </p:stCondLst>
                                  <p:childTnLst>
                                    <p:animEffect transition="out" filter="wipe(up)">
                                      <p:cBhvr>
                                        <p:cTn id="659" dur="500"/>
                                        <p:tgtEl>
                                          <p:spTgt spid="104"/>
                                        </p:tgtEl>
                                      </p:cBhvr>
                                    </p:animEffect>
                                    <p:set>
                                      <p:cBhvr>
                                        <p:cTn id="660" dur="1" fill="hold">
                                          <p:stCondLst>
                                            <p:cond delay="499"/>
                                          </p:stCondLst>
                                        </p:cTn>
                                        <p:tgtEl>
                                          <p:spTgt spid="104"/>
                                        </p:tgtEl>
                                        <p:attrNameLst>
                                          <p:attrName>style.visibility</p:attrName>
                                        </p:attrNameLst>
                                      </p:cBhvr>
                                      <p:to>
                                        <p:strVal val="hidden"/>
                                      </p:to>
                                    </p:set>
                                  </p:childTnLst>
                                </p:cTn>
                              </p:par>
                            </p:childTnLst>
                          </p:cTn>
                        </p:par>
                        <p:par>
                          <p:cTn id="661" fill="hold">
                            <p:stCondLst>
                              <p:cond delay="2500"/>
                            </p:stCondLst>
                            <p:childTnLst>
                              <p:par>
                                <p:cTn id="662" presetID="45" presetClass="entr" presetSubtype="0" fill="hold" nodeType="afterEffect">
                                  <p:stCondLst>
                                    <p:cond delay="0"/>
                                  </p:stCondLst>
                                  <p:childTnLst>
                                    <p:set>
                                      <p:cBhvr>
                                        <p:cTn id="663" dur="1" fill="hold">
                                          <p:stCondLst>
                                            <p:cond delay="0"/>
                                          </p:stCondLst>
                                        </p:cTn>
                                        <p:tgtEl>
                                          <p:spTgt spid="116"/>
                                        </p:tgtEl>
                                        <p:attrNameLst>
                                          <p:attrName>style.visibility</p:attrName>
                                        </p:attrNameLst>
                                      </p:cBhvr>
                                      <p:to>
                                        <p:strVal val="visible"/>
                                      </p:to>
                                    </p:set>
                                    <p:animEffect transition="in" filter="fade">
                                      <p:cBhvr>
                                        <p:cTn id="664" dur="2000"/>
                                        <p:tgtEl>
                                          <p:spTgt spid="116"/>
                                        </p:tgtEl>
                                      </p:cBhvr>
                                    </p:animEffect>
                                    <p:anim calcmode="lin" valueType="num">
                                      <p:cBhvr>
                                        <p:cTn id="665" dur="2000" fill="hold"/>
                                        <p:tgtEl>
                                          <p:spTgt spid="116"/>
                                        </p:tgtEl>
                                        <p:attrNameLst>
                                          <p:attrName>ppt_w</p:attrName>
                                        </p:attrNameLst>
                                      </p:cBhvr>
                                      <p:tavLst>
                                        <p:tav tm="0" fmla="#ppt_w*sin(2.5*pi*$)">
                                          <p:val>
                                            <p:fltVal val="0"/>
                                          </p:val>
                                        </p:tav>
                                        <p:tav tm="100000">
                                          <p:val>
                                            <p:fltVal val="1"/>
                                          </p:val>
                                        </p:tav>
                                      </p:tavLst>
                                    </p:anim>
                                    <p:anim calcmode="lin" valueType="num">
                                      <p:cBhvr>
                                        <p:cTn id="666" dur="2000" fill="hold"/>
                                        <p:tgtEl>
                                          <p:spTgt spid="116"/>
                                        </p:tgtEl>
                                        <p:attrNameLst>
                                          <p:attrName>ppt_h</p:attrName>
                                        </p:attrNameLst>
                                      </p:cBhvr>
                                      <p:tavLst>
                                        <p:tav tm="0">
                                          <p:val>
                                            <p:strVal val="#ppt_h"/>
                                          </p:val>
                                        </p:tav>
                                        <p:tav tm="100000">
                                          <p:val>
                                            <p:strVal val="#ppt_h"/>
                                          </p:val>
                                        </p:tav>
                                      </p:tavLst>
                                    </p:anim>
                                  </p:childTnLst>
                                </p:cTn>
                              </p:par>
                            </p:childTnLst>
                          </p:cTn>
                        </p:par>
                      </p:childTnLst>
                    </p:cTn>
                  </p:par>
                  <p:par>
                    <p:cTn id="667" fill="hold">
                      <p:stCondLst>
                        <p:cond delay="indefinite"/>
                      </p:stCondLst>
                      <p:childTnLst>
                        <p:par>
                          <p:cTn id="668" fill="hold">
                            <p:stCondLst>
                              <p:cond delay="0"/>
                            </p:stCondLst>
                            <p:childTnLst>
                              <p:par>
                                <p:cTn id="669" presetID="22" presetClass="exit" presetSubtype="1" fill="hold" nodeType="clickEffect">
                                  <p:stCondLst>
                                    <p:cond delay="0"/>
                                  </p:stCondLst>
                                  <p:childTnLst>
                                    <p:animEffect transition="out" filter="wipe(up)">
                                      <p:cBhvr>
                                        <p:cTn id="670" dur="500"/>
                                        <p:tgtEl>
                                          <p:spTgt spid="116"/>
                                        </p:tgtEl>
                                      </p:cBhvr>
                                    </p:animEffect>
                                    <p:set>
                                      <p:cBhvr>
                                        <p:cTn id="671" dur="1" fill="hold">
                                          <p:stCondLst>
                                            <p:cond delay="499"/>
                                          </p:stCondLst>
                                        </p:cTn>
                                        <p:tgtEl>
                                          <p:spTgt spid="116"/>
                                        </p:tgtEl>
                                        <p:attrNameLst>
                                          <p:attrName>style.visibility</p:attrName>
                                        </p:attrNameLst>
                                      </p:cBhvr>
                                      <p:to>
                                        <p:strVal val="hidden"/>
                                      </p:to>
                                    </p:set>
                                  </p:childTnLst>
                                </p:cTn>
                              </p:par>
                              <p:par>
                                <p:cTn id="672" presetID="22" presetClass="entr" presetSubtype="8" fill="hold" nodeType="withEffect">
                                  <p:stCondLst>
                                    <p:cond delay="0"/>
                                  </p:stCondLst>
                                  <p:childTnLst>
                                    <p:set>
                                      <p:cBhvr>
                                        <p:cTn id="673" dur="1" fill="hold">
                                          <p:stCondLst>
                                            <p:cond delay="0"/>
                                          </p:stCondLst>
                                        </p:cTn>
                                        <p:tgtEl>
                                          <p:spTgt spid="101"/>
                                        </p:tgtEl>
                                        <p:attrNameLst>
                                          <p:attrName>style.visibility</p:attrName>
                                        </p:attrNameLst>
                                      </p:cBhvr>
                                      <p:to>
                                        <p:strVal val="visible"/>
                                      </p:to>
                                    </p:set>
                                    <p:animEffect transition="in" filter="wipe(left)">
                                      <p:cBhvr>
                                        <p:cTn id="674" dur="1000"/>
                                        <p:tgtEl>
                                          <p:spTgt spid="101"/>
                                        </p:tgtEl>
                                      </p:cBhvr>
                                    </p:animEffect>
                                  </p:childTnLst>
                                </p:cTn>
                              </p:par>
                            </p:childTnLst>
                          </p:cTn>
                        </p:par>
                      </p:childTnLst>
                    </p:cTn>
                  </p:par>
                  <p:par>
                    <p:cTn id="675" fill="hold">
                      <p:stCondLst>
                        <p:cond delay="indefinite"/>
                      </p:stCondLst>
                      <p:childTnLst>
                        <p:par>
                          <p:cTn id="676" fill="hold">
                            <p:stCondLst>
                              <p:cond delay="0"/>
                            </p:stCondLst>
                            <p:childTnLst>
                              <p:par>
                                <p:cTn id="677" presetID="22" presetClass="exit" presetSubtype="1" fill="hold" nodeType="clickEffect">
                                  <p:stCondLst>
                                    <p:cond delay="0"/>
                                  </p:stCondLst>
                                  <p:childTnLst>
                                    <p:animEffect transition="out" filter="wipe(up)">
                                      <p:cBhvr>
                                        <p:cTn id="678" dur="500"/>
                                        <p:tgtEl>
                                          <p:spTgt spid="101"/>
                                        </p:tgtEl>
                                      </p:cBhvr>
                                    </p:animEffect>
                                    <p:set>
                                      <p:cBhvr>
                                        <p:cTn id="679" dur="1" fill="hold">
                                          <p:stCondLst>
                                            <p:cond delay="499"/>
                                          </p:stCondLst>
                                        </p:cTn>
                                        <p:tgtEl>
                                          <p:spTgt spid="101"/>
                                        </p:tgtEl>
                                        <p:attrNameLst>
                                          <p:attrName>style.visibility</p:attrName>
                                        </p:attrNameLst>
                                      </p:cBhvr>
                                      <p:to>
                                        <p:strVal val="hidden"/>
                                      </p:to>
                                    </p:set>
                                  </p:childTnLst>
                                </p:cTn>
                              </p:par>
                              <p:par>
                                <p:cTn id="680" presetID="22" presetClass="entr" presetSubtype="8" fill="hold" nodeType="withEffect">
                                  <p:stCondLst>
                                    <p:cond delay="0"/>
                                  </p:stCondLst>
                                  <p:childTnLst>
                                    <p:set>
                                      <p:cBhvr>
                                        <p:cTn id="681" dur="1" fill="hold">
                                          <p:stCondLst>
                                            <p:cond delay="0"/>
                                          </p:stCondLst>
                                        </p:cTn>
                                        <p:tgtEl>
                                          <p:spTgt spid="30"/>
                                        </p:tgtEl>
                                        <p:attrNameLst>
                                          <p:attrName>style.visibility</p:attrName>
                                        </p:attrNameLst>
                                      </p:cBhvr>
                                      <p:to>
                                        <p:strVal val="visible"/>
                                      </p:to>
                                    </p:set>
                                    <p:animEffect transition="in" filter="wipe(left)">
                                      <p:cBhvr>
                                        <p:cTn id="682" dur="1000"/>
                                        <p:tgtEl>
                                          <p:spTgt spid="30"/>
                                        </p:tgtEl>
                                      </p:cBhvr>
                                    </p:animEffect>
                                  </p:childTnLst>
                                </p:cTn>
                              </p:par>
                            </p:childTnLst>
                          </p:cTn>
                        </p:par>
                      </p:childTnLst>
                    </p:cTn>
                  </p:par>
                  <p:par>
                    <p:cTn id="683" fill="hold">
                      <p:stCondLst>
                        <p:cond delay="indefinite"/>
                      </p:stCondLst>
                      <p:childTnLst>
                        <p:par>
                          <p:cTn id="684" fill="hold">
                            <p:stCondLst>
                              <p:cond delay="0"/>
                            </p:stCondLst>
                            <p:childTnLst>
                              <p:par>
                                <p:cTn id="685" presetID="35" presetClass="path" presetSubtype="0" accel="50000" decel="50000" fill="hold" grpId="3" nodeType="clickEffect">
                                  <p:stCondLst>
                                    <p:cond delay="0"/>
                                  </p:stCondLst>
                                  <p:childTnLst>
                                    <p:animMotion origin="layout" path="M -0.15599 0.12384 L -0.23698 0.05555 " pathEditMode="relative" rAng="0" ptsTypes="AA">
                                      <p:cBhvr>
                                        <p:cTn id="686" dur="1000" fill="hold"/>
                                        <p:tgtEl>
                                          <p:spTgt spid="118"/>
                                        </p:tgtEl>
                                        <p:attrNameLst>
                                          <p:attrName>ppt_x</p:attrName>
                                          <p:attrName>ppt_y</p:attrName>
                                        </p:attrNameLst>
                                      </p:cBhvr>
                                      <p:rCtr x="-4049" y="-3426"/>
                                    </p:animMotion>
                                  </p:childTnLst>
                                </p:cTn>
                              </p:par>
                            </p:childTnLst>
                          </p:cTn>
                        </p:par>
                        <p:par>
                          <p:cTn id="687" fill="hold">
                            <p:stCondLst>
                              <p:cond delay="1000"/>
                            </p:stCondLst>
                            <p:childTnLst>
                              <p:par>
                                <p:cTn id="688" presetID="22" presetClass="exit" presetSubtype="1" fill="hold" nodeType="afterEffect">
                                  <p:stCondLst>
                                    <p:cond delay="0"/>
                                  </p:stCondLst>
                                  <p:childTnLst>
                                    <p:animEffect transition="out" filter="wipe(up)">
                                      <p:cBhvr>
                                        <p:cTn id="689" dur="500"/>
                                        <p:tgtEl>
                                          <p:spTgt spid="30"/>
                                        </p:tgtEl>
                                      </p:cBhvr>
                                    </p:animEffect>
                                    <p:set>
                                      <p:cBhvr>
                                        <p:cTn id="690" dur="1" fill="hold">
                                          <p:stCondLst>
                                            <p:cond delay="499"/>
                                          </p:stCondLst>
                                        </p:cTn>
                                        <p:tgtEl>
                                          <p:spTgt spid="30"/>
                                        </p:tgtEl>
                                        <p:attrNameLst>
                                          <p:attrName>style.visibility</p:attrName>
                                        </p:attrNameLst>
                                      </p:cBhvr>
                                      <p:to>
                                        <p:strVal val="hidden"/>
                                      </p:to>
                                    </p:set>
                                  </p:childTnLst>
                                </p:cTn>
                              </p:par>
                            </p:childTnLst>
                          </p:cTn>
                        </p:par>
                        <p:par>
                          <p:cTn id="691" fill="hold">
                            <p:stCondLst>
                              <p:cond delay="1500"/>
                            </p:stCondLst>
                            <p:childTnLst>
                              <p:par>
                                <p:cTn id="692" presetID="22" presetClass="entr" presetSubtype="8" fill="hold" nodeType="afterEffect">
                                  <p:stCondLst>
                                    <p:cond delay="0"/>
                                  </p:stCondLst>
                                  <p:childTnLst>
                                    <p:set>
                                      <p:cBhvr>
                                        <p:cTn id="693" dur="1" fill="hold">
                                          <p:stCondLst>
                                            <p:cond delay="0"/>
                                          </p:stCondLst>
                                        </p:cTn>
                                        <p:tgtEl>
                                          <p:spTgt spid="104"/>
                                        </p:tgtEl>
                                        <p:attrNameLst>
                                          <p:attrName>style.visibility</p:attrName>
                                        </p:attrNameLst>
                                      </p:cBhvr>
                                      <p:to>
                                        <p:strVal val="visible"/>
                                      </p:to>
                                    </p:set>
                                    <p:animEffect transition="in" filter="wipe(left)">
                                      <p:cBhvr>
                                        <p:cTn id="694" dur="1000"/>
                                        <p:tgtEl>
                                          <p:spTgt spid="104"/>
                                        </p:tgtEl>
                                      </p:cBhvr>
                                    </p:animEffect>
                                  </p:childTnLst>
                                </p:cTn>
                              </p:par>
                            </p:childTnLst>
                          </p:cTn>
                        </p:par>
                      </p:childTnLst>
                    </p:cTn>
                  </p:par>
                  <p:par>
                    <p:cTn id="695" fill="hold">
                      <p:stCondLst>
                        <p:cond delay="indefinite"/>
                      </p:stCondLst>
                      <p:childTnLst>
                        <p:par>
                          <p:cTn id="696" fill="hold">
                            <p:stCondLst>
                              <p:cond delay="0"/>
                            </p:stCondLst>
                            <p:childTnLst>
                              <p:par>
                                <p:cTn id="697" presetID="7" presetClass="emph" presetSubtype="2" fill="hold" nodeType="clickEffect">
                                  <p:stCondLst>
                                    <p:cond delay="0"/>
                                  </p:stCondLst>
                                  <p:childTnLst>
                                    <p:animClr clrSpc="rgb" dir="cw">
                                      <p:cBhvr>
                                        <p:cTn id="698" dur="1000" fill="hold"/>
                                        <p:tgtEl>
                                          <p:spTgt spid="14"/>
                                        </p:tgtEl>
                                        <p:attrNameLst>
                                          <p:attrName>stroke.color</p:attrName>
                                        </p:attrNameLst>
                                      </p:cBhvr>
                                      <p:to>
                                        <a:srgbClr val="C00000"/>
                                      </p:to>
                                    </p:animClr>
                                    <p:set>
                                      <p:cBhvr>
                                        <p:cTn id="699" dur="1000" fill="hold"/>
                                        <p:tgtEl>
                                          <p:spTgt spid="14"/>
                                        </p:tgtEl>
                                        <p:attrNameLst>
                                          <p:attrName>stroke.on</p:attrName>
                                        </p:attrNameLst>
                                      </p:cBhvr>
                                      <p:to>
                                        <p:strVal val="true"/>
                                      </p:to>
                                    </p:set>
                                  </p:childTnLst>
                                </p:cTn>
                              </p:par>
                              <p:par>
                                <p:cTn id="700" presetID="3" presetClass="emph" presetSubtype="2" fill="hold" grpId="2" nodeType="withEffect">
                                  <p:stCondLst>
                                    <p:cond delay="0"/>
                                  </p:stCondLst>
                                  <p:childTnLst>
                                    <p:animClr clrSpc="rgb" dir="cw">
                                      <p:cBhvr override="childStyle">
                                        <p:cTn id="701" dur="1000" fill="hold"/>
                                        <p:tgtEl>
                                          <p:spTgt spid="14"/>
                                        </p:tgtEl>
                                        <p:attrNameLst>
                                          <p:attrName>style.color</p:attrName>
                                        </p:attrNameLst>
                                      </p:cBhvr>
                                      <p:to>
                                        <a:srgbClr val="C00000"/>
                                      </p:to>
                                    </p:animClr>
                                  </p:childTnLst>
                                </p:cTn>
                              </p:par>
                            </p:childTnLst>
                          </p:cTn>
                        </p:par>
                        <p:par>
                          <p:cTn id="702" fill="hold">
                            <p:stCondLst>
                              <p:cond delay="1000"/>
                            </p:stCondLst>
                            <p:childTnLst>
                              <p:par>
                                <p:cTn id="703" presetID="7" presetClass="emph" presetSubtype="2" fill="hold" nodeType="afterEffect">
                                  <p:stCondLst>
                                    <p:cond delay="0"/>
                                  </p:stCondLst>
                                  <p:childTnLst>
                                    <p:animClr clrSpc="rgb" dir="cw">
                                      <p:cBhvr>
                                        <p:cTn id="704" dur="1000" fill="hold"/>
                                        <p:tgtEl>
                                          <p:spTgt spid="26"/>
                                        </p:tgtEl>
                                        <p:attrNameLst>
                                          <p:attrName>stroke.color</p:attrName>
                                        </p:attrNameLst>
                                      </p:cBhvr>
                                      <p:to>
                                        <a:srgbClr val="A40000"/>
                                      </p:to>
                                    </p:animClr>
                                    <p:set>
                                      <p:cBhvr>
                                        <p:cTn id="705" dur="1000" fill="hold"/>
                                        <p:tgtEl>
                                          <p:spTgt spid="26"/>
                                        </p:tgtEl>
                                        <p:attrNameLst>
                                          <p:attrName>stroke.on</p:attrName>
                                        </p:attrNameLst>
                                      </p:cBhvr>
                                      <p:to>
                                        <p:strVal val="true"/>
                                      </p:to>
                                    </p:set>
                                  </p:childTnLst>
                                </p:cTn>
                              </p:par>
                            </p:childTnLst>
                          </p:cTn>
                        </p:par>
                        <p:par>
                          <p:cTn id="706" fill="hold">
                            <p:stCondLst>
                              <p:cond delay="2000"/>
                            </p:stCondLst>
                            <p:childTnLst>
                              <p:par>
                                <p:cTn id="707" presetID="6" presetClass="emph" presetSubtype="0" autoRev="1" fill="hold" grpId="2" nodeType="afterEffect">
                                  <p:stCondLst>
                                    <p:cond delay="0"/>
                                  </p:stCondLst>
                                  <p:childTnLst>
                                    <p:animScale>
                                      <p:cBhvr>
                                        <p:cTn id="708" dur="500" fill="hold"/>
                                        <p:tgtEl>
                                          <p:spTgt spid="16"/>
                                        </p:tgtEl>
                                      </p:cBhvr>
                                      <p:by x="150000" y="150000"/>
                                    </p:animScale>
                                  </p:childTnLst>
                                </p:cTn>
                              </p:par>
                            </p:childTnLst>
                          </p:cTn>
                        </p:par>
                        <p:par>
                          <p:cTn id="709" fill="hold">
                            <p:stCondLst>
                              <p:cond delay="3000"/>
                            </p:stCondLst>
                            <p:childTnLst>
                              <p:par>
                                <p:cTn id="710" presetID="22" presetClass="exit" presetSubtype="1" fill="hold" nodeType="afterEffect">
                                  <p:stCondLst>
                                    <p:cond delay="0"/>
                                  </p:stCondLst>
                                  <p:childTnLst>
                                    <p:animEffect transition="out" filter="wipe(up)">
                                      <p:cBhvr>
                                        <p:cTn id="711" dur="500"/>
                                        <p:tgtEl>
                                          <p:spTgt spid="104"/>
                                        </p:tgtEl>
                                      </p:cBhvr>
                                    </p:animEffect>
                                    <p:set>
                                      <p:cBhvr>
                                        <p:cTn id="712" dur="1" fill="hold">
                                          <p:stCondLst>
                                            <p:cond delay="499"/>
                                          </p:stCondLst>
                                        </p:cTn>
                                        <p:tgtEl>
                                          <p:spTgt spid="104"/>
                                        </p:tgtEl>
                                        <p:attrNameLst>
                                          <p:attrName>style.visibility</p:attrName>
                                        </p:attrNameLst>
                                      </p:cBhvr>
                                      <p:to>
                                        <p:strVal val="hidden"/>
                                      </p:to>
                                    </p:set>
                                  </p:childTnLst>
                                </p:cTn>
                              </p:par>
                            </p:childTnLst>
                          </p:cTn>
                        </p:par>
                        <p:par>
                          <p:cTn id="713" fill="hold">
                            <p:stCondLst>
                              <p:cond delay="3500"/>
                            </p:stCondLst>
                            <p:childTnLst>
                              <p:par>
                                <p:cTn id="714" presetID="45" presetClass="entr" presetSubtype="0" fill="hold" nodeType="afterEffect">
                                  <p:stCondLst>
                                    <p:cond delay="0"/>
                                  </p:stCondLst>
                                  <p:childTnLst>
                                    <p:set>
                                      <p:cBhvr>
                                        <p:cTn id="715" dur="1" fill="hold">
                                          <p:stCondLst>
                                            <p:cond delay="0"/>
                                          </p:stCondLst>
                                        </p:cTn>
                                        <p:tgtEl>
                                          <p:spTgt spid="116"/>
                                        </p:tgtEl>
                                        <p:attrNameLst>
                                          <p:attrName>style.visibility</p:attrName>
                                        </p:attrNameLst>
                                      </p:cBhvr>
                                      <p:to>
                                        <p:strVal val="visible"/>
                                      </p:to>
                                    </p:set>
                                    <p:animEffect transition="in" filter="fade">
                                      <p:cBhvr>
                                        <p:cTn id="716" dur="2000"/>
                                        <p:tgtEl>
                                          <p:spTgt spid="116"/>
                                        </p:tgtEl>
                                      </p:cBhvr>
                                    </p:animEffect>
                                    <p:anim calcmode="lin" valueType="num">
                                      <p:cBhvr>
                                        <p:cTn id="717" dur="2000" fill="hold"/>
                                        <p:tgtEl>
                                          <p:spTgt spid="116"/>
                                        </p:tgtEl>
                                        <p:attrNameLst>
                                          <p:attrName>ppt_w</p:attrName>
                                        </p:attrNameLst>
                                      </p:cBhvr>
                                      <p:tavLst>
                                        <p:tav tm="0" fmla="#ppt_w*sin(2.5*pi*$)">
                                          <p:val>
                                            <p:fltVal val="0"/>
                                          </p:val>
                                        </p:tav>
                                        <p:tav tm="100000">
                                          <p:val>
                                            <p:fltVal val="1"/>
                                          </p:val>
                                        </p:tav>
                                      </p:tavLst>
                                    </p:anim>
                                    <p:anim calcmode="lin" valueType="num">
                                      <p:cBhvr>
                                        <p:cTn id="718" dur="2000" fill="hold"/>
                                        <p:tgtEl>
                                          <p:spTgt spid="116"/>
                                        </p:tgtEl>
                                        <p:attrNameLst>
                                          <p:attrName>ppt_h</p:attrName>
                                        </p:attrNameLst>
                                      </p:cBhvr>
                                      <p:tavLst>
                                        <p:tav tm="0">
                                          <p:val>
                                            <p:strVal val="#ppt_h"/>
                                          </p:val>
                                        </p:tav>
                                        <p:tav tm="100000">
                                          <p:val>
                                            <p:strVal val="#ppt_h"/>
                                          </p:val>
                                        </p:tav>
                                      </p:tavLst>
                                    </p:anim>
                                  </p:childTnLst>
                                </p:cTn>
                              </p:par>
                            </p:childTnLst>
                          </p:cTn>
                        </p:par>
                      </p:childTnLst>
                    </p:cTn>
                  </p:par>
                  <p:par>
                    <p:cTn id="719" fill="hold">
                      <p:stCondLst>
                        <p:cond delay="indefinite"/>
                      </p:stCondLst>
                      <p:childTnLst>
                        <p:par>
                          <p:cTn id="720" fill="hold">
                            <p:stCondLst>
                              <p:cond delay="0"/>
                            </p:stCondLst>
                            <p:childTnLst>
                              <p:par>
                                <p:cTn id="721" presetID="22" presetClass="exit" presetSubtype="1" fill="hold" nodeType="clickEffect">
                                  <p:stCondLst>
                                    <p:cond delay="0"/>
                                  </p:stCondLst>
                                  <p:childTnLst>
                                    <p:animEffect transition="out" filter="wipe(up)">
                                      <p:cBhvr>
                                        <p:cTn id="722" dur="500"/>
                                        <p:tgtEl>
                                          <p:spTgt spid="116"/>
                                        </p:tgtEl>
                                      </p:cBhvr>
                                    </p:animEffect>
                                    <p:set>
                                      <p:cBhvr>
                                        <p:cTn id="723" dur="1" fill="hold">
                                          <p:stCondLst>
                                            <p:cond delay="499"/>
                                          </p:stCondLst>
                                        </p:cTn>
                                        <p:tgtEl>
                                          <p:spTgt spid="116"/>
                                        </p:tgtEl>
                                        <p:attrNameLst>
                                          <p:attrName>style.visibility</p:attrName>
                                        </p:attrNameLst>
                                      </p:cBhvr>
                                      <p:to>
                                        <p:strVal val="hidden"/>
                                      </p:to>
                                    </p:set>
                                  </p:childTnLst>
                                </p:cTn>
                              </p:par>
                              <p:par>
                                <p:cTn id="724" presetID="45" presetClass="entr" presetSubtype="0" fill="hold" nodeType="withEffect">
                                  <p:stCondLst>
                                    <p:cond delay="0"/>
                                  </p:stCondLst>
                                  <p:childTnLst>
                                    <p:set>
                                      <p:cBhvr>
                                        <p:cTn id="725" dur="1" fill="hold">
                                          <p:stCondLst>
                                            <p:cond delay="0"/>
                                          </p:stCondLst>
                                        </p:cTn>
                                        <p:tgtEl>
                                          <p:spTgt spid="101"/>
                                        </p:tgtEl>
                                        <p:attrNameLst>
                                          <p:attrName>style.visibility</p:attrName>
                                        </p:attrNameLst>
                                      </p:cBhvr>
                                      <p:to>
                                        <p:strVal val="visible"/>
                                      </p:to>
                                    </p:set>
                                    <p:animEffect transition="in" filter="fade">
                                      <p:cBhvr>
                                        <p:cTn id="726" dur="2000"/>
                                        <p:tgtEl>
                                          <p:spTgt spid="101"/>
                                        </p:tgtEl>
                                      </p:cBhvr>
                                    </p:animEffect>
                                    <p:anim calcmode="lin" valueType="num">
                                      <p:cBhvr>
                                        <p:cTn id="727" dur="2000" fill="hold"/>
                                        <p:tgtEl>
                                          <p:spTgt spid="101"/>
                                        </p:tgtEl>
                                        <p:attrNameLst>
                                          <p:attrName>ppt_w</p:attrName>
                                        </p:attrNameLst>
                                      </p:cBhvr>
                                      <p:tavLst>
                                        <p:tav tm="0" fmla="#ppt_w*sin(2.5*pi*$)">
                                          <p:val>
                                            <p:fltVal val="0"/>
                                          </p:val>
                                        </p:tav>
                                        <p:tav tm="100000">
                                          <p:val>
                                            <p:fltVal val="1"/>
                                          </p:val>
                                        </p:tav>
                                      </p:tavLst>
                                    </p:anim>
                                    <p:anim calcmode="lin" valueType="num">
                                      <p:cBhvr>
                                        <p:cTn id="728" dur="2000" fill="hold"/>
                                        <p:tgtEl>
                                          <p:spTgt spid="101"/>
                                        </p:tgtEl>
                                        <p:attrNameLst>
                                          <p:attrName>ppt_h</p:attrName>
                                        </p:attrNameLst>
                                      </p:cBhvr>
                                      <p:tavLst>
                                        <p:tav tm="0">
                                          <p:val>
                                            <p:strVal val="#ppt_h"/>
                                          </p:val>
                                        </p:tav>
                                        <p:tav tm="100000">
                                          <p:val>
                                            <p:strVal val="#ppt_h"/>
                                          </p:val>
                                        </p:tav>
                                      </p:tavLst>
                                    </p:anim>
                                  </p:childTnLst>
                                </p:cTn>
                              </p:par>
                            </p:childTnLst>
                          </p:cTn>
                        </p:par>
                      </p:childTnLst>
                    </p:cTn>
                  </p:par>
                  <p:par>
                    <p:cTn id="729" fill="hold">
                      <p:stCondLst>
                        <p:cond delay="indefinite"/>
                      </p:stCondLst>
                      <p:childTnLst>
                        <p:par>
                          <p:cTn id="730" fill="hold">
                            <p:stCondLst>
                              <p:cond delay="0"/>
                            </p:stCondLst>
                            <p:childTnLst>
                              <p:par>
                                <p:cTn id="731" presetID="22" presetClass="exit" presetSubtype="1" fill="hold" nodeType="clickEffect">
                                  <p:stCondLst>
                                    <p:cond delay="0"/>
                                  </p:stCondLst>
                                  <p:childTnLst>
                                    <p:animEffect transition="out" filter="wipe(up)">
                                      <p:cBhvr>
                                        <p:cTn id="732" dur="500"/>
                                        <p:tgtEl>
                                          <p:spTgt spid="101"/>
                                        </p:tgtEl>
                                      </p:cBhvr>
                                    </p:animEffect>
                                    <p:set>
                                      <p:cBhvr>
                                        <p:cTn id="733" dur="1" fill="hold">
                                          <p:stCondLst>
                                            <p:cond delay="499"/>
                                          </p:stCondLst>
                                        </p:cTn>
                                        <p:tgtEl>
                                          <p:spTgt spid="101"/>
                                        </p:tgtEl>
                                        <p:attrNameLst>
                                          <p:attrName>style.visibility</p:attrName>
                                        </p:attrNameLst>
                                      </p:cBhvr>
                                      <p:to>
                                        <p:strVal val="hidden"/>
                                      </p:to>
                                    </p:set>
                                  </p:childTnLst>
                                </p:cTn>
                              </p:par>
                              <p:par>
                                <p:cTn id="734" presetID="22" presetClass="entr" presetSubtype="8" fill="hold" nodeType="withEffect">
                                  <p:stCondLst>
                                    <p:cond delay="0"/>
                                  </p:stCondLst>
                                  <p:childTnLst>
                                    <p:set>
                                      <p:cBhvr>
                                        <p:cTn id="735" dur="1" fill="hold">
                                          <p:stCondLst>
                                            <p:cond delay="0"/>
                                          </p:stCondLst>
                                        </p:cTn>
                                        <p:tgtEl>
                                          <p:spTgt spid="119"/>
                                        </p:tgtEl>
                                        <p:attrNameLst>
                                          <p:attrName>style.visibility</p:attrName>
                                        </p:attrNameLst>
                                      </p:cBhvr>
                                      <p:to>
                                        <p:strVal val="visible"/>
                                      </p:to>
                                    </p:set>
                                    <p:animEffect transition="in" filter="wipe(left)">
                                      <p:cBhvr>
                                        <p:cTn id="736" dur="500"/>
                                        <p:tgtEl>
                                          <p:spTgt spid="119"/>
                                        </p:tgtEl>
                                      </p:cBhvr>
                                    </p:animEffect>
                                  </p:childTnLst>
                                </p:cTn>
                              </p:par>
                            </p:childTnLst>
                          </p:cTn>
                        </p:par>
                        <p:par>
                          <p:cTn id="737" fill="hold">
                            <p:stCondLst>
                              <p:cond delay="500"/>
                            </p:stCondLst>
                            <p:childTnLst>
                              <p:par>
                                <p:cTn id="738" presetID="31" presetClass="entr" presetSubtype="0" fill="hold" grpId="0" nodeType="afterEffect">
                                  <p:stCondLst>
                                    <p:cond delay="0"/>
                                  </p:stCondLst>
                                  <p:childTnLst>
                                    <p:set>
                                      <p:cBhvr>
                                        <p:cTn id="739" dur="1" fill="hold">
                                          <p:stCondLst>
                                            <p:cond delay="0"/>
                                          </p:stCondLst>
                                        </p:cTn>
                                        <p:tgtEl>
                                          <p:spTgt spid="121"/>
                                        </p:tgtEl>
                                        <p:attrNameLst>
                                          <p:attrName>style.visibility</p:attrName>
                                        </p:attrNameLst>
                                      </p:cBhvr>
                                      <p:to>
                                        <p:strVal val="visible"/>
                                      </p:to>
                                    </p:set>
                                    <p:anim calcmode="lin" valueType="num">
                                      <p:cBhvr>
                                        <p:cTn id="740" dur="1000" fill="hold"/>
                                        <p:tgtEl>
                                          <p:spTgt spid="121"/>
                                        </p:tgtEl>
                                        <p:attrNameLst>
                                          <p:attrName>ppt_w</p:attrName>
                                        </p:attrNameLst>
                                      </p:cBhvr>
                                      <p:tavLst>
                                        <p:tav tm="0">
                                          <p:val>
                                            <p:fltVal val="0"/>
                                          </p:val>
                                        </p:tav>
                                        <p:tav tm="100000">
                                          <p:val>
                                            <p:strVal val="#ppt_w"/>
                                          </p:val>
                                        </p:tav>
                                      </p:tavLst>
                                    </p:anim>
                                    <p:anim calcmode="lin" valueType="num">
                                      <p:cBhvr>
                                        <p:cTn id="741" dur="1000" fill="hold"/>
                                        <p:tgtEl>
                                          <p:spTgt spid="121"/>
                                        </p:tgtEl>
                                        <p:attrNameLst>
                                          <p:attrName>ppt_h</p:attrName>
                                        </p:attrNameLst>
                                      </p:cBhvr>
                                      <p:tavLst>
                                        <p:tav tm="0">
                                          <p:val>
                                            <p:fltVal val="0"/>
                                          </p:val>
                                        </p:tav>
                                        <p:tav tm="100000">
                                          <p:val>
                                            <p:strVal val="#ppt_h"/>
                                          </p:val>
                                        </p:tav>
                                      </p:tavLst>
                                    </p:anim>
                                    <p:anim calcmode="lin" valueType="num">
                                      <p:cBhvr>
                                        <p:cTn id="742" dur="1000" fill="hold"/>
                                        <p:tgtEl>
                                          <p:spTgt spid="121"/>
                                        </p:tgtEl>
                                        <p:attrNameLst>
                                          <p:attrName>style.rotation</p:attrName>
                                        </p:attrNameLst>
                                      </p:cBhvr>
                                      <p:tavLst>
                                        <p:tav tm="0">
                                          <p:val>
                                            <p:fltVal val="90"/>
                                          </p:val>
                                        </p:tav>
                                        <p:tav tm="100000">
                                          <p:val>
                                            <p:fltVal val="0"/>
                                          </p:val>
                                        </p:tav>
                                      </p:tavLst>
                                    </p:anim>
                                    <p:animEffect transition="in" filter="fade">
                                      <p:cBhvr>
                                        <p:cTn id="743" dur="1000"/>
                                        <p:tgtEl>
                                          <p:spTgt spid="121"/>
                                        </p:tgtEl>
                                      </p:cBhvr>
                                    </p:animEffect>
                                  </p:childTnLst>
                                </p:cTn>
                              </p:par>
                            </p:childTnLst>
                          </p:cTn>
                        </p:par>
                        <p:par>
                          <p:cTn id="744" fill="hold">
                            <p:stCondLst>
                              <p:cond delay="1500"/>
                            </p:stCondLst>
                            <p:childTnLst>
                              <p:par>
                                <p:cTn id="745" presetID="6" presetClass="emph" presetSubtype="0" autoRev="1" fill="hold" grpId="1" nodeType="afterEffect">
                                  <p:stCondLst>
                                    <p:cond delay="0"/>
                                  </p:stCondLst>
                                  <p:childTnLst>
                                    <p:animScale>
                                      <p:cBhvr>
                                        <p:cTn id="746" dur="500" fill="hold"/>
                                        <p:tgtEl>
                                          <p:spTgt spid="75"/>
                                        </p:tgtEl>
                                      </p:cBhvr>
                                      <p:by x="150000" y="150000"/>
                                    </p:animScale>
                                  </p:childTnLst>
                                </p:cTn>
                              </p:par>
                              <p:par>
                                <p:cTn id="747" presetID="3" presetClass="emph" presetSubtype="2" fill="hold" grpId="2" nodeType="withEffect">
                                  <p:stCondLst>
                                    <p:cond delay="0"/>
                                  </p:stCondLst>
                                  <p:childTnLst>
                                    <p:animClr clrSpc="rgb" dir="cw">
                                      <p:cBhvr override="childStyle">
                                        <p:cTn id="748" dur="500" fill="hold"/>
                                        <p:tgtEl>
                                          <p:spTgt spid="75"/>
                                        </p:tgtEl>
                                        <p:attrNameLst>
                                          <p:attrName>style.color</p:attrName>
                                        </p:attrNameLst>
                                      </p:cBhvr>
                                      <p:to>
                                        <a:srgbClr val="002060"/>
                                      </p:to>
                                    </p:animClr>
                                  </p:childTnLst>
                                </p:cTn>
                              </p:par>
                            </p:childTnLst>
                          </p:cTn>
                        </p:par>
                        <p:par>
                          <p:cTn id="749" fill="hold">
                            <p:stCondLst>
                              <p:cond delay="2500"/>
                            </p:stCondLst>
                            <p:childTnLst>
                              <p:par>
                                <p:cTn id="750" presetID="6" presetClass="emph" presetSubtype="0" autoRev="1" fill="hold" grpId="0" nodeType="afterEffect">
                                  <p:stCondLst>
                                    <p:cond delay="0"/>
                                  </p:stCondLst>
                                  <p:childTnLst>
                                    <p:animScale>
                                      <p:cBhvr>
                                        <p:cTn id="751" dur="500" fill="hold"/>
                                        <p:tgtEl>
                                          <p:spTgt spid="12"/>
                                        </p:tgtEl>
                                      </p:cBhvr>
                                      <p:by x="150000" y="150000"/>
                                    </p:animScale>
                                  </p:childTnLst>
                                </p:cTn>
                              </p:par>
                            </p:childTnLst>
                          </p:cTn>
                        </p:par>
                      </p:childTnLst>
                    </p:cTn>
                  </p:par>
                  <p:par>
                    <p:cTn id="752" fill="hold">
                      <p:stCondLst>
                        <p:cond delay="indefinite"/>
                      </p:stCondLst>
                      <p:childTnLst>
                        <p:par>
                          <p:cTn id="753" fill="hold">
                            <p:stCondLst>
                              <p:cond delay="0"/>
                            </p:stCondLst>
                            <p:childTnLst>
                              <p:par>
                                <p:cTn id="754" presetID="22" presetClass="exit" presetSubtype="1" fill="hold" nodeType="clickEffect">
                                  <p:stCondLst>
                                    <p:cond delay="0"/>
                                  </p:stCondLst>
                                  <p:childTnLst>
                                    <p:animEffect transition="out" filter="wipe(up)">
                                      <p:cBhvr>
                                        <p:cTn id="755" dur="500"/>
                                        <p:tgtEl>
                                          <p:spTgt spid="119"/>
                                        </p:tgtEl>
                                      </p:cBhvr>
                                    </p:animEffect>
                                    <p:set>
                                      <p:cBhvr>
                                        <p:cTn id="756" dur="1" fill="hold">
                                          <p:stCondLst>
                                            <p:cond delay="499"/>
                                          </p:stCondLst>
                                        </p:cTn>
                                        <p:tgtEl>
                                          <p:spTgt spid="119"/>
                                        </p:tgtEl>
                                        <p:attrNameLst>
                                          <p:attrName>style.visibility</p:attrName>
                                        </p:attrNameLst>
                                      </p:cBhvr>
                                      <p:to>
                                        <p:strVal val="hidden"/>
                                      </p:to>
                                    </p:set>
                                  </p:childTnLst>
                                </p:cTn>
                              </p:par>
                              <p:par>
                                <p:cTn id="757" presetID="22" presetClass="entr" presetSubtype="8" fill="hold" nodeType="withEffect">
                                  <p:stCondLst>
                                    <p:cond delay="0"/>
                                  </p:stCondLst>
                                  <p:childTnLst>
                                    <p:set>
                                      <p:cBhvr>
                                        <p:cTn id="758" dur="1" fill="hold">
                                          <p:stCondLst>
                                            <p:cond delay="0"/>
                                          </p:stCondLst>
                                        </p:cTn>
                                        <p:tgtEl>
                                          <p:spTgt spid="93"/>
                                        </p:tgtEl>
                                        <p:attrNameLst>
                                          <p:attrName>style.visibility</p:attrName>
                                        </p:attrNameLst>
                                      </p:cBhvr>
                                      <p:to>
                                        <p:strVal val="visible"/>
                                      </p:to>
                                    </p:set>
                                    <p:animEffect transition="in" filter="wipe(left)">
                                      <p:cBhvr>
                                        <p:cTn id="759" dur="1000"/>
                                        <p:tgtEl>
                                          <p:spTgt spid="93"/>
                                        </p:tgtEl>
                                      </p:cBhvr>
                                    </p:animEffect>
                                  </p:childTnLst>
                                </p:cTn>
                              </p:par>
                            </p:childTnLst>
                          </p:cTn>
                        </p:par>
                      </p:childTnLst>
                    </p:cTn>
                  </p:par>
                  <p:par>
                    <p:cTn id="760" fill="hold">
                      <p:stCondLst>
                        <p:cond delay="indefinite"/>
                      </p:stCondLst>
                      <p:childTnLst>
                        <p:par>
                          <p:cTn id="761" fill="hold">
                            <p:stCondLst>
                              <p:cond delay="0"/>
                            </p:stCondLst>
                            <p:childTnLst>
                              <p:par>
                                <p:cTn id="762" presetID="6" presetClass="emph" presetSubtype="0" autoRev="1" fill="hold" grpId="2" nodeType="clickEffect">
                                  <p:stCondLst>
                                    <p:cond delay="0"/>
                                  </p:stCondLst>
                                  <p:childTnLst>
                                    <p:animScale>
                                      <p:cBhvr>
                                        <p:cTn id="763" dur="500" fill="hold"/>
                                        <p:tgtEl>
                                          <p:spTgt spid="38"/>
                                        </p:tgtEl>
                                      </p:cBhvr>
                                      <p:by x="150000" y="150000"/>
                                    </p:animScale>
                                  </p:childTnLst>
                                </p:cTn>
                              </p:par>
                            </p:childTnLst>
                          </p:cTn>
                        </p:par>
                        <p:par>
                          <p:cTn id="764" fill="hold">
                            <p:stCondLst>
                              <p:cond delay="1000"/>
                            </p:stCondLst>
                            <p:childTnLst>
                              <p:par>
                                <p:cTn id="765" presetID="22" presetClass="exit" presetSubtype="1" fill="hold" nodeType="afterEffect">
                                  <p:stCondLst>
                                    <p:cond delay="0"/>
                                  </p:stCondLst>
                                  <p:childTnLst>
                                    <p:animEffect transition="out" filter="wipe(up)">
                                      <p:cBhvr>
                                        <p:cTn id="766" dur="500"/>
                                        <p:tgtEl>
                                          <p:spTgt spid="93"/>
                                        </p:tgtEl>
                                      </p:cBhvr>
                                    </p:animEffect>
                                    <p:set>
                                      <p:cBhvr>
                                        <p:cTn id="767" dur="1" fill="hold">
                                          <p:stCondLst>
                                            <p:cond delay="499"/>
                                          </p:stCondLst>
                                        </p:cTn>
                                        <p:tgtEl>
                                          <p:spTgt spid="93"/>
                                        </p:tgtEl>
                                        <p:attrNameLst>
                                          <p:attrName>style.visibility</p:attrName>
                                        </p:attrNameLst>
                                      </p:cBhvr>
                                      <p:to>
                                        <p:strVal val="hidden"/>
                                      </p:to>
                                    </p:set>
                                  </p:childTnLst>
                                </p:cTn>
                              </p:par>
                              <p:par>
                                <p:cTn id="768" presetID="22" presetClass="entr" presetSubtype="8" fill="hold" nodeType="withEffect">
                                  <p:stCondLst>
                                    <p:cond delay="0"/>
                                  </p:stCondLst>
                                  <p:childTnLst>
                                    <p:set>
                                      <p:cBhvr>
                                        <p:cTn id="769" dur="1" fill="hold">
                                          <p:stCondLst>
                                            <p:cond delay="0"/>
                                          </p:stCondLst>
                                        </p:cTn>
                                        <p:tgtEl>
                                          <p:spTgt spid="97"/>
                                        </p:tgtEl>
                                        <p:attrNameLst>
                                          <p:attrName>style.visibility</p:attrName>
                                        </p:attrNameLst>
                                      </p:cBhvr>
                                      <p:to>
                                        <p:strVal val="visible"/>
                                      </p:to>
                                    </p:set>
                                    <p:animEffect transition="in" filter="wipe(left)">
                                      <p:cBhvr>
                                        <p:cTn id="770" dur="1000"/>
                                        <p:tgtEl>
                                          <p:spTgt spid="97"/>
                                        </p:tgtEl>
                                      </p:cBhvr>
                                    </p:animEffect>
                                  </p:childTnLst>
                                </p:cTn>
                              </p:par>
                            </p:childTnLst>
                          </p:cTn>
                        </p:par>
                      </p:childTnLst>
                    </p:cTn>
                  </p:par>
                  <p:par>
                    <p:cTn id="771" fill="hold">
                      <p:stCondLst>
                        <p:cond delay="indefinite"/>
                      </p:stCondLst>
                      <p:childTnLst>
                        <p:par>
                          <p:cTn id="772" fill="hold">
                            <p:stCondLst>
                              <p:cond delay="0"/>
                            </p:stCondLst>
                            <p:childTnLst>
                              <p:par>
                                <p:cTn id="773" presetID="31" presetClass="entr" presetSubtype="0" fill="hold" grpId="0" nodeType="clickEffect">
                                  <p:stCondLst>
                                    <p:cond delay="0"/>
                                  </p:stCondLst>
                                  <p:childTnLst>
                                    <p:set>
                                      <p:cBhvr>
                                        <p:cTn id="774" dur="1" fill="hold">
                                          <p:stCondLst>
                                            <p:cond delay="0"/>
                                          </p:stCondLst>
                                        </p:cTn>
                                        <p:tgtEl>
                                          <p:spTgt spid="122"/>
                                        </p:tgtEl>
                                        <p:attrNameLst>
                                          <p:attrName>style.visibility</p:attrName>
                                        </p:attrNameLst>
                                      </p:cBhvr>
                                      <p:to>
                                        <p:strVal val="visible"/>
                                      </p:to>
                                    </p:set>
                                    <p:anim calcmode="lin" valueType="num">
                                      <p:cBhvr>
                                        <p:cTn id="775" dur="1000" fill="hold"/>
                                        <p:tgtEl>
                                          <p:spTgt spid="122"/>
                                        </p:tgtEl>
                                        <p:attrNameLst>
                                          <p:attrName>ppt_w</p:attrName>
                                        </p:attrNameLst>
                                      </p:cBhvr>
                                      <p:tavLst>
                                        <p:tav tm="0">
                                          <p:val>
                                            <p:fltVal val="0"/>
                                          </p:val>
                                        </p:tav>
                                        <p:tav tm="100000">
                                          <p:val>
                                            <p:strVal val="#ppt_w"/>
                                          </p:val>
                                        </p:tav>
                                      </p:tavLst>
                                    </p:anim>
                                    <p:anim calcmode="lin" valueType="num">
                                      <p:cBhvr>
                                        <p:cTn id="776" dur="1000" fill="hold"/>
                                        <p:tgtEl>
                                          <p:spTgt spid="122"/>
                                        </p:tgtEl>
                                        <p:attrNameLst>
                                          <p:attrName>ppt_h</p:attrName>
                                        </p:attrNameLst>
                                      </p:cBhvr>
                                      <p:tavLst>
                                        <p:tav tm="0">
                                          <p:val>
                                            <p:fltVal val="0"/>
                                          </p:val>
                                        </p:tav>
                                        <p:tav tm="100000">
                                          <p:val>
                                            <p:strVal val="#ppt_h"/>
                                          </p:val>
                                        </p:tav>
                                      </p:tavLst>
                                    </p:anim>
                                    <p:anim calcmode="lin" valueType="num">
                                      <p:cBhvr>
                                        <p:cTn id="777" dur="1000" fill="hold"/>
                                        <p:tgtEl>
                                          <p:spTgt spid="122"/>
                                        </p:tgtEl>
                                        <p:attrNameLst>
                                          <p:attrName>style.rotation</p:attrName>
                                        </p:attrNameLst>
                                      </p:cBhvr>
                                      <p:tavLst>
                                        <p:tav tm="0">
                                          <p:val>
                                            <p:fltVal val="90"/>
                                          </p:val>
                                        </p:tav>
                                        <p:tav tm="100000">
                                          <p:val>
                                            <p:fltVal val="0"/>
                                          </p:val>
                                        </p:tav>
                                      </p:tavLst>
                                    </p:anim>
                                    <p:animEffect transition="in" filter="fade">
                                      <p:cBhvr>
                                        <p:cTn id="778" dur="1000"/>
                                        <p:tgtEl>
                                          <p:spTgt spid="122"/>
                                        </p:tgtEl>
                                      </p:cBhvr>
                                    </p:animEffect>
                                  </p:childTnLst>
                                </p:cTn>
                              </p:par>
                              <p:par>
                                <p:cTn id="779" presetID="10" presetClass="exit" presetSubtype="0" fill="hold" grpId="1" nodeType="withEffect">
                                  <p:stCondLst>
                                    <p:cond delay="0"/>
                                  </p:stCondLst>
                                  <p:childTnLst>
                                    <p:animEffect transition="out" filter="fade">
                                      <p:cBhvr>
                                        <p:cTn id="780" dur="500"/>
                                        <p:tgtEl>
                                          <p:spTgt spid="38"/>
                                        </p:tgtEl>
                                      </p:cBhvr>
                                    </p:animEffect>
                                    <p:set>
                                      <p:cBhvr>
                                        <p:cTn id="781" dur="1" fill="hold">
                                          <p:stCondLst>
                                            <p:cond delay="499"/>
                                          </p:stCondLst>
                                        </p:cTn>
                                        <p:tgtEl>
                                          <p:spTgt spid="38"/>
                                        </p:tgtEl>
                                        <p:attrNameLst>
                                          <p:attrName>style.visibility</p:attrName>
                                        </p:attrNameLst>
                                      </p:cBhvr>
                                      <p:to>
                                        <p:strVal val="hidden"/>
                                      </p:to>
                                    </p:set>
                                  </p:childTnLst>
                                </p:cTn>
                              </p:par>
                            </p:childTnLst>
                          </p:cTn>
                        </p:par>
                        <p:par>
                          <p:cTn id="782" fill="hold">
                            <p:stCondLst>
                              <p:cond delay="1000"/>
                            </p:stCondLst>
                            <p:childTnLst>
                              <p:par>
                                <p:cTn id="783" presetID="1" presetClass="emph" presetSubtype="2" fill="hold" nodeType="afterEffect">
                                  <p:stCondLst>
                                    <p:cond delay="0"/>
                                  </p:stCondLst>
                                  <p:childTnLst>
                                    <p:animClr clrSpc="rgb" dir="cw">
                                      <p:cBhvr>
                                        <p:cTn id="784" dur="1000" fill="hold"/>
                                        <p:tgtEl>
                                          <p:spTgt spid="12"/>
                                        </p:tgtEl>
                                        <p:attrNameLst>
                                          <p:attrName>fillcolor</p:attrName>
                                        </p:attrNameLst>
                                      </p:cBhvr>
                                      <p:to>
                                        <a:srgbClr val="FFF2CC"/>
                                      </p:to>
                                    </p:animClr>
                                    <p:set>
                                      <p:cBhvr>
                                        <p:cTn id="785" dur="1000" fill="hold"/>
                                        <p:tgtEl>
                                          <p:spTgt spid="12"/>
                                        </p:tgtEl>
                                        <p:attrNameLst>
                                          <p:attrName>fill.type</p:attrName>
                                        </p:attrNameLst>
                                      </p:cBhvr>
                                      <p:to>
                                        <p:strVal val="solid"/>
                                      </p:to>
                                    </p:set>
                                    <p:set>
                                      <p:cBhvr>
                                        <p:cTn id="786" dur="1000" fill="hold"/>
                                        <p:tgtEl>
                                          <p:spTgt spid="12"/>
                                        </p:tgtEl>
                                        <p:attrNameLst>
                                          <p:attrName>fill.on</p:attrName>
                                        </p:attrNameLst>
                                      </p:cBhvr>
                                      <p:to>
                                        <p:strVal val="true"/>
                                      </p:to>
                                    </p:set>
                                  </p:childTnLst>
                                </p:cTn>
                              </p:par>
                            </p:childTnLst>
                          </p:cTn>
                        </p:par>
                        <p:par>
                          <p:cTn id="787" fill="hold">
                            <p:stCondLst>
                              <p:cond delay="2000"/>
                            </p:stCondLst>
                            <p:childTnLst>
                              <p:par>
                                <p:cTn id="788" presetID="1" presetClass="entr" presetSubtype="0" fill="hold" grpId="0" nodeType="afterEffect">
                                  <p:stCondLst>
                                    <p:cond delay="0"/>
                                  </p:stCondLst>
                                  <p:childTnLst>
                                    <p:set>
                                      <p:cBhvr>
                                        <p:cTn id="789" dur="1" fill="hold">
                                          <p:stCondLst>
                                            <p:cond delay="0"/>
                                          </p:stCondLst>
                                        </p:cTn>
                                        <p:tgtEl>
                                          <p:spTgt spid="123"/>
                                        </p:tgtEl>
                                        <p:attrNameLst>
                                          <p:attrName>style.visibility</p:attrName>
                                        </p:attrNameLst>
                                      </p:cBhvr>
                                      <p:to>
                                        <p:strVal val="visible"/>
                                      </p:to>
                                    </p:set>
                                  </p:childTnLst>
                                </p:cTn>
                              </p:par>
                            </p:childTnLst>
                          </p:cTn>
                        </p:par>
                        <p:par>
                          <p:cTn id="790" fill="hold">
                            <p:stCondLst>
                              <p:cond delay="2000"/>
                            </p:stCondLst>
                            <p:childTnLst>
                              <p:par>
                                <p:cTn id="791" presetID="42" presetClass="path" presetSubtype="0" accel="50000" decel="50000" fill="hold" grpId="1" nodeType="afterEffect">
                                  <p:stCondLst>
                                    <p:cond delay="0"/>
                                  </p:stCondLst>
                                  <p:childTnLst>
                                    <p:animMotion origin="layout" path="M 6.25E-7 4.81481E-6 L 0.14648 0.1449 " pathEditMode="relative" rAng="0" ptsTypes="AA">
                                      <p:cBhvr>
                                        <p:cTn id="792" dur="1000" fill="hold"/>
                                        <p:tgtEl>
                                          <p:spTgt spid="123"/>
                                        </p:tgtEl>
                                        <p:attrNameLst>
                                          <p:attrName>ppt_x</p:attrName>
                                          <p:attrName>ppt_y</p:attrName>
                                        </p:attrNameLst>
                                      </p:cBhvr>
                                      <p:rCtr x="7318" y="7245"/>
                                    </p:animMotion>
                                  </p:childTnLst>
                                </p:cTn>
                              </p:par>
                            </p:childTnLst>
                          </p:cTn>
                        </p:par>
                        <p:par>
                          <p:cTn id="793" fill="hold">
                            <p:stCondLst>
                              <p:cond delay="3000"/>
                            </p:stCondLst>
                            <p:childTnLst>
                              <p:par>
                                <p:cTn id="794" presetID="1" presetClass="entr" presetSubtype="0" fill="hold" grpId="0" nodeType="afterEffect">
                                  <p:stCondLst>
                                    <p:cond delay="0"/>
                                  </p:stCondLst>
                                  <p:childTnLst>
                                    <p:set>
                                      <p:cBhvr>
                                        <p:cTn id="795" dur="1" fill="hold">
                                          <p:stCondLst>
                                            <p:cond delay="0"/>
                                          </p:stCondLst>
                                        </p:cTn>
                                        <p:tgtEl>
                                          <p:spTgt spid="83"/>
                                        </p:tgtEl>
                                        <p:attrNameLst>
                                          <p:attrName>style.visibility</p:attrName>
                                        </p:attrNameLst>
                                      </p:cBhvr>
                                      <p:to>
                                        <p:strVal val="visible"/>
                                      </p:to>
                                    </p:set>
                                  </p:childTnLst>
                                </p:cTn>
                              </p:par>
                            </p:childTnLst>
                          </p:cTn>
                        </p:par>
                      </p:childTnLst>
                    </p:cTn>
                  </p:par>
                  <p:par>
                    <p:cTn id="796" fill="hold">
                      <p:stCondLst>
                        <p:cond delay="indefinite"/>
                      </p:stCondLst>
                      <p:childTnLst>
                        <p:par>
                          <p:cTn id="797" fill="hold">
                            <p:stCondLst>
                              <p:cond delay="0"/>
                            </p:stCondLst>
                            <p:childTnLst>
                              <p:par>
                                <p:cTn id="798" presetID="22" presetClass="exit" presetSubtype="1" fill="hold" nodeType="clickEffect">
                                  <p:stCondLst>
                                    <p:cond delay="0"/>
                                  </p:stCondLst>
                                  <p:childTnLst>
                                    <p:animEffect transition="out" filter="wipe(up)">
                                      <p:cBhvr>
                                        <p:cTn id="799" dur="500"/>
                                        <p:tgtEl>
                                          <p:spTgt spid="97"/>
                                        </p:tgtEl>
                                      </p:cBhvr>
                                    </p:animEffect>
                                    <p:set>
                                      <p:cBhvr>
                                        <p:cTn id="800" dur="1" fill="hold">
                                          <p:stCondLst>
                                            <p:cond delay="499"/>
                                          </p:stCondLst>
                                        </p:cTn>
                                        <p:tgtEl>
                                          <p:spTgt spid="97"/>
                                        </p:tgtEl>
                                        <p:attrNameLst>
                                          <p:attrName>style.visibility</p:attrName>
                                        </p:attrNameLst>
                                      </p:cBhvr>
                                      <p:to>
                                        <p:strVal val="hidden"/>
                                      </p:to>
                                    </p:set>
                                  </p:childTnLst>
                                </p:cTn>
                              </p:par>
                              <p:par>
                                <p:cTn id="801" presetID="22" presetClass="entr" presetSubtype="8" fill="hold" nodeType="withEffect">
                                  <p:stCondLst>
                                    <p:cond delay="0"/>
                                  </p:stCondLst>
                                  <p:childTnLst>
                                    <p:set>
                                      <p:cBhvr>
                                        <p:cTn id="802" dur="1" fill="hold">
                                          <p:stCondLst>
                                            <p:cond delay="0"/>
                                          </p:stCondLst>
                                        </p:cTn>
                                        <p:tgtEl>
                                          <p:spTgt spid="99"/>
                                        </p:tgtEl>
                                        <p:attrNameLst>
                                          <p:attrName>style.visibility</p:attrName>
                                        </p:attrNameLst>
                                      </p:cBhvr>
                                      <p:to>
                                        <p:strVal val="visible"/>
                                      </p:to>
                                    </p:set>
                                    <p:animEffect transition="in" filter="wipe(left)">
                                      <p:cBhvr>
                                        <p:cTn id="803" dur="1000"/>
                                        <p:tgtEl>
                                          <p:spTgt spid="99"/>
                                        </p:tgtEl>
                                      </p:cBhvr>
                                    </p:animEffect>
                                  </p:childTnLst>
                                </p:cTn>
                              </p:par>
                            </p:childTnLst>
                          </p:cTn>
                        </p:par>
                        <p:par>
                          <p:cTn id="804" fill="hold">
                            <p:stCondLst>
                              <p:cond delay="1000"/>
                            </p:stCondLst>
                            <p:childTnLst>
                              <p:par>
                                <p:cTn id="805" presetID="35" presetClass="path" presetSubtype="0" accel="50000" decel="50000" fill="hold" grpId="2" nodeType="afterEffect">
                                  <p:stCondLst>
                                    <p:cond delay="0"/>
                                  </p:stCondLst>
                                  <p:childTnLst>
                                    <p:animMotion origin="layout" path="M 0.14648 0.1449 L -0.04766 0.14606 " pathEditMode="relative" rAng="0" ptsTypes="AA">
                                      <p:cBhvr>
                                        <p:cTn id="806" dur="1000" fill="hold"/>
                                        <p:tgtEl>
                                          <p:spTgt spid="123"/>
                                        </p:tgtEl>
                                        <p:attrNameLst>
                                          <p:attrName>ppt_x</p:attrName>
                                          <p:attrName>ppt_y</p:attrName>
                                        </p:attrNameLst>
                                      </p:cBhvr>
                                      <p:rCtr x="-9714" y="46"/>
                                    </p:animMotion>
                                  </p:childTnLst>
                                </p:cTn>
                              </p:par>
                            </p:childTnLst>
                          </p:cTn>
                        </p:par>
                        <p:par>
                          <p:cTn id="807" fill="hold">
                            <p:stCondLst>
                              <p:cond delay="2000"/>
                            </p:stCondLst>
                            <p:childTnLst>
                              <p:par>
                                <p:cTn id="808" presetID="22" presetClass="exit" presetSubtype="1" fill="hold" nodeType="afterEffect">
                                  <p:stCondLst>
                                    <p:cond delay="0"/>
                                  </p:stCondLst>
                                  <p:childTnLst>
                                    <p:animEffect transition="out" filter="wipe(up)">
                                      <p:cBhvr>
                                        <p:cTn id="809" dur="500"/>
                                        <p:tgtEl>
                                          <p:spTgt spid="99"/>
                                        </p:tgtEl>
                                      </p:cBhvr>
                                    </p:animEffect>
                                    <p:set>
                                      <p:cBhvr>
                                        <p:cTn id="810" dur="1" fill="hold">
                                          <p:stCondLst>
                                            <p:cond delay="499"/>
                                          </p:stCondLst>
                                        </p:cTn>
                                        <p:tgtEl>
                                          <p:spTgt spid="99"/>
                                        </p:tgtEl>
                                        <p:attrNameLst>
                                          <p:attrName>style.visibility</p:attrName>
                                        </p:attrNameLst>
                                      </p:cBhvr>
                                      <p:to>
                                        <p:strVal val="hidden"/>
                                      </p:to>
                                    </p:set>
                                  </p:childTnLst>
                                </p:cTn>
                              </p:par>
                            </p:childTnLst>
                          </p:cTn>
                        </p:par>
                        <p:par>
                          <p:cTn id="811" fill="hold">
                            <p:stCondLst>
                              <p:cond delay="2500"/>
                            </p:stCondLst>
                            <p:childTnLst>
                              <p:par>
                                <p:cTn id="812" presetID="22" presetClass="entr" presetSubtype="8" fill="hold" nodeType="afterEffect">
                                  <p:stCondLst>
                                    <p:cond delay="0"/>
                                  </p:stCondLst>
                                  <p:childTnLst>
                                    <p:set>
                                      <p:cBhvr>
                                        <p:cTn id="813" dur="1" fill="hold">
                                          <p:stCondLst>
                                            <p:cond delay="0"/>
                                          </p:stCondLst>
                                        </p:cTn>
                                        <p:tgtEl>
                                          <p:spTgt spid="101"/>
                                        </p:tgtEl>
                                        <p:attrNameLst>
                                          <p:attrName>style.visibility</p:attrName>
                                        </p:attrNameLst>
                                      </p:cBhvr>
                                      <p:to>
                                        <p:strVal val="visible"/>
                                      </p:to>
                                    </p:set>
                                    <p:animEffect transition="in" filter="wipe(left)">
                                      <p:cBhvr>
                                        <p:cTn id="814" dur="1000"/>
                                        <p:tgtEl>
                                          <p:spTgt spid="101"/>
                                        </p:tgtEl>
                                      </p:cBhvr>
                                    </p:animEffect>
                                  </p:childTnLst>
                                </p:cTn>
                              </p:par>
                            </p:childTnLst>
                          </p:cTn>
                        </p:par>
                      </p:childTnLst>
                    </p:cTn>
                  </p:par>
                  <p:par>
                    <p:cTn id="815" fill="hold">
                      <p:stCondLst>
                        <p:cond delay="indefinite"/>
                      </p:stCondLst>
                      <p:childTnLst>
                        <p:par>
                          <p:cTn id="816" fill="hold">
                            <p:stCondLst>
                              <p:cond delay="0"/>
                            </p:stCondLst>
                            <p:childTnLst>
                              <p:par>
                                <p:cTn id="817" presetID="22" presetClass="exit" presetSubtype="1" fill="hold" nodeType="clickEffect">
                                  <p:stCondLst>
                                    <p:cond delay="0"/>
                                  </p:stCondLst>
                                  <p:childTnLst>
                                    <p:animEffect transition="out" filter="wipe(up)">
                                      <p:cBhvr>
                                        <p:cTn id="818" dur="500"/>
                                        <p:tgtEl>
                                          <p:spTgt spid="101"/>
                                        </p:tgtEl>
                                      </p:cBhvr>
                                    </p:animEffect>
                                    <p:set>
                                      <p:cBhvr>
                                        <p:cTn id="819" dur="1" fill="hold">
                                          <p:stCondLst>
                                            <p:cond delay="499"/>
                                          </p:stCondLst>
                                        </p:cTn>
                                        <p:tgtEl>
                                          <p:spTgt spid="101"/>
                                        </p:tgtEl>
                                        <p:attrNameLst>
                                          <p:attrName>style.visibility</p:attrName>
                                        </p:attrNameLst>
                                      </p:cBhvr>
                                      <p:to>
                                        <p:strVal val="hidden"/>
                                      </p:to>
                                    </p:set>
                                  </p:childTnLst>
                                </p:cTn>
                              </p:par>
                              <p:par>
                                <p:cTn id="820" presetID="45" presetClass="entr" presetSubtype="0" fill="hold" nodeType="withEffect">
                                  <p:stCondLst>
                                    <p:cond delay="0"/>
                                  </p:stCondLst>
                                  <p:childTnLst>
                                    <p:set>
                                      <p:cBhvr>
                                        <p:cTn id="821" dur="1" fill="hold">
                                          <p:stCondLst>
                                            <p:cond delay="0"/>
                                          </p:stCondLst>
                                        </p:cTn>
                                        <p:tgtEl>
                                          <p:spTgt spid="30"/>
                                        </p:tgtEl>
                                        <p:attrNameLst>
                                          <p:attrName>style.visibility</p:attrName>
                                        </p:attrNameLst>
                                      </p:cBhvr>
                                      <p:to>
                                        <p:strVal val="visible"/>
                                      </p:to>
                                    </p:set>
                                    <p:animEffect transition="in" filter="fade">
                                      <p:cBhvr>
                                        <p:cTn id="822" dur="2000"/>
                                        <p:tgtEl>
                                          <p:spTgt spid="30"/>
                                        </p:tgtEl>
                                      </p:cBhvr>
                                    </p:animEffect>
                                    <p:anim calcmode="lin" valueType="num">
                                      <p:cBhvr>
                                        <p:cTn id="823" dur="2000" fill="hold"/>
                                        <p:tgtEl>
                                          <p:spTgt spid="30"/>
                                        </p:tgtEl>
                                        <p:attrNameLst>
                                          <p:attrName>ppt_w</p:attrName>
                                        </p:attrNameLst>
                                      </p:cBhvr>
                                      <p:tavLst>
                                        <p:tav tm="0" fmla="#ppt_w*sin(2.5*pi*$)">
                                          <p:val>
                                            <p:fltVal val="0"/>
                                          </p:val>
                                        </p:tav>
                                        <p:tav tm="100000">
                                          <p:val>
                                            <p:fltVal val="1"/>
                                          </p:val>
                                        </p:tav>
                                      </p:tavLst>
                                    </p:anim>
                                    <p:anim calcmode="lin" valueType="num">
                                      <p:cBhvr>
                                        <p:cTn id="824" dur="2000" fill="hold"/>
                                        <p:tgtEl>
                                          <p:spTgt spid="30"/>
                                        </p:tgtEl>
                                        <p:attrNameLst>
                                          <p:attrName>ppt_h</p:attrName>
                                        </p:attrNameLst>
                                      </p:cBhvr>
                                      <p:tavLst>
                                        <p:tav tm="0">
                                          <p:val>
                                            <p:strVal val="#ppt_h"/>
                                          </p:val>
                                        </p:tav>
                                        <p:tav tm="100000">
                                          <p:val>
                                            <p:strVal val="#ppt_h"/>
                                          </p:val>
                                        </p:tav>
                                      </p:tavLst>
                                    </p:anim>
                                  </p:childTnLst>
                                </p:cTn>
                              </p:par>
                            </p:childTnLst>
                          </p:cTn>
                        </p:par>
                      </p:childTnLst>
                    </p:cTn>
                  </p:par>
                  <p:par>
                    <p:cTn id="825" fill="hold">
                      <p:stCondLst>
                        <p:cond delay="indefinite"/>
                      </p:stCondLst>
                      <p:childTnLst>
                        <p:par>
                          <p:cTn id="826" fill="hold">
                            <p:stCondLst>
                              <p:cond delay="0"/>
                            </p:stCondLst>
                            <p:childTnLst>
                              <p:par>
                                <p:cTn id="827" presetID="35" presetClass="path" presetSubtype="0" accel="50000" decel="50000" fill="hold" grpId="3" nodeType="clickEffect">
                                  <p:stCondLst>
                                    <p:cond delay="0"/>
                                  </p:stCondLst>
                                  <p:childTnLst>
                                    <p:animMotion origin="layout" path="M -0.04766 0.14606 L -0.06849 0.0787 " pathEditMode="relative" rAng="0" ptsTypes="AA">
                                      <p:cBhvr>
                                        <p:cTn id="828" dur="1000" fill="hold"/>
                                        <p:tgtEl>
                                          <p:spTgt spid="123"/>
                                        </p:tgtEl>
                                        <p:attrNameLst>
                                          <p:attrName>ppt_x</p:attrName>
                                          <p:attrName>ppt_y</p:attrName>
                                        </p:attrNameLst>
                                      </p:cBhvr>
                                      <p:rCtr x="-1042" y="-3380"/>
                                    </p:animMotion>
                                  </p:childTnLst>
                                </p:cTn>
                              </p:par>
                            </p:childTnLst>
                          </p:cTn>
                        </p:par>
                        <p:par>
                          <p:cTn id="829" fill="hold">
                            <p:stCondLst>
                              <p:cond delay="1000"/>
                            </p:stCondLst>
                            <p:childTnLst>
                              <p:par>
                                <p:cTn id="830" presetID="22" presetClass="exit" presetSubtype="1" fill="hold" nodeType="afterEffect">
                                  <p:stCondLst>
                                    <p:cond delay="0"/>
                                  </p:stCondLst>
                                  <p:childTnLst>
                                    <p:animEffect transition="out" filter="wipe(up)">
                                      <p:cBhvr>
                                        <p:cTn id="831" dur="500"/>
                                        <p:tgtEl>
                                          <p:spTgt spid="30"/>
                                        </p:tgtEl>
                                      </p:cBhvr>
                                    </p:animEffect>
                                    <p:set>
                                      <p:cBhvr>
                                        <p:cTn id="832" dur="1" fill="hold">
                                          <p:stCondLst>
                                            <p:cond delay="499"/>
                                          </p:stCondLst>
                                        </p:cTn>
                                        <p:tgtEl>
                                          <p:spTgt spid="30"/>
                                        </p:tgtEl>
                                        <p:attrNameLst>
                                          <p:attrName>style.visibility</p:attrName>
                                        </p:attrNameLst>
                                      </p:cBhvr>
                                      <p:to>
                                        <p:strVal val="hidden"/>
                                      </p:to>
                                    </p:set>
                                  </p:childTnLst>
                                </p:cTn>
                              </p:par>
                            </p:childTnLst>
                          </p:cTn>
                        </p:par>
                        <p:par>
                          <p:cTn id="833" fill="hold">
                            <p:stCondLst>
                              <p:cond delay="1500"/>
                            </p:stCondLst>
                            <p:childTnLst>
                              <p:par>
                                <p:cTn id="834" presetID="22" presetClass="entr" presetSubtype="8" fill="hold" nodeType="afterEffect">
                                  <p:stCondLst>
                                    <p:cond delay="0"/>
                                  </p:stCondLst>
                                  <p:childTnLst>
                                    <p:set>
                                      <p:cBhvr>
                                        <p:cTn id="835" dur="1" fill="hold">
                                          <p:stCondLst>
                                            <p:cond delay="0"/>
                                          </p:stCondLst>
                                        </p:cTn>
                                        <p:tgtEl>
                                          <p:spTgt spid="104"/>
                                        </p:tgtEl>
                                        <p:attrNameLst>
                                          <p:attrName>style.visibility</p:attrName>
                                        </p:attrNameLst>
                                      </p:cBhvr>
                                      <p:to>
                                        <p:strVal val="visible"/>
                                      </p:to>
                                    </p:set>
                                    <p:animEffect transition="in" filter="wipe(left)">
                                      <p:cBhvr>
                                        <p:cTn id="836" dur="1000"/>
                                        <p:tgtEl>
                                          <p:spTgt spid="104"/>
                                        </p:tgtEl>
                                      </p:cBhvr>
                                    </p:animEffect>
                                  </p:childTnLst>
                                </p:cTn>
                              </p:par>
                            </p:childTnLst>
                          </p:cTn>
                        </p:par>
                      </p:childTnLst>
                    </p:cTn>
                  </p:par>
                  <p:par>
                    <p:cTn id="837" fill="hold">
                      <p:stCondLst>
                        <p:cond delay="indefinite"/>
                      </p:stCondLst>
                      <p:childTnLst>
                        <p:par>
                          <p:cTn id="838" fill="hold">
                            <p:stCondLst>
                              <p:cond delay="0"/>
                            </p:stCondLst>
                            <p:childTnLst>
                              <p:par>
                                <p:cTn id="839" presetID="7" presetClass="emph" presetSubtype="2" fill="hold" nodeType="clickEffect">
                                  <p:stCondLst>
                                    <p:cond delay="0"/>
                                  </p:stCondLst>
                                  <p:childTnLst>
                                    <p:animClr clrSpc="rgb" dir="cw">
                                      <p:cBhvr>
                                        <p:cTn id="840" dur="1000" fill="hold"/>
                                        <p:tgtEl>
                                          <p:spTgt spid="12"/>
                                        </p:tgtEl>
                                        <p:attrNameLst>
                                          <p:attrName>stroke.color</p:attrName>
                                        </p:attrNameLst>
                                      </p:cBhvr>
                                      <p:to>
                                        <a:srgbClr val="C00000"/>
                                      </p:to>
                                    </p:animClr>
                                    <p:set>
                                      <p:cBhvr>
                                        <p:cTn id="841" dur="1000" fill="hold"/>
                                        <p:tgtEl>
                                          <p:spTgt spid="12"/>
                                        </p:tgtEl>
                                        <p:attrNameLst>
                                          <p:attrName>stroke.on</p:attrName>
                                        </p:attrNameLst>
                                      </p:cBhvr>
                                      <p:to>
                                        <p:strVal val="true"/>
                                      </p:to>
                                    </p:set>
                                  </p:childTnLst>
                                </p:cTn>
                              </p:par>
                              <p:par>
                                <p:cTn id="842" presetID="3" presetClass="emph" presetSubtype="2" fill="hold" grpId="1" nodeType="withEffect">
                                  <p:stCondLst>
                                    <p:cond delay="0"/>
                                  </p:stCondLst>
                                  <p:childTnLst>
                                    <p:animClr clrSpc="rgb" dir="cw">
                                      <p:cBhvr override="childStyle">
                                        <p:cTn id="843" dur="1000" fill="hold"/>
                                        <p:tgtEl>
                                          <p:spTgt spid="12"/>
                                        </p:tgtEl>
                                        <p:attrNameLst>
                                          <p:attrName>style.color</p:attrName>
                                        </p:attrNameLst>
                                      </p:cBhvr>
                                      <p:to>
                                        <a:srgbClr val="C00000"/>
                                      </p:to>
                                    </p:animClr>
                                  </p:childTnLst>
                                </p:cTn>
                              </p:par>
                            </p:childTnLst>
                          </p:cTn>
                        </p:par>
                        <p:par>
                          <p:cTn id="844" fill="hold">
                            <p:stCondLst>
                              <p:cond delay="1000"/>
                            </p:stCondLst>
                            <p:childTnLst>
                              <p:par>
                                <p:cTn id="845" presetID="7" presetClass="emph" presetSubtype="2" fill="hold" nodeType="afterEffect">
                                  <p:stCondLst>
                                    <p:cond delay="0"/>
                                  </p:stCondLst>
                                  <p:childTnLst>
                                    <p:animClr clrSpc="rgb" dir="cw">
                                      <p:cBhvr>
                                        <p:cTn id="846" dur="1000" fill="hold"/>
                                        <p:tgtEl>
                                          <p:spTgt spid="20"/>
                                        </p:tgtEl>
                                        <p:attrNameLst>
                                          <p:attrName>stroke.color</p:attrName>
                                        </p:attrNameLst>
                                      </p:cBhvr>
                                      <p:to>
                                        <a:srgbClr val="A40000"/>
                                      </p:to>
                                    </p:animClr>
                                    <p:set>
                                      <p:cBhvr>
                                        <p:cTn id="847" dur="1000" fill="hold"/>
                                        <p:tgtEl>
                                          <p:spTgt spid="20"/>
                                        </p:tgtEl>
                                        <p:attrNameLst>
                                          <p:attrName>stroke.on</p:attrName>
                                        </p:attrNameLst>
                                      </p:cBhvr>
                                      <p:to>
                                        <p:strVal val="true"/>
                                      </p:to>
                                    </p:set>
                                  </p:childTnLst>
                                </p:cTn>
                              </p:par>
                            </p:childTnLst>
                          </p:cTn>
                        </p:par>
                        <p:par>
                          <p:cTn id="848" fill="hold">
                            <p:stCondLst>
                              <p:cond delay="2000"/>
                            </p:stCondLst>
                            <p:childTnLst>
                              <p:par>
                                <p:cTn id="849" presetID="6" presetClass="emph" presetSubtype="0" autoRev="1" fill="hold" grpId="2" nodeType="afterEffect">
                                  <p:stCondLst>
                                    <p:cond delay="0"/>
                                  </p:stCondLst>
                                  <p:childTnLst>
                                    <p:animScale>
                                      <p:cBhvr>
                                        <p:cTn id="850" dur="500" fill="hold"/>
                                        <p:tgtEl>
                                          <p:spTgt spid="13"/>
                                        </p:tgtEl>
                                      </p:cBhvr>
                                      <p:by x="150000" y="150000"/>
                                    </p:animScale>
                                  </p:childTnLst>
                                </p:cTn>
                              </p:par>
                            </p:childTnLst>
                          </p:cTn>
                        </p:par>
                        <p:par>
                          <p:cTn id="851" fill="hold">
                            <p:stCondLst>
                              <p:cond delay="3000"/>
                            </p:stCondLst>
                            <p:childTnLst>
                              <p:par>
                                <p:cTn id="852" presetID="22" presetClass="exit" presetSubtype="1" fill="hold" nodeType="afterEffect">
                                  <p:stCondLst>
                                    <p:cond delay="0"/>
                                  </p:stCondLst>
                                  <p:childTnLst>
                                    <p:animEffect transition="out" filter="wipe(up)">
                                      <p:cBhvr>
                                        <p:cTn id="853" dur="500"/>
                                        <p:tgtEl>
                                          <p:spTgt spid="104"/>
                                        </p:tgtEl>
                                      </p:cBhvr>
                                    </p:animEffect>
                                    <p:set>
                                      <p:cBhvr>
                                        <p:cTn id="854" dur="1" fill="hold">
                                          <p:stCondLst>
                                            <p:cond delay="499"/>
                                          </p:stCondLst>
                                        </p:cTn>
                                        <p:tgtEl>
                                          <p:spTgt spid="104"/>
                                        </p:tgtEl>
                                        <p:attrNameLst>
                                          <p:attrName>style.visibility</p:attrName>
                                        </p:attrNameLst>
                                      </p:cBhvr>
                                      <p:to>
                                        <p:strVal val="hidden"/>
                                      </p:to>
                                    </p:set>
                                  </p:childTnLst>
                                </p:cTn>
                              </p:par>
                            </p:childTnLst>
                          </p:cTn>
                        </p:par>
                        <p:par>
                          <p:cTn id="855" fill="hold">
                            <p:stCondLst>
                              <p:cond delay="3500"/>
                            </p:stCondLst>
                            <p:childTnLst>
                              <p:par>
                                <p:cTn id="856" presetID="45" presetClass="entr" presetSubtype="0" fill="hold" nodeType="afterEffect">
                                  <p:stCondLst>
                                    <p:cond delay="0"/>
                                  </p:stCondLst>
                                  <p:childTnLst>
                                    <p:set>
                                      <p:cBhvr>
                                        <p:cTn id="857" dur="1" fill="hold">
                                          <p:stCondLst>
                                            <p:cond delay="0"/>
                                          </p:stCondLst>
                                        </p:cTn>
                                        <p:tgtEl>
                                          <p:spTgt spid="106"/>
                                        </p:tgtEl>
                                        <p:attrNameLst>
                                          <p:attrName>style.visibility</p:attrName>
                                        </p:attrNameLst>
                                      </p:cBhvr>
                                      <p:to>
                                        <p:strVal val="visible"/>
                                      </p:to>
                                    </p:set>
                                    <p:animEffect transition="in" filter="fade">
                                      <p:cBhvr>
                                        <p:cTn id="858" dur="2000"/>
                                        <p:tgtEl>
                                          <p:spTgt spid="106"/>
                                        </p:tgtEl>
                                      </p:cBhvr>
                                    </p:animEffect>
                                    <p:anim calcmode="lin" valueType="num">
                                      <p:cBhvr>
                                        <p:cTn id="859" dur="2000" fill="hold"/>
                                        <p:tgtEl>
                                          <p:spTgt spid="106"/>
                                        </p:tgtEl>
                                        <p:attrNameLst>
                                          <p:attrName>ppt_w</p:attrName>
                                        </p:attrNameLst>
                                      </p:cBhvr>
                                      <p:tavLst>
                                        <p:tav tm="0" fmla="#ppt_w*sin(2.5*pi*$)">
                                          <p:val>
                                            <p:fltVal val="0"/>
                                          </p:val>
                                        </p:tav>
                                        <p:tav tm="100000">
                                          <p:val>
                                            <p:fltVal val="1"/>
                                          </p:val>
                                        </p:tav>
                                      </p:tavLst>
                                    </p:anim>
                                    <p:anim calcmode="lin" valueType="num">
                                      <p:cBhvr>
                                        <p:cTn id="860" dur="2000" fill="hold"/>
                                        <p:tgtEl>
                                          <p:spTgt spid="106"/>
                                        </p:tgtEl>
                                        <p:attrNameLst>
                                          <p:attrName>ppt_h</p:attrName>
                                        </p:attrNameLst>
                                      </p:cBhvr>
                                      <p:tavLst>
                                        <p:tav tm="0">
                                          <p:val>
                                            <p:strVal val="#ppt_h"/>
                                          </p:val>
                                        </p:tav>
                                        <p:tav tm="100000">
                                          <p:val>
                                            <p:strVal val="#ppt_h"/>
                                          </p:val>
                                        </p:tav>
                                      </p:tavLst>
                                    </p:anim>
                                  </p:childTnLst>
                                </p:cTn>
                              </p:par>
                            </p:childTnLst>
                          </p:cTn>
                        </p:par>
                      </p:childTnLst>
                    </p:cTn>
                  </p:par>
                  <p:par>
                    <p:cTn id="861" fill="hold">
                      <p:stCondLst>
                        <p:cond delay="indefinite"/>
                      </p:stCondLst>
                      <p:childTnLst>
                        <p:par>
                          <p:cTn id="862" fill="hold">
                            <p:stCondLst>
                              <p:cond delay="0"/>
                            </p:stCondLst>
                            <p:childTnLst>
                              <p:par>
                                <p:cTn id="863" presetID="6" presetClass="emph" presetSubtype="0" autoRev="1" fill="hold" grpId="2" nodeType="clickEffect">
                                  <p:stCondLst>
                                    <p:cond delay="0"/>
                                  </p:stCondLst>
                                  <p:childTnLst>
                                    <p:animScale>
                                      <p:cBhvr>
                                        <p:cTn id="864" dur="500" fill="hold"/>
                                        <p:tgtEl>
                                          <p:spTgt spid="111"/>
                                        </p:tgtEl>
                                      </p:cBhvr>
                                      <p:by x="150000" y="150000"/>
                                    </p:animScale>
                                  </p:childTnLst>
                                </p:cTn>
                              </p:par>
                            </p:childTnLst>
                          </p:cTn>
                        </p:par>
                        <p:par>
                          <p:cTn id="865" fill="hold">
                            <p:stCondLst>
                              <p:cond delay="1000"/>
                            </p:stCondLst>
                            <p:childTnLst>
                              <p:par>
                                <p:cTn id="866" presetID="22" presetClass="exit" presetSubtype="1" fill="hold" nodeType="afterEffect">
                                  <p:stCondLst>
                                    <p:cond delay="0"/>
                                  </p:stCondLst>
                                  <p:childTnLst>
                                    <p:animEffect transition="out" filter="wipe(up)">
                                      <p:cBhvr>
                                        <p:cTn id="867" dur="500"/>
                                        <p:tgtEl>
                                          <p:spTgt spid="106"/>
                                        </p:tgtEl>
                                      </p:cBhvr>
                                    </p:animEffect>
                                    <p:set>
                                      <p:cBhvr>
                                        <p:cTn id="868" dur="1" fill="hold">
                                          <p:stCondLst>
                                            <p:cond delay="499"/>
                                          </p:stCondLst>
                                        </p:cTn>
                                        <p:tgtEl>
                                          <p:spTgt spid="106"/>
                                        </p:tgtEl>
                                        <p:attrNameLst>
                                          <p:attrName>style.visibility</p:attrName>
                                        </p:attrNameLst>
                                      </p:cBhvr>
                                      <p:to>
                                        <p:strVal val="hidden"/>
                                      </p:to>
                                    </p:set>
                                  </p:childTnLst>
                                </p:cTn>
                              </p:par>
                            </p:childTnLst>
                          </p:cTn>
                        </p:par>
                        <p:par>
                          <p:cTn id="869" fill="hold">
                            <p:stCondLst>
                              <p:cond delay="1500"/>
                            </p:stCondLst>
                            <p:childTnLst>
                              <p:par>
                                <p:cTn id="870" presetID="22" presetClass="entr" presetSubtype="8" fill="hold" nodeType="afterEffect">
                                  <p:stCondLst>
                                    <p:cond delay="0"/>
                                  </p:stCondLst>
                                  <p:childTnLst>
                                    <p:set>
                                      <p:cBhvr>
                                        <p:cTn id="871" dur="1" fill="hold">
                                          <p:stCondLst>
                                            <p:cond delay="0"/>
                                          </p:stCondLst>
                                        </p:cTn>
                                        <p:tgtEl>
                                          <p:spTgt spid="112"/>
                                        </p:tgtEl>
                                        <p:attrNameLst>
                                          <p:attrName>style.visibility</p:attrName>
                                        </p:attrNameLst>
                                      </p:cBhvr>
                                      <p:to>
                                        <p:strVal val="visible"/>
                                      </p:to>
                                    </p:set>
                                    <p:animEffect transition="in" filter="wipe(left)">
                                      <p:cBhvr>
                                        <p:cTn id="872" dur="1000"/>
                                        <p:tgtEl>
                                          <p:spTgt spid="112"/>
                                        </p:tgtEl>
                                      </p:cBhvr>
                                    </p:animEffect>
                                  </p:childTnLst>
                                </p:cTn>
                              </p:par>
                            </p:childTnLst>
                          </p:cTn>
                        </p:par>
                      </p:childTnLst>
                    </p:cTn>
                  </p:par>
                  <p:par>
                    <p:cTn id="873" fill="hold">
                      <p:stCondLst>
                        <p:cond delay="indefinite"/>
                      </p:stCondLst>
                      <p:childTnLst>
                        <p:par>
                          <p:cTn id="874" fill="hold">
                            <p:stCondLst>
                              <p:cond delay="0"/>
                            </p:stCondLst>
                            <p:childTnLst>
                              <p:par>
                                <p:cTn id="875" presetID="22" presetClass="exit" presetSubtype="1" fill="hold" nodeType="clickEffect">
                                  <p:stCondLst>
                                    <p:cond delay="0"/>
                                  </p:stCondLst>
                                  <p:childTnLst>
                                    <p:animEffect transition="out" filter="wipe(up)">
                                      <p:cBhvr>
                                        <p:cTn id="876" dur="500"/>
                                        <p:tgtEl>
                                          <p:spTgt spid="112"/>
                                        </p:tgtEl>
                                      </p:cBhvr>
                                    </p:animEffect>
                                    <p:set>
                                      <p:cBhvr>
                                        <p:cTn id="877" dur="1" fill="hold">
                                          <p:stCondLst>
                                            <p:cond delay="499"/>
                                          </p:stCondLst>
                                        </p:cTn>
                                        <p:tgtEl>
                                          <p:spTgt spid="112"/>
                                        </p:tgtEl>
                                        <p:attrNameLst>
                                          <p:attrName>style.visibility</p:attrName>
                                        </p:attrNameLst>
                                      </p:cBhvr>
                                      <p:to>
                                        <p:strVal val="hidden"/>
                                      </p:to>
                                    </p:set>
                                  </p:childTnLst>
                                </p:cTn>
                              </p:par>
                            </p:childTnLst>
                          </p:cTn>
                        </p:par>
                        <p:par>
                          <p:cTn id="878" fill="hold">
                            <p:stCondLst>
                              <p:cond delay="500"/>
                            </p:stCondLst>
                            <p:childTnLst>
                              <p:par>
                                <p:cTn id="879" presetID="45" presetClass="entr" presetSubtype="0" fill="hold" nodeType="afterEffect">
                                  <p:stCondLst>
                                    <p:cond delay="0"/>
                                  </p:stCondLst>
                                  <p:childTnLst>
                                    <p:set>
                                      <p:cBhvr>
                                        <p:cTn id="880" dur="1" fill="hold">
                                          <p:stCondLst>
                                            <p:cond delay="0"/>
                                          </p:stCondLst>
                                        </p:cTn>
                                        <p:tgtEl>
                                          <p:spTgt spid="116"/>
                                        </p:tgtEl>
                                        <p:attrNameLst>
                                          <p:attrName>style.visibility</p:attrName>
                                        </p:attrNameLst>
                                      </p:cBhvr>
                                      <p:to>
                                        <p:strVal val="visible"/>
                                      </p:to>
                                    </p:set>
                                    <p:animEffect transition="in" filter="fade">
                                      <p:cBhvr>
                                        <p:cTn id="881" dur="2000"/>
                                        <p:tgtEl>
                                          <p:spTgt spid="116"/>
                                        </p:tgtEl>
                                      </p:cBhvr>
                                    </p:animEffect>
                                    <p:anim calcmode="lin" valueType="num">
                                      <p:cBhvr>
                                        <p:cTn id="882" dur="2000" fill="hold"/>
                                        <p:tgtEl>
                                          <p:spTgt spid="116"/>
                                        </p:tgtEl>
                                        <p:attrNameLst>
                                          <p:attrName>ppt_w</p:attrName>
                                        </p:attrNameLst>
                                      </p:cBhvr>
                                      <p:tavLst>
                                        <p:tav tm="0" fmla="#ppt_w*sin(2.5*pi*$)">
                                          <p:val>
                                            <p:fltVal val="0"/>
                                          </p:val>
                                        </p:tav>
                                        <p:tav tm="100000">
                                          <p:val>
                                            <p:fltVal val="1"/>
                                          </p:val>
                                        </p:tav>
                                      </p:tavLst>
                                    </p:anim>
                                    <p:anim calcmode="lin" valueType="num">
                                      <p:cBhvr>
                                        <p:cTn id="883" dur="2000" fill="hold"/>
                                        <p:tgtEl>
                                          <p:spTgt spid="116"/>
                                        </p:tgtEl>
                                        <p:attrNameLst>
                                          <p:attrName>ppt_h</p:attrName>
                                        </p:attrNameLst>
                                      </p:cBhvr>
                                      <p:tavLst>
                                        <p:tav tm="0">
                                          <p:val>
                                            <p:strVal val="#ppt_h"/>
                                          </p:val>
                                        </p:tav>
                                        <p:tav tm="100000">
                                          <p:val>
                                            <p:strVal val="#ppt_h"/>
                                          </p:val>
                                        </p:tav>
                                      </p:tavLst>
                                    </p:anim>
                                  </p:childTnLst>
                                </p:cTn>
                              </p:par>
                            </p:childTnLst>
                          </p:cTn>
                        </p:par>
                      </p:childTnLst>
                    </p:cTn>
                  </p:par>
                  <p:par>
                    <p:cTn id="884" fill="hold">
                      <p:stCondLst>
                        <p:cond delay="indefinite"/>
                      </p:stCondLst>
                      <p:childTnLst>
                        <p:par>
                          <p:cTn id="885" fill="hold">
                            <p:stCondLst>
                              <p:cond delay="0"/>
                            </p:stCondLst>
                            <p:childTnLst>
                              <p:par>
                                <p:cTn id="886" presetID="22" presetClass="exit" presetSubtype="1" fill="hold" nodeType="clickEffect">
                                  <p:stCondLst>
                                    <p:cond delay="0"/>
                                  </p:stCondLst>
                                  <p:childTnLst>
                                    <p:animEffect transition="out" filter="wipe(up)">
                                      <p:cBhvr>
                                        <p:cTn id="887" dur="500"/>
                                        <p:tgtEl>
                                          <p:spTgt spid="116"/>
                                        </p:tgtEl>
                                      </p:cBhvr>
                                    </p:animEffect>
                                    <p:set>
                                      <p:cBhvr>
                                        <p:cTn id="888" dur="1" fill="hold">
                                          <p:stCondLst>
                                            <p:cond delay="499"/>
                                          </p:stCondLst>
                                        </p:cTn>
                                        <p:tgtEl>
                                          <p:spTgt spid="116"/>
                                        </p:tgtEl>
                                        <p:attrNameLst>
                                          <p:attrName>style.visibility</p:attrName>
                                        </p:attrNameLst>
                                      </p:cBhvr>
                                      <p:to>
                                        <p:strVal val="hidden"/>
                                      </p:to>
                                    </p:set>
                                  </p:childTnLst>
                                </p:cTn>
                              </p:par>
                            </p:childTnLst>
                          </p:cTn>
                        </p:par>
                        <p:par>
                          <p:cTn id="889" fill="hold">
                            <p:stCondLst>
                              <p:cond delay="500"/>
                            </p:stCondLst>
                            <p:childTnLst>
                              <p:par>
                                <p:cTn id="890" presetID="45" presetClass="entr" presetSubtype="0" fill="hold" nodeType="afterEffect">
                                  <p:stCondLst>
                                    <p:cond delay="0"/>
                                  </p:stCondLst>
                                  <p:childTnLst>
                                    <p:set>
                                      <p:cBhvr>
                                        <p:cTn id="891" dur="1" fill="hold">
                                          <p:stCondLst>
                                            <p:cond delay="0"/>
                                          </p:stCondLst>
                                        </p:cTn>
                                        <p:tgtEl>
                                          <p:spTgt spid="101"/>
                                        </p:tgtEl>
                                        <p:attrNameLst>
                                          <p:attrName>style.visibility</p:attrName>
                                        </p:attrNameLst>
                                      </p:cBhvr>
                                      <p:to>
                                        <p:strVal val="visible"/>
                                      </p:to>
                                    </p:set>
                                    <p:animEffect transition="in" filter="fade">
                                      <p:cBhvr>
                                        <p:cTn id="892" dur="2000"/>
                                        <p:tgtEl>
                                          <p:spTgt spid="101"/>
                                        </p:tgtEl>
                                      </p:cBhvr>
                                    </p:animEffect>
                                    <p:anim calcmode="lin" valueType="num">
                                      <p:cBhvr>
                                        <p:cTn id="893" dur="2000" fill="hold"/>
                                        <p:tgtEl>
                                          <p:spTgt spid="101"/>
                                        </p:tgtEl>
                                        <p:attrNameLst>
                                          <p:attrName>ppt_w</p:attrName>
                                        </p:attrNameLst>
                                      </p:cBhvr>
                                      <p:tavLst>
                                        <p:tav tm="0" fmla="#ppt_w*sin(2.5*pi*$)">
                                          <p:val>
                                            <p:fltVal val="0"/>
                                          </p:val>
                                        </p:tav>
                                        <p:tav tm="100000">
                                          <p:val>
                                            <p:fltVal val="1"/>
                                          </p:val>
                                        </p:tav>
                                      </p:tavLst>
                                    </p:anim>
                                    <p:anim calcmode="lin" valueType="num">
                                      <p:cBhvr>
                                        <p:cTn id="894" dur="2000" fill="hold"/>
                                        <p:tgtEl>
                                          <p:spTgt spid="101"/>
                                        </p:tgtEl>
                                        <p:attrNameLst>
                                          <p:attrName>ppt_h</p:attrName>
                                        </p:attrNameLst>
                                      </p:cBhvr>
                                      <p:tavLst>
                                        <p:tav tm="0">
                                          <p:val>
                                            <p:strVal val="#ppt_h"/>
                                          </p:val>
                                        </p:tav>
                                        <p:tav tm="100000">
                                          <p:val>
                                            <p:strVal val="#ppt_h"/>
                                          </p:val>
                                        </p:tav>
                                      </p:tavLst>
                                    </p:anim>
                                  </p:childTnLst>
                                </p:cTn>
                              </p:par>
                            </p:childTnLst>
                          </p:cTn>
                        </p:par>
                      </p:childTnLst>
                    </p:cTn>
                  </p:par>
                  <p:par>
                    <p:cTn id="895" fill="hold">
                      <p:stCondLst>
                        <p:cond delay="indefinite"/>
                      </p:stCondLst>
                      <p:childTnLst>
                        <p:par>
                          <p:cTn id="896" fill="hold">
                            <p:stCondLst>
                              <p:cond delay="0"/>
                            </p:stCondLst>
                            <p:childTnLst>
                              <p:par>
                                <p:cTn id="897" presetID="22" presetClass="exit" presetSubtype="1" fill="hold" nodeType="clickEffect">
                                  <p:stCondLst>
                                    <p:cond delay="0"/>
                                  </p:stCondLst>
                                  <p:childTnLst>
                                    <p:animEffect transition="out" filter="wipe(up)">
                                      <p:cBhvr>
                                        <p:cTn id="898" dur="500"/>
                                        <p:tgtEl>
                                          <p:spTgt spid="101"/>
                                        </p:tgtEl>
                                      </p:cBhvr>
                                    </p:animEffect>
                                    <p:set>
                                      <p:cBhvr>
                                        <p:cTn id="899" dur="1" fill="hold">
                                          <p:stCondLst>
                                            <p:cond delay="499"/>
                                          </p:stCondLst>
                                        </p:cTn>
                                        <p:tgtEl>
                                          <p:spTgt spid="101"/>
                                        </p:tgtEl>
                                        <p:attrNameLst>
                                          <p:attrName>style.visibility</p:attrName>
                                        </p:attrNameLst>
                                      </p:cBhvr>
                                      <p:to>
                                        <p:strVal val="hidden"/>
                                      </p:to>
                                    </p:set>
                                  </p:childTnLst>
                                </p:cTn>
                              </p:par>
                              <p:par>
                                <p:cTn id="900" presetID="22" presetClass="entr" presetSubtype="8" fill="hold" nodeType="withEffect">
                                  <p:stCondLst>
                                    <p:cond delay="0"/>
                                  </p:stCondLst>
                                  <p:childTnLst>
                                    <p:set>
                                      <p:cBhvr>
                                        <p:cTn id="901" dur="1" fill="hold">
                                          <p:stCondLst>
                                            <p:cond delay="0"/>
                                          </p:stCondLst>
                                        </p:cTn>
                                        <p:tgtEl>
                                          <p:spTgt spid="119"/>
                                        </p:tgtEl>
                                        <p:attrNameLst>
                                          <p:attrName>style.visibility</p:attrName>
                                        </p:attrNameLst>
                                      </p:cBhvr>
                                      <p:to>
                                        <p:strVal val="visible"/>
                                      </p:to>
                                    </p:set>
                                    <p:animEffect transition="in" filter="wipe(left)">
                                      <p:cBhvr>
                                        <p:cTn id="902" dur="1000"/>
                                        <p:tgtEl>
                                          <p:spTgt spid="119"/>
                                        </p:tgtEl>
                                      </p:cBhvr>
                                    </p:animEffect>
                                  </p:childTnLst>
                                </p:cTn>
                              </p:par>
                            </p:childTnLst>
                          </p:cTn>
                        </p:par>
                        <p:par>
                          <p:cTn id="903" fill="hold">
                            <p:stCondLst>
                              <p:cond delay="1000"/>
                            </p:stCondLst>
                            <p:childTnLst>
                              <p:par>
                                <p:cTn id="904" presetID="31" presetClass="entr" presetSubtype="0" fill="hold" grpId="0" nodeType="afterEffect">
                                  <p:stCondLst>
                                    <p:cond delay="0"/>
                                  </p:stCondLst>
                                  <p:childTnLst>
                                    <p:set>
                                      <p:cBhvr>
                                        <p:cTn id="905" dur="1" fill="hold">
                                          <p:stCondLst>
                                            <p:cond delay="0"/>
                                          </p:stCondLst>
                                        </p:cTn>
                                        <p:tgtEl>
                                          <p:spTgt spid="124"/>
                                        </p:tgtEl>
                                        <p:attrNameLst>
                                          <p:attrName>style.visibility</p:attrName>
                                        </p:attrNameLst>
                                      </p:cBhvr>
                                      <p:to>
                                        <p:strVal val="visible"/>
                                      </p:to>
                                    </p:set>
                                    <p:anim calcmode="lin" valueType="num">
                                      <p:cBhvr>
                                        <p:cTn id="906" dur="1000" fill="hold"/>
                                        <p:tgtEl>
                                          <p:spTgt spid="124"/>
                                        </p:tgtEl>
                                        <p:attrNameLst>
                                          <p:attrName>ppt_w</p:attrName>
                                        </p:attrNameLst>
                                      </p:cBhvr>
                                      <p:tavLst>
                                        <p:tav tm="0">
                                          <p:val>
                                            <p:fltVal val="0"/>
                                          </p:val>
                                        </p:tav>
                                        <p:tav tm="100000">
                                          <p:val>
                                            <p:strVal val="#ppt_w"/>
                                          </p:val>
                                        </p:tav>
                                      </p:tavLst>
                                    </p:anim>
                                    <p:anim calcmode="lin" valueType="num">
                                      <p:cBhvr>
                                        <p:cTn id="907" dur="1000" fill="hold"/>
                                        <p:tgtEl>
                                          <p:spTgt spid="124"/>
                                        </p:tgtEl>
                                        <p:attrNameLst>
                                          <p:attrName>ppt_h</p:attrName>
                                        </p:attrNameLst>
                                      </p:cBhvr>
                                      <p:tavLst>
                                        <p:tav tm="0">
                                          <p:val>
                                            <p:fltVal val="0"/>
                                          </p:val>
                                        </p:tav>
                                        <p:tav tm="100000">
                                          <p:val>
                                            <p:strVal val="#ppt_h"/>
                                          </p:val>
                                        </p:tav>
                                      </p:tavLst>
                                    </p:anim>
                                    <p:anim calcmode="lin" valueType="num">
                                      <p:cBhvr>
                                        <p:cTn id="908" dur="1000" fill="hold"/>
                                        <p:tgtEl>
                                          <p:spTgt spid="124"/>
                                        </p:tgtEl>
                                        <p:attrNameLst>
                                          <p:attrName>style.rotation</p:attrName>
                                        </p:attrNameLst>
                                      </p:cBhvr>
                                      <p:tavLst>
                                        <p:tav tm="0">
                                          <p:val>
                                            <p:fltVal val="90"/>
                                          </p:val>
                                        </p:tav>
                                        <p:tav tm="100000">
                                          <p:val>
                                            <p:fltVal val="0"/>
                                          </p:val>
                                        </p:tav>
                                      </p:tavLst>
                                    </p:anim>
                                    <p:animEffect transition="in" filter="fade">
                                      <p:cBhvr>
                                        <p:cTn id="909" dur="1000"/>
                                        <p:tgtEl>
                                          <p:spTgt spid="124"/>
                                        </p:tgtEl>
                                      </p:cBhvr>
                                    </p:animEffect>
                                  </p:childTnLst>
                                </p:cTn>
                              </p:par>
                            </p:childTnLst>
                          </p:cTn>
                        </p:par>
                        <p:par>
                          <p:cTn id="910" fill="hold">
                            <p:stCondLst>
                              <p:cond delay="2000"/>
                            </p:stCondLst>
                            <p:childTnLst>
                              <p:par>
                                <p:cTn id="911" presetID="6" presetClass="emph" presetSubtype="0" autoRev="1" fill="hold" grpId="1" nodeType="afterEffect">
                                  <p:stCondLst>
                                    <p:cond delay="0"/>
                                  </p:stCondLst>
                                  <p:childTnLst>
                                    <p:animScale>
                                      <p:cBhvr>
                                        <p:cTn id="912" dur="500" fill="hold"/>
                                        <p:tgtEl>
                                          <p:spTgt spid="76"/>
                                        </p:tgtEl>
                                      </p:cBhvr>
                                      <p:by x="150000" y="150000"/>
                                    </p:animScale>
                                  </p:childTnLst>
                                </p:cTn>
                              </p:par>
                              <p:par>
                                <p:cTn id="913" presetID="3" presetClass="emph" presetSubtype="2" fill="hold" grpId="2" nodeType="withEffect">
                                  <p:stCondLst>
                                    <p:cond delay="0"/>
                                  </p:stCondLst>
                                  <p:childTnLst>
                                    <p:animClr clrSpc="rgb" dir="cw">
                                      <p:cBhvr override="childStyle">
                                        <p:cTn id="914" dur="500" fill="hold"/>
                                        <p:tgtEl>
                                          <p:spTgt spid="76"/>
                                        </p:tgtEl>
                                        <p:attrNameLst>
                                          <p:attrName>style.color</p:attrName>
                                        </p:attrNameLst>
                                      </p:cBhvr>
                                      <p:to>
                                        <a:srgbClr val="002060"/>
                                      </p:to>
                                    </p:animClr>
                                  </p:childTnLst>
                                </p:cTn>
                              </p:par>
                            </p:childTnLst>
                          </p:cTn>
                        </p:par>
                        <p:par>
                          <p:cTn id="915" fill="hold">
                            <p:stCondLst>
                              <p:cond delay="3000"/>
                            </p:stCondLst>
                            <p:childTnLst>
                              <p:par>
                                <p:cTn id="916" presetID="22" presetClass="exit" presetSubtype="1" fill="hold" nodeType="afterEffect">
                                  <p:stCondLst>
                                    <p:cond delay="0"/>
                                  </p:stCondLst>
                                  <p:childTnLst>
                                    <p:animEffect transition="out" filter="wipe(up)">
                                      <p:cBhvr>
                                        <p:cTn id="917" dur="500"/>
                                        <p:tgtEl>
                                          <p:spTgt spid="119"/>
                                        </p:tgtEl>
                                      </p:cBhvr>
                                    </p:animEffect>
                                    <p:set>
                                      <p:cBhvr>
                                        <p:cTn id="918" dur="1" fill="hold">
                                          <p:stCondLst>
                                            <p:cond delay="499"/>
                                          </p:stCondLst>
                                        </p:cTn>
                                        <p:tgtEl>
                                          <p:spTgt spid="119"/>
                                        </p:tgtEl>
                                        <p:attrNameLst>
                                          <p:attrName>style.visibility</p:attrName>
                                        </p:attrNameLst>
                                      </p:cBhvr>
                                      <p:to>
                                        <p:strVal val="hidden"/>
                                      </p:to>
                                    </p:set>
                                  </p:childTnLst>
                                </p:cTn>
                              </p:par>
                            </p:childTnLst>
                          </p:cTn>
                        </p:par>
                        <p:par>
                          <p:cTn id="919" fill="hold">
                            <p:stCondLst>
                              <p:cond delay="3500"/>
                            </p:stCondLst>
                            <p:childTnLst>
                              <p:par>
                                <p:cTn id="920" presetID="45" presetClass="entr" presetSubtype="0" fill="hold" nodeType="afterEffect">
                                  <p:stCondLst>
                                    <p:cond delay="0"/>
                                  </p:stCondLst>
                                  <p:childTnLst>
                                    <p:set>
                                      <p:cBhvr>
                                        <p:cTn id="921" dur="1" fill="hold">
                                          <p:stCondLst>
                                            <p:cond delay="0"/>
                                          </p:stCondLst>
                                        </p:cTn>
                                        <p:tgtEl>
                                          <p:spTgt spid="93"/>
                                        </p:tgtEl>
                                        <p:attrNameLst>
                                          <p:attrName>style.visibility</p:attrName>
                                        </p:attrNameLst>
                                      </p:cBhvr>
                                      <p:to>
                                        <p:strVal val="visible"/>
                                      </p:to>
                                    </p:set>
                                    <p:animEffect transition="in" filter="fade">
                                      <p:cBhvr>
                                        <p:cTn id="922" dur="2000"/>
                                        <p:tgtEl>
                                          <p:spTgt spid="93"/>
                                        </p:tgtEl>
                                      </p:cBhvr>
                                    </p:animEffect>
                                    <p:anim calcmode="lin" valueType="num">
                                      <p:cBhvr>
                                        <p:cTn id="923" dur="2000" fill="hold"/>
                                        <p:tgtEl>
                                          <p:spTgt spid="93"/>
                                        </p:tgtEl>
                                        <p:attrNameLst>
                                          <p:attrName>ppt_w</p:attrName>
                                        </p:attrNameLst>
                                      </p:cBhvr>
                                      <p:tavLst>
                                        <p:tav tm="0" fmla="#ppt_w*sin(2.5*pi*$)">
                                          <p:val>
                                            <p:fltVal val="0"/>
                                          </p:val>
                                        </p:tav>
                                        <p:tav tm="100000">
                                          <p:val>
                                            <p:fltVal val="1"/>
                                          </p:val>
                                        </p:tav>
                                      </p:tavLst>
                                    </p:anim>
                                    <p:anim calcmode="lin" valueType="num">
                                      <p:cBhvr>
                                        <p:cTn id="924" dur="2000" fill="hold"/>
                                        <p:tgtEl>
                                          <p:spTgt spid="93"/>
                                        </p:tgtEl>
                                        <p:attrNameLst>
                                          <p:attrName>ppt_h</p:attrName>
                                        </p:attrNameLst>
                                      </p:cBhvr>
                                      <p:tavLst>
                                        <p:tav tm="0">
                                          <p:val>
                                            <p:strVal val="#ppt_h"/>
                                          </p:val>
                                        </p:tav>
                                        <p:tav tm="100000">
                                          <p:val>
                                            <p:strVal val="#ppt_h"/>
                                          </p:val>
                                        </p:tav>
                                      </p:tavLst>
                                    </p:anim>
                                  </p:childTnLst>
                                </p:cTn>
                              </p:par>
                            </p:childTnLst>
                          </p:cTn>
                        </p:par>
                      </p:childTnLst>
                    </p:cTn>
                  </p:par>
                  <p:par>
                    <p:cTn id="925" fill="hold">
                      <p:stCondLst>
                        <p:cond delay="indefinite"/>
                      </p:stCondLst>
                      <p:childTnLst>
                        <p:par>
                          <p:cTn id="926" fill="hold">
                            <p:stCondLst>
                              <p:cond delay="0"/>
                            </p:stCondLst>
                            <p:childTnLst>
                              <p:par>
                                <p:cTn id="927" presetID="6" presetClass="emph" presetSubtype="0" autoRev="1" fill="hold" grpId="1" nodeType="clickEffect">
                                  <p:stCondLst>
                                    <p:cond delay="0"/>
                                  </p:stCondLst>
                                  <p:childTnLst>
                                    <p:animScale>
                                      <p:cBhvr>
                                        <p:cTn id="928" dur="500" fill="hold"/>
                                        <p:tgtEl>
                                          <p:spTgt spid="111"/>
                                        </p:tgtEl>
                                      </p:cBhvr>
                                      <p:by x="150000" y="150000"/>
                                    </p:animScale>
                                  </p:childTnLst>
                                </p:cTn>
                              </p:par>
                            </p:childTnLst>
                          </p:cTn>
                        </p:par>
                        <p:par>
                          <p:cTn id="929" fill="hold">
                            <p:stCondLst>
                              <p:cond delay="1000"/>
                            </p:stCondLst>
                            <p:childTnLst>
                              <p:par>
                                <p:cTn id="930" presetID="22" presetClass="exit" presetSubtype="1" fill="hold" nodeType="afterEffect">
                                  <p:stCondLst>
                                    <p:cond delay="0"/>
                                  </p:stCondLst>
                                  <p:childTnLst>
                                    <p:animEffect transition="out" filter="wipe(up)">
                                      <p:cBhvr>
                                        <p:cTn id="931" dur="500"/>
                                        <p:tgtEl>
                                          <p:spTgt spid="93"/>
                                        </p:tgtEl>
                                      </p:cBhvr>
                                    </p:animEffect>
                                    <p:set>
                                      <p:cBhvr>
                                        <p:cTn id="932" dur="1" fill="hold">
                                          <p:stCondLst>
                                            <p:cond delay="499"/>
                                          </p:stCondLst>
                                        </p:cTn>
                                        <p:tgtEl>
                                          <p:spTgt spid="93"/>
                                        </p:tgtEl>
                                        <p:attrNameLst>
                                          <p:attrName>style.visibility</p:attrName>
                                        </p:attrNameLst>
                                      </p:cBhvr>
                                      <p:to>
                                        <p:strVal val="hidden"/>
                                      </p:to>
                                    </p:set>
                                  </p:childTnLst>
                                </p:cTn>
                              </p:par>
                              <p:par>
                                <p:cTn id="933" presetID="22" presetClass="entr" presetSubtype="8" fill="hold" nodeType="withEffect">
                                  <p:stCondLst>
                                    <p:cond delay="0"/>
                                  </p:stCondLst>
                                  <p:childTnLst>
                                    <p:set>
                                      <p:cBhvr>
                                        <p:cTn id="934" dur="1" fill="hold">
                                          <p:stCondLst>
                                            <p:cond delay="0"/>
                                          </p:stCondLst>
                                        </p:cTn>
                                        <p:tgtEl>
                                          <p:spTgt spid="119"/>
                                        </p:tgtEl>
                                        <p:attrNameLst>
                                          <p:attrName>style.visibility</p:attrName>
                                        </p:attrNameLst>
                                      </p:cBhvr>
                                      <p:to>
                                        <p:strVal val="visible"/>
                                      </p:to>
                                    </p:set>
                                    <p:animEffect transition="in" filter="wipe(left)">
                                      <p:cBhvr>
                                        <p:cTn id="935" dur="1000"/>
                                        <p:tgtEl>
                                          <p:spTgt spid="119"/>
                                        </p:tgtEl>
                                      </p:cBhvr>
                                    </p:animEffect>
                                  </p:childTnLst>
                                </p:cTn>
                              </p:par>
                            </p:childTnLst>
                          </p:cTn>
                        </p:par>
                      </p:childTnLst>
                    </p:cTn>
                  </p:par>
                  <p:par>
                    <p:cTn id="936" fill="hold">
                      <p:stCondLst>
                        <p:cond delay="indefinite"/>
                      </p:stCondLst>
                      <p:childTnLst>
                        <p:par>
                          <p:cTn id="937" fill="hold">
                            <p:stCondLst>
                              <p:cond delay="0"/>
                            </p:stCondLst>
                            <p:childTnLst>
                              <p:par>
                                <p:cTn id="938" presetID="31" presetClass="entr" presetSubtype="0" fill="hold" grpId="0" nodeType="clickEffect">
                                  <p:stCondLst>
                                    <p:cond delay="0"/>
                                  </p:stCondLst>
                                  <p:childTnLst>
                                    <p:set>
                                      <p:cBhvr>
                                        <p:cTn id="939" dur="1" fill="hold">
                                          <p:stCondLst>
                                            <p:cond delay="0"/>
                                          </p:stCondLst>
                                        </p:cTn>
                                        <p:tgtEl>
                                          <p:spTgt spid="125"/>
                                        </p:tgtEl>
                                        <p:attrNameLst>
                                          <p:attrName>style.visibility</p:attrName>
                                        </p:attrNameLst>
                                      </p:cBhvr>
                                      <p:to>
                                        <p:strVal val="visible"/>
                                      </p:to>
                                    </p:set>
                                    <p:anim calcmode="lin" valueType="num">
                                      <p:cBhvr>
                                        <p:cTn id="940" dur="1000" fill="hold"/>
                                        <p:tgtEl>
                                          <p:spTgt spid="125"/>
                                        </p:tgtEl>
                                        <p:attrNameLst>
                                          <p:attrName>ppt_w</p:attrName>
                                        </p:attrNameLst>
                                      </p:cBhvr>
                                      <p:tavLst>
                                        <p:tav tm="0">
                                          <p:val>
                                            <p:fltVal val="0"/>
                                          </p:val>
                                        </p:tav>
                                        <p:tav tm="100000">
                                          <p:val>
                                            <p:strVal val="#ppt_w"/>
                                          </p:val>
                                        </p:tav>
                                      </p:tavLst>
                                    </p:anim>
                                    <p:anim calcmode="lin" valueType="num">
                                      <p:cBhvr>
                                        <p:cTn id="941" dur="1000" fill="hold"/>
                                        <p:tgtEl>
                                          <p:spTgt spid="125"/>
                                        </p:tgtEl>
                                        <p:attrNameLst>
                                          <p:attrName>ppt_h</p:attrName>
                                        </p:attrNameLst>
                                      </p:cBhvr>
                                      <p:tavLst>
                                        <p:tav tm="0">
                                          <p:val>
                                            <p:fltVal val="0"/>
                                          </p:val>
                                        </p:tav>
                                        <p:tav tm="100000">
                                          <p:val>
                                            <p:strVal val="#ppt_h"/>
                                          </p:val>
                                        </p:tav>
                                      </p:tavLst>
                                    </p:anim>
                                    <p:anim calcmode="lin" valueType="num">
                                      <p:cBhvr>
                                        <p:cTn id="942" dur="1000" fill="hold"/>
                                        <p:tgtEl>
                                          <p:spTgt spid="125"/>
                                        </p:tgtEl>
                                        <p:attrNameLst>
                                          <p:attrName>style.rotation</p:attrName>
                                        </p:attrNameLst>
                                      </p:cBhvr>
                                      <p:tavLst>
                                        <p:tav tm="0">
                                          <p:val>
                                            <p:fltVal val="90"/>
                                          </p:val>
                                        </p:tav>
                                        <p:tav tm="100000">
                                          <p:val>
                                            <p:fltVal val="0"/>
                                          </p:val>
                                        </p:tav>
                                      </p:tavLst>
                                    </p:anim>
                                    <p:animEffect transition="in" filter="fade">
                                      <p:cBhvr>
                                        <p:cTn id="943" dur="1000"/>
                                        <p:tgtEl>
                                          <p:spTgt spid="125"/>
                                        </p:tgtEl>
                                      </p:cBhvr>
                                    </p:animEffect>
                                  </p:childTnLst>
                                </p:cTn>
                              </p:par>
                            </p:childTnLst>
                          </p:cTn>
                        </p:par>
                        <p:par>
                          <p:cTn id="944" fill="hold">
                            <p:stCondLst>
                              <p:cond delay="1000"/>
                            </p:stCondLst>
                            <p:childTnLst>
                              <p:par>
                                <p:cTn id="945" presetID="6" presetClass="emph" presetSubtype="0" autoRev="1" fill="hold" grpId="2" nodeType="afterEffect">
                                  <p:stCondLst>
                                    <p:cond delay="0"/>
                                  </p:stCondLst>
                                  <p:childTnLst>
                                    <p:animScale>
                                      <p:cBhvr>
                                        <p:cTn id="946" dur="500" fill="hold"/>
                                        <p:tgtEl>
                                          <p:spTgt spid="77"/>
                                        </p:tgtEl>
                                      </p:cBhvr>
                                      <p:by x="150000" y="150000"/>
                                    </p:animScale>
                                  </p:childTnLst>
                                </p:cTn>
                              </p:par>
                              <p:par>
                                <p:cTn id="947" presetID="3" presetClass="emph" presetSubtype="2" fill="hold" grpId="1" nodeType="withEffect">
                                  <p:stCondLst>
                                    <p:cond delay="0"/>
                                  </p:stCondLst>
                                  <p:childTnLst>
                                    <p:animClr clrSpc="rgb" dir="cw">
                                      <p:cBhvr override="childStyle">
                                        <p:cTn id="948" dur="500" fill="hold"/>
                                        <p:tgtEl>
                                          <p:spTgt spid="77"/>
                                        </p:tgtEl>
                                        <p:attrNameLst>
                                          <p:attrName>style.color</p:attrName>
                                        </p:attrNameLst>
                                      </p:cBhvr>
                                      <p:to>
                                        <a:srgbClr val="002060"/>
                                      </p:to>
                                    </p:animClr>
                                  </p:childTnLst>
                                </p:cTn>
                              </p:par>
                            </p:childTnLst>
                          </p:cTn>
                        </p:par>
                        <p:par>
                          <p:cTn id="949" fill="hold">
                            <p:stCondLst>
                              <p:cond delay="2000"/>
                            </p:stCondLst>
                            <p:childTnLst>
                              <p:par>
                                <p:cTn id="950" presetID="22" presetClass="exit" presetSubtype="1" fill="hold" nodeType="afterEffect">
                                  <p:stCondLst>
                                    <p:cond delay="0"/>
                                  </p:stCondLst>
                                  <p:childTnLst>
                                    <p:animEffect transition="out" filter="wipe(up)">
                                      <p:cBhvr>
                                        <p:cTn id="951" dur="500"/>
                                        <p:tgtEl>
                                          <p:spTgt spid="119"/>
                                        </p:tgtEl>
                                      </p:cBhvr>
                                    </p:animEffect>
                                    <p:set>
                                      <p:cBhvr>
                                        <p:cTn id="952" dur="1" fill="hold">
                                          <p:stCondLst>
                                            <p:cond delay="499"/>
                                          </p:stCondLst>
                                        </p:cTn>
                                        <p:tgtEl>
                                          <p:spTgt spid="119"/>
                                        </p:tgtEl>
                                        <p:attrNameLst>
                                          <p:attrName>style.visibility</p:attrName>
                                        </p:attrNameLst>
                                      </p:cBhvr>
                                      <p:to>
                                        <p:strVal val="hidden"/>
                                      </p:to>
                                    </p:set>
                                  </p:childTnLst>
                                </p:cTn>
                              </p:par>
                            </p:childTnLst>
                          </p:cTn>
                        </p:par>
                        <p:par>
                          <p:cTn id="953" fill="hold">
                            <p:stCondLst>
                              <p:cond delay="2500"/>
                            </p:stCondLst>
                            <p:childTnLst>
                              <p:par>
                                <p:cTn id="954" presetID="45" presetClass="entr" presetSubtype="0" fill="hold" nodeType="afterEffect">
                                  <p:stCondLst>
                                    <p:cond delay="0"/>
                                  </p:stCondLst>
                                  <p:childTnLst>
                                    <p:set>
                                      <p:cBhvr>
                                        <p:cTn id="955" dur="1" fill="hold">
                                          <p:stCondLst>
                                            <p:cond delay="0"/>
                                          </p:stCondLst>
                                        </p:cTn>
                                        <p:tgtEl>
                                          <p:spTgt spid="93"/>
                                        </p:tgtEl>
                                        <p:attrNameLst>
                                          <p:attrName>style.visibility</p:attrName>
                                        </p:attrNameLst>
                                      </p:cBhvr>
                                      <p:to>
                                        <p:strVal val="visible"/>
                                      </p:to>
                                    </p:set>
                                    <p:animEffect transition="in" filter="fade">
                                      <p:cBhvr>
                                        <p:cTn id="956" dur="2000"/>
                                        <p:tgtEl>
                                          <p:spTgt spid="93"/>
                                        </p:tgtEl>
                                      </p:cBhvr>
                                    </p:animEffect>
                                    <p:anim calcmode="lin" valueType="num">
                                      <p:cBhvr>
                                        <p:cTn id="957" dur="2000" fill="hold"/>
                                        <p:tgtEl>
                                          <p:spTgt spid="93"/>
                                        </p:tgtEl>
                                        <p:attrNameLst>
                                          <p:attrName>ppt_w</p:attrName>
                                        </p:attrNameLst>
                                      </p:cBhvr>
                                      <p:tavLst>
                                        <p:tav tm="0" fmla="#ppt_w*sin(2.5*pi*$)">
                                          <p:val>
                                            <p:fltVal val="0"/>
                                          </p:val>
                                        </p:tav>
                                        <p:tav tm="100000">
                                          <p:val>
                                            <p:fltVal val="1"/>
                                          </p:val>
                                        </p:tav>
                                      </p:tavLst>
                                    </p:anim>
                                    <p:anim calcmode="lin" valueType="num">
                                      <p:cBhvr>
                                        <p:cTn id="958" dur="2000" fill="hold"/>
                                        <p:tgtEl>
                                          <p:spTgt spid="93"/>
                                        </p:tgtEl>
                                        <p:attrNameLst>
                                          <p:attrName>ppt_h</p:attrName>
                                        </p:attrNameLst>
                                      </p:cBhvr>
                                      <p:tavLst>
                                        <p:tav tm="0">
                                          <p:val>
                                            <p:strVal val="#ppt_h"/>
                                          </p:val>
                                        </p:tav>
                                        <p:tav tm="100000">
                                          <p:val>
                                            <p:strVal val="#ppt_h"/>
                                          </p:val>
                                        </p:tav>
                                      </p:tavLst>
                                    </p:anim>
                                  </p:childTnLst>
                                </p:cTn>
                              </p:par>
                            </p:childTnLst>
                          </p:cTn>
                        </p:par>
                      </p:childTnLst>
                    </p:cTn>
                  </p:par>
                  <p:par>
                    <p:cTn id="959" fill="hold">
                      <p:stCondLst>
                        <p:cond delay="indefinite"/>
                      </p:stCondLst>
                      <p:childTnLst>
                        <p:par>
                          <p:cTn id="960" fill="hold">
                            <p:stCondLst>
                              <p:cond delay="0"/>
                            </p:stCondLst>
                            <p:childTnLst>
                              <p:par>
                                <p:cTn id="961" presetID="6" presetClass="emph" presetSubtype="0" autoRev="1" fill="hold" grpId="1" nodeType="clickEffect">
                                  <p:stCondLst>
                                    <p:cond delay="0"/>
                                  </p:stCondLst>
                                  <p:childTnLst>
                                    <p:animScale>
                                      <p:cBhvr>
                                        <p:cTn id="962" dur="500" fill="hold"/>
                                        <p:tgtEl>
                                          <p:spTgt spid="117"/>
                                        </p:tgtEl>
                                      </p:cBhvr>
                                      <p:by x="150000" y="150000"/>
                                    </p:animScale>
                                  </p:childTnLst>
                                </p:cTn>
                              </p:par>
                            </p:childTnLst>
                          </p:cTn>
                        </p:par>
                        <p:par>
                          <p:cTn id="963" fill="hold">
                            <p:stCondLst>
                              <p:cond delay="1000"/>
                            </p:stCondLst>
                            <p:childTnLst>
                              <p:par>
                                <p:cTn id="964" presetID="22" presetClass="exit" presetSubtype="1" fill="hold" nodeType="afterEffect">
                                  <p:stCondLst>
                                    <p:cond delay="0"/>
                                  </p:stCondLst>
                                  <p:childTnLst>
                                    <p:animEffect transition="out" filter="wipe(up)">
                                      <p:cBhvr>
                                        <p:cTn id="965" dur="500"/>
                                        <p:tgtEl>
                                          <p:spTgt spid="93"/>
                                        </p:tgtEl>
                                      </p:cBhvr>
                                    </p:animEffect>
                                    <p:set>
                                      <p:cBhvr>
                                        <p:cTn id="966" dur="1" fill="hold">
                                          <p:stCondLst>
                                            <p:cond delay="499"/>
                                          </p:stCondLst>
                                        </p:cTn>
                                        <p:tgtEl>
                                          <p:spTgt spid="93"/>
                                        </p:tgtEl>
                                        <p:attrNameLst>
                                          <p:attrName>style.visibility</p:attrName>
                                        </p:attrNameLst>
                                      </p:cBhvr>
                                      <p:to>
                                        <p:strVal val="hidden"/>
                                      </p:to>
                                    </p:set>
                                  </p:childTnLst>
                                </p:cTn>
                              </p:par>
                            </p:childTnLst>
                          </p:cTn>
                        </p:par>
                        <p:par>
                          <p:cTn id="967" fill="hold">
                            <p:stCondLst>
                              <p:cond delay="1500"/>
                            </p:stCondLst>
                            <p:childTnLst>
                              <p:par>
                                <p:cTn id="968" presetID="22" presetClass="entr" presetSubtype="8" fill="hold" nodeType="afterEffect">
                                  <p:stCondLst>
                                    <p:cond delay="0"/>
                                  </p:stCondLst>
                                  <p:childTnLst>
                                    <p:set>
                                      <p:cBhvr>
                                        <p:cTn id="969" dur="1" fill="hold">
                                          <p:stCondLst>
                                            <p:cond delay="0"/>
                                          </p:stCondLst>
                                        </p:cTn>
                                        <p:tgtEl>
                                          <p:spTgt spid="119"/>
                                        </p:tgtEl>
                                        <p:attrNameLst>
                                          <p:attrName>style.visibility</p:attrName>
                                        </p:attrNameLst>
                                      </p:cBhvr>
                                      <p:to>
                                        <p:strVal val="visible"/>
                                      </p:to>
                                    </p:set>
                                    <p:animEffect transition="in" filter="wipe(left)">
                                      <p:cBhvr>
                                        <p:cTn id="970" dur="1000"/>
                                        <p:tgtEl>
                                          <p:spTgt spid="119"/>
                                        </p:tgtEl>
                                      </p:cBhvr>
                                    </p:animEffect>
                                  </p:childTnLst>
                                </p:cTn>
                              </p:par>
                            </p:childTnLst>
                          </p:cTn>
                        </p:par>
                      </p:childTnLst>
                    </p:cTn>
                  </p:par>
                  <p:par>
                    <p:cTn id="971" fill="hold">
                      <p:stCondLst>
                        <p:cond delay="indefinite"/>
                      </p:stCondLst>
                      <p:childTnLst>
                        <p:par>
                          <p:cTn id="972" fill="hold">
                            <p:stCondLst>
                              <p:cond delay="0"/>
                            </p:stCondLst>
                            <p:childTnLst>
                              <p:par>
                                <p:cTn id="973" presetID="31" presetClass="entr" presetSubtype="0" fill="hold" grpId="0" nodeType="clickEffect">
                                  <p:stCondLst>
                                    <p:cond delay="0"/>
                                  </p:stCondLst>
                                  <p:childTnLst>
                                    <p:set>
                                      <p:cBhvr>
                                        <p:cTn id="974" dur="1" fill="hold">
                                          <p:stCondLst>
                                            <p:cond delay="0"/>
                                          </p:stCondLst>
                                        </p:cTn>
                                        <p:tgtEl>
                                          <p:spTgt spid="126"/>
                                        </p:tgtEl>
                                        <p:attrNameLst>
                                          <p:attrName>style.visibility</p:attrName>
                                        </p:attrNameLst>
                                      </p:cBhvr>
                                      <p:to>
                                        <p:strVal val="visible"/>
                                      </p:to>
                                    </p:set>
                                    <p:anim calcmode="lin" valueType="num">
                                      <p:cBhvr>
                                        <p:cTn id="975" dur="1000" fill="hold"/>
                                        <p:tgtEl>
                                          <p:spTgt spid="126"/>
                                        </p:tgtEl>
                                        <p:attrNameLst>
                                          <p:attrName>ppt_w</p:attrName>
                                        </p:attrNameLst>
                                      </p:cBhvr>
                                      <p:tavLst>
                                        <p:tav tm="0">
                                          <p:val>
                                            <p:fltVal val="0"/>
                                          </p:val>
                                        </p:tav>
                                        <p:tav tm="100000">
                                          <p:val>
                                            <p:strVal val="#ppt_w"/>
                                          </p:val>
                                        </p:tav>
                                      </p:tavLst>
                                    </p:anim>
                                    <p:anim calcmode="lin" valueType="num">
                                      <p:cBhvr>
                                        <p:cTn id="976" dur="1000" fill="hold"/>
                                        <p:tgtEl>
                                          <p:spTgt spid="126"/>
                                        </p:tgtEl>
                                        <p:attrNameLst>
                                          <p:attrName>ppt_h</p:attrName>
                                        </p:attrNameLst>
                                      </p:cBhvr>
                                      <p:tavLst>
                                        <p:tav tm="0">
                                          <p:val>
                                            <p:fltVal val="0"/>
                                          </p:val>
                                        </p:tav>
                                        <p:tav tm="100000">
                                          <p:val>
                                            <p:strVal val="#ppt_h"/>
                                          </p:val>
                                        </p:tav>
                                      </p:tavLst>
                                    </p:anim>
                                    <p:anim calcmode="lin" valueType="num">
                                      <p:cBhvr>
                                        <p:cTn id="977" dur="1000" fill="hold"/>
                                        <p:tgtEl>
                                          <p:spTgt spid="126"/>
                                        </p:tgtEl>
                                        <p:attrNameLst>
                                          <p:attrName>style.rotation</p:attrName>
                                        </p:attrNameLst>
                                      </p:cBhvr>
                                      <p:tavLst>
                                        <p:tav tm="0">
                                          <p:val>
                                            <p:fltVal val="90"/>
                                          </p:val>
                                        </p:tav>
                                        <p:tav tm="100000">
                                          <p:val>
                                            <p:fltVal val="0"/>
                                          </p:val>
                                        </p:tav>
                                      </p:tavLst>
                                    </p:anim>
                                    <p:animEffect transition="in" filter="fade">
                                      <p:cBhvr>
                                        <p:cTn id="978" dur="1000"/>
                                        <p:tgtEl>
                                          <p:spTgt spid="126"/>
                                        </p:tgtEl>
                                      </p:cBhvr>
                                    </p:animEffect>
                                  </p:childTnLst>
                                </p:cTn>
                              </p:par>
                            </p:childTnLst>
                          </p:cTn>
                        </p:par>
                        <p:par>
                          <p:cTn id="979" fill="hold">
                            <p:stCondLst>
                              <p:cond delay="1000"/>
                            </p:stCondLst>
                            <p:childTnLst>
                              <p:par>
                                <p:cTn id="980" presetID="6" presetClass="emph" presetSubtype="0" autoRev="1" fill="hold" grpId="1" nodeType="afterEffect">
                                  <p:stCondLst>
                                    <p:cond delay="0"/>
                                  </p:stCondLst>
                                  <p:childTnLst>
                                    <p:animScale>
                                      <p:cBhvr>
                                        <p:cTn id="981" dur="500" fill="hold"/>
                                        <p:tgtEl>
                                          <p:spTgt spid="78"/>
                                        </p:tgtEl>
                                      </p:cBhvr>
                                      <p:by x="150000" y="150000"/>
                                    </p:animScale>
                                  </p:childTnLst>
                                </p:cTn>
                              </p:par>
                              <p:par>
                                <p:cTn id="982" presetID="3" presetClass="emph" presetSubtype="2" fill="hold" grpId="2" nodeType="withEffect">
                                  <p:stCondLst>
                                    <p:cond delay="0"/>
                                  </p:stCondLst>
                                  <p:childTnLst>
                                    <p:animClr clrSpc="rgb" dir="cw">
                                      <p:cBhvr override="childStyle">
                                        <p:cTn id="983" dur="500" fill="hold"/>
                                        <p:tgtEl>
                                          <p:spTgt spid="78"/>
                                        </p:tgtEl>
                                        <p:attrNameLst>
                                          <p:attrName>style.color</p:attrName>
                                        </p:attrNameLst>
                                      </p:cBhvr>
                                      <p:to>
                                        <a:srgbClr val="002060"/>
                                      </p:to>
                                    </p:animClr>
                                  </p:childTnLst>
                                </p:cTn>
                              </p:par>
                            </p:childTnLst>
                          </p:cTn>
                        </p:par>
                        <p:par>
                          <p:cTn id="984" fill="hold">
                            <p:stCondLst>
                              <p:cond delay="2000"/>
                            </p:stCondLst>
                            <p:childTnLst>
                              <p:par>
                                <p:cTn id="985" presetID="22" presetClass="exit" presetSubtype="1" fill="hold" nodeType="afterEffect">
                                  <p:stCondLst>
                                    <p:cond delay="0"/>
                                  </p:stCondLst>
                                  <p:childTnLst>
                                    <p:animEffect transition="out" filter="wipe(up)">
                                      <p:cBhvr>
                                        <p:cTn id="986" dur="500"/>
                                        <p:tgtEl>
                                          <p:spTgt spid="119"/>
                                        </p:tgtEl>
                                      </p:cBhvr>
                                    </p:animEffect>
                                    <p:set>
                                      <p:cBhvr>
                                        <p:cTn id="987" dur="1" fill="hold">
                                          <p:stCondLst>
                                            <p:cond delay="499"/>
                                          </p:stCondLst>
                                        </p:cTn>
                                        <p:tgtEl>
                                          <p:spTgt spid="119"/>
                                        </p:tgtEl>
                                        <p:attrNameLst>
                                          <p:attrName>style.visibility</p:attrName>
                                        </p:attrNameLst>
                                      </p:cBhvr>
                                      <p:to>
                                        <p:strVal val="hidden"/>
                                      </p:to>
                                    </p:set>
                                  </p:childTnLst>
                                </p:cTn>
                              </p:par>
                            </p:childTnLst>
                          </p:cTn>
                        </p:par>
                        <p:par>
                          <p:cTn id="988" fill="hold">
                            <p:stCondLst>
                              <p:cond delay="2500"/>
                            </p:stCondLst>
                            <p:childTnLst>
                              <p:par>
                                <p:cTn id="989" presetID="22" presetClass="entr" presetSubtype="8" fill="hold" nodeType="afterEffect">
                                  <p:stCondLst>
                                    <p:cond delay="0"/>
                                  </p:stCondLst>
                                  <p:childTnLst>
                                    <p:set>
                                      <p:cBhvr>
                                        <p:cTn id="990" dur="1" fill="hold">
                                          <p:stCondLst>
                                            <p:cond delay="0"/>
                                          </p:stCondLst>
                                        </p:cTn>
                                        <p:tgtEl>
                                          <p:spTgt spid="93"/>
                                        </p:tgtEl>
                                        <p:attrNameLst>
                                          <p:attrName>style.visibility</p:attrName>
                                        </p:attrNameLst>
                                      </p:cBhvr>
                                      <p:to>
                                        <p:strVal val="visible"/>
                                      </p:to>
                                    </p:set>
                                    <p:animEffect transition="in" filter="wipe(left)">
                                      <p:cBhvr>
                                        <p:cTn id="991" dur="500"/>
                                        <p:tgtEl>
                                          <p:spTgt spid="93"/>
                                        </p:tgtEl>
                                      </p:cBhvr>
                                    </p:animEffect>
                                  </p:childTnLst>
                                </p:cTn>
                              </p:par>
                            </p:childTnLst>
                          </p:cTn>
                        </p:par>
                      </p:childTnLst>
                    </p:cTn>
                  </p:par>
                  <p:par>
                    <p:cTn id="992" fill="hold">
                      <p:stCondLst>
                        <p:cond delay="indefinite"/>
                      </p:stCondLst>
                      <p:childTnLst>
                        <p:par>
                          <p:cTn id="993" fill="hold">
                            <p:stCondLst>
                              <p:cond delay="0"/>
                            </p:stCondLst>
                            <p:childTnLst>
                              <p:par>
                                <p:cTn id="994" presetID="6" presetClass="emph" presetSubtype="0" autoRev="1" fill="hold" grpId="2" nodeType="clickEffect">
                                  <p:stCondLst>
                                    <p:cond delay="0"/>
                                  </p:stCondLst>
                                  <p:childTnLst>
                                    <p:animScale>
                                      <p:cBhvr>
                                        <p:cTn id="995" dur="500" fill="hold"/>
                                        <p:tgtEl>
                                          <p:spTgt spid="41"/>
                                        </p:tgtEl>
                                      </p:cBhvr>
                                      <p:by x="150000" y="150000"/>
                                    </p:animScale>
                                  </p:childTnLst>
                                </p:cTn>
                              </p:par>
                            </p:childTnLst>
                          </p:cTn>
                        </p:par>
                        <p:par>
                          <p:cTn id="996" fill="hold">
                            <p:stCondLst>
                              <p:cond delay="1000"/>
                            </p:stCondLst>
                            <p:childTnLst>
                              <p:par>
                                <p:cTn id="997" presetID="22" presetClass="exit" presetSubtype="1" fill="hold" nodeType="afterEffect">
                                  <p:stCondLst>
                                    <p:cond delay="0"/>
                                  </p:stCondLst>
                                  <p:childTnLst>
                                    <p:animEffect transition="out" filter="wipe(up)">
                                      <p:cBhvr>
                                        <p:cTn id="998" dur="500"/>
                                        <p:tgtEl>
                                          <p:spTgt spid="93"/>
                                        </p:tgtEl>
                                      </p:cBhvr>
                                    </p:animEffect>
                                    <p:set>
                                      <p:cBhvr>
                                        <p:cTn id="999" dur="1" fill="hold">
                                          <p:stCondLst>
                                            <p:cond delay="499"/>
                                          </p:stCondLst>
                                        </p:cTn>
                                        <p:tgtEl>
                                          <p:spTgt spid="93"/>
                                        </p:tgtEl>
                                        <p:attrNameLst>
                                          <p:attrName>style.visibility</p:attrName>
                                        </p:attrNameLst>
                                      </p:cBhvr>
                                      <p:to>
                                        <p:strVal val="hidden"/>
                                      </p:to>
                                    </p:set>
                                  </p:childTnLst>
                                </p:cTn>
                              </p:par>
                            </p:childTnLst>
                          </p:cTn>
                        </p:par>
                        <p:par>
                          <p:cTn id="1000" fill="hold">
                            <p:stCondLst>
                              <p:cond delay="1500"/>
                            </p:stCondLst>
                            <p:childTnLst>
                              <p:par>
                                <p:cTn id="1001" presetID="22" presetClass="entr" presetSubtype="8" fill="hold" nodeType="afterEffect">
                                  <p:stCondLst>
                                    <p:cond delay="0"/>
                                  </p:stCondLst>
                                  <p:childTnLst>
                                    <p:set>
                                      <p:cBhvr>
                                        <p:cTn id="1002" dur="1" fill="hold">
                                          <p:stCondLst>
                                            <p:cond delay="0"/>
                                          </p:stCondLst>
                                        </p:cTn>
                                        <p:tgtEl>
                                          <p:spTgt spid="97"/>
                                        </p:tgtEl>
                                        <p:attrNameLst>
                                          <p:attrName>style.visibility</p:attrName>
                                        </p:attrNameLst>
                                      </p:cBhvr>
                                      <p:to>
                                        <p:strVal val="visible"/>
                                      </p:to>
                                    </p:set>
                                    <p:animEffect transition="in" filter="wipe(left)">
                                      <p:cBhvr>
                                        <p:cTn id="1003" dur="500"/>
                                        <p:tgtEl>
                                          <p:spTgt spid="97"/>
                                        </p:tgtEl>
                                      </p:cBhvr>
                                    </p:animEffect>
                                  </p:childTnLst>
                                </p:cTn>
                              </p:par>
                            </p:childTnLst>
                          </p:cTn>
                        </p:par>
                      </p:childTnLst>
                    </p:cTn>
                  </p:par>
                  <p:par>
                    <p:cTn id="1004" fill="hold">
                      <p:stCondLst>
                        <p:cond delay="indefinite"/>
                      </p:stCondLst>
                      <p:childTnLst>
                        <p:par>
                          <p:cTn id="1005" fill="hold">
                            <p:stCondLst>
                              <p:cond delay="0"/>
                            </p:stCondLst>
                            <p:childTnLst>
                              <p:par>
                                <p:cTn id="1006" presetID="10" presetClass="exit" presetSubtype="0" fill="hold" grpId="1" nodeType="clickEffect">
                                  <p:stCondLst>
                                    <p:cond delay="0"/>
                                  </p:stCondLst>
                                  <p:childTnLst>
                                    <p:animEffect transition="out" filter="fade">
                                      <p:cBhvr>
                                        <p:cTn id="1007" dur="500"/>
                                        <p:tgtEl>
                                          <p:spTgt spid="41"/>
                                        </p:tgtEl>
                                      </p:cBhvr>
                                    </p:animEffect>
                                    <p:set>
                                      <p:cBhvr>
                                        <p:cTn id="1008" dur="1" fill="hold">
                                          <p:stCondLst>
                                            <p:cond delay="499"/>
                                          </p:stCondLst>
                                        </p:cTn>
                                        <p:tgtEl>
                                          <p:spTgt spid="41"/>
                                        </p:tgtEl>
                                        <p:attrNameLst>
                                          <p:attrName>style.visibility</p:attrName>
                                        </p:attrNameLst>
                                      </p:cBhvr>
                                      <p:to>
                                        <p:strVal val="hidden"/>
                                      </p:to>
                                    </p:set>
                                  </p:childTnLst>
                                </p:cTn>
                              </p:par>
                              <p:par>
                                <p:cTn id="1009" presetID="31" presetClass="entr" presetSubtype="0" fill="hold" grpId="0" nodeType="withEffect">
                                  <p:stCondLst>
                                    <p:cond delay="0"/>
                                  </p:stCondLst>
                                  <p:childTnLst>
                                    <p:set>
                                      <p:cBhvr>
                                        <p:cTn id="1010" dur="1" fill="hold">
                                          <p:stCondLst>
                                            <p:cond delay="0"/>
                                          </p:stCondLst>
                                        </p:cTn>
                                        <p:tgtEl>
                                          <p:spTgt spid="127"/>
                                        </p:tgtEl>
                                        <p:attrNameLst>
                                          <p:attrName>style.visibility</p:attrName>
                                        </p:attrNameLst>
                                      </p:cBhvr>
                                      <p:to>
                                        <p:strVal val="visible"/>
                                      </p:to>
                                    </p:set>
                                    <p:anim calcmode="lin" valueType="num">
                                      <p:cBhvr>
                                        <p:cTn id="1011" dur="1000" fill="hold"/>
                                        <p:tgtEl>
                                          <p:spTgt spid="127"/>
                                        </p:tgtEl>
                                        <p:attrNameLst>
                                          <p:attrName>ppt_w</p:attrName>
                                        </p:attrNameLst>
                                      </p:cBhvr>
                                      <p:tavLst>
                                        <p:tav tm="0">
                                          <p:val>
                                            <p:fltVal val="0"/>
                                          </p:val>
                                        </p:tav>
                                        <p:tav tm="100000">
                                          <p:val>
                                            <p:strVal val="#ppt_w"/>
                                          </p:val>
                                        </p:tav>
                                      </p:tavLst>
                                    </p:anim>
                                    <p:anim calcmode="lin" valueType="num">
                                      <p:cBhvr>
                                        <p:cTn id="1012" dur="1000" fill="hold"/>
                                        <p:tgtEl>
                                          <p:spTgt spid="127"/>
                                        </p:tgtEl>
                                        <p:attrNameLst>
                                          <p:attrName>ppt_h</p:attrName>
                                        </p:attrNameLst>
                                      </p:cBhvr>
                                      <p:tavLst>
                                        <p:tav tm="0">
                                          <p:val>
                                            <p:fltVal val="0"/>
                                          </p:val>
                                        </p:tav>
                                        <p:tav tm="100000">
                                          <p:val>
                                            <p:strVal val="#ppt_h"/>
                                          </p:val>
                                        </p:tav>
                                      </p:tavLst>
                                    </p:anim>
                                    <p:anim calcmode="lin" valueType="num">
                                      <p:cBhvr>
                                        <p:cTn id="1013" dur="1000" fill="hold"/>
                                        <p:tgtEl>
                                          <p:spTgt spid="127"/>
                                        </p:tgtEl>
                                        <p:attrNameLst>
                                          <p:attrName>style.rotation</p:attrName>
                                        </p:attrNameLst>
                                      </p:cBhvr>
                                      <p:tavLst>
                                        <p:tav tm="0">
                                          <p:val>
                                            <p:fltVal val="90"/>
                                          </p:val>
                                        </p:tav>
                                        <p:tav tm="100000">
                                          <p:val>
                                            <p:fltVal val="0"/>
                                          </p:val>
                                        </p:tav>
                                      </p:tavLst>
                                    </p:anim>
                                    <p:animEffect transition="in" filter="fade">
                                      <p:cBhvr>
                                        <p:cTn id="1014" dur="1000"/>
                                        <p:tgtEl>
                                          <p:spTgt spid="127"/>
                                        </p:tgtEl>
                                      </p:cBhvr>
                                    </p:animEffect>
                                  </p:childTnLst>
                                </p:cTn>
                              </p:par>
                            </p:childTnLst>
                          </p:cTn>
                        </p:par>
                        <p:par>
                          <p:cTn id="1015" fill="hold">
                            <p:stCondLst>
                              <p:cond delay="1000"/>
                            </p:stCondLst>
                            <p:childTnLst>
                              <p:par>
                                <p:cTn id="1016" presetID="1" presetClass="emph" presetSubtype="2" fill="hold" nodeType="afterEffect">
                                  <p:stCondLst>
                                    <p:cond delay="0"/>
                                  </p:stCondLst>
                                  <p:childTnLst>
                                    <p:animClr clrSpc="rgb" dir="cw">
                                      <p:cBhvr>
                                        <p:cTn id="1017" dur="1000" fill="hold"/>
                                        <p:tgtEl>
                                          <p:spTgt spid="15"/>
                                        </p:tgtEl>
                                        <p:attrNameLst>
                                          <p:attrName>fillcolor</p:attrName>
                                        </p:attrNameLst>
                                      </p:cBhvr>
                                      <p:to>
                                        <a:srgbClr val="FFF2CC"/>
                                      </p:to>
                                    </p:animClr>
                                    <p:set>
                                      <p:cBhvr>
                                        <p:cTn id="1018" dur="1000" fill="hold"/>
                                        <p:tgtEl>
                                          <p:spTgt spid="15"/>
                                        </p:tgtEl>
                                        <p:attrNameLst>
                                          <p:attrName>fill.type</p:attrName>
                                        </p:attrNameLst>
                                      </p:cBhvr>
                                      <p:to>
                                        <p:strVal val="solid"/>
                                      </p:to>
                                    </p:set>
                                    <p:set>
                                      <p:cBhvr>
                                        <p:cTn id="1019" dur="1000" fill="hold"/>
                                        <p:tgtEl>
                                          <p:spTgt spid="15"/>
                                        </p:tgtEl>
                                        <p:attrNameLst>
                                          <p:attrName>fill.on</p:attrName>
                                        </p:attrNameLst>
                                      </p:cBhvr>
                                      <p:to>
                                        <p:strVal val="true"/>
                                      </p:to>
                                    </p:set>
                                  </p:childTnLst>
                                </p:cTn>
                              </p:par>
                            </p:childTnLst>
                          </p:cTn>
                        </p:par>
                        <p:par>
                          <p:cTn id="1020" fill="hold">
                            <p:stCondLst>
                              <p:cond delay="2000"/>
                            </p:stCondLst>
                            <p:childTnLst>
                              <p:par>
                                <p:cTn id="1021" presetID="1" presetClass="entr" presetSubtype="0" fill="hold" grpId="0" nodeType="afterEffect">
                                  <p:stCondLst>
                                    <p:cond delay="0"/>
                                  </p:stCondLst>
                                  <p:childTnLst>
                                    <p:set>
                                      <p:cBhvr>
                                        <p:cTn id="1022" dur="1" fill="hold">
                                          <p:stCondLst>
                                            <p:cond delay="0"/>
                                          </p:stCondLst>
                                        </p:cTn>
                                        <p:tgtEl>
                                          <p:spTgt spid="128"/>
                                        </p:tgtEl>
                                        <p:attrNameLst>
                                          <p:attrName>style.visibility</p:attrName>
                                        </p:attrNameLst>
                                      </p:cBhvr>
                                      <p:to>
                                        <p:strVal val="visible"/>
                                      </p:to>
                                    </p:set>
                                  </p:childTnLst>
                                </p:cTn>
                              </p:par>
                            </p:childTnLst>
                          </p:cTn>
                        </p:par>
                        <p:par>
                          <p:cTn id="1023" fill="hold">
                            <p:stCondLst>
                              <p:cond delay="2000"/>
                            </p:stCondLst>
                            <p:childTnLst>
                              <p:par>
                                <p:cTn id="1024" presetID="42" presetClass="path" presetSubtype="0" accel="50000" decel="50000" fill="hold" grpId="1" nodeType="afterEffect">
                                  <p:stCondLst>
                                    <p:cond delay="0"/>
                                  </p:stCondLst>
                                  <p:childTnLst>
                                    <p:animMotion origin="layout" path="M -4.375E-6 -1.48148E-6 L 0.01745 0.26111 " pathEditMode="relative" rAng="0" ptsTypes="AA">
                                      <p:cBhvr>
                                        <p:cTn id="1025" dur="1000" fill="hold"/>
                                        <p:tgtEl>
                                          <p:spTgt spid="128"/>
                                        </p:tgtEl>
                                        <p:attrNameLst>
                                          <p:attrName>ppt_x</p:attrName>
                                          <p:attrName>ppt_y</p:attrName>
                                        </p:attrNameLst>
                                      </p:cBhvr>
                                      <p:rCtr x="872" y="13056"/>
                                    </p:animMotion>
                                  </p:childTnLst>
                                </p:cTn>
                              </p:par>
                            </p:childTnLst>
                          </p:cTn>
                        </p:par>
                        <p:par>
                          <p:cTn id="1026" fill="hold">
                            <p:stCondLst>
                              <p:cond delay="3000"/>
                            </p:stCondLst>
                            <p:childTnLst>
                              <p:par>
                                <p:cTn id="1027" presetID="1" presetClass="entr" presetSubtype="0" fill="hold" grpId="0" nodeType="afterEffect">
                                  <p:stCondLst>
                                    <p:cond delay="0"/>
                                  </p:stCondLst>
                                  <p:childTnLst>
                                    <p:set>
                                      <p:cBhvr>
                                        <p:cTn id="1028" dur="1" fill="hold">
                                          <p:stCondLst>
                                            <p:cond delay="0"/>
                                          </p:stCondLst>
                                        </p:cTn>
                                        <p:tgtEl>
                                          <p:spTgt spid="84"/>
                                        </p:tgtEl>
                                        <p:attrNameLst>
                                          <p:attrName>style.visibility</p:attrName>
                                        </p:attrNameLst>
                                      </p:cBhvr>
                                      <p:to>
                                        <p:strVal val="visible"/>
                                      </p:to>
                                    </p:set>
                                  </p:childTnLst>
                                </p:cTn>
                              </p:par>
                            </p:childTnLst>
                          </p:cTn>
                        </p:par>
                        <p:par>
                          <p:cTn id="1029" fill="hold">
                            <p:stCondLst>
                              <p:cond delay="3000"/>
                            </p:stCondLst>
                            <p:childTnLst>
                              <p:par>
                                <p:cTn id="1030" presetID="22" presetClass="exit" presetSubtype="1" fill="hold" nodeType="afterEffect">
                                  <p:stCondLst>
                                    <p:cond delay="0"/>
                                  </p:stCondLst>
                                  <p:childTnLst>
                                    <p:animEffect transition="out" filter="wipe(up)">
                                      <p:cBhvr>
                                        <p:cTn id="1031" dur="500"/>
                                        <p:tgtEl>
                                          <p:spTgt spid="97"/>
                                        </p:tgtEl>
                                      </p:cBhvr>
                                    </p:animEffect>
                                    <p:set>
                                      <p:cBhvr>
                                        <p:cTn id="1032" dur="1" fill="hold">
                                          <p:stCondLst>
                                            <p:cond delay="499"/>
                                          </p:stCondLst>
                                        </p:cTn>
                                        <p:tgtEl>
                                          <p:spTgt spid="97"/>
                                        </p:tgtEl>
                                        <p:attrNameLst>
                                          <p:attrName>style.visibility</p:attrName>
                                        </p:attrNameLst>
                                      </p:cBhvr>
                                      <p:to>
                                        <p:strVal val="hidden"/>
                                      </p:to>
                                    </p:set>
                                  </p:childTnLst>
                                </p:cTn>
                              </p:par>
                            </p:childTnLst>
                          </p:cTn>
                        </p:par>
                        <p:par>
                          <p:cTn id="1033" fill="hold">
                            <p:stCondLst>
                              <p:cond delay="3500"/>
                            </p:stCondLst>
                            <p:childTnLst>
                              <p:par>
                                <p:cTn id="1034" presetID="22" presetClass="entr" presetSubtype="8" fill="hold" nodeType="afterEffect">
                                  <p:stCondLst>
                                    <p:cond delay="0"/>
                                  </p:stCondLst>
                                  <p:childTnLst>
                                    <p:set>
                                      <p:cBhvr>
                                        <p:cTn id="1035" dur="1" fill="hold">
                                          <p:stCondLst>
                                            <p:cond delay="0"/>
                                          </p:stCondLst>
                                        </p:cTn>
                                        <p:tgtEl>
                                          <p:spTgt spid="99"/>
                                        </p:tgtEl>
                                        <p:attrNameLst>
                                          <p:attrName>style.visibility</p:attrName>
                                        </p:attrNameLst>
                                      </p:cBhvr>
                                      <p:to>
                                        <p:strVal val="visible"/>
                                      </p:to>
                                    </p:set>
                                    <p:animEffect transition="in" filter="wipe(left)">
                                      <p:cBhvr>
                                        <p:cTn id="1036" dur="500"/>
                                        <p:tgtEl>
                                          <p:spTgt spid="99"/>
                                        </p:tgtEl>
                                      </p:cBhvr>
                                    </p:animEffect>
                                  </p:childTnLst>
                                </p:cTn>
                              </p:par>
                            </p:childTnLst>
                          </p:cTn>
                        </p:par>
                      </p:childTnLst>
                    </p:cTn>
                  </p:par>
                  <p:par>
                    <p:cTn id="1037" fill="hold">
                      <p:stCondLst>
                        <p:cond delay="indefinite"/>
                      </p:stCondLst>
                      <p:childTnLst>
                        <p:par>
                          <p:cTn id="1038" fill="hold">
                            <p:stCondLst>
                              <p:cond delay="0"/>
                            </p:stCondLst>
                            <p:childTnLst>
                              <p:par>
                                <p:cTn id="1039" presetID="35" presetClass="path" presetSubtype="0" accel="50000" decel="50000" fill="hold" grpId="2" nodeType="clickEffect">
                                  <p:stCondLst>
                                    <p:cond delay="0"/>
                                  </p:stCondLst>
                                  <p:childTnLst>
                                    <p:animMotion origin="layout" path="M 0.01745 0.26111 L -0.19453 0.26227 " pathEditMode="relative" rAng="0" ptsTypes="AA">
                                      <p:cBhvr>
                                        <p:cTn id="1040" dur="1000" fill="hold"/>
                                        <p:tgtEl>
                                          <p:spTgt spid="128"/>
                                        </p:tgtEl>
                                        <p:attrNameLst>
                                          <p:attrName>ppt_x</p:attrName>
                                          <p:attrName>ppt_y</p:attrName>
                                        </p:attrNameLst>
                                      </p:cBhvr>
                                      <p:rCtr x="-10599" y="46"/>
                                    </p:animMotion>
                                  </p:childTnLst>
                                </p:cTn>
                              </p:par>
                            </p:childTnLst>
                          </p:cTn>
                        </p:par>
                        <p:par>
                          <p:cTn id="1041" fill="hold">
                            <p:stCondLst>
                              <p:cond delay="1000"/>
                            </p:stCondLst>
                            <p:childTnLst>
                              <p:par>
                                <p:cTn id="1042" presetID="22" presetClass="exit" presetSubtype="1" fill="hold" nodeType="afterEffect">
                                  <p:stCondLst>
                                    <p:cond delay="0"/>
                                  </p:stCondLst>
                                  <p:childTnLst>
                                    <p:animEffect transition="out" filter="wipe(up)">
                                      <p:cBhvr>
                                        <p:cTn id="1043" dur="500"/>
                                        <p:tgtEl>
                                          <p:spTgt spid="99"/>
                                        </p:tgtEl>
                                      </p:cBhvr>
                                    </p:animEffect>
                                    <p:set>
                                      <p:cBhvr>
                                        <p:cTn id="1044" dur="1" fill="hold">
                                          <p:stCondLst>
                                            <p:cond delay="499"/>
                                          </p:stCondLst>
                                        </p:cTn>
                                        <p:tgtEl>
                                          <p:spTgt spid="99"/>
                                        </p:tgtEl>
                                        <p:attrNameLst>
                                          <p:attrName>style.visibility</p:attrName>
                                        </p:attrNameLst>
                                      </p:cBhvr>
                                      <p:to>
                                        <p:strVal val="hidden"/>
                                      </p:to>
                                    </p:set>
                                  </p:childTnLst>
                                </p:cTn>
                              </p:par>
                            </p:childTnLst>
                          </p:cTn>
                        </p:par>
                        <p:par>
                          <p:cTn id="1045" fill="hold">
                            <p:stCondLst>
                              <p:cond delay="1500"/>
                            </p:stCondLst>
                            <p:childTnLst>
                              <p:par>
                                <p:cTn id="1046" presetID="22" presetClass="entr" presetSubtype="8" fill="hold" nodeType="afterEffect">
                                  <p:stCondLst>
                                    <p:cond delay="0"/>
                                  </p:stCondLst>
                                  <p:childTnLst>
                                    <p:set>
                                      <p:cBhvr>
                                        <p:cTn id="1047" dur="1" fill="hold">
                                          <p:stCondLst>
                                            <p:cond delay="0"/>
                                          </p:stCondLst>
                                        </p:cTn>
                                        <p:tgtEl>
                                          <p:spTgt spid="101"/>
                                        </p:tgtEl>
                                        <p:attrNameLst>
                                          <p:attrName>style.visibility</p:attrName>
                                        </p:attrNameLst>
                                      </p:cBhvr>
                                      <p:to>
                                        <p:strVal val="visible"/>
                                      </p:to>
                                    </p:set>
                                    <p:animEffect transition="in" filter="wipe(left)">
                                      <p:cBhvr>
                                        <p:cTn id="1048" dur="500"/>
                                        <p:tgtEl>
                                          <p:spTgt spid="101"/>
                                        </p:tgtEl>
                                      </p:cBhvr>
                                    </p:animEffect>
                                  </p:childTnLst>
                                </p:cTn>
                              </p:par>
                            </p:childTnLst>
                          </p:cTn>
                        </p:par>
                      </p:childTnLst>
                    </p:cTn>
                  </p:par>
                  <p:par>
                    <p:cTn id="1049" fill="hold">
                      <p:stCondLst>
                        <p:cond delay="indefinite"/>
                      </p:stCondLst>
                      <p:childTnLst>
                        <p:par>
                          <p:cTn id="1050" fill="hold">
                            <p:stCondLst>
                              <p:cond delay="0"/>
                            </p:stCondLst>
                            <p:childTnLst>
                              <p:par>
                                <p:cTn id="1051" presetID="22" presetClass="exit" presetSubtype="1" fill="hold" nodeType="clickEffect">
                                  <p:stCondLst>
                                    <p:cond delay="0"/>
                                  </p:stCondLst>
                                  <p:childTnLst>
                                    <p:animEffect transition="out" filter="wipe(up)">
                                      <p:cBhvr>
                                        <p:cTn id="1052" dur="500"/>
                                        <p:tgtEl>
                                          <p:spTgt spid="101"/>
                                        </p:tgtEl>
                                      </p:cBhvr>
                                    </p:animEffect>
                                    <p:set>
                                      <p:cBhvr>
                                        <p:cTn id="1053" dur="1" fill="hold">
                                          <p:stCondLst>
                                            <p:cond delay="499"/>
                                          </p:stCondLst>
                                        </p:cTn>
                                        <p:tgtEl>
                                          <p:spTgt spid="101"/>
                                        </p:tgtEl>
                                        <p:attrNameLst>
                                          <p:attrName>style.visibility</p:attrName>
                                        </p:attrNameLst>
                                      </p:cBhvr>
                                      <p:to>
                                        <p:strVal val="hidden"/>
                                      </p:to>
                                    </p:set>
                                  </p:childTnLst>
                                </p:cTn>
                              </p:par>
                            </p:childTnLst>
                          </p:cTn>
                        </p:par>
                        <p:par>
                          <p:cTn id="1054" fill="hold">
                            <p:stCondLst>
                              <p:cond delay="500"/>
                            </p:stCondLst>
                            <p:childTnLst>
                              <p:par>
                                <p:cTn id="1055" presetID="22" presetClass="entr" presetSubtype="8" fill="hold" nodeType="afterEffect">
                                  <p:stCondLst>
                                    <p:cond delay="0"/>
                                  </p:stCondLst>
                                  <p:childTnLst>
                                    <p:set>
                                      <p:cBhvr>
                                        <p:cTn id="1056" dur="1" fill="hold">
                                          <p:stCondLst>
                                            <p:cond delay="0"/>
                                          </p:stCondLst>
                                        </p:cTn>
                                        <p:tgtEl>
                                          <p:spTgt spid="30"/>
                                        </p:tgtEl>
                                        <p:attrNameLst>
                                          <p:attrName>style.visibility</p:attrName>
                                        </p:attrNameLst>
                                      </p:cBhvr>
                                      <p:to>
                                        <p:strVal val="visible"/>
                                      </p:to>
                                    </p:set>
                                    <p:animEffect transition="in" filter="wipe(left)">
                                      <p:cBhvr>
                                        <p:cTn id="1057" dur="1000"/>
                                        <p:tgtEl>
                                          <p:spTgt spid="30"/>
                                        </p:tgtEl>
                                      </p:cBhvr>
                                    </p:animEffect>
                                  </p:childTnLst>
                                </p:cTn>
                              </p:par>
                            </p:childTnLst>
                          </p:cTn>
                        </p:par>
                      </p:childTnLst>
                    </p:cTn>
                  </p:par>
                  <p:par>
                    <p:cTn id="1058" fill="hold">
                      <p:stCondLst>
                        <p:cond delay="indefinite"/>
                      </p:stCondLst>
                      <p:childTnLst>
                        <p:par>
                          <p:cTn id="1059" fill="hold">
                            <p:stCondLst>
                              <p:cond delay="0"/>
                            </p:stCondLst>
                            <p:childTnLst>
                              <p:par>
                                <p:cTn id="1060" presetID="35" presetClass="path" presetSubtype="0" accel="50000" decel="50000" fill="hold" grpId="3" nodeType="clickEffect">
                                  <p:stCondLst>
                                    <p:cond delay="0"/>
                                  </p:stCondLst>
                                  <p:childTnLst>
                                    <p:animMotion origin="layout" path="M -0.19453 0.26227 L -0.19557 0.19491 " pathEditMode="relative" rAng="0" ptsTypes="AA">
                                      <p:cBhvr>
                                        <p:cTn id="1061" dur="1000" fill="hold"/>
                                        <p:tgtEl>
                                          <p:spTgt spid="128"/>
                                        </p:tgtEl>
                                        <p:attrNameLst>
                                          <p:attrName>ppt_x</p:attrName>
                                          <p:attrName>ppt_y</p:attrName>
                                        </p:attrNameLst>
                                      </p:cBhvr>
                                      <p:rCtr x="-52" y="-3380"/>
                                    </p:animMotion>
                                  </p:childTnLst>
                                </p:cTn>
                              </p:par>
                            </p:childTnLst>
                          </p:cTn>
                        </p:par>
                        <p:par>
                          <p:cTn id="1062" fill="hold">
                            <p:stCondLst>
                              <p:cond delay="1000"/>
                            </p:stCondLst>
                            <p:childTnLst>
                              <p:par>
                                <p:cTn id="1063" presetID="22" presetClass="exit" presetSubtype="1" fill="hold" nodeType="afterEffect">
                                  <p:stCondLst>
                                    <p:cond delay="0"/>
                                  </p:stCondLst>
                                  <p:childTnLst>
                                    <p:animEffect transition="out" filter="wipe(up)">
                                      <p:cBhvr>
                                        <p:cTn id="1064" dur="500"/>
                                        <p:tgtEl>
                                          <p:spTgt spid="30"/>
                                        </p:tgtEl>
                                      </p:cBhvr>
                                    </p:animEffect>
                                    <p:set>
                                      <p:cBhvr>
                                        <p:cTn id="1065" dur="1" fill="hold">
                                          <p:stCondLst>
                                            <p:cond delay="499"/>
                                          </p:stCondLst>
                                        </p:cTn>
                                        <p:tgtEl>
                                          <p:spTgt spid="30"/>
                                        </p:tgtEl>
                                        <p:attrNameLst>
                                          <p:attrName>style.visibility</p:attrName>
                                        </p:attrNameLst>
                                      </p:cBhvr>
                                      <p:to>
                                        <p:strVal val="hidden"/>
                                      </p:to>
                                    </p:set>
                                  </p:childTnLst>
                                </p:cTn>
                              </p:par>
                            </p:childTnLst>
                          </p:cTn>
                        </p:par>
                        <p:par>
                          <p:cTn id="1066" fill="hold">
                            <p:stCondLst>
                              <p:cond delay="1500"/>
                            </p:stCondLst>
                            <p:childTnLst>
                              <p:par>
                                <p:cTn id="1067" presetID="22" presetClass="entr" presetSubtype="8" fill="hold" nodeType="afterEffect">
                                  <p:stCondLst>
                                    <p:cond delay="0"/>
                                  </p:stCondLst>
                                  <p:childTnLst>
                                    <p:set>
                                      <p:cBhvr>
                                        <p:cTn id="1068" dur="1" fill="hold">
                                          <p:stCondLst>
                                            <p:cond delay="0"/>
                                          </p:stCondLst>
                                        </p:cTn>
                                        <p:tgtEl>
                                          <p:spTgt spid="104"/>
                                        </p:tgtEl>
                                        <p:attrNameLst>
                                          <p:attrName>style.visibility</p:attrName>
                                        </p:attrNameLst>
                                      </p:cBhvr>
                                      <p:to>
                                        <p:strVal val="visible"/>
                                      </p:to>
                                    </p:set>
                                    <p:animEffect transition="in" filter="wipe(left)">
                                      <p:cBhvr>
                                        <p:cTn id="1069" dur="1000"/>
                                        <p:tgtEl>
                                          <p:spTgt spid="104"/>
                                        </p:tgtEl>
                                      </p:cBhvr>
                                    </p:animEffect>
                                  </p:childTnLst>
                                </p:cTn>
                              </p:par>
                            </p:childTnLst>
                          </p:cTn>
                        </p:par>
                      </p:childTnLst>
                    </p:cTn>
                  </p:par>
                  <p:par>
                    <p:cTn id="1070" fill="hold">
                      <p:stCondLst>
                        <p:cond delay="indefinite"/>
                      </p:stCondLst>
                      <p:childTnLst>
                        <p:par>
                          <p:cTn id="1071" fill="hold">
                            <p:stCondLst>
                              <p:cond delay="0"/>
                            </p:stCondLst>
                            <p:childTnLst>
                              <p:par>
                                <p:cTn id="1072" presetID="7" presetClass="emph" presetSubtype="2" fill="hold" nodeType="clickEffect">
                                  <p:stCondLst>
                                    <p:cond delay="0"/>
                                  </p:stCondLst>
                                  <p:childTnLst>
                                    <p:animClr clrSpc="rgb" dir="cw">
                                      <p:cBhvr>
                                        <p:cTn id="1073" dur="1000" fill="hold"/>
                                        <p:tgtEl>
                                          <p:spTgt spid="15"/>
                                        </p:tgtEl>
                                        <p:attrNameLst>
                                          <p:attrName>stroke.color</p:attrName>
                                        </p:attrNameLst>
                                      </p:cBhvr>
                                      <p:to>
                                        <a:srgbClr val="C00000"/>
                                      </p:to>
                                    </p:animClr>
                                    <p:set>
                                      <p:cBhvr>
                                        <p:cTn id="1074" dur="1000" fill="hold"/>
                                        <p:tgtEl>
                                          <p:spTgt spid="15"/>
                                        </p:tgtEl>
                                        <p:attrNameLst>
                                          <p:attrName>stroke.on</p:attrName>
                                        </p:attrNameLst>
                                      </p:cBhvr>
                                      <p:to>
                                        <p:strVal val="true"/>
                                      </p:to>
                                    </p:set>
                                  </p:childTnLst>
                                </p:cTn>
                              </p:par>
                              <p:par>
                                <p:cTn id="1075" presetID="3" presetClass="emph" presetSubtype="2" fill="hold" grpId="0" nodeType="withEffect">
                                  <p:stCondLst>
                                    <p:cond delay="0"/>
                                  </p:stCondLst>
                                  <p:childTnLst>
                                    <p:animClr clrSpc="rgb" dir="cw">
                                      <p:cBhvr override="childStyle">
                                        <p:cTn id="1076" dur="1000" fill="hold"/>
                                        <p:tgtEl>
                                          <p:spTgt spid="15"/>
                                        </p:tgtEl>
                                        <p:attrNameLst>
                                          <p:attrName>style.color</p:attrName>
                                        </p:attrNameLst>
                                      </p:cBhvr>
                                      <p:to>
                                        <a:srgbClr val="C00000"/>
                                      </p:to>
                                    </p:animClr>
                                  </p:childTnLst>
                                </p:cTn>
                              </p:par>
                            </p:childTnLst>
                          </p:cTn>
                        </p:par>
                        <p:par>
                          <p:cTn id="1077" fill="hold">
                            <p:stCondLst>
                              <p:cond delay="1000"/>
                            </p:stCondLst>
                            <p:childTnLst>
                              <p:par>
                                <p:cTn id="1078" presetID="7" presetClass="emph" presetSubtype="2" fill="hold" nodeType="afterEffect">
                                  <p:stCondLst>
                                    <p:cond delay="0"/>
                                  </p:stCondLst>
                                  <p:childTnLst>
                                    <p:animClr clrSpc="rgb" dir="cw">
                                      <p:cBhvr>
                                        <p:cTn id="1079" dur="1000" fill="hold"/>
                                        <p:tgtEl>
                                          <p:spTgt spid="23"/>
                                        </p:tgtEl>
                                        <p:attrNameLst>
                                          <p:attrName>stroke.color</p:attrName>
                                        </p:attrNameLst>
                                      </p:cBhvr>
                                      <p:to>
                                        <a:srgbClr val="A40000"/>
                                      </p:to>
                                    </p:animClr>
                                    <p:set>
                                      <p:cBhvr>
                                        <p:cTn id="1080" dur="1000" fill="hold"/>
                                        <p:tgtEl>
                                          <p:spTgt spid="23"/>
                                        </p:tgtEl>
                                        <p:attrNameLst>
                                          <p:attrName>stroke.on</p:attrName>
                                        </p:attrNameLst>
                                      </p:cBhvr>
                                      <p:to>
                                        <p:strVal val="true"/>
                                      </p:to>
                                    </p:set>
                                  </p:childTnLst>
                                </p:cTn>
                              </p:par>
                            </p:childTnLst>
                          </p:cTn>
                        </p:par>
                        <p:par>
                          <p:cTn id="1081" fill="hold">
                            <p:stCondLst>
                              <p:cond delay="2000"/>
                            </p:stCondLst>
                            <p:childTnLst>
                              <p:par>
                                <p:cTn id="1082" presetID="6" presetClass="emph" presetSubtype="0" autoRev="1" fill="hold" grpId="1" nodeType="afterEffect">
                                  <p:stCondLst>
                                    <p:cond delay="0"/>
                                  </p:stCondLst>
                                  <p:childTnLst>
                                    <p:animScale>
                                      <p:cBhvr>
                                        <p:cTn id="1083" dur="500" fill="hold"/>
                                        <p:tgtEl>
                                          <p:spTgt spid="14"/>
                                        </p:tgtEl>
                                      </p:cBhvr>
                                      <p:by x="150000" y="150000"/>
                                    </p:animScale>
                                  </p:childTnLst>
                                </p:cTn>
                              </p:par>
                            </p:childTnLst>
                          </p:cTn>
                        </p:par>
                        <p:par>
                          <p:cTn id="1084" fill="hold">
                            <p:stCondLst>
                              <p:cond delay="3000"/>
                            </p:stCondLst>
                            <p:childTnLst>
                              <p:par>
                                <p:cTn id="1085" presetID="22" presetClass="exit" presetSubtype="1" fill="hold" nodeType="afterEffect">
                                  <p:stCondLst>
                                    <p:cond delay="0"/>
                                  </p:stCondLst>
                                  <p:childTnLst>
                                    <p:animEffect transition="out" filter="wipe(up)">
                                      <p:cBhvr>
                                        <p:cTn id="1086" dur="500"/>
                                        <p:tgtEl>
                                          <p:spTgt spid="104"/>
                                        </p:tgtEl>
                                      </p:cBhvr>
                                    </p:animEffect>
                                    <p:set>
                                      <p:cBhvr>
                                        <p:cTn id="1087" dur="1" fill="hold">
                                          <p:stCondLst>
                                            <p:cond delay="499"/>
                                          </p:stCondLst>
                                        </p:cTn>
                                        <p:tgtEl>
                                          <p:spTgt spid="104"/>
                                        </p:tgtEl>
                                        <p:attrNameLst>
                                          <p:attrName>style.visibility</p:attrName>
                                        </p:attrNameLst>
                                      </p:cBhvr>
                                      <p:to>
                                        <p:strVal val="hidden"/>
                                      </p:to>
                                    </p:set>
                                  </p:childTnLst>
                                </p:cTn>
                              </p:par>
                            </p:childTnLst>
                          </p:cTn>
                        </p:par>
                        <p:par>
                          <p:cTn id="1088" fill="hold">
                            <p:stCondLst>
                              <p:cond delay="3500"/>
                            </p:stCondLst>
                            <p:childTnLst>
                              <p:par>
                                <p:cTn id="1089" presetID="45" presetClass="entr" presetSubtype="0" fill="hold" nodeType="afterEffect">
                                  <p:stCondLst>
                                    <p:cond delay="0"/>
                                  </p:stCondLst>
                                  <p:childTnLst>
                                    <p:set>
                                      <p:cBhvr>
                                        <p:cTn id="1090" dur="1" fill="hold">
                                          <p:stCondLst>
                                            <p:cond delay="0"/>
                                          </p:stCondLst>
                                        </p:cTn>
                                        <p:tgtEl>
                                          <p:spTgt spid="106"/>
                                        </p:tgtEl>
                                        <p:attrNameLst>
                                          <p:attrName>style.visibility</p:attrName>
                                        </p:attrNameLst>
                                      </p:cBhvr>
                                      <p:to>
                                        <p:strVal val="visible"/>
                                      </p:to>
                                    </p:set>
                                    <p:animEffect transition="in" filter="fade">
                                      <p:cBhvr>
                                        <p:cTn id="1091" dur="2000"/>
                                        <p:tgtEl>
                                          <p:spTgt spid="106"/>
                                        </p:tgtEl>
                                      </p:cBhvr>
                                    </p:animEffect>
                                    <p:anim calcmode="lin" valueType="num">
                                      <p:cBhvr>
                                        <p:cTn id="1092" dur="2000" fill="hold"/>
                                        <p:tgtEl>
                                          <p:spTgt spid="106"/>
                                        </p:tgtEl>
                                        <p:attrNameLst>
                                          <p:attrName>ppt_w</p:attrName>
                                        </p:attrNameLst>
                                      </p:cBhvr>
                                      <p:tavLst>
                                        <p:tav tm="0" fmla="#ppt_w*sin(2.5*pi*$)">
                                          <p:val>
                                            <p:fltVal val="0"/>
                                          </p:val>
                                        </p:tav>
                                        <p:tav tm="100000">
                                          <p:val>
                                            <p:fltVal val="1"/>
                                          </p:val>
                                        </p:tav>
                                      </p:tavLst>
                                    </p:anim>
                                    <p:anim calcmode="lin" valueType="num">
                                      <p:cBhvr>
                                        <p:cTn id="1093" dur="2000" fill="hold"/>
                                        <p:tgtEl>
                                          <p:spTgt spid="106"/>
                                        </p:tgtEl>
                                        <p:attrNameLst>
                                          <p:attrName>ppt_h</p:attrName>
                                        </p:attrNameLst>
                                      </p:cBhvr>
                                      <p:tavLst>
                                        <p:tav tm="0">
                                          <p:val>
                                            <p:strVal val="#ppt_h"/>
                                          </p:val>
                                        </p:tav>
                                        <p:tav tm="100000">
                                          <p:val>
                                            <p:strVal val="#ppt_h"/>
                                          </p:val>
                                        </p:tav>
                                      </p:tavLst>
                                    </p:anim>
                                  </p:childTnLst>
                                </p:cTn>
                              </p:par>
                            </p:childTnLst>
                          </p:cTn>
                        </p:par>
                      </p:childTnLst>
                    </p:cTn>
                  </p:par>
                  <p:par>
                    <p:cTn id="1094" fill="hold">
                      <p:stCondLst>
                        <p:cond delay="indefinite"/>
                      </p:stCondLst>
                      <p:childTnLst>
                        <p:par>
                          <p:cTn id="1095" fill="hold">
                            <p:stCondLst>
                              <p:cond delay="0"/>
                            </p:stCondLst>
                            <p:childTnLst>
                              <p:par>
                                <p:cTn id="1096" presetID="6" presetClass="emph" presetSubtype="0" autoRev="1" fill="hold" grpId="2" nodeType="clickEffect">
                                  <p:stCondLst>
                                    <p:cond delay="0"/>
                                  </p:stCondLst>
                                  <p:childTnLst>
                                    <p:animScale>
                                      <p:cBhvr>
                                        <p:cTn id="1097" dur="500" fill="hold"/>
                                        <p:tgtEl>
                                          <p:spTgt spid="117"/>
                                        </p:tgtEl>
                                      </p:cBhvr>
                                      <p:by x="150000" y="150000"/>
                                    </p:animScale>
                                  </p:childTnLst>
                                </p:cTn>
                              </p:par>
                            </p:childTnLst>
                          </p:cTn>
                        </p:par>
                        <p:par>
                          <p:cTn id="1098" fill="hold">
                            <p:stCondLst>
                              <p:cond delay="1000"/>
                            </p:stCondLst>
                            <p:childTnLst>
                              <p:par>
                                <p:cTn id="1099" presetID="22" presetClass="exit" presetSubtype="1" fill="hold" nodeType="afterEffect">
                                  <p:stCondLst>
                                    <p:cond delay="0"/>
                                  </p:stCondLst>
                                  <p:childTnLst>
                                    <p:animEffect transition="out" filter="wipe(up)">
                                      <p:cBhvr>
                                        <p:cTn id="1100" dur="500"/>
                                        <p:tgtEl>
                                          <p:spTgt spid="106"/>
                                        </p:tgtEl>
                                      </p:cBhvr>
                                    </p:animEffect>
                                    <p:set>
                                      <p:cBhvr>
                                        <p:cTn id="1101" dur="1" fill="hold">
                                          <p:stCondLst>
                                            <p:cond delay="499"/>
                                          </p:stCondLst>
                                        </p:cTn>
                                        <p:tgtEl>
                                          <p:spTgt spid="106"/>
                                        </p:tgtEl>
                                        <p:attrNameLst>
                                          <p:attrName>style.visibility</p:attrName>
                                        </p:attrNameLst>
                                      </p:cBhvr>
                                      <p:to>
                                        <p:strVal val="hidden"/>
                                      </p:to>
                                    </p:set>
                                  </p:childTnLst>
                                </p:cTn>
                              </p:par>
                            </p:childTnLst>
                          </p:cTn>
                        </p:par>
                        <p:par>
                          <p:cTn id="1102" fill="hold">
                            <p:stCondLst>
                              <p:cond delay="1500"/>
                            </p:stCondLst>
                            <p:childTnLst>
                              <p:par>
                                <p:cTn id="1103" presetID="22" presetClass="entr" presetSubtype="8" fill="hold" nodeType="afterEffect">
                                  <p:stCondLst>
                                    <p:cond delay="0"/>
                                  </p:stCondLst>
                                  <p:childTnLst>
                                    <p:set>
                                      <p:cBhvr>
                                        <p:cTn id="1104" dur="1" fill="hold">
                                          <p:stCondLst>
                                            <p:cond delay="0"/>
                                          </p:stCondLst>
                                        </p:cTn>
                                        <p:tgtEl>
                                          <p:spTgt spid="112"/>
                                        </p:tgtEl>
                                        <p:attrNameLst>
                                          <p:attrName>style.visibility</p:attrName>
                                        </p:attrNameLst>
                                      </p:cBhvr>
                                      <p:to>
                                        <p:strVal val="visible"/>
                                      </p:to>
                                    </p:set>
                                    <p:animEffect transition="in" filter="wipe(left)">
                                      <p:cBhvr>
                                        <p:cTn id="1105" dur="1000"/>
                                        <p:tgtEl>
                                          <p:spTgt spid="112"/>
                                        </p:tgtEl>
                                      </p:cBhvr>
                                    </p:animEffect>
                                  </p:childTnLst>
                                </p:cTn>
                              </p:par>
                            </p:childTnLst>
                          </p:cTn>
                        </p:par>
                      </p:childTnLst>
                    </p:cTn>
                  </p:par>
                  <p:par>
                    <p:cTn id="1106" fill="hold">
                      <p:stCondLst>
                        <p:cond delay="indefinite"/>
                      </p:stCondLst>
                      <p:childTnLst>
                        <p:par>
                          <p:cTn id="1107" fill="hold">
                            <p:stCondLst>
                              <p:cond delay="0"/>
                            </p:stCondLst>
                            <p:childTnLst>
                              <p:par>
                                <p:cTn id="1108" presetID="7" presetClass="emph" presetSubtype="2" fill="hold" nodeType="clickEffect">
                                  <p:stCondLst>
                                    <p:cond delay="0"/>
                                  </p:stCondLst>
                                  <p:childTnLst>
                                    <p:animClr clrSpc="rgb" dir="cw">
                                      <p:cBhvr>
                                        <p:cTn id="1109" dur="1000" fill="hold"/>
                                        <p:tgtEl>
                                          <p:spTgt spid="21"/>
                                        </p:tgtEl>
                                        <p:attrNameLst>
                                          <p:attrName>stroke.color</p:attrName>
                                        </p:attrNameLst>
                                      </p:cBhvr>
                                      <p:to>
                                        <a:srgbClr val="A40000"/>
                                      </p:to>
                                    </p:animClr>
                                    <p:set>
                                      <p:cBhvr>
                                        <p:cTn id="1110" dur="1000" fill="hold"/>
                                        <p:tgtEl>
                                          <p:spTgt spid="21"/>
                                        </p:tgtEl>
                                        <p:attrNameLst>
                                          <p:attrName>stroke.on</p:attrName>
                                        </p:attrNameLst>
                                      </p:cBhvr>
                                      <p:to>
                                        <p:strVal val="true"/>
                                      </p:to>
                                    </p:set>
                                  </p:childTnLst>
                                </p:cTn>
                              </p:par>
                            </p:childTnLst>
                          </p:cTn>
                        </p:par>
                        <p:par>
                          <p:cTn id="1111" fill="hold">
                            <p:stCondLst>
                              <p:cond delay="1000"/>
                            </p:stCondLst>
                            <p:childTnLst>
                              <p:par>
                                <p:cTn id="1112" presetID="6" presetClass="emph" presetSubtype="0" autoRev="1" fill="hold" grpId="1" nodeType="afterEffect">
                                  <p:stCondLst>
                                    <p:cond delay="0"/>
                                  </p:stCondLst>
                                  <p:childTnLst>
                                    <p:animScale>
                                      <p:cBhvr>
                                        <p:cTn id="1113" dur="500" fill="hold"/>
                                        <p:tgtEl>
                                          <p:spTgt spid="16"/>
                                        </p:tgtEl>
                                      </p:cBhvr>
                                      <p:by x="150000" y="150000"/>
                                    </p:animScale>
                                  </p:childTnLst>
                                </p:cTn>
                              </p:par>
                            </p:childTnLst>
                          </p:cTn>
                        </p:par>
                        <p:par>
                          <p:cTn id="1114" fill="hold">
                            <p:stCondLst>
                              <p:cond delay="2000"/>
                            </p:stCondLst>
                            <p:childTnLst>
                              <p:par>
                                <p:cTn id="1115" presetID="22" presetClass="exit" presetSubtype="1" fill="hold" nodeType="afterEffect">
                                  <p:stCondLst>
                                    <p:cond delay="0"/>
                                  </p:stCondLst>
                                  <p:childTnLst>
                                    <p:animEffect transition="out" filter="wipe(up)">
                                      <p:cBhvr>
                                        <p:cTn id="1116" dur="500"/>
                                        <p:tgtEl>
                                          <p:spTgt spid="112"/>
                                        </p:tgtEl>
                                      </p:cBhvr>
                                    </p:animEffect>
                                    <p:set>
                                      <p:cBhvr>
                                        <p:cTn id="1117" dur="1" fill="hold">
                                          <p:stCondLst>
                                            <p:cond delay="499"/>
                                          </p:stCondLst>
                                        </p:cTn>
                                        <p:tgtEl>
                                          <p:spTgt spid="112"/>
                                        </p:tgtEl>
                                        <p:attrNameLst>
                                          <p:attrName>style.visibility</p:attrName>
                                        </p:attrNameLst>
                                      </p:cBhvr>
                                      <p:to>
                                        <p:strVal val="hidden"/>
                                      </p:to>
                                    </p:set>
                                  </p:childTnLst>
                                </p:cTn>
                              </p:par>
                            </p:childTnLst>
                          </p:cTn>
                        </p:par>
                        <p:par>
                          <p:cTn id="1118" fill="hold">
                            <p:stCondLst>
                              <p:cond delay="2500"/>
                            </p:stCondLst>
                            <p:childTnLst>
                              <p:par>
                                <p:cTn id="1119" presetID="45" presetClass="entr" presetSubtype="0" fill="hold" nodeType="afterEffect">
                                  <p:stCondLst>
                                    <p:cond delay="0"/>
                                  </p:stCondLst>
                                  <p:childTnLst>
                                    <p:set>
                                      <p:cBhvr>
                                        <p:cTn id="1120" dur="1" fill="hold">
                                          <p:stCondLst>
                                            <p:cond delay="0"/>
                                          </p:stCondLst>
                                        </p:cTn>
                                        <p:tgtEl>
                                          <p:spTgt spid="106"/>
                                        </p:tgtEl>
                                        <p:attrNameLst>
                                          <p:attrName>style.visibility</p:attrName>
                                        </p:attrNameLst>
                                      </p:cBhvr>
                                      <p:to>
                                        <p:strVal val="visible"/>
                                      </p:to>
                                    </p:set>
                                    <p:animEffect transition="in" filter="fade">
                                      <p:cBhvr>
                                        <p:cTn id="1121" dur="2000"/>
                                        <p:tgtEl>
                                          <p:spTgt spid="106"/>
                                        </p:tgtEl>
                                      </p:cBhvr>
                                    </p:animEffect>
                                    <p:anim calcmode="lin" valueType="num">
                                      <p:cBhvr>
                                        <p:cTn id="1122" dur="2000" fill="hold"/>
                                        <p:tgtEl>
                                          <p:spTgt spid="106"/>
                                        </p:tgtEl>
                                        <p:attrNameLst>
                                          <p:attrName>ppt_w</p:attrName>
                                        </p:attrNameLst>
                                      </p:cBhvr>
                                      <p:tavLst>
                                        <p:tav tm="0" fmla="#ppt_w*sin(2.5*pi*$)">
                                          <p:val>
                                            <p:fltVal val="0"/>
                                          </p:val>
                                        </p:tav>
                                        <p:tav tm="100000">
                                          <p:val>
                                            <p:fltVal val="1"/>
                                          </p:val>
                                        </p:tav>
                                      </p:tavLst>
                                    </p:anim>
                                    <p:anim calcmode="lin" valueType="num">
                                      <p:cBhvr>
                                        <p:cTn id="1123" dur="2000" fill="hold"/>
                                        <p:tgtEl>
                                          <p:spTgt spid="106"/>
                                        </p:tgtEl>
                                        <p:attrNameLst>
                                          <p:attrName>ppt_h</p:attrName>
                                        </p:attrNameLst>
                                      </p:cBhvr>
                                      <p:tavLst>
                                        <p:tav tm="0">
                                          <p:val>
                                            <p:strVal val="#ppt_h"/>
                                          </p:val>
                                        </p:tav>
                                        <p:tav tm="100000">
                                          <p:val>
                                            <p:strVal val="#ppt_h"/>
                                          </p:val>
                                        </p:tav>
                                      </p:tavLst>
                                    </p:anim>
                                  </p:childTnLst>
                                </p:cTn>
                              </p:par>
                            </p:childTnLst>
                          </p:cTn>
                        </p:par>
                      </p:childTnLst>
                    </p:cTn>
                  </p:par>
                  <p:par>
                    <p:cTn id="1124" fill="hold">
                      <p:stCondLst>
                        <p:cond delay="indefinite"/>
                      </p:stCondLst>
                      <p:childTnLst>
                        <p:par>
                          <p:cTn id="1125" fill="hold">
                            <p:stCondLst>
                              <p:cond delay="0"/>
                            </p:stCondLst>
                            <p:childTnLst>
                              <p:par>
                                <p:cTn id="1126" presetID="6" presetClass="emph" presetSubtype="0" autoRev="1" fill="hold" grpId="1" nodeType="clickEffect">
                                  <p:stCondLst>
                                    <p:cond delay="0"/>
                                  </p:stCondLst>
                                  <p:childTnLst>
                                    <p:animScale>
                                      <p:cBhvr>
                                        <p:cTn id="1127" dur="500" fill="hold"/>
                                        <p:tgtEl>
                                          <p:spTgt spid="114"/>
                                        </p:tgtEl>
                                      </p:cBhvr>
                                      <p:by x="150000" y="150000"/>
                                    </p:animScale>
                                  </p:childTnLst>
                                </p:cTn>
                              </p:par>
                            </p:childTnLst>
                          </p:cTn>
                        </p:par>
                        <p:par>
                          <p:cTn id="1128" fill="hold">
                            <p:stCondLst>
                              <p:cond delay="1000"/>
                            </p:stCondLst>
                            <p:childTnLst>
                              <p:par>
                                <p:cTn id="1129" presetID="22" presetClass="exit" presetSubtype="1" fill="hold" nodeType="afterEffect">
                                  <p:stCondLst>
                                    <p:cond delay="0"/>
                                  </p:stCondLst>
                                  <p:childTnLst>
                                    <p:animEffect transition="out" filter="wipe(up)">
                                      <p:cBhvr>
                                        <p:cTn id="1130" dur="500"/>
                                        <p:tgtEl>
                                          <p:spTgt spid="106"/>
                                        </p:tgtEl>
                                      </p:cBhvr>
                                    </p:animEffect>
                                    <p:set>
                                      <p:cBhvr>
                                        <p:cTn id="1131" dur="1" fill="hold">
                                          <p:stCondLst>
                                            <p:cond delay="499"/>
                                          </p:stCondLst>
                                        </p:cTn>
                                        <p:tgtEl>
                                          <p:spTgt spid="106"/>
                                        </p:tgtEl>
                                        <p:attrNameLst>
                                          <p:attrName>style.visibility</p:attrName>
                                        </p:attrNameLst>
                                      </p:cBhvr>
                                      <p:to>
                                        <p:strVal val="hidden"/>
                                      </p:to>
                                    </p:set>
                                  </p:childTnLst>
                                </p:cTn>
                              </p:par>
                            </p:childTnLst>
                          </p:cTn>
                        </p:par>
                        <p:par>
                          <p:cTn id="1132" fill="hold">
                            <p:stCondLst>
                              <p:cond delay="1500"/>
                            </p:stCondLst>
                            <p:childTnLst>
                              <p:par>
                                <p:cTn id="1133" presetID="22" presetClass="entr" presetSubtype="8" fill="hold" nodeType="afterEffect">
                                  <p:stCondLst>
                                    <p:cond delay="0"/>
                                  </p:stCondLst>
                                  <p:childTnLst>
                                    <p:set>
                                      <p:cBhvr>
                                        <p:cTn id="1134" dur="1" fill="hold">
                                          <p:stCondLst>
                                            <p:cond delay="0"/>
                                          </p:stCondLst>
                                        </p:cTn>
                                        <p:tgtEl>
                                          <p:spTgt spid="112"/>
                                        </p:tgtEl>
                                        <p:attrNameLst>
                                          <p:attrName>style.visibility</p:attrName>
                                        </p:attrNameLst>
                                      </p:cBhvr>
                                      <p:to>
                                        <p:strVal val="visible"/>
                                      </p:to>
                                    </p:set>
                                    <p:animEffect transition="in" filter="wipe(left)">
                                      <p:cBhvr>
                                        <p:cTn id="1135" dur="1000"/>
                                        <p:tgtEl>
                                          <p:spTgt spid="112"/>
                                        </p:tgtEl>
                                      </p:cBhvr>
                                    </p:animEffect>
                                  </p:childTnLst>
                                </p:cTn>
                              </p:par>
                            </p:childTnLst>
                          </p:cTn>
                        </p:par>
                      </p:childTnLst>
                    </p:cTn>
                  </p:par>
                  <p:par>
                    <p:cTn id="1136" fill="hold">
                      <p:stCondLst>
                        <p:cond delay="indefinite"/>
                      </p:stCondLst>
                      <p:childTnLst>
                        <p:par>
                          <p:cTn id="1137" fill="hold">
                            <p:stCondLst>
                              <p:cond delay="0"/>
                            </p:stCondLst>
                            <p:childTnLst>
                              <p:par>
                                <p:cTn id="1138" presetID="22" presetClass="exit" presetSubtype="1" fill="hold" nodeType="clickEffect">
                                  <p:stCondLst>
                                    <p:cond delay="0"/>
                                  </p:stCondLst>
                                  <p:childTnLst>
                                    <p:animEffect transition="out" filter="wipe(up)">
                                      <p:cBhvr>
                                        <p:cTn id="1139" dur="500"/>
                                        <p:tgtEl>
                                          <p:spTgt spid="112"/>
                                        </p:tgtEl>
                                      </p:cBhvr>
                                    </p:animEffect>
                                    <p:set>
                                      <p:cBhvr>
                                        <p:cTn id="1140" dur="1" fill="hold">
                                          <p:stCondLst>
                                            <p:cond delay="499"/>
                                          </p:stCondLst>
                                        </p:cTn>
                                        <p:tgtEl>
                                          <p:spTgt spid="112"/>
                                        </p:tgtEl>
                                        <p:attrNameLst>
                                          <p:attrName>style.visibility</p:attrName>
                                        </p:attrNameLst>
                                      </p:cBhvr>
                                      <p:to>
                                        <p:strVal val="hidden"/>
                                      </p:to>
                                    </p:set>
                                  </p:childTnLst>
                                </p:cTn>
                              </p:par>
                            </p:childTnLst>
                          </p:cTn>
                        </p:par>
                        <p:par>
                          <p:cTn id="1141" fill="hold">
                            <p:stCondLst>
                              <p:cond delay="500"/>
                            </p:stCondLst>
                            <p:childTnLst>
                              <p:par>
                                <p:cTn id="1142" presetID="45" presetClass="entr" presetSubtype="0" fill="hold" nodeType="afterEffect">
                                  <p:stCondLst>
                                    <p:cond delay="0"/>
                                  </p:stCondLst>
                                  <p:childTnLst>
                                    <p:set>
                                      <p:cBhvr>
                                        <p:cTn id="1143" dur="1" fill="hold">
                                          <p:stCondLst>
                                            <p:cond delay="0"/>
                                          </p:stCondLst>
                                        </p:cTn>
                                        <p:tgtEl>
                                          <p:spTgt spid="116"/>
                                        </p:tgtEl>
                                        <p:attrNameLst>
                                          <p:attrName>style.visibility</p:attrName>
                                        </p:attrNameLst>
                                      </p:cBhvr>
                                      <p:to>
                                        <p:strVal val="visible"/>
                                      </p:to>
                                    </p:set>
                                    <p:animEffect transition="in" filter="fade">
                                      <p:cBhvr>
                                        <p:cTn id="1144" dur="2000"/>
                                        <p:tgtEl>
                                          <p:spTgt spid="116"/>
                                        </p:tgtEl>
                                      </p:cBhvr>
                                    </p:animEffect>
                                    <p:anim calcmode="lin" valueType="num">
                                      <p:cBhvr>
                                        <p:cTn id="1145" dur="2000" fill="hold"/>
                                        <p:tgtEl>
                                          <p:spTgt spid="116"/>
                                        </p:tgtEl>
                                        <p:attrNameLst>
                                          <p:attrName>ppt_w</p:attrName>
                                        </p:attrNameLst>
                                      </p:cBhvr>
                                      <p:tavLst>
                                        <p:tav tm="0" fmla="#ppt_w*sin(2.5*pi*$)">
                                          <p:val>
                                            <p:fltVal val="0"/>
                                          </p:val>
                                        </p:tav>
                                        <p:tav tm="100000">
                                          <p:val>
                                            <p:fltVal val="1"/>
                                          </p:val>
                                        </p:tav>
                                      </p:tavLst>
                                    </p:anim>
                                    <p:anim calcmode="lin" valueType="num">
                                      <p:cBhvr>
                                        <p:cTn id="1146" dur="2000" fill="hold"/>
                                        <p:tgtEl>
                                          <p:spTgt spid="116"/>
                                        </p:tgtEl>
                                        <p:attrNameLst>
                                          <p:attrName>ppt_h</p:attrName>
                                        </p:attrNameLst>
                                      </p:cBhvr>
                                      <p:tavLst>
                                        <p:tav tm="0">
                                          <p:val>
                                            <p:strVal val="#ppt_h"/>
                                          </p:val>
                                        </p:tav>
                                        <p:tav tm="100000">
                                          <p:val>
                                            <p:strVal val="#ppt_h"/>
                                          </p:val>
                                        </p:tav>
                                      </p:tavLst>
                                    </p:anim>
                                  </p:childTnLst>
                                </p:cTn>
                              </p:par>
                            </p:childTnLst>
                          </p:cTn>
                        </p:par>
                      </p:childTnLst>
                    </p:cTn>
                  </p:par>
                  <p:par>
                    <p:cTn id="1147" fill="hold">
                      <p:stCondLst>
                        <p:cond delay="indefinite"/>
                      </p:stCondLst>
                      <p:childTnLst>
                        <p:par>
                          <p:cTn id="1148" fill="hold">
                            <p:stCondLst>
                              <p:cond delay="0"/>
                            </p:stCondLst>
                            <p:childTnLst>
                              <p:par>
                                <p:cTn id="1149" presetID="22" presetClass="exit" presetSubtype="1" fill="hold" nodeType="clickEffect">
                                  <p:stCondLst>
                                    <p:cond delay="0"/>
                                  </p:stCondLst>
                                  <p:childTnLst>
                                    <p:animEffect transition="out" filter="wipe(up)">
                                      <p:cBhvr>
                                        <p:cTn id="1150" dur="500"/>
                                        <p:tgtEl>
                                          <p:spTgt spid="116"/>
                                        </p:tgtEl>
                                      </p:cBhvr>
                                    </p:animEffect>
                                    <p:set>
                                      <p:cBhvr>
                                        <p:cTn id="1151" dur="1" fill="hold">
                                          <p:stCondLst>
                                            <p:cond delay="499"/>
                                          </p:stCondLst>
                                        </p:cTn>
                                        <p:tgtEl>
                                          <p:spTgt spid="116"/>
                                        </p:tgtEl>
                                        <p:attrNameLst>
                                          <p:attrName>style.visibility</p:attrName>
                                        </p:attrNameLst>
                                      </p:cBhvr>
                                      <p:to>
                                        <p:strVal val="hidden"/>
                                      </p:to>
                                    </p:set>
                                  </p:childTnLst>
                                </p:cTn>
                              </p:par>
                              <p:par>
                                <p:cTn id="1152" presetID="45" presetClass="entr" presetSubtype="0" fill="hold" nodeType="withEffect">
                                  <p:stCondLst>
                                    <p:cond delay="0"/>
                                  </p:stCondLst>
                                  <p:childTnLst>
                                    <p:set>
                                      <p:cBhvr>
                                        <p:cTn id="1153" dur="1" fill="hold">
                                          <p:stCondLst>
                                            <p:cond delay="0"/>
                                          </p:stCondLst>
                                        </p:cTn>
                                        <p:tgtEl>
                                          <p:spTgt spid="101"/>
                                        </p:tgtEl>
                                        <p:attrNameLst>
                                          <p:attrName>style.visibility</p:attrName>
                                        </p:attrNameLst>
                                      </p:cBhvr>
                                      <p:to>
                                        <p:strVal val="visible"/>
                                      </p:to>
                                    </p:set>
                                    <p:animEffect transition="in" filter="fade">
                                      <p:cBhvr>
                                        <p:cTn id="1154" dur="2000"/>
                                        <p:tgtEl>
                                          <p:spTgt spid="101"/>
                                        </p:tgtEl>
                                      </p:cBhvr>
                                    </p:animEffect>
                                    <p:anim calcmode="lin" valueType="num">
                                      <p:cBhvr>
                                        <p:cTn id="1155" dur="2000" fill="hold"/>
                                        <p:tgtEl>
                                          <p:spTgt spid="101"/>
                                        </p:tgtEl>
                                        <p:attrNameLst>
                                          <p:attrName>ppt_w</p:attrName>
                                        </p:attrNameLst>
                                      </p:cBhvr>
                                      <p:tavLst>
                                        <p:tav tm="0" fmla="#ppt_w*sin(2.5*pi*$)">
                                          <p:val>
                                            <p:fltVal val="0"/>
                                          </p:val>
                                        </p:tav>
                                        <p:tav tm="100000">
                                          <p:val>
                                            <p:fltVal val="1"/>
                                          </p:val>
                                        </p:tav>
                                      </p:tavLst>
                                    </p:anim>
                                    <p:anim calcmode="lin" valueType="num">
                                      <p:cBhvr>
                                        <p:cTn id="1156" dur="2000" fill="hold"/>
                                        <p:tgtEl>
                                          <p:spTgt spid="101"/>
                                        </p:tgtEl>
                                        <p:attrNameLst>
                                          <p:attrName>ppt_h</p:attrName>
                                        </p:attrNameLst>
                                      </p:cBhvr>
                                      <p:tavLst>
                                        <p:tav tm="0">
                                          <p:val>
                                            <p:strVal val="#ppt_h"/>
                                          </p:val>
                                        </p:tav>
                                        <p:tav tm="100000">
                                          <p:val>
                                            <p:strVal val="#ppt_h"/>
                                          </p:val>
                                        </p:tav>
                                      </p:tavLst>
                                    </p:anim>
                                  </p:childTnLst>
                                </p:cTn>
                              </p:par>
                            </p:childTnLst>
                          </p:cTn>
                        </p:par>
                      </p:childTnLst>
                    </p:cTn>
                  </p:par>
                  <p:par>
                    <p:cTn id="1157" fill="hold">
                      <p:stCondLst>
                        <p:cond delay="indefinite"/>
                      </p:stCondLst>
                      <p:childTnLst>
                        <p:par>
                          <p:cTn id="1158" fill="hold">
                            <p:stCondLst>
                              <p:cond delay="0"/>
                            </p:stCondLst>
                            <p:childTnLst>
                              <p:par>
                                <p:cTn id="1159" presetID="22" presetClass="exit" presetSubtype="1" fill="hold" nodeType="clickEffect">
                                  <p:stCondLst>
                                    <p:cond delay="0"/>
                                  </p:stCondLst>
                                  <p:childTnLst>
                                    <p:animEffect transition="out" filter="wipe(up)">
                                      <p:cBhvr>
                                        <p:cTn id="1160" dur="500"/>
                                        <p:tgtEl>
                                          <p:spTgt spid="101"/>
                                        </p:tgtEl>
                                      </p:cBhvr>
                                    </p:animEffect>
                                    <p:set>
                                      <p:cBhvr>
                                        <p:cTn id="1161" dur="1" fill="hold">
                                          <p:stCondLst>
                                            <p:cond delay="499"/>
                                          </p:stCondLst>
                                        </p:cTn>
                                        <p:tgtEl>
                                          <p:spTgt spid="101"/>
                                        </p:tgtEl>
                                        <p:attrNameLst>
                                          <p:attrName>style.visibility</p:attrName>
                                        </p:attrNameLst>
                                      </p:cBhvr>
                                      <p:to>
                                        <p:strVal val="hidden"/>
                                      </p:to>
                                    </p:set>
                                  </p:childTnLst>
                                </p:cTn>
                              </p:par>
                            </p:childTnLst>
                          </p:cTn>
                        </p:par>
                        <p:par>
                          <p:cTn id="1162" fill="hold">
                            <p:stCondLst>
                              <p:cond delay="500"/>
                            </p:stCondLst>
                            <p:childTnLst>
                              <p:par>
                                <p:cTn id="1163" presetID="22" presetClass="entr" presetSubtype="8" fill="hold" nodeType="afterEffect">
                                  <p:stCondLst>
                                    <p:cond delay="0"/>
                                  </p:stCondLst>
                                  <p:childTnLst>
                                    <p:set>
                                      <p:cBhvr>
                                        <p:cTn id="1164" dur="1" fill="hold">
                                          <p:stCondLst>
                                            <p:cond delay="0"/>
                                          </p:stCondLst>
                                        </p:cTn>
                                        <p:tgtEl>
                                          <p:spTgt spid="119"/>
                                        </p:tgtEl>
                                        <p:attrNameLst>
                                          <p:attrName>style.visibility</p:attrName>
                                        </p:attrNameLst>
                                      </p:cBhvr>
                                      <p:to>
                                        <p:strVal val="visible"/>
                                      </p:to>
                                    </p:set>
                                    <p:animEffect transition="in" filter="wipe(left)">
                                      <p:cBhvr>
                                        <p:cTn id="1165" dur="1000"/>
                                        <p:tgtEl>
                                          <p:spTgt spid="119"/>
                                        </p:tgtEl>
                                      </p:cBhvr>
                                    </p:animEffect>
                                  </p:childTnLst>
                                </p:cTn>
                              </p:par>
                            </p:childTnLst>
                          </p:cTn>
                        </p:par>
                      </p:childTnLst>
                    </p:cTn>
                  </p:par>
                  <p:par>
                    <p:cTn id="1166" fill="hold">
                      <p:stCondLst>
                        <p:cond delay="indefinite"/>
                      </p:stCondLst>
                      <p:childTnLst>
                        <p:par>
                          <p:cTn id="1167" fill="hold">
                            <p:stCondLst>
                              <p:cond delay="0"/>
                            </p:stCondLst>
                            <p:childTnLst>
                              <p:par>
                                <p:cTn id="1168" presetID="31" presetClass="entr" presetSubtype="0" fill="hold" grpId="0" nodeType="clickEffect">
                                  <p:stCondLst>
                                    <p:cond delay="0"/>
                                  </p:stCondLst>
                                  <p:childTnLst>
                                    <p:set>
                                      <p:cBhvr>
                                        <p:cTn id="1169" dur="1" fill="hold">
                                          <p:stCondLst>
                                            <p:cond delay="0"/>
                                          </p:stCondLst>
                                        </p:cTn>
                                        <p:tgtEl>
                                          <p:spTgt spid="129"/>
                                        </p:tgtEl>
                                        <p:attrNameLst>
                                          <p:attrName>style.visibility</p:attrName>
                                        </p:attrNameLst>
                                      </p:cBhvr>
                                      <p:to>
                                        <p:strVal val="visible"/>
                                      </p:to>
                                    </p:set>
                                    <p:anim calcmode="lin" valueType="num">
                                      <p:cBhvr>
                                        <p:cTn id="1170" dur="1000" fill="hold"/>
                                        <p:tgtEl>
                                          <p:spTgt spid="129"/>
                                        </p:tgtEl>
                                        <p:attrNameLst>
                                          <p:attrName>ppt_w</p:attrName>
                                        </p:attrNameLst>
                                      </p:cBhvr>
                                      <p:tavLst>
                                        <p:tav tm="0">
                                          <p:val>
                                            <p:fltVal val="0"/>
                                          </p:val>
                                        </p:tav>
                                        <p:tav tm="100000">
                                          <p:val>
                                            <p:strVal val="#ppt_w"/>
                                          </p:val>
                                        </p:tav>
                                      </p:tavLst>
                                    </p:anim>
                                    <p:anim calcmode="lin" valueType="num">
                                      <p:cBhvr>
                                        <p:cTn id="1171" dur="1000" fill="hold"/>
                                        <p:tgtEl>
                                          <p:spTgt spid="129"/>
                                        </p:tgtEl>
                                        <p:attrNameLst>
                                          <p:attrName>ppt_h</p:attrName>
                                        </p:attrNameLst>
                                      </p:cBhvr>
                                      <p:tavLst>
                                        <p:tav tm="0">
                                          <p:val>
                                            <p:fltVal val="0"/>
                                          </p:val>
                                        </p:tav>
                                        <p:tav tm="100000">
                                          <p:val>
                                            <p:strVal val="#ppt_h"/>
                                          </p:val>
                                        </p:tav>
                                      </p:tavLst>
                                    </p:anim>
                                    <p:anim calcmode="lin" valueType="num">
                                      <p:cBhvr>
                                        <p:cTn id="1172" dur="1000" fill="hold"/>
                                        <p:tgtEl>
                                          <p:spTgt spid="129"/>
                                        </p:tgtEl>
                                        <p:attrNameLst>
                                          <p:attrName>style.rotation</p:attrName>
                                        </p:attrNameLst>
                                      </p:cBhvr>
                                      <p:tavLst>
                                        <p:tav tm="0">
                                          <p:val>
                                            <p:fltVal val="90"/>
                                          </p:val>
                                        </p:tav>
                                        <p:tav tm="100000">
                                          <p:val>
                                            <p:fltVal val="0"/>
                                          </p:val>
                                        </p:tav>
                                      </p:tavLst>
                                    </p:anim>
                                    <p:animEffect transition="in" filter="fade">
                                      <p:cBhvr>
                                        <p:cTn id="1173" dur="1000"/>
                                        <p:tgtEl>
                                          <p:spTgt spid="129"/>
                                        </p:tgtEl>
                                      </p:cBhvr>
                                    </p:animEffect>
                                  </p:childTnLst>
                                </p:cTn>
                              </p:par>
                            </p:childTnLst>
                          </p:cTn>
                        </p:par>
                        <p:par>
                          <p:cTn id="1174" fill="hold">
                            <p:stCondLst>
                              <p:cond delay="1000"/>
                            </p:stCondLst>
                            <p:childTnLst>
                              <p:par>
                                <p:cTn id="1175" presetID="6" presetClass="emph" presetSubtype="0" autoRev="1" fill="hold" grpId="1" nodeType="afterEffect">
                                  <p:stCondLst>
                                    <p:cond delay="0"/>
                                  </p:stCondLst>
                                  <p:childTnLst>
                                    <p:animScale>
                                      <p:cBhvr>
                                        <p:cTn id="1176" dur="500" fill="hold"/>
                                        <p:tgtEl>
                                          <p:spTgt spid="79"/>
                                        </p:tgtEl>
                                      </p:cBhvr>
                                      <p:by x="150000" y="150000"/>
                                    </p:animScale>
                                  </p:childTnLst>
                                </p:cTn>
                              </p:par>
                              <p:par>
                                <p:cTn id="1177" presetID="3" presetClass="emph" presetSubtype="2" fill="hold" grpId="2" nodeType="withEffect">
                                  <p:stCondLst>
                                    <p:cond delay="0"/>
                                  </p:stCondLst>
                                  <p:childTnLst>
                                    <p:animClr clrSpc="rgb" dir="cw">
                                      <p:cBhvr override="childStyle">
                                        <p:cTn id="1178" dur="500" fill="hold"/>
                                        <p:tgtEl>
                                          <p:spTgt spid="79"/>
                                        </p:tgtEl>
                                        <p:attrNameLst>
                                          <p:attrName>style.color</p:attrName>
                                        </p:attrNameLst>
                                      </p:cBhvr>
                                      <p:to>
                                        <a:srgbClr val="002060"/>
                                      </p:to>
                                    </p:animClr>
                                  </p:childTnLst>
                                </p:cTn>
                              </p:par>
                            </p:childTnLst>
                          </p:cTn>
                        </p:par>
                        <p:par>
                          <p:cTn id="1179" fill="hold">
                            <p:stCondLst>
                              <p:cond delay="2000"/>
                            </p:stCondLst>
                            <p:childTnLst>
                              <p:par>
                                <p:cTn id="1180" presetID="22" presetClass="exit" presetSubtype="1" fill="hold" nodeType="afterEffect">
                                  <p:stCondLst>
                                    <p:cond delay="0"/>
                                  </p:stCondLst>
                                  <p:childTnLst>
                                    <p:animEffect transition="out" filter="wipe(up)">
                                      <p:cBhvr>
                                        <p:cTn id="1181" dur="500"/>
                                        <p:tgtEl>
                                          <p:spTgt spid="119"/>
                                        </p:tgtEl>
                                      </p:cBhvr>
                                    </p:animEffect>
                                    <p:set>
                                      <p:cBhvr>
                                        <p:cTn id="1182" dur="1" fill="hold">
                                          <p:stCondLst>
                                            <p:cond delay="499"/>
                                          </p:stCondLst>
                                        </p:cTn>
                                        <p:tgtEl>
                                          <p:spTgt spid="119"/>
                                        </p:tgtEl>
                                        <p:attrNameLst>
                                          <p:attrName>style.visibility</p:attrName>
                                        </p:attrNameLst>
                                      </p:cBhvr>
                                      <p:to>
                                        <p:strVal val="hidden"/>
                                      </p:to>
                                    </p:set>
                                  </p:childTnLst>
                                </p:cTn>
                              </p:par>
                            </p:childTnLst>
                          </p:cTn>
                        </p:par>
                        <p:par>
                          <p:cTn id="1183" fill="hold">
                            <p:stCondLst>
                              <p:cond delay="2500"/>
                            </p:stCondLst>
                            <p:childTnLst>
                              <p:par>
                                <p:cTn id="1184" presetID="45" presetClass="entr" presetSubtype="0" fill="hold" nodeType="afterEffect">
                                  <p:stCondLst>
                                    <p:cond delay="0"/>
                                  </p:stCondLst>
                                  <p:childTnLst>
                                    <p:set>
                                      <p:cBhvr>
                                        <p:cTn id="1185" dur="1" fill="hold">
                                          <p:stCondLst>
                                            <p:cond delay="0"/>
                                          </p:stCondLst>
                                        </p:cTn>
                                        <p:tgtEl>
                                          <p:spTgt spid="93"/>
                                        </p:tgtEl>
                                        <p:attrNameLst>
                                          <p:attrName>style.visibility</p:attrName>
                                        </p:attrNameLst>
                                      </p:cBhvr>
                                      <p:to>
                                        <p:strVal val="visible"/>
                                      </p:to>
                                    </p:set>
                                    <p:animEffect transition="in" filter="fade">
                                      <p:cBhvr>
                                        <p:cTn id="1186" dur="2000"/>
                                        <p:tgtEl>
                                          <p:spTgt spid="93"/>
                                        </p:tgtEl>
                                      </p:cBhvr>
                                    </p:animEffect>
                                    <p:anim calcmode="lin" valueType="num">
                                      <p:cBhvr>
                                        <p:cTn id="1187" dur="2000" fill="hold"/>
                                        <p:tgtEl>
                                          <p:spTgt spid="93"/>
                                        </p:tgtEl>
                                        <p:attrNameLst>
                                          <p:attrName>ppt_w</p:attrName>
                                        </p:attrNameLst>
                                      </p:cBhvr>
                                      <p:tavLst>
                                        <p:tav tm="0" fmla="#ppt_w*sin(2.5*pi*$)">
                                          <p:val>
                                            <p:fltVal val="0"/>
                                          </p:val>
                                        </p:tav>
                                        <p:tav tm="100000">
                                          <p:val>
                                            <p:fltVal val="1"/>
                                          </p:val>
                                        </p:tav>
                                      </p:tavLst>
                                    </p:anim>
                                    <p:anim calcmode="lin" valueType="num">
                                      <p:cBhvr>
                                        <p:cTn id="1188" dur="2000" fill="hold"/>
                                        <p:tgtEl>
                                          <p:spTgt spid="93"/>
                                        </p:tgtEl>
                                        <p:attrNameLst>
                                          <p:attrName>ppt_h</p:attrName>
                                        </p:attrNameLst>
                                      </p:cBhvr>
                                      <p:tavLst>
                                        <p:tav tm="0">
                                          <p:val>
                                            <p:strVal val="#ppt_h"/>
                                          </p:val>
                                        </p:tav>
                                        <p:tav tm="100000">
                                          <p:val>
                                            <p:strVal val="#ppt_h"/>
                                          </p:val>
                                        </p:tav>
                                      </p:tavLst>
                                    </p:anim>
                                  </p:childTnLst>
                                </p:cTn>
                              </p:par>
                            </p:childTnLst>
                          </p:cTn>
                        </p:par>
                      </p:childTnLst>
                    </p:cTn>
                  </p:par>
                  <p:par>
                    <p:cTn id="1189" fill="hold">
                      <p:stCondLst>
                        <p:cond delay="indefinite"/>
                      </p:stCondLst>
                      <p:childTnLst>
                        <p:par>
                          <p:cTn id="1190" fill="hold">
                            <p:stCondLst>
                              <p:cond delay="0"/>
                            </p:stCondLst>
                            <p:childTnLst>
                              <p:par>
                                <p:cTn id="1191" presetID="6" presetClass="emph" presetSubtype="0" autoRev="1" fill="hold" grpId="2" nodeType="clickEffect">
                                  <p:stCondLst>
                                    <p:cond delay="0"/>
                                  </p:stCondLst>
                                  <p:childTnLst>
                                    <p:animScale>
                                      <p:cBhvr>
                                        <p:cTn id="1192" dur="500" fill="hold"/>
                                        <p:tgtEl>
                                          <p:spTgt spid="114"/>
                                        </p:tgtEl>
                                      </p:cBhvr>
                                      <p:by x="150000" y="150000"/>
                                    </p:animScale>
                                  </p:childTnLst>
                                </p:cTn>
                              </p:par>
                            </p:childTnLst>
                          </p:cTn>
                        </p:par>
                        <p:par>
                          <p:cTn id="1193" fill="hold">
                            <p:stCondLst>
                              <p:cond delay="1000"/>
                            </p:stCondLst>
                            <p:childTnLst>
                              <p:par>
                                <p:cTn id="1194" presetID="22" presetClass="exit" presetSubtype="1" fill="hold" nodeType="afterEffect">
                                  <p:stCondLst>
                                    <p:cond delay="0"/>
                                  </p:stCondLst>
                                  <p:childTnLst>
                                    <p:animEffect transition="out" filter="wipe(up)">
                                      <p:cBhvr>
                                        <p:cTn id="1195" dur="500"/>
                                        <p:tgtEl>
                                          <p:spTgt spid="93"/>
                                        </p:tgtEl>
                                      </p:cBhvr>
                                    </p:animEffect>
                                    <p:set>
                                      <p:cBhvr>
                                        <p:cTn id="1196" dur="1" fill="hold">
                                          <p:stCondLst>
                                            <p:cond delay="499"/>
                                          </p:stCondLst>
                                        </p:cTn>
                                        <p:tgtEl>
                                          <p:spTgt spid="93"/>
                                        </p:tgtEl>
                                        <p:attrNameLst>
                                          <p:attrName>style.visibility</p:attrName>
                                        </p:attrNameLst>
                                      </p:cBhvr>
                                      <p:to>
                                        <p:strVal val="hidden"/>
                                      </p:to>
                                    </p:set>
                                  </p:childTnLst>
                                </p:cTn>
                              </p:par>
                            </p:childTnLst>
                          </p:cTn>
                        </p:par>
                        <p:par>
                          <p:cTn id="1197" fill="hold">
                            <p:stCondLst>
                              <p:cond delay="1500"/>
                            </p:stCondLst>
                            <p:childTnLst>
                              <p:par>
                                <p:cTn id="1198" presetID="22" presetClass="entr" presetSubtype="8" fill="hold" nodeType="afterEffect">
                                  <p:stCondLst>
                                    <p:cond delay="0"/>
                                  </p:stCondLst>
                                  <p:childTnLst>
                                    <p:set>
                                      <p:cBhvr>
                                        <p:cTn id="1199" dur="1" fill="hold">
                                          <p:stCondLst>
                                            <p:cond delay="0"/>
                                          </p:stCondLst>
                                        </p:cTn>
                                        <p:tgtEl>
                                          <p:spTgt spid="119"/>
                                        </p:tgtEl>
                                        <p:attrNameLst>
                                          <p:attrName>style.visibility</p:attrName>
                                        </p:attrNameLst>
                                      </p:cBhvr>
                                      <p:to>
                                        <p:strVal val="visible"/>
                                      </p:to>
                                    </p:set>
                                    <p:animEffect transition="in" filter="wipe(left)">
                                      <p:cBhvr>
                                        <p:cTn id="1200" dur="1000"/>
                                        <p:tgtEl>
                                          <p:spTgt spid="119"/>
                                        </p:tgtEl>
                                      </p:cBhvr>
                                    </p:animEffect>
                                  </p:childTnLst>
                                </p:cTn>
                              </p:par>
                            </p:childTnLst>
                          </p:cTn>
                        </p:par>
                      </p:childTnLst>
                    </p:cTn>
                  </p:par>
                  <p:par>
                    <p:cTn id="1201" fill="hold">
                      <p:stCondLst>
                        <p:cond delay="indefinite"/>
                      </p:stCondLst>
                      <p:childTnLst>
                        <p:par>
                          <p:cTn id="1202" fill="hold">
                            <p:stCondLst>
                              <p:cond delay="0"/>
                            </p:stCondLst>
                            <p:childTnLst>
                              <p:par>
                                <p:cTn id="1203" presetID="22" presetClass="exit" presetSubtype="4" fill="hold" nodeType="clickEffect">
                                  <p:stCondLst>
                                    <p:cond delay="0"/>
                                  </p:stCondLst>
                                  <p:childTnLst>
                                    <p:animEffect transition="out" filter="wipe(down)">
                                      <p:cBhvr>
                                        <p:cTn id="1204" dur="500"/>
                                        <p:tgtEl>
                                          <p:spTgt spid="119"/>
                                        </p:tgtEl>
                                      </p:cBhvr>
                                    </p:animEffect>
                                    <p:set>
                                      <p:cBhvr>
                                        <p:cTn id="1205" dur="1" fill="hold">
                                          <p:stCondLst>
                                            <p:cond delay="499"/>
                                          </p:stCondLst>
                                        </p:cTn>
                                        <p:tgtEl>
                                          <p:spTgt spid="119"/>
                                        </p:tgtEl>
                                        <p:attrNameLst>
                                          <p:attrName>style.visibility</p:attrName>
                                        </p:attrNameLst>
                                      </p:cBhvr>
                                      <p:to>
                                        <p:strVal val="hidden"/>
                                      </p:to>
                                    </p:set>
                                  </p:childTnLst>
                                </p:cTn>
                              </p:par>
                            </p:childTnLst>
                          </p:cTn>
                        </p:par>
                        <p:par>
                          <p:cTn id="1206" fill="hold">
                            <p:stCondLst>
                              <p:cond delay="500"/>
                            </p:stCondLst>
                            <p:childTnLst>
                              <p:par>
                                <p:cTn id="1207" presetID="45" presetClass="entr" presetSubtype="0" fill="hold" nodeType="afterEffect">
                                  <p:stCondLst>
                                    <p:cond delay="0"/>
                                  </p:stCondLst>
                                  <p:childTnLst>
                                    <p:set>
                                      <p:cBhvr>
                                        <p:cTn id="1208" dur="1" fill="hold">
                                          <p:stCondLst>
                                            <p:cond delay="0"/>
                                          </p:stCondLst>
                                        </p:cTn>
                                        <p:tgtEl>
                                          <p:spTgt spid="130"/>
                                        </p:tgtEl>
                                        <p:attrNameLst>
                                          <p:attrName>style.visibility</p:attrName>
                                        </p:attrNameLst>
                                      </p:cBhvr>
                                      <p:to>
                                        <p:strVal val="visible"/>
                                      </p:to>
                                    </p:set>
                                    <p:animEffect transition="in" filter="fade">
                                      <p:cBhvr>
                                        <p:cTn id="1209" dur="2000"/>
                                        <p:tgtEl>
                                          <p:spTgt spid="130"/>
                                        </p:tgtEl>
                                      </p:cBhvr>
                                    </p:animEffect>
                                    <p:anim calcmode="lin" valueType="num">
                                      <p:cBhvr>
                                        <p:cTn id="1210" dur="2000" fill="hold"/>
                                        <p:tgtEl>
                                          <p:spTgt spid="130"/>
                                        </p:tgtEl>
                                        <p:attrNameLst>
                                          <p:attrName>ppt_w</p:attrName>
                                        </p:attrNameLst>
                                      </p:cBhvr>
                                      <p:tavLst>
                                        <p:tav tm="0" fmla="#ppt_w*sin(2.5*pi*$)">
                                          <p:val>
                                            <p:fltVal val="0"/>
                                          </p:val>
                                        </p:tav>
                                        <p:tav tm="100000">
                                          <p:val>
                                            <p:fltVal val="1"/>
                                          </p:val>
                                        </p:tav>
                                      </p:tavLst>
                                    </p:anim>
                                    <p:anim calcmode="lin" valueType="num">
                                      <p:cBhvr>
                                        <p:cTn id="1211" dur="2000" fill="hold"/>
                                        <p:tgtEl>
                                          <p:spTgt spid="130"/>
                                        </p:tgtEl>
                                        <p:attrNameLst>
                                          <p:attrName>ppt_h</p:attrName>
                                        </p:attrNameLst>
                                      </p:cBhvr>
                                      <p:tavLst>
                                        <p:tav tm="0">
                                          <p:val>
                                            <p:strVal val="#ppt_h"/>
                                          </p:val>
                                        </p:tav>
                                        <p:tav tm="100000">
                                          <p:val>
                                            <p:strVal val="#ppt_h"/>
                                          </p:val>
                                        </p:tav>
                                      </p:tavLst>
                                    </p:anim>
                                  </p:childTnLst>
                                </p:cTn>
                              </p:par>
                            </p:childTnLst>
                          </p:cTn>
                        </p:par>
                      </p:childTnLst>
                    </p:cTn>
                  </p:par>
                  <p:par>
                    <p:cTn id="1212" fill="hold">
                      <p:stCondLst>
                        <p:cond delay="indefinite"/>
                      </p:stCondLst>
                      <p:childTnLst>
                        <p:par>
                          <p:cTn id="1213" fill="hold">
                            <p:stCondLst>
                              <p:cond delay="0"/>
                            </p:stCondLst>
                            <p:childTnLst>
                              <p:par>
                                <p:cTn id="1214" presetID="22" presetClass="exit" presetSubtype="1" fill="hold" nodeType="clickEffect">
                                  <p:stCondLst>
                                    <p:cond delay="0"/>
                                  </p:stCondLst>
                                  <p:childTnLst>
                                    <p:animEffect transition="out" filter="wipe(up)">
                                      <p:cBhvr>
                                        <p:cTn id="1215" dur="500"/>
                                        <p:tgtEl>
                                          <p:spTgt spid="130"/>
                                        </p:tgtEl>
                                      </p:cBhvr>
                                    </p:animEffect>
                                    <p:set>
                                      <p:cBhvr>
                                        <p:cTn id="1216" dur="1" fill="hold">
                                          <p:stCondLst>
                                            <p:cond delay="499"/>
                                          </p:stCondLst>
                                        </p:cTn>
                                        <p:tgtEl>
                                          <p:spTgt spid="130"/>
                                        </p:tgtEl>
                                        <p:attrNameLst>
                                          <p:attrName>style.visibility</p:attrName>
                                        </p:attrNameLst>
                                      </p:cBhvr>
                                      <p:to>
                                        <p:strVal val="hidden"/>
                                      </p:to>
                                    </p:set>
                                  </p:childTnLst>
                                </p:cTn>
                              </p:par>
                            </p:childTnLst>
                          </p:cTn>
                        </p:par>
                        <p:par>
                          <p:cTn id="1217" fill="hold">
                            <p:stCondLst>
                              <p:cond delay="500"/>
                            </p:stCondLst>
                            <p:childTnLst>
                              <p:par>
                                <p:cTn id="1218" presetID="22" presetClass="entr" presetSubtype="8" fill="hold" nodeType="afterEffect">
                                  <p:stCondLst>
                                    <p:cond delay="0"/>
                                  </p:stCondLst>
                                  <p:childTnLst>
                                    <p:set>
                                      <p:cBhvr>
                                        <p:cTn id="1219" dur="1" fill="hold">
                                          <p:stCondLst>
                                            <p:cond delay="0"/>
                                          </p:stCondLst>
                                        </p:cTn>
                                        <p:tgtEl>
                                          <p:spTgt spid="45"/>
                                        </p:tgtEl>
                                        <p:attrNameLst>
                                          <p:attrName>style.visibility</p:attrName>
                                        </p:attrNameLst>
                                      </p:cBhvr>
                                      <p:to>
                                        <p:strVal val="visible"/>
                                      </p:to>
                                    </p:set>
                                    <p:animEffect transition="in" filter="wipe(left)">
                                      <p:cBhvr>
                                        <p:cTn id="1220" dur="500"/>
                                        <p:tgtEl>
                                          <p:spTgt spid="45"/>
                                        </p:tgtEl>
                                      </p:cBhvr>
                                    </p:animEffect>
                                  </p:childTnLst>
                                </p:cTn>
                              </p:par>
                            </p:childTnLst>
                          </p:cTn>
                        </p:par>
                      </p:childTnLst>
                    </p:cTn>
                  </p:par>
                  <p:par>
                    <p:cTn id="1221" fill="hold">
                      <p:stCondLst>
                        <p:cond delay="indefinite"/>
                      </p:stCondLst>
                      <p:childTnLst>
                        <p:par>
                          <p:cTn id="1222" fill="hold">
                            <p:stCondLst>
                              <p:cond delay="0"/>
                            </p:stCondLst>
                            <p:childTnLst>
                              <p:par>
                                <p:cTn id="1223" presetID="31" presetClass="exit" presetSubtype="0" fill="hold" grpId="1" nodeType="clickEffect">
                                  <p:stCondLst>
                                    <p:cond delay="0"/>
                                  </p:stCondLst>
                                  <p:childTnLst>
                                    <p:anim calcmode="lin" valueType="num">
                                      <p:cBhvr>
                                        <p:cTn id="1224" dur="1500"/>
                                        <p:tgtEl>
                                          <p:spTgt spid="88"/>
                                        </p:tgtEl>
                                        <p:attrNameLst>
                                          <p:attrName>ppt_w</p:attrName>
                                        </p:attrNameLst>
                                      </p:cBhvr>
                                      <p:tavLst>
                                        <p:tav tm="0">
                                          <p:val>
                                            <p:strVal val="ppt_w"/>
                                          </p:val>
                                        </p:tav>
                                        <p:tav tm="100000">
                                          <p:val>
                                            <p:fltVal val="0"/>
                                          </p:val>
                                        </p:tav>
                                      </p:tavLst>
                                    </p:anim>
                                    <p:anim calcmode="lin" valueType="num">
                                      <p:cBhvr>
                                        <p:cTn id="1225" dur="1500"/>
                                        <p:tgtEl>
                                          <p:spTgt spid="88"/>
                                        </p:tgtEl>
                                        <p:attrNameLst>
                                          <p:attrName>ppt_h</p:attrName>
                                        </p:attrNameLst>
                                      </p:cBhvr>
                                      <p:tavLst>
                                        <p:tav tm="0">
                                          <p:val>
                                            <p:strVal val="ppt_h"/>
                                          </p:val>
                                        </p:tav>
                                        <p:tav tm="100000">
                                          <p:val>
                                            <p:fltVal val="0"/>
                                          </p:val>
                                        </p:tav>
                                      </p:tavLst>
                                    </p:anim>
                                    <p:anim calcmode="lin" valueType="num">
                                      <p:cBhvr>
                                        <p:cTn id="1226" dur="1500"/>
                                        <p:tgtEl>
                                          <p:spTgt spid="88"/>
                                        </p:tgtEl>
                                        <p:attrNameLst>
                                          <p:attrName>style.rotation</p:attrName>
                                        </p:attrNameLst>
                                      </p:cBhvr>
                                      <p:tavLst>
                                        <p:tav tm="0">
                                          <p:val>
                                            <p:fltVal val="0"/>
                                          </p:val>
                                        </p:tav>
                                        <p:tav tm="100000">
                                          <p:val>
                                            <p:fltVal val="90"/>
                                          </p:val>
                                        </p:tav>
                                      </p:tavLst>
                                    </p:anim>
                                    <p:animEffect transition="out" filter="fade">
                                      <p:cBhvr>
                                        <p:cTn id="1227" dur="1500"/>
                                        <p:tgtEl>
                                          <p:spTgt spid="88"/>
                                        </p:tgtEl>
                                      </p:cBhvr>
                                    </p:animEffect>
                                    <p:set>
                                      <p:cBhvr>
                                        <p:cTn id="1228" dur="1" fill="hold">
                                          <p:stCondLst>
                                            <p:cond delay="1499"/>
                                          </p:stCondLst>
                                        </p:cTn>
                                        <p:tgtEl>
                                          <p:spTgt spid="88"/>
                                        </p:tgtEl>
                                        <p:attrNameLst>
                                          <p:attrName>style.visibility</p:attrName>
                                        </p:attrNameLst>
                                      </p:cBhvr>
                                      <p:to>
                                        <p:strVal val="hidden"/>
                                      </p:to>
                                    </p:set>
                                  </p:childTnLst>
                                </p:cTn>
                              </p:par>
                              <p:par>
                                <p:cTn id="1229" presetID="31" presetClass="exit" presetSubtype="0" fill="hold" nodeType="withEffect">
                                  <p:stCondLst>
                                    <p:cond delay="0"/>
                                  </p:stCondLst>
                                  <p:childTnLst>
                                    <p:anim calcmode="lin" valueType="num">
                                      <p:cBhvr>
                                        <p:cTn id="1230" dur="1500"/>
                                        <p:tgtEl>
                                          <p:spTgt spid="43"/>
                                        </p:tgtEl>
                                        <p:attrNameLst>
                                          <p:attrName>ppt_w</p:attrName>
                                        </p:attrNameLst>
                                      </p:cBhvr>
                                      <p:tavLst>
                                        <p:tav tm="0">
                                          <p:val>
                                            <p:strVal val="ppt_w"/>
                                          </p:val>
                                        </p:tav>
                                        <p:tav tm="100000">
                                          <p:val>
                                            <p:fltVal val="0"/>
                                          </p:val>
                                        </p:tav>
                                      </p:tavLst>
                                    </p:anim>
                                    <p:anim calcmode="lin" valueType="num">
                                      <p:cBhvr>
                                        <p:cTn id="1231" dur="1500"/>
                                        <p:tgtEl>
                                          <p:spTgt spid="43"/>
                                        </p:tgtEl>
                                        <p:attrNameLst>
                                          <p:attrName>ppt_h</p:attrName>
                                        </p:attrNameLst>
                                      </p:cBhvr>
                                      <p:tavLst>
                                        <p:tav tm="0">
                                          <p:val>
                                            <p:strVal val="ppt_h"/>
                                          </p:val>
                                        </p:tav>
                                        <p:tav tm="100000">
                                          <p:val>
                                            <p:fltVal val="0"/>
                                          </p:val>
                                        </p:tav>
                                      </p:tavLst>
                                    </p:anim>
                                    <p:anim calcmode="lin" valueType="num">
                                      <p:cBhvr>
                                        <p:cTn id="1232" dur="1500"/>
                                        <p:tgtEl>
                                          <p:spTgt spid="43"/>
                                        </p:tgtEl>
                                        <p:attrNameLst>
                                          <p:attrName>style.rotation</p:attrName>
                                        </p:attrNameLst>
                                      </p:cBhvr>
                                      <p:tavLst>
                                        <p:tav tm="0">
                                          <p:val>
                                            <p:fltVal val="0"/>
                                          </p:val>
                                        </p:tav>
                                        <p:tav tm="100000">
                                          <p:val>
                                            <p:fltVal val="90"/>
                                          </p:val>
                                        </p:tav>
                                      </p:tavLst>
                                    </p:anim>
                                    <p:animEffect transition="out" filter="fade">
                                      <p:cBhvr>
                                        <p:cTn id="1233" dur="1500"/>
                                        <p:tgtEl>
                                          <p:spTgt spid="43"/>
                                        </p:tgtEl>
                                      </p:cBhvr>
                                    </p:animEffect>
                                    <p:set>
                                      <p:cBhvr>
                                        <p:cTn id="1234" dur="1" fill="hold">
                                          <p:stCondLst>
                                            <p:cond delay="1499"/>
                                          </p:stCondLst>
                                        </p:cTn>
                                        <p:tgtEl>
                                          <p:spTgt spid="43"/>
                                        </p:tgtEl>
                                        <p:attrNameLst>
                                          <p:attrName>style.visibility</p:attrName>
                                        </p:attrNameLst>
                                      </p:cBhvr>
                                      <p:to>
                                        <p:strVal val="hidden"/>
                                      </p:to>
                                    </p:set>
                                  </p:childTnLst>
                                </p:cTn>
                              </p:par>
                              <p:par>
                                <p:cTn id="1235" presetID="31" presetClass="exit" presetSubtype="0" fill="hold" nodeType="withEffect">
                                  <p:stCondLst>
                                    <p:cond delay="0"/>
                                  </p:stCondLst>
                                  <p:childTnLst>
                                    <p:anim calcmode="lin" valueType="num">
                                      <p:cBhvr>
                                        <p:cTn id="1236" dur="1500"/>
                                        <p:tgtEl>
                                          <p:spTgt spid="44"/>
                                        </p:tgtEl>
                                        <p:attrNameLst>
                                          <p:attrName>ppt_w</p:attrName>
                                        </p:attrNameLst>
                                      </p:cBhvr>
                                      <p:tavLst>
                                        <p:tav tm="0">
                                          <p:val>
                                            <p:strVal val="ppt_w"/>
                                          </p:val>
                                        </p:tav>
                                        <p:tav tm="100000">
                                          <p:val>
                                            <p:fltVal val="0"/>
                                          </p:val>
                                        </p:tav>
                                      </p:tavLst>
                                    </p:anim>
                                    <p:anim calcmode="lin" valueType="num">
                                      <p:cBhvr>
                                        <p:cTn id="1237" dur="1500"/>
                                        <p:tgtEl>
                                          <p:spTgt spid="44"/>
                                        </p:tgtEl>
                                        <p:attrNameLst>
                                          <p:attrName>ppt_h</p:attrName>
                                        </p:attrNameLst>
                                      </p:cBhvr>
                                      <p:tavLst>
                                        <p:tav tm="0">
                                          <p:val>
                                            <p:strVal val="ppt_h"/>
                                          </p:val>
                                        </p:tav>
                                        <p:tav tm="100000">
                                          <p:val>
                                            <p:fltVal val="0"/>
                                          </p:val>
                                        </p:tav>
                                      </p:tavLst>
                                    </p:anim>
                                    <p:anim calcmode="lin" valueType="num">
                                      <p:cBhvr>
                                        <p:cTn id="1238" dur="1500"/>
                                        <p:tgtEl>
                                          <p:spTgt spid="44"/>
                                        </p:tgtEl>
                                        <p:attrNameLst>
                                          <p:attrName>style.rotation</p:attrName>
                                        </p:attrNameLst>
                                      </p:cBhvr>
                                      <p:tavLst>
                                        <p:tav tm="0">
                                          <p:val>
                                            <p:fltVal val="0"/>
                                          </p:val>
                                        </p:tav>
                                        <p:tav tm="100000">
                                          <p:val>
                                            <p:fltVal val="90"/>
                                          </p:val>
                                        </p:tav>
                                      </p:tavLst>
                                    </p:anim>
                                    <p:animEffect transition="out" filter="fade">
                                      <p:cBhvr>
                                        <p:cTn id="1239" dur="1500"/>
                                        <p:tgtEl>
                                          <p:spTgt spid="44"/>
                                        </p:tgtEl>
                                      </p:cBhvr>
                                    </p:animEffect>
                                    <p:set>
                                      <p:cBhvr>
                                        <p:cTn id="1240" dur="1" fill="hold">
                                          <p:stCondLst>
                                            <p:cond delay="1499"/>
                                          </p:stCondLst>
                                        </p:cTn>
                                        <p:tgtEl>
                                          <p:spTgt spid="44"/>
                                        </p:tgtEl>
                                        <p:attrNameLst>
                                          <p:attrName>style.visibility</p:attrName>
                                        </p:attrNameLst>
                                      </p:cBhvr>
                                      <p:to>
                                        <p:strVal val="hidden"/>
                                      </p:to>
                                    </p:set>
                                  </p:childTnLst>
                                </p:cTn>
                              </p:par>
                            </p:childTnLst>
                          </p:cTn>
                        </p:par>
                        <p:par>
                          <p:cTn id="1241" fill="hold">
                            <p:stCondLst>
                              <p:cond delay="1500"/>
                            </p:stCondLst>
                            <p:childTnLst>
                              <p:par>
                                <p:cTn id="1242" presetID="22" presetClass="exit" presetSubtype="1" fill="hold" nodeType="afterEffect">
                                  <p:stCondLst>
                                    <p:cond delay="0"/>
                                  </p:stCondLst>
                                  <p:childTnLst>
                                    <p:animEffect transition="out" filter="wipe(up)">
                                      <p:cBhvr>
                                        <p:cTn id="1243" dur="500"/>
                                        <p:tgtEl>
                                          <p:spTgt spid="45"/>
                                        </p:tgtEl>
                                      </p:cBhvr>
                                    </p:animEffect>
                                    <p:set>
                                      <p:cBhvr>
                                        <p:cTn id="1244" dur="1" fill="hold">
                                          <p:stCondLst>
                                            <p:cond delay="499"/>
                                          </p:stCondLst>
                                        </p:cTn>
                                        <p:tgtEl>
                                          <p:spTgt spid="45"/>
                                        </p:tgtEl>
                                        <p:attrNameLst>
                                          <p:attrName>style.visibility</p:attrName>
                                        </p:attrNameLst>
                                      </p:cBhvr>
                                      <p:to>
                                        <p:strVal val="hidden"/>
                                      </p:to>
                                    </p:set>
                                  </p:childTnLst>
                                </p:cTn>
                              </p:par>
                            </p:childTnLst>
                          </p:cTn>
                        </p:par>
                        <p:par>
                          <p:cTn id="1245" fill="hold">
                            <p:stCondLst>
                              <p:cond delay="2000"/>
                            </p:stCondLst>
                            <p:childTnLst>
                              <p:par>
                                <p:cTn id="1246" presetID="22" presetClass="entr" presetSubtype="8" fill="hold" nodeType="afterEffect">
                                  <p:stCondLst>
                                    <p:cond delay="0"/>
                                  </p:stCondLst>
                                  <p:childTnLst>
                                    <p:set>
                                      <p:cBhvr>
                                        <p:cTn id="1247" dur="1" fill="hold">
                                          <p:stCondLst>
                                            <p:cond delay="0"/>
                                          </p:stCondLst>
                                        </p:cTn>
                                        <p:tgtEl>
                                          <p:spTgt spid="133">
                                            <p:txEl>
                                              <p:pRg st="0" end="0"/>
                                            </p:txEl>
                                          </p:spTgt>
                                        </p:tgtEl>
                                        <p:attrNameLst>
                                          <p:attrName>style.visibility</p:attrName>
                                        </p:attrNameLst>
                                      </p:cBhvr>
                                      <p:to>
                                        <p:strVal val="visible"/>
                                      </p:to>
                                    </p:set>
                                    <p:animEffect transition="in" filter="wipe(left)">
                                      <p:cBhvr>
                                        <p:cTn id="1248" dur="500"/>
                                        <p:tgtEl>
                                          <p:spTgt spid="133">
                                            <p:txEl>
                                              <p:pRg st="0" end="0"/>
                                            </p:txEl>
                                          </p:spTgt>
                                        </p:tgtEl>
                                      </p:cBhvr>
                                    </p:animEffect>
                                  </p:childTnLst>
                                </p:cTn>
                              </p:par>
                            </p:childTnLst>
                          </p:cTn>
                        </p:par>
                      </p:childTnLst>
                    </p:cTn>
                  </p:par>
                  <p:par>
                    <p:cTn id="1249" fill="hold">
                      <p:stCondLst>
                        <p:cond delay="indefinite"/>
                      </p:stCondLst>
                      <p:childTnLst>
                        <p:par>
                          <p:cTn id="1250" fill="hold">
                            <p:stCondLst>
                              <p:cond delay="0"/>
                            </p:stCondLst>
                            <p:childTnLst>
                              <p:par>
                                <p:cTn id="1251" presetID="22" presetClass="entr" presetSubtype="8" fill="hold" nodeType="clickEffect">
                                  <p:stCondLst>
                                    <p:cond delay="0"/>
                                  </p:stCondLst>
                                  <p:childTnLst>
                                    <p:set>
                                      <p:cBhvr>
                                        <p:cTn id="1252" dur="1" fill="hold">
                                          <p:stCondLst>
                                            <p:cond delay="0"/>
                                          </p:stCondLst>
                                        </p:cTn>
                                        <p:tgtEl>
                                          <p:spTgt spid="133">
                                            <p:txEl>
                                              <p:pRg st="1" end="1"/>
                                            </p:txEl>
                                          </p:spTgt>
                                        </p:tgtEl>
                                        <p:attrNameLst>
                                          <p:attrName>style.visibility</p:attrName>
                                        </p:attrNameLst>
                                      </p:cBhvr>
                                      <p:to>
                                        <p:strVal val="visible"/>
                                      </p:to>
                                    </p:set>
                                    <p:animEffect transition="in" filter="wipe(left)">
                                      <p:cBhvr>
                                        <p:cTn id="1253" dur="500"/>
                                        <p:tgtEl>
                                          <p:spTgt spid="133">
                                            <p:txEl>
                                              <p:pRg st="1" end="1"/>
                                            </p:txEl>
                                          </p:spTgt>
                                        </p:tgtEl>
                                      </p:cBhvr>
                                    </p:animEffect>
                                  </p:childTnLst>
                                </p:cTn>
                              </p:par>
                            </p:childTnLst>
                          </p:cTn>
                        </p:par>
                      </p:childTnLst>
                    </p:cTn>
                  </p:par>
                  <p:par>
                    <p:cTn id="1254" fill="hold">
                      <p:stCondLst>
                        <p:cond delay="indefinite"/>
                      </p:stCondLst>
                      <p:childTnLst>
                        <p:par>
                          <p:cTn id="1255" fill="hold">
                            <p:stCondLst>
                              <p:cond delay="0"/>
                            </p:stCondLst>
                            <p:childTnLst>
                              <p:par>
                                <p:cTn id="1256" presetID="22" presetClass="entr" presetSubtype="8" fill="hold" nodeType="clickEffect">
                                  <p:stCondLst>
                                    <p:cond delay="0"/>
                                  </p:stCondLst>
                                  <p:childTnLst>
                                    <p:set>
                                      <p:cBhvr>
                                        <p:cTn id="1257" dur="1" fill="hold">
                                          <p:stCondLst>
                                            <p:cond delay="0"/>
                                          </p:stCondLst>
                                        </p:cTn>
                                        <p:tgtEl>
                                          <p:spTgt spid="133">
                                            <p:txEl>
                                              <p:pRg st="2" end="2"/>
                                            </p:txEl>
                                          </p:spTgt>
                                        </p:tgtEl>
                                        <p:attrNameLst>
                                          <p:attrName>style.visibility</p:attrName>
                                        </p:attrNameLst>
                                      </p:cBhvr>
                                      <p:to>
                                        <p:strVal val="visible"/>
                                      </p:to>
                                    </p:set>
                                    <p:animEffect transition="in" filter="wipe(left)">
                                      <p:cBhvr>
                                        <p:cTn id="1258" dur="500"/>
                                        <p:tgtEl>
                                          <p:spTgt spid="1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9" grpId="0"/>
      <p:bldP spid="109" grpId="0"/>
      <p:bldP spid="82" grpId="0"/>
      <p:bldP spid="83" grpId="0"/>
      <p:bldP spid="5" grpId="0" build="allAtOnce" animBg="1"/>
      <p:bldP spid="6" grpId="0" animBg="1"/>
      <p:bldP spid="6" grpId="1" animBg="1"/>
      <p:bldP spid="12" grpId="0" animBg="1"/>
      <p:bldP spid="12" grpId="1" animBg="1"/>
      <p:bldP spid="13" grpId="0" animBg="1"/>
      <p:bldP spid="13" grpId="1" animBg="1"/>
      <p:bldP spid="13" grpId="2" animBg="1"/>
      <p:bldP spid="14" grpId="0" animBg="1"/>
      <p:bldP spid="14" grpId="1" animBg="1"/>
      <p:bldP spid="14" grpId="2" animBg="1"/>
      <p:bldP spid="15" grpId="0" animBg="1"/>
      <p:bldP spid="16" grpId="0" animBg="1"/>
      <p:bldP spid="16" grpId="1" animBg="1"/>
      <p:bldP spid="16" grpId="2" animBg="1"/>
      <p:bldP spid="16" grpId="3" animBg="1"/>
      <p:bldP spid="7" grpId="0"/>
      <p:bldP spid="29" grpId="0"/>
      <p:bldP spid="29" grpId="1"/>
      <p:bldP spid="29" grpId="2"/>
      <p:bldP spid="38" grpId="0"/>
      <p:bldP spid="38" grpId="1"/>
      <p:bldP spid="38" grpId="2"/>
      <p:bldP spid="39" grpId="0"/>
      <p:bldP spid="39" grpId="1"/>
      <p:bldP spid="39" grpId="2"/>
      <p:bldP spid="40" grpId="0"/>
      <p:bldP spid="40" grpId="1"/>
      <p:bldP spid="40" grpId="2"/>
      <p:bldP spid="41" grpId="0"/>
      <p:bldP spid="41" grpId="1"/>
      <p:bldP spid="41" grpId="2"/>
      <p:bldP spid="42" grpId="0"/>
      <p:bldP spid="42" grpId="1"/>
      <p:bldP spid="42" grpId="2"/>
      <p:bldP spid="58" grpId="0"/>
      <p:bldP spid="74" grpId="0"/>
      <p:bldP spid="74" grpId="1"/>
      <p:bldP spid="74" grpId="2"/>
      <p:bldP spid="75" grpId="0"/>
      <p:bldP spid="75" grpId="1"/>
      <p:bldP spid="75" grpId="2"/>
      <p:bldP spid="76" grpId="0"/>
      <p:bldP spid="76" grpId="1"/>
      <p:bldP spid="76" grpId="2"/>
      <p:bldP spid="77" grpId="0"/>
      <p:bldP spid="77" grpId="1"/>
      <p:bldP spid="77" grpId="2"/>
      <p:bldP spid="78" grpId="0"/>
      <p:bldP spid="78" grpId="1"/>
      <p:bldP spid="78" grpId="2"/>
      <p:bldP spid="79" grpId="0"/>
      <p:bldP spid="79" grpId="1"/>
      <p:bldP spid="79" grpId="2"/>
      <p:bldP spid="88" grpId="0"/>
      <p:bldP spid="88" grpId="1"/>
      <p:bldP spid="90" grpId="0"/>
      <p:bldP spid="90" grpId="1"/>
      <p:bldP spid="90" grpId="2"/>
      <p:bldP spid="90" grpId="3"/>
      <p:bldP spid="96" grpId="0"/>
      <p:bldP spid="110" grpId="0"/>
      <p:bldP spid="110" grpId="1"/>
      <p:bldP spid="110" grpId="2"/>
      <p:bldP spid="110" grpId="3"/>
      <p:bldP spid="111" grpId="0"/>
      <p:bldP spid="111" grpId="1"/>
      <p:bldP spid="111" grpId="2"/>
      <p:bldP spid="114" grpId="0"/>
      <p:bldP spid="114" grpId="1"/>
      <p:bldP spid="114" grpId="2"/>
      <p:bldP spid="115" grpId="0"/>
      <p:bldP spid="115" grpId="1"/>
      <p:bldP spid="115" grpId="2"/>
      <p:bldP spid="115" grpId="3"/>
      <p:bldP spid="117" grpId="0"/>
      <p:bldP spid="117" grpId="1"/>
      <p:bldP spid="117" grpId="2"/>
      <p:bldP spid="118" grpId="0"/>
      <p:bldP spid="118" grpId="1"/>
      <p:bldP spid="118" grpId="2"/>
      <p:bldP spid="118" grpId="3"/>
      <p:bldP spid="120" grpId="0"/>
      <p:bldP spid="121" grpId="0"/>
      <p:bldP spid="122" grpId="0"/>
      <p:bldP spid="123" grpId="0"/>
      <p:bldP spid="123" grpId="1"/>
      <p:bldP spid="123" grpId="2"/>
      <p:bldP spid="123" grpId="3"/>
      <p:bldP spid="124" grpId="0"/>
      <p:bldP spid="125" grpId="0"/>
      <p:bldP spid="126" grpId="0"/>
      <p:bldP spid="127" grpId="0"/>
      <p:bldP spid="128" grpId="0"/>
      <p:bldP spid="128" grpId="1"/>
      <p:bldP spid="128" grpId="2"/>
      <p:bldP spid="128" grpId="3"/>
      <p:bldP spid="129" grpId="0"/>
      <p:bldP spid="8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直接连接符 278657">
            <a:extLst>
              <a:ext uri="{FF2B5EF4-FFF2-40B4-BE49-F238E27FC236}">
                <a16:creationId xmlns:a16="http://schemas.microsoft.com/office/drawing/2014/main" id="{D48768F5-16E8-4FED-A299-14B9E4A71551}"/>
              </a:ext>
            </a:extLst>
          </p:cNvPr>
          <p:cNvSpPr>
            <a:spLocks noChangeShapeType="1"/>
          </p:cNvSpPr>
          <p:nvPr/>
        </p:nvSpPr>
        <p:spPr bwMode="auto">
          <a:xfrm flipH="1" flipV="1">
            <a:off x="1555900" y="2067034"/>
            <a:ext cx="799909" cy="33664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4" name="直接连接符 278657">
            <a:extLst>
              <a:ext uri="{FF2B5EF4-FFF2-40B4-BE49-F238E27FC236}">
                <a16:creationId xmlns:a16="http://schemas.microsoft.com/office/drawing/2014/main" id="{4874F012-58DB-4BA5-89A2-04A4A9F586E4}"/>
              </a:ext>
            </a:extLst>
          </p:cNvPr>
          <p:cNvSpPr>
            <a:spLocks noChangeShapeType="1"/>
          </p:cNvSpPr>
          <p:nvPr/>
        </p:nvSpPr>
        <p:spPr bwMode="auto">
          <a:xfrm flipH="1">
            <a:off x="494323" y="2072216"/>
            <a:ext cx="784410" cy="26716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5" name="直接连接符 278657">
            <a:extLst>
              <a:ext uri="{FF2B5EF4-FFF2-40B4-BE49-F238E27FC236}">
                <a16:creationId xmlns:a16="http://schemas.microsoft.com/office/drawing/2014/main" id="{2782C044-69BF-4F31-98D3-AFC54F37529D}"/>
              </a:ext>
            </a:extLst>
          </p:cNvPr>
          <p:cNvSpPr>
            <a:spLocks noChangeShapeType="1"/>
          </p:cNvSpPr>
          <p:nvPr/>
        </p:nvSpPr>
        <p:spPr bwMode="auto">
          <a:xfrm flipH="1">
            <a:off x="458657" y="2403679"/>
            <a:ext cx="17698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7" name="直接连接符 278657">
            <a:extLst>
              <a:ext uri="{FF2B5EF4-FFF2-40B4-BE49-F238E27FC236}">
                <a16:creationId xmlns:a16="http://schemas.microsoft.com/office/drawing/2014/main" id="{1C52A40D-8E16-4258-8B46-60E34B9A189D}"/>
              </a:ext>
            </a:extLst>
          </p:cNvPr>
          <p:cNvSpPr>
            <a:spLocks noChangeShapeType="1"/>
          </p:cNvSpPr>
          <p:nvPr/>
        </p:nvSpPr>
        <p:spPr bwMode="auto">
          <a:xfrm>
            <a:off x="427218" y="655161"/>
            <a:ext cx="0" cy="15694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8" name="直接连接符 278658">
            <a:extLst>
              <a:ext uri="{FF2B5EF4-FFF2-40B4-BE49-F238E27FC236}">
                <a16:creationId xmlns:a16="http://schemas.microsoft.com/office/drawing/2014/main" id="{CD3B8EB7-7939-4585-B199-AEDCCEF052B3}"/>
              </a:ext>
            </a:extLst>
          </p:cNvPr>
          <p:cNvSpPr>
            <a:spLocks noChangeShapeType="1"/>
          </p:cNvSpPr>
          <p:nvPr/>
        </p:nvSpPr>
        <p:spPr bwMode="auto">
          <a:xfrm>
            <a:off x="542080" y="592526"/>
            <a:ext cx="200904" cy="2083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9" name="直接连接符 278657">
            <a:extLst>
              <a:ext uri="{FF2B5EF4-FFF2-40B4-BE49-F238E27FC236}">
                <a16:creationId xmlns:a16="http://schemas.microsoft.com/office/drawing/2014/main" id="{D2FD8E37-F41C-46E2-B974-330E8A5059EE}"/>
              </a:ext>
            </a:extLst>
          </p:cNvPr>
          <p:cNvSpPr>
            <a:spLocks noChangeShapeType="1"/>
          </p:cNvSpPr>
          <p:nvPr/>
        </p:nvSpPr>
        <p:spPr bwMode="auto">
          <a:xfrm flipH="1">
            <a:off x="578697" y="538237"/>
            <a:ext cx="17698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10" name="直接连接符 278658">
            <a:extLst>
              <a:ext uri="{FF2B5EF4-FFF2-40B4-BE49-F238E27FC236}">
                <a16:creationId xmlns:a16="http://schemas.microsoft.com/office/drawing/2014/main" id="{F7C4FE0E-7538-4BD2-984E-BB51BA963FCB}"/>
              </a:ext>
            </a:extLst>
          </p:cNvPr>
          <p:cNvSpPr>
            <a:spLocks noChangeShapeType="1"/>
          </p:cNvSpPr>
          <p:nvPr/>
        </p:nvSpPr>
        <p:spPr bwMode="auto">
          <a:xfrm>
            <a:off x="490487" y="649308"/>
            <a:ext cx="267584" cy="71322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grpSp>
        <p:nvGrpSpPr>
          <p:cNvPr id="11" name="组合 10">
            <a:extLst>
              <a:ext uri="{FF2B5EF4-FFF2-40B4-BE49-F238E27FC236}">
                <a16:creationId xmlns:a16="http://schemas.microsoft.com/office/drawing/2014/main" id="{258665D6-BD14-4266-8EC2-D8B7E1EFC0A2}"/>
              </a:ext>
            </a:extLst>
          </p:cNvPr>
          <p:cNvGrpSpPr/>
          <p:nvPr/>
        </p:nvGrpSpPr>
        <p:grpSpPr>
          <a:xfrm>
            <a:off x="2189058" y="344505"/>
            <a:ext cx="380387" cy="307618"/>
            <a:chOff x="2879793" y="1041760"/>
            <a:chExt cx="408780" cy="381001"/>
          </a:xfrm>
        </p:grpSpPr>
        <p:sp>
          <p:nvSpPr>
            <p:cNvPr id="12" name="椭圆 278653">
              <a:extLst>
                <a:ext uri="{FF2B5EF4-FFF2-40B4-BE49-F238E27FC236}">
                  <a16:creationId xmlns:a16="http://schemas.microsoft.com/office/drawing/2014/main" id="{D9213217-80C9-4043-B4D3-31DEC826352F}"/>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3" name="矩形 278659">
              <a:extLst>
                <a:ext uri="{FF2B5EF4-FFF2-40B4-BE49-F238E27FC236}">
                  <a16:creationId xmlns:a16="http://schemas.microsoft.com/office/drawing/2014/main" id="{910FC296-51AC-4601-BBCD-4EE93CCB1F9C}"/>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B</a:t>
              </a:r>
            </a:p>
          </p:txBody>
        </p:sp>
      </p:grpSp>
      <p:grpSp>
        <p:nvGrpSpPr>
          <p:cNvPr id="14" name="组合 13">
            <a:extLst>
              <a:ext uri="{FF2B5EF4-FFF2-40B4-BE49-F238E27FC236}">
                <a16:creationId xmlns:a16="http://schemas.microsoft.com/office/drawing/2014/main" id="{C6839A13-7C3D-486A-968E-098462ED4423}"/>
              </a:ext>
            </a:extLst>
          </p:cNvPr>
          <p:cNvGrpSpPr/>
          <p:nvPr/>
        </p:nvGrpSpPr>
        <p:grpSpPr>
          <a:xfrm>
            <a:off x="244798" y="344506"/>
            <a:ext cx="372933" cy="307618"/>
            <a:chOff x="2879793" y="1041760"/>
            <a:chExt cx="408780" cy="381001"/>
          </a:xfrm>
        </p:grpSpPr>
        <p:sp>
          <p:nvSpPr>
            <p:cNvPr id="15" name="椭圆 278653">
              <a:extLst>
                <a:ext uri="{FF2B5EF4-FFF2-40B4-BE49-F238E27FC236}">
                  <a16:creationId xmlns:a16="http://schemas.microsoft.com/office/drawing/2014/main" id="{CAA921D2-EBBE-4843-BA59-0E77FC62708F}"/>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16" name="矩形 278659">
              <a:extLst>
                <a:ext uri="{FF2B5EF4-FFF2-40B4-BE49-F238E27FC236}">
                  <a16:creationId xmlns:a16="http://schemas.microsoft.com/office/drawing/2014/main" id="{72979A53-D3C6-432F-B33A-FEAA17A0D33E}"/>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A</a:t>
              </a:r>
            </a:p>
          </p:txBody>
        </p:sp>
      </p:grpSp>
      <p:grpSp>
        <p:nvGrpSpPr>
          <p:cNvPr id="17" name="组合 16">
            <a:extLst>
              <a:ext uri="{FF2B5EF4-FFF2-40B4-BE49-F238E27FC236}">
                <a16:creationId xmlns:a16="http://schemas.microsoft.com/office/drawing/2014/main" id="{F9EBE941-14AB-4B94-B410-EDD71EEC2344}"/>
              </a:ext>
            </a:extLst>
          </p:cNvPr>
          <p:cNvGrpSpPr/>
          <p:nvPr/>
        </p:nvGrpSpPr>
        <p:grpSpPr>
          <a:xfrm>
            <a:off x="678533" y="766091"/>
            <a:ext cx="331770" cy="307618"/>
            <a:chOff x="2892205" y="1041760"/>
            <a:chExt cx="381000" cy="381001"/>
          </a:xfrm>
        </p:grpSpPr>
        <p:sp>
          <p:nvSpPr>
            <p:cNvPr id="18" name="椭圆 278653">
              <a:extLst>
                <a:ext uri="{FF2B5EF4-FFF2-40B4-BE49-F238E27FC236}">
                  <a16:creationId xmlns:a16="http://schemas.microsoft.com/office/drawing/2014/main" id="{BC332A80-1E08-4E8D-9C8C-105730C970D4}"/>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9" name="矩形 278659">
              <a:extLst>
                <a:ext uri="{FF2B5EF4-FFF2-40B4-BE49-F238E27FC236}">
                  <a16:creationId xmlns:a16="http://schemas.microsoft.com/office/drawing/2014/main" id="{B440A762-8B8C-49D9-8AE0-8BB0151A6E3A}"/>
                </a:ext>
              </a:extLst>
            </p:cNvPr>
            <p:cNvSpPr>
              <a:spLocks noChangeArrowheads="1"/>
            </p:cNvSpPr>
            <p:nvPr/>
          </p:nvSpPr>
          <p:spPr bwMode="auto">
            <a:xfrm>
              <a:off x="2914803" y="1061163"/>
              <a:ext cx="346147" cy="3429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C</a:t>
              </a:r>
            </a:p>
          </p:txBody>
        </p:sp>
      </p:grpSp>
      <p:grpSp>
        <p:nvGrpSpPr>
          <p:cNvPr id="20" name="组合 19">
            <a:extLst>
              <a:ext uri="{FF2B5EF4-FFF2-40B4-BE49-F238E27FC236}">
                <a16:creationId xmlns:a16="http://schemas.microsoft.com/office/drawing/2014/main" id="{A1ADDECA-6ADD-4061-808B-08E35D83EB73}"/>
              </a:ext>
            </a:extLst>
          </p:cNvPr>
          <p:cNvGrpSpPr/>
          <p:nvPr/>
        </p:nvGrpSpPr>
        <p:grpSpPr>
          <a:xfrm>
            <a:off x="1240059" y="783917"/>
            <a:ext cx="939533" cy="309559"/>
            <a:chOff x="2664686" y="1095371"/>
            <a:chExt cx="1078948" cy="383405"/>
          </a:xfrm>
        </p:grpSpPr>
        <p:sp>
          <p:nvSpPr>
            <p:cNvPr id="21" name="直接连接符 278657">
              <a:extLst>
                <a:ext uri="{FF2B5EF4-FFF2-40B4-BE49-F238E27FC236}">
                  <a16:creationId xmlns:a16="http://schemas.microsoft.com/office/drawing/2014/main" id="{FFD005EA-1FC3-440D-9435-DB768E549BE6}"/>
                </a:ext>
              </a:extLst>
            </p:cNvPr>
            <p:cNvSpPr>
              <a:spLocks noChangeShapeType="1"/>
            </p:cNvSpPr>
            <p:nvPr/>
          </p:nvSpPr>
          <p:spPr bwMode="auto">
            <a:xfrm flipH="1" flipV="1">
              <a:off x="3046101" y="1281726"/>
              <a:ext cx="298231" cy="52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22" name="组合 21">
              <a:extLst>
                <a:ext uri="{FF2B5EF4-FFF2-40B4-BE49-F238E27FC236}">
                  <a16:creationId xmlns:a16="http://schemas.microsoft.com/office/drawing/2014/main" id="{D50B01AB-BEC8-459A-AA3E-77DE504E3340}"/>
                </a:ext>
              </a:extLst>
            </p:cNvPr>
            <p:cNvGrpSpPr/>
            <p:nvPr/>
          </p:nvGrpSpPr>
          <p:grpSpPr>
            <a:xfrm>
              <a:off x="2664686" y="1097775"/>
              <a:ext cx="408780" cy="381001"/>
              <a:chOff x="2879793" y="1041760"/>
              <a:chExt cx="408780" cy="381001"/>
            </a:xfrm>
          </p:grpSpPr>
          <p:sp>
            <p:nvSpPr>
              <p:cNvPr id="26" name="椭圆 278653">
                <a:extLst>
                  <a:ext uri="{FF2B5EF4-FFF2-40B4-BE49-F238E27FC236}">
                    <a16:creationId xmlns:a16="http://schemas.microsoft.com/office/drawing/2014/main" id="{E9CB263B-91CD-48CF-A70C-441BF3C43A16}"/>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7" name="矩形 278659">
                <a:extLst>
                  <a:ext uri="{FF2B5EF4-FFF2-40B4-BE49-F238E27FC236}">
                    <a16:creationId xmlns:a16="http://schemas.microsoft.com/office/drawing/2014/main" id="{CC54C060-5BD4-43DF-AC60-39E76DFB89F9}"/>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D</a:t>
                </a:r>
              </a:p>
            </p:txBody>
          </p:sp>
        </p:grpSp>
        <p:grpSp>
          <p:nvGrpSpPr>
            <p:cNvPr id="23" name="组合 22">
              <a:extLst>
                <a:ext uri="{FF2B5EF4-FFF2-40B4-BE49-F238E27FC236}">
                  <a16:creationId xmlns:a16="http://schemas.microsoft.com/office/drawing/2014/main" id="{B9DED9E5-6759-42FD-9BD7-2655335E0835}"/>
                </a:ext>
              </a:extLst>
            </p:cNvPr>
            <p:cNvGrpSpPr/>
            <p:nvPr/>
          </p:nvGrpSpPr>
          <p:grpSpPr>
            <a:xfrm>
              <a:off x="3334854" y="1095371"/>
              <a:ext cx="408780" cy="381001"/>
              <a:chOff x="2879793" y="1041760"/>
              <a:chExt cx="408780" cy="381001"/>
            </a:xfrm>
          </p:grpSpPr>
          <p:sp>
            <p:nvSpPr>
              <p:cNvPr id="24" name="椭圆 278653">
                <a:extLst>
                  <a:ext uri="{FF2B5EF4-FFF2-40B4-BE49-F238E27FC236}">
                    <a16:creationId xmlns:a16="http://schemas.microsoft.com/office/drawing/2014/main" id="{6DA91B80-A20A-4B80-A41F-E13EDAFCF21E}"/>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5" name="矩形 278659">
                <a:extLst>
                  <a:ext uri="{FF2B5EF4-FFF2-40B4-BE49-F238E27FC236}">
                    <a16:creationId xmlns:a16="http://schemas.microsoft.com/office/drawing/2014/main" id="{5F8592AA-6EBA-482C-B7E5-AA9A8490EED3}"/>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E</a:t>
                </a:r>
              </a:p>
            </p:txBody>
          </p:sp>
        </p:grpSp>
      </p:grpSp>
      <p:grpSp>
        <p:nvGrpSpPr>
          <p:cNvPr id="28" name="组合 27">
            <a:extLst>
              <a:ext uri="{FF2B5EF4-FFF2-40B4-BE49-F238E27FC236}">
                <a16:creationId xmlns:a16="http://schemas.microsoft.com/office/drawing/2014/main" id="{EDED63AA-BB41-4319-AED8-D027C7379AFC}"/>
              </a:ext>
            </a:extLst>
          </p:cNvPr>
          <p:cNvGrpSpPr/>
          <p:nvPr/>
        </p:nvGrpSpPr>
        <p:grpSpPr>
          <a:xfrm>
            <a:off x="658272" y="1332433"/>
            <a:ext cx="378620" cy="307618"/>
            <a:chOff x="2879792" y="1041760"/>
            <a:chExt cx="448963" cy="381001"/>
          </a:xfrm>
        </p:grpSpPr>
        <p:sp>
          <p:nvSpPr>
            <p:cNvPr id="29" name="椭圆 278653">
              <a:extLst>
                <a:ext uri="{FF2B5EF4-FFF2-40B4-BE49-F238E27FC236}">
                  <a16:creationId xmlns:a16="http://schemas.microsoft.com/office/drawing/2014/main" id="{3DEFCF3E-3CDA-4EF2-8ECB-E57770B1EF36}"/>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30" name="矩形 278659">
              <a:extLst>
                <a:ext uri="{FF2B5EF4-FFF2-40B4-BE49-F238E27FC236}">
                  <a16:creationId xmlns:a16="http://schemas.microsoft.com/office/drawing/2014/main" id="{812B8B3D-C14E-4C54-8E8A-FAD0D8DC3B2E}"/>
                </a:ext>
              </a:extLst>
            </p:cNvPr>
            <p:cNvSpPr>
              <a:spLocks noChangeArrowheads="1"/>
            </p:cNvSpPr>
            <p:nvPr/>
          </p:nvSpPr>
          <p:spPr bwMode="auto">
            <a:xfrm>
              <a:off x="2879792" y="1061144"/>
              <a:ext cx="448963"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F</a:t>
              </a:r>
            </a:p>
          </p:txBody>
        </p:sp>
      </p:grpSp>
      <p:grpSp>
        <p:nvGrpSpPr>
          <p:cNvPr id="31" name="组合 30">
            <a:extLst>
              <a:ext uri="{FF2B5EF4-FFF2-40B4-BE49-F238E27FC236}">
                <a16:creationId xmlns:a16="http://schemas.microsoft.com/office/drawing/2014/main" id="{5AA428BE-52C0-4520-AB03-B55026884FD2}"/>
              </a:ext>
            </a:extLst>
          </p:cNvPr>
          <p:cNvGrpSpPr/>
          <p:nvPr/>
        </p:nvGrpSpPr>
        <p:grpSpPr>
          <a:xfrm>
            <a:off x="1229211" y="1836333"/>
            <a:ext cx="373569" cy="307618"/>
            <a:chOff x="2879793" y="1041760"/>
            <a:chExt cx="414474" cy="381001"/>
          </a:xfrm>
        </p:grpSpPr>
        <p:sp>
          <p:nvSpPr>
            <p:cNvPr id="32" name="椭圆 278653">
              <a:extLst>
                <a:ext uri="{FF2B5EF4-FFF2-40B4-BE49-F238E27FC236}">
                  <a16:creationId xmlns:a16="http://schemas.microsoft.com/office/drawing/2014/main" id="{84490AFA-52A5-40BD-A6A6-ED1D04F77A0B}"/>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33" name="矩形 278659">
              <a:extLst>
                <a:ext uri="{FF2B5EF4-FFF2-40B4-BE49-F238E27FC236}">
                  <a16:creationId xmlns:a16="http://schemas.microsoft.com/office/drawing/2014/main" id="{724358A8-6BDB-41FA-991F-5ECBC8508411}"/>
                </a:ext>
              </a:extLst>
            </p:cNvPr>
            <p:cNvSpPr>
              <a:spLocks noChangeArrowheads="1"/>
            </p:cNvSpPr>
            <p:nvPr/>
          </p:nvSpPr>
          <p:spPr bwMode="auto">
            <a:xfrm>
              <a:off x="2879793" y="1071009"/>
              <a:ext cx="414474"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J</a:t>
              </a:r>
            </a:p>
          </p:txBody>
        </p:sp>
      </p:grpSp>
      <p:grpSp>
        <p:nvGrpSpPr>
          <p:cNvPr id="34" name="组合 33">
            <a:extLst>
              <a:ext uri="{FF2B5EF4-FFF2-40B4-BE49-F238E27FC236}">
                <a16:creationId xmlns:a16="http://schemas.microsoft.com/office/drawing/2014/main" id="{7C6A64B0-AF44-4FC2-A156-520087ED2842}"/>
              </a:ext>
            </a:extLst>
          </p:cNvPr>
          <p:cNvGrpSpPr/>
          <p:nvPr/>
        </p:nvGrpSpPr>
        <p:grpSpPr>
          <a:xfrm>
            <a:off x="636239" y="1331350"/>
            <a:ext cx="1543353" cy="797885"/>
            <a:chOff x="2022021" y="1733260"/>
            <a:chExt cx="1736704" cy="988223"/>
          </a:xfrm>
        </p:grpSpPr>
        <p:sp>
          <p:nvSpPr>
            <p:cNvPr id="35" name="直接连接符 278657">
              <a:extLst>
                <a:ext uri="{FF2B5EF4-FFF2-40B4-BE49-F238E27FC236}">
                  <a16:creationId xmlns:a16="http://schemas.microsoft.com/office/drawing/2014/main" id="{B2674E15-97B0-44C4-80F0-6BAC2E21A0E0}"/>
                </a:ext>
              </a:extLst>
            </p:cNvPr>
            <p:cNvSpPr>
              <a:spLocks noChangeShapeType="1"/>
            </p:cNvSpPr>
            <p:nvPr/>
          </p:nvSpPr>
          <p:spPr bwMode="auto">
            <a:xfrm flipH="1">
              <a:off x="3555800" y="2099616"/>
              <a:ext cx="0" cy="2360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36" name="直接连接符 278657">
              <a:extLst>
                <a:ext uri="{FF2B5EF4-FFF2-40B4-BE49-F238E27FC236}">
                  <a16:creationId xmlns:a16="http://schemas.microsoft.com/office/drawing/2014/main" id="{AC925545-BE7D-4AAB-88BE-7A30591E07D5}"/>
                </a:ext>
              </a:extLst>
            </p:cNvPr>
            <p:cNvSpPr>
              <a:spLocks noChangeShapeType="1"/>
            </p:cNvSpPr>
            <p:nvPr/>
          </p:nvSpPr>
          <p:spPr bwMode="auto">
            <a:xfrm flipH="1" flipV="1">
              <a:off x="3046102" y="1916725"/>
              <a:ext cx="316254" cy="520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37" name="直接连接符 278657">
              <a:extLst>
                <a:ext uri="{FF2B5EF4-FFF2-40B4-BE49-F238E27FC236}">
                  <a16:creationId xmlns:a16="http://schemas.microsoft.com/office/drawing/2014/main" id="{2B3D4AC8-756E-4997-91FF-7813E0E6F64E}"/>
                </a:ext>
              </a:extLst>
            </p:cNvPr>
            <p:cNvSpPr>
              <a:spLocks noChangeShapeType="1"/>
            </p:cNvSpPr>
            <p:nvPr/>
          </p:nvSpPr>
          <p:spPr bwMode="auto">
            <a:xfrm flipH="1">
              <a:off x="2355574" y="2040468"/>
              <a:ext cx="404503" cy="351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38" name="直接连接符 278658">
              <a:extLst>
                <a:ext uri="{FF2B5EF4-FFF2-40B4-BE49-F238E27FC236}">
                  <a16:creationId xmlns:a16="http://schemas.microsoft.com/office/drawing/2014/main" id="{7F5B296B-1683-466D-8A9E-555C360E3B34}"/>
                </a:ext>
              </a:extLst>
            </p:cNvPr>
            <p:cNvSpPr>
              <a:spLocks noChangeShapeType="1"/>
            </p:cNvSpPr>
            <p:nvPr/>
          </p:nvSpPr>
          <p:spPr bwMode="auto">
            <a:xfrm>
              <a:off x="2966988" y="1983974"/>
              <a:ext cx="442803" cy="4077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39" name="组合 38">
              <a:extLst>
                <a:ext uri="{FF2B5EF4-FFF2-40B4-BE49-F238E27FC236}">
                  <a16:creationId xmlns:a16="http://schemas.microsoft.com/office/drawing/2014/main" id="{3B3EFCB5-C72B-4BDB-95F4-ED60F34F00C3}"/>
                </a:ext>
              </a:extLst>
            </p:cNvPr>
            <p:cNvGrpSpPr/>
            <p:nvPr/>
          </p:nvGrpSpPr>
          <p:grpSpPr>
            <a:xfrm>
              <a:off x="2679777" y="1735664"/>
              <a:ext cx="408780" cy="381001"/>
              <a:chOff x="2879793" y="1041760"/>
              <a:chExt cx="408780" cy="381001"/>
            </a:xfrm>
          </p:grpSpPr>
          <p:sp>
            <p:nvSpPr>
              <p:cNvPr id="49" name="椭圆 278653">
                <a:extLst>
                  <a:ext uri="{FF2B5EF4-FFF2-40B4-BE49-F238E27FC236}">
                    <a16:creationId xmlns:a16="http://schemas.microsoft.com/office/drawing/2014/main" id="{B5A3D88D-1414-42C0-9D92-FF9C54ACB0A6}"/>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50" name="矩形 278659">
                <a:extLst>
                  <a:ext uri="{FF2B5EF4-FFF2-40B4-BE49-F238E27FC236}">
                    <a16:creationId xmlns:a16="http://schemas.microsoft.com/office/drawing/2014/main" id="{30A1C3B0-C4BB-4BAA-B218-35FCE28DC628}"/>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G</a:t>
                </a:r>
              </a:p>
            </p:txBody>
          </p:sp>
        </p:grpSp>
        <p:grpSp>
          <p:nvGrpSpPr>
            <p:cNvPr id="40" name="组合 39">
              <a:extLst>
                <a:ext uri="{FF2B5EF4-FFF2-40B4-BE49-F238E27FC236}">
                  <a16:creationId xmlns:a16="http://schemas.microsoft.com/office/drawing/2014/main" id="{300EDC5B-3909-48D6-951F-622DDB88D5BB}"/>
                </a:ext>
              </a:extLst>
            </p:cNvPr>
            <p:cNvGrpSpPr/>
            <p:nvPr/>
          </p:nvGrpSpPr>
          <p:grpSpPr>
            <a:xfrm>
              <a:off x="3349945" y="1733260"/>
              <a:ext cx="408780" cy="381001"/>
              <a:chOff x="2879793" y="1041760"/>
              <a:chExt cx="408780" cy="381001"/>
            </a:xfrm>
          </p:grpSpPr>
          <p:sp>
            <p:nvSpPr>
              <p:cNvPr id="47" name="椭圆 278653">
                <a:extLst>
                  <a:ext uri="{FF2B5EF4-FFF2-40B4-BE49-F238E27FC236}">
                    <a16:creationId xmlns:a16="http://schemas.microsoft.com/office/drawing/2014/main" id="{C9D17660-0D75-468F-B65A-F30D4F0135EF}"/>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48" name="矩形 278659">
                <a:extLst>
                  <a:ext uri="{FF2B5EF4-FFF2-40B4-BE49-F238E27FC236}">
                    <a16:creationId xmlns:a16="http://schemas.microsoft.com/office/drawing/2014/main" id="{DA22BE18-8149-4095-A25D-73FBB551DCE2}"/>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H</a:t>
                </a:r>
              </a:p>
            </p:txBody>
          </p:sp>
        </p:grpSp>
        <p:grpSp>
          <p:nvGrpSpPr>
            <p:cNvPr id="41" name="组合 40">
              <a:extLst>
                <a:ext uri="{FF2B5EF4-FFF2-40B4-BE49-F238E27FC236}">
                  <a16:creationId xmlns:a16="http://schemas.microsoft.com/office/drawing/2014/main" id="{1B3B6706-43E0-4ACA-98C5-B529C93C3675}"/>
                </a:ext>
              </a:extLst>
            </p:cNvPr>
            <p:cNvGrpSpPr/>
            <p:nvPr/>
          </p:nvGrpSpPr>
          <p:grpSpPr>
            <a:xfrm>
              <a:off x="2022021" y="2335700"/>
              <a:ext cx="408780" cy="381001"/>
              <a:chOff x="2879793" y="1041760"/>
              <a:chExt cx="408780" cy="381001"/>
            </a:xfrm>
          </p:grpSpPr>
          <p:sp>
            <p:nvSpPr>
              <p:cNvPr id="45" name="椭圆 278653">
                <a:extLst>
                  <a:ext uri="{FF2B5EF4-FFF2-40B4-BE49-F238E27FC236}">
                    <a16:creationId xmlns:a16="http://schemas.microsoft.com/office/drawing/2014/main" id="{8F9E1E2E-CED7-4CDF-BE20-0286ECE4DD81}"/>
                  </a:ext>
                </a:extLst>
              </p:cNvPr>
              <p:cNvSpPr>
                <a:spLocks noChangeArrowheads="1"/>
              </p:cNvSpPr>
              <p:nvPr/>
            </p:nvSpPr>
            <p:spPr bwMode="auto">
              <a:xfrm>
                <a:off x="2917852" y="1041760"/>
                <a:ext cx="355351"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46" name="矩形 278659">
                <a:extLst>
                  <a:ext uri="{FF2B5EF4-FFF2-40B4-BE49-F238E27FC236}">
                    <a16:creationId xmlns:a16="http://schemas.microsoft.com/office/drawing/2014/main" id="{AEC6663C-D97E-4ECC-801B-D1348F4A2480}"/>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I</a:t>
                </a:r>
              </a:p>
            </p:txBody>
          </p:sp>
        </p:grpSp>
        <p:grpSp>
          <p:nvGrpSpPr>
            <p:cNvPr id="42" name="组合 41">
              <a:extLst>
                <a:ext uri="{FF2B5EF4-FFF2-40B4-BE49-F238E27FC236}">
                  <a16:creationId xmlns:a16="http://schemas.microsoft.com/office/drawing/2014/main" id="{FEF0938A-65ED-4DB2-A91C-9216A1D64037}"/>
                </a:ext>
              </a:extLst>
            </p:cNvPr>
            <p:cNvGrpSpPr/>
            <p:nvPr/>
          </p:nvGrpSpPr>
          <p:grpSpPr>
            <a:xfrm>
              <a:off x="3349945" y="2340482"/>
              <a:ext cx="408780" cy="381001"/>
              <a:chOff x="2879793" y="1041760"/>
              <a:chExt cx="408780" cy="381001"/>
            </a:xfrm>
          </p:grpSpPr>
          <p:sp>
            <p:nvSpPr>
              <p:cNvPr id="43" name="椭圆 278653">
                <a:extLst>
                  <a:ext uri="{FF2B5EF4-FFF2-40B4-BE49-F238E27FC236}">
                    <a16:creationId xmlns:a16="http://schemas.microsoft.com/office/drawing/2014/main" id="{98542B1C-957F-4349-9820-BA86C62C7D73}"/>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44" name="矩形 278659">
                <a:extLst>
                  <a:ext uri="{FF2B5EF4-FFF2-40B4-BE49-F238E27FC236}">
                    <a16:creationId xmlns:a16="http://schemas.microsoft.com/office/drawing/2014/main" id="{1EDA9C94-5E74-4604-B92C-DD15770F92FD}"/>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K</a:t>
                </a:r>
              </a:p>
            </p:txBody>
          </p:sp>
        </p:grpSp>
      </p:grpSp>
      <p:grpSp>
        <p:nvGrpSpPr>
          <p:cNvPr id="51" name="组合 50">
            <a:extLst>
              <a:ext uri="{FF2B5EF4-FFF2-40B4-BE49-F238E27FC236}">
                <a16:creationId xmlns:a16="http://schemas.microsoft.com/office/drawing/2014/main" id="{47E392CF-81D7-4A05-B0BB-A5209BE71B35}"/>
              </a:ext>
            </a:extLst>
          </p:cNvPr>
          <p:cNvGrpSpPr/>
          <p:nvPr/>
        </p:nvGrpSpPr>
        <p:grpSpPr>
          <a:xfrm>
            <a:off x="249559" y="2228603"/>
            <a:ext cx="354154" cy="307618"/>
            <a:chOff x="2879793" y="1041760"/>
            <a:chExt cx="419009" cy="381001"/>
          </a:xfrm>
        </p:grpSpPr>
        <p:sp>
          <p:nvSpPr>
            <p:cNvPr id="52" name="椭圆 278653">
              <a:extLst>
                <a:ext uri="{FF2B5EF4-FFF2-40B4-BE49-F238E27FC236}">
                  <a16:creationId xmlns:a16="http://schemas.microsoft.com/office/drawing/2014/main" id="{F714CD54-7B88-443A-9EBB-7A2F13ACD165}"/>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53" name="矩形 278659">
              <a:extLst>
                <a:ext uri="{FF2B5EF4-FFF2-40B4-BE49-F238E27FC236}">
                  <a16:creationId xmlns:a16="http://schemas.microsoft.com/office/drawing/2014/main" id="{656CCA5A-F7E6-4F8D-B00E-503D76EECCD1}"/>
                </a:ext>
              </a:extLst>
            </p:cNvPr>
            <p:cNvSpPr>
              <a:spLocks noChangeArrowheads="1"/>
            </p:cNvSpPr>
            <p:nvPr/>
          </p:nvSpPr>
          <p:spPr bwMode="auto">
            <a:xfrm>
              <a:off x="2879793" y="1060813"/>
              <a:ext cx="419009"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L</a:t>
              </a:r>
            </a:p>
          </p:txBody>
        </p:sp>
      </p:grpSp>
      <p:grpSp>
        <p:nvGrpSpPr>
          <p:cNvPr id="54" name="组合 53">
            <a:extLst>
              <a:ext uri="{FF2B5EF4-FFF2-40B4-BE49-F238E27FC236}">
                <a16:creationId xmlns:a16="http://schemas.microsoft.com/office/drawing/2014/main" id="{E1DC14A5-2594-4426-8B91-9FC7359EA8B4}"/>
              </a:ext>
            </a:extLst>
          </p:cNvPr>
          <p:cNvGrpSpPr/>
          <p:nvPr/>
        </p:nvGrpSpPr>
        <p:grpSpPr>
          <a:xfrm>
            <a:off x="2160198" y="2228603"/>
            <a:ext cx="380389" cy="307618"/>
            <a:chOff x="2879793" y="1041760"/>
            <a:chExt cx="408782" cy="381001"/>
          </a:xfrm>
        </p:grpSpPr>
        <p:sp>
          <p:nvSpPr>
            <p:cNvPr id="55" name="椭圆 278653">
              <a:extLst>
                <a:ext uri="{FF2B5EF4-FFF2-40B4-BE49-F238E27FC236}">
                  <a16:creationId xmlns:a16="http://schemas.microsoft.com/office/drawing/2014/main" id="{41835C18-42B8-4E9C-8562-16D0EA2AA2C5}"/>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56" name="矩形 278659">
              <a:extLst>
                <a:ext uri="{FF2B5EF4-FFF2-40B4-BE49-F238E27FC236}">
                  <a16:creationId xmlns:a16="http://schemas.microsoft.com/office/drawing/2014/main" id="{AAFE732D-CE5B-45EE-AA1F-8847BE6AD43D}"/>
                </a:ext>
              </a:extLst>
            </p:cNvPr>
            <p:cNvSpPr>
              <a:spLocks noChangeArrowheads="1"/>
            </p:cNvSpPr>
            <p:nvPr/>
          </p:nvSpPr>
          <p:spPr bwMode="auto">
            <a:xfrm>
              <a:off x="2879793" y="1068288"/>
              <a:ext cx="408782"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M</a:t>
              </a:r>
            </a:p>
          </p:txBody>
        </p:sp>
      </p:grpSp>
      <p:grpSp>
        <p:nvGrpSpPr>
          <p:cNvPr id="353" name="组合 352">
            <a:extLst>
              <a:ext uri="{FF2B5EF4-FFF2-40B4-BE49-F238E27FC236}">
                <a16:creationId xmlns:a16="http://schemas.microsoft.com/office/drawing/2014/main" id="{9C8C5475-57C1-4392-B4D6-493ED2D980CD}"/>
              </a:ext>
            </a:extLst>
          </p:cNvPr>
          <p:cNvGrpSpPr/>
          <p:nvPr/>
        </p:nvGrpSpPr>
        <p:grpSpPr>
          <a:xfrm>
            <a:off x="593165" y="4389939"/>
            <a:ext cx="5341386" cy="2285547"/>
            <a:chOff x="338535" y="4336442"/>
            <a:chExt cx="5344168" cy="2286736"/>
          </a:xfrm>
        </p:grpSpPr>
        <p:grpSp>
          <p:nvGrpSpPr>
            <p:cNvPr id="95" name="组合 94">
              <a:extLst>
                <a:ext uri="{FF2B5EF4-FFF2-40B4-BE49-F238E27FC236}">
                  <a16:creationId xmlns:a16="http://schemas.microsoft.com/office/drawing/2014/main" id="{D02820B3-5BC7-4D47-AD37-A1949D9F8C5E}"/>
                </a:ext>
              </a:extLst>
            </p:cNvPr>
            <p:cNvGrpSpPr/>
            <p:nvPr/>
          </p:nvGrpSpPr>
          <p:grpSpPr>
            <a:xfrm>
              <a:off x="368605" y="4705683"/>
              <a:ext cx="693649" cy="249172"/>
              <a:chOff x="693153" y="4807739"/>
              <a:chExt cx="833226" cy="249172"/>
            </a:xfrm>
          </p:grpSpPr>
          <p:sp>
            <p:nvSpPr>
              <p:cNvPr id="96" name="文本框 95">
                <a:extLst>
                  <a:ext uri="{FF2B5EF4-FFF2-40B4-BE49-F238E27FC236}">
                    <a16:creationId xmlns:a16="http://schemas.microsoft.com/office/drawing/2014/main" id="{61989842-F006-4D2E-A756-85BB68AEE18C}"/>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A</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97" name="文本框 96">
                <a:extLst>
                  <a:ext uri="{FF2B5EF4-FFF2-40B4-BE49-F238E27FC236}">
                    <a16:creationId xmlns:a16="http://schemas.microsoft.com/office/drawing/2014/main" id="{F2518D28-6D9E-4E8C-8BC5-620EF57F1934}"/>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98" name="文本框 97">
                <a:extLst>
                  <a:ext uri="{FF2B5EF4-FFF2-40B4-BE49-F238E27FC236}">
                    <a16:creationId xmlns:a16="http://schemas.microsoft.com/office/drawing/2014/main" id="{A7950D77-11F3-4341-A498-880D4D6144A6}"/>
                  </a:ext>
                </a:extLst>
              </p:cNvPr>
              <p:cNvSpPr txBox="1"/>
              <p:nvPr/>
            </p:nvSpPr>
            <p:spPr>
              <a:xfrm>
                <a:off x="1269218" y="4807739"/>
                <a:ext cx="257161"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99" name="文本框 98">
              <a:extLst>
                <a:ext uri="{FF2B5EF4-FFF2-40B4-BE49-F238E27FC236}">
                  <a16:creationId xmlns:a16="http://schemas.microsoft.com/office/drawing/2014/main" id="{C1191350-E536-4724-9339-686E1A07D5B6}"/>
                </a:ext>
              </a:extLst>
            </p:cNvPr>
            <p:cNvSpPr txBox="1"/>
            <p:nvPr/>
          </p:nvSpPr>
          <p:spPr>
            <a:xfrm>
              <a:off x="641363" y="4735708"/>
              <a:ext cx="186827"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grpSp>
          <p:nvGrpSpPr>
            <p:cNvPr id="103" name="组合 102">
              <a:extLst>
                <a:ext uri="{FF2B5EF4-FFF2-40B4-BE49-F238E27FC236}">
                  <a16:creationId xmlns:a16="http://schemas.microsoft.com/office/drawing/2014/main" id="{82A18395-4BC0-47A7-8F59-B247F46FCEB1}"/>
                </a:ext>
              </a:extLst>
            </p:cNvPr>
            <p:cNvGrpSpPr/>
            <p:nvPr/>
          </p:nvGrpSpPr>
          <p:grpSpPr>
            <a:xfrm>
              <a:off x="338535" y="4336442"/>
              <a:ext cx="259830" cy="366258"/>
              <a:chOff x="8088567" y="2845258"/>
              <a:chExt cx="259830" cy="366258"/>
            </a:xfrm>
          </p:grpSpPr>
          <p:cxnSp>
            <p:nvCxnSpPr>
              <p:cNvPr id="104" name="直接箭头连接符 103">
                <a:extLst>
                  <a:ext uri="{FF2B5EF4-FFF2-40B4-BE49-F238E27FC236}">
                    <a16:creationId xmlns:a16="http://schemas.microsoft.com/office/drawing/2014/main" id="{BF50C164-A4AA-423D-A857-6190A9271C8E}"/>
                  </a:ext>
                </a:extLst>
              </p:cNvPr>
              <p:cNvCxnSpPr>
                <a:cxnSpLocks/>
              </p:cNvCxnSpPr>
              <p:nvPr/>
            </p:nvCxnSpPr>
            <p:spPr>
              <a:xfrm>
                <a:off x="8263134" y="2917266"/>
                <a:ext cx="0" cy="29425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05" name="矩形 278659">
                <a:extLst>
                  <a:ext uri="{FF2B5EF4-FFF2-40B4-BE49-F238E27FC236}">
                    <a16:creationId xmlns:a16="http://schemas.microsoft.com/office/drawing/2014/main" id="{7C5615EA-A4CB-4A56-ADA3-39CB77843E14}"/>
                  </a:ext>
                </a:extLst>
              </p:cNvPr>
              <p:cNvSpPr>
                <a:spLocks noChangeArrowheads="1"/>
              </p:cNvSpPr>
              <p:nvPr/>
            </p:nvSpPr>
            <p:spPr bwMode="auto">
              <a:xfrm>
                <a:off x="8088567" y="2845258"/>
                <a:ext cx="25983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T</a:t>
                </a:r>
              </a:p>
            </p:txBody>
          </p:sp>
        </p:grpSp>
        <p:grpSp>
          <p:nvGrpSpPr>
            <p:cNvPr id="107" name="组合 106">
              <a:extLst>
                <a:ext uri="{FF2B5EF4-FFF2-40B4-BE49-F238E27FC236}">
                  <a16:creationId xmlns:a16="http://schemas.microsoft.com/office/drawing/2014/main" id="{5D8EE3A2-CA99-4423-8622-CCF4BBFCA33A}"/>
                </a:ext>
              </a:extLst>
            </p:cNvPr>
            <p:cNvGrpSpPr/>
            <p:nvPr/>
          </p:nvGrpSpPr>
          <p:grpSpPr>
            <a:xfrm>
              <a:off x="362644" y="5278107"/>
              <a:ext cx="699610" cy="249172"/>
              <a:chOff x="693153" y="4807739"/>
              <a:chExt cx="840386" cy="249172"/>
            </a:xfrm>
          </p:grpSpPr>
          <p:sp>
            <p:nvSpPr>
              <p:cNvPr id="108" name="文本框 107">
                <a:extLst>
                  <a:ext uri="{FF2B5EF4-FFF2-40B4-BE49-F238E27FC236}">
                    <a16:creationId xmlns:a16="http://schemas.microsoft.com/office/drawing/2014/main" id="{D81A7BB1-4FC7-4206-BC3F-F4E005A5E541}"/>
                  </a:ext>
                </a:extLst>
              </p:cNvPr>
              <p:cNvSpPr txBox="1"/>
              <p:nvPr/>
            </p:nvSpPr>
            <p:spPr>
              <a:xfrm>
                <a:off x="693153" y="4807740"/>
                <a:ext cx="293453"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L</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09" name="文本框 108">
                <a:extLst>
                  <a:ext uri="{FF2B5EF4-FFF2-40B4-BE49-F238E27FC236}">
                    <a16:creationId xmlns:a16="http://schemas.microsoft.com/office/drawing/2014/main" id="{DEBCC2E2-3D12-414A-8543-9AF1DA3E36C7}"/>
                  </a:ext>
                </a:extLst>
              </p:cNvPr>
              <p:cNvSpPr txBox="1"/>
              <p:nvPr/>
            </p:nvSpPr>
            <p:spPr>
              <a:xfrm>
                <a:off x="981185" y="4807739"/>
                <a:ext cx="293453"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10" name="文本框 109">
                <a:extLst>
                  <a:ext uri="{FF2B5EF4-FFF2-40B4-BE49-F238E27FC236}">
                    <a16:creationId xmlns:a16="http://schemas.microsoft.com/office/drawing/2014/main" id="{73112D00-F100-430B-AE53-C91730CACC28}"/>
                  </a:ext>
                </a:extLst>
              </p:cNvPr>
              <p:cNvSpPr txBox="1"/>
              <p:nvPr/>
            </p:nvSpPr>
            <p:spPr>
              <a:xfrm>
                <a:off x="1269218" y="4807739"/>
                <a:ext cx="264321"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cxnSp>
          <p:nvCxnSpPr>
            <p:cNvPr id="114" name="直接箭头连接符 113">
              <a:extLst>
                <a:ext uri="{FF2B5EF4-FFF2-40B4-BE49-F238E27FC236}">
                  <a16:creationId xmlns:a16="http://schemas.microsoft.com/office/drawing/2014/main" id="{C0CCB559-7B69-47C8-A807-39DE71E622AB}"/>
                </a:ext>
              </a:extLst>
            </p:cNvPr>
            <p:cNvCxnSpPr>
              <a:cxnSpLocks/>
            </p:cNvCxnSpPr>
            <p:nvPr/>
          </p:nvCxnSpPr>
          <p:spPr>
            <a:xfrm>
              <a:off x="721789" y="4851225"/>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15" name="文本框 114">
              <a:extLst>
                <a:ext uri="{FF2B5EF4-FFF2-40B4-BE49-F238E27FC236}">
                  <a16:creationId xmlns:a16="http://schemas.microsoft.com/office/drawing/2014/main" id="{66CF1A21-F114-48BA-9394-0771B847FA0E}"/>
                </a:ext>
              </a:extLst>
            </p:cNvPr>
            <p:cNvSpPr txBox="1"/>
            <p:nvPr/>
          </p:nvSpPr>
          <p:spPr>
            <a:xfrm>
              <a:off x="620831" y="5304218"/>
              <a:ext cx="186827"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grpSp>
          <p:nvGrpSpPr>
            <p:cNvPr id="120" name="组合 119">
              <a:extLst>
                <a:ext uri="{FF2B5EF4-FFF2-40B4-BE49-F238E27FC236}">
                  <a16:creationId xmlns:a16="http://schemas.microsoft.com/office/drawing/2014/main" id="{1C805547-A24D-4C92-9479-83F3C2DD4AD5}"/>
                </a:ext>
              </a:extLst>
            </p:cNvPr>
            <p:cNvGrpSpPr/>
            <p:nvPr/>
          </p:nvGrpSpPr>
          <p:grpSpPr>
            <a:xfrm>
              <a:off x="358757" y="5837718"/>
              <a:ext cx="703498" cy="249172"/>
              <a:chOff x="693153" y="4807739"/>
              <a:chExt cx="845056" cy="249172"/>
            </a:xfrm>
          </p:grpSpPr>
          <p:sp>
            <p:nvSpPr>
              <p:cNvPr id="121" name="文本框 120">
                <a:extLst>
                  <a:ext uri="{FF2B5EF4-FFF2-40B4-BE49-F238E27FC236}">
                    <a16:creationId xmlns:a16="http://schemas.microsoft.com/office/drawing/2014/main" id="{0E7EC9DD-74FC-4948-B013-B30D39BAB308}"/>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M</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22" name="文本框 121">
                <a:extLst>
                  <a:ext uri="{FF2B5EF4-FFF2-40B4-BE49-F238E27FC236}">
                    <a16:creationId xmlns:a16="http://schemas.microsoft.com/office/drawing/2014/main" id="{59DF028A-EDEF-427E-A83C-AA96B5A2559B}"/>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23" name="文本框 122">
                <a:extLst>
                  <a:ext uri="{FF2B5EF4-FFF2-40B4-BE49-F238E27FC236}">
                    <a16:creationId xmlns:a16="http://schemas.microsoft.com/office/drawing/2014/main" id="{731F18CF-7221-4CBA-BA4D-AB3693CC800E}"/>
                  </a:ext>
                </a:extLst>
              </p:cNvPr>
              <p:cNvSpPr txBox="1"/>
              <p:nvPr/>
            </p:nvSpPr>
            <p:spPr>
              <a:xfrm>
                <a:off x="1269219" y="4807739"/>
                <a:ext cx="268990"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124" name="文本框 123">
              <a:extLst>
                <a:ext uri="{FF2B5EF4-FFF2-40B4-BE49-F238E27FC236}">
                  <a16:creationId xmlns:a16="http://schemas.microsoft.com/office/drawing/2014/main" id="{EDED25F8-C63B-462F-850C-1DE1C4EA5AF1}"/>
                </a:ext>
              </a:extLst>
            </p:cNvPr>
            <p:cNvSpPr txBox="1"/>
            <p:nvPr/>
          </p:nvSpPr>
          <p:spPr>
            <a:xfrm>
              <a:off x="616944" y="5854855"/>
              <a:ext cx="190714"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125" name="文本框 124">
              <a:extLst>
                <a:ext uri="{FF2B5EF4-FFF2-40B4-BE49-F238E27FC236}">
                  <a16:creationId xmlns:a16="http://schemas.microsoft.com/office/drawing/2014/main" id="{AF4CF1E2-538C-4599-99FC-ECF679F69FB5}"/>
                </a:ext>
              </a:extLst>
            </p:cNvPr>
            <p:cNvSpPr txBox="1"/>
            <p:nvPr/>
          </p:nvSpPr>
          <p:spPr>
            <a:xfrm>
              <a:off x="863345" y="5877488"/>
              <a:ext cx="183707"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126" name="直接箭头连接符 125">
              <a:extLst>
                <a:ext uri="{FF2B5EF4-FFF2-40B4-BE49-F238E27FC236}">
                  <a16:creationId xmlns:a16="http://schemas.microsoft.com/office/drawing/2014/main" id="{07F06538-D252-4128-AA67-306B3171F5E7}"/>
                </a:ext>
              </a:extLst>
            </p:cNvPr>
            <p:cNvCxnSpPr>
              <a:cxnSpLocks/>
            </p:cNvCxnSpPr>
            <p:nvPr/>
          </p:nvCxnSpPr>
          <p:spPr>
            <a:xfrm>
              <a:off x="712462" y="5400198"/>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33" name="组合 132">
              <a:extLst>
                <a:ext uri="{FF2B5EF4-FFF2-40B4-BE49-F238E27FC236}">
                  <a16:creationId xmlns:a16="http://schemas.microsoft.com/office/drawing/2014/main" id="{9E76E698-626B-45A6-B54A-64FDEEFFC1EC}"/>
                </a:ext>
              </a:extLst>
            </p:cNvPr>
            <p:cNvGrpSpPr/>
            <p:nvPr/>
          </p:nvGrpSpPr>
          <p:grpSpPr>
            <a:xfrm>
              <a:off x="345440" y="6365530"/>
              <a:ext cx="710546" cy="249172"/>
              <a:chOff x="693153" y="4807739"/>
              <a:chExt cx="853522" cy="249172"/>
            </a:xfrm>
          </p:grpSpPr>
          <p:sp>
            <p:nvSpPr>
              <p:cNvPr id="134" name="文本框 133">
                <a:extLst>
                  <a:ext uri="{FF2B5EF4-FFF2-40B4-BE49-F238E27FC236}">
                    <a16:creationId xmlns:a16="http://schemas.microsoft.com/office/drawing/2014/main" id="{C1C9F32B-AED1-47F4-BC58-B1849A54E201}"/>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J</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35" name="文本框 134">
                <a:extLst>
                  <a:ext uri="{FF2B5EF4-FFF2-40B4-BE49-F238E27FC236}">
                    <a16:creationId xmlns:a16="http://schemas.microsoft.com/office/drawing/2014/main" id="{F304F115-C339-4DF9-BACD-C5E3AEED9165}"/>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36" name="文本框 135">
                <a:extLst>
                  <a:ext uri="{FF2B5EF4-FFF2-40B4-BE49-F238E27FC236}">
                    <a16:creationId xmlns:a16="http://schemas.microsoft.com/office/drawing/2014/main" id="{A4BB4E35-F1E4-4574-B122-4DECB5F53670}"/>
                  </a:ext>
                </a:extLst>
              </p:cNvPr>
              <p:cNvSpPr txBox="1"/>
              <p:nvPr/>
            </p:nvSpPr>
            <p:spPr>
              <a:xfrm>
                <a:off x="1269218" y="4807739"/>
                <a:ext cx="277457"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137" name="文本框 136">
              <a:extLst>
                <a:ext uri="{FF2B5EF4-FFF2-40B4-BE49-F238E27FC236}">
                  <a16:creationId xmlns:a16="http://schemas.microsoft.com/office/drawing/2014/main" id="{0F87FF98-0F4C-44F1-B8AD-7D62BAF4DAD0}"/>
                </a:ext>
              </a:extLst>
            </p:cNvPr>
            <p:cNvSpPr txBox="1"/>
            <p:nvPr/>
          </p:nvSpPr>
          <p:spPr>
            <a:xfrm>
              <a:off x="603627" y="6391641"/>
              <a:ext cx="186827"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139" name="直接箭头连接符 138">
              <a:extLst>
                <a:ext uri="{FF2B5EF4-FFF2-40B4-BE49-F238E27FC236}">
                  <a16:creationId xmlns:a16="http://schemas.microsoft.com/office/drawing/2014/main" id="{3FB4DB6F-2104-4177-8BF6-60C44CF62F43}"/>
                </a:ext>
              </a:extLst>
            </p:cNvPr>
            <p:cNvCxnSpPr>
              <a:cxnSpLocks/>
            </p:cNvCxnSpPr>
            <p:nvPr/>
          </p:nvCxnSpPr>
          <p:spPr>
            <a:xfrm>
              <a:off x="712462" y="5944444"/>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46" name="组合 145">
              <a:extLst>
                <a:ext uri="{FF2B5EF4-FFF2-40B4-BE49-F238E27FC236}">
                  <a16:creationId xmlns:a16="http://schemas.microsoft.com/office/drawing/2014/main" id="{22DF82F6-C030-4975-B84B-BE3FF29F1B78}"/>
                </a:ext>
              </a:extLst>
            </p:cNvPr>
            <p:cNvGrpSpPr/>
            <p:nvPr/>
          </p:nvGrpSpPr>
          <p:grpSpPr>
            <a:xfrm>
              <a:off x="1260210" y="6369495"/>
              <a:ext cx="712390" cy="249172"/>
              <a:chOff x="693153" y="4807739"/>
              <a:chExt cx="869518" cy="249172"/>
            </a:xfrm>
          </p:grpSpPr>
          <p:sp>
            <p:nvSpPr>
              <p:cNvPr id="147" name="文本框 146">
                <a:extLst>
                  <a:ext uri="{FF2B5EF4-FFF2-40B4-BE49-F238E27FC236}">
                    <a16:creationId xmlns:a16="http://schemas.microsoft.com/office/drawing/2014/main" id="{17337EEF-D267-4932-8CB3-8D35F76059C4}"/>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B</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48" name="文本框 147">
                <a:extLst>
                  <a:ext uri="{FF2B5EF4-FFF2-40B4-BE49-F238E27FC236}">
                    <a16:creationId xmlns:a16="http://schemas.microsoft.com/office/drawing/2014/main" id="{1AEEE3AD-829A-49D5-AAD3-606DFE465C51}"/>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49" name="文本框 148">
                <a:extLst>
                  <a:ext uri="{FF2B5EF4-FFF2-40B4-BE49-F238E27FC236}">
                    <a16:creationId xmlns:a16="http://schemas.microsoft.com/office/drawing/2014/main" id="{08C2C545-E921-411D-BD04-CD9A65CA9593}"/>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150" name="文本框 149">
              <a:extLst>
                <a:ext uri="{FF2B5EF4-FFF2-40B4-BE49-F238E27FC236}">
                  <a16:creationId xmlns:a16="http://schemas.microsoft.com/office/drawing/2014/main" id="{8118C19E-089E-4EE7-9888-365DF0974D28}"/>
                </a:ext>
              </a:extLst>
            </p:cNvPr>
            <p:cNvSpPr txBox="1"/>
            <p:nvPr/>
          </p:nvSpPr>
          <p:spPr>
            <a:xfrm>
              <a:off x="1526525" y="6401707"/>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151" name="文本框 150">
              <a:extLst>
                <a:ext uri="{FF2B5EF4-FFF2-40B4-BE49-F238E27FC236}">
                  <a16:creationId xmlns:a16="http://schemas.microsoft.com/office/drawing/2014/main" id="{F8C40E35-0A5E-4C4A-8EA1-F3A7FBD441FF}"/>
                </a:ext>
              </a:extLst>
            </p:cNvPr>
            <p:cNvSpPr txBox="1"/>
            <p:nvPr/>
          </p:nvSpPr>
          <p:spPr>
            <a:xfrm>
              <a:off x="1770944" y="6401443"/>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155" name="直接箭头连接符 154">
              <a:extLst>
                <a:ext uri="{FF2B5EF4-FFF2-40B4-BE49-F238E27FC236}">
                  <a16:creationId xmlns:a16="http://schemas.microsoft.com/office/drawing/2014/main" id="{DA84F482-2335-4AD2-A8E1-9AA1BDCBE85C}"/>
                </a:ext>
              </a:extLst>
            </p:cNvPr>
            <p:cNvCxnSpPr>
              <a:cxnSpLocks/>
            </p:cNvCxnSpPr>
            <p:nvPr/>
          </p:nvCxnSpPr>
          <p:spPr>
            <a:xfrm>
              <a:off x="950091" y="6496090"/>
              <a:ext cx="300661"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56" name="组合 155">
              <a:extLst>
                <a:ext uri="{FF2B5EF4-FFF2-40B4-BE49-F238E27FC236}">
                  <a16:creationId xmlns:a16="http://schemas.microsoft.com/office/drawing/2014/main" id="{8AF9059F-DC89-460C-8E2D-62B509A4DFCC}"/>
                </a:ext>
              </a:extLst>
            </p:cNvPr>
            <p:cNvGrpSpPr/>
            <p:nvPr/>
          </p:nvGrpSpPr>
          <p:grpSpPr>
            <a:xfrm>
              <a:off x="1258492" y="5278105"/>
              <a:ext cx="712390" cy="249172"/>
              <a:chOff x="693153" y="4807739"/>
              <a:chExt cx="869518" cy="249172"/>
            </a:xfrm>
          </p:grpSpPr>
          <p:sp>
            <p:nvSpPr>
              <p:cNvPr id="157" name="文本框 156">
                <a:extLst>
                  <a:ext uri="{FF2B5EF4-FFF2-40B4-BE49-F238E27FC236}">
                    <a16:creationId xmlns:a16="http://schemas.microsoft.com/office/drawing/2014/main" id="{C7646CB5-8B82-4B9C-9E6D-1F69F4A22DA9}"/>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F</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58" name="文本框 157">
                <a:extLst>
                  <a:ext uri="{FF2B5EF4-FFF2-40B4-BE49-F238E27FC236}">
                    <a16:creationId xmlns:a16="http://schemas.microsoft.com/office/drawing/2014/main" id="{CAC319D9-1DCC-496A-8D7A-8D3B72561125}"/>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59" name="文本框 158">
                <a:extLst>
                  <a:ext uri="{FF2B5EF4-FFF2-40B4-BE49-F238E27FC236}">
                    <a16:creationId xmlns:a16="http://schemas.microsoft.com/office/drawing/2014/main" id="{7B36E87B-96A5-42D8-8C25-49D7E1DC29AA}"/>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160" name="文本框 159">
              <a:extLst>
                <a:ext uri="{FF2B5EF4-FFF2-40B4-BE49-F238E27FC236}">
                  <a16:creationId xmlns:a16="http://schemas.microsoft.com/office/drawing/2014/main" id="{D957546A-3A7C-4D9C-A19E-6F9C211CA39D}"/>
                </a:ext>
              </a:extLst>
            </p:cNvPr>
            <p:cNvSpPr txBox="1"/>
            <p:nvPr/>
          </p:nvSpPr>
          <p:spPr>
            <a:xfrm>
              <a:off x="1524807" y="5310317"/>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165" name="直接箭头连接符 164">
              <a:extLst>
                <a:ext uri="{FF2B5EF4-FFF2-40B4-BE49-F238E27FC236}">
                  <a16:creationId xmlns:a16="http://schemas.microsoft.com/office/drawing/2014/main" id="{1EBF55EE-35A1-4612-9F0F-CC865CBF1344}"/>
                </a:ext>
              </a:extLst>
            </p:cNvPr>
            <p:cNvCxnSpPr>
              <a:cxnSpLocks/>
            </p:cNvCxnSpPr>
            <p:nvPr/>
          </p:nvCxnSpPr>
          <p:spPr>
            <a:xfrm>
              <a:off x="977985" y="5420986"/>
              <a:ext cx="300661"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66" name="组合 165">
              <a:extLst>
                <a:ext uri="{FF2B5EF4-FFF2-40B4-BE49-F238E27FC236}">
                  <a16:creationId xmlns:a16="http://schemas.microsoft.com/office/drawing/2014/main" id="{18B6CB08-DEF4-4D9C-93CA-E8262644444F}"/>
                </a:ext>
              </a:extLst>
            </p:cNvPr>
            <p:cNvGrpSpPr/>
            <p:nvPr/>
          </p:nvGrpSpPr>
          <p:grpSpPr>
            <a:xfrm>
              <a:off x="2167238" y="5280672"/>
              <a:ext cx="712390" cy="249172"/>
              <a:chOff x="693153" y="4807739"/>
              <a:chExt cx="869518" cy="249172"/>
            </a:xfrm>
          </p:grpSpPr>
          <p:sp>
            <p:nvSpPr>
              <p:cNvPr id="167" name="文本框 166">
                <a:extLst>
                  <a:ext uri="{FF2B5EF4-FFF2-40B4-BE49-F238E27FC236}">
                    <a16:creationId xmlns:a16="http://schemas.microsoft.com/office/drawing/2014/main" id="{DBA0007F-E7DA-45A0-932B-E64E24F8B1B3}"/>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C</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68" name="文本框 167">
                <a:extLst>
                  <a:ext uri="{FF2B5EF4-FFF2-40B4-BE49-F238E27FC236}">
                    <a16:creationId xmlns:a16="http://schemas.microsoft.com/office/drawing/2014/main" id="{CD7D3B45-6C36-46AF-9F0B-CB51C61D8C03}"/>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69" name="文本框 168">
                <a:extLst>
                  <a:ext uri="{FF2B5EF4-FFF2-40B4-BE49-F238E27FC236}">
                    <a16:creationId xmlns:a16="http://schemas.microsoft.com/office/drawing/2014/main" id="{FF9F8830-A14E-4DE7-8FD2-9C19347FAC54}"/>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170" name="文本框 169">
              <a:extLst>
                <a:ext uri="{FF2B5EF4-FFF2-40B4-BE49-F238E27FC236}">
                  <a16:creationId xmlns:a16="http://schemas.microsoft.com/office/drawing/2014/main" id="{E1F0163E-A6A4-4CF7-AD47-67A42E876475}"/>
                </a:ext>
              </a:extLst>
            </p:cNvPr>
            <p:cNvSpPr txBox="1"/>
            <p:nvPr/>
          </p:nvSpPr>
          <p:spPr>
            <a:xfrm>
              <a:off x="2433553" y="5312884"/>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171" name="文本框 170">
              <a:extLst>
                <a:ext uri="{FF2B5EF4-FFF2-40B4-BE49-F238E27FC236}">
                  <a16:creationId xmlns:a16="http://schemas.microsoft.com/office/drawing/2014/main" id="{E0F3BC4C-96AF-4558-A80F-DB0C35BC128C}"/>
                </a:ext>
              </a:extLst>
            </p:cNvPr>
            <p:cNvSpPr txBox="1"/>
            <p:nvPr/>
          </p:nvSpPr>
          <p:spPr>
            <a:xfrm>
              <a:off x="2677972" y="5312620"/>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172" name="直接箭头连接符 171">
              <a:extLst>
                <a:ext uri="{FF2B5EF4-FFF2-40B4-BE49-F238E27FC236}">
                  <a16:creationId xmlns:a16="http://schemas.microsoft.com/office/drawing/2014/main" id="{8584C88F-7D45-434E-9A75-47ABFA0B35A8}"/>
                </a:ext>
              </a:extLst>
            </p:cNvPr>
            <p:cNvCxnSpPr>
              <a:cxnSpLocks/>
            </p:cNvCxnSpPr>
            <p:nvPr/>
          </p:nvCxnSpPr>
          <p:spPr>
            <a:xfrm>
              <a:off x="1866577" y="5415970"/>
              <a:ext cx="300661"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73" name="组合 172">
              <a:extLst>
                <a:ext uri="{FF2B5EF4-FFF2-40B4-BE49-F238E27FC236}">
                  <a16:creationId xmlns:a16="http://schemas.microsoft.com/office/drawing/2014/main" id="{9D5872FA-9697-4CF3-A4C8-5BA4C3504A33}"/>
                </a:ext>
              </a:extLst>
            </p:cNvPr>
            <p:cNvGrpSpPr/>
            <p:nvPr/>
          </p:nvGrpSpPr>
          <p:grpSpPr>
            <a:xfrm>
              <a:off x="3100286" y="4705681"/>
              <a:ext cx="712390" cy="249172"/>
              <a:chOff x="693153" y="4807739"/>
              <a:chExt cx="869518" cy="249172"/>
            </a:xfrm>
          </p:grpSpPr>
          <p:sp>
            <p:nvSpPr>
              <p:cNvPr id="174" name="文本框 173">
                <a:extLst>
                  <a:ext uri="{FF2B5EF4-FFF2-40B4-BE49-F238E27FC236}">
                    <a16:creationId xmlns:a16="http://schemas.microsoft.com/office/drawing/2014/main" id="{02D0BECD-374D-4C4E-B83D-4DAD501EA794}"/>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D</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75" name="文本框 174">
                <a:extLst>
                  <a:ext uri="{FF2B5EF4-FFF2-40B4-BE49-F238E27FC236}">
                    <a16:creationId xmlns:a16="http://schemas.microsoft.com/office/drawing/2014/main" id="{D781218D-3543-422A-B088-2A31DBD0CD39}"/>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76" name="文本框 175">
                <a:extLst>
                  <a:ext uri="{FF2B5EF4-FFF2-40B4-BE49-F238E27FC236}">
                    <a16:creationId xmlns:a16="http://schemas.microsoft.com/office/drawing/2014/main" id="{E846F9F0-F241-4DDF-8F38-6096B7A0BDBD}"/>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cxnSp>
          <p:nvCxnSpPr>
            <p:cNvPr id="179" name="直接箭头连接符 178">
              <a:extLst>
                <a:ext uri="{FF2B5EF4-FFF2-40B4-BE49-F238E27FC236}">
                  <a16:creationId xmlns:a16="http://schemas.microsoft.com/office/drawing/2014/main" id="{A34E71F7-0AD1-442E-87F3-FEAE303AB701}"/>
                </a:ext>
              </a:extLst>
            </p:cNvPr>
            <p:cNvCxnSpPr>
              <a:cxnSpLocks/>
              <a:endCxn id="174" idx="1"/>
            </p:cNvCxnSpPr>
            <p:nvPr/>
          </p:nvCxnSpPr>
          <p:spPr>
            <a:xfrm flipV="1">
              <a:off x="964592" y="4830268"/>
              <a:ext cx="2135694" cy="9214"/>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80" name="组合 179">
              <a:extLst>
                <a:ext uri="{FF2B5EF4-FFF2-40B4-BE49-F238E27FC236}">
                  <a16:creationId xmlns:a16="http://schemas.microsoft.com/office/drawing/2014/main" id="{A3B31ED0-8645-4C50-90DC-A618ECE4956F}"/>
                </a:ext>
              </a:extLst>
            </p:cNvPr>
            <p:cNvGrpSpPr/>
            <p:nvPr/>
          </p:nvGrpSpPr>
          <p:grpSpPr>
            <a:xfrm>
              <a:off x="3095308" y="5278105"/>
              <a:ext cx="712390" cy="249172"/>
              <a:chOff x="693153" y="4807739"/>
              <a:chExt cx="869518" cy="249172"/>
            </a:xfrm>
          </p:grpSpPr>
          <p:sp>
            <p:nvSpPr>
              <p:cNvPr id="181" name="文本框 180">
                <a:extLst>
                  <a:ext uri="{FF2B5EF4-FFF2-40B4-BE49-F238E27FC236}">
                    <a16:creationId xmlns:a16="http://schemas.microsoft.com/office/drawing/2014/main" id="{B14D197B-B071-4A77-AF44-851EF61BF479}"/>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E</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82" name="文本框 181">
                <a:extLst>
                  <a:ext uri="{FF2B5EF4-FFF2-40B4-BE49-F238E27FC236}">
                    <a16:creationId xmlns:a16="http://schemas.microsoft.com/office/drawing/2014/main" id="{0E7B1BC4-4C4B-4567-9718-C2C9310F629C}"/>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83" name="文本框 182">
                <a:extLst>
                  <a:ext uri="{FF2B5EF4-FFF2-40B4-BE49-F238E27FC236}">
                    <a16:creationId xmlns:a16="http://schemas.microsoft.com/office/drawing/2014/main" id="{DF96C24C-DF3C-4CD2-853C-6A61C96D546F}"/>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184" name="文本框 183">
              <a:extLst>
                <a:ext uri="{FF2B5EF4-FFF2-40B4-BE49-F238E27FC236}">
                  <a16:creationId xmlns:a16="http://schemas.microsoft.com/office/drawing/2014/main" id="{D3083423-C5F1-4892-80F3-F921EC41FB09}"/>
                </a:ext>
              </a:extLst>
            </p:cNvPr>
            <p:cNvSpPr txBox="1"/>
            <p:nvPr/>
          </p:nvSpPr>
          <p:spPr>
            <a:xfrm>
              <a:off x="3361623" y="5310317"/>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185" name="文本框 184">
              <a:extLst>
                <a:ext uri="{FF2B5EF4-FFF2-40B4-BE49-F238E27FC236}">
                  <a16:creationId xmlns:a16="http://schemas.microsoft.com/office/drawing/2014/main" id="{D02B49D8-199C-49DB-8CE0-CF3F31194291}"/>
                </a:ext>
              </a:extLst>
            </p:cNvPr>
            <p:cNvSpPr txBox="1"/>
            <p:nvPr/>
          </p:nvSpPr>
          <p:spPr>
            <a:xfrm>
              <a:off x="3606042" y="5310053"/>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186" name="直接箭头连接符 185">
              <a:extLst>
                <a:ext uri="{FF2B5EF4-FFF2-40B4-BE49-F238E27FC236}">
                  <a16:creationId xmlns:a16="http://schemas.microsoft.com/office/drawing/2014/main" id="{1C142D9E-A1BD-4EA8-8D1D-F6BD7B2AA27D}"/>
                </a:ext>
              </a:extLst>
            </p:cNvPr>
            <p:cNvCxnSpPr>
              <a:cxnSpLocks/>
            </p:cNvCxnSpPr>
            <p:nvPr/>
          </p:nvCxnSpPr>
          <p:spPr>
            <a:xfrm>
              <a:off x="3450226" y="4846223"/>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87" name="组合 186">
              <a:extLst>
                <a:ext uri="{FF2B5EF4-FFF2-40B4-BE49-F238E27FC236}">
                  <a16:creationId xmlns:a16="http://schemas.microsoft.com/office/drawing/2014/main" id="{9B2FD921-4256-4E55-A2E1-3FDB3ED17342}"/>
                </a:ext>
              </a:extLst>
            </p:cNvPr>
            <p:cNvGrpSpPr/>
            <p:nvPr/>
          </p:nvGrpSpPr>
          <p:grpSpPr>
            <a:xfrm>
              <a:off x="4028428" y="4704123"/>
              <a:ext cx="712390" cy="249172"/>
              <a:chOff x="693153" y="4807739"/>
              <a:chExt cx="869518" cy="249172"/>
            </a:xfrm>
          </p:grpSpPr>
          <p:sp>
            <p:nvSpPr>
              <p:cNvPr id="188" name="文本框 187">
                <a:extLst>
                  <a:ext uri="{FF2B5EF4-FFF2-40B4-BE49-F238E27FC236}">
                    <a16:creationId xmlns:a16="http://schemas.microsoft.com/office/drawing/2014/main" id="{F5E05FD5-1CD8-4A8B-A9C2-E10A28E275DC}"/>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G</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89" name="文本框 188">
                <a:extLst>
                  <a:ext uri="{FF2B5EF4-FFF2-40B4-BE49-F238E27FC236}">
                    <a16:creationId xmlns:a16="http://schemas.microsoft.com/office/drawing/2014/main" id="{BC276032-4CD3-46F8-ADE2-33605F37A576}"/>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90" name="文本框 189">
                <a:extLst>
                  <a:ext uri="{FF2B5EF4-FFF2-40B4-BE49-F238E27FC236}">
                    <a16:creationId xmlns:a16="http://schemas.microsoft.com/office/drawing/2014/main" id="{1EF66BDE-D5C8-4037-B134-B36ECE0151C9}"/>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192" name="文本框 191">
              <a:extLst>
                <a:ext uri="{FF2B5EF4-FFF2-40B4-BE49-F238E27FC236}">
                  <a16:creationId xmlns:a16="http://schemas.microsoft.com/office/drawing/2014/main" id="{BEB4591E-83E5-48F6-B398-CE633ED9A024}"/>
                </a:ext>
              </a:extLst>
            </p:cNvPr>
            <p:cNvSpPr txBox="1"/>
            <p:nvPr/>
          </p:nvSpPr>
          <p:spPr>
            <a:xfrm>
              <a:off x="4539162" y="4736071"/>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grpSp>
          <p:nvGrpSpPr>
            <p:cNvPr id="202" name="组合 201">
              <a:extLst>
                <a:ext uri="{FF2B5EF4-FFF2-40B4-BE49-F238E27FC236}">
                  <a16:creationId xmlns:a16="http://schemas.microsoft.com/office/drawing/2014/main" id="{BA6036C7-E469-4BB3-8060-8D80F03F54C9}"/>
                </a:ext>
              </a:extLst>
            </p:cNvPr>
            <p:cNvGrpSpPr/>
            <p:nvPr/>
          </p:nvGrpSpPr>
          <p:grpSpPr>
            <a:xfrm>
              <a:off x="4030669" y="5266900"/>
              <a:ext cx="712390" cy="249172"/>
              <a:chOff x="693153" y="4807739"/>
              <a:chExt cx="869518" cy="249172"/>
            </a:xfrm>
          </p:grpSpPr>
          <p:sp>
            <p:nvSpPr>
              <p:cNvPr id="203" name="文本框 202">
                <a:extLst>
                  <a:ext uri="{FF2B5EF4-FFF2-40B4-BE49-F238E27FC236}">
                    <a16:creationId xmlns:a16="http://schemas.microsoft.com/office/drawing/2014/main" id="{F04634F7-09A5-4679-B83F-5E4E5009FAB0}"/>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K</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04" name="文本框 203">
                <a:extLst>
                  <a:ext uri="{FF2B5EF4-FFF2-40B4-BE49-F238E27FC236}">
                    <a16:creationId xmlns:a16="http://schemas.microsoft.com/office/drawing/2014/main" id="{3FFD5D24-42C7-4318-978C-8D0B132ABC61}"/>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05" name="文本框 204">
                <a:extLst>
                  <a:ext uri="{FF2B5EF4-FFF2-40B4-BE49-F238E27FC236}">
                    <a16:creationId xmlns:a16="http://schemas.microsoft.com/office/drawing/2014/main" id="{8664DC46-A50F-4C06-BBC2-DBA5E82BA836}"/>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206" name="文本框 205">
              <a:extLst>
                <a:ext uri="{FF2B5EF4-FFF2-40B4-BE49-F238E27FC236}">
                  <a16:creationId xmlns:a16="http://schemas.microsoft.com/office/drawing/2014/main" id="{6C64781D-23B3-426A-86BC-F9953C456F3F}"/>
                </a:ext>
              </a:extLst>
            </p:cNvPr>
            <p:cNvSpPr txBox="1"/>
            <p:nvPr/>
          </p:nvSpPr>
          <p:spPr>
            <a:xfrm>
              <a:off x="4296984" y="5299112"/>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208" name="直接箭头连接符 207">
              <a:extLst>
                <a:ext uri="{FF2B5EF4-FFF2-40B4-BE49-F238E27FC236}">
                  <a16:creationId xmlns:a16="http://schemas.microsoft.com/office/drawing/2014/main" id="{776042BF-C65F-4CFB-BFF7-EC844369D4DF}"/>
                </a:ext>
              </a:extLst>
            </p:cNvPr>
            <p:cNvCxnSpPr>
              <a:cxnSpLocks/>
            </p:cNvCxnSpPr>
            <p:nvPr/>
          </p:nvCxnSpPr>
          <p:spPr>
            <a:xfrm>
              <a:off x="4408971" y="4840018"/>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09" name="直接箭头连接符 208">
              <a:extLst>
                <a:ext uri="{FF2B5EF4-FFF2-40B4-BE49-F238E27FC236}">
                  <a16:creationId xmlns:a16="http://schemas.microsoft.com/office/drawing/2014/main" id="{99B1F602-C692-4DD8-8CE4-350472002D3F}"/>
                </a:ext>
              </a:extLst>
            </p:cNvPr>
            <p:cNvCxnSpPr>
              <a:cxnSpLocks/>
            </p:cNvCxnSpPr>
            <p:nvPr/>
          </p:nvCxnSpPr>
          <p:spPr>
            <a:xfrm>
              <a:off x="3697975" y="4836433"/>
              <a:ext cx="342033"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10" name="组合 209">
              <a:extLst>
                <a:ext uri="{FF2B5EF4-FFF2-40B4-BE49-F238E27FC236}">
                  <a16:creationId xmlns:a16="http://schemas.microsoft.com/office/drawing/2014/main" id="{08E0A92C-EA2E-4FF9-82A9-98399B050A00}"/>
                </a:ext>
              </a:extLst>
            </p:cNvPr>
            <p:cNvGrpSpPr/>
            <p:nvPr/>
          </p:nvGrpSpPr>
          <p:grpSpPr>
            <a:xfrm>
              <a:off x="4028527" y="5844468"/>
              <a:ext cx="712390" cy="249172"/>
              <a:chOff x="693153" y="4807739"/>
              <a:chExt cx="869518" cy="249172"/>
            </a:xfrm>
          </p:grpSpPr>
          <p:sp>
            <p:nvSpPr>
              <p:cNvPr id="211" name="文本框 210">
                <a:extLst>
                  <a:ext uri="{FF2B5EF4-FFF2-40B4-BE49-F238E27FC236}">
                    <a16:creationId xmlns:a16="http://schemas.microsoft.com/office/drawing/2014/main" id="{0550D41B-980E-46C5-994E-D2FCD1364A09}"/>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H</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12" name="文本框 211">
                <a:extLst>
                  <a:ext uri="{FF2B5EF4-FFF2-40B4-BE49-F238E27FC236}">
                    <a16:creationId xmlns:a16="http://schemas.microsoft.com/office/drawing/2014/main" id="{C9346156-5CD8-4CC7-9123-B4D81BDDE966}"/>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13" name="文本框 212">
                <a:extLst>
                  <a:ext uri="{FF2B5EF4-FFF2-40B4-BE49-F238E27FC236}">
                    <a16:creationId xmlns:a16="http://schemas.microsoft.com/office/drawing/2014/main" id="{40868A7C-6CC4-4969-BEDA-E5E0827FF13F}"/>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214" name="文本框 213">
              <a:extLst>
                <a:ext uri="{FF2B5EF4-FFF2-40B4-BE49-F238E27FC236}">
                  <a16:creationId xmlns:a16="http://schemas.microsoft.com/office/drawing/2014/main" id="{4C398021-9D22-4001-9823-352BA4BC8B98}"/>
                </a:ext>
              </a:extLst>
            </p:cNvPr>
            <p:cNvSpPr txBox="1"/>
            <p:nvPr/>
          </p:nvSpPr>
          <p:spPr>
            <a:xfrm>
              <a:off x="4294842" y="5876680"/>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215" name="文本框 214">
              <a:extLst>
                <a:ext uri="{FF2B5EF4-FFF2-40B4-BE49-F238E27FC236}">
                  <a16:creationId xmlns:a16="http://schemas.microsoft.com/office/drawing/2014/main" id="{3DA8FFB4-7503-4EF8-A35C-458BA6810227}"/>
                </a:ext>
              </a:extLst>
            </p:cNvPr>
            <p:cNvSpPr txBox="1"/>
            <p:nvPr/>
          </p:nvSpPr>
          <p:spPr>
            <a:xfrm>
              <a:off x="4539261" y="5876416"/>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216" name="直接箭头连接符 215">
              <a:extLst>
                <a:ext uri="{FF2B5EF4-FFF2-40B4-BE49-F238E27FC236}">
                  <a16:creationId xmlns:a16="http://schemas.microsoft.com/office/drawing/2014/main" id="{572A4BF4-C25B-43DE-9964-2D9AFCF5A360}"/>
                </a:ext>
              </a:extLst>
            </p:cNvPr>
            <p:cNvCxnSpPr>
              <a:cxnSpLocks/>
            </p:cNvCxnSpPr>
            <p:nvPr/>
          </p:nvCxnSpPr>
          <p:spPr>
            <a:xfrm>
              <a:off x="4408971" y="5417828"/>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17" name="组合 216">
              <a:extLst>
                <a:ext uri="{FF2B5EF4-FFF2-40B4-BE49-F238E27FC236}">
                  <a16:creationId xmlns:a16="http://schemas.microsoft.com/office/drawing/2014/main" id="{6C6F179F-54E7-4D2B-8C56-D947FF3FAF02}"/>
                </a:ext>
              </a:extLst>
            </p:cNvPr>
            <p:cNvGrpSpPr/>
            <p:nvPr/>
          </p:nvGrpSpPr>
          <p:grpSpPr>
            <a:xfrm>
              <a:off x="4970313" y="5262759"/>
              <a:ext cx="712390" cy="249172"/>
              <a:chOff x="693153" y="4807739"/>
              <a:chExt cx="869518" cy="249172"/>
            </a:xfrm>
          </p:grpSpPr>
          <p:sp>
            <p:nvSpPr>
              <p:cNvPr id="218" name="文本框 217">
                <a:extLst>
                  <a:ext uri="{FF2B5EF4-FFF2-40B4-BE49-F238E27FC236}">
                    <a16:creationId xmlns:a16="http://schemas.microsoft.com/office/drawing/2014/main" id="{9B4975CC-2976-48A6-BD6F-AF3D50FAD0D2}"/>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I</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19" name="文本框 218">
                <a:extLst>
                  <a:ext uri="{FF2B5EF4-FFF2-40B4-BE49-F238E27FC236}">
                    <a16:creationId xmlns:a16="http://schemas.microsoft.com/office/drawing/2014/main" id="{96834DC0-2EA9-4A4A-8E8B-769575032676}"/>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20" name="文本框 219">
                <a:extLst>
                  <a:ext uri="{FF2B5EF4-FFF2-40B4-BE49-F238E27FC236}">
                    <a16:creationId xmlns:a16="http://schemas.microsoft.com/office/drawing/2014/main" id="{A7B00347-138A-4D58-962B-7392D3ACDDD7}"/>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221" name="文本框 220">
              <a:extLst>
                <a:ext uri="{FF2B5EF4-FFF2-40B4-BE49-F238E27FC236}">
                  <a16:creationId xmlns:a16="http://schemas.microsoft.com/office/drawing/2014/main" id="{5C1B2928-F53D-4DC3-ABBC-999533232B4C}"/>
                </a:ext>
              </a:extLst>
            </p:cNvPr>
            <p:cNvSpPr txBox="1"/>
            <p:nvPr/>
          </p:nvSpPr>
          <p:spPr>
            <a:xfrm>
              <a:off x="5236628" y="5294971"/>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222" name="文本框 221">
              <a:extLst>
                <a:ext uri="{FF2B5EF4-FFF2-40B4-BE49-F238E27FC236}">
                  <a16:creationId xmlns:a16="http://schemas.microsoft.com/office/drawing/2014/main" id="{F993EE44-DA6D-452B-B00B-F56A11155FE5}"/>
                </a:ext>
              </a:extLst>
            </p:cNvPr>
            <p:cNvSpPr txBox="1"/>
            <p:nvPr/>
          </p:nvSpPr>
          <p:spPr>
            <a:xfrm>
              <a:off x="5481047" y="5294707"/>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223" name="直接箭头连接符 222">
              <a:extLst>
                <a:ext uri="{FF2B5EF4-FFF2-40B4-BE49-F238E27FC236}">
                  <a16:creationId xmlns:a16="http://schemas.microsoft.com/office/drawing/2014/main" id="{A5794F48-55BF-4F0D-8159-65BEB962C73C}"/>
                </a:ext>
              </a:extLst>
            </p:cNvPr>
            <p:cNvCxnSpPr>
              <a:cxnSpLocks/>
            </p:cNvCxnSpPr>
            <p:nvPr/>
          </p:nvCxnSpPr>
          <p:spPr>
            <a:xfrm flipV="1">
              <a:off x="4637040" y="5383761"/>
              <a:ext cx="340474" cy="1"/>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51" name="组合 350">
            <a:extLst>
              <a:ext uri="{FF2B5EF4-FFF2-40B4-BE49-F238E27FC236}">
                <a16:creationId xmlns:a16="http://schemas.microsoft.com/office/drawing/2014/main" id="{924B6026-766C-46E4-A144-4BCB1AE74B31}"/>
              </a:ext>
            </a:extLst>
          </p:cNvPr>
          <p:cNvGrpSpPr/>
          <p:nvPr/>
        </p:nvGrpSpPr>
        <p:grpSpPr>
          <a:xfrm>
            <a:off x="3475956" y="2715044"/>
            <a:ext cx="355960" cy="758669"/>
            <a:chOff x="3477766" y="2715466"/>
            <a:chExt cx="356145" cy="759064"/>
          </a:xfrm>
        </p:grpSpPr>
        <p:sp>
          <p:nvSpPr>
            <p:cNvPr id="227" name="直接连接符 278657">
              <a:extLst>
                <a:ext uri="{FF2B5EF4-FFF2-40B4-BE49-F238E27FC236}">
                  <a16:creationId xmlns:a16="http://schemas.microsoft.com/office/drawing/2014/main" id="{3DC93287-CF98-41AD-B483-397E6C51117A}"/>
                </a:ext>
              </a:extLst>
            </p:cNvPr>
            <p:cNvSpPr>
              <a:spLocks noChangeShapeType="1"/>
            </p:cNvSpPr>
            <p:nvPr/>
          </p:nvSpPr>
          <p:spPr bwMode="auto">
            <a:xfrm>
              <a:off x="3660625" y="2856158"/>
              <a:ext cx="0" cy="389072"/>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265" name="组合 264">
              <a:extLst>
                <a:ext uri="{FF2B5EF4-FFF2-40B4-BE49-F238E27FC236}">
                  <a16:creationId xmlns:a16="http://schemas.microsoft.com/office/drawing/2014/main" id="{5D85008E-DA60-4C8B-AA91-9A4023B3E3FD}"/>
                </a:ext>
              </a:extLst>
            </p:cNvPr>
            <p:cNvGrpSpPr/>
            <p:nvPr/>
          </p:nvGrpSpPr>
          <p:grpSpPr>
            <a:xfrm>
              <a:off x="3477766" y="2715466"/>
              <a:ext cx="356145" cy="307778"/>
              <a:chOff x="2879793" y="1041760"/>
              <a:chExt cx="408780" cy="381001"/>
            </a:xfrm>
          </p:grpSpPr>
          <p:sp>
            <p:nvSpPr>
              <p:cNvPr id="269" name="椭圆 278653">
                <a:extLst>
                  <a:ext uri="{FF2B5EF4-FFF2-40B4-BE49-F238E27FC236}">
                    <a16:creationId xmlns:a16="http://schemas.microsoft.com/office/drawing/2014/main" id="{65D584B8-4014-4294-BF58-D1678CF541B7}"/>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70" name="矩形 278659">
                <a:extLst>
                  <a:ext uri="{FF2B5EF4-FFF2-40B4-BE49-F238E27FC236}">
                    <a16:creationId xmlns:a16="http://schemas.microsoft.com/office/drawing/2014/main" id="{0B83FFB3-623F-4534-9323-E1E63D53E130}"/>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D</a:t>
                </a:r>
              </a:p>
            </p:txBody>
          </p:sp>
        </p:grpSp>
        <p:grpSp>
          <p:nvGrpSpPr>
            <p:cNvPr id="266" name="组合 265">
              <a:extLst>
                <a:ext uri="{FF2B5EF4-FFF2-40B4-BE49-F238E27FC236}">
                  <a16:creationId xmlns:a16="http://schemas.microsoft.com/office/drawing/2014/main" id="{5603077C-89D1-4F03-99D9-B1C9DF57D5CB}"/>
                </a:ext>
              </a:extLst>
            </p:cNvPr>
            <p:cNvGrpSpPr/>
            <p:nvPr/>
          </p:nvGrpSpPr>
          <p:grpSpPr>
            <a:xfrm>
              <a:off x="3477766" y="3166752"/>
              <a:ext cx="356145" cy="307778"/>
              <a:chOff x="2879793" y="1041760"/>
              <a:chExt cx="408780" cy="381001"/>
            </a:xfrm>
          </p:grpSpPr>
          <p:sp>
            <p:nvSpPr>
              <p:cNvPr id="267" name="椭圆 278653">
                <a:extLst>
                  <a:ext uri="{FF2B5EF4-FFF2-40B4-BE49-F238E27FC236}">
                    <a16:creationId xmlns:a16="http://schemas.microsoft.com/office/drawing/2014/main" id="{873B0812-EC5B-46AC-AF39-84E54563500D}"/>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68" name="矩形 278659">
                <a:extLst>
                  <a:ext uri="{FF2B5EF4-FFF2-40B4-BE49-F238E27FC236}">
                    <a16:creationId xmlns:a16="http://schemas.microsoft.com/office/drawing/2014/main" id="{4441DC23-A5E0-4BF6-946F-6CCC2987EFF9}"/>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E</a:t>
                </a:r>
              </a:p>
            </p:txBody>
          </p:sp>
        </p:grpSp>
      </p:grpSp>
      <p:grpSp>
        <p:nvGrpSpPr>
          <p:cNvPr id="352" name="组合 351">
            <a:extLst>
              <a:ext uri="{FF2B5EF4-FFF2-40B4-BE49-F238E27FC236}">
                <a16:creationId xmlns:a16="http://schemas.microsoft.com/office/drawing/2014/main" id="{D33ACBD3-5588-4405-8072-0B11BAAD8438}"/>
              </a:ext>
            </a:extLst>
          </p:cNvPr>
          <p:cNvGrpSpPr/>
          <p:nvPr/>
        </p:nvGrpSpPr>
        <p:grpSpPr>
          <a:xfrm>
            <a:off x="4231289" y="2743480"/>
            <a:ext cx="1108176" cy="1109135"/>
            <a:chOff x="4233492" y="2743916"/>
            <a:chExt cx="1108753" cy="1109713"/>
          </a:xfrm>
        </p:grpSpPr>
        <p:sp>
          <p:nvSpPr>
            <p:cNvPr id="224" name="直接连接符 278657">
              <a:extLst>
                <a:ext uri="{FF2B5EF4-FFF2-40B4-BE49-F238E27FC236}">
                  <a16:creationId xmlns:a16="http://schemas.microsoft.com/office/drawing/2014/main" id="{FA3AC981-3409-4F8F-856B-EF6C36DC76EA}"/>
                </a:ext>
              </a:extLst>
            </p:cNvPr>
            <p:cNvSpPr>
              <a:spLocks noChangeShapeType="1"/>
            </p:cNvSpPr>
            <p:nvPr/>
          </p:nvSpPr>
          <p:spPr bwMode="auto">
            <a:xfrm>
              <a:off x="4813596" y="2908397"/>
              <a:ext cx="348007" cy="358834"/>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225" name="直接连接符 278657">
              <a:extLst>
                <a:ext uri="{FF2B5EF4-FFF2-40B4-BE49-F238E27FC236}">
                  <a16:creationId xmlns:a16="http://schemas.microsoft.com/office/drawing/2014/main" id="{31FBA4FD-DE6B-4844-90DA-8530271DB03F}"/>
                </a:ext>
              </a:extLst>
            </p:cNvPr>
            <p:cNvSpPr>
              <a:spLocks noChangeShapeType="1"/>
            </p:cNvSpPr>
            <p:nvPr/>
          </p:nvSpPr>
          <p:spPr bwMode="auto">
            <a:xfrm>
              <a:off x="4426563" y="3229576"/>
              <a:ext cx="0" cy="389072"/>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226" name="直接连接符 278657">
              <a:extLst>
                <a:ext uri="{FF2B5EF4-FFF2-40B4-BE49-F238E27FC236}">
                  <a16:creationId xmlns:a16="http://schemas.microsoft.com/office/drawing/2014/main" id="{7F555B9E-51D6-4387-9BFE-8016CA878D4D}"/>
                </a:ext>
              </a:extLst>
            </p:cNvPr>
            <p:cNvSpPr>
              <a:spLocks noChangeShapeType="1"/>
            </p:cNvSpPr>
            <p:nvPr/>
          </p:nvSpPr>
          <p:spPr bwMode="auto">
            <a:xfrm flipH="1">
              <a:off x="4409727" y="2900765"/>
              <a:ext cx="387034" cy="358833"/>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282" name="组合 281">
              <a:extLst>
                <a:ext uri="{FF2B5EF4-FFF2-40B4-BE49-F238E27FC236}">
                  <a16:creationId xmlns:a16="http://schemas.microsoft.com/office/drawing/2014/main" id="{02B1A337-978E-4E64-84FB-143A5357CBAA}"/>
                </a:ext>
              </a:extLst>
            </p:cNvPr>
            <p:cNvGrpSpPr/>
            <p:nvPr/>
          </p:nvGrpSpPr>
          <p:grpSpPr>
            <a:xfrm>
              <a:off x="4598129" y="2743916"/>
              <a:ext cx="363459" cy="307778"/>
              <a:chOff x="2879793" y="1041760"/>
              <a:chExt cx="408780" cy="381001"/>
            </a:xfrm>
          </p:grpSpPr>
          <p:sp>
            <p:nvSpPr>
              <p:cNvPr id="292" name="椭圆 278653">
                <a:extLst>
                  <a:ext uri="{FF2B5EF4-FFF2-40B4-BE49-F238E27FC236}">
                    <a16:creationId xmlns:a16="http://schemas.microsoft.com/office/drawing/2014/main" id="{9F466AA1-A944-4C0A-9BAD-9A9ABA6DE29B}"/>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93" name="矩形 278659">
                <a:extLst>
                  <a:ext uri="{FF2B5EF4-FFF2-40B4-BE49-F238E27FC236}">
                    <a16:creationId xmlns:a16="http://schemas.microsoft.com/office/drawing/2014/main" id="{FE9310F1-2936-47E0-BCFC-5BE458A9BE2E}"/>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G</a:t>
                </a:r>
              </a:p>
            </p:txBody>
          </p:sp>
        </p:grpSp>
        <p:grpSp>
          <p:nvGrpSpPr>
            <p:cNvPr id="283" name="组合 282">
              <a:extLst>
                <a:ext uri="{FF2B5EF4-FFF2-40B4-BE49-F238E27FC236}">
                  <a16:creationId xmlns:a16="http://schemas.microsoft.com/office/drawing/2014/main" id="{CEF7026E-298F-4F3D-A900-20AB1311A50A}"/>
                </a:ext>
              </a:extLst>
            </p:cNvPr>
            <p:cNvGrpSpPr/>
            <p:nvPr/>
          </p:nvGrpSpPr>
          <p:grpSpPr>
            <a:xfrm>
              <a:off x="4247251" y="3545851"/>
              <a:ext cx="363459" cy="307778"/>
              <a:chOff x="2879793" y="1041760"/>
              <a:chExt cx="408780" cy="381001"/>
            </a:xfrm>
          </p:grpSpPr>
          <p:sp>
            <p:nvSpPr>
              <p:cNvPr id="290" name="椭圆 278653">
                <a:extLst>
                  <a:ext uri="{FF2B5EF4-FFF2-40B4-BE49-F238E27FC236}">
                    <a16:creationId xmlns:a16="http://schemas.microsoft.com/office/drawing/2014/main" id="{A580A59C-F837-437A-A9E0-96862E7F502D}"/>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91" name="矩形 278659">
                <a:extLst>
                  <a:ext uri="{FF2B5EF4-FFF2-40B4-BE49-F238E27FC236}">
                    <a16:creationId xmlns:a16="http://schemas.microsoft.com/office/drawing/2014/main" id="{C3F5F062-B88D-4C5D-8492-E867CCC534AA}"/>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H</a:t>
                </a:r>
              </a:p>
            </p:txBody>
          </p:sp>
        </p:grpSp>
        <p:grpSp>
          <p:nvGrpSpPr>
            <p:cNvPr id="284" name="组合 283">
              <a:extLst>
                <a:ext uri="{FF2B5EF4-FFF2-40B4-BE49-F238E27FC236}">
                  <a16:creationId xmlns:a16="http://schemas.microsoft.com/office/drawing/2014/main" id="{3A1E918F-4F74-4774-BC02-2F47A8D5C307}"/>
                </a:ext>
              </a:extLst>
            </p:cNvPr>
            <p:cNvGrpSpPr/>
            <p:nvPr/>
          </p:nvGrpSpPr>
          <p:grpSpPr>
            <a:xfrm>
              <a:off x="4978786" y="3111538"/>
              <a:ext cx="363459" cy="307778"/>
              <a:chOff x="2879793" y="1041760"/>
              <a:chExt cx="408780" cy="381001"/>
            </a:xfrm>
          </p:grpSpPr>
          <p:sp>
            <p:nvSpPr>
              <p:cNvPr id="288" name="椭圆 278653">
                <a:extLst>
                  <a:ext uri="{FF2B5EF4-FFF2-40B4-BE49-F238E27FC236}">
                    <a16:creationId xmlns:a16="http://schemas.microsoft.com/office/drawing/2014/main" id="{FC28A72A-3935-4997-87F6-0834E9D471CB}"/>
                  </a:ext>
                </a:extLst>
              </p:cNvPr>
              <p:cNvSpPr>
                <a:spLocks noChangeArrowheads="1"/>
              </p:cNvSpPr>
              <p:nvPr/>
            </p:nvSpPr>
            <p:spPr bwMode="auto">
              <a:xfrm>
                <a:off x="2917852" y="1041760"/>
                <a:ext cx="355351"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89" name="矩形 278659">
                <a:extLst>
                  <a:ext uri="{FF2B5EF4-FFF2-40B4-BE49-F238E27FC236}">
                    <a16:creationId xmlns:a16="http://schemas.microsoft.com/office/drawing/2014/main" id="{F0EBFE69-60E7-41A9-86F4-4B5EA639C4B8}"/>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I</a:t>
                </a:r>
              </a:p>
            </p:txBody>
          </p:sp>
        </p:grpSp>
        <p:grpSp>
          <p:nvGrpSpPr>
            <p:cNvPr id="285" name="组合 284">
              <a:extLst>
                <a:ext uri="{FF2B5EF4-FFF2-40B4-BE49-F238E27FC236}">
                  <a16:creationId xmlns:a16="http://schemas.microsoft.com/office/drawing/2014/main" id="{203A2C2A-8DB3-4CB3-9207-ABE301CD44D4}"/>
                </a:ext>
              </a:extLst>
            </p:cNvPr>
            <p:cNvGrpSpPr/>
            <p:nvPr/>
          </p:nvGrpSpPr>
          <p:grpSpPr>
            <a:xfrm>
              <a:off x="4233492" y="3128112"/>
              <a:ext cx="363459" cy="307778"/>
              <a:chOff x="2879793" y="1041760"/>
              <a:chExt cx="408780" cy="381001"/>
            </a:xfrm>
          </p:grpSpPr>
          <p:sp>
            <p:nvSpPr>
              <p:cNvPr id="286" name="椭圆 278653">
                <a:extLst>
                  <a:ext uri="{FF2B5EF4-FFF2-40B4-BE49-F238E27FC236}">
                    <a16:creationId xmlns:a16="http://schemas.microsoft.com/office/drawing/2014/main" id="{EBE250EA-F10F-4D26-B109-480FE27DAA0A}"/>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87" name="矩形 278659">
                <a:extLst>
                  <a:ext uri="{FF2B5EF4-FFF2-40B4-BE49-F238E27FC236}">
                    <a16:creationId xmlns:a16="http://schemas.microsoft.com/office/drawing/2014/main" id="{283A0654-BF07-4752-AF9E-723A4523982F}"/>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K</a:t>
                </a:r>
              </a:p>
            </p:txBody>
          </p:sp>
        </p:grpSp>
      </p:grpSp>
      <p:grpSp>
        <p:nvGrpSpPr>
          <p:cNvPr id="350" name="组合 349">
            <a:extLst>
              <a:ext uri="{FF2B5EF4-FFF2-40B4-BE49-F238E27FC236}">
                <a16:creationId xmlns:a16="http://schemas.microsoft.com/office/drawing/2014/main" id="{3309D9C0-C76A-4CD9-968D-2814C87B59DE}"/>
              </a:ext>
            </a:extLst>
          </p:cNvPr>
          <p:cNvGrpSpPr/>
          <p:nvPr/>
        </p:nvGrpSpPr>
        <p:grpSpPr>
          <a:xfrm>
            <a:off x="699301" y="2718608"/>
            <a:ext cx="2333324" cy="1499518"/>
            <a:chOff x="699665" y="2719032"/>
            <a:chExt cx="2334539" cy="1500299"/>
          </a:xfrm>
        </p:grpSpPr>
        <p:sp>
          <p:nvSpPr>
            <p:cNvPr id="228" name="直接连接符 278657">
              <a:extLst>
                <a:ext uri="{FF2B5EF4-FFF2-40B4-BE49-F238E27FC236}">
                  <a16:creationId xmlns:a16="http://schemas.microsoft.com/office/drawing/2014/main" id="{FADFBA61-F881-482D-97F4-A2175693CAC3}"/>
                </a:ext>
              </a:extLst>
            </p:cNvPr>
            <p:cNvSpPr>
              <a:spLocks noChangeShapeType="1"/>
            </p:cNvSpPr>
            <p:nvPr/>
          </p:nvSpPr>
          <p:spPr bwMode="auto">
            <a:xfrm>
              <a:off x="1154044" y="3629781"/>
              <a:ext cx="223506" cy="358909"/>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229" name="直接连接符 278657">
              <a:extLst>
                <a:ext uri="{FF2B5EF4-FFF2-40B4-BE49-F238E27FC236}">
                  <a16:creationId xmlns:a16="http://schemas.microsoft.com/office/drawing/2014/main" id="{1627EE49-7873-411A-9971-3BC21A2F2A54}"/>
                </a:ext>
              </a:extLst>
            </p:cNvPr>
            <p:cNvSpPr>
              <a:spLocks noChangeShapeType="1"/>
            </p:cNvSpPr>
            <p:nvPr/>
          </p:nvSpPr>
          <p:spPr bwMode="auto">
            <a:xfrm>
              <a:off x="1991017" y="2858442"/>
              <a:ext cx="891279" cy="340536"/>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230" name="直接连接符 278657">
              <a:extLst>
                <a:ext uri="{FF2B5EF4-FFF2-40B4-BE49-F238E27FC236}">
                  <a16:creationId xmlns:a16="http://schemas.microsoft.com/office/drawing/2014/main" id="{7D177735-7C2A-4AAD-AB5C-B786F3BA6C28}"/>
                </a:ext>
              </a:extLst>
            </p:cNvPr>
            <p:cNvSpPr>
              <a:spLocks noChangeShapeType="1"/>
            </p:cNvSpPr>
            <p:nvPr/>
          </p:nvSpPr>
          <p:spPr bwMode="auto">
            <a:xfrm>
              <a:off x="1995809" y="2839481"/>
              <a:ext cx="0" cy="389072"/>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231" name="直接连接符 278657">
              <a:extLst>
                <a:ext uri="{FF2B5EF4-FFF2-40B4-BE49-F238E27FC236}">
                  <a16:creationId xmlns:a16="http://schemas.microsoft.com/office/drawing/2014/main" id="{FA0223EE-C399-4B9D-9B6D-21476844D816}"/>
                </a:ext>
              </a:extLst>
            </p:cNvPr>
            <p:cNvSpPr>
              <a:spLocks noChangeShapeType="1"/>
            </p:cNvSpPr>
            <p:nvPr/>
          </p:nvSpPr>
          <p:spPr bwMode="auto">
            <a:xfrm flipH="1">
              <a:off x="915689" y="3607773"/>
              <a:ext cx="229792" cy="389072"/>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232" name="直接连接符 278657">
              <a:extLst>
                <a:ext uri="{FF2B5EF4-FFF2-40B4-BE49-F238E27FC236}">
                  <a16:creationId xmlns:a16="http://schemas.microsoft.com/office/drawing/2014/main" id="{BA2097F0-C943-4F27-A6A8-FB2731E31136}"/>
                </a:ext>
              </a:extLst>
            </p:cNvPr>
            <p:cNvSpPr>
              <a:spLocks noChangeShapeType="1"/>
            </p:cNvSpPr>
            <p:nvPr/>
          </p:nvSpPr>
          <p:spPr bwMode="auto">
            <a:xfrm>
              <a:off x="1144439" y="3224360"/>
              <a:ext cx="0" cy="389072"/>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233" name="直接连接符 278657">
              <a:extLst>
                <a:ext uri="{FF2B5EF4-FFF2-40B4-BE49-F238E27FC236}">
                  <a16:creationId xmlns:a16="http://schemas.microsoft.com/office/drawing/2014/main" id="{4C9D74E1-7866-4718-BD5A-2C451DD8CD92}"/>
                </a:ext>
              </a:extLst>
            </p:cNvPr>
            <p:cNvSpPr>
              <a:spLocks noChangeShapeType="1"/>
            </p:cNvSpPr>
            <p:nvPr/>
          </p:nvSpPr>
          <p:spPr bwMode="auto">
            <a:xfrm flipH="1">
              <a:off x="1138773" y="2850624"/>
              <a:ext cx="877216" cy="345324"/>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254" name="组合 253">
              <a:extLst>
                <a:ext uri="{FF2B5EF4-FFF2-40B4-BE49-F238E27FC236}">
                  <a16:creationId xmlns:a16="http://schemas.microsoft.com/office/drawing/2014/main" id="{E0DC47A8-9743-41A5-BDC1-EDDC7581EBFD}"/>
                </a:ext>
              </a:extLst>
            </p:cNvPr>
            <p:cNvGrpSpPr/>
            <p:nvPr/>
          </p:nvGrpSpPr>
          <p:grpSpPr>
            <a:xfrm>
              <a:off x="1194206" y="3911553"/>
              <a:ext cx="380585" cy="307778"/>
              <a:chOff x="2879793" y="1041760"/>
              <a:chExt cx="408780" cy="381001"/>
            </a:xfrm>
          </p:grpSpPr>
          <p:sp>
            <p:nvSpPr>
              <p:cNvPr id="255" name="椭圆 278653">
                <a:extLst>
                  <a:ext uri="{FF2B5EF4-FFF2-40B4-BE49-F238E27FC236}">
                    <a16:creationId xmlns:a16="http://schemas.microsoft.com/office/drawing/2014/main" id="{BD5947D3-71F1-4F8F-AC8A-457570A43020}"/>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56" name="矩形 278659">
                <a:extLst>
                  <a:ext uri="{FF2B5EF4-FFF2-40B4-BE49-F238E27FC236}">
                    <a16:creationId xmlns:a16="http://schemas.microsoft.com/office/drawing/2014/main" id="{A4040ECA-A9A6-4F0A-AE02-6C6E8F164E4C}"/>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B</a:t>
                </a:r>
              </a:p>
            </p:txBody>
          </p:sp>
        </p:grpSp>
        <p:grpSp>
          <p:nvGrpSpPr>
            <p:cNvPr id="257" name="组合 256">
              <a:extLst>
                <a:ext uri="{FF2B5EF4-FFF2-40B4-BE49-F238E27FC236}">
                  <a16:creationId xmlns:a16="http://schemas.microsoft.com/office/drawing/2014/main" id="{9954FA94-9B46-48C7-BDDF-8E3CC0D7A7DC}"/>
                </a:ext>
              </a:extLst>
            </p:cNvPr>
            <p:cNvGrpSpPr/>
            <p:nvPr/>
          </p:nvGrpSpPr>
          <p:grpSpPr>
            <a:xfrm>
              <a:off x="1804453" y="2719032"/>
              <a:ext cx="373127" cy="307778"/>
              <a:chOff x="2879793" y="1041760"/>
              <a:chExt cx="408780" cy="381001"/>
            </a:xfrm>
          </p:grpSpPr>
          <p:sp>
            <p:nvSpPr>
              <p:cNvPr id="258" name="椭圆 278653">
                <a:extLst>
                  <a:ext uri="{FF2B5EF4-FFF2-40B4-BE49-F238E27FC236}">
                    <a16:creationId xmlns:a16="http://schemas.microsoft.com/office/drawing/2014/main" id="{6008CD98-EBFF-4C27-9219-796D053B84EE}"/>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259" name="矩形 278659">
                <a:extLst>
                  <a:ext uri="{FF2B5EF4-FFF2-40B4-BE49-F238E27FC236}">
                    <a16:creationId xmlns:a16="http://schemas.microsoft.com/office/drawing/2014/main" id="{D9F54F1F-062C-4CDB-825E-582E80555770}"/>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A</a:t>
                </a:r>
              </a:p>
            </p:txBody>
          </p:sp>
        </p:grpSp>
        <p:grpSp>
          <p:nvGrpSpPr>
            <p:cNvPr id="260" name="组合 259">
              <a:extLst>
                <a:ext uri="{FF2B5EF4-FFF2-40B4-BE49-F238E27FC236}">
                  <a16:creationId xmlns:a16="http://schemas.microsoft.com/office/drawing/2014/main" id="{48398109-3578-4AFD-B731-4907BA1E6D5A}"/>
                </a:ext>
              </a:extLst>
            </p:cNvPr>
            <p:cNvGrpSpPr/>
            <p:nvPr/>
          </p:nvGrpSpPr>
          <p:grpSpPr>
            <a:xfrm>
              <a:off x="2702261" y="3083023"/>
              <a:ext cx="331943" cy="307778"/>
              <a:chOff x="2892205" y="1041760"/>
              <a:chExt cx="381000" cy="381001"/>
            </a:xfrm>
          </p:grpSpPr>
          <p:sp>
            <p:nvSpPr>
              <p:cNvPr id="261" name="椭圆 278653">
                <a:extLst>
                  <a:ext uri="{FF2B5EF4-FFF2-40B4-BE49-F238E27FC236}">
                    <a16:creationId xmlns:a16="http://schemas.microsoft.com/office/drawing/2014/main" id="{9ECA6925-EC1E-4AB2-8610-711140DD51C5}"/>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62" name="矩形 278659">
                <a:extLst>
                  <a:ext uri="{FF2B5EF4-FFF2-40B4-BE49-F238E27FC236}">
                    <a16:creationId xmlns:a16="http://schemas.microsoft.com/office/drawing/2014/main" id="{D78D18B1-120F-498D-9100-0C001EE5876A}"/>
                  </a:ext>
                </a:extLst>
              </p:cNvPr>
              <p:cNvSpPr>
                <a:spLocks noChangeArrowheads="1"/>
              </p:cNvSpPr>
              <p:nvPr/>
            </p:nvSpPr>
            <p:spPr bwMode="auto">
              <a:xfrm>
                <a:off x="2914803" y="1061163"/>
                <a:ext cx="346147" cy="3429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C</a:t>
                </a:r>
              </a:p>
            </p:txBody>
          </p:sp>
        </p:grpSp>
        <p:grpSp>
          <p:nvGrpSpPr>
            <p:cNvPr id="271" name="组合 270">
              <a:extLst>
                <a:ext uri="{FF2B5EF4-FFF2-40B4-BE49-F238E27FC236}">
                  <a16:creationId xmlns:a16="http://schemas.microsoft.com/office/drawing/2014/main" id="{FEBDFA13-2748-4945-BA04-FF61592DD472}"/>
                </a:ext>
              </a:extLst>
            </p:cNvPr>
            <p:cNvGrpSpPr/>
            <p:nvPr/>
          </p:nvGrpSpPr>
          <p:grpSpPr>
            <a:xfrm>
              <a:off x="1813964" y="3105086"/>
              <a:ext cx="378817" cy="307778"/>
              <a:chOff x="2879792" y="1041760"/>
              <a:chExt cx="448963" cy="381001"/>
            </a:xfrm>
          </p:grpSpPr>
          <p:sp>
            <p:nvSpPr>
              <p:cNvPr id="272" name="椭圆 278653">
                <a:extLst>
                  <a:ext uri="{FF2B5EF4-FFF2-40B4-BE49-F238E27FC236}">
                    <a16:creationId xmlns:a16="http://schemas.microsoft.com/office/drawing/2014/main" id="{9D417E72-5EFC-471B-938A-52BD3A6B484E}"/>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73" name="矩形 278659">
                <a:extLst>
                  <a:ext uri="{FF2B5EF4-FFF2-40B4-BE49-F238E27FC236}">
                    <a16:creationId xmlns:a16="http://schemas.microsoft.com/office/drawing/2014/main" id="{8D95FEE4-B3DF-4B33-BDA5-0177A1843E61}"/>
                  </a:ext>
                </a:extLst>
              </p:cNvPr>
              <p:cNvSpPr>
                <a:spLocks noChangeArrowheads="1"/>
              </p:cNvSpPr>
              <p:nvPr/>
            </p:nvSpPr>
            <p:spPr bwMode="auto">
              <a:xfrm>
                <a:off x="2879792" y="1061144"/>
                <a:ext cx="448963"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F</a:t>
                </a:r>
              </a:p>
            </p:txBody>
          </p:sp>
        </p:grpSp>
        <p:grpSp>
          <p:nvGrpSpPr>
            <p:cNvPr id="274" name="组合 273">
              <a:extLst>
                <a:ext uri="{FF2B5EF4-FFF2-40B4-BE49-F238E27FC236}">
                  <a16:creationId xmlns:a16="http://schemas.microsoft.com/office/drawing/2014/main" id="{04A44B64-383C-4D92-91F0-55CB681BBDA8}"/>
                </a:ext>
              </a:extLst>
            </p:cNvPr>
            <p:cNvGrpSpPr/>
            <p:nvPr/>
          </p:nvGrpSpPr>
          <p:grpSpPr>
            <a:xfrm>
              <a:off x="699665" y="3896076"/>
              <a:ext cx="373764" cy="307778"/>
              <a:chOff x="2879793" y="1041760"/>
              <a:chExt cx="414474" cy="381001"/>
            </a:xfrm>
          </p:grpSpPr>
          <p:sp>
            <p:nvSpPr>
              <p:cNvPr id="275" name="椭圆 278653">
                <a:extLst>
                  <a:ext uri="{FF2B5EF4-FFF2-40B4-BE49-F238E27FC236}">
                    <a16:creationId xmlns:a16="http://schemas.microsoft.com/office/drawing/2014/main" id="{1E899496-DD98-433A-B1DB-318D744B5103}"/>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276" name="矩形 278659">
                <a:extLst>
                  <a:ext uri="{FF2B5EF4-FFF2-40B4-BE49-F238E27FC236}">
                    <a16:creationId xmlns:a16="http://schemas.microsoft.com/office/drawing/2014/main" id="{E325AB2E-B02D-4AD9-9E33-00520B87D977}"/>
                  </a:ext>
                </a:extLst>
              </p:cNvPr>
              <p:cNvSpPr>
                <a:spLocks noChangeArrowheads="1"/>
              </p:cNvSpPr>
              <p:nvPr/>
            </p:nvSpPr>
            <p:spPr bwMode="auto">
              <a:xfrm>
                <a:off x="2879793" y="1071009"/>
                <a:ext cx="414474"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J</a:t>
                </a:r>
              </a:p>
            </p:txBody>
          </p:sp>
        </p:grpSp>
        <p:grpSp>
          <p:nvGrpSpPr>
            <p:cNvPr id="294" name="组合 293">
              <a:extLst>
                <a:ext uri="{FF2B5EF4-FFF2-40B4-BE49-F238E27FC236}">
                  <a16:creationId xmlns:a16="http://schemas.microsoft.com/office/drawing/2014/main" id="{E635DE1A-5EF0-42F9-BF82-4A28312A816C}"/>
                </a:ext>
              </a:extLst>
            </p:cNvPr>
            <p:cNvGrpSpPr/>
            <p:nvPr/>
          </p:nvGrpSpPr>
          <p:grpSpPr>
            <a:xfrm>
              <a:off x="968382" y="3080344"/>
              <a:ext cx="354338" cy="307778"/>
              <a:chOff x="2879793" y="1041760"/>
              <a:chExt cx="419009" cy="381001"/>
            </a:xfrm>
          </p:grpSpPr>
          <p:sp>
            <p:nvSpPr>
              <p:cNvPr id="295" name="椭圆 278653">
                <a:extLst>
                  <a:ext uri="{FF2B5EF4-FFF2-40B4-BE49-F238E27FC236}">
                    <a16:creationId xmlns:a16="http://schemas.microsoft.com/office/drawing/2014/main" id="{6E3A89DD-1D7F-412E-82F9-248062863CC7}"/>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96" name="矩形 278659">
                <a:extLst>
                  <a:ext uri="{FF2B5EF4-FFF2-40B4-BE49-F238E27FC236}">
                    <a16:creationId xmlns:a16="http://schemas.microsoft.com/office/drawing/2014/main" id="{58D223B5-71B0-455E-BAE9-0F6ABB18E12A}"/>
                  </a:ext>
                </a:extLst>
              </p:cNvPr>
              <p:cNvSpPr>
                <a:spLocks noChangeArrowheads="1"/>
              </p:cNvSpPr>
              <p:nvPr/>
            </p:nvSpPr>
            <p:spPr bwMode="auto">
              <a:xfrm>
                <a:off x="2879793" y="1060813"/>
                <a:ext cx="419009"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L</a:t>
                </a:r>
              </a:p>
            </p:txBody>
          </p:sp>
        </p:grpSp>
        <p:grpSp>
          <p:nvGrpSpPr>
            <p:cNvPr id="297" name="组合 296">
              <a:extLst>
                <a:ext uri="{FF2B5EF4-FFF2-40B4-BE49-F238E27FC236}">
                  <a16:creationId xmlns:a16="http://schemas.microsoft.com/office/drawing/2014/main" id="{AD511DF4-53EF-45FA-B042-3E97BA6012FF}"/>
                </a:ext>
              </a:extLst>
            </p:cNvPr>
            <p:cNvGrpSpPr/>
            <p:nvPr/>
          </p:nvGrpSpPr>
          <p:grpSpPr>
            <a:xfrm>
              <a:off x="936929" y="3505411"/>
              <a:ext cx="380587" cy="307778"/>
              <a:chOff x="2879793" y="1041760"/>
              <a:chExt cx="408782" cy="381001"/>
            </a:xfrm>
          </p:grpSpPr>
          <p:sp>
            <p:nvSpPr>
              <p:cNvPr id="298" name="椭圆 278653">
                <a:extLst>
                  <a:ext uri="{FF2B5EF4-FFF2-40B4-BE49-F238E27FC236}">
                    <a16:creationId xmlns:a16="http://schemas.microsoft.com/office/drawing/2014/main" id="{90D14EE7-5E53-4BB9-AEA8-BECAFEB97795}"/>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99" name="矩形 278659">
                <a:extLst>
                  <a:ext uri="{FF2B5EF4-FFF2-40B4-BE49-F238E27FC236}">
                    <a16:creationId xmlns:a16="http://schemas.microsoft.com/office/drawing/2014/main" id="{99E4305B-8EAA-4CC4-88F0-D5400D3F98A9}"/>
                  </a:ext>
                </a:extLst>
              </p:cNvPr>
              <p:cNvSpPr>
                <a:spLocks noChangeArrowheads="1"/>
              </p:cNvSpPr>
              <p:nvPr/>
            </p:nvSpPr>
            <p:spPr bwMode="auto">
              <a:xfrm>
                <a:off x="2879793" y="1068288"/>
                <a:ext cx="408782"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M</a:t>
                </a:r>
              </a:p>
            </p:txBody>
          </p:sp>
        </p:grpSp>
      </p:grpSp>
      <p:sp>
        <p:nvSpPr>
          <p:cNvPr id="331" name="矩形: 圆角 330">
            <a:extLst>
              <a:ext uri="{FF2B5EF4-FFF2-40B4-BE49-F238E27FC236}">
                <a16:creationId xmlns:a16="http://schemas.microsoft.com/office/drawing/2014/main" id="{0927FEA5-30F3-4477-84DC-09F734E2956C}"/>
              </a:ext>
            </a:extLst>
          </p:cNvPr>
          <p:cNvSpPr/>
          <p:nvPr/>
        </p:nvSpPr>
        <p:spPr>
          <a:xfrm>
            <a:off x="7145057" y="1058612"/>
            <a:ext cx="3695906" cy="559102"/>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399" b="1" dirty="0">
                <a:solidFill>
                  <a:srgbClr val="041ABC"/>
                </a:solidFill>
                <a:effectLst>
                  <a:outerShdw blurRad="38100" dist="38100" dir="2700000" algn="tl">
                    <a:srgbClr val="000000">
                      <a:alpha val="43137"/>
                    </a:srgbClr>
                  </a:outerShdw>
                </a:effectLst>
                <a:latin typeface="+mn-ea"/>
              </a:rPr>
              <a:t>无向图</a:t>
            </a:r>
            <a:r>
              <a:rPr lang="zh-CN" altLang="en-US" sz="1799" b="1" dirty="0">
                <a:solidFill>
                  <a:srgbClr val="041ABC"/>
                </a:solidFill>
                <a:effectLst>
                  <a:outerShdw blurRad="38100" dist="38100" dir="2700000" algn="tl">
                    <a:srgbClr val="000000">
                      <a:alpha val="43137"/>
                    </a:srgbClr>
                  </a:outerShdw>
                </a:effectLst>
                <a:latin typeface="+mn-ea"/>
              </a:rPr>
              <a:t>的</a:t>
            </a:r>
            <a:r>
              <a:rPr lang="zh-CN" altLang="en-US" sz="2399" b="1" dirty="0">
                <a:solidFill>
                  <a:srgbClr val="C00000"/>
                </a:solidFill>
                <a:effectLst>
                  <a:outerShdw blurRad="38100" dist="38100" dir="2700000" algn="tl">
                    <a:srgbClr val="000000">
                      <a:alpha val="43137"/>
                    </a:srgbClr>
                  </a:outerShdw>
                </a:effectLst>
                <a:latin typeface="+mn-ea"/>
              </a:rPr>
              <a:t>深度优先生成树</a:t>
            </a:r>
            <a:endParaRPr lang="en-US" altLang="zh-CN" sz="2399" b="1" dirty="0">
              <a:solidFill>
                <a:srgbClr val="C00000"/>
              </a:solidFill>
              <a:effectLst>
                <a:outerShdw blurRad="38100" dist="38100" dir="2700000" algn="tl">
                  <a:srgbClr val="000000">
                    <a:alpha val="43137"/>
                  </a:srgbClr>
                </a:outerShdw>
              </a:effectLst>
              <a:latin typeface="+mn-ea"/>
            </a:endParaRPr>
          </a:p>
        </p:txBody>
      </p:sp>
      <p:sp>
        <p:nvSpPr>
          <p:cNvPr id="347" name="直接连接符 278657">
            <a:extLst>
              <a:ext uri="{FF2B5EF4-FFF2-40B4-BE49-F238E27FC236}">
                <a16:creationId xmlns:a16="http://schemas.microsoft.com/office/drawing/2014/main" id="{A9F1AC23-809F-4E55-A799-4FF4D1A77D5B}"/>
              </a:ext>
            </a:extLst>
          </p:cNvPr>
          <p:cNvSpPr>
            <a:spLocks noChangeShapeType="1"/>
          </p:cNvSpPr>
          <p:nvPr/>
        </p:nvSpPr>
        <p:spPr bwMode="auto">
          <a:xfrm flipH="1">
            <a:off x="2374817" y="659784"/>
            <a:ext cx="0" cy="15842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349" name="矩形 278659">
            <a:extLst>
              <a:ext uri="{FF2B5EF4-FFF2-40B4-BE49-F238E27FC236}">
                <a16:creationId xmlns:a16="http://schemas.microsoft.com/office/drawing/2014/main" id="{1615CE18-086A-4BE8-92FD-91187ED38564}"/>
              </a:ext>
            </a:extLst>
          </p:cNvPr>
          <p:cNvSpPr>
            <a:spLocks noChangeArrowheads="1"/>
          </p:cNvSpPr>
          <p:nvPr/>
        </p:nvSpPr>
        <p:spPr bwMode="auto">
          <a:xfrm>
            <a:off x="6273736" y="2115416"/>
            <a:ext cx="5576243" cy="3557962"/>
          </a:xfrm>
          <a:prstGeom prst="rect">
            <a:avLst/>
          </a:prstGeom>
          <a:solidFill>
            <a:srgbClr val="E3F5F3"/>
          </a:solidFill>
          <a:ln>
            <a:noFill/>
          </a:ln>
        </p:spPr>
        <p:txBody>
          <a:bodyPr wrap="square">
            <a:spAutoFit/>
          </a:bodyPr>
          <a:lstStyle/>
          <a:p>
            <a:pPr algn="just">
              <a:lnSpc>
                <a:spcPct val="130000"/>
              </a:lnSpc>
              <a:spcBef>
                <a:spcPts val="600"/>
              </a:spcBef>
            </a:pPr>
            <a:r>
              <a:rPr lang="zh-CN" altLang="en-US" sz="2000" b="1" dirty="0">
                <a:solidFill>
                  <a:srgbClr val="990033"/>
                </a:solidFill>
                <a:effectLst>
                  <a:outerShdw blurRad="38100" dist="38100" dir="2700000" algn="tl">
                    <a:srgbClr val="000000">
                      <a:alpha val="43137"/>
                    </a:srgbClr>
                  </a:outerShdw>
                </a:effectLst>
              </a:rPr>
              <a:t>图</a:t>
            </a:r>
            <a:r>
              <a:rPr lang="en-US" altLang="zh-CN" sz="2000" b="1" dirty="0">
                <a:solidFill>
                  <a:srgbClr val="990033"/>
                </a:solidFill>
                <a:effectLst>
                  <a:outerShdw blurRad="38100" dist="38100" dir="2700000" algn="tl">
                    <a:srgbClr val="000000">
                      <a:alpha val="43137"/>
                    </a:srgbClr>
                  </a:outerShdw>
                </a:effectLst>
              </a:rPr>
              <a:t>7.3</a:t>
            </a:r>
            <a:r>
              <a:rPr lang="zh-CN" altLang="en-US" sz="2000" b="1" dirty="0">
                <a:effectLst>
                  <a:outerShdw blurRad="38100" dist="38100" dir="2700000" algn="tl">
                    <a:srgbClr val="000000">
                      <a:alpha val="43137"/>
                    </a:srgbClr>
                  </a:outerShdw>
                </a:effectLst>
              </a:rPr>
              <a:t>的无向图</a:t>
            </a:r>
            <a:r>
              <a:rPr lang="en-US" altLang="zh-CN" sz="2000" b="1" dirty="0">
                <a:solidFill>
                  <a:srgbClr val="990033"/>
                </a:solidFill>
                <a:effectLst>
                  <a:outerShdw blurRad="38100" dist="38100" dir="2700000" algn="tl">
                    <a:srgbClr val="000000">
                      <a:alpha val="43137"/>
                    </a:srgbClr>
                  </a:outerShdw>
                </a:effectLst>
              </a:rPr>
              <a:t>G</a:t>
            </a:r>
            <a:r>
              <a:rPr lang="en-US" altLang="zh-CN" sz="2000" b="1" baseline="-25000" dirty="0">
                <a:solidFill>
                  <a:srgbClr val="990033"/>
                </a:solidFill>
                <a:effectLst>
                  <a:outerShdw blurRad="38100" dist="38100" dir="2700000" algn="tl">
                    <a:srgbClr val="000000">
                      <a:alpha val="43137"/>
                    </a:srgbClr>
                  </a:outerShdw>
                </a:effectLst>
              </a:rPr>
              <a:t>3</a:t>
            </a:r>
            <a:r>
              <a:rPr lang="zh-CN" altLang="en-US" sz="2000" b="1" dirty="0">
                <a:effectLst>
                  <a:outerShdw blurRad="38100" dist="38100" dir="2700000" algn="tl">
                    <a:srgbClr val="000000">
                      <a:alpha val="43137"/>
                    </a:srgbClr>
                  </a:outerShdw>
                </a:effectLst>
              </a:rPr>
              <a:t>，含 </a:t>
            </a:r>
            <a:r>
              <a:rPr lang="en-US" altLang="zh-CN" sz="2000" b="1" dirty="0">
                <a:solidFill>
                  <a:srgbClr val="990033"/>
                </a:solidFill>
                <a:effectLst>
                  <a:outerShdw blurRad="38100" dist="38100" dir="2700000" algn="tl">
                    <a:srgbClr val="000000">
                      <a:alpha val="43137"/>
                    </a:srgbClr>
                  </a:outerShdw>
                </a:effectLst>
              </a:rPr>
              <a:t>3 </a:t>
            </a:r>
            <a:r>
              <a:rPr lang="zh-CN" altLang="en-US" sz="2000" b="1" dirty="0">
                <a:effectLst>
                  <a:outerShdw blurRad="38100" dist="38100" dir="2700000" algn="tl">
                    <a:srgbClr val="000000">
                      <a:alpha val="43137"/>
                    </a:srgbClr>
                  </a:outerShdw>
                </a:effectLst>
              </a:rPr>
              <a:t>个连通分量。</a:t>
            </a:r>
            <a:endParaRPr lang="en-US" altLang="zh-CN" sz="2000" b="1" dirty="0">
              <a:effectLst>
                <a:outerShdw blurRad="38100" dist="38100" dir="2700000" algn="tl">
                  <a:srgbClr val="000000">
                    <a:alpha val="43137"/>
                  </a:srgbClr>
                </a:outerShdw>
              </a:effectLst>
            </a:endParaRPr>
          </a:p>
          <a:p>
            <a:pPr algn="just">
              <a:lnSpc>
                <a:spcPct val="130000"/>
              </a:lnSpc>
              <a:spcBef>
                <a:spcPts val="600"/>
              </a:spcBef>
            </a:pPr>
            <a:r>
              <a:rPr lang="zh-CN" altLang="en-US" sz="2000" b="1" dirty="0">
                <a:effectLst>
                  <a:outerShdw blurRad="38100" dist="38100" dir="2700000" algn="tl">
                    <a:srgbClr val="000000">
                      <a:alpha val="43137"/>
                    </a:srgbClr>
                  </a:outerShdw>
                </a:effectLst>
              </a:rPr>
              <a:t>无向图的深度优先生成森林</a:t>
            </a:r>
            <a:r>
              <a:rPr lang="zh-CN" altLang="en-US" sz="2000" b="1" dirty="0">
                <a:solidFill>
                  <a:srgbClr val="0070C0"/>
                </a:solidFill>
                <a:effectLst>
                  <a:outerShdw blurRad="38100" dist="38100" dir="2700000" algn="tl">
                    <a:srgbClr val="000000">
                      <a:alpha val="43137"/>
                    </a:srgbClr>
                  </a:outerShdw>
                </a:effectLst>
              </a:rPr>
              <a:t>不唯一</a:t>
            </a:r>
            <a:r>
              <a:rPr lang="zh-CN" altLang="en-US" sz="2000" b="1" dirty="0">
                <a:effectLst>
                  <a:outerShdw blurRad="38100" dist="38100" dir="2700000" algn="tl">
                    <a:srgbClr val="000000">
                      <a:alpha val="43137"/>
                    </a:srgbClr>
                  </a:outerShdw>
                </a:effectLst>
              </a:rPr>
              <a:t>，这与图的存储结构、顶点的存储位置和边的表示方式有关。</a:t>
            </a:r>
            <a:endParaRPr lang="en-US" altLang="zh-CN" sz="2000" b="1" dirty="0">
              <a:effectLst>
                <a:outerShdw blurRad="38100" dist="38100" dir="2700000" algn="tl">
                  <a:srgbClr val="000000">
                    <a:alpha val="43137"/>
                  </a:srgbClr>
                </a:outerShdw>
              </a:effectLst>
            </a:endParaRPr>
          </a:p>
          <a:p>
            <a:pPr algn="just">
              <a:lnSpc>
                <a:spcPct val="130000"/>
              </a:lnSpc>
              <a:spcBef>
                <a:spcPts val="600"/>
              </a:spcBef>
            </a:pPr>
            <a:r>
              <a:rPr lang="zh-CN" altLang="en-US" sz="2000" b="1" dirty="0">
                <a:solidFill>
                  <a:srgbClr val="990033"/>
                </a:solidFill>
                <a:effectLst>
                  <a:outerShdw blurRad="38100" dist="38100" dir="2700000" algn="tl">
                    <a:srgbClr val="000000">
                      <a:alpha val="43137"/>
                    </a:srgbClr>
                  </a:outerShdw>
                </a:effectLst>
              </a:rPr>
              <a:t>图</a:t>
            </a:r>
            <a:r>
              <a:rPr lang="en-US" altLang="zh-CN" sz="2000" b="1" dirty="0">
                <a:solidFill>
                  <a:srgbClr val="990033"/>
                </a:solidFill>
                <a:effectLst>
                  <a:outerShdw blurRad="38100" dist="38100" dir="2700000" algn="tl">
                    <a:srgbClr val="000000">
                      <a:alpha val="43137"/>
                    </a:srgbClr>
                  </a:outerShdw>
                </a:effectLst>
              </a:rPr>
              <a:t>7.15(c)</a:t>
            </a:r>
            <a:r>
              <a:rPr lang="zh-CN" altLang="en-US" sz="2000" b="1" dirty="0">
                <a:effectLst>
                  <a:outerShdw blurRad="38100" dist="38100" dir="2700000" algn="tl">
                    <a:srgbClr val="000000">
                      <a:alpha val="43137"/>
                    </a:srgbClr>
                  </a:outerShdw>
                </a:effectLst>
              </a:rPr>
              <a:t>给出了</a:t>
            </a:r>
            <a:r>
              <a:rPr lang="en-US" altLang="zh-CN" sz="2000" b="1" dirty="0">
                <a:solidFill>
                  <a:srgbClr val="990033"/>
                </a:solidFill>
                <a:effectLst>
                  <a:outerShdw blurRad="38100" dist="38100" dir="2700000" algn="tl">
                    <a:srgbClr val="000000">
                      <a:alpha val="43137"/>
                    </a:srgbClr>
                  </a:outerShdw>
                </a:effectLst>
              </a:rPr>
              <a:t>G</a:t>
            </a:r>
            <a:r>
              <a:rPr lang="en-US" altLang="zh-CN" sz="2000" b="1" baseline="-25000" dirty="0">
                <a:solidFill>
                  <a:srgbClr val="990033"/>
                </a:solidFill>
                <a:effectLst>
                  <a:outerShdw blurRad="38100" dist="38100" dir="2700000" algn="tl">
                    <a:srgbClr val="000000">
                      <a:alpha val="43137"/>
                    </a:srgbClr>
                  </a:outerShdw>
                </a:effectLst>
              </a:rPr>
              <a:t>3</a:t>
            </a:r>
            <a:r>
              <a:rPr lang="zh-CN" altLang="en-US" sz="2000" b="1" dirty="0">
                <a:effectLst>
                  <a:outerShdw blurRad="38100" dist="38100" dir="2700000" algn="tl">
                    <a:srgbClr val="000000">
                      <a:alpha val="43137"/>
                    </a:srgbClr>
                  </a:outerShdw>
                </a:effectLst>
              </a:rPr>
              <a:t>的一个深度优先生成森林。</a:t>
            </a:r>
            <a:endParaRPr lang="en-US" altLang="zh-CN" sz="2000" b="1" dirty="0">
              <a:effectLst>
                <a:outerShdw blurRad="38100" dist="38100" dir="2700000" algn="tl">
                  <a:srgbClr val="000000">
                    <a:alpha val="43137"/>
                  </a:srgbClr>
                </a:outerShdw>
              </a:effectLst>
            </a:endParaRPr>
          </a:p>
          <a:p>
            <a:pPr algn="just">
              <a:lnSpc>
                <a:spcPct val="130000"/>
              </a:lnSpc>
              <a:spcBef>
                <a:spcPts val="600"/>
              </a:spcBef>
            </a:pPr>
            <a:r>
              <a:rPr lang="zh-CN" altLang="en-US" sz="2000" b="1" dirty="0">
                <a:effectLst>
                  <a:outerShdw blurRad="38100" dist="38100" dir="2700000" algn="tl">
                    <a:srgbClr val="000000">
                      <a:alpha val="43137"/>
                    </a:srgbClr>
                  </a:outerShdw>
                </a:effectLst>
              </a:rPr>
              <a:t>由</a:t>
            </a:r>
            <a:r>
              <a:rPr lang="zh-CN" altLang="en-US" sz="2000" b="1" dirty="0">
                <a:solidFill>
                  <a:srgbClr val="990033"/>
                </a:solidFill>
                <a:effectLst>
                  <a:outerShdw blurRad="38100" dist="38100" dir="2700000" algn="tl">
                    <a:srgbClr val="000000">
                      <a:alpha val="43137"/>
                    </a:srgbClr>
                  </a:outerShdw>
                </a:effectLst>
              </a:rPr>
              <a:t>算法</a:t>
            </a:r>
            <a:r>
              <a:rPr lang="en-US" altLang="zh-CN" sz="2000" b="1" dirty="0">
                <a:solidFill>
                  <a:srgbClr val="990033"/>
                </a:solidFill>
                <a:effectLst>
                  <a:outerShdw blurRad="38100" dist="38100" dir="2700000" algn="tl">
                    <a:srgbClr val="000000">
                      <a:alpha val="43137"/>
                    </a:srgbClr>
                  </a:outerShdw>
                </a:effectLst>
              </a:rPr>
              <a:t>7.7</a:t>
            </a:r>
            <a:r>
              <a:rPr lang="zh-CN" altLang="en-US" sz="2000" b="1" dirty="0">
                <a:effectLst>
                  <a:outerShdw blurRad="38100" dist="38100" dir="2700000" algn="tl">
                    <a:srgbClr val="000000">
                      <a:alpha val="43137"/>
                    </a:srgbClr>
                  </a:outerShdw>
                </a:effectLst>
              </a:rPr>
              <a:t>求得</a:t>
            </a:r>
            <a:r>
              <a:rPr lang="en-US" altLang="zh-CN" sz="2000" b="1" dirty="0">
                <a:solidFill>
                  <a:srgbClr val="990033"/>
                </a:solidFill>
                <a:effectLst>
                  <a:outerShdw blurRad="38100" dist="38100" dir="2700000" algn="tl">
                    <a:srgbClr val="000000">
                      <a:alpha val="43137"/>
                    </a:srgbClr>
                  </a:outerShdw>
                </a:effectLst>
              </a:rPr>
              <a:t>G</a:t>
            </a:r>
            <a:r>
              <a:rPr lang="en-US" altLang="zh-CN" sz="2000" b="1" baseline="-25000" dirty="0">
                <a:solidFill>
                  <a:srgbClr val="990033"/>
                </a:solidFill>
                <a:effectLst>
                  <a:outerShdw blurRad="38100" dist="38100" dir="2700000" algn="tl">
                    <a:srgbClr val="000000">
                      <a:alpha val="43137"/>
                    </a:srgbClr>
                  </a:outerShdw>
                </a:effectLst>
              </a:rPr>
              <a:t>3</a:t>
            </a:r>
            <a:r>
              <a:rPr lang="zh-CN" altLang="en-US" sz="2000" b="1" dirty="0">
                <a:effectLst>
                  <a:outerShdw blurRad="38100" dist="38100" dir="2700000" algn="tl">
                    <a:srgbClr val="000000">
                      <a:alpha val="43137"/>
                    </a:srgbClr>
                  </a:outerShdw>
                </a:effectLst>
              </a:rPr>
              <a:t>的与此森林相应的存储结构，采用孩子兄弟二叉链表</a:t>
            </a:r>
            <a:r>
              <a:rPr lang="en-US" altLang="zh-CN" sz="2000" b="1" dirty="0">
                <a:effectLst>
                  <a:outerShdw blurRad="38100" dist="38100" dir="2700000" algn="tl">
                    <a:srgbClr val="000000">
                      <a:alpha val="43137"/>
                    </a:srgbClr>
                  </a:outerShdw>
                </a:effectLst>
              </a:rPr>
              <a:t>——</a:t>
            </a:r>
            <a:r>
              <a:rPr lang="en-US" altLang="zh-CN" sz="2000" b="1" dirty="0" err="1">
                <a:solidFill>
                  <a:srgbClr val="C00000"/>
                </a:solidFill>
                <a:effectLst>
                  <a:outerShdw blurRad="38100" dist="38100" dir="2700000" algn="tl">
                    <a:srgbClr val="000000">
                      <a:alpha val="43137"/>
                    </a:srgbClr>
                  </a:outerShdw>
                </a:effectLst>
              </a:rPr>
              <a:t>CSTree</a:t>
            </a:r>
            <a:r>
              <a:rPr lang="zh-CN" altLang="en-US" sz="2000" b="1" dirty="0">
                <a:effectLst>
                  <a:outerShdw blurRad="38100" dist="38100" dir="2700000" algn="tl">
                    <a:srgbClr val="000000">
                      <a:alpha val="43137"/>
                    </a:srgbClr>
                  </a:outerShdw>
                </a:effectLst>
              </a:rPr>
              <a:t>类型。</a:t>
            </a:r>
            <a:endParaRPr lang="en-US" altLang="zh-CN" sz="2000" b="1" dirty="0">
              <a:effectLst>
                <a:outerShdw blurRad="38100" dist="38100" dir="2700000" algn="tl">
                  <a:srgbClr val="000000">
                    <a:alpha val="43137"/>
                  </a:srgbClr>
                </a:outerShdw>
              </a:effectLst>
            </a:endParaRPr>
          </a:p>
          <a:p>
            <a:pPr algn="just">
              <a:lnSpc>
                <a:spcPct val="130000"/>
              </a:lnSpc>
              <a:spcBef>
                <a:spcPts val="600"/>
              </a:spcBef>
            </a:pPr>
            <a:r>
              <a:rPr lang="zh-CN" altLang="en-US" sz="2000" b="1" dirty="0">
                <a:effectLst>
                  <a:outerShdw blurRad="38100" dist="38100" dir="2700000" algn="tl">
                    <a:srgbClr val="000000">
                      <a:alpha val="43137"/>
                    </a:srgbClr>
                  </a:outerShdw>
                </a:effectLst>
              </a:rPr>
              <a:t>在结合示例讲解演示</a:t>
            </a:r>
            <a:r>
              <a:rPr lang="zh-CN" altLang="en-US" sz="2000" b="1" dirty="0">
                <a:solidFill>
                  <a:srgbClr val="C00000"/>
                </a:solidFill>
                <a:effectLst>
                  <a:outerShdw blurRad="38100" dist="38100" dir="2700000" algn="tl">
                    <a:srgbClr val="000000">
                      <a:alpha val="43137"/>
                    </a:srgbClr>
                  </a:outerShdw>
                </a:effectLst>
              </a:rPr>
              <a:t>算法</a:t>
            </a:r>
            <a:r>
              <a:rPr lang="en-US" altLang="zh-CN" sz="2000" b="1" dirty="0">
                <a:solidFill>
                  <a:srgbClr val="C00000"/>
                </a:solidFill>
                <a:effectLst>
                  <a:outerShdw blurRad="38100" dist="38100" dir="2700000" algn="tl">
                    <a:srgbClr val="000000">
                      <a:alpha val="43137"/>
                    </a:srgbClr>
                  </a:outerShdw>
                </a:effectLst>
              </a:rPr>
              <a:t>7.7</a:t>
            </a:r>
            <a:r>
              <a:rPr lang="zh-CN" altLang="en-US" sz="2000" b="1" dirty="0">
                <a:effectLst>
                  <a:outerShdw blurRad="38100" dist="38100" dir="2700000" algn="tl">
                    <a:srgbClr val="000000">
                      <a:alpha val="43137"/>
                    </a:srgbClr>
                  </a:outerShdw>
                </a:effectLst>
              </a:rPr>
              <a:t>之前，对其两个函数各自功能和相互关系，先作一个总体的了解。</a:t>
            </a:r>
            <a:endParaRPr lang="en-US" altLang="zh-CN" sz="2000" b="1" dirty="0">
              <a:effectLst>
                <a:outerShdw blurRad="38100" dist="38100" dir="2700000" algn="tl">
                  <a:srgbClr val="000000">
                    <a:alpha val="43137"/>
                  </a:srgbClr>
                </a:outerShdw>
              </a:effectLst>
            </a:endParaRPr>
          </a:p>
        </p:txBody>
      </p:sp>
      <p:sp>
        <p:nvSpPr>
          <p:cNvPr id="354" name="标注: 弯曲线形 353">
            <a:extLst>
              <a:ext uri="{FF2B5EF4-FFF2-40B4-BE49-F238E27FC236}">
                <a16:creationId xmlns:a16="http://schemas.microsoft.com/office/drawing/2014/main" id="{B63053B0-18A2-40DE-96F4-DE273A500123}"/>
              </a:ext>
            </a:extLst>
          </p:cNvPr>
          <p:cNvSpPr/>
          <p:nvPr/>
        </p:nvSpPr>
        <p:spPr>
          <a:xfrm flipH="1">
            <a:off x="3040161" y="5927031"/>
            <a:ext cx="836058" cy="303682"/>
          </a:xfrm>
          <a:prstGeom prst="borderCallout2">
            <a:avLst>
              <a:gd name="adj1" fmla="val 49038"/>
              <a:gd name="adj2" fmla="val -426"/>
              <a:gd name="adj3" fmla="val 18750"/>
              <a:gd name="adj4" fmla="val -16667"/>
              <a:gd name="adj5" fmla="val 17418"/>
              <a:gd name="adj6" fmla="val -54142"/>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99" b="1" dirty="0">
                <a:solidFill>
                  <a:srgbClr val="990033"/>
                </a:solidFill>
              </a:rPr>
              <a:t>data</a:t>
            </a:r>
            <a:endParaRPr lang="zh-CN" altLang="en-US" sz="1799" b="1" dirty="0">
              <a:solidFill>
                <a:srgbClr val="990033"/>
              </a:solidFill>
            </a:endParaRPr>
          </a:p>
        </p:txBody>
      </p:sp>
      <p:sp>
        <p:nvSpPr>
          <p:cNvPr id="355" name="标注: 弯曲线形 354">
            <a:extLst>
              <a:ext uri="{FF2B5EF4-FFF2-40B4-BE49-F238E27FC236}">
                <a16:creationId xmlns:a16="http://schemas.microsoft.com/office/drawing/2014/main" id="{477E90B8-19D7-498E-8045-23DBC459D1CF}"/>
              </a:ext>
            </a:extLst>
          </p:cNvPr>
          <p:cNvSpPr/>
          <p:nvPr/>
        </p:nvSpPr>
        <p:spPr>
          <a:xfrm flipH="1">
            <a:off x="2805009" y="6342375"/>
            <a:ext cx="1197379" cy="303682"/>
          </a:xfrm>
          <a:prstGeom prst="borderCallout2">
            <a:avLst>
              <a:gd name="adj1" fmla="val 49038"/>
              <a:gd name="adj2" fmla="val -426"/>
              <a:gd name="adj3" fmla="val 48166"/>
              <a:gd name="adj4" fmla="val -10647"/>
              <a:gd name="adj5" fmla="val -71985"/>
              <a:gd name="adj6" fmla="val -5229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99" b="1" dirty="0" err="1">
                <a:solidFill>
                  <a:srgbClr val="990033"/>
                </a:solidFill>
              </a:rPr>
              <a:t>firstChild</a:t>
            </a:r>
            <a:endParaRPr lang="zh-CN" altLang="en-US" sz="1799" b="1" dirty="0">
              <a:solidFill>
                <a:srgbClr val="990033"/>
              </a:solidFill>
            </a:endParaRPr>
          </a:p>
        </p:txBody>
      </p:sp>
      <p:sp>
        <p:nvSpPr>
          <p:cNvPr id="356" name="标注: 弯曲线形 355">
            <a:extLst>
              <a:ext uri="{FF2B5EF4-FFF2-40B4-BE49-F238E27FC236}">
                <a16:creationId xmlns:a16="http://schemas.microsoft.com/office/drawing/2014/main" id="{708E723B-DA6E-4F32-976D-56F806B36375}"/>
              </a:ext>
            </a:extLst>
          </p:cNvPr>
          <p:cNvSpPr/>
          <p:nvPr/>
        </p:nvSpPr>
        <p:spPr>
          <a:xfrm flipH="1">
            <a:off x="4558936" y="6414060"/>
            <a:ext cx="1197378" cy="303682"/>
          </a:xfrm>
          <a:prstGeom prst="borderCallout2">
            <a:avLst>
              <a:gd name="adj1" fmla="val -3006"/>
              <a:gd name="adj2" fmla="val 63682"/>
              <a:gd name="adj3" fmla="val -33294"/>
              <a:gd name="adj4" fmla="val 73743"/>
              <a:gd name="adj5" fmla="val -93458"/>
              <a:gd name="adj6" fmla="val 73254"/>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99" b="1" dirty="0" err="1">
                <a:solidFill>
                  <a:srgbClr val="990033"/>
                </a:solidFill>
              </a:rPr>
              <a:t>nextSib</a:t>
            </a:r>
            <a:endParaRPr lang="zh-CN" altLang="en-US" sz="1799" b="1" dirty="0">
              <a:solidFill>
                <a:srgbClr val="990033"/>
              </a:solidFill>
            </a:endParaRPr>
          </a:p>
        </p:txBody>
      </p:sp>
    </p:spTree>
    <p:extLst>
      <p:ext uri="{BB962C8B-B14F-4D97-AF65-F5344CB8AC3E}">
        <p14:creationId xmlns:p14="http://schemas.microsoft.com/office/powerpoint/2010/main" val="2088635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49">
                                            <p:bg/>
                                          </p:spTgt>
                                        </p:tgtEl>
                                        <p:attrNameLst>
                                          <p:attrName>style.visibility</p:attrName>
                                        </p:attrNameLst>
                                      </p:cBhvr>
                                      <p:to>
                                        <p:strVal val="visible"/>
                                      </p:to>
                                    </p:set>
                                    <p:animEffect transition="in" filter="wipe(up)">
                                      <p:cBhvr>
                                        <p:cTn id="7" dur="500"/>
                                        <p:tgtEl>
                                          <p:spTgt spid="349">
                                            <p:bg/>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49">
                                            <p:txEl>
                                              <p:pRg st="0" end="0"/>
                                            </p:txEl>
                                          </p:spTgt>
                                        </p:tgtEl>
                                        <p:attrNameLst>
                                          <p:attrName>style.visibility</p:attrName>
                                        </p:attrNameLst>
                                      </p:cBhvr>
                                      <p:to>
                                        <p:strVal val="visible"/>
                                      </p:to>
                                    </p:set>
                                    <p:animEffect transition="in" filter="wipe(up)">
                                      <p:cBhvr>
                                        <p:cTn id="10" dur="500"/>
                                        <p:tgtEl>
                                          <p:spTgt spid="34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1.51484E-6 -3.89493E-6 L 0.11674 -3.89493E-6 " pathEditMode="relative" rAng="0" ptsTypes="AA">
                                      <p:cBhvr>
                                        <p:cTn id="14" dur="1500" fill="hold"/>
                                        <p:tgtEl>
                                          <p:spTgt spid="20"/>
                                        </p:tgtEl>
                                        <p:attrNameLst>
                                          <p:attrName>ppt_x</p:attrName>
                                          <p:attrName>ppt_y</p:attrName>
                                        </p:attrNameLst>
                                      </p:cBhvr>
                                      <p:rCtr x="5830" y="0"/>
                                    </p:animMotion>
                                  </p:childTnLst>
                                </p:cTn>
                              </p:par>
                            </p:childTnLst>
                          </p:cTn>
                        </p:par>
                        <p:par>
                          <p:cTn id="15" fill="hold">
                            <p:stCondLst>
                              <p:cond delay="1500"/>
                            </p:stCondLst>
                            <p:childTnLst>
                              <p:par>
                                <p:cTn id="16" presetID="63" presetClass="path" presetSubtype="0" accel="50000" decel="50000" fill="hold" nodeType="afterEffect">
                                  <p:stCondLst>
                                    <p:cond delay="0"/>
                                  </p:stCondLst>
                                  <p:childTnLst>
                                    <p:animMotion origin="layout" path="M -4.66944E-6 -4.99421E-6 L 0.20862 -4.99421E-6 " pathEditMode="relative" rAng="0" ptsTypes="AA">
                                      <p:cBhvr>
                                        <p:cTn id="17" dur="1500" fill="hold"/>
                                        <p:tgtEl>
                                          <p:spTgt spid="34"/>
                                        </p:tgtEl>
                                        <p:attrNameLst>
                                          <p:attrName>ppt_x</p:attrName>
                                          <p:attrName>ppt_y</p:attrName>
                                        </p:attrNameLst>
                                      </p:cBhvr>
                                      <p:rCtr x="10424" y="0"/>
                                    </p:animMotion>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49">
                                            <p:txEl>
                                              <p:pRg st="1" end="1"/>
                                            </p:txEl>
                                          </p:spTgt>
                                        </p:tgtEl>
                                        <p:attrNameLst>
                                          <p:attrName>style.visibility</p:attrName>
                                        </p:attrNameLst>
                                      </p:cBhvr>
                                      <p:to>
                                        <p:strVal val="visible"/>
                                      </p:to>
                                    </p:set>
                                    <p:animEffect transition="in" filter="wipe(up)">
                                      <p:cBhvr>
                                        <p:cTn id="22" dur="500"/>
                                        <p:tgtEl>
                                          <p:spTgt spid="34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49">
                                            <p:txEl>
                                              <p:pRg st="2" end="2"/>
                                            </p:txEl>
                                          </p:spTgt>
                                        </p:tgtEl>
                                        <p:attrNameLst>
                                          <p:attrName>style.visibility</p:attrName>
                                        </p:attrNameLst>
                                      </p:cBhvr>
                                      <p:to>
                                        <p:strVal val="visible"/>
                                      </p:to>
                                    </p:set>
                                    <p:animEffect transition="in" filter="wipe(up)">
                                      <p:cBhvr>
                                        <p:cTn id="27" dur="500"/>
                                        <p:tgtEl>
                                          <p:spTgt spid="34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50"/>
                                        </p:tgtEl>
                                        <p:attrNameLst>
                                          <p:attrName>style.visibility</p:attrName>
                                        </p:attrNameLst>
                                      </p:cBhvr>
                                      <p:to>
                                        <p:strVal val="visible"/>
                                      </p:to>
                                    </p:set>
                                    <p:animEffect transition="in" filter="wipe(up)">
                                      <p:cBhvr>
                                        <p:cTn id="32" dur="500"/>
                                        <p:tgtEl>
                                          <p:spTgt spid="350"/>
                                        </p:tgtEl>
                                      </p:cBhvr>
                                    </p:animEffect>
                                  </p:childTnLst>
                                </p:cTn>
                              </p:par>
                            </p:childTnLst>
                          </p:cTn>
                        </p:par>
                        <p:par>
                          <p:cTn id="33" fill="hold">
                            <p:stCondLst>
                              <p:cond delay="500"/>
                            </p:stCondLst>
                            <p:childTnLst>
                              <p:par>
                                <p:cTn id="34" presetID="22" presetClass="entr" presetSubtype="1" fill="hold" nodeType="afterEffect">
                                  <p:stCondLst>
                                    <p:cond delay="0"/>
                                  </p:stCondLst>
                                  <p:childTnLst>
                                    <p:set>
                                      <p:cBhvr>
                                        <p:cTn id="35" dur="1" fill="hold">
                                          <p:stCondLst>
                                            <p:cond delay="0"/>
                                          </p:stCondLst>
                                        </p:cTn>
                                        <p:tgtEl>
                                          <p:spTgt spid="351"/>
                                        </p:tgtEl>
                                        <p:attrNameLst>
                                          <p:attrName>style.visibility</p:attrName>
                                        </p:attrNameLst>
                                      </p:cBhvr>
                                      <p:to>
                                        <p:strVal val="visible"/>
                                      </p:to>
                                    </p:set>
                                    <p:animEffect transition="in" filter="wipe(up)">
                                      <p:cBhvr>
                                        <p:cTn id="36" dur="500"/>
                                        <p:tgtEl>
                                          <p:spTgt spid="351"/>
                                        </p:tgtEl>
                                      </p:cBhvr>
                                    </p:animEffect>
                                  </p:childTnLst>
                                </p:cTn>
                              </p:par>
                            </p:childTnLst>
                          </p:cTn>
                        </p:par>
                        <p:par>
                          <p:cTn id="37" fill="hold">
                            <p:stCondLst>
                              <p:cond delay="1000"/>
                            </p:stCondLst>
                            <p:childTnLst>
                              <p:par>
                                <p:cTn id="38" presetID="22" presetClass="entr" presetSubtype="1" fill="hold" nodeType="afterEffect">
                                  <p:stCondLst>
                                    <p:cond delay="0"/>
                                  </p:stCondLst>
                                  <p:childTnLst>
                                    <p:set>
                                      <p:cBhvr>
                                        <p:cTn id="39" dur="1" fill="hold">
                                          <p:stCondLst>
                                            <p:cond delay="0"/>
                                          </p:stCondLst>
                                        </p:cTn>
                                        <p:tgtEl>
                                          <p:spTgt spid="352"/>
                                        </p:tgtEl>
                                        <p:attrNameLst>
                                          <p:attrName>style.visibility</p:attrName>
                                        </p:attrNameLst>
                                      </p:cBhvr>
                                      <p:to>
                                        <p:strVal val="visible"/>
                                      </p:to>
                                    </p:set>
                                    <p:animEffect transition="in" filter="wipe(up)">
                                      <p:cBhvr>
                                        <p:cTn id="40" dur="500"/>
                                        <p:tgtEl>
                                          <p:spTgt spid="35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349">
                                            <p:txEl>
                                              <p:pRg st="3" end="3"/>
                                            </p:txEl>
                                          </p:spTgt>
                                        </p:tgtEl>
                                        <p:attrNameLst>
                                          <p:attrName>style.visibility</p:attrName>
                                        </p:attrNameLst>
                                      </p:cBhvr>
                                      <p:to>
                                        <p:strVal val="visible"/>
                                      </p:to>
                                    </p:set>
                                    <p:animEffect transition="in" filter="wipe(up)">
                                      <p:cBhvr>
                                        <p:cTn id="45" dur="500"/>
                                        <p:tgtEl>
                                          <p:spTgt spid="349">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353"/>
                                        </p:tgtEl>
                                        <p:attrNameLst>
                                          <p:attrName>style.visibility</p:attrName>
                                        </p:attrNameLst>
                                      </p:cBhvr>
                                      <p:to>
                                        <p:strVal val="visible"/>
                                      </p:to>
                                    </p:set>
                                    <p:animEffect transition="in" filter="wipe(left)">
                                      <p:cBhvr>
                                        <p:cTn id="50" dur="500"/>
                                        <p:tgtEl>
                                          <p:spTgt spid="35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54"/>
                                        </p:tgtEl>
                                        <p:attrNameLst>
                                          <p:attrName>style.visibility</p:attrName>
                                        </p:attrNameLst>
                                      </p:cBhvr>
                                      <p:to>
                                        <p:strVal val="visible"/>
                                      </p:to>
                                    </p:set>
                                    <p:animEffect transition="in" filter="wipe(left)">
                                      <p:cBhvr>
                                        <p:cTn id="55" dur="500"/>
                                        <p:tgtEl>
                                          <p:spTgt spid="35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55"/>
                                        </p:tgtEl>
                                        <p:attrNameLst>
                                          <p:attrName>style.visibility</p:attrName>
                                        </p:attrNameLst>
                                      </p:cBhvr>
                                      <p:to>
                                        <p:strVal val="visible"/>
                                      </p:to>
                                    </p:set>
                                    <p:animEffect transition="in" filter="wipe(left)">
                                      <p:cBhvr>
                                        <p:cTn id="60" dur="500"/>
                                        <p:tgtEl>
                                          <p:spTgt spid="35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56"/>
                                        </p:tgtEl>
                                        <p:attrNameLst>
                                          <p:attrName>style.visibility</p:attrName>
                                        </p:attrNameLst>
                                      </p:cBhvr>
                                      <p:to>
                                        <p:strVal val="visible"/>
                                      </p:to>
                                    </p:set>
                                    <p:animEffect transition="in" filter="wipe(down)">
                                      <p:cBhvr>
                                        <p:cTn id="65" dur="500"/>
                                        <p:tgtEl>
                                          <p:spTgt spid="35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349">
                                            <p:txEl>
                                              <p:pRg st="4" end="4"/>
                                            </p:txEl>
                                          </p:spTgt>
                                        </p:tgtEl>
                                        <p:attrNameLst>
                                          <p:attrName>style.visibility</p:attrName>
                                        </p:attrNameLst>
                                      </p:cBhvr>
                                      <p:to>
                                        <p:strVal val="visible"/>
                                      </p:to>
                                    </p:set>
                                    <p:animEffect transition="in" filter="wipe(up)">
                                      <p:cBhvr>
                                        <p:cTn id="70" dur="500"/>
                                        <p:tgtEl>
                                          <p:spTgt spid="34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 grpId="0" uiExpand="1" build="p" animBg="1"/>
      <p:bldP spid="354" grpId="0" animBg="1"/>
      <p:bldP spid="355" grpId="0" animBg="1"/>
      <p:bldP spid="35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直接连接符 278657">
            <a:extLst>
              <a:ext uri="{FF2B5EF4-FFF2-40B4-BE49-F238E27FC236}">
                <a16:creationId xmlns:a16="http://schemas.microsoft.com/office/drawing/2014/main" id="{828918DA-5553-4827-9F76-57E7DB2C3D1A}"/>
              </a:ext>
            </a:extLst>
          </p:cNvPr>
          <p:cNvSpPr>
            <a:spLocks noChangeShapeType="1"/>
          </p:cNvSpPr>
          <p:nvPr/>
        </p:nvSpPr>
        <p:spPr bwMode="auto">
          <a:xfrm flipH="1" flipV="1">
            <a:off x="1555900" y="2067034"/>
            <a:ext cx="799909" cy="33664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4" name="直接连接符 278657">
            <a:extLst>
              <a:ext uri="{FF2B5EF4-FFF2-40B4-BE49-F238E27FC236}">
                <a16:creationId xmlns:a16="http://schemas.microsoft.com/office/drawing/2014/main" id="{F42D077A-8D0E-41B3-B562-2FD8F9BDA659}"/>
              </a:ext>
            </a:extLst>
          </p:cNvPr>
          <p:cNvSpPr>
            <a:spLocks noChangeShapeType="1"/>
          </p:cNvSpPr>
          <p:nvPr/>
        </p:nvSpPr>
        <p:spPr bwMode="auto">
          <a:xfrm flipH="1">
            <a:off x="494323" y="2072216"/>
            <a:ext cx="784410" cy="26716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5" name="直接连接符 278657">
            <a:extLst>
              <a:ext uri="{FF2B5EF4-FFF2-40B4-BE49-F238E27FC236}">
                <a16:creationId xmlns:a16="http://schemas.microsoft.com/office/drawing/2014/main" id="{C319A2FC-3786-4DA1-A039-223C7D25D05D}"/>
              </a:ext>
            </a:extLst>
          </p:cNvPr>
          <p:cNvSpPr>
            <a:spLocks noChangeShapeType="1"/>
          </p:cNvSpPr>
          <p:nvPr/>
        </p:nvSpPr>
        <p:spPr bwMode="auto">
          <a:xfrm flipH="1">
            <a:off x="458657" y="2403679"/>
            <a:ext cx="17698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6" name="直接连接符 278657">
            <a:extLst>
              <a:ext uri="{FF2B5EF4-FFF2-40B4-BE49-F238E27FC236}">
                <a16:creationId xmlns:a16="http://schemas.microsoft.com/office/drawing/2014/main" id="{998C4D73-A370-48AA-AE1B-620B3B395B9A}"/>
              </a:ext>
            </a:extLst>
          </p:cNvPr>
          <p:cNvSpPr>
            <a:spLocks noChangeShapeType="1"/>
          </p:cNvSpPr>
          <p:nvPr/>
        </p:nvSpPr>
        <p:spPr bwMode="auto">
          <a:xfrm>
            <a:off x="427218" y="655161"/>
            <a:ext cx="0" cy="15694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7" name="直接连接符 278658">
            <a:extLst>
              <a:ext uri="{FF2B5EF4-FFF2-40B4-BE49-F238E27FC236}">
                <a16:creationId xmlns:a16="http://schemas.microsoft.com/office/drawing/2014/main" id="{3BAAD975-15DD-4510-A5C6-418C439C3423}"/>
              </a:ext>
            </a:extLst>
          </p:cNvPr>
          <p:cNvSpPr>
            <a:spLocks noChangeShapeType="1"/>
          </p:cNvSpPr>
          <p:nvPr/>
        </p:nvSpPr>
        <p:spPr bwMode="auto">
          <a:xfrm>
            <a:off x="542080" y="592526"/>
            <a:ext cx="200904" cy="2083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8" name="直接连接符 278657">
            <a:extLst>
              <a:ext uri="{FF2B5EF4-FFF2-40B4-BE49-F238E27FC236}">
                <a16:creationId xmlns:a16="http://schemas.microsoft.com/office/drawing/2014/main" id="{07279A24-3CB6-42D8-A3C9-4ECF3864B1DA}"/>
              </a:ext>
            </a:extLst>
          </p:cNvPr>
          <p:cNvSpPr>
            <a:spLocks noChangeShapeType="1"/>
          </p:cNvSpPr>
          <p:nvPr/>
        </p:nvSpPr>
        <p:spPr bwMode="auto">
          <a:xfrm flipH="1">
            <a:off x="578697" y="538237"/>
            <a:ext cx="17698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9" name="直接连接符 278658">
            <a:extLst>
              <a:ext uri="{FF2B5EF4-FFF2-40B4-BE49-F238E27FC236}">
                <a16:creationId xmlns:a16="http://schemas.microsoft.com/office/drawing/2014/main" id="{2659DAF4-60F7-49D5-A787-C73466CC73D0}"/>
              </a:ext>
            </a:extLst>
          </p:cNvPr>
          <p:cNvSpPr>
            <a:spLocks noChangeShapeType="1"/>
          </p:cNvSpPr>
          <p:nvPr/>
        </p:nvSpPr>
        <p:spPr bwMode="auto">
          <a:xfrm>
            <a:off x="490487" y="649308"/>
            <a:ext cx="267584" cy="71322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grpSp>
        <p:nvGrpSpPr>
          <p:cNvPr id="10" name="组合 9">
            <a:extLst>
              <a:ext uri="{FF2B5EF4-FFF2-40B4-BE49-F238E27FC236}">
                <a16:creationId xmlns:a16="http://schemas.microsoft.com/office/drawing/2014/main" id="{E5571762-DF97-4DDA-AF5C-93076E92579F}"/>
              </a:ext>
            </a:extLst>
          </p:cNvPr>
          <p:cNvGrpSpPr/>
          <p:nvPr/>
        </p:nvGrpSpPr>
        <p:grpSpPr>
          <a:xfrm>
            <a:off x="2189058" y="344505"/>
            <a:ext cx="380387" cy="307618"/>
            <a:chOff x="2879793" y="1041760"/>
            <a:chExt cx="408780" cy="381001"/>
          </a:xfrm>
        </p:grpSpPr>
        <p:sp>
          <p:nvSpPr>
            <p:cNvPr id="11" name="椭圆 278653">
              <a:extLst>
                <a:ext uri="{FF2B5EF4-FFF2-40B4-BE49-F238E27FC236}">
                  <a16:creationId xmlns:a16="http://schemas.microsoft.com/office/drawing/2014/main" id="{8C4DFC5E-A126-4E85-98F2-71B0FC3E354E}"/>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2" name="矩形 278659">
              <a:extLst>
                <a:ext uri="{FF2B5EF4-FFF2-40B4-BE49-F238E27FC236}">
                  <a16:creationId xmlns:a16="http://schemas.microsoft.com/office/drawing/2014/main" id="{0E4DEE20-500E-48D5-9165-F66EA796E1BD}"/>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B</a:t>
              </a:r>
            </a:p>
          </p:txBody>
        </p:sp>
      </p:grpSp>
      <p:grpSp>
        <p:nvGrpSpPr>
          <p:cNvPr id="13" name="组合 12">
            <a:extLst>
              <a:ext uri="{FF2B5EF4-FFF2-40B4-BE49-F238E27FC236}">
                <a16:creationId xmlns:a16="http://schemas.microsoft.com/office/drawing/2014/main" id="{9D593EE1-70CF-47F1-BF03-CC9106DFE02F}"/>
              </a:ext>
            </a:extLst>
          </p:cNvPr>
          <p:cNvGrpSpPr/>
          <p:nvPr/>
        </p:nvGrpSpPr>
        <p:grpSpPr>
          <a:xfrm>
            <a:off x="244798" y="344506"/>
            <a:ext cx="372933" cy="307618"/>
            <a:chOff x="2879793" y="1041760"/>
            <a:chExt cx="408780" cy="381001"/>
          </a:xfrm>
        </p:grpSpPr>
        <p:sp>
          <p:nvSpPr>
            <p:cNvPr id="14" name="椭圆 278653">
              <a:extLst>
                <a:ext uri="{FF2B5EF4-FFF2-40B4-BE49-F238E27FC236}">
                  <a16:creationId xmlns:a16="http://schemas.microsoft.com/office/drawing/2014/main" id="{1BD1EFAE-1C09-43F8-9E51-2C8766AFE2D7}"/>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15" name="矩形 278659">
              <a:extLst>
                <a:ext uri="{FF2B5EF4-FFF2-40B4-BE49-F238E27FC236}">
                  <a16:creationId xmlns:a16="http://schemas.microsoft.com/office/drawing/2014/main" id="{FC8A1DAA-A92E-4540-87E1-B0A0F95D595B}"/>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A</a:t>
              </a:r>
            </a:p>
          </p:txBody>
        </p:sp>
      </p:grpSp>
      <p:grpSp>
        <p:nvGrpSpPr>
          <p:cNvPr id="16" name="组合 15">
            <a:extLst>
              <a:ext uri="{FF2B5EF4-FFF2-40B4-BE49-F238E27FC236}">
                <a16:creationId xmlns:a16="http://schemas.microsoft.com/office/drawing/2014/main" id="{C168A719-6D06-469D-B543-59FBF47950D8}"/>
              </a:ext>
            </a:extLst>
          </p:cNvPr>
          <p:cNvGrpSpPr/>
          <p:nvPr/>
        </p:nvGrpSpPr>
        <p:grpSpPr>
          <a:xfrm>
            <a:off x="678533" y="766091"/>
            <a:ext cx="331770" cy="307618"/>
            <a:chOff x="2892205" y="1041760"/>
            <a:chExt cx="381000" cy="381001"/>
          </a:xfrm>
        </p:grpSpPr>
        <p:sp>
          <p:nvSpPr>
            <p:cNvPr id="17" name="椭圆 278653">
              <a:extLst>
                <a:ext uri="{FF2B5EF4-FFF2-40B4-BE49-F238E27FC236}">
                  <a16:creationId xmlns:a16="http://schemas.microsoft.com/office/drawing/2014/main" id="{AE0F1B53-9F15-4D37-9DDD-323926499EDB}"/>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8" name="矩形 278659">
              <a:extLst>
                <a:ext uri="{FF2B5EF4-FFF2-40B4-BE49-F238E27FC236}">
                  <a16:creationId xmlns:a16="http://schemas.microsoft.com/office/drawing/2014/main" id="{FEE55C2A-EC75-49F2-B2F6-73037A85A6C6}"/>
                </a:ext>
              </a:extLst>
            </p:cNvPr>
            <p:cNvSpPr>
              <a:spLocks noChangeArrowheads="1"/>
            </p:cNvSpPr>
            <p:nvPr/>
          </p:nvSpPr>
          <p:spPr bwMode="auto">
            <a:xfrm>
              <a:off x="2914803" y="1061163"/>
              <a:ext cx="346147" cy="3429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C</a:t>
              </a:r>
            </a:p>
          </p:txBody>
        </p:sp>
      </p:grpSp>
      <p:grpSp>
        <p:nvGrpSpPr>
          <p:cNvPr id="19" name="组合 18">
            <a:extLst>
              <a:ext uri="{FF2B5EF4-FFF2-40B4-BE49-F238E27FC236}">
                <a16:creationId xmlns:a16="http://schemas.microsoft.com/office/drawing/2014/main" id="{7CE9DA9B-8C8D-4787-9B3F-F622DD927DF3}"/>
              </a:ext>
            </a:extLst>
          </p:cNvPr>
          <p:cNvGrpSpPr/>
          <p:nvPr/>
        </p:nvGrpSpPr>
        <p:grpSpPr>
          <a:xfrm>
            <a:off x="1240059" y="783917"/>
            <a:ext cx="939533" cy="309559"/>
            <a:chOff x="2664686" y="1095371"/>
            <a:chExt cx="1078948" cy="383405"/>
          </a:xfrm>
        </p:grpSpPr>
        <p:sp>
          <p:nvSpPr>
            <p:cNvPr id="20" name="直接连接符 278657">
              <a:extLst>
                <a:ext uri="{FF2B5EF4-FFF2-40B4-BE49-F238E27FC236}">
                  <a16:creationId xmlns:a16="http://schemas.microsoft.com/office/drawing/2014/main" id="{C0CE54E6-2336-4576-BE84-28886666590B}"/>
                </a:ext>
              </a:extLst>
            </p:cNvPr>
            <p:cNvSpPr>
              <a:spLocks noChangeShapeType="1"/>
            </p:cNvSpPr>
            <p:nvPr/>
          </p:nvSpPr>
          <p:spPr bwMode="auto">
            <a:xfrm flipH="1" flipV="1">
              <a:off x="3046101" y="1281726"/>
              <a:ext cx="298231" cy="52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21" name="组合 20">
              <a:extLst>
                <a:ext uri="{FF2B5EF4-FFF2-40B4-BE49-F238E27FC236}">
                  <a16:creationId xmlns:a16="http://schemas.microsoft.com/office/drawing/2014/main" id="{8E4B42C7-F451-4BEE-B949-26277742E927}"/>
                </a:ext>
              </a:extLst>
            </p:cNvPr>
            <p:cNvGrpSpPr/>
            <p:nvPr/>
          </p:nvGrpSpPr>
          <p:grpSpPr>
            <a:xfrm>
              <a:off x="2664686" y="1097775"/>
              <a:ext cx="408780" cy="381001"/>
              <a:chOff x="2879793" y="1041760"/>
              <a:chExt cx="408780" cy="381001"/>
            </a:xfrm>
          </p:grpSpPr>
          <p:sp>
            <p:nvSpPr>
              <p:cNvPr id="25" name="椭圆 278653">
                <a:extLst>
                  <a:ext uri="{FF2B5EF4-FFF2-40B4-BE49-F238E27FC236}">
                    <a16:creationId xmlns:a16="http://schemas.microsoft.com/office/drawing/2014/main" id="{8C401645-8176-4913-91BD-3BB03F63D9E7}"/>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6" name="矩形 278659">
                <a:extLst>
                  <a:ext uri="{FF2B5EF4-FFF2-40B4-BE49-F238E27FC236}">
                    <a16:creationId xmlns:a16="http://schemas.microsoft.com/office/drawing/2014/main" id="{4B836A5D-628E-4FD4-883F-23F2E29A4C04}"/>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D</a:t>
                </a:r>
              </a:p>
            </p:txBody>
          </p:sp>
        </p:grpSp>
        <p:grpSp>
          <p:nvGrpSpPr>
            <p:cNvPr id="22" name="组合 21">
              <a:extLst>
                <a:ext uri="{FF2B5EF4-FFF2-40B4-BE49-F238E27FC236}">
                  <a16:creationId xmlns:a16="http://schemas.microsoft.com/office/drawing/2014/main" id="{F76B4A91-CE1E-4539-AE62-28626F809493}"/>
                </a:ext>
              </a:extLst>
            </p:cNvPr>
            <p:cNvGrpSpPr/>
            <p:nvPr/>
          </p:nvGrpSpPr>
          <p:grpSpPr>
            <a:xfrm>
              <a:off x="3334854" y="1095371"/>
              <a:ext cx="408780" cy="381001"/>
              <a:chOff x="2879793" y="1041760"/>
              <a:chExt cx="408780" cy="381001"/>
            </a:xfrm>
          </p:grpSpPr>
          <p:sp>
            <p:nvSpPr>
              <p:cNvPr id="23" name="椭圆 278653">
                <a:extLst>
                  <a:ext uri="{FF2B5EF4-FFF2-40B4-BE49-F238E27FC236}">
                    <a16:creationId xmlns:a16="http://schemas.microsoft.com/office/drawing/2014/main" id="{E503EBA5-4130-4CC1-8AA3-41F13855DF01}"/>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4" name="矩形 278659">
                <a:extLst>
                  <a:ext uri="{FF2B5EF4-FFF2-40B4-BE49-F238E27FC236}">
                    <a16:creationId xmlns:a16="http://schemas.microsoft.com/office/drawing/2014/main" id="{D4D68EED-E16E-4F49-88A2-DE0381FDF67A}"/>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E</a:t>
                </a:r>
              </a:p>
            </p:txBody>
          </p:sp>
        </p:grpSp>
      </p:grpSp>
      <p:grpSp>
        <p:nvGrpSpPr>
          <p:cNvPr id="27" name="组合 26">
            <a:extLst>
              <a:ext uri="{FF2B5EF4-FFF2-40B4-BE49-F238E27FC236}">
                <a16:creationId xmlns:a16="http://schemas.microsoft.com/office/drawing/2014/main" id="{20CB43C0-D054-4AEB-9610-ADBF14D0439E}"/>
              </a:ext>
            </a:extLst>
          </p:cNvPr>
          <p:cNvGrpSpPr/>
          <p:nvPr/>
        </p:nvGrpSpPr>
        <p:grpSpPr>
          <a:xfrm>
            <a:off x="658272" y="1332433"/>
            <a:ext cx="378620" cy="307618"/>
            <a:chOff x="2879792" y="1041760"/>
            <a:chExt cx="448963" cy="381001"/>
          </a:xfrm>
        </p:grpSpPr>
        <p:sp>
          <p:nvSpPr>
            <p:cNvPr id="28" name="椭圆 278653">
              <a:extLst>
                <a:ext uri="{FF2B5EF4-FFF2-40B4-BE49-F238E27FC236}">
                  <a16:creationId xmlns:a16="http://schemas.microsoft.com/office/drawing/2014/main" id="{243197B1-1EEF-430E-9D44-52CD31307CD6}"/>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29" name="矩形 278659">
              <a:extLst>
                <a:ext uri="{FF2B5EF4-FFF2-40B4-BE49-F238E27FC236}">
                  <a16:creationId xmlns:a16="http://schemas.microsoft.com/office/drawing/2014/main" id="{AB6C8D4B-F6B1-4AF0-A73F-61E5F69D7261}"/>
                </a:ext>
              </a:extLst>
            </p:cNvPr>
            <p:cNvSpPr>
              <a:spLocks noChangeArrowheads="1"/>
            </p:cNvSpPr>
            <p:nvPr/>
          </p:nvSpPr>
          <p:spPr bwMode="auto">
            <a:xfrm>
              <a:off x="2879792" y="1061144"/>
              <a:ext cx="448963"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F</a:t>
              </a:r>
            </a:p>
          </p:txBody>
        </p:sp>
      </p:grpSp>
      <p:grpSp>
        <p:nvGrpSpPr>
          <p:cNvPr id="30" name="组合 29">
            <a:extLst>
              <a:ext uri="{FF2B5EF4-FFF2-40B4-BE49-F238E27FC236}">
                <a16:creationId xmlns:a16="http://schemas.microsoft.com/office/drawing/2014/main" id="{8ED66581-46EB-4227-8A9C-2125E15CC5E1}"/>
              </a:ext>
            </a:extLst>
          </p:cNvPr>
          <p:cNvGrpSpPr/>
          <p:nvPr/>
        </p:nvGrpSpPr>
        <p:grpSpPr>
          <a:xfrm>
            <a:off x="1229211" y="1836333"/>
            <a:ext cx="373569" cy="307618"/>
            <a:chOff x="2879793" y="1041760"/>
            <a:chExt cx="414474" cy="381001"/>
          </a:xfrm>
        </p:grpSpPr>
        <p:sp>
          <p:nvSpPr>
            <p:cNvPr id="31" name="椭圆 278653">
              <a:extLst>
                <a:ext uri="{FF2B5EF4-FFF2-40B4-BE49-F238E27FC236}">
                  <a16:creationId xmlns:a16="http://schemas.microsoft.com/office/drawing/2014/main" id="{09F3F5B8-1608-41D6-AA4B-6F000E7574DD}"/>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32" name="矩形 278659">
              <a:extLst>
                <a:ext uri="{FF2B5EF4-FFF2-40B4-BE49-F238E27FC236}">
                  <a16:creationId xmlns:a16="http://schemas.microsoft.com/office/drawing/2014/main" id="{966E329A-A94D-4F24-B28E-ED99FED86C31}"/>
                </a:ext>
              </a:extLst>
            </p:cNvPr>
            <p:cNvSpPr>
              <a:spLocks noChangeArrowheads="1"/>
            </p:cNvSpPr>
            <p:nvPr/>
          </p:nvSpPr>
          <p:spPr bwMode="auto">
            <a:xfrm>
              <a:off x="2879793" y="1071009"/>
              <a:ext cx="414474"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J</a:t>
              </a:r>
            </a:p>
          </p:txBody>
        </p:sp>
      </p:grpSp>
      <p:grpSp>
        <p:nvGrpSpPr>
          <p:cNvPr id="33" name="组合 32">
            <a:extLst>
              <a:ext uri="{FF2B5EF4-FFF2-40B4-BE49-F238E27FC236}">
                <a16:creationId xmlns:a16="http://schemas.microsoft.com/office/drawing/2014/main" id="{72B7FAB1-3B05-4385-BADD-257D9A19A043}"/>
              </a:ext>
            </a:extLst>
          </p:cNvPr>
          <p:cNvGrpSpPr/>
          <p:nvPr/>
        </p:nvGrpSpPr>
        <p:grpSpPr>
          <a:xfrm>
            <a:off x="636239" y="1331350"/>
            <a:ext cx="1543353" cy="797885"/>
            <a:chOff x="2022021" y="1733260"/>
            <a:chExt cx="1736704" cy="988223"/>
          </a:xfrm>
        </p:grpSpPr>
        <p:sp>
          <p:nvSpPr>
            <p:cNvPr id="34" name="直接连接符 278657">
              <a:extLst>
                <a:ext uri="{FF2B5EF4-FFF2-40B4-BE49-F238E27FC236}">
                  <a16:creationId xmlns:a16="http://schemas.microsoft.com/office/drawing/2014/main" id="{88F0B1DD-E09C-497B-BA08-EB7FD41BF800}"/>
                </a:ext>
              </a:extLst>
            </p:cNvPr>
            <p:cNvSpPr>
              <a:spLocks noChangeShapeType="1"/>
            </p:cNvSpPr>
            <p:nvPr/>
          </p:nvSpPr>
          <p:spPr bwMode="auto">
            <a:xfrm flipH="1">
              <a:off x="3555800" y="2099616"/>
              <a:ext cx="0" cy="2360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35" name="直接连接符 278657">
              <a:extLst>
                <a:ext uri="{FF2B5EF4-FFF2-40B4-BE49-F238E27FC236}">
                  <a16:creationId xmlns:a16="http://schemas.microsoft.com/office/drawing/2014/main" id="{BA9D138C-9904-4422-9084-D2081F114E29}"/>
                </a:ext>
              </a:extLst>
            </p:cNvPr>
            <p:cNvSpPr>
              <a:spLocks noChangeShapeType="1"/>
            </p:cNvSpPr>
            <p:nvPr/>
          </p:nvSpPr>
          <p:spPr bwMode="auto">
            <a:xfrm flipH="1" flipV="1">
              <a:off x="3046102" y="1916725"/>
              <a:ext cx="316254" cy="520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36" name="直接连接符 278657">
              <a:extLst>
                <a:ext uri="{FF2B5EF4-FFF2-40B4-BE49-F238E27FC236}">
                  <a16:creationId xmlns:a16="http://schemas.microsoft.com/office/drawing/2014/main" id="{5A71AEEE-18F7-4123-AEE5-1E985E6B5BB4}"/>
                </a:ext>
              </a:extLst>
            </p:cNvPr>
            <p:cNvSpPr>
              <a:spLocks noChangeShapeType="1"/>
            </p:cNvSpPr>
            <p:nvPr/>
          </p:nvSpPr>
          <p:spPr bwMode="auto">
            <a:xfrm flipH="1">
              <a:off x="2355574" y="2040468"/>
              <a:ext cx="404503" cy="351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37" name="直接连接符 278658">
              <a:extLst>
                <a:ext uri="{FF2B5EF4-FFF2-40B4-BE49-F238E27FC236}">
                  <a16:creationId xmlns:a16="http://schemas.microsoft.com/office/drawing/2014/main" id="{A54052A4-7385-4699-92B1-A800220C004F}"/>
                </a:ext>
              </a:extLst>
            </p:cNvPr>
            <p:cNvSpPr>
              <a:spLocks noChangeShapeType="1"/>
            </p:cNvSpPr>
            <p:nvPr/>
          </p:nvSpPr>
          <p:spPr bwMode="auto">
            <a:xfrm>
              <a:off x="2966988" y="1983974"/>
              <a:ext cx="442803" cy="4077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38" name="组合 37">
              <a:extLst>
                <a:ext uri="{FF2B5EF4-FFF2-40B4-BE49-F238E27FC236}">
                  <a16:creationId xmlns:a16="http://schemas.microsoft.com/office/drawing/2014/main" id="{1933B864-93F3-4A5E-B110-8DFB3C293F91}"/>
                </a:ext>
              </a:extLst>
            </p:cNvPr>
            <p:cNvGrpSpPr/>
            <p:nvPr/>
          </p:nvGrpSpPr>
          <p:grpSpPr>
            <a:xfrm>
              <a:off x="2679777" y="1735664"/>
              <a:ext cx="408780" cy="381001"/>
              <a:chOff x="2879793" y="1041760"/>
              <a:chExt cx="408780" cy="381001"/>
            </a:xfrm>
          </p:grpSpPr>
          <p:sp>
            <p:nvSpPr>
              <p:cNvPr id="48" name="椭圆 278653">
                <a:extLst>
                  <a:ext uri="{FF2B5EF4-FFF2-40B4-BE49-F238E27FC236}">
                    <a16:creationId xmlns:a16="http://schemas.microsoft.com/office/drawing/2014/main" id="{AD805CF3-6F92-4568-8EAC-8EC2B1893A20}"/>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49" name="矩形 278659">
                <a:extLst>
                  <a:ext uri="{FF2B5EF4-FFF2-40B4-BE49-F238E27FC236}">
                    <a16:creationId xmlns:a16="http://schemas.microsoft.com/office/drawing/2014/main" id="{4EA7A944-5F0A-4B4B-AF4B-4383599311A8}"/>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G</a:t>
                </a:r>
              </a:p>
            </p:txBody>
          </p:sp>
        </p:grpSp>
        <p:grpSp>
          <p:nvGrpSpPr>
            <p:cNvPr id="39" name="组合 38">
              <a:extLst>
                <a:ext uri="{FF2B5EF4-FFF2-40B4-BE49-F238E27FC236}">
                  <a16:creationId xmlns:a16="http://schemas.microsoft.com/office/drawing/2014/main" id="{AE677A65-45C1-486D-A87C-2EF12DB4E826}"/>
                </a:ext>
              </a:extLst>
            </p:cNvPr>
            <p:cNvGrpSpPr/>
            <p:nvPr/>
          </p:nvGrpSpPr>
          <p:grpSpPr>
            <a:xfrm>
              <a:off x="3349945" y="1733260"/>
              <a:ext cx="408780" cy="381001"/>
              <a:chOff x="2879793" y="1041760"/>
              <a:chExt cx="408780" cy="381001"/>
            </a:xfrm>
          </p:grpSpPr>
          <p:sp>
            <p:nvSpPr>
              <p:cNvPr id="46" name="椭圆 278653">
                <a:extLst>
                  <a:ext uri="{FF2B5EF4-FFF2-40B4-BE49-F238E27FC236}">
                    <a16:creationId xmlns:a16="http://schemas.microsoft.com/office/drawing/2014/main" id="{516D74A8-A4A9-4343-AC9B-587FA0ED8DA6}"/>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47" name="矩形 278659">
                <a:extLst>
                  <a:ext uri="{FF2B5EF4-FFF2-40B4-BE49-F238E27FC236}">
                    <a16:creationId xmlns:a16="http://schemas.microsoft.com/office/drawing/2014/main" id="{DE16F6E6-8F6F-40E0-AC5E-0F9A4F17EF96}"/>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H</a:t>
                </a:r>
              </a:p>
            </p:txBody>
          </p:sp>
        </p:grpSp>
        <p:grpSp>
          <p:nvGrpSpPr>
            <p:cNvPr id="40" name="组合 39">
              <a:extLst>
                <a:ext uri="{FF2B5EF4-FFF2-40B4-BE49-F238E27FC236}">
                  <a16:creationId xmlns:a16="http://schemas.microsoft.com/office/drawing/2014/main" id="{62C45658-4F46-45B6-A084-AADB2CD117C8}"/>
                </a:ext>
              </a:extLst>
            </p:cNvPr>
            <p:cNvGrpSpPr/>
            <p:nvPr/>
          </p:nvGrpSpPr>
          <p:grpSpPr>
            <a:xfrm>
              <a:off x="2022021" y="2335700"/>
              <a:ext cx="408780" cy="381001"/>
              <a:chOff x="2879793" y="1041760"/>
              <a:chExt cx="408780" cy="381001"/>
            </a:xfrm>
          </p:grpSpPr>
          <p:sp>
            <p:nvSpPr>
              <p:cNvPr id="44" name="椭圆 278653">
                <a:extLst>
                  <a:ext uri="{FF2B5EF4-FFF2-40B4-BE49-F238E27FC236}">
                    <a16:creationId xmlns:a16="http://schemas.microsoft.com/office/drawing/2014/main" id="{88AEE55F-2294-4129-8585-CD02C0DA1C54}"/>
                  </a:ext>
                </a:extLst>
              </p:cNvPr>
              <p:cNvSpPr>
                <a:spLocks noChangeArrowheads="1"/>
              </p:cNvSpPr>
              <p:nvPr/>
            </p:nvSpPr>
            <p:spPr bwMode="auto">
              <a:xfrm>
                <a:off x="2917852" y="1041760"/>
                <a:ext cx="355351"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45" name="矩形 278659">
                <a:extLst>
                  <a:ext uri="{FF2B5EF4-FFF2-40B4-BE49-F238E27FC236}">
                    <a16:creationId xmlns:a16="http://schemas.microsoft.com/office/drawing/2014/main" id="{D0BED1E6-9E23-4C50-9AB4-B0D425B2279F}"/>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I</a:t>
                </a:r>
              </a:p>
            </p:txBody>
          </p:sp>
        </p:grpSp>
        <p:grpSp>
          <p:nvGrpSpPr>
            <p:cNvPr id="41" name="组合 40">
              <a:extLst>
                <a:ext uri="{FF2B5EF4-FFF2-40B4-BE49-F238E27FC236}">
                  <a16:creationId xmlns:a16="http://schemas.microsoft.com/office/drawing/2014/main" id="{690D5B11-A104-480C-8E29-BF80B7BDBFB2}"/>
                </a:ext>
              </a:extLst>
            </p:cNvPr>
            <p:cNvGrpSpPr/>
            <p:nvPr/>
          </p:nvGrpSpPr>
          <p:grpSpPr>
            <a:xfrm>
              <a:off x="3349945" y="2340482"/>
              <a:ext cx="408780" cy="381001"/>
              <a:chOff x="2879793" y="1041760"/>
              <a:chExt cx="408780" cy="381001"/>
            </a:xfrm>
          </p:grpSpPr>
          <p:sp>
            <p:nvSpPr>
              <p:cNvPr id="42" name="椭圆 278653">
                <a:extLst>
                  <a:ext uri="{FF2B5EF4-FFF2-40B4-BE49-F238E27FC236}">
                    <a16:creationId xmlns:a16="http://schemas.microsoft.com/office/drawing/2014/main" id="{10D72374-FBFA-40E7-AFF8-D97E1B83C40B}"/>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43" name="矩形 278659">
                <a:extLst>
                  <a:ext uri="{FF2B5EF4-FFF2-40B4-BE49-F238E27FC236}">
                    <a16:creationId xmlns:a16="http://schemas.microsoft.com/office/drawing/2014/main" id="{6BBECC74-2AA9-4FE0-907E-311E51BCD726}"/>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K</a:t>
                </a:r>
              </a:p>
            </p:txBody>
          </p:sp>
        </p:grpSp>
      </p:grpSp>
      <p:grpSp>
        <p:nvGrpSpPr>
          <p:cNvPr id="50" name="组合 49">
            <a:extLst>
              <a:ext uri="{FF2B5EF4-FFF2-40B4-BE49-F238E27FC236}">
                <a16:creationId xmlns:a16="http://schemas.microsoft.com/office/drawing/2014/main" id="{D597D5BD-3347-4DA9-A1AC-76225866E316}"/>
              </a:ext>
            </a:extLst>
          </p:cNvPr>
          <p:cNvGrpSpPr/>
          <p:nvPr/>
        </p:nvGrpSpPr>
        <p:grpSpPr>
          <a:xfrm>
            <a:off x="249559" y="2228603"/>
            <a:ext cx="354154" cy="307618"/>
            <a:chOff x="2879793" y="1041760"/>
            <a:chExt cx="419009" cy="381001"/>
          </a:xfrm>
        </p:grpSpPr>
        <p:sp>
          <p:nvSpPr>
            <p:cNvPr id="51" name="椭圆 278653">
              <a:extLst>
                <a:ext uri="{FF2B5EF4-FFF2-40B4-BE49-F238E27FC236}">
                  <a16:creationId xmlns:a16="http://schemas.microsoft.com/office/drawing/2014/main" id="{95515E31-E9E6-4B90-8FE6-317336C1CBA9}"/>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52" name="矩形 278659">
              <a:extLst>
                <a:ext uri="{FF2B5EF4-FFF2-40B4-BE49-F238E27FC236}">
                  <a16:creationId xmlns:a16="http://schemas.microsoft.com/office/drawing/2014/main" id="{E2D06BF5-B6A0-48A5-A984-04575DA64941}"/>
                </a:ext>
              </a:extLst>
            </p:cNvPr>
            <p:cNvSpPr>
              <a:spLocks noChangeArrowheads="1"/>
            </p:cNvSpPr>
            <p:nvPr/>
          </p:nvSpPr>
          <p:spPr bwMode="auto">
            <a:xfrm>
              <a:off x="2879793" y="1060813"/>
              <a:ext cx="419009"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L</a:t>
              </a:r>
            </a:p>
          </p:txBody>
        </p:sp>
      </p:grpSp>
      <p:grpSp>
        <p:nvGrpSpPr>
          <p:cNvPr id="53" name="组合 52">
            <a:extLst>
              <a:ext uri="{FF2B5EF4-FFF2-40B4-BE49-F238E27FC236}">
                <a16:creationId xmlns:a16="http://schemas.microsoft.com/office/drawing/2014/main" id="{0F632D2D-099B-4315-BCDE-AA561817FC8A}"/>
              </a:ext>
            </a:extLst>
          </p:cNvPr>
          <p:cNvGrpSpPr/>
          <p:nvPr/>
        </p:nvGrpSpPr>
        <p:grpSpPr>
          <a:xfrm>
            <a:off x="2160198" y="2228603"/>
            <a:ext cx="380389" cy="307618"/>
            <a:chOff x="2879793" y="1041760"/>
            <a:chExt cx="408782" cy="381001"/>
          </a:xfrm>
        </p:grpSpPr>
        <p:sp>
          <p:nvSpPr>
            <p:cNvPr id="54" name="椭圆 278653">
              <a:extLst>
                <a:ext uri="{FF2B5EF4-FFF2-40B4-BE49-F238E27FC236}">
                  <a16:creationId xmlns:a16="http://schemas.microsoft.com/office/drawing/2014/main" id="{9CF7AA97-98E5-425A-A015-13D1FC105BB7}"/>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55" name="矩形 278659">
              <a:extLst>
                <a:ext uri="{FF2B5EF4-FFF2-40B4-BE49-F238E27FC236}">
                  <a16:creationId xmlns:a16="http://schemas.microsoft.com/office/drawing/2014/main" id="{056B18D2-61D9-47DB-A279-0649EB704A0C}"/>
                </a:ext>
              </a:extLst>
            </p:cNvPr>
            <p:cNvSpPr>
              <a:spLocks noChangeArrowheads="1"/>
            </p:cNvSpPr>
            <p:nvPr/>
          </p:nvSpPr>
          <p:spPr bwMode="auto">
            <a:xfrm>
              <a:off x="2879793" y="1068288"/>
              <a:ext cx="408782"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M</a:t>
              </a:r>
            </a:p>
          </p:txBody>
        </p:sp>
      </p:grpSp>
      <p:grpSp>
        <p:nvGrpSpPr>
          <p:cNvPr id="56" name="组合 55">
            <a:extLst>
              <a:ext uri="{FF2B5EF4-FFF2-40B4-BE49-F238E27FC236}">
                <a16:creationId xmlns:a16="http://schemas.microsoft.com/office/drawing/2014/main" id="{C304CD1D-003F-4A48-8243-48124A41A284}"/>
              </a:ext>
            </a:extLst>
          </p:cNvPr>
          <p:cNvGrpSpPr/>
          <p:nvPr/>
        </p:nvGrpSpPr>
        <p:grpSpPr>
          <a:xfrm>
            <a:off x="567682" y="4368467"/>
            <a:ext cx="5372208" cy="2307527"/>
            <a:chOff x="307695" y="4314450"/>
            <a:chExt cx="5375008" cy="2308728"/>
          </a:xfrm>
        </p:grpSpPr>
        <p:grpSp>
          <p:nvGrpSpPr>
            <p:cNvPr id="57" name="组合 56">
              <a:extLst>
                <a:ext uri="{FF2B5EF4-FFF2-40B4-BE49-F238E27FC236}">
                  <a16:creationId xmlns:a16="http://schemas.microsoft.com/office/drawing/2014/main" id="{B64C3315-2D15-48E8-8F85-48024F8E5849}"/>
                </a:ext>
              </a:extLst>
            </p:cNvPr>
            <p:cNvGrpSpPr/>
            <p:nvPr/>
          </p:nvGrpSpPr>
          <p:grpSpPr>
            <a:xfrm>
              <a:off x="368605" y="4705683"/>
              <a:ext cx="693649" cy="249172"/>
              <a:chOff x="693153" y="4807739"/>
              <a:chExt cx="833226" cy="249172"/>
            </a:xfrm>
          </p:grpSpPr>
          <p:sp>
            <p:nvSpPr>
              <p:cNvPr id="139" name="文本框 138">
                <a:extLst>
                  <a:ext uri="{FF2B5EF4-FFF2-40B4-BE49-F238E27FC236}">
                    <a16:creationId xmlns:a16="http://schemas.microsoft.com/office/drawing/2014/main" id="{F9C0534F-5EE3-4EC7-A5AF-9ABD855D66F8}"/>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A</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40" name="文本框 139">
                <a:extLst>
                  <a:ext uri="{FF2B5EF4-FFF2-40B4-BE49-F238E27FC236}">
                    <a16:creationId xmlns:a16="http://schemas.microsoft.com/office/drawing/2014/main" id="{928612DC-6250-4DC8-82D3-0627D86788FD}"/>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41" name="文本框 140">
                <a:extLst>
                  <a:ext uri="{FF2B5EF4-FFF2-40B4-BE49-F238E27FC236}">
                    <a16:creationId xmlns:a16="http://schemas.microsoft.com/office/drawing/2014/main" id="{92E7516F-A427-492C-A53C-CDD1A4047AAA}"/>
                  </a:ext>
                </a:extLst>
              </p:cNvPr>
              <p:cNvSpPr txBox="1"/>
              <p:nvPr/>
            </p:nvSpPr>
            <p:spPr>
              <a:xfrm>
                <a:off x="1269218" y="4807739"/>
                <a:ext cx="257161"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58" name="文本框 57">
              <a:extLst>
                <a:ext uri="{FF2B5EF4-FFF2-40B4-BE49-F238E27FC236}">
                  <a16:creationId xmlns:a16="http://schemas.microsoft.com/office/drawing/2014/main" id="{38E10A85-87E5-40BE-B75B-EDCAA7899D63}"/>
                </a:ext>
              </a:extLst>
            </p:cNvPr>
            <p:cNvSpPr txBox="1"/>
            <p:nvPr/>
          </p:nvSpPr>
          <p:spPr>
            <a:xfrm>
              <a:off x="641363" y="4735708"/>
              <a:ext cx="186827"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grpSp>
          <p:nvGrpSpPr>
            <p:cNvPr id="59" name="组合 58">
              <a:extLst>
                <a:ext uri="{FF2B5EF4-FFF2-40B4-BE49-F238E27FC236}">
                  <a16:creationId xmlns:a16="http://schemas.microsoft.com/office/drawing/2014/main" id="{6EDFF136-6BC4-4647-9C76-73B8731EF9DB}"/>
                </a:ext>
              </a:extLst>
            </p:cNvPr>
            <p:cNvGrpSpPr/>
            <p:nvPr/>
          </p:nvGrpSpPr>
          <p:grpSpPr>
            <a:xfrm>
              <a:off x="307695" y="4314450"/>
              <a:ext cx="259830" cy="391955"/>
              <a:chOff x="8057727" y="2823266"/>
              <a:chExt cx="259830" cy="391955"/>
            </a:xfrm>
          </p:grpSpPr>
          <p:cxnSp>
            <p:nvCxnSpPr>
              <p:cNvPr id="137" name="直接箭头连接符 136">
                <a:extLst>
                  <a:ext uri="{FF2B5EF4-FFF2-40B4-BE49-F238E27FC236}">
                    <a16:creationId xmlns:a16="http://schemas.microsoft.com/office/drawing/2014/main" id="{5CE0A644-4AFC-4E86-A225-4165F62D0DA3}"/>
                  </a:ext>
                </a:extLst>
              </p:cNvPr>
              <p:cNvCxnSpPr>
                <a:cxnSpLocks/>
              </p:cNvCxnSpPr>
              <p:nvPr/>
            </p:nvCxnSpPr>
            <p:spPr>
              <a:xfrm>
                <a:off x="8227156" y="2920971"/>
                <a:ext cx="0" cy="29425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38" name="矩形 278659">
                <a:extLst>
                  <a:ext uri="{FF2B5EF4-FFF2-40B4-BE49-F238E27FC236}">
                    <a16:creationId xmlns:a16="http://schemas.microsoft.com/office/drawing/2014/main" id="{F500BBB4-B2C8-4475-B3EB-8D162BD3B1E5}"/>
                  </a:ext>
                </a:extLst>
              </p:cNvPr>
              <p:cNvSpPr>
                <a:spLocks noChangeArrowheads="1"/>
              </p:cNvSpPr>
              <p:nvPr/>
            </p:nvSpPr>
            <p:spPr bwMode="auto">
              <a:xfrm>
                <a:off x="8057727" y="2823266"/>
                <a:ext cx="25983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T</a:t>
                </a:r>
              </a:p>
            </p:txBody>
          </p:sp>
        </p:grpSp>
        <p:grpSp>
          <p:nvGrpSpPr>
            <p:cNvPr id="60" name="组合 59">
              <a:extLst>
                <a:ext uri="{FF2B5EF4-FFF2-40B4-BE49-F238E27FC236}">
                  <a16:creationId xmlns:a16="http://schemas.microsoft.com/office/drawing/2014/main" id="{F640E4A2-20BD-417D-99AB-A427F7BDCFC9}"/>
                </a:ext>
              </a:extLst>
            </p:cNvPr>
            <p:cNvGrpSpPr/>
            <p:nvPr/>
          </p:nvGrpSpPr>
          <p:grpSpPr>
            <a:xfrm>
              <a:off x="362644" y="5278107"/>
              <a:ext cx="699610" cy="249172"/>
              <a:chOff x="693153" y="4807739"/>
              <a:chExt cx="840386" cy="249172"/>
            </a:xfrm>
          </p:grpSpPr>
          <p:sp>
            <p:nvSpPr>
              <p:cNvPr id="134" name="文本框 133">
                <a:extLst>
                  <a:ext uri="{FF2B5EF4-FFF2-40B4-BE49-F238E27FC236}">
                    <a16:creationId xmlns:a16="http://schemas.microsoft.com/office/drawing/2014/main" id="{FCB81D09-7DE9-45B1-8652-3A5979EDF944}"/>
                  </a:ext>
                </a:extLst>
              </p:cNvPr>
              <p:cNvSpPr txBox="1"/>
              <p:nvPr/>
            </p:nvSpPr>
            <p:spPr>
              <a:xfrm>
                <a:off x="693153" y="4807740"/>
                <a:ext cx="293453"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L</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35" name="文本框 134">
                <a:extLst>
                  <a:ext uri="{FF2B5EF4-FFF2-40B4-BE49-F238E27FC236}">
                    <a16:creationId xmlns:a16="http://schemas.microsoft.com/office/drawing/2014/main" id="{43BD221F-B1B5-409B-A8D2-AAD05DCB4E21}"/>
                  </a:ext>
                </a:extLst>
              </p:cNvPr>
              <p:cNvSpPr txBox="1"/>
              <p:nvPr/>
            </p:nvSpPr>
            <p:spPr>
              <a:xfrm>
                <a:off x="981185" y="4807739"/>
                <a:ext cx="293453"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36" name="文本框 135">
                <a:extLst>
                  <a:ext uri="{FF2B5EF4-FFF2-40B4-BE49-F238E27FC236}">
                    <a16:creationId xmlns:a16="http://schemas.microsoft.com/office/drawing/2014/main" id="{C9D297E0-1C8F-427B-9202-0CAE521E6319}"/>
                  </a:ext>
                </a:extLst>
              </p:cNvPr>
              <p:cNvSpPr txBox="1"/>
              <p:nvPr/>
            </p:nvSpPr>
            <p:spPr>
              <a:xfrm>
                <a:off x="1269218" y="4807739"/>
                <a:ext cx="264321"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cxnSp>
          <p:nvCxnSpPr>
            <p:cNvPr id="61" name="直接箭头连接符 60">
              <a:extLst>
                <a:ext uri="{FF2B5EF4-FFF2-40B4-BE49-F238E27FC236}">
                  <a16:creationId xmlns:a16="http://schemas.microsoft.com/office/drawing/2014/main" id="{1CEF949E-3844-4AD9-AF2F-9F59C4BB83B6}"/>
                </a:ext>
              </a:extLst>
            </p:cNvPr>
            <p:cNvCxnSpPr>
              <a:cxnSpLocks/>
            </p:cNvCxnSpPr>
            <p:nvPr/>
          </p:nvCxnSpPr>
          <p:spPr>
            <a:xfrm>
              <a:off x="721789" y="4803356"/>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A34EA28B-AAB1-4F57-A871-D0198D14B082}"/>
                </a:ext>
              </a:extLst>
            </p:cNvPr>
            <p:cNvSpPr txBox="1"/>
            <p:nvPr/>
          </p:nvSpPr>
          <p:spPr>
            <a:xfrm>
              <a:off x="620831" y="5304218"/>
              <a:ext cx="186827"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grpSp>
          <p:nvGrpSpPr>
            <p:cNvPr id="63" name="组合 62">
              <a:extLst>
                <a:ext uri="{FF2B5EF4-FFF2-40B4-BE49-F238E27FC236}">
                  <a16:creationId xmlns:a16="http://schemas.microsoft.com/office/drawing/2014/main" id="{02A3A970-5D9F-40D8-8446-DE740FC3B1E7}"/>
                </a:ext>
              </a:extLst>
            </p:cNvPr>
            <p:cNvGrpSpPr/>
            <p:nvPr/>
          </p:nvGrpSpPr>
          <p:grpSpPr>
            <a:xfrm>
              <a:off x="358757" y="5837718"/>
              <a:ext cx="703498" cy="249172"/>
              <a:chOff x="693153" y="4807739"/>
              <a:chExt cx="845056" cy="249172"/>
            </a:xfrm>
          </p:grpSpPr>
          <p:sp>
            <p:nvSpPr>
              <p:cNvPr id="131" name="文本框 130">
                <a:extLst>
                  <a:ext uri="{FF2B5EF4-FFF2-40B4-BE49-F238E27FC236}">
                    <a16:creationId xmlns:a16="http://schemas.microsoft.com/office/drawing/2014/main" id="{3DE50A07-A632-486A-B33F-0F46530C6895}"/>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M</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32" name="文本框 131">
                <a:extLst>
                  <a:ext uri="{FF2B5EF4-FFF2-40B4-BE49-F238E27FC236}">
                    <a16:creationId xmlns:a16="http://schemas.microsoft.com/office/drawing/2014/main" id="{3A3F2815-C058-4DE4-BE11-5E3DA0C40FB9}"/>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33" name="文本框 132">
                <a:extLst>
                  <a:ext uri="{FF2B5EF4-FFF2-40B4-BE49-F238E27FC236}">
                    <a16:creationId xmlns:a16="http://schemas.microsoft.com/office/drawing/2014/main" id="{82BA0BE7-596E-43F1-9238-892C19C7CCC1}"/>
                  </a:ext>
                </a:extLst>
              </p:cNvPr>
              <p:cNvSpPr txBox="1"/>
              <p:nvPr/>
            </p:nvSpPr>
            <p:spPr>
              <a:xfrm>
                <a:off x="1269219" y="4807739"/>
                <a:ext cx="268990"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64" name="文本框 63">
              <a:extLst>
                <a:ext uri="{FF2B5EF4-FFF2-40B4-BE49-F238E27FC236}">
                  <a16:creationId xmlns:a16="http://schemas.microsoft.com/office/drawing/2014/main" id="{FCEFCA73-E8B6-4C01-909C-E40C47432F0C}"/>
                </a:ext>
              </a:extLst>
            </p:cNvPr>
            <p:cNvSpPr txBox="1"/>
            <p:nvPr/>
          </p:nvSpPr>
          <p:spPr>
            <a:xfrm>
              <a:off x="616944" y="5854855"/>
              <a:ext cx="190714"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65" name="文本框 64">
              <a:extLst>
                <a:ext uri="{FF2B5EF4-FFF2-40B4-BE49-F238E27FC236}">
                  <a16:creationId xmlns:a16="http://schemas.microsoft.com/office/drawing/2014/main" id="{1EBE5EC5-58BC-4ED6-A24F-85075EEDA710}"/>
                </a:ext>
              </a:extLst>
            </p:cNvPr>
            <p:cNvSpPr txBox="1"/>
            <p:nvPr/>
          </p:nvSpPr>
          <p:spPr>
            <a:xfrm>
              <a:off x="863345" y="5877488"/>
              <a:ext cx="183707"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66" name="直接箭头连接符 65">
              <a:extLst>
                <a:ext uri="{FF2B5EF4-FFF2-40B4-BE49-F238E27FC236}">
                  <a16:creationId xmlns:a16="http://schemas.microsoft.com/office/drawing/2014/main" id="{8D46DC1E-ED85-4261-9150-6113072F3FCB}"/>
                </a:ext>
              </a:extLst>
            </p:cNvPr>
            <p:cNvCxnSpPr>
              <a:cxnSpLocks/>
            </p:cNvCxnSpPr>
            <p:nvPr/>
          </p:nvCxnSpPr>
          <p:spPr>
            <a:xfrm>
              <a:off x="712462" y="5362967"/>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67" name="组合 66">
              <a:extLst>
                <a:ext uri="{FF2B5EF4-FFF2-40B4-BE49-F238E27FC236}">
                  <a16:creationId xmlns:a16="http://schemas.microsoft.com/office/drawing/2014/main" id="{9D565607-8BDD-4B98-B0B2-857A63FA0114}"/>
                </a:ext>
              </a:extLst>
            </p:cNvPr>
            <p:cNvGrpSpPr/>
            <p:nvPr/>
          </p:nvGrpSpPr>
          <p:grpSpPr>
            <a:xfrm>
              <a:off x="345440" y="6365530"/>
              <a:ext cx="710546" cy="249172"/>
              <a:chOff x="693153" y="4807739"/>
              <a:chExt cx="853522" cy="249172"/>
            </a:xfrm>
          </p:grpSpPr>
          <p:sp>
            <p:nvSpPr>
              <p:cNvPr id="128" name="文本框 127">
                <a:extLst>
                  <a:ext uri="{FF2B5EF4-FFF2-40B4-BE49-F238E27FC236}">
                    <a16:creationId xmlns:a16="http://schemas.microsoft.com/office/drawing/2014/main" id="{5D00B918-D448-41A8-BDC5-955C52B51AA2}"/>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J</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29" name="文本框 128">
                <a:extLst>
                  <a:ext uri="{FF2B5EF4-FFF2-40B4-BE49-F238E27FC236}">
                    <a16:creationId xmlns:a16="http://schemas.microsoft.com/office/drawing/2014/main" id="{C679329A-5ABC-45F7-9B7A-AE28F57D43AE}"/>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30" name="文本框 129">
                <a:extLst>
                  <a:ext uri="{FF2B5EF4-FFF2-40B4-BE49-F238E27FC236}">
                    <a16:creationId xmlns:a16="http://schemas.microsoft.com/office/drawing/2014/main" id="{4900CC86-8DCF-4364-BC89-E29349522F25}"/>
                  </a:ext>
                </a:extLst>
              </p:cNvPr>
              <p:cNvSpPr txBox="1"/>
              <p:nvPr/>
            </p:nvSpPr>
            <p:spPr>
              <a:xfrm>
                <a:off x="1269218" y="4807739"/>
                <a:ext cx="277457"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68" name="文本框 67">
              <a:extLst>
                <a:ext uri="{FF2B5EF4-FFF2-40B4-BE49-F238E27FC236}">
                  <a16:creationId xmlns:a16="http://schemas.microsoft.com/office/drawing/2014/main" id="{D947E886-CCB4-467A-B25A-91F3D4A238DA}"/>
                </a:ext>
              </a:extLst>
            </p:cNvPr>
            <p:cNvSpPr txBox="1"/>
            <p:nvPr/>
          </p:nvSpPr>
          <p:spPr>
            <a:xfrm>
              <a:off x="603627" y="6391641"/>
              <a:ext cx="186827"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69" name="直接箭头连接符 68">
              <a:extLst>
                <a:ext uri="{FF2B5EF4-FFF2-40B4-BE49-F238E27FC236}">
                  <a16:creationId xmlns:a16="http://schemas.microsoft.com/office/drawing/2014/main" id="{EE68C236-C022-4891-8828-A471D4F93A20}"/>
                </a:ext>
              </a:extLst>
            </p:cNvPr>
            <p:cNvCxnSpPr>
              <a:cxnSpLocks/>
            </p:cNvCxnSpPr>
            <p:nvPr/>
          </p:nvCxnSpPr>
          <p:spPr>
            <a:xfrm>
              <a:off x="712462" y="5928488"/>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70" name="组合 69">
              <a:extLst>
                <a:ext uri="{FF2B5EF4-FFF2-40B4-BE49-F238E27FC236}">
                  <a16:creationId xmlns:a16="http://schemas.microsoft.com/office/drawing/2014/main" id="{317E1917-9D1A-4636-984F-D5B42E692902}"/>
                </a:ext>
              </a:extLst>
            </p:cNvPr>
            <p:cNvGrpSpPr/>
            <p:nvPr/>
          </p:nvGrpSpPr>
          <p:grpSpPr>
            <a:xfrm>
              <a:off x="1260210" y="6369495"/>
              <a:ext cx="712390" cy="249172"/>
              <a:chOff x="693153" y="4807739"/>
              <a:chExt cx="869518" cy="249172"/>
            </a:xfrm>
          </p:grpSpPr>
          <p:sp>
            <p:nvSpPr>
              <p:cNvPr id="125" name="文本框 124">
                <a:extLst>
                  <a:ext uri="{FF2B5EF4-FFF2-40B4-BE49-F238E27FC236}">
                    <a16:creationId xmlns:a16="http://schemas.microsoft.com/office/drawing/2014/main" id="{763EA9ED-D2E6-4268-A79E-2FA747B27EED}"/>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B</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26" name="文本框 125">
                <a:extLst>
                  <a:ext uri="{FF2B5EF4-FFF2-40B4-BE49-F238E27FC236}">
                    <a16:creationId xmlns:a16="http://schemas.microsoft.com/office/drawing/2014/main" id="{1D46923A-BD08-4AAE-85D8-A94B64CF1D8D}"/>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27" name="文本框 126">
                <a:extLst>
                  <a:ext uri="{FF2B5EF4-FFF2-40B4-BE49-F238E27FC236}">
                    <a16:creationId xmlns:a16="http://schemas.microsoft.com/office/drawing/2014/main" id="{87463476-5739-4F54-BE44-8B945E3D7B8C}"/>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71" name="文本框 70">
              <a:extLst>
                <a:ext uri="{FF2B5EF4-FFF2-40B4-BE49-F238E27FC236}">
                  <a16:creationId xmlns:a16="http://schemas.microsoft.com/office/drawing/2014/main" id="{5DB9121E-414D-4B3F-972E-EAADFD481D61}"/>
                </a:ext>
              </a:extLst>
            </p:cNvPr>
            <p:cNvSpPr txBox="1"/>
            <p:nvPr/>
          </p:nvSpPr>
          <p:spPr>
            <a:xfrm>
              <a:off x="1526525" y="6401707"/>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72" name="文本框 71">
              <a:extLst>
                <a:ext uri="{FF2B5EF4-FFF2-40B4-BE49-F238E27FC236}">
                  <a16:creationId xmlns:a16="http://schemas.microsoft.com/office/drawing/2014/main" id="{8402E851-8304-437F-AB24-D0C984C6968C}"/>
                </a:ext>
              </a:extLst>
            </p:cNvPr>
            <p:cNvSpPr txBox="1"/>
            <p:nvPr/>
          </p:nvSpPr>
          <p:spPr>
            <a:xfrm>
              <a:off x="1770944" y="6401443"/>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73" name="直接箭头连接符 72">
              <a:extLst>
                <a:ext uri="{FF2B5EF4-FFF2-40B4-BE49-F238E27FC236}">
                  <a16:creationId xmlns:a16="http://schemas.microsoft.com/office/drawing/2014/main" id="{B81E901F-6EEF-4D89-9A7A-5AA3927736E6}"/>
                </a:ext>
              </a:extLst>
            </p:cNvPr>
            <p:cNvCxnSpPr>
              <a:cxnSpLocks/>
            </p:cNvCxnSpPr>
            <p:nvPr/>
          </p:nvCxnSpPr>
          <p:spPr>
            <a:xfrm>
              <a:off x="950091" y="6496090"/>
              <a:ext cx="300661"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74" name="组合 73">
              <a:extLst>
                <a:ext uri="{FF2B5EF4-FFF2-40B4-BE49-F238E27FC236}">
                  <a16:creationId xmlns:a16="http://schemas.microsoft.com/office/drawing/2014/main" id="{55429C47-47D1-4909-80E6-48A5470E1DFB}"/>
                </a:ext>
              </a:extLst>
            </p:cNvPr>
            <p:cNvGrpSpPr/>
            <p:nvPr/>
          </p:nvGrpSpPr>
          <p:grpSpPr>
            <a:xfrm>
              <a:off x="1258492" y="5278105"/>
              <a:ext cx="712390" cy="249172"/>
              <a:chOff x="693153" y="4807739"/>
              <a:chExt cx="869518" cy="249172"/>
            </a:xfrm>
          </p:grpSpPr>
          <p:sp>
            <p:nvSpPr>
              <p:cNvPr id="122" name="文本框 121">
                <a:extLst>
                  <a:ext uri="{FF2B5EF4-FFF2-40B4-BE49-F238E27FC236}">
                    <a16:creationId xmlns:a16="http://schemas.microsoft.com/office/drawing/2014/main" id="{27C057B1-EAD7-4CA6-97CA-565B79369542}"/>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F</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23" name="文本框 122">
                <a:extLst>
                  <a:ext uri="{FF2B5EF4-FFF2-40B4-BE49-F238E27FC236}">
                    <a16:creationId xmlns:a16="http://schemas.microsoft.com/office/drawing/2014/main" id="{C9AA5C57-7E26-4C6E-AF59-769ABF513A46}"/>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24" name="文本框 123">
                <a:extLst>
                  <a:ext uri="{FF2B5EF4-FFF2-40B4-BE49-F238E27FC236}">
                    <a16:creationId xmlns:a16="http://schemas.microsoft.com/office/drawing/2014/main" id="{826FA81B-6BD8-4229-849F-6F0122BA18D1}"/>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75" name="文本框 74">
              <a:extLst>
                <a:ext uri="{FF2B5EF4-FFF2-40B4-BE49-F238E27FC236}">
                  <a16:creationId xmlns:a16="http://schemas.microsoft.com/office/drawing/2014/main" id="{057BE40C-83C3-46F5-88C6-6067373182FD}"/>
                </a:ext>
              </a:extLst>
            </p:cNvPr>
            <p:cNvSpPr txBox="1"/>
            <p:nvPr/>
          </p:nvSpPr>
          <p:spPr>
            <a:xfrm>
              <a:off x="1524807" y="5310317"/>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76" name="直接箭头连接符 75">
              <a:extLst>
                <a:ext uri="{FF2B5EF4-FFF2-40B4-BE49-F238E27FC236}">
                  <a16:creationId xmlns:a16="http://schemas.microsoft.com/office/drawing/2014/main" id="{AB80780D-55F5-4489-BCD1-9576F7EE4312}"/>
                </a:ext>
              </a:extLst>
            </p:cNvPr>
            <p:cNvCxnSpPr>
              <a:cxnSpLocks/>
            </p:cNvCxnSpPr>
            <p:nvPr/>
          </p:nvCxnSpPr>
          <p:spPr>
            <a:xfrm>
              <a:off x="977985" y="5420986"/>
              <a:ext cx="300661"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53B56B87-3F16-453E-8BCA-9385E714A16A}"/>
                </a:ext>
              </a:extLst>
            </p:cNvPr>
            <p:cNvGrpSpPr/>
            <p:nvPr/>
          </p:nvGrpSpPr>
          <p:grpSpPr>
            <a:xfrm>
              <a:off x="2167238" y="5280672"/>
              <a:ext cx="712390" cy="249172"/>
              <a:chOff x="693153" y="4807739"/>
              <a:chExt cx="869518" cy="249172"/>
            </a:xfrm>
          </p:grpSpPr>
          <p:sp>
            <p:nvSpPr>
              <p:cNvPr id="119" name="文本框 118">
                <a:extLst>
                  <a:ext uri="{FF2B5EF4-FFF2-40B4-BE49-F238E27FC236}">
                    <a16:creationId xmlns:a16="http://schemas.microsoft.com/office/drawing/2014/main" id="{505CD42B-D6F1-4A24-B7E5-5BF07B47029F}"/>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C</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20" name="文本框 119">
                <a:extLst>
                  <a:ext uri="{FF2B5EF4-FFF2-40B4-BE49-F238E27FC236}">
                    <a16:creationId xmlns:a16="http://schemas.microsoft.com/office/drawing/2014/main" id="{50CA422E-570F-4084-AC45-17FE17BAB711}"/>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21" name="文本框 120">
                <a:extLst>
                  <a:ext uri="{FF2B5EF4-FFF2-40B4-BE49-F238E27FC236}">
                    <a16:creationId xmlns:a16="http://schemas.microsoft.com/office/drawing/2014/main" id="{DB670BC4-4766-4FAD-B19F-6636A55A434C}"/>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78" name="文本框 77">
              <a:extLst>
                <a:ext uri="{FF2B5EF4-FFF2-40B4-BE49-F238E27FC236}">
                  <a16:creationId xmlns:a16="http://schemas.microsoft.com/office/drawing/2014/main" id="{93B5E745-607B-4528-B7FF-95F482202BA8}"/>
                </a:ext>
              </a:extLst>
            </p:cNvPr>
            <p:cNvSpPr txBox="1"/>
            <p:nvPr/>
          </p:nvSpPr>
          <p:spPr>
            <a:xfrm>
              <a:off x="2433553" y="5312884"/>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79" name="文本框 78">
              <a:extLst>
                <a:ext uri="{FF2B5EF4-FFF2-40B4-BE49-F238E27FC236}">
                  <a16:creationId xmlns:a16="http://schemas.microsoft.com/office/drawing/2014/main" id="{7A036C5F-3696-448D-93C0-759BB6DE6522}"/>
                </a:ext>
              </a:extLst>
            </p:cNvPr>
            <p:cNvSpPr txBox="1"/>
            <p:nvPr/>
          </p:nvSpPr>
          <p:spPr>
            <a:xfrm>
              <a:off x="2677972" y="5312620"/>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80" name="直接箭头连接符 79">
              <a:extLst>
                <a:ext uri="{FF2B5EF4-FFF2-40B4-BE49-F238E27FC236}">
                  <a16:creationId xmlns:a16="http://schemas.microsoft.com/office/drawing/2014/main" id="{66004CE0-7E3B-402F-9292-5B8010587576}"/>
                </a:ext>
              </a:extLst>
            </p:cNvPr>
            <p:cNvCxnSpPr>
              <a:cxnSpLocks/>
            </p:cNvCxnSpPr>
            <p:nvPr/>
          </p:nvCxnSpPr>
          <p:spPr>
            <a:xfrm>
              <a:off x="1866577" y="5415970"/>
              <a:ext cx="300661"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81" name="组合 80">
              <a:extLst>
                <a:ext uri="{FF2B5EF4-FFF2-40B4-BE49-F238E27FC236}">
                  <a16:creationId xmlns:a16="http://schemas.microsoft.com/office/drawing/2014/main" id="{E29B005F-1E09-4CEE-8973-8CCAEE029A62}"/>
                </a:ext>
              </a:extLst>
            </p:cNvPr>
            <p:cNvGrpSpPr/>
            <p:nvPr/>
          </p:nvGrpSpPr>
          <p:grpSpPr>
            <a:xfrm>
              <a:off x="3100286" y="4705681"/>
              <a:ext cx="712390" cy="249172"/>
              <a:chOff x="693153" y="4807739"/>
              <a:chExt cx="869518" cy="249172"/>
            </a:xfrm>
          </p:grpSpPr>
          <p:sp>
            <p:nvSpPr>
              <p:cNvPr id="116" name="文本框 115">
                <a:extLst>
                  <a:ext uri="{FF2B5EF4-FFF2-40B4-BE49-F238E27FC236}">
                    <a16:creationId xmlns:a16="http://schemas.microsoft.com/office/drawing/2014/main" id="{DA5AD935-8C47-4557-A819-93BB90DBA4D4}"/>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D</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17" name="文本框 116">
                <a:extLst>
                  <a:ext uri="{FF2B5EF4-FFF2-40B4-BE49-F238E27FC236}">
                    <a16:creationId xmlns:a16="http://schemas.microsoft.com/office/drawing/2014/main" id="{F4A9A778-3A64-4BDC-BA48-A4C61A79BF96}"/>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18" name="文本框 117">
                <a:extLst>
                  <a:ext uri="{FF2B5EF4-FFF2-40B4-BE49-F238E27FC236}">
                    <a16:creationId xmlns:a16="http://schemas.microsoft.com/office/drawing/2014/main" id="{10FDB39F-DD99-4296-9C48-C3A4AC6C1885}"/>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cxnSp>
          <p:nvCxnSpPr>
            <p:cNvPr id="82" name="直接箭头连接符 81">
              <a:extLst>
                <a:ext uri="{FF2B5EF4-FFF2-40B4-BE49-F238E27FC236}">
                  <a16:creationId xmlns:a16="http://schemas.microsoft.com/office/drawing/2014/main" id="{674CAF5A-CF0C-49B8-973C-F407127760F4}"/>
                </a:ext>
              </a:extLst>
            </p:cNvPr>
            <p:cNvCxnSpPr>
              <a:cxnSpLocks/>
              <a:endCxn id="116" idx="1"/>
            </p:cNvCxnSpPr>
            <p:nvPr/>
          </p:nvCxnSpPr>
          <p:spPr>
            <a:xfrm flipV="1">
              <a:off x="964592" y="4830268"/>
              <a:ext cx="2135694" cy="9214"/>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83" name="组合 82">
              <a:extLst>
                <a:ext uri="{FF2B5EF4-FFF2-40B4-BE49-F238E27FC236}">
                  <a16:creationId xmlns:a16="http://schemas.microsoft.com/office/drawing/2014/main" id="{CCB6F56C-0D3C-451F-823E-9023C7888F42}"/>
                </a:ext>
              </a:extLst>
            </p:cNvPr>
            <p:cNvGrpSpPr/>
            <p:nvPr/>
          </p:nvGrpSpPr>
          <p:grpSpPr>
            <a:xfrm>
              <a:off x="3095308" y="5278105"/>
              <a:ext cx="712390" cy="249172"/>
              <a:chOff x="693153" y="4807739"/>
              <a:chExt cx="869518" cy="249172"/>
            </a:xfrm>
          </p:grpSpPr>
          <p:sp>
            <p:nvSpPr>
              <p:cNvPr id="113" name="文本框 112">
                <a:extLst>
                  <a:ext uri="{FF2B5EF4-FFF2-40B4-BE49-F238E27FC236}">
                    <a16:creationId xmlns:a16="http://schemas.microsoft.com/office/drawing/2014/main" id="{2D76D8E9-7195-416A-A4B3-74FCBE1EB9DC}"/>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E</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14" name="文本框 113">
                <a:extLst>
                  <a:ext uri="{FF2B5EF4-FFF2-40B4-BE49-F238E27FC236}">
                    <a16:creationId xmlns:a16="http://schemas.microsoft.com/office/drawing/2014/main" id="{C3F7B0E8-FCCB-412D-A096-AFB3B5491DCF}"/>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15" name="文本框 114">
                <a:extLst>
                  <a:ext uri="{FF2B5EF4-FFF2-40B4-BE49-F238E27FC236}">
                    <a16:creationId xmlns:a16="http://schemas.microsoft.com/office/drawing/2014/main" id="{045336BA-5D6F-4DEA-BBD5-D57AF78A6DC5}"/>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84" name="文本框 83">
              <a:extLst>
                <a:ext uri="{FF2B5EF4-FFF2-40B4-BE49-F238E27FC236}">
                  <a16:creationId xmlns:a16="http://schemas.microsoft.com/office/drawing/2014/main" id="{FB9347FD-A659-4532-94A3-D3AE1D896FB7}"/>
                </a:ext>
              </a:extLst>
            </p:cNvPr>
            <p:cNvSpPr txBox="1"/>
            <p:nvPr/>
          </p:nvSpPr>
          <p:spPr>
            <a:xfrm>
              <a:off x="3361623" y="5310317"/>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85" name="文本框 84">
              <a:extLst>
                <a:ext uri="{FF2B5EF4-FFF2-40B4-BE49-F238E27FC236}">
                  <a16:creationId xmlns:a16="http://schemas.microsoft.com/office/drawing/2014/main" id="{04B4973E-AF52-4328-90A7-450A92F4E4C0}"/>
                </a:ext>
              </a:extLst>
            </p:cNvPr>
            <p:cNvSpPr txBox="1"/>
            <p:nvPr/>
          </p:nvSpPr>
          <p:spPr>
            <a:xfrm>
              <a:off x="3606042" y="5310053"/>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86" name="直接箭头连接符 85">
              <a:extLst>
                <a:ext uri="{FF2B5EF4-FFF2-40B4-BE49-F238E27FC236}">
                  <a16:creationId xmlns:a16="http://schemas.microsoft.com/office/drawing/2014/main" id="{8D6FC160-0103-4856-A6D0-4997B2F406EA}"/>
                </a:ext>
              </a:extLst>
            </p:cNvPr>
            <p:cNvCxnSpPr>
              <a:cxnSpLocks/>
            </p:cNvCxnSpPr>
            <p:nvPr/>
          </p:nvCxnSpPr>
          <p:spPr>
            <a:xfrm>
              <a:off x="3450226" y="4830267"/>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87" name="组合 86">
              <a:extLst>
                <a:ext uri="{FF2B5EF4-FFF2-40B4-BE49-F238E27FC236}">
                  <a16:creationId xmlns:a16="http://schemas.microsoft.com/office/drawing/2014/main" id="{D0CB157A-7AF5-4D0C-8A41-E784F3780CAD}"/>
                </a:ext>
              </a:extLst>
            </p:cNvPr>
            <p:cNvGrpSpPr/>
            <p:nvPr/>
          </p:nvGrpSpPr>
          <p:grpSpPr>
            <a:xfrm>
              <a:off x="4028428" y="4704123"/>
              <a:ext cx="712390" cy="249172"/>
              <a:chOff x="693153" y="4807739"/>
              <a:chExt cx="869518" cy="249172"/>
            </a:xfrm>
          </p:grpSpPr>
          <p:sp>
            <p:nvSpPr>
              <p:cNvPr id="110" name="文本框 109">
                <a:extLst>
                  <a:ext uri="{FF2B5EF4-FFF2-40B4-BE49-F238E27FC236}">
                    <a16:creationId xmlns:a16="http://schemas.microsoft.com/office/drawing/2014/main" id="{DFC94D93-A2EF-4B9A-8B57-D18A9503E162}"/>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G</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11" name="文本框 110">
                <a:extLst>
                  <a:ext uri="{FF2B5EF4-FFF2-40B4-BE49-F238E27FC236}">
                    <a16:creationId xmlns:a16="http://schemas.microsoft.com/office/drawing/2014/main" id="{49F065E8-3547-4597-8189-7C0E9F8E98C9}"/>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12" name="文本框 111">
                <a:extLst>
                  <a:ext uri="{FF2B5EF4-FFF2-40B4-BE49-F238E27FC236}">
                    <a16:creationId xmlns:a16="http://schemas.microsoft.com/office/drawing/2014/main" id="{3E1CD1B7-2FDD-4DE4-9DB2-EB92B94F4397}"/>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88" name="文本框 87">
              <a:extLst>
                <a:ext uri="{FF2B5EF4-FFF2-40B4-BE49-F238E27FC236}">
                  <a16:creationId xmlns:a16="http://schemas.microsoft.com/office/drawing/2014/main" id="{CBD5C92C-2FA2-484C-AEDF-E19319DD399E}"/>
                </a:ext>
              </a:extLst>
            </p:cNvPr>
            <p:cNvSpPr txBox="1"/>
            <p:nvPr/>
          </p:nvSpPr>
          <p:spPr>
            <a:xfrm>
              <a:off x="4539162" y="4736071"/>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grpSp>
          <p:nvGrpSpPr>
            <p:cNvPr id="89" name="组合 88">
              <a:extLst>
                <a:ext uri="{FF2B5EF4-FFF2-40B4-BE49-F238E27FC236}">
                  <a16:creationId xmlns:a16="http://schemas.microsoft.com/office/drawing/2014/main" id="{6B119E88-BA8E-4C6C-9EB7-F30CE02C5811}"/>
                </a:ext>
              </a:extLst>
            </p:cNvPr>
            <p:cNvGrpSpPr/>
            <p:nvPr/>
          </p:nvGrpSpPr>
          <p:grpSpPr>
            <a:xfrm>
              <a:off x="4030669" y="5266900"/>
              <a:ext cx="712390" cy="249172"/>
              <a:chOff x="693153" y="4807739"/>
              <a:chExt cx="869518" cy="249172"/>
            </a:xfrm>
          </p:grpSpPr>
          <p:sp>
            <p:nvSpPr>
              <p:cNvPr id="107" name="文本框 106">
                <a:extLst>
                  <a:ext uri="{FF2B5EF4-FFF2-40B4-BE49-F238E27FC236}">
                    <a16:creationId xmlns:a16="http://schemas.microsoft.com/office/drawing/2014/main" id="{4194C446-7407-4AB0-A790-B1E36FFD0651}"/>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K</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08" name="文本框 107">
                <a:extLst>
                  <a:ext uri="{FF2B5EF4-FFF2-40B4-BE49-F238E27FC236}">
                    <a16:creationId xmlns:a16="http://schemas.microsoft.com/office/drawing/2014/main" id="{2DBFC3D6-3964-444B-9996-C0D1FBF591FD}"/>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09" name="文本框 108">
                <a:extLst>
                  <a:ext uri="{FF2B5EF4-FFF2-40B4-BE49-F238E27FC236}">
                    <a16:creationId xmlns:a16="http://schemas.microsoft.com/office/drawing/2014/main" id="{557A76D1-DC40-4ADD-85FC-A7FDB9366D89}"/>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90" name="文本框 89">
              <a:extLst>
                <a:ext uri="{FF2B5EF4-FFF2-40B4-BE49-F238E27FC236}">
                  <a16:creationId xmlns:a16="http://schemas.microsoft.com/office/drawing/2014/main" id="{2F6C7DE4-054A-4EDF-84C5-B92439D9FDA3}"/>
                </a:ext>
              </a:extLst>
            </p:cNvPr>
            <p:cNvSpPr txBox="1"/>
            <p:nvPr/>
          </p:nvSpPr>
          <p:spPr>
            <a:xfrm>
              <a:off x="4296984" y="5299112"/>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91" name="直接箭头连接符 90">
              <a:extLst>
                <a:ext uri="{FF2B5EF4-FFF2-40B4-BE49-F238E27FC236}">
                  <a16:creationId xmlns:a16="http://schemas.microsoft.com/office/drawing/2014/main" id="{A46E00CF-AC24-45F5-BC83-CF985094D469}"/>
                </a:ext>
              </a:extLst>
            </p:cNvPr>
            <p:cNvCxnSpPr>
              <a:cxnSpLocks/>
            </p:cNvCxnSpPr>
            <p:nvPr/>
          </p:nvCxnSpPr>
          <p:spPr>
            <a:xfrm>
              <a:off x="4408971" y="4792149"/>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F481E715-D67C-4FD8-A2AF-9B19F409D680}"/>
                </a:ext>
              </a:extLst>
            </p:cNvPr>
            <p:cNvCxnSpPr>
              <a:cxnSpLocks/>
            </p:cNvCxnSpPr>
            <p:nvPr/>
          </p:nvCxnSpPr>
          <p:spPr>
            <a:xfrm>
              <a:off x="3697975" y="4836433"/>
              <a:ext cx="342033"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93" name="组合 92">
              <a:extLst>
                <a:ext uri="{FF2B5EF4-FFF2-40B4-BE49-F238E27FC236}">
                  <a16:creationId xmlns:a16="http://schemas.microsoft.com/office/drawing/2014/main" id="{C5A984B2-0A7B-44AB-9589-A74D592B239E}"/>
                </a:ext>
              </a:extLst>
            </p:cNvPr>
            <p:cNvGrpSpPr/>
            <p:nvPr/>
          </p:nvGrpSpPr>
          <p:grpSpPr>
            <a:xfrm>
              <a:off x="4028527" y="5844468"/>
              <a:ext cx="712390" cy="249172"/>
              <a:chOff x="693153" y="4807739"/>
              <a:chExt cx="869518" cy="249172"/>
            </a:xfrm>
          </p:grpSpPr>
          <p:sp>
            <p:nvSpPr>
              <p:cNvPr id="104" name="文本框 103">
                <a:extLst>
                  <a:ext uri="{FF2B5EF4-FFF2-40B4-BE49-F238E27FC236}">
                    <a16:creationId xmlns:a16="http://schemas.microsoft.com/office/drawing/2014/main" id="{842367F0-C91C-438B-BD97-595EA7339E2A}"/>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H</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05" name="文本框 104">
                <a:extLst>
                  <a:ext uri="{FF2B5EF4-FFF2-40B4-BE49-F238E27FC236}">
                    <a16:creationId xmlns:a16="http://schemas.microsoft.com/office/drawing/2014/main" id="{A9B57810-DCBA-422D-8ED5-F42E402B3CA8}"/>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06" name="文本框 105">
                <a:extLst>
                  <a:ext uri="{FF2B5EF4-FFF2-40B4-BE49-F238E27FC236}">
                    <a16:creationId xmlns:a16="http://schemas.microsoft.com/office/drawing/2014/main" id="{E5619289-D412-444D-B953-BE5668C70B95}"/>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94" name="文本框 93">
              <a:extLst>
                <a:ext uri="{FF2B5EF4-FFF2-40B4-BE49-F238E27FC236}">
                  <a16:creationId xmlns:a16="http://schemas.microsoft.com/office/drawing/2014/main" id="{9D9ABEB6-E57B-41DE-9E67-54D4CEF7B1CE}"/>
                </a:ext>
              </a:extLst>
            </p:cNvPr>
            <p:cNvSpPr txBox="1"/>
            <p:nvPr/>
          </p:nvSpPr>
          <p:spPr>
            <a:xfrm>
              <a:off x="4294842" y="5876680"/>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95" name="文本框 94">
              <a:extLst>
                <a:ext uri="{FF2B5EF4-FFF2-40B4-BE49-F238E27FC236}">
                  <a16:creationId xmlns:a16="http://schemas.microsoft.com/office/drawing/2014/main" id="{FA9847BD-5726-4E04-9135-79997E2DA655}"/>
                </a:ext>
              </a:extLst>
            </p:cNvPr>
            <p:cNvSpPr txBox="1"/>
            <p:nvPr/>
          </p:nvSpPr>
          <p:spPr>
            <a:xfrm>
              <a:off x="4539261" y="5876416"/>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96" name="直接箭头连接符 95">
              <a:extLst>
                <a:ext uri="{FF2B5EF4-FFF2-40B4-BE49-F238E27FC236}">
                  <a16:creationId xmlns:a16="http://schemas.microsoft.com/office/drawing/2014/main" id="{DE6DF91F-ED13-4AF4-92ED-8A652FD9CCB4}"/>
                </a:ext>
              </a:extLst>
            </p:cNvPr>
            <p:cNvCxnSpPr>
              <a:cxnSpLocks/>
            </p:cNvCxnSpPr>
            <p:nvPr/>
          </p:nvCxnSpPr>
          <p:spPr>
            <a:xfrm>
              <a:off x="4408971" y="5380597"/>
              <a:ext cx="0" cy="43313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97" name="组合 96">
              <a:extLst>
                <a:ext uri="{FF2B5EF4-FFF2-40B4-BE49-F238E27FC236}">
                  <a16:creationId xmlns:a16="http://schemas.microsoft.com/office/drawing/2014/main" id="{CAA13A68-1488-48A4-BB3C-565D49996A76}"/>
                </a:ext>
              </a:extLst>
            </p:cNvPr>
            <p:cNvGrpSpPr/>
            <p:nvPr/>
          </p:nvGrpSpPr>
          <p:grpSpPr>
            <a:xfrm>
              <a:off x="4970313" y="5262759"/>
              <a:ext cx="712390" cy="249172"/>
              <a:chOff x="693153" y="4807739"/>
              <a:chExt cx="869518" cy="249172"/>
            </a:xfrm>
          </p:grpSpPr>
          <p:sp>
            <p:nvSpPr>
              <p:cNvPr id="101" name="文本框 100">
                <a:extLst>
                  <a:ext uri="{FF2B5EF4-FFF2-40B4-BE49-F238E27FC236}">
                    <a16:creationId xmlns:a16="http://schemas.microsoft.com/office/drawing/2014/main" id="{D4D8E80B-3173-4D69-8452-245B638E1B6F}"/>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I</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02" name="文本框 101">
                <a:extLst>
                  <a:ext uri="{FF2B5EF4-FFF2-40B4-BE49-F238E27FC236}">
                    <a16:creationId xmlns:a16="http://schemas.microsoft.com/office/drawing/2014/main" id="{028BA73A-9A6D-4B1F-BB7B-2BF46626937A}"/>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03" name="文本框 102">
                <a:extLst>
                  <a:ext uri="{FF2B5EF4-FFF2-40B4-BE49-F238E27FC236}">
                    <a16:creationId xmlns:a16="http://schemas.microsoft.com/office/drawing/2014/main" id="{58272EC6-1F04-4AF8-AC57-F28BF460C173}"/>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98" name="文本框 97">
              <a:extLst>
                <a:ext uri="{FF2B5EF4-FFF2-40B4-BE49-F238E27FC236}">
                  <a16:creationId xmlns:a16="http://schemas.microsoft.com/office/drawing/2014/main" id="{553F5C85-31CA-4D4E-A088-ADD4B9120F9A}"/>
                </a:ext>
              </a:extLst>
            </p:cNvPr>
            <p:cNvSpPr txBox="1"/>
            <p:nvPr/>
          </p:nvSpPr>
          <p:spPr>
            <a:xfrm>
              <a:off x="5236628" y="5294971"/>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99" name="文本框 98">
              <a:extLst>
                <a:ext uri="{FF2B5EF4-FFF2-40B4-BE49-F238E27FC236}">
                  <a16:creationId xmlns:a16="http://schemas.microsoft.com/office/drawing/2014/main" id="{4CB180F0-5175-4A3D-BAD3-B12A37140AC1}"/>
                </a:ext>
              </a:extLst>
            </p:cNvPr>
            <p:cNvSpPr txBox="1"/>
            <p:nvPr/>
          </p:nvSpPr>
          <p:spPr>
            <a:xfrm>
              <a:off x="5481047" y="5294707"/>
              <a:ext cx="183866" cy="221471"/>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100" name="直接箭头连接符 99">
              <a:extLst>
                <a:ext uri="{FF2B5EF4-FFF2-40B4-BE49-F238E27FC236}">
                  <a16:creationId xmlns:a16="http://schemas.microsoft.com/office/drawing/2014/main" id="{745155E3-35BF-43B7-B2C2-8EDEE4451AB2}"/>
                </a:ext>
              </a:extLst>
            </p:cNvPr>
            <p:cNvCxnSpPr>
              <a:cxnSpLocks/>
            </p:cNvCxnSpPr>
            <p:nvPr/>
          </p:nvCxnSpPr>
          <p:spPr>
            <a:xfrm flipV="1">
              <a:off x="4637040" y="5383761"/>
              <a:ext cx="340474" cy="1"/>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42" name="组合 141">
            <a:extLst>
              <a:ext uri="{FF2B5EF4-FFF2-40B4-BE49-F238E27FC236}">
                <a16:creationId xmlns:a16="http://schemas.microsoft.com/office/drawing/2014/main" id="{69C2191B-82AB-48CE-946E-B6472FAFB7A2}"/>
              </a:ext>
            </a:extLst>
          </p:cNvPr>
          <p:cNvGrpSpPr/>
          <p:nvPr/>
        </p:nvGrpSpPr>
        <p:grpSpPr>
          <a:xfrm>
            <a:off x="3475956" y="2715044"/>
            <a:ext cx="355960" cy="758669"/>
            <a:chOff x="3477766" y="2715466"/>
            <a:chExt cx="356145" cy="759064"/>
          </a:xfrm>
        </p:grpSpPr>
        <p:sp>
          <p:nvSpPr>
            <p:cNvPr id="143" name="直接连接符 278657">
              <a:extLst>
                <a:ext uri="{FF2B5EF4-FFF2-40B4-BE49-F238E27FC236}">
                  <a16:creationId xmlns:a16="http://schemas.microsoft.com/office/drawing/2014/main" id="{4BAF9F12-598A-4312-97C6-BAD7BAA8AD0F}"/>
                </a:ext>
              </a:extLst>
            </p:cNvPr>
            <p:cNvSpPr>
              <a:spLocks noChangeShapeType="1"/>
            </p:cNvSpPr>
            <p:nvPr/>
          </p:nvSpPr>
          <p:spPr bwMode="auto">
            <a:xfrm>
              <a:off x="3660625" y="2856158"/>
              <a:ext cx="0" cy="389072"/>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144" name="组合 143">
              <a:extLst>
                <a:ext uri="{FF2B5EF4-FFF2-40B4-BE49-F238E27FC236}">
                  <a16:creationId xmlns:a16="http://schemas.microsoft.com/office/drawing/2014/main" id="{282C6772-CE66-4383-8A63-4CA7A7294CB1}"/>
                </a:ext>
              </a:extLst>
            </p:cNvPr>
            <p:cNvGrpSpPr/>
            <p:nvPr/>
          </p:nvGrpSpPr>
          <p:grpSpPr>
            <a:xfrm>
              <a:off x="3477766" y="2715466"/>
              <a:ext cx="356145" cy="307778"/>
              <a:chOff x="2879793" y="1041760"/>
              <a:chExt cx="408780" cy="381001"/>
            </a:xfrm>
          </p:grpSpPr>
          <p:sp>
            <p:nvSpPr>
              <p:cNvPr id="148" name="椭圆 278653">
                <a:extLst>
                  <a:ext uri="{FF2B5EF4-FFF2-40B4-BE49-F238E27FC236}">
                    <a16:creationId xmlns:a16="http://schemas.microsoft.com/office/drawing/2014/main" id="{95489B97-8C0D-49DF-9C54-DDDEF79D1D02}"/>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49" name="矩形 278659">
                <a:extLst>
                  <a:ext uri="{FF2B5EF4-FFF2-40B4-BE49-F238E27FC236}">
                    <a16:creationId xmlns:a16="http://schemas.microsoft.com/office/drawing/2014/main" id="{2879F62C-8A57-4B5F-B700-B97283D3291B}"/>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D</a:t>
                </a:r>
              </a:p>
            </p:txBody>
          </p:sp>
        </p:grpSp>
        <p:grpSp>
          <p:nvGrpSpPr>
            <p:cNvPr id="145" name="组合 144">
              <a:extLst>
                <a:ext uri="{FF2B5EF4-FFF2-40B4-BE49-F238E27FC236}">
                  <a16:creationId xmlns:a16="http://schemas.microsoft.com/office/drawing/2014/main" id="{269B6C29-6247-4111-806B-DC77989FD704}"/>
                </a:ext>
              </a:extLst>
            </p:cNvPr>
            <p:cNvGrpSpPr/>
            <p:nvPr/>
          </p:nvGrpSpPr>
          <p:grpSpPr>
            <a:xfrm>
              <a:off x="3477766" y="3166752"/>
              <a:ext cx="356145" cy="307778"/>
              <a:chOff x="2879793" y="1041760"/>
              <a:chExt cx="408780" cy="381001"/>
            </a:xfrm>
          </p:grpSpPr>
          <p:sp>
            <p:nvSpPr>
              <p:cNvPr id="146" name="椭圆 278653">
                <a:extLst>
                  <a:ext uri="{FF2B5EF4-FFF2-40B4-BE49-F238E27FC236}">
                    <a16:creationId xmlns:a16="http://schemas.microsoft.com/office/drawing/2014/main" id="{23976276-478D-4C20-BE18-F66350752737}"/>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47" name="矩形 278659">
                <a:extLst>
                  <a:ext uri="{FF2B5EF4-FFF2-40B4-BE49-F238E27FC236}">
                    <a16:creationId xmlns:a16="http://schemas.microsoft.com/office/drawing/2014/main" id="{A507F899-1ED1-4B8B-8EB4-18C48AF9BD6C}"/>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E</a:t>
                </a:r>
              </a:p>
            </p:txBody>
          </p:sp>
        </p:grpSp>
      </p:grpSp>
      <p:grpSp>
        <p:nvGrpSpPr>
          <p:cNvPr id="150" name="组合 149">
            <a:extLst>
              <a:ext uri="{FF2B5EF4-FFF2-40B4-BE49-F238E27FC236}">
                <a16:creationId xmlns:a16="http://schemas.microsoft.com/office/drawing/2014/main" id="{C637B05C-2A82-4641-8F5C-2C7EA8AA96F3}"/>
              </a:ext>
            </a:extLst>
          </p:cNvPr>
          <p:cNvGrpSpPr/>
          <p:nvPr/>
        </p:nvGrpSpPr>
        <p:grpSpPr>
          <a:xfrm>
            <a:off x="4231289" y="2743480"/>
            <a:ext cx="1108176" cy="1109135"/>
            <a:chOff x="4233492" y="2743916"/>
            <a:chExt cx="1108753" cy="1109713"/>
          </a:xfrm>
        </p:grpSpPr>
        <p:sp>
          <p:nvSpPr>
            <p:cNvPr id="151" name="直接连接符 278657">
              <a:extLst>
                <a:ext uri="{FF2B5EF4-FFF2-40B4-BE49-F238E27FC236}">
                  <a16:creationId xmlns:a16="http://schemas.microsoft.com/office/drawing/2014/main" id="{91793B1A-6FDD-4D0E-B85D-54544DB37ABC}"/>
                </a:ext>
              </a:extLst>
            </p:cNvPr>
            <p:cNvSpPr>
              <a:spLocks noChangeShapeType="1"/>
            </p:cNvSpPr>
            <p:nvPr/>
          </p:nvSpPr>
          <p:spPr bwMode="auto">
            <a:xfrm>
              <a:off x="4813596" y="2908397"/>
              <a:ext cx="348007" cy="358834"/>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152" name="直接连接符 278657">
              <a:extLst>
                <a:ext uri="{FF2B5EF4-FFF2-40B4-BE49-F238E27FC236}">
                  <a16:creationId xmlns:a16="http://schemas.microsoft.com/office/drawing/2014/main" id="{F5332B29-F664-42A0-B438-86222BEA89F9}"/>
                </a:ext>
              </a:extLst>
            </p:cNvPr>
            <p:cNvSpPr>
              <a:spLocks noChangeShapeType="1"/>
            </p:cNvSpPr>
            <p:nvPr/>
          </p:nvSpPr>
          <p:spPr bwMode="auto">
            <a:xfrm>
              <a:off x="4426563" y="3229576"/>
              <a:ext cx="0" cy="389072"/>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153" name="直接连接符 278657">
              <a:extLst>
                <a:ext uri="{FF2B5EF4-FFF2-40B4-BE49-F238E27FC236}">
                  <a16:creationId xmlns:a16="http://schemas.microsoft.com/office/drawing/2014/main" id="{168D2237-1948-4F05-BB78-C22F51E00C99}"/>
                </a:ext>
              </a:extLst>
            </p:cNvPr>
            <p:cNvSpPr>
              <a:spLocks noChangeShapeType="1"/>
            </p:cNvSpPr>
            <p:nvPr/>
          </p:nvSpPr>
          <p:spPr bwMode="auto">
            <a:xfrm flipH="1">
              <a:off x="4409727" y="2900765"/>
              <a:ext cx="387034" cy="358833"/>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154" name="组合 153">
              <a:extLst>
                <a:ext uri="{FF2B5EF4-FFF2-40B4-BE49-F238E27FC236}">
                  <a16:creationId xmlns:a16="http://schemas.microsoft.com/office/drawing/2014/main" id="{7A9BE562-047E-40E6-92DE-CC81780C74F7}"/>
                </a:ext>
              </a:extLst>
            </p:cNvPr>
            <p:cNvGrpSpPr/>
            <p:nvPr/>
          </p:nvGrpSpPr>
          <p:grpSpPr>
            <a:xfrm>
              <a:off x="4598129" y="2743916"/>
              <a:ext cx="363459" cy="307778"/>
              <a:chOff x="2879793" y="1041760"/>
              <a:chExt cx="408780" cy="381001"/>
            </a:xfrm>
          </p:grpSpPr>
          <p:sp>
            <p:nvSpPr>
              <p:cNvPr id="164" name="椭圆 278653">
                <a:extLst>
                  <a:ext uri="{FF2B5EF4-FFF2-40B4-BE49-F238E27FC236}">
                    <a16:creationId xmlns:a16="http://schemas.microsoft.com/office/drawing/2014/main" id="{132523E8-BA4D-49FF-B2A2-41A31276AB29}"/>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65" name="矩形 278659">
                <a:extLst>
                  <a:ext uri="{FF2B5EF4-FFF2-40B4-BE49-F238E27FC236}">
                    <a16:creationId xmlns:a16="http://schemas.microsoft.com/office/drawing/2014/main" id="{4652A89D-8AE1-4F3C-812F-0D83D33C7A9F}"/>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G</a:t>
                </a:r>
              </a:p>
            </p:txBody>
          </p:sp>
        </p:grpSp>
        <p:grpSp>
          <p:nvGrpSpPr>
            <p:cNvPr id="155" name="组合 154">
              <a:extLst>
                <a:ext uri="{FF2B5EF4-FFF2-40B4-BE49-F238E27FC236}">
                  <a16:creationId xmlns:a16="http://schemas.microsoft.com/office/drawing/2014/main" id="{9181C7CF-1C94-4BC4-A392-C486526D8A21}"/>
                </a:ext>
              </a:extLst>
            </p:cNvPr>
            <p:cNvGrpSpPr/>
            <p:nvPr/>
          </p:nvGrpSpPr>
          <p:grpSpPr>
            <a:xfrm>
              <a:off x="4247251" y="3545851"/>
              <a:ext cx="363459" cy="307778"/>
              <a:chOff x="2879793" y="1041760"/>
              <a:chExt cx="408780" cy="381001"/>
            </a:xfrm>
          </p:grpSpPr>
          <p:sp>
            <p:nvSpPr>
              <p:cNvPr id="162" name="椭圆 278653">
                <a:extLst>
                  <a:ext uri="{FF2B5EF4-FFF2-40B4-BE49-F238E27FC236}">
                    <a16:creationId xmlns:a16="http://schemas.microsoft.com/office/drawing/2014/main" id="{0DDA3D4F-9DF1-4792-973D-3A74A64E21C0}"/>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63" name="矩形 278659">
                <a:extLst>
                  <a:ext uri="{FF2B5EF4-FFF2-40B4-BE49-F238E27FC236}">
                    <a16:creationId xmlns:a16="http://schemas.microsoft.com/office/drawing/2014/main" id="{0B375684-1E02-42A5-9216-91781D2D50CB}"/>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H</a:t>
                </a:r>
              </a:p>
            </p:txBody>
          </p:sp>
        </p:grpSp>
        <p:grpSp>
          <p:nvGrpSpPr>
            <p:cNvPr id="156" name="组合 155">
              <a:extLst>
                <a:ext uri="{FF2B5EF4-FFF2-40B4-BE49-F238E27FC236}">
                  <a16:creationId xmlns:a16="http://schemas.microsoft.com/office/drawing/2014/main" id="{FC6F967A-DD5D-47CE-BE03-04D3543093AD}"/>
                </a:ext>
              </a:extLst>
            </p:cNvPr>
            <p:cNvGrpSpPr/>
            <p:nvPr/>
          </p:nvGrpSpPr>
          <p:grpSpPr>
            <a:xfrm>
              <a:off x="4978786" y="3111538"/>
              <a:ext cx="363459" cy="307778"/>
              <a:chOff x="2879793" y="1041760"/>
              <a:chExt cx="408780" cy="381001"/>
            </a:xfrm>
          </p:grpSpPr>
          <p:sp>
            <p:nvSpPr>
              <p:cNvPr id="160" name="椭圆 278653">
                <a:extLst>
                  <a:ext uri="{FF2B5EF4-FFF2-40B4-BE49-F238E27FC236}">
                    <a16:creationId xmlns:a16="http://schemas.microsoft.com/office/drawing/2014/main" id="{927BA0F1-530F-4A7F-AC58-08DDE277F053}"/>
                  </a:ext>
                </a:extLst>
              </p:cNvPr>
              <p:cNvSpPr>
                <a:spLocks noChangeArrowheads="1"/>
              </p:cNvSpPr>
              <p:nvPr/>
            </p:nvSpPr>
            <p:spPr bwMode="auto">
              <a:xfrm>
                <a:off x="2917852" y="1041760"/>
                <a:ext cx="355351"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61" name="矩形 278659">
                <a:extLst>
                  <a:ext uri="{FF2B5EF4-FFF2-40B4-BE49-F238E27FC236}">
                    <a16:creationId xmlns:a16="http://schemas.microsoft.com/office/drawing/2014/main" id="{2BAAD33D-34BD-47F4-97D6-1D84196D3494}"/>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I</a:t>
                </a:r>
              </a:p>
            </p:txBody>
          </p:sp>
        </p:grpSp>
        <p:grpSp>
          <p:nvGrpSpPr>
            <p:cNvPr id="157" name="组合 156">
              <a:extLst>
                <a:ext uri="{FF2B5EF4-FFF2-40B4-BE49-F238E27FC236}">
                  <a16:creationId xmlns:a16="http://schemas.microsoft.com/office/drawing/2014/main" id="{9866E5E5-6A80-4FE3-B351-44F134F235AA}"/>
                </a:ext>
              </a:extLst>
            </p:cNvPr>
            <p:cNvGrpSpPr/>
            <p:nvPr/>
          </p:nvGrpSpPr>
          <p:grpSpPr>
            <a:xfrm>
              <a:off x="4233492" y="3128112"/>
              <a:ext cx="363459" cy="307778"/>
              <a:chOff x="2879793" y="1041760"/>
              <a:chExt cx="408780" cy="381001"/>
            </a:xfrm>
          </p:grpSpPr>
          <p:sp>
            <p:nvSpPr>
              <p:cNvPr id="158" name="椭圆 278653">
                <a:extLst>
                  <a:ext uri="{FF2B5EF4-FFF2-40B4-BE49-F238E27FC236}">
                    <a16:creationId xmlns:a16="http://schemas.microsoft.com/office/drawing/2014/main" id="{8E91476D-4907-4204-9279-DD916B766D16}"/>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59" name="矩形 278659">
                <a:extLst>
                  <a:ext uri="{FF2B5EF4-FFF2-40B4-BE49-F238E27FC236}">
                    <a16:creationId xmlns:a16="http://schemas.microsoft.com/office/drawing/2014/main" id="{9C11FEF5-7E0F-40F0-A810-0C05E4256F66}"/>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K</a:t>
                </a:r>
              </a:p>
            </p:txBody>
          </p:sp>
        </p:grpSp>
      </p:grpSp>
      <p:grpSp>
        <p:nvGrpSpPr>
          <p:cNvPr id="166" name="组合 165">
            <a:extLst>
              <a:ext uri="{FF2B5EF4-FFF2-40B4-BE49-F238E27FC236}">
                <a16:creationId xmlns:a16="http://schemas.microsoft.com/office/drawing/2014/main" id="{1C39063D-DE0C-4068-AE68-8763FC053D0B}"/>
              </a:ext>
            </a:extLst>
          </p:cNvPr>
          <p:cNvGrpSpPr/>
          <p:nvPr/>
        </p:nvGrpSpPr>
        <p:grpSpPr>
          <a:xfrm>
            <a:off x="699301" y="2718608"/>
            <a:ext cx="2333324" cy="1499518"/>
            <a:chOff x="699665" y="2719032"/>
            <a:chExt cx="2334539" cy="1500299"/>
          </a:xfrm>
        </p:grpSpPr>
        <p:sp>
          <p:nvSpPr>
            <p:cNvPr id="167" name="直接连接符 278657">
              <a:extLst>
                <a:ext uri="{FF2B5EF4-FFF2-40B4-BE49-F238E27FC236}">
                  <a16:creationId xmlns:a16="http://schemas.microsoft.com/office/drawing/2014/main" id="{00335FAD-A638-4FE9-A0DB-B046719B8ED1}"/>
                </a:ext>
              </a:extLst>
            </p:cNvPr>
            <p:cNvSpPr>
              <a:spLocks noChangeShapeType="1"/>
            </p:cNvSpPr>
            <p:nvPr/>
          </p:nvSpPr>
          <p:spPr bwMode="auto">
            <a:xfrm>
              <a:off x="1154044" y="3629781"/>
              <a:ext cx="223506" cy="358909"/>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168" name="直接连接符 278657">
              <a:extLst>
                <a:ext uri="{FF2B5EF4-FFF2-40B4-BE49-F238E27FC236}">
                  <a16:creationId xmlns:a16="http://schemas.microsoft.com/office/drawing/2014/main" id="{D4DE84BC-8077-4391-91ED-AA3D75353AF4}"/>
                </a:ext>
              </a:extLst>
            </p:cNvPr>
            <p:cNvSpPr>
              <a:spLocks noChangeShapeType="1"/>
            </p:cNvSpPr>
            <p:nvPr/>
          </p:nvSpPr>
          <p:spPr bwMode="auto">
            <a:xfrm>
              <a:off x="1991017" y="2858442"/>
              <a:ext cx="891279" cy="340536"/>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169" name="直接连接符 278657">
              <a:extLst>
                <a:ext uri="{FF2B5EF4-FFF2-40B4-BE49-F238E27FC236}">
                  <a16:creationId xmlns:a16="http://schemas.microsoft.com/office/drawing/2014/main" id="{E59DE8AF-0401-4F4A-9C7E-3B46E49FCF8D}"/>
                </a:ext>
              </a:extLst>
            </p:cNvPr>
            <p:cNvSpPr>
              <a:spLocks noChangeShapeType="1"/>
            </p:cNvSpPr>
            <p:nvPr/>
          </p:nvSpPr>
          <p:spPr bwMode="auto">
            <a:xfrm>
              <a:off x="1995809" y="2839481"/>
              <a:ext cx="0" cy="389072"/>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170" name="直接连接符 278657">
              <a:extLst>
                <a:ext uri="{FF2B5EF4-FFF2-40B4-BE49-F238E27FC236}">
                  <a16:creationId xmlns:a16="http://schemas.microsoft.com/office/drawing/2014/main" id="{66F92696-F655-40F1-A23B-D09DEE75A52F}"/>
                </a:ext>
              </a:extLst>
            </p:cNvPr>
            <p:cNvSpPr>
              <a:spLocks noChangeShapeType="1"/>
            </p:cNvSpPr>
            <p:nvPr/>
          </p:nvSpPr>
          <p:spPr bwMode="auto">
            <a:xfrm flipH="1">
              <a:off x="915689" y="3607773"/>
              <a:ext cx="229792" cy="389072"/>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171" name="直接连接符 278657">
              <a:extLst>
                <a:ext uri="{FF2B5EF4-FFF2-40B4-BE49-F238E27FC236}">
                  <a16:creationId xmlns:a16="http://schemas.microsoft.com/office/drawing/2014/main" id="{48655A63-3E8C-474D-8017-E3558E7D0C9F}"/>
                </a:ext>
              </a:extLst>
            </p:cNvPr>
            <p:cNvSpPr>
              <a:spLocks noChangeShapeType="1"/>
            </p:cNvSpPr>
            <p:nvPr/>
          </p:nvSpPr>
          <p:spPr bwMode="auto">
            <a:xfrm>
              <a:off x="1144439" y="3224360"/>
              <a:ext cx="0" cy="389072"/>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172" name="直接连接符 278657">
              <a:extLst>
                <a:ext uri="{FF2B5EF4-FFF2-40B4-BE49-F238E27FC236}">
                  <a16:creationId xmlns:a16="http://schemas.microsoft.com/office/drawing/2014/main" id="{311E3BD2-C25B-43FA-BF2F-11E5E3BB8F39}"/>
                </a:ext>
              </a:extLst>
            </p:cNvPr>
            <p:cNvSpPr>
              <a:spLocks noChangeShapeType="1"/>
            </p:cNvSpPr>
            <p:nvPr/>
          </p:nvSpPr>
          <p:spPr bwMode="auto">
            <a:xfrm flipH="1">
              <a:off x="1138773" y="2850624"/>
              <a:ext cx="877216" cy="345324"/>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173" name="组合 172">
              <a:extLst>
                <a:ext uri="{FF2B5EF4-FFF2-40B4-BE49-F238E27FC236}">
                  <a16:creationId xmlns:a16="http://schemas.microsoft.com/office/drawing/2014/main" id="{EF253519-1593-430C-A428-73D3C5590B8D}"/>
                </a:ext>
              </a:extLst>
            </p:cNvPr>
            <p:cNvGrpSpPr/>
            <p:nvPr/>
          </p:nvGrpSpPr>
          <p:grpSpPr>
            <a:xfrm>
              <a:off x="1194206" y="3911553"/>
              <a:ext cx="380585" cy="307778"/>
              <a:chOff x="2879793" y="1041760"/>
              <a:chExt cx="408780" cy="381001"/>
            </a:xfrm>
          </p:grpSpPr>
          <p:sp>
            <p:nvSpPr>
              <p:cNvPr id="192" name="椭圆 278653">
                <a:extLst>
                  <a:ext uri="{FF2B5EF4-FFF2-40B4-BE49-F238E27FC236}">
                    <a16:creationId xmlns:a16="http://schemas.microsoft.com/office/drawing/2014/main" id="{5870F224-37BA-4BEB-A75D-05788FB1D99A}"/>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93" name="矩形 278659">
                <a:extLst>
                  <a:ext uri="{FF2B5EF4-FFF2-40B4-BE49-F238E27FC236}">
                    <a16:creationId xmlns:a16="http://schemas.microsoft.com/office/drawing/2014/main" id="{C952F367-4458-47DB-B22F-6EA3439EAED0}"/>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B</a:t>
                </a:r>
              </a:p>
            </p:txBody>
          </p:sp>
        </p:grpSp>
        <p:grpSp>
          <p:nvGrpSpPr>
            <p:cNvPr id="174" name="组合 173">
              <a:extLst>
                <a:ext uri="{FF2B5EF4-FFF2-40B4-BE49-F238E27FC236}">
                  <a16:creationId xmlns:a16="http://schemas.microsoft.com/office/drawing/2014/main" id="{03D7D63D-6E76-4386-9223-4440C31263D5}"/>
                </a:ext>
              </a:extLst>
            </p:cNvPr>
            <p:cNvGrpSpPr/>
            <p:nvPr/>
          </p:nvGrpSpPr>
          <p:grpSpPr>
            <a:xfrm>
              <a:off x="1804453" y="2719032"/>
              <a:ext cx="373127" cy="307778"/>
              <a:chOff x="2879793" y="1041760"/>
              <a:chExt cx="408780" cy="381001"/>
            </a:xfrm>
          </p:grpSpPr>
          <p:sp>
            <p:nvSpPr>
              <p:cNvPr id="190" name="椭圆 278653">
                <a:extLst>
                  <a:ext uri="{FF2B5EF4-FFF2-40B4-BE49-F238E27FC236}">
                    <a16:creationId xmlns:a16="http://schemas.microsoft.com/office/drawing/2014/main" id="{96A6DF59-4A6F-459D-97C4-7E981DE8E8D7}"/>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191" name="矩形 278659">
                <a:extLst>
                  <a:ext uri="{FF2B5EF4-FFF2-40B4-BE49-F238E27FC236}">
                    <a16:creationId xmlns:a16="http://schemas.microsoft.com/office/drawing/2014/main" id="{4C0E0A62-6ECE-4166-927B-BFA5C7B1AC39}"/>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A</a:t>
                </a:r>
              </a:p>
            </p:txBody>
          </p:sp>
        </p:grpSp>
        <p:grpSp>
          <p:nvGrpSpPr>
            <p:cNvPr id="175" name="组合 174">
              <a:extLst>
                <a:ext uri="{FF2B5EF4-FFF2-40B4-BE49-F238E27FC236}">
                  <a16:creationId xmlns:a16="http://schemas.microsoft.com/office/drawing/2014/main" id="{62AB51E2-A2BD-4521-85E0-40E03F0ECB05}"/>
                </a:ext>
              </a:extLst>
            </p:cNvPr>
            <p:cNvGrpSpPr/>
            <p:nvPr/>
          </p:nvGrpSpPr>
          <p:grpSpPr>
            <a:xfrm>
              <a:off x="2702261" y="3083023"/>
              <a:ext cx="331943" cy="307778"/>
              <a:chOff x="2892205" y="1041760"/>
              <a:chExt cx="381000" cy="381001"/>
            </a:xfrm>
          </p:grpSpPr>
          <p:sp>
            <p:nvSpPr>
              <p:cNvPr id="188" name="椭圆 278653">
                <a:extLst>
                  <a:ext uri="{FF2B5EF4-FFF2-40B4-BE49-F238E27FC236}">
                    <a16:creationId xmlns:a16="http://schemas.microsoft.com/office/drawing/2014/main" id="{E1121BF3-21CC-4E5A-86E1-0BCD1059FC78}"/>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89" name="矩形 278659">
                <a:extLst>
                  <a:ext uri="{FF2B5EF4-FFF2-40B4-BE49-F238E27FC236}">
                    <a16:creationId xmlns:a16="http://schemas.microsoft.com/office/drawing/2014/main" id="{D8965EBD-44EA-4325-9BD4-3D043BF4D2FC}"/>
                  </a:ext>
                </a:extLst>
              </p:cNvPr>
              <p:cNvSpPr>
                <a:spLocks noChangeArrowheads="1"/>
              </p:cNvSpPr>
              <p:nvPr/>
            </p:nvSpPr>
            <p:spPr bwMode="auto">
              <a:xfrm>
                <a:off x="2914803" y="1061163"/>
                <a:ext cx="346147" cy="3429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C</a:t>
                </a:r>
              </a:p>
            </p:txBody>
          </p:sp>
        </p:grpSp>
        <p:grpSp>
          <p:nvGrpSpPr>
            <p:cNvPr id="176" name="组合 175">
              <a:extLst>
                <a:ext uri="{FF2B5EF4-FFF2-40B4-BE49-F238E27FC236}">
                  <a16:creationId xmlns:a16="http://schemas.microsoft.com/office/drawing/2014/main" id="{9CD39E57-9A0B-432B-95D4-3519284E10DE}"/>
                </a:ext>
              </a:extLst>
            </p:cNvPr>
            <p:cNvGrpSpPr/>
            <p:nvPr/>
          </p:nvGrpSpPr>
          <p:grpSpPr>
            <a:xfrm>
              <a:off x="1813964" y="3105086"/>
              <a:ext cx="378817" cy="307778"/>
              <a:chOff x="2879792" y="1041760"/>
              <a:chExt cx="448963" cy="381001"/>
            </a:xfrm>
          </p:grpSpPr>
          <p:sp>
            <p:nvSpPr>
              <p:cNvPr id="186" name="椭圆 278653">
                <a:extLst>
                  <a:ext uri="{FF2B5EF4-FFF2-40B4-BE49-F238E27FC236}">
                    <a16:creationId xmlns:a16="http://schemas.microsoft.com/office/drawing/2014/main" id="{74CC2615-ED8F-4DEE-ADC3-423D4B075B6A}"/>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87" name="矩形 278659">
                <a:extLst>
                  <a:ext uri="{FF2B5EF4-FFF2-40B4-BE49-F238E27FC236}">
                    <a16:creationId xmlns:a16="http://schemas.microsoft.com/office/drawing/2014/main" id="{59FD1FEF-ACCC-4B67-A9D8-3126AC584009}"/>
                  </a:ext>
                </a:extLst>
              </p:cNvPr>
              <p:cNvSpPr>
                <a:spLocks noChangeArrowheads="1"/>
              </p:cNvSpPr>
              <p:nvPr/>
            </p:nvSpPr>
            <p:spPr bwMode="auto">
              <a:xfrm>
                <a:off x="2879792" y="1061144"/>
                <a:ext cx="448963"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F</a:t>
                </a:r>
              </a:p>
            </p:txBody>
          </p:sp>
        </p:grpSp>
        <p:grpSp>
          <p:nvGrpSpPr>
            <p:cNvPr id="177" name="组合 176">
              <a:extLst>
                <a:ext uri="{FF2B5EF4-FFF2-40B4-BE49-F238E27FC236}">
                  <a16:creationId xmlns:a16="http://schemas.microsoft.com/office/drawing/2014/main" id="{7FE64CA2-BF01-4B36-9215-A6C749735599}"/>
                </a:ext>
              </a:extLst>
            </p:cNvPr>
            <p:cNvGrpSpPr/>
            <p:nvPr/>
          </p:nvGrpSpPr>
          <p:grpSpPr>
            <a:xfrm>
              <a:off x="699665" y="3896076"/>
              <a:ext cx="373764" cy="307778"/>
              <a:chOff x="2879793" y="1041760"/>
              <a:chExt cx="414474" cy="381001"/>
            </a:xfrm>
          </p:grpSpPr>
          <p:sp>
            <p:nvSpPr>
              <p:cNvPr id="184" name="椭圆 278653">
                <a:extLst>
                  <a:ext uri="{FF2B5EF4-FFF2-40B4-BE49-F238E27FC236}">
                    <a16:creationId xmlns:a16="http://schemas.microsoft.com/office/drawing/2014/main" id="{CE9EA3DE-F99C-474B-B25E-0F073CBA8FB8}"/>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185" name="矩形 278659">
                <a:extLst>
                  <a:ext uri="{FF2B5EF4-FFF2-40B4-BE49-F238E27FC236}">
                    <a16:creationId xmlns:a16="http://schemas.microsoft.com/office/drawing/2014/main" id="{B3EC1AAC-206C-43EE-95D3-958683896097}"/>
                  </a:ext>
                </a:extLst>
              </p:cNvPr>
              <p:cNvSpPr>
                <a:spLocks noChangeArrowheads="1"/>
              </p:cNvSpPr>
              <p:nvPr/>
            </p:nvSpPr>
            <p:spPr bwMode="auto">
              <a:xfrm>
                <a:off x="2879793" y="1071009"/>
                <a:ext cx="414474"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J</a:t>
                </a:r>
              </a:p>
            </p:txBody>
          </p:sp>
        </p:grpSp>
        <p:grpSp>
          <p:nvGrpSpPr>
            <p:cNvPr id="178" name="组合 177">
              <a:extLst>
                <a:ext uri="{FF2B5EF4-FFF2-40B4-BE49-F238E27FC236}">
                  <a16:creationId xmlns:a16="http://schemas.microsoft.com/office/drawing/2014/main" id="{B924DC80-3D0C-4104-8C86-D11DF2A045E8}"/>
                </a:ext>
              </a:extLst>
            </p:cNvPr>
            <p:cNvGrpSpPr/>
            <p:nvPr/>
          </p:nvGrpSpPr>
          <p:grpSpPr>
            <a:xfrm>
              <a:off x="968382" y="3080344"/>
              <a:ext cx="354338" cy="307778"/>
              <a:chOff x="2879793" y="1041760"/>
              <a:chExt cx="419009" cy="381001"/>
            </a:xfrm>
          </p:grpSpPr>
          <p:sp>
            <p:nvSpPr>
              <p:cNvPr id="182" name="椭圆 278653">
                <a:extLst>
                  <a:ext uri="{FF2B5EF4-FFF2-40B4-BE49-F238E27FC236}">
                    <a16:creationId xmlns:a16="http://schemas.microsoft.com/office/drawing/2014/main" id="{7240FE7C-B733-4F7A-B06F-8858E7669B64}"/>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83" name="矩形 278659">
                <a:extLst>
                  <a:ext uri="{FF2B5EF4-FFF2-40B4-BE49-F238E27FC236}">
                    <a16:creationId xmlns:a16="http://schemas.microsoft.com/office/drawing/2014/main" id="{BE135716-C12D-45C3-B5E3-79045B9BF106}"/>
                  </a:ext>
                </a:extLst>
              </p:cNvPr>
              <p:cNvSpPr>
                <a:spLocks noChangeArrowheads="1"/>
              </p:cNvSpPr>
              <p:nvPr/>
            </p:nvSpPr>
            <p:spPr bwMode="auto">
              <a:xfrm>
                <a:off x="2879793" y="1060813"/>
                <a:ext cx="419009"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L</a:t>
                </a:r>
              </a:p>
            </p:txBody>
          </p:sp>
        </p:grpSp>
        <p:grpSp>
          <p:nvGrpSpPr>
            <p:cNvPr id="179" name="组合 178">
              <a:extLst>
                <a:ext uri="{FF2B5EF4-FFF2-40B4-BE49-F238E27FC236}">
                  <a16:creationId xmlns:a16="http://schemas.microsoft.com/office/drawing/2014/main" id="{F213CA90-3698-4AA3-9424-B631481950F1}"/>
                </a:ext>
              </a:extLst>
            </p:cNvPr>
            <p:cNvGrpSpPr/>
            <p:nvPr/>
          </p:nvGrpSpPr>
          <p:grpSpPr>
            <a:xfrm>
              <a:off x="936929" y="3505411"/>
              <a:ext cx="380587" cy="307778"/>
              <a:chOff x="2879793" y="1041760"/>
              <a:chExt cx="408782" cy="381001"/>
            </a:xfrm>
          </p:grpSpPr>
          <p:sp>
            <p:nvSpPr>
              <p:cNvPr id="180" name="椭圆 278653">
                <a:extLst>
                  <a:ext uri="{FF2B5EF4-FFF2-40B4-BE49-F238E27FC236}">
                    <a16:creationId xmlns:a16="http://schemas.microsoft.com/office/drawing/2014/main" id="{C188495C-E789-4E8D-A3F3-E7621B0401E2}"/>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81" name="矩形 278659">
                <a:extLst>
                  <a:ext uri="{FF2B5EF4-FFF2-40B4-BE49-F238E27FC236}">
                    <a16:creationId xmlns:a16="http://schemas.microsoft.com/office/drawing/2014/main" id="{60EFD4A4-680B-4382-9CB9-15B4B463EC09}"/>
                  </a:ext>
                </a:extLst>
              </p:cNvPr>
              <p:cNvSpPr>
                <a:spLocks noChangeArrowheads="1"/>
              </p:cNvSpPr>
              <p:nvPr/>
            </p:nvSpPr>
            <p:spPr bwMode="auto">
              <a:xfrm>
                <a:off x="2879793" y="1068288"/>
                <a:ext cx="408782"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M</a:t>
                </a:r>
              </a:p>
            </p:txBody>
          </p:sp>
        </p:grpSp>
      </p:grpSp>
      <p:sp>
        <p:nvSpPr>
          <p:cNvPr id="194" name="直接连接符 278657">
            <a:extLst>
              <a:ext uri="{FF2B5EF4-FFF2-40B4-BE49-F238E27FC236}">
                <a16:creationId xmlns:a16="http://schemas.microsoft.com/office/drawing/2014/main" id="{9B6A378A-185D-40A9-ADED-733DB9E2B771}"/>
              </a:ext>
            </a:extLst>
          </p:cNvPr>
          <p:cNvSpPr>
            <a:spLocks noChangeShapeType="1"/>
          </p:cNvSpPr>
          <p:nvPr/>
        </p:nvSpPr>
        <p:spPr bwMode="auto">
          <a:xfrm flipH="1">
            <a:off x="2374817" y="659784"/>
            <a:ext cx="0" cy="15842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195" name="标注: 弯曲线形 194">
            <a:extLst>
              <a:ext uri="{FF2B5EF4-FFF2-40B4-BE49-F238E27FC236}">
                <a16:creationId xmlns:a16="http://schemas.microsoft.com/office/drawing/2014/main" id="{CB012044-7FF1-4B23-B40B-FC0E8162AC4F}"/>
              </a:ext>
            </a:extLst>
          </p:cNvPr>
          <p:cNvSpPr/>
          <p:nvPr/>
        </p:nvSpPr>
        <p:spPr>
          <a:xfrm flipH="1">
            <a:off x="3045501" y="5927544"/>
            <a:ext cx="836058" cy="303682"/>
          </a:xfrm>
          <a:prstGeom prst="borderCallout2">
            <a:avLst>
              <a:gd name="adj1" fmla="val 49038"/>
              <a:gd name="adj2" fmla="val -426"/>
              <a:gd name="adj3" fmla="val 18750"/>
              <a:gd name="adj4" fmla="val -16667"/>
              <a:gd name="adj5" fmla="val 17418"/>
              <a:gd name="adj6" fmla="val -54142"/>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99" b="1" dirty="0">
                <a:solidFill>
                  <a:srgbClr val="990033"/>
                </a:solidFill>
              </a:rPr>
              <a:t>data</a:t>
            </a:r>
            <a:endParaRPr lang="zh-CN" altLang="en-US" sz="1799" b="1" dirty="0">
              <a:solidFill>
                <a:srgbClr val="990033"/>
              </a:solidFill>
            </a:endParaRPr>
          </a:p>
        </p:txBody>
      </p:sp>
      <p:sp>
        <p:nvSpPr>
          <p:cNvPr id="196" name="标注: 弯曲线形 195">
            <a:extLst>
              <a:ext uri="{FF2B5EF4-FFF2-40B4-BE49-F238E27FC236}">
                <a16:creationId xmlns:a16="http://schemas.microsoft.com/office/drawing/2014/main" id="{88DCA7D3-0CD4-4211-9C01-8F77AFA2E776}"/>
              </a:ext>
            </a:extLst>
          </p:cNvPr>
          <p:cNvSpPr/>
          <p:nvPr/>
        </p:nvSpPr>
        <p:spPr>
          <a:xfrm flipH="1">
            <a:off x="2634963" y="6342887"/>
            <a:ext cx="1372767" cy="303682"/>
          </a:xfrm>
          <a:prstGeom prst="borderCallout2">
            <a:avLst>
              <a:gd name="adj1" fmla="val 49038"/>
              <a:gd name="adj2" fmla="val -426"/>
              <a:gd name="adj3" fmla="val 48166"/>
              <a:gd name="adj4" fmla="val -10647"/>
              <a:gd name="adj5" fmla="val -52728"/>
              <a:gd name="adj6" fmla="val -45193"/>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99" b="1" dirty="0" err="1">
                <a:solidFill>
                  <a:srgbClr val="990033"/>
                </a:solidFill>
              </a:rPr>
              <a:t>firstchild</a:t>
            </a:r>
            <a:endParaRPr lang="zh-CN" altLang="en-US" sz="1799" b="1" dirty="0">
              <a:solidFill>
                <a:srgbClr val="990033"/>
              </a:solidFill>
            </a:endParaRPr>
          </a:p>
        </p:txBody>
      </p:sp>
      <p:sp>
        <p:nvSpPr>
          <p:cNvPr id="197" name="标注: 弯曲线形 196">
            <a:extLst>
              <a:ext uri="{FF2B5EF4-FFF2-40B4-BE49-F238E27FC236}">
                <a16:creationId xmlns:a16="http://schemas.microsoft.com/office/drawing/2014/main" id="{AA0740BE-811F-4220-BCD9-7EBA2AB22C38}"/>
              </a:ext>
            </a:extLst>
          </p:cNvPr>
          <p:cNvSpPr/>
          <p:nvPr/>
        </p:nvSpPr>
        <p:spPr>
          <a:xfrm flipH="1">
            <a:off x="4491433" y="6450748"/>
            <a:ext cx="1571285" cy="303682"/>
          </a:xfrm>
          <a:prstGeom prst="borderCallout2">
            <a:avLst>
              <a:gd name="adj1" fmla="val -3006"/>
              <a:gd name="adj2" fmla="val 63682"/>
              <a:gd name="adj3" fmla="val -33294"/>
              <a:gd name="adj4" fmla="val 73743"/>
              <a:gd name="adj5" fmla="val -93458"/>
              <a:gd name="adj6" fmla="val 73254"/>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99" b="1" dirty="0" err="1">
                <a:solidFill>
                  <a:srgbClr val="990033"/>
                </a:solidFill>
              </a:rPr>
              <a:t>nextsibling</a:t>
            </a:r>
            <a:endParaRPr lang="zh-CN" altLang="en-US" sz="1799" b="1" dirty="0">
              <a:solidFill>
                <a:srgbClr val="990033"/>
              </a:solidFill>
            </a:endParaRPr>
          </a:p>
        </p:txBody>
      </p:sp>
      <p:sp>
        <p:nvSpPr>
          <p:cNvPr id="198" name="矩形 278659">
            <a:extLst>
              <a:ext uri="{FF2B5EF4-FFF2-40B4-BE49-F238E27FC236}">
                <a16:creationId xmlns:a16="http://schemas.microsoft.com/office/drawing/2014/main" id="{9273B968-77E5-405A-905D-8D6C3BE148D2}"/>
              </a:ext>
            </a:extLst>
          </p:cNvPr>
          <p:cNvSpPr>
            <a:spLocks noChangeArrowheads="1"/>
          </p:cNvSpPr>
          <p:nvPr/>
        </p:nvSpPr>
        <p:spPr bwMode="auto">
          <a:xfrm>
            <a:off x="6496335" y="266800"/>
            <a:ext cx="5380673" cy="3255635"/>
          </a:xfrm>
          <a:prstGeom prst="rect">
            <a:avLst/>
          </a:prstGeom>
          <a:solidFill>
            <a:srgbClr val="E3F5F3"/>
          </a:solidFill>
          <a:ln>
            <a:solidFill>
              <a:schemeClr val="accent4">
                <a:lumMod val="75000"/>
              </a:schemeClr>
            </a:solidFill>
          </a:ln>
        </p:spPr>
        <p:txBody>
          <a:bodyPr wrap="square">
            <a:spAutoFit/>
          </a:bodyPr>
          <a:lstStyle/>
          <a:p>
            <a:pPr>
              <a:lnSpc>
                <a:spcPct val="80000"/>
              </a:lnSpc>
            </a:pP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DFSForest</a:t>
            </a:r>
            <a:r>
              <a:rPr lang="en-US" altLang="zh-CN" dirty="0">
                <a:latin typeface="Calibri" panose="020F0502020204030204" pitchFamily="34" charset="0"/>
                <a:ea typeface="Calibri" panose="020F0502020204030204" pitchFamily="34" charset="0"/>
                <a:cs typeface="Calibri" panose="020F0502020204030204" pitchFamily="34" charset="0"/>
              </a:rPr>
              <a:t>(Graph G,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pPr>
              <a:lnSpc>
                <a:spcPct val="80000"/>
              </a:lnSpc>
            </a:pP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a:t>
            </a:r>
            <a:r>
              <a:rPr lang="en-US" altLang="zh-CN" dirty="0">
                <a:latin typeface="Calibri" panose="020F0502020204030204" pitchFamily="34" charset="0"/>
                <a:ea typeface="Calibri" panose="020F0502020204030204" pitchFamily="34" charset="0"/>
                <a:cs typeface="Calibri" panose="020F0502020204030204" pitchFamily="34" charset="0"/>
              </a:rPr>
              <a:t> v, j = 0;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p, q,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 = NULL;   </a:t>
            </a:r>
          </a:p>
          <a:p>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for</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=0;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&lt;G-&gt;n;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G-&gt;visited[</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UNVisited</a:t>
            </a:r>
            <a:r>
              <a:rPr lang="en-US" altLang="zh-CN" dirty="0">
                <a:latin typeface="Calibri" panose="020F0502020204030204" pitchFamily="34" charset="0"/>
                <a:ea typeface="Calibri" panose="020F0502020204030204" pitchFamily="34" charset="0"/>
                <a:cs typeface="Calibri" panose="020F0502020204030204" pitchFamily="34" charset="0"/>
              </a:rPr>
              <a:t>;</a:t>
            </a:r>
          </a:p>
          <a:p>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for</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=0;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&lt;G-&gt;n;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a:t>
            </a:r>
            <a:endPar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if</a:t>
            </a:r>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dirty="0">
                <a:latin typeface="Calibri" panose="020F0502020204030204" pitchFamily="34" charset="0"/>
                <a:ea typeface="Calibri" panose="020F0502020204030204" pitchFamily="34" charset="0"/>
                <a:cs typeface="Calibri" panose="020F0502020204030204" pitchFamily="34" charset="0"/>
              </a:rPr>
              <a:t>( G-&gt;visited[</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UNVisited</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malloc</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err="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sizeof</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CSNode</a:t>
            </a:r>
            <a:r>
              <a:rPr lang="en-US" altLang="zh-CN" dirty="0">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Getvex</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G,</a:t>
            </a:r>
            <a:r>
              <a:rPr lang="en-US" altLang="zh-CN" dirty="0" err="1">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NULL, NULL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cs typeface="Calibri" panose="020F0502020204030204" pitchFamily="34" charset="0"/>
              </a:rPr>
              <a:t>// </a:t>
            </a:r>
            <a:r>
              <a:rPr lang="zh-CN" altLang="en-US" dirty="0">
                <a:solidFill>
                  <a:srgbClr val="990033"/>
                </a:solidFill>
                <a:latin typeface="Calibri" panose="020F0502020204030204" pitchFamily="34" charset="0"/>
                <a:cs typeface="Calibri" panose="020F0502020204030204" pitchFamily="34" charset="0"/>
              </a:rPr>
              <a:t>三个语句</a:t>
            </a:r>
            <a:endParaRPr lang="en-US" altLang="zh-CN" dirty="0">
              <a:solidFill>
                <a:srgbClr val="990033"/>
              </a:solidFill>
              <a:latin typeface="Calibri" panose="020F0502020204030204" pitchFamily="34" charset="0"/>
              <a:cs typeface="Calibri" panose="020F0502020204030204" pitchFamily="34" charset="0"/>
            </a:endParaRPr>
          </a:p>
          <a:p>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if</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else</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solidFill>
                  <a:srgbClr val="0070C0"/>
                </a:solidFill>
                <a:latin typeface="Calibri" panose="020F0502020204030204" pitchFamily="34" charset="0"/>
                <a:ea typeface="Calibri" panose="020F0502020204030204" pitchFamily="34" charset="0"/>
                <a:cs typeface="Calibri" panose="020F0502020204030204" pitchFamily="34" charset="0"/>
              </a:rPr>
              <a:t>q</a:t>
            </a:r>
            <a:r>
              <a:rPr lang="en-US" altLang="zh-CN" dirty="0">
                <a:latin typeface="Calibri" panose="020F0502020204030204" pitchFamily="34" charset="0"/>
                <a:ea typeface="Calibri" panose="020F0502020204030204" pitchFamily="34" charset="0"/>
                <a:cs typeface="Calibri" panose="020F0502020204030204" pitchFamily="34" charset="0"/>
              </a:rPr>
              <a:t>-&gt;</a:t>
            </a:r>
            <a:r>
              <a:rPr lang="en-US" altLang="zh-CN" dirty="0" err="1">
                <a:latin typeface="Calibri" panose="020F0502020204030204" pitchFamily="34" charset="0"/>
                <a:ea typeface="Calibri" panose="020F0502020204030204" pitchFamily="34" charset="0"/>
                <a:cs typeface="Calibri" panose="020F0502020204030204" pitchFamily="34" charset="0"/>
              </a:rPr>
              <a:t>nextSib</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solidFill>
                  <a:srgbClr val="0070C0"/>
                </a:solidFill>
                <a:latin typeface="Calibri" panose="020F0502020204030204" pitchFamily="34" charset="0"/>
                <a:ea typeface="Calibri" panose="020F0502020204030204" pitchFamily="34" charset="0"/>
                <a:cs typeface="Calibri" panose="020F0502020204030204" pitchFamily="34" charset="0"/>
              </a:rPr>
              <a:t>q</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err="1">
                <a:latin typeface="Calibri" panose="020F0502020204030204" pitchFamily="34" charset="0"/>
                <a:ea typeface="Calibri" panose="020F0502020204030204" pitchFamily="34" charset="0"/>
                <a:cs typeface="Calibri" panose="020F0502020204030204" pitchFamily="34" charset="0"/>
              </a:rPr>
              <a:t>DFSTree</a:t>
            </a:r>
            <a:r>
              <a:rPr lang="en-US" altLang="zh-CN" dirty="0">
                <a:latin typeface="Calibri" panose="020F0502020204030204" pitchFamily="34" charset="0"/>
                <a:ea typeface="Calibri" panose="020F0502020204030204" pitchFamily="34" charset="0"/>
                <a:cs typeface="Calibri" panose="020F0502020204030204" pitchFamily="34" charset="0"/>
              </a:rPr>
              <a:t>(G,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a:t>
            </a:r>
          </a:p>
          <a:p>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  </a:t>
            </a:r>
          </a:p>
          <a:p>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return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a:t>
            </a:r>
          </a:p>
          <a:p>
            <a:pPr>
              <a:lnSpc>
                <a:spcPct val="80000"/>
              </a:lnSpc>
            </a:pP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p>
        </p:txBody>
      </p:sp>
      <p:sp>
        <p:nvSpPr>
          <p:cNvPr id="199" name="矩形 278659">
            <a:extLst>
              <a:ext uri="{FF2B5EF4-FFF2-40B4-BE49-F238E27FC236}">
                <a16:creationId xmlns:a16="http://schemas.microsoft.com/office/drawing/2014/main" id="{290708C5-C0FE-4164-B911-C82665781791}"/>
              </a:ext>
            </a:extLst>
          </p:cNvPr>
          <p:cNvSpPr>
            <a:spLocks noChangeArrowheads="1"/>
          </p:cNvSpPr>
          <p:nvPr/>
        </p:nvSpPr>
        <p:spPr bwMode="auto">
          <a:xfrm>
            <a:off x="6193810" y="3562785"/>
            <a:ext cx="5985725" cy="3144835"/>
          </a:xfrm>
          <a:prstGeom prst="rect">
            <a:avLst/>
          </a:prstGeom>
          <a:solidFill>
            <a:srgbClr val="DBE7F9"/>
          </a:solidFill>
          <a:ln>
            <a:solidFill>
              <a:srgbClr val="002060"/>
            </a:solidFill>
          </a:ln>
        </p:spPr>
        <p:txBody>
          <a:bodyPr wrap="square">
            <a:spAutoFit/>
          </a:bodyPr>
          <a:lstStyle/>
          <a:p>
            <a:pPr>
              <a:lnSpc>
                <a:spcPct val="80000"/>
              </a:lnSpc>
            </a:pP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DFSTree</a:t>
            </a:r>
            <a:r>
              <a:rPr lang="en-US" altLang="zh-CN" dirty="0">
                <a:latin typeface="Calibri" panose="020F0502020204030204" pitchFamily="34" charset="0"/>
                <a:ea typeface="Calibri" panose="020F0502020204030204" pitchFamily="34" charset="0"/>
                <a:cs typeface="Calibri" panose="020F0502020204030204" pitchFamily="34" charset="0"/>
              </a:rPr>
              <a:t>(Graph G,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0070C0"/>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pPr>
              <a:lnSpc>
                <a:spcPct val="80000"/>
              </a:lnSpc>
            </a:pP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p, q;   G-&gt;visited[</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 Visited;     Status </a:t>
            </a:r>
            <a:r>
              <a:rPr lang="en-US" altLang="zh-CN" dirty="0">
                <a:solidFill>
                  <a:srgbClr val="008E40"/>
                </a:solidFill>
                <a:latin typeface="Calibri" panose="020F0502020204030204" pitchFamily="34" charset="0"/>
                <a:ea typeface="Calibri" panose="020F0502020204030204" pitchFamily="34" charset="0"/>
                <a:cs typeface="Calibri" panose="020F0502020204030204" pitchFamily="34" charset="0"/>
              </a:rPr>
              <a:t>first</a:t>
            </a:r>
            <a:r>
              <a:rPr lang="en-US" altLang="zh-CN" dirty="0">
                <a:latin typeface="Calibri" panose="020F0502020204030204" pitchFamily="34" charset="0"/>
                <a:ea typeface="Calibri" panose="020F0502020204030204" pitchFamily="34" charset="0"/>
                <a:cs typeface="Calibri" panose="020F0502020204030204" pitchFamily="34" charset="0"/>
              </a:rPr>
              <a:t> = TRUE;</a:t>
            </a:r>
            <a:endPar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for</a:t>
            </a:r>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solidFill>
                  <a:srgbClr val="0070C0"/>
                </a:solidFill>
                <a:latin typeface="Calibri" panose="020F0502020204030204" pitchFamily="34" charset="0"/>
                <a:ea typeface="Calibri" panose="020F0502020204030204" pitchFamily="34" charset="0"/>
                <a:cs typeface="Calibri" panose="020F0502020204030204" pitchFamily="34" charset="0"/>
              </a:rPr>
              <a:t>FirstAdjVex</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G,</a:t>
            </a:r>
            <a:r>
              <a:rPr lang="en-US" altLang="zh-CN" dirty="0" err="1">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&gt;=0;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solidFill>
                  <a:srgbClr val="0070C0"/>
                </a:solidFill>
                <a:latin typeface="Calibri" panose="020F0502020204030204" pitchFamily="34" charset="0"/>
                <a:ea typeface="Calibri" panose="020F0502020204030204" pitchFamily="34" charset="0"/>
                <a:cs typeface="Calibri" panose="020F0502020204030204" pitchFamily="34" charset="0"/>
              </a:rPr>
              <a:t>NextAdjVex</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G,</a:t>
            </a:r>
            <a:r>
              <a:rPr lang="en-US" altLang="zh-CN" dirty="0" err="1">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a:t>
            </a:r>
            <a:endPar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if</a:t>
            </a:r>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dirty="0">
                <a:latin typeface="Calibri" panose="020F0502020204030204" pitchFamily="34" charset="0"/>
                <a:ea typeface="Calibri" panose="020F0502020204030204" pitchFamily="34" charset="0"/>
                <a:cs typeface="Calibri" panose="020F0502020204030204" pitchFamily="34" charset="0"/>
              </a:rPr>
              <a:t>(G-&gt;visited[</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UNVisited</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if</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malloc</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err="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sizeof</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CSNode</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exit</a:t>
            </a:r>
            <a:r>
              <a:rPr lang="en-US" altLang="zh-CN" dirty="0">
                <a:latin typeface="Calibri" panose="020F0502020204030204" pitchFamily="34" charset="0"/>
                <a:ea typeface="Calibri" panose="020F0502020204030204" pitchFamily="34" charset="0"/>
                <a:cs typeface="Calibri" panose="020F0502020204030204" pitchFamily="34" charset="0"/>
              </a:rPr>
              <a:t>(OVERFLOW);</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Getvex</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G,</a:t>
            </a:r>
            <a:r>
              <a:rPr lang="en-US" altLang="zh-CN" dirty="0" err="1">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 NULL, NULL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cs typeface="Calibri" panose="020F0502020204030204" pitchFamily="34" charset="0"/>
              </a:rPr>
              <a:t>// </a:t>
            </a:r>
            <a:r>
              <a:rPr lang="zh-CN" altLang="en-US" dirty="0">
                <a:solidFill>
                  <a:srgbClr val="990033"/>
                </a:solidFill>
                <a:latin typeface="Calibri" panose="020F0502020204030204" pitchFamily="34" charset="0"/>
                <a:cs typeface="Calibri" panose="020F0502020204030204" pitchFamily="34" charset="0"/>
              </a:rPr>
              <a:t>三个语句</a:t>
            </a:r>
            <a:endParaRPr lang="en-US" altLang="zh-CN" dirty="0">
              <a:solidFill>
                <a:srgbClr val="990033"/>
              </a:solidFill>
              <a:latin typeface="Calibri" panose="020F0502020204030204" pitchFamily="34" charset="0"/>
              <a:cs typeface="Calibri" panose="020F0502020204030204" pitchFamily="34" charset="0"/>
            </a:endParaRPr>
          </a:p>
          <a:p>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if</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008E40"/>
                </a:solidFill>
                <a:latin typeface="Calibri" panose="020F0502020204030204" pitchFamily="34" charset="0"/>
                <a:ea typeface="Calibri" panose="020F0502020204030204" pitchFamily="34" charset="0"/>
                <a:cs typeface="Calibri" panose="020F0502020204030204" pitchFamily="34" charset="0"/>
              </a:rPr>
              <a:t>first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0070C0"/>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-&gt;</a:t>
            </a:r>
            <a:r>
              <a:rPr lang="en-US" altLang="zh-CN" dirty="0" err="1">
                <a:latin typeface="Calibri" panose="020F0502020204030204" pitchFamily="34" charset="0"/>
                <a:ea typeface="Calibri" panose="020F0502020204030204" pitchFamily="34" charset="0"/>
                <a:cs typeface="Calibri" panose="020F0502020204030204" pitchFamily="34" charset="0"/>
              </a:rPr>
              <a:t>firstChild</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ea typeface="Calibri" panose="020F0502020204030204" pitchFamily="34" charset="0"/>
                <a:cs typeface="Calibri" panose="020F0502020204030204" pitchFamily="34" charset="0"/>
              </a:rPr>
              <a:t>first </a:t>
            </a:r>
            <a:r>
              <a:rPr lang="en-US" altLang="zh-CN" dirty="0">
                <a:latin typeface="Calibri" panose="020F0502020204030204" pitchFamily="34" charset="0"/>
                <a:ea typeface="Calibri" panose="020F0502020204030204" pitchFamily="34" charset="0"/>
                <a:cs typeface="Calibri" panose="020F0502020204030204" pitchFamily="34" charset="0"/>
              </a:rPr>
              <a:t>= FALSE;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else</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solidFill>
                  <a:srgbClr val="0070C0"/>
                </a:solidFill>
                <a:latin typeface="Calibri" panose="020F0502020204030204" pitchFamily="34" charset="0"/>
                <a:ea typeface="Calibri" panose="020F0502020204030204" pitchFamily="34" charset="0"/>
                <a:cs typeface="Calibri" panose="020F0502020204030204" pitchFamily="34" charset="0"/>
              </a:rPr>
              <a:t>q</a:t>
            </a:r>
            <a:r>
              <a:rPr lang="en-US" altLang="zh-CN" dirty="0">
                <a:latin typeface="Calibri" panose="020F0502020204030204" pitchFamily="34" charset="0"/>
                <a:ea typeface="Calibri" panose="020F0502020204030204" pitchFamily="34" charset="0"/>
                <a:cs typeface="Calibri" panose="020F0502020204030204" pitchFamily="34" charset="0"/>
              </a:rPr>
              <a:t>-&gt;</a:t>
            </a:r>
            <a:r>
              <a:rPr lang="en-US" altLang="zh-CN" dirty="0" err="1">
                <a:latin typeface="Calibri" panose="020F0502020204030204" pitchFamily="34" charset="0"/>
                <a:ea typeface="Calibri" panose="020F0502020204030204" pitchFamily="34" charset="0"/>
                <a:cs typeface="Calibri" panose="020F0502020204030204" pitchFamily="34" charset="0"/>
              </a:rPr>
              <a:t>nextSib</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solidFill>
                  <a:srgbClr val="0070C0"/>
                </a:solidFill>
                <a:latin typeface="Calibri" panose="020F0502020204030204" pitchFamily="34" charset="0"/>
                <a:ea typeface="Calibri" panose="020F0502020204030204" pitchFamily="34" charset="0"/>
                <a:cs typeface="Calibri" panose="020F0502020204030204" pitchFamily="34" charset="0"/>
              </a:rPr>
              <a:t>q</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err="1">
                <a:latin typeface="Calibri" panose="020F0502020204030204" pitchFamily="34" charset="0"/>
                <a:ea typeface="Calibri" panose="020F0502020204030204" pitchFamily="34" charset="0"/>
                <a:cs typeface="Calibri" panose="020F0502020204030204" pitchFamily="34" charset="0"/>
              </a:rPr>
              <a:t>DFSTree</a:t>
            </a:r>
            <a:r>
              <a:rPr lang="en-US" altLang="zh-CN" dirty="0">
                <a:latin typeface="Calibri" panose="020F0502020204030204" pitchFamily="34" charset="0"/>
                <a:ea typeface="Calibri" panose="020F0502020204030204" pitchFamily="34" charset="0"/>
                <a:cs typeface="Calibri" panose="020F0502020204030204" pitchFamily="34" charset="0"/>
              </a:rPr>
              <a:t>(G,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q</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7030A0"/>
                </a:solidFill>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cs typeface="Calibri" panose="020F0502020204030204" pitchFamily="34" charset="0"/>
              </a:rPr>
              <a:t>// </a:t>
            </a:r>
            <a:r>
              <a:rPr lang="zh-CN" altLang="en-US" dirty="0">
                <a:solidFill>
                  <a:srgbClr val="990033"/>
                </a:solidFill>
                <a:latin typeface="Calibri" panose="020F0502020204030204" pitchFamily="34" charset="0"/>
                <a:cs typeface="Calibri" panose="020F0502020204030204" pitchFamily="34" charset="0"/>
              </a:rPr>
              <a:t>递归调用</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 </a:t>
            </a:r>
          </a:p>
          <a:p>
            <a:pPr>
              <a:lnSpc>
                <a:spcPct val="80000"/>
              </a:lnSpc>
            </a:pPr>
            <a:r>
              <a:rPr lang="en-US" altLang="zh-CN" dirty="0">
                <a:solidFill>
                  <a:srgbClr val="7030A0"/>
                </a:solidFill>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solidFill>
                  <a:srgbClr val="7030A0"/>
                </a:solidFill>
                <a:latin typeface="Calibri" panose="020F0502020204030204" pitchFamily="34" charset="0"/>
                <a:ea typeface="Calibri" panose="020F0502020204030204" pitchFamily="34" charset="0"/>
                <a:cs typeface="Calibri" panose="020F0502020204030204" pitchFamily="34" charset="0"/>
              </a:rPr>
              <a:t>  </a:t>
            </a:r>
          </a:p>
          <a:p>
            <a:pPr>
              <a:lnSpc>
                <a:spcPct val="80000"/>
              </a:lnSpc>
            </a:pPr>
            <a:r>
              <a:rPr lang="en-US" altLang="zh-CN" b="1" dirty="0">
                <a:solidFill>
                  <a:srgbClr val="7030A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return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a:t>
            </a:r>
            <a:endParaRPr lang="en-US" altLang="zh-CN" dirty="0">
              <a:solidFill>
                <a:srgbClr val="7030A0"/>
              </a:solidFill>
              <a:latin typeface="Calibri" panose="020F0502020204030204" pitchFamily="34" charset="0"/>
              <a:ea typeface="Calibri" panose="020F0502020204030204" pitchFamily="34" charset="0"/>
              <a:cs typeface="Calibri" panose="020F0502020204030204" pitchFamily="34" charset="0"/>
            </a:endParaRPr>
          </a:p>
          <a:p>
            <a:pPr>
              <a:lnSpc>
                <a:spcPct val="80000"/>
              </a:lnSpc>
            </a:pP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p:txBody>
      </p:sp>
      <p:sp>
        <p:nvSpPr>
          <p:cNvPr id="200" name="矩形 278659">
            <a:extLst>
              <a:ext uri="{FF2B5EF4-FFF2-40B4-BE49-F238E27FC236}">
                <a16:creationId xmlns:a16="http://schemas.microsoft.com/office/drawing/2014/main" id="{E5823277-EF77-45F9-A0EE-DE1817545818}"/>
              </a:ext>
            </a:extLst>
          </p:cNvPr>
          <p:cNvSpPr>
            <a:spLocks noChangeArrowheads="1"/>
          </p:cNvSpPr>
          <p:nvPr/>
        </p:nvSpPr>
        <p:spPr bwMode="auto">
          <a:xfrm>
            <a:off x="2737228" y="309931"/>
            <a:ext cx="3456582" cy="2171387"/>
          </a:xfrm>
          <a:prstGeom prst="rect">
            <a:avLst/>
          </a:prstGeom>
          <a:solidFill>
            <a:schemeClr val="accent4">
              <a:lumMod val="20000"/>
              <a:lumOff val="80000"/>
            </a:schemeClr>
          </a:solidFill>
          <a:ln>
            <a:noFill/>
          </a:ln>
        </p:spPr>
        <p:txBody>
          <a:bodyPr wrap="square">
            <a:spAutoFit/>
          </a:bodyPr>
          <a:lstStyle/>
          <a:p>
            <a:pPr algn="just">
              <a:lnSpc>
                <a:spcPct val="114000"/>
              </a:lnSpc>
            </a:pPr>
            <a:r>
              <a:rPr lang="zh-CN" altLang="en-US" sz="2000" b="1" dirty="0">
                <a:effectLst>
                  <a:outerShdw blurRad="38100" dist="38100" dir="2700000" algn="tl">
                    <a:srgbClr val="000000">
                      <a:alpha val="43137"/>
                    </a:srgbClr>
                  </a:outerShdw>
                </a:effectLst>
              </a:rPr>
              <a:t>算法架构是深度优先遍历。</a:t>
            </a:r>
            <a:endParaRPr lang="en-US" altLang="zh-CN" sz="2000" b="1" dirty="0">
              <a:effectLst>
                <a:outerShdw blurRad="38100" dist="38100" dir="2700000" algn="tl">
                  <a:srgbClr val="000000">
                    <a:alpha val="43137"/>
                  </a:srgbClr>
                </a:outerShdw>
              </a:effectLst>
            </a:endParaRPr>
          </a:p>
          <a:p>
            <a:pPr algn="just">
              <a:lnSpc>
                <a:spcPct val="114000"/>
              </a:lnSpc>
            </a:pPr>
            <a:r>
              <a:rPr lang="zh-CN" altLang="en-US" sz="2000" b="1" dirty="0">
                <a:effectLst>
                  <a:outerShdw blurRad="38100" dist="38100" dir="2700000" algn="tl">
                    <a:srgbClr val="000000">
                      <a:alpha val="43137"/>
                    </a:srgbClr>
                  </a:outerShdw>
                </a:effectLst>
              </a:rPr>
              <a:t>图 </a:t>
            </a:r>
            <a:r>
              <a:rPr lang="en-US" altLang="zh-CN" sz="2000" b="1" dirty="0">
                <a:solidFill>
                  <a:srgbClr val="990033"/>
                </a:solidFill>
                <a:effectLst>
                  <a:outerShdw blurRad="38100" dist="38100" dir="2700000" algn="tl">
                    <a:srgbClr val="000000">
                      <a:alpha val="43137"/>
                    </a:srgbClr>
                  </a:outerShdw>
                </a:effectLst>
              </a:rPr>
              <a:t>G </a:t>
            </a:r>
            <a:r>
              <a:rPr lang="zh-CN" altLang="en-US" sz="2000" b="1" dirty="0">
                <a:effectLst>
                  <a:outerShdw blurRad="38100" dist="38100" dir="2700000" algn="tl">
                    <a:srgbClr val="000000">
                      <a:alpha val="43137"/>
                    </a:srgbClr>
                  </a:outerShdw>
                </a:effectLst>
              </a:rPr>
              <a:t>没有给定存储结构，但可调用</a:t>
            </a:r>
            <a:r>
              <a:rPr lang="zh-CN" altLang="en-US" sz="2000" b="1" dirty="0">
                <a:solidFill>
                  <a:srgbClr val="990033"/>
                </a:solidFill>
                <a:effectLst>
                  <a:outerShdw blurRad="38100" dist="38100" dir="2700000" algn="tl">
                    <a:srgbClr val="000000">
                      <a:alpha val="43137"/>
                    </a:srgbClr>
                  </a:outerShdw>
                </a:effectLst>
              </a:rPr>
              <a:t>求顶点的首个邻接顶点</a:t>
            </a:r>
            <a:r>
              <a:rPr lang="zh-CN" altLang="en-US" sz="2000" b="1" dirty="0">
                <a:effectLst>
                  <a:outerShdw blurRad="38100" dist="38100" dir="2700000" algn="tl">
                    <a:srgbClr val="000000">
                      <a:alpha val="43137"/>
                    </a:srgbClr>
                  </a:outerShdw>
                </a:effectLst>
              </a:rPr>
              <a:t>和</a:t>
            </a:r>
            <a:r>
              <a:rPr lang="zh-CN" altLang="en-US" sz="2000" b="1" dirty="0">
                <a:solidFill>
                  <a:srgbClr val="990033"/>
                </a:solidFill>
                <a:effectLst>
                  <a:outerShdw blurRad="38100" dist="38100" dir="2700000" algn="tl">
                    <a:srgbClr val="000000">
                      <a:alpha val="43137"/>
                    </a:srgbClr>
                  </a:outerShdw>
                </a:effectLst>
              </a:rPr>
              <a:t>求当前邻接顶点的下一个邻接顶点</a:t>
            </a:r>
            <a:r>
              <a:rPr lang="zh-CN" altLang="en-US" sz="2000" b="1" dirty="0">
                <a:effectLst>
                  <a:outerShdw blurRad="38100" dist="38100" dir="2700000" algn="tl">
                    <a:srgbClr val="000000">
                      <a:alpha val="43137"/>
                    </a:srgbClr>
                  </a:outerShdw>
                </a:effectLst>
              </a:rPr>
              <a:t>的基本操作。</a:t>
            </a:r>
            <a:endParaRPr lang="en-US" altLang="zh-CN" sz="2000" b="1" dirty="0">
              <a:effectLst>
                <a:outerShdw blurRad="38100" dist="38100" dir="2700000" algn="tl">
                  <a:srgbClr val="000000">
                    <a:alpha val="43137"/>
                  </a:srgbClr>
                </a:outerShdw>
              </a:effectLst>
            </a:endParaRPr>
          </a:p>
          <a:p>
            <a:pPr algn="just">
              <a:lnSpc>
                <a:spcPct val="114000"/>
              </a:lnSpc>
            </a:pPr>
            <a:r>
              <a:rPr lang="zh-CN" altLang="en-US" sz="2000" b="1" dirty="0">
                <a:effectLst>
                  <a:outerShdw blurRad="38100" dist="38100" dir="2700000" algn="tl">
                    <a:srgbClr val="000000">
                      <a:alpha val="43137"/>
                    </a:srgbClr>
                  </a:outerShdw>
                </a:effectLst>
              </a:rPr>
              <a:t>这影响所构建的森林 </a:t>
            </a:r>
            <a:r>
              <a:rPr lang="en-US" altLang="zh-CN" sz="2000" b="1" dirty="0">
                <a:solidFill>
                  <a:srgbClr val="990033"/>
                </a:solidFill>
                <a:effectLst>
                  <a:outerShdw blurRad="38100" dist="38100" dir="2700000" algn="tl">
                    <a:srgbClr val="000000">
                      <a:alpha val="43137"/>
                    </a:srgbClr>
                  </a:outerShdw>
                </a:effectLst>
              </a:rPr>
              <a:t>T</a:t>
            </a:r>
            <a:r>
              <a:rPr lang="en-US" altLang="zh-CN" sz="2000" b="1" dirty="0">
                <a:effectLst>
                  <a:outerShdw blurRad="38100" dist="38100" dir="2700000" algn="tl">
                    <a:srgbClr val="000000">
                      <a:alpha val="43137"/>
                    </a:srgbClr>
                  </a:outerShdw>
                </a:effectLst>
              </a:rPr>
              <a:t> </a:t>
            </a:r>
            <a:r>
              <a:rPr lang="zh-CN" altLang="en-US" sz="2000" b="1" dirty="0">
                <a:effectLst>
                  <a:outerShdw blurRad="38100" dist="38100" dir="2700000" algn="tl">
                    <a:srgbClr val="000000">
                      <a:alpha val="43137"/>
                    </a:srgbClr>
                  </a:outerShdw>
                </a:effectLst>
              </a:rPr>
              <a:t>形态。</a:t>
            </a:r>
            <a:endParaRPr lang="en-US" altLang="zh-CN" sz="2000" b="1" dirty="0">
              <a:effectLst>
                <a:outerShdw blurRad="38100" dist="38100" dir="2700000" algn="tl">
                  <a:srgbClr val="000000">
                    <a:alpha val="43137"/>
                  </a:srgbClr>
                </a:outerShdw>
              </a:effectLst>
            </a:endParaRPr>
          </a:p>
        </p:txBody>
      </p:sp>
      <p:sp>
        <p:nvSpPr>
          <p:cNvPr id="203" name="矩形 278659">
            <a:extLst>
              <a:ext uri="{FF2B5EF4-FFF2-40B4-BE49-F238E27FC236}">
                <a16:creationId xmlns:a16="http://schemas.microsoft.com/office/drawing/2014/main" id="{D8F9D2BD-7DF8-4F62-BBEB-2B8DDBA9C23C}"/>
              </a:ext>
            </a:extLst>
          </p:cNvPr>
          <p:cNvSpPr>
            <a:spLocks noChangeArrowheads="1"/>
          </p:cNvSpPr>
          <p:nvPr/>
        </p:nvSpPr>
        <p:spPr bwMode="auto">
          <a:xfrm>
            <a:off x="2713386" y="347384"/>
            <a:ext cx="3512255" cy="2171387"/>
          </a:xfrm>
          <a:prstGeom prst="rect">
            <a:avLst/>
          </a:prstGeom>
          <a:solidFill>
            <a:schemeClr val="accent4">
              <a:lumMod val="20000"/>
              <a:lumOff val="80000"/>
            </a:schemeClr>
          </a:solidFill>
          <a:ln>
            <a:noFill/>
          </a:ln>
        </p:spPr>
        <p:txBody>
          <a:bodyPr wrap="square">
            <a:spAutoFit/>
          </a:bodyPr>
          <a:lstStyle/>
          <a:p>
            <a:pPr algn="just">
              <a:lnSpc>
                <a:spcPct val="114000"/>
              </a:lnSpc>
            </a:pPr>
            <a:r>
              <a:rPr lang="en-US" altLang="zh-CN" sz="2000" b="1" dirty="0" err="1">
                <a:solidFill>
                  <a:srgbClr val="C0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DFSForest</a:t>
            </a:r>
            <a:r>
              <a:rPr lang="zh-CN" altLang="en-US" sz="2000" b="1" dirty="0">
                <a:effectLst>
                  <a:outerShdw blurRad="38100" dist="38100" dir="2700000" algn="tl">
                    <a:srgbClr val="000000">
                      <a:alpha val="43137"/>
                    </a:srgbClr>
                  </a:outerShdw>
                </a:effectLst>
              </a:rPr>
              <a:t>是主控函数，以每个连通分量未访问的顶点构建对应的树根结点。</a:t>
            </a:r>
            <a:endParaRPr lang="en-US" altLang="zh-CN" sz="2000" b="1" dirty="0">
              <a:effectLst>
                <a:outerShdw blurRad="38100" dist="38100" dir="2700000" algn="tl">
                  <a:srgbClr val="000000">
                    <a:alpha val="43137"/>
                  </a:srgbClr>
                </a:outerShdw>
              </a:effectLst>
            </a:endParaRPr>
          </a:p>
          <a:p>
            <a:pPr algn="just">
              <a:lnSpc>
                <a:spcPct val="114000"/>
              </a:lnSpc>
            </a:pPr>
            <a:r>
              <a:rPr lang="zh-CN" altLang="en-US" sz="2000" b="1" dirty="0">
                <a:effectLst>
                  <a:outerShdw blurRad="38100" dist="38100" dir="2700000" algn="tl">
                    <a:srgbClr val="000000">
                      <a:alpha val="43137"/>
                    </a:srgbClr>
                  </a:outerShdw>
                </a:effectLst>
              </a:rPr>
              <a:t>然后调用</a:t>
            </a:r>
            <a:r>
              <a:rPr lang="en-US" altLang="zh-CN" sz="2000" b="1" dirty="0" err="1">
                <a:solidFill>
                  <a:srgbClr val="C0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DFSTree</a:t>
            </a:r>
            <a:r>
              <a:rPr lang="zh-CN" altLang="en-US" sz="2000" b="1" dirty="0">
                <a:effectLst>
                  <a:outerShdw blurRad="38100" dist="38100" dir="2700000" algn="tl">
                    <a:srgbClr val="000000">
                      <a:alpha val="43137"/>
                    </a:srgbClr>
                  </a:outerShdw>
                </a:effectLst>
              </a:rPr>
              <a:t>，完成该连通分量生成树的构造。</a:t>
            </a:r>
            <a:endParaRPr lang="en-US" altLang="zh-CN" sz="2000" b="1" dirty="0">
              <a:effectLst>
                <a:outerShdw blurRad="38100" dist="38100" dir="2700000" algn="tl">
                  <a:srgbClr val="000000">
                    <a:alpha val="43137"/>
                  </a:srgbClr>
                </a:outerShdw>
              </a:effectLst>
            </a:endParaRPr>
          </a:p>
          <a:p>
            <a:pPr algn="just">
              <a:lnSpc>
                <a:spcPct val="114000"/>
              </a:lnSpc>
            </a:pPr>
            <a:r>
              <a:rPr lang="zh-CN" altLang="en-US" sz="2000" b="1" dirty="0">
                <a:effectLst>
                  <a:outerShdw blurRad="38100" dist="38100" dir="2700000" algn="tl">
                    <a:srgbClr val="000000">
                      <a:alpha val="43137"/>
                    </a:srgbClr>
                  </a:outerShdw>
                </a:effectLst>
              </a:rPr>
              <a:t>要理解</a:t>
            </a:r>
            <a:r>
              <a:rPr lang="zh-CN" altLang="en-US" sz="2000" b="1" u="sng" dirty="0">
                <a:solidFill>
                  <a:srgbClr val="990033"/>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函数返回值</a:t>
            </a:r>
            <a:r>
              <a:rPr lang="zh-CN" altLang="en-US" sz="2000" b="1" dirty="0">
                <a:effectLst>
                  <a:outerShdw blurRad="38100" dist="38100" dir="2700000" algn="tl">
                    <a:srgbClr val="000000">
                      <a:alpha val="43137"/>
                    </a:srgbClr>
                  </a:outerShdw>
                </a:effectLst>
              </a:rPr>
              <a:t>的作用机理。</a:t>
            </a:r>
            <a:endParaRPr lang="en-US" altLang="zh-CN" sz="2000" b="1" dirty="0">
              <a:effectLst>
                <a:outerShdw blurRad="38100" dist="38100" dir="2700000" algn="tl">
                  <a:srgbClr val="000000">
                    <a:alpha val="43137"/>
                  </a:srgbClr>
                </a:outerShdw>
              </a:effectLst>
            </a:endParaRPr>
          </a:p>
        </p:txBody>
      </p:sp>
      <p:sp>
        <p:nvSpPr>
          <p:cNvPr id="204" name="矩形 203">
            <a:extLst>
              <a:ext uri="{FF2B5EF4-FFF2-40B4-BE49-F238E27FC236}">
                <a16:creationId xmlns:a16="http://schemas.microsoft.com/office/drawing/2014/main" id="{075FB4EF-AB45-4CD4-8E4A-D34C4B781957}"/>
              </a:ext>
            </a:extLst>
          </p:cNvPr>
          <p:cNvSpPr/>
          <p:nvPr/>
        </p:nvSpPr>
        <p:spPr>
          <a:xfrm>
            <a:off x="471474" y="4284992"/>
            <a:ext cx="4763594" cy="847454"/>
          </a:xfrm>
          <a:prstGeom prst="rect">
            <a:avLst/>
          </a:prstGeom>
          <a:noFill/>
          <a:ln>
            <a:solidFill>
              <a:srgbClr val="EA7A26"/>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cxnSp>
        <p:nvCxnSpPr>
          <p:cNvPr id="206" name="直接箭头连接符 205">
            <a:extLst>
              <a:ext uri="{FF2B5EF4-FFF2-40B4-BE49-F238E27FC236}">
                <a16:creationId xmlns:a16="http://schemas.microsoft.com/office/drawing/2014/main" id="{39C250DC-09F4-4200-A325-36360533A9B6}"/>
              </a:ext>
            </a:extLst>
          </p:cNvPr>
          <p:cNvCxnSpPr>
            <a:cxnSpLocks/>
          </p:cNvCxnSpPr>
          <p:nvPr/>
        </p:nvCxnSpPr>
        <p:spPr>
          <a:xfrm flipH="1">
            <a:off x="3589703" y="1299502"/>
            <a:ext cx="1243170" cy="2980047"/>
          </a:xfrm>
          <a:prstGeom prst="straightConnector1">
            <a:avLst/>
          </a:prstGeom>
          <a:ln w="28575">
            <a:solidFill>
              <a:srgbClr val="EA7A26"/>
            </a:solidFill>
            <a:prstDash val="lgDash"/>
            <a:tailEnd type="triangle" w="med" len="lg"/>
          </a:ln>
        </p:spPr>
        <p:style>
          <a:lnRef idx="1">
            <a:schemeClr val="accent1"/>
          </a:lnRef>
          <a:fillRef idx="0">
            <a:schemeClr val="accent1"/>
          </a:fillRef>
          <a:effectRef idx="0">
            <a:schemeClr val="accent1"/>
          </a:effectRef>
          <a:fontRef idx="minor">
            <a:schemeClr val="tx1"/>
          </a:fontRef>
        </p:style>
      </p:cxnSp>
      <p:sp>
        <p:nvSpPr>
          <p:cNvPr id="208" name="矩形 207">
            <a:extLst>
              <a:ext uri="{FF2B5EF4-FFF2-40B4-BE49-F238E27FC236}">
                <a16:creationId xmlns:a16="http://schemas.microsoft.com/office/drawing/2014/main" id="{6D5BDB6C-2C33-4DDE-88EB-4F3E2FA7EF99}"/>
              </a:ext>
            </a:extLst>
          </p:cNvPr>
          <p:cNvSpPr/>
          <p:nvPr/>
        </p:nvSpPr>
        <p:spPr>
          <a:xfrm>
            <a:off x="2728258" y="358017"/>
            <a:ext cx="3497383" cy="1055809"/>
          </a:xfrm>
          <a:prstGeom prst="rect">
            <a:avLst/>
          </a:prstGeom>
          <a:noFill/>
          <a:ln>
            <a:solidFill>
              <a:srgbClr val="EA7A26"/>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210" name="组合 209">
            <a:extLst>
              <a:ext uri="{FF2B5EF4-FFF2-40B4-BE49-F238E27FC236}">
                <a16:creationId xmlns:a16="http://schemas.microsoft.com/office/drawing/2014/main" id="{553E8F0C-4E1D-42BE-A1A0-3B089F3DFC8F}"/>
              </a:ext>
            </a:extLst>
          </p:cNvPr>
          <p:cNvGrpSpPr/>
          <p:nvPr/>
        </p:nvGrpSpPr>
        <p:grpSpPr>
          <a:xfrm>
            <a:off x="1059695" y="4304140"/>
            <a:ext cx="283875" cy="459177"/>
            <a:chOff x="8071286" y="2403838"/>
            <a:chExt cx="284023" cy="459416"/>
          </a:xfrm>
        </p:grpSpPr>
        <p:cxnSp>
          <p:nvCxnSpPr>
            <p:cNvPr id="211" name="直接箭头连接符 210">
              <a:extLst>
                <a:ext uri="{FF2B5EF4-FFF2-40B4-BE49-F238E27FC236}">
                  <a16:creationId xmlns:a16="http://schemas.microsoft.com/office/drawing/2014/main" id="{344015F7-ABAC-4D52-95DE-D25F0D1CA8E1}"/>
                </a:ext>
              </a:extLst>
            </p:cNvPr>
            <p:cNvCxnSpPr>
              <a:cxnSpLocks/>
            </p:cNvCxnSpPr>
            <p:nvPr/>
          </p:nvCxnSpPr>
          <p:spPr>
            <a:xfrm>
              <a:off x="8248164" y="2611872"/>
              <a:ext cx="5177" cy="251382"/>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12" name="矩形 278659">
              <a:extLst>
                <a:ext uri="{FF2B5EF4-FFF2-40B4-BE49-F238E27FC236}">
                  <a16:creationId xmlns:a16="http://schemas.microsoft.com/office/drawing/2014/main" id="{7DF77F7B-1176-46D2-83CF-F709863C7C00}"/>
                </a:ext>
              </a:extLst>
            </p:cNvPr>
            <p:cNvSpPr>
              <a:spLocks noChangeArrowheads="1"/>
            </p:cNvSpPr>
            <p:nvPr/>
          </p:nvSpPr>
          <p:spPr bwMode="auto">
            <a:xfrm>
              <a:off x="8071286" y="2403838"/>
              <a:ext cx="28402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p</a:t>
              </a:r>
            </a:p>
          </p:txBody>
        </p:sp>
      </p:grpSp>
      <p:cxnSp>
        <p:nvCxnSpPr>
          <p:cNvPr id="223" name="直接连接符 222">
            <a:extLst>
              <a:ext uri="{FF2B5EF4-FFF2-40B4-BE49-F238E27FC236}">
                <a16:creationId xmlns:a16="http://schemas.microsoft.com/office/drawing/2014/main" id="{1F917DA5-EEC5-4D3E-B099-5FF46CF9CCC7}"/>
              </a:ext>
            </a:extLst>
          </p:cNvPr>
          <p:cNvCxnSpPr/>
          <p:nvPr/>
        </p:nvCxnSpPr>
        <p:spPr>
          <a:xfrm>
            <a:off x="7010798" y="5978146"/>
            <a:ext cx="1655322" cy="0"/>
          </a:xfrm>
          <a:prstGeom prst="line">
            <a:avLst/>
          </a:prstGeom>
          <a:ln w="38100">
            <a:solidFill>
              <a:srgbClr val="EA7A26"/>
            </a:solidFill>
          </a:ln>
        </p:spPr>
        <p:style>
          <a:lnRef idx="1">
            <a:schemeClr val="accent1"/>
          </a:lnRef>
          <a:fillRef idx="0">
            <a:schemeClr val="accent1"/>
          </a:fillRef>
          <a:effectRef idx="0">
            <a:schemeClr val="accent1"/>
          </a:effectRef>
          <a:fontRef idx="minor">
            <a:schemeClr val="tx1"/>
          </a:fontRef>
        </p:style>
      </p:cxnSp>
      <p:grpSp>
        <p:nvGrpSpPr>
          <p:cNvPr id="225" name="组合 224">
            <a:extLst>
              <a:ext uri="{FF2B5EF4-FFF2-40B4-BE49-F238E27FC236}">
                <a16:creationId xmlns:a16="http://schemas.microsoft.com/office/drawing/2014/main" id="{D6470938-7F17-452B-9BB9-E4F8A8C3C44F}"/>
              </a:ext>
            </a:extLst>
          </p:cNvPr>
          <p:cNvGrpSpPr/>
          <p:nvPr/>
        </p:nvGrpSpPr>
        <p:grpSpPr>
          <a:xfrm>
            <a:off x="122447" y="5495250"/>
            <a:ext cx="503794" cy="266988"/>
            <a:chOff x="8121982" y="2913988"/>
            <a:chExt cx="504056" cy="267127"/>
          </a:xfrm>
        </p:grpSpPr>
        <p:cxnSp>
          <p:nvCxnSpPr>
            <p:cNvPr id="226" name="直接箭头连接符 225">
              <a:extLst>
                <a:ext uri="{FF2B5EF4-FFF2-40B4-BE49-F238E27FC236}">
                  <a16:creationId xmlns:a16="http://schemas.microsoft.com/office/drawing/2014/main" id="{4788CDBA-78ED-4ADD-B887-19A5E1CFFFAD}"/>
                </a:ext>
              </a:extLst>
            </p:cNvPr>
            <p:cNvCxnSpPr>
              <a:cxnSpLocks/>
            </p:cNvCxnSpPr>
            <p:nvPr/>
          </p:nvCxnSpPr>
          <p:spPr>
            <a:xfrm>
              <a:off x="8121982" y="2913988"/>
              <a:ext cx="504056" cy="0"/>
            </a:xfrm>
            <a:prstGeom prst="straightConnector1">
              <a:avLst/>
            </a:prstGeom>
            <a:ln w="38100">
              <a:solidFill>
                <a:srgbClr val="FF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27" name="矩形 278659">
              <a:extLst>
                <a:ext uri="{FF2B5EF4-FFF2-40B4-BE49-F238E27FC236}">
                  <a16:creationId xmlns:a16="http://schemas.microsoft.com/office/drawing/2014/main" id="{B20AD7A0-B906-4BE0-828F-C990AEA8E945}"/>
                </a:ext>
              </a:extLst>
            </p:cNvPr>
            <p:cNvSpPr>
              <a:spLocks noChangeArrowheads="1"/>
            </p:cNvSpPr>
            <p:nvPr/>
          </p:nvSpPr>
          <p:spPr bwMode="auto">
            <a:xfrm>
              <a:off x="8193990" y="2934894"/>
              <a:ext cx="23188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FF0000"/>
                  </a:solidFill>
                  <a:latin typeface="楷体_GB2312" pitchFamily="49" charset="-122"/>
                  <a:ea typeface="楷体_GB2312" pitchFamily="49" charset="-122"/>
                </a:rPr>
                <a:t>p</a:t>
              </a:r>
            </a:p>
          </p:txBody>
        </p:sp>
      </p:grpSp>
      <p:cxnSp>
        <p:nvCxnSpPr>
          <p:cNvPr id="229" name="直接箭头连接符 228">
            <a:extLst>
              <a:ext uri="{FF2B5EF4-FFF2-40B4-BE49-F238E27FC236}">
                <a16:creationId xmlns:a16="http://schemas.microsoft.com/office/drawing/2014/main" id="{6CAA2EAB-5AA9-4F54-B6FF-6D2D6C73BEC8}"/>
              </a:ext>
            </a:extLst>
          </p:cNvPr>
          <p:cNvCxnSpPr>
            <a:cxnSpLocks/>
            <a:stCxn id="227" idx="0"/>
            <a:endCxn id="58" idx="1"/>
          </p:cNvCxnSpPr>
          <p:nvPr/>
        </p:nvCxnSpPr>
        <p:spPr>
          <a:xfrm flipV="1">
            <a:off x="310299" y="4900181"/>
            <a:ext cx="590876" cy="615964"/>
          </a:xfrm>
          <a:prstGeom prst="straightConnector1">
            <a:avLst/>
          </a:prstGeom>
          <a:ln w="60325" cmpd="dbl">
            <a:solidFill>
              <a:srgbClr val="EA7A26"/>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236" name="直接箭头连接符 235">
            <a:extLst>
              <a:ext uri="{FF2B5EF4-FFF2-40B4-BE49-F238E27FC236}">
                <a16:creationId xmlns:a16="http://schemas.microsoft.com/office/drawing/2014/main" id="{12DCC9BF-1733-450E-B2EC-ADEC0D3C52FF}"/>
              </a:ext>
            </a:extLst>
          </p:cNvPr>
          <p:cNvCxnSpPr>
            <a:cxnSpLocks/>
          </p:cNvCxnSpPr>
          <p:nvPr/>
        </p:nvCxnSpPr>
        <p:spPr>
          <a:xfrm>
            <a:off x="980458" y="4863948"/>
            <a:ext cx="0" cy="432912"/>
          </a:xfrm>
          <a:prstGeom prst="straightConnector1">
            <a:avLst/>
          </a:prstGeom>
          <a:ln w="38100">
            <a:solidFill>
              <a:srgbClr val="FF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37" name="矩形 278659">
            <a:extLst>
              <a:ext uri="{FF2B5EF4-FFF2-40B4-BE49-F238E27FC236}">
                <a16:creationId xmlns:a16="http://schemas.microsoft.com/office/drawing/2014/main" id="{E9804B17-E4B4-408C-B67C-E2412DC295BB}"/>
              </a:ext>
            </a:extLst>
          </p:cNvPr>
          <p:cNvSpPr>
            <a:spLocks noChangeArrowheads="1"/>
          </p:cNvSpPr>
          <p:nvPr/>
        </p:nvSpPr>
        <p:spPr bwMode="auto">
          <a:xfrm>
            <a:off x="7297276" y="6428128"/>
            <a:ext cx="4894724" cy="380489"/>
          </a:xfrm>
          <a:prstGeom prst="rect">
            <a:avLst/>
          </a:prstGeom>
          <a:solidFill>
            <a:schemeClr val="accent2">
              <a:lumMod val="20000"/>
              <a:lumOff val="80000"/>
            </a:schemeClr>
          </a:solidFill>
          <a:ln>
            <a:noFill/>
          </a:ln>
        </p:spPr>
        <p:txBody>
          <a:bodyPr wrap="square">
            <a:spAutoFit/>
          </a:bodyPr>
          <a:lstStyle/>
          <a:p>
            <a:pPr algn="just">
              <a:lnSpc>
                <a:spcPct val="114000"/>
              </a:lnSpc>
            </a:pPr>
            <a:r>
              <a:rPr lang="en-US" altLang="zh-CN" b="1" dirty="0">
                <a:effectLst>
                  <a:outerShdw blurRad="38100" dist="38100" dir="2700000" algn="tl">
                    <a:srgbClr val="000000">
                      <a:alpha val="43137"/>
                    </a:srgbClr>
                  </a:outerShdw>
                </a:effectLst>
              </a:rPr>
              <a:t>for</a:t>
            </a:r>
            <a:r>
              <a:rPr lang="zh-CN" altLang="en-US" b="1" dirty="0">
                <a:effectLst>
                  <a:outerShdw blurRad="38100" dist="38100" dir="2700000" algn="tl">
                    <a:srgbClr val="000000">
                      <a:alpha val="43137"/>
                    </a:srgbClr>
                  </a:outerShdw>
                </a:effectLst>
              </a:rPr>
              <a:t>循环构建了兄弟链表。沿孩子链层层递归。</a:t>
            </a:r>
            <a:endParaRPr lang="en-US" altLang="zh-CN" b="1" dirty="0">
              <a:effectLst>
                <a:outerShdw blurRad="38100" dist="38100" dir="2700000" algn="tl">
                  <a:srgbClr val="000000">
                    <a:alpha val="43137"/>
                  </a:srgbClr>
                </a:outerShdw>
              </a:effectLst>
            </a:endParaRPr>
          </a:p>
        </p:txBody>
      </p:sp>
      <p:sp>
        <p:nvSpPr>
          <p:cNvPr id="238" name="矩形 237">
            <a:extLst>
              <a:ext uri="{FF2B5EF4-FFF2-40B4-BE49-F238E27FC236}">
                <a16:creationId xmlns:a16="http://schemas.microsoft.com/office/drawing/2014/main" id="{DDFAC937-1A16-4BAE-ADFF-A4828A220C62}"/>
              </a:ext>
            </a:extLst>
          </p:cNvPr>
          <p:cNvSpPr/>
          <p:nvPr/>
        </p:nvSpPr>
        <p:spPr>
          <a:xfrm>
            <a:off x="12464" y="5211616"/>
            <a:ext cx="3226945" cy="486808"/>
          </a:xfrm>
          <a:prstGeom prst="rect">
            <a:avLst/>
          </a:prstGeom>
          <a:noFill/>
          <a:ln>
            <a:solidFill>
              <a:schemeClr val="accent1">
                <a:lumMod val="60000"/>
                <a:lumOff val="4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cxnSp>
        <p:nvCxnSpPr>
          <p:cNvPr id="240" name="直接箭头连接符 239">
            <a:extLst>
              <a:ext uri="{FF2B5EF4-FFF2-40B4-BE49-F238E27FC236}">
                <a16:creationId xmlns:a16="http://schemas.microsoft.com/office/drawing/2014/main" id="{047D4634-7260-49FB-8942-D82BE75EA730}"/>
              </a:ext>
            </a:extLst>
          </p:cNvPr>
          <p:cNvCxnSpPr>
            <a:cxnSpLocks/>
            <a:stCxn id="237" idx="1"/>
          </p:cNvCxnSpPr>
          <p:nvPr/>
        </p:nvCxnSpPr>
        <p:spPr>
          <a:xfrm flipH="1" flipV="1">
            <a:off x="3189767" y="5632238"/>
            <a:ext cx="4107509" cy="986135"/>
          </a:xfrm>
          <a:prstGeom prst="straightConnector1">
            <a:avLst/>
          </a:prstGeom>
          <a:ln w="28575">
            <a:prstDash val="lgDash"/>
            <a:tailEnd type="triangle" w="lg" len="lg"/>
          </a:ln>
        </p:spPr>
        <p:style>
          <a:lnRef idx="1">
            <a:schemeClr val="accent1"/>
          </a:lnRef>
          <a:fillRef idx="0">
            <a:schemeClr val="accent1"/>
          </a:fillRef>
          <a:effectRef idx="0">
            <a:schemeClr val="accent1"/>
          </a:effectRef>
          <a:fontRef idx="minor">
            <a:schemeClr val="tx1"/>
          </a:fontRef>
        </p:style>
      </p:cxnSp>
      <p:sp>
        <p:nvSpPr>
          <p:cNvPr id="242" name="箭头: 下 241">
            <a:extLst>
              <a:ext uri="{FF2B5EF4-FFF2-40B4-BE49-F238E27FC236}">
                <a16:creationId xmlns:a16="http://schemas.microsoft.com/office/drawing/2014/main" id="{1750C8FA-C0B9-4338-BAA8-7316963D4586}"/>
              </a:ext>
            </a:extLst>
          </p:cNvPr>
          <p:cNvSpPr/>
          <p:nvPr/>
        </p:nvSpPr>
        <p:spPr>
          <a:xfrm>
            <a:off x="90274" y="5849347"/>
            <a:ext cx="346518" cy="905084"/>
          </a:xfrm>
          <a:prstGeom prst="downArrow">
            <a:avLst>
              <a:gd name="adj1" fmla="val 35026"/>
              <a:gd name="adj2" fmla="val 44243"/>
            </a:avLst>
          </a:prstGeom>
          <a:solidFill>
            <a:schemeClr val="accent2"/>
          </a:solid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cxnSp>
        <p:nvCxnSpPr>
          <p:cNvPr id="243" name="直接箭头连接符 242">
            <a:extLst>
              <a:ext uri="{FF2B5EF4-FFF2-40B4-BE49-F238E27FC236}">
                <a16:creationId xmlns:a16="http://schemas.microsoft.com/office/drawing/2014/main" id="{83F8CBCC-0DD4-45AB-89AD-CFDEBAEA7854}"/>
              </a:ext>
            </a:extLst>
          </p:cNvPr>
          <p:cNvCxnSpPr>
            <a:cxnSpLocks/>
          </p:cNvCxnSpPr>
          <p:nvPr/>
        </p:nvCxnSpPr>
        <p:spPr>
          <a:xfrm flipH="1" flipV="1">
            <a:off x="256120" y="6198216"/>
            <a:ext cx="11110085" cy="482991"/>
          </a:xfrm>
          <a:prstGeom prst="straightConnector1">
            <a:avLst/>
          </a:prstGeom>
          <a:ln w="28575">
            <a:solidFill>
              <a:srgbClr val="EA7A26"/>
            </a:solidFill>
            <a:prstDash val="lgDash"/>
            <a:tailEnd type="triangle" w="lg" len="lg"/>
          </a:ln>
        </p:spPr>
        <p:style>
          <a:lnRef idx="1">
            <a:schemeClr val="accent1"/>
          </a:lnRef>
          <a:fillRef idx="0">
            <a:schemeClr val="accent1"/>
          </a:fillRef>
          <a:effectRef idx="0">
            <a:schemeClr val="accent1"/>
          </a:effectRef>
          <a:fontRef idx="minor">
            <a:schemeClr val="tx1"/>
          </a:fontRef>
        </p:style>
      </p:cxnSp>
      <p:grpSp>
        <p:nvGrpSpPr>
          <p:cNvPr id="214" name="组合 213">
            <a:extLst>
              <a:ext uri="{FF2B5EF4-FFF2-40B4-BE49-F238E27FC236}">
                <a16:creationId xmlns:a16="http://schemas.microsoft.com/office/drawing/2014/main" id="{85CC3F8B-29EF-9AD1-0EAC-C76EFD1D34C0}"/>
              </a:ext>
            </a:extLst>
          </p:cNvPr>
          <p:cNvGrpSpPr/>
          <p:nvPr/>
        </p:nvGrpSpPr>
        <p:grpSpPr>
          <a:xfrm>
            <a:off x="793395" y="4305668"/>
            <a:ext cx="283875" cy="459177"/>
            <a:chOff x="8050726" y="2403838"/>
            <a:chExt cx="284023" cy="459416"/>
          </a:xfrm>
        </p:grpSpPr>
        <p:cxnSp>
          <p:nvCxnSpPr>
            <p:cNvPr id="218" name="直接箭头连接符 217">
              <a:extLst>
                <a:ext uri="{FF2B5EF4-FFF2-40B4-BE49-F238E27FC236}">
                  <a16:creationId xmlns:a16="http://schemas.microsoft.com/office/drawing/2014/main" id="{46950302-150B-564B-BCBD-917E3A3CA570}"/>
                </a:ext>
              </a:extLst>
            </p:cNvPr>
            <p:cNvCxnSpPr>
              <a:cxnSpLocks/>
            </p:cNvCxnSpPr>
            <p:nvPr/>
          </p:nvCxnSpPr>
          <p:spPr>
            <a:xfrm>
              <a:off x="8248164" y="2611872"/>
              <a:ext cx="5177" cy="251382"/>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19" name="矩形 278659">
              <a:extLst>
                <a:ext uri="{FF2B5EF4-FFF2-40B4-BE49-F238E27FC236}">
                  <a16:creationId xmlns:a16="http://schemas.microsoft.com/office/drawing/2014/main" id="{8751FEE5-BDF1-D6EC-A436-198C8DE168D6}"/>
                </a:ext>
              </a:extLst>
            </p:cNvPr>
            <p:cNvSpPr>
              <a:spLocks noChangeArrowheads="1"/>
            </p:cNvSpPr>
            <p:nvPr/>
          </p:nvSpPr>
          <p:spPr bwMode="auto">
            <a:xfrm>
              <a:off x="8050726" y="2403838"/>
              <a:ext cx="28402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0070C0"/>
                  </a:solidFill>
                  <a:latin typeface="楷体_GB2312" pitchFamily="49" charset="-122"/>
                  <a:ea typeface="楷体_GB2312" pitchFamily="49" charset="-122"/>
                </a:rPr>
                <a:t>q</a:t>
              </a:r>
            </a:p>
          </p:txBody>
        </p:sp>
      </p:grpSp>
      <p:grpSp>
        <p:nvGrpSpPr>
          <p:cNvPr id="220" name="组合 219">
            <a:extLst>
              <a:ext uri="{FF2B5EF4-FFF2-40B4-BE49-F238E27FC236}">
                <a16:creationId xmlns:a16="http://schemas.microsoft.com/office/drawing/2014/main" id="{8E2A2E32-BEF1-D70C-90A5-3BE75C5E4ACF}"/>
              </a:ext>
            </a:extLst>
          </p:cNvPr>
          <p:cNvGrpSpPr/>
          <p:nvPr/>
        </p:nvGrpSpPr>
        <p:grpSpPr>
          <a:xfrm>
            <a:off x="3360222" y="4304369"/>
            <a:ext cx="283875" cy="459177"/>
            <a:chOff x="8050726" y="2403838"/>
            <a:chExt cx="284023" cy="459416"/>
          </a:xfrm>
        </p:grpSpPr>
        <p:cxnSp>
          <p:nvCxnSpPr>
            <p:cNvPr id="221" name="直接箭头连接符 220">
              <a:extLst>
                <a:ext uri="{FF2B5EF4-FFF2-40B4-BE49-F238E27FC236}">
                  <a16:creationId xmlns:a16="http://schemas.microsoft.com/office/drawing/2014/main" id="{D9BAD067-715F-7A00-49EA-0FA9D3886392}"/>
                </a:ext>
              </a:extLst>
            </p:cNvPr>
            <p:cNvCxnSpPr>
              <a:cxnSpLocks/>
            </p:cNvCxnSpPr>
            <p:nvPr/>
          </p:nvCxnSpPr>
          <p:spPr>
            <a:xfrm>
              <a:off x="8248164" y="2611872"/>
              <a:ext cx="5177" cy="251382"/>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22" name="矩形 278659">
              <a:extLst>
                <a:ext uri="{FF2B5EF4-FFF2-40B4-BE49-F238E27FC236}">
                  <a16:creationId xmlns:a16="http://schemas.microsoft.com/office/drawing/2014/main" id="{E8ACDA80-FFF5-01D6-21C6-361B6DCB6478}"/>
                </a:ext>
              </a:extLst>
            </p:cNvPr>
            <p:cNvSpPr>
              <a:spLocks noChangeArrowheads="1"/>
            </p:cNvSpPr>
            <p:nvPr/>
          </p:nvSpPr>
          <p:spPr bwMode="auto">
            <a:xfrm>
              <a:off x="8050726" y="2403838"/>
              <a:ext cx="28402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0070C0"/>
                  </a:solidFill>
                  <a:latin typeface="楷体_GB2312" pitchFamily="49" charset="-122"/>
                  <a:ea typeface="楷体_GB2312" pitchFamily="49" charset="-122"/>
                </a:rPr>
                <a:t>q</a:t>
              </a:r>
            </a:p>
          </p:txBody>
        </p:sp>
      </p:grpSp>
      <p:grpSp>
        <p:nvGrpSpPr>
          <p:cNvPr id="224" name="组合 223">
            <a:extLst>
              <a:ext uri="{FF2B5EF4-FFF2-40B4-BE49-F238E27FC236}">
                <a16:creationId xmlns:a16="http://schemas.microsoft.com/office/drawing/2014/main" id="{0CBAEC6C-CF20-2539-A81C-15C7ABCF5E71}"/>
              </a:ext>
            </a:extLst>
          </p:cNvPr>
          <p:cNvGrpSpPr/>
          <p:nvPr/>
        </p:nvGrpSpPr>
        <p:grpSpPr>
          <a:xfrm>
            <a:off x="4265976" y="4320164"/>
            <a:ext cx="283875" cy="459177"/>
            <a:chOff x="8050726" y="2403838"/>
            <a:chExt cx="284023" cy="459416"/>
          </a:xfrm>
        </p:grpSpPr>
        <p:cxnSp>
          <p:nvCxnSpPr>
            <p:cNvPr id="228" name="直接箭头连接符 227">
              <a:extLst>
                <a:ext uri="{FF2B5EF4-FFF2-40B4-BE49-F238E27FC236}">
                  <a16:creationId xmlns:a16="http://schemas.microsoft.com/office/drawing/2014/main" id="{8C787908-26C5-EDFE-9EA3-58D6145FD24E}"/>
                </a:ext>
              </a:extLst>
            </p:cNvPr>
            <p:cNvCxnSpPr>
              <a:cxnSpLocks/>
            </p:cNvCxnSpPr>
            <p:nvPr/>
          </p:nvCxnSpPr>
          <p:spPr>
            <a:xfrm>
              <a:off x="8248164" y="2611872"/>
              <a:ext cx="5177" cy="251382"/>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30" name="矩形 278659">
              <a:extLst>
                <a:ext uri="{FF2B5EF4-FFF2-40B4-BE49-F238E27FC236}">
                  <a16:creationId xmlns:a16="http://schemas.microsoft.com/office/drawing/2014/main" id="{1CE0EB09-3765-90E6-0BDA-6C649DB5A23A}"/>
                </a:ext>
              </a:extLst>
            </p:cNvPr>
            <p:cNvSpPr>
              <a:spLocks noChangeArrowheads="1"/>
            </p:cNvSpPr>
            <p:nvPr/>
          </p:nvSpPr>
          <p:spPr bwMode="auto">
            <a:xfrm>
              <a:off x="8050726" y="2403838"/>
              <a:ext cx="28402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0070C0"/>
                  </a:solidFill>
                  <a:latin typeface="楷体_GB2312" pitchFamily="49" charset="-122"/>
                  <a:ea typeface="楷体_GB2312" pitchFamily="49" charset="-122"/>
                </a:rPr>
                <a:t>q</a:t>
              </a:r>
            </a:p>
          </p:txBody>
        </p:sp>
      </p:grpSp>
    </p:spTree>
    <p:extLst>
      <p:ext uri="{BB962C8B-B14F-4D97-AF65-F5344CB8AC3E}">
        <p14:creationId xmlns:p14="http://schemas.microsoft.com/office/powerpoint/2010/main" val="37376031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wipe(up)">
                                      <p:cBhvr>
                                        <p:cTn id="7" dur="500"/>
                                        <p:tgtEl>
                                          <p:spTgt spid="19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99"/>
                                        </p:tgtEl>
                                        <p:attrNameLst>
                                          <p:attrName>style.visibility</p:attrName>
                                        </p:attrNameLst>
                                      </p:cBhvr>
                                      <p:to>
                                        <p:strVal val="visible"/>
                                      </p:to>
                                    </p:set>
                                    <p:animEffect transition="in" filter="wipe(up)">
                                      <p:cBhvr>
                                        <p:cTn id="10" dur="500"/>
                                        <p:tgtEl>
                                          <p:spTgt spid="19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200">
                                            <p:bg/>
                                          </p:spTgt>
                                        </p:tgtEl>
                                        <p:attrNameLst>
                                          <p:attrName>style.visibility</p:attrName>
                                        </p:attrNameLst>
                                      </p:cBhvr>
                                      <p:to>
                                        <p:strVal val="visible"/>
                                      </p:to>
                                    </p:set>
                                    <p:animEffect transition="in" filter="wipe(up)">
                                      <p:cBhvr>
                                        <p:cTn id="15" dur="500"/>
                                        <p:tgtEl>
                                          <p:spTgt spid="200">
                                            <p:bg/>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00">
                                            <p:txEl>
                                              <p:pRg st="0" end="0"/>
                                            </p:txEl>
                                          </p:spTgt>
                                        </p:tgtEl>
                                        <p:attrNameLst>
                                          <p:attrName>style.visibility</p:attrName>
                                        </p:attrNameLst>
                                      </p:cBhvr>
                                      <p:to>
                                        <p:strVal val="visible"/>
                                      </p:to>
                                    </p:set>
                                    <p:animEffect transition="in" filter="wipe(up)">
                                      <p:cBhvr>
                                        <p:cTn id="18" dur="500"/>
                                        <p:tgtEl>
                                          <p:spTgt spid="20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00">
                                            <p:txEl>
                                              <p:pRg st="1" end="1"/>
                                            </p:txEl>
                                          </p:spTgt>
                                        </p:tgtEl>
                                        <p:attrNameLst>
                                          <p:attrName>style.visibility</p:attrName>
                                        </p:attrNameLst>
                                      </p:cBhvr>
                                      <p:to>
                                        <p:strVal val="visible"/>
                                      </p:to>
                                    </p:set>
                                    <p:animEffect transition="in" filter="wipe(up)">
                                      <p:cBhvr>
                                        <p:cTn id="23" dur="500"/>
                                        <p:tgtEl>
                                          <p:spTgt spid="20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00">
                                            <p:txEl>
                                              <p:pRg st="2" end="2"/>
                                            </p:txEl>
                                          </p:spTgt>
                                        </p:tgtEl>
                                        <p:attrNameLst>
                                          <p:attrName>style.visibility</p:attrName>
                                        </p:attrNameLst>
                                      </p:cBhvr>
                                      <p:to>
                                        <p:strVal val="visible"/>
                                      </p:to>
                                    </p:set>
                                    <p:animEffect transition="in" filter="wipe(up)">
                                      <p:cBhvr>
                                        <p:cTn id="28" dur="500"/>
                                        <p:tgtEl>
                                          <p:spTgt spid="200">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203">
                                            <p:bg/>
                                          </p:spTgt>
                                        </p:tgtEl>
                                        <p:attrNameLst>
                                          <p:attrName>style.visibility</p:attrName>
                                        </p:attrNameLst>
                                      </p:cBhvr>
                                      <p:to>
                                        <p:strVal val="visible"/>
                                      </p:to>
                                    </p:set>
                                    <p:animEffect transition="in" filter="wipe(up)">
                                      <p:cBhvr>
                                        <p:cTn id="33" dur="500"/>
                                        <p:tgtEl>
                                          <p:spTgt spid="203">
                                            <p:bg/>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203">
                                            <p:txEl>
                                              <p:pRg st="0" end="0"/>
                                            </p:txEl>
                                          </p:spTgt>
                                        </p:tgtEl>
                                        <p:attrNameLst>
                                          <p:attrName>style.visibility</p:attrName>
                                        </p:attrNameLst>
                                      </p:cBhvr>
                                      <p:to>
                                        <p:strVal val="visible"/>
                                      </p:to>
                                    </p:set>
                                    <p:animEffect transition="in" filter="wipe(up)">
                                      <p:cBhvr>
                                        <p:cTn id="36" dur="500"/>
                                        <p:tgtEl>
                                          <p:spTgt spid="203">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03">
                                            <p:txEl>
                                              <p:pRg st="1" end="1"/>
                                            </p:txEl>
                                          </p:spTgt>
                                        </p:tgtEl>
                                        <p:attrNameLst>
                                          <p:attrName>style.visibility</p:attrName>
                                        </p:attrNameLst>
                                      </p:cBhvr>
                                      <p:to>
                                        <p:strVal val="visible"/>
                                      </p:to>
                                    </p:set>
                                    <p:animEffect transition="in" filter="wipe(up)">
                                      <p:cBhvr>
                                        <p:cTn id="41" dur="500"/>
                                        <p:tgtEl>
                                          <p:spTgt spid="203">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203">
                                            <p:txEl>
                                              <p:pRg st="2" end="2"/>
                                            </p:txEl>
                                          </p:spTgt>
                                        </p:tgtEl>
                                        <p:attrNameLst>
                                          <p:attrName>style.visibility</p:attrName>
                                        </p:attrNameLst>
                                      </p:cBhvr>
                                      <p:to>
                                        <p:strVal val="visible"/>
                                      </p:to>
                                    </p:set>
                                    <p:animEffect transition="in" filter="wipe(up)">
                                      <p:cBhvr>
                                        <p:cTn id="46" dur="500"/>
                                        <p:tgtEl>
                                          <p:spTgt spid="203">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208"/>
                                        </p:tgtEl>
                                        <p:attrNameLst>
                                          <p:attrName>style.visibility</p:attrName>
                                        </p:attrNameLst>
                                      </p:cBhvr>
                                      <p:to>
                                        <p:strVal val="visible"/>
                                      </p:to>
                                    </p:set>
                                    <p:animEffect transition="in" filter="wipe(up)">
                                      <p:cBhvr>
                                        <p:cTn id="51" dur="500"/>
                                        <p:tgtEl>
                                          <p:spTgt spid="20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206"/>
                                        </p:tgtEl>
                                        <p:attrNameLst>
                                          <p:attrName>style.visibility</p:attrName>
                                        </p:attrNameLst>
                                      </p:cBhvr>
                                      <p:to>
                                        <p:strVal val="visible"/>
                                      </p:to>
                                    </p:set>
                                    <p:animEffect transition="in" filter="wipe(up)">
                                      <p:cBhvr>
                                        <p:cTn id="56" dur="500"/>
                                        <p:tgtEl>
                                          <p:spTgt spid="206"/>
                                        </p:tgtEl>
                                      </p:cBhvr>
                                    </p:animEffect>
                                  </p:childTnLst>
                                </p:cTn>
                              </p:par>
                            </p:childTnLst>
                          </p:cTn>
                        </p:par>
                        <p:par>
                          <p:cTn id="57" fill="hold">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204"/>
                                        </p:tgtEl>
                                        <p:attrNameLst>
                                          <p:attrName>style.visibility</p:attrName>
                                        </p:attrNameLst>
                                      </p:cBhvr>
                                      <p:to>
                                        <p:strVal val="visible"/>
                                      </p:to>
                                    </p:set>
                                    <p:animEffect transition="in" filter="wipe(left)">
                                      <p:cBhvr>
                                        <p:cTn id="60" dur="500"/>
                                        <p:tgtEl>
                                          <p:spTgt spid="20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10"/>
                                        </p:tgtEl>
                                        <p:attrNameLst>
                                          <p:attrName>style.visibility</p:attrName>
                                        </p:attrNameLst>
                                      </p:cBhvr>
                                      <p:to>
                                        <p:strVal val="visible"/>
                                      </p:to>
                                    </p:set>
                                    <p:animEffect transition="in" filter="wipe(left)">
                                      <p:cBhvr>
                                        <p:cTn id="65" dur="1500"/>
                                        <p:tgtEl>
                                          <p:spTgt spid="210"/>
                                        </p:tgtEl>
                                      </p:cBhvr>
                                    </p:animEffect>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214"/>
                                        </p:tgtEl>
                                        <p:attrNameLst>
                                          <p:attrName>style.visibility</p:attrName>
                                        </p:attrNameLst>
                                      </p:cBhvr>
                                      <p:to>
                                        <p:strVal val="visible"/>
                                      </p:to>
                                    </p:set>
                                    <p:animEffect transition="in" filter="fade">
                                      <p:cBhvr>
                                        <p:cTn id="70" dur="1000"/>
                                        <p:tgtEl>
                                          <p:spTgt spid="214"/>
                                        </p:tgtEl>
                                      </p:cBhvr>
                                    </p:animEffect>
                                    <p:anim calcmode="lin" valueType="num">
                                      <p:cBhvr>
                                        <p:cTn id="71" dur="1000" fill="hold"/>
                                        <p:tgtEl>
                                          <p:spTgt spid="214"/>
                                        </p:tgtEl>
                                        <p:attrNameLst>
                                          <p:attrName>ppt_x</p:attrName>
                                        </p:attrNameLst>
                                      </p:cBhvr>
                                      <p:tavLst>
                                        <p:tav tm="0">
                                          <p:val>
                                            <p:strVal val="#ppt_x"/>
                                          </p:val>
                                        </p:tav>
                                        <p:tav tm="100000">
                                          <p:val>
                                            <p:strVal val="#ppt_x"/>
                                          </p:val>
                                        </p:tav>
                                      </p:tavLst>
                                    </p:anim>
                                    <p:anim calcmode="lin" valueType="num">
                                      <p:cBhvr>
                                        <p:cTn id="72" dur="1000" fill="hold"/>
                                        <p:tgtEl>
                                          <p:spTgt spid="214"/>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63" presetClass="path" presetSubtype="0" accel="50000" decel="50000" fill="hold" nodeType="clickEffect">
                                  <p:stCondLst>
                                    <p:cond delay="0"/>
                                  </p:stCondLst>
                                  <p:childTnLst>
                                    <p:animMotion origin="layout" path="M 2.29167E-6 -1.11111E-6 L 0.21536 0.00232 " pathEditMode="relative" rAng="0" ptsTypes="AA">
                                      <p:cBhvr>
                                        <p:cTn id="76" dur="1000" fill="hold"/>
                                        <p:tgtEl>
                                          <p:spTgt spid="210"/>
                                        </p:tgtEl>
                                        <p:attrNameLst>
                                          <p:attrName>ppt_x</p:attrName>
                                          <p:attrName>ppt_y</p:attrName>
                                        </p:attrNameLst>
                                      </p:cBhvr>
                                      <p:rCtr x="10768" y="116"/>
                                    </p:animMotion>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220"/>
                                        </p:tgtEl>
                                        <p:attrNameLst>
                                          <p:attrName>style.visibility</p:attrName>
                                        </p:attrNameLst>
                                      </p:cBhvr>
                                      <p:to>
                                        <p:strVal val="visible"/>
                                      </p:to>
                                    </p:set>
                                    <p:animEffect transition="in" filter="fade">
                                      <p:cBhvr>
                                        <p:cTn id="81" dur="1000"/>
                                        <p:tgtEl>
                                          <p:spTgt spid="220"/>
                                        </p:tgtEl>
                                      </p:cBhvr>
                                    </p:animEffect>
                                    <p:anim calcmode="lin" valueType="num">
                                      <p:cBhvr>
                                        <p:cTn id="82" dur="1000" fill="hold"/>
                                        <p:tgtEl>
                                          <p:spTgt spid="220"/>
                                        </p:tgtEl>
                                        <p:attrNameLst>
                                          <p:attrName>ppt_x</p:attrName>
                                        </p:attrNameLst>
                                      </p:cBhvr>
                                      <p:tavLst>
                                        <p:tav tm="0">
                                          <p:val>
                                            <p:strVal val="#ppt_x"/>
                                          </p:val>
                                        </p:tav>
                                        <p:tav tm="100000">
                                          <p:val>
                                            <p:strVal val="#ppt_x"/>
                                          </p:val>
                                        </p:tav>
                                      </p:tavLst>
                                    </p:anim>
                                    <p:anim calcmode="lin" valueType="num">
                                      <p:cBhvr>
                                        <p:cTn id="83" dur="1000" fill="hold"/>
                                        <p:tgtEl>
                                          <p:spTgt spid="220"/>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63" presetClass="path" presetSubtype="0" accel="50000" decel="50000" fill="hold" nodeType="clickEffect">
                                  <p:stCondLst>
                                    <p:cond delay="0"/>
                                  </p:stCondLst>
                                  <p:childTnLst>
                                    <p:animMotion origin="layout" path="M 0.21537 0.00232 L 0.29141 0.00232 " pathEditMode="relative" rAng="0" ptsTypes="AA">
                                      <p:cBhvr>
                                        <p:cTn id="87" dur="2000" fill="hold"/>
                                        <p:tgtEl>
                                          <p:spTgt spid="210"/>
                                        </p:tgtEl>
                                        <p:attrNameLst>
                                          <p:attrName>ppt_x</p:attrName>
                                          <p:attrName>ppt_y</p:attrName>
                                        </p:attrNameLst>
                                      </p:cBhvr>
                                      <p:rCtr x="3802" y="0"/>
                                    </p:animMotion>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224"/>
                                        </p:tgtEl>
                                        <p:attrNameLst>
                                          <p:attrName>style.visibility</p:attrName>
                                        </p:attrNameLst>
                                      </p:cBhvr>
                                      <p:to>
                                        <p:strVal val="visible"/>
                                      </p:to>
                                    </p:set>
                                    <p:animEffect transition="in" filter="fade">
                                      <p:cBhvr>
                                        <p:cTn id="92" dur="1000"/>
                                        <p:tgtEl>
                                          <p:spTgt spid="224"/>
                                        </p:tgtEl>
                                      </p:cBhvr>
                                    </p:animEffect>
                                    <p:anim calcmode="lin" valueType="num">
                                      <p:cBhvr>
                                        <p:cTn id="93" dur="1000" fill="hold"/>
                                        <p:tgtEl>
                                          <p:spTgt spid="224"/>
                                        </p:tgtEl>
                                        <p:attrNameLst>
                                          <p:attrName>ppt_x</p:attrName>
                                        </p:attrNameLst>
                                      </p:cBhvr>
                                      <p:tavLst>
                                        <p:tav tm="0">
                                          <p:val>
                                            <p:strVal val="#ppt_x"/>
                                          </p:val>
                                        </p:tav>
                                        <p:tav tm="100000">
                                          <p:val>
                                            <p:strVal val="#ppt_x"/>
                                          </p:val>
                                        </p:tav>
                                      </p:tavLst>
                                    </p:anim>
                                    <p:anim calcmode="lin" valueType="num">
                                      <p:cBhvr>
                                        <p:cTn id="94" dur="1000" fill="hold"/>
                                        <p:tgtEl>
                                          <p:spTgt spid="224"/>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223"/>
                                        </p:tgtEl>
                                        <p:attrNameLst>
                                          <p:attrName>style.visibility</p:attrName>
                                        </p:attrNameLst>
                                      </p:cBhvr>
                                      <p:to>
                                        <p:strVal val="visible"/>
                                      </p:to>
                                    </p:set>
                                    <p:animEffect transition="in" filter="wipe(left)">
                                      <p:cBhvr>
                                        <p:cTn id="99" dur="500"/>
                                        <p:tgtEl>
                                          <p:spTgt spid="223"/>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225"/>
                                        </p:tgtEl>
                                        <p:attrNameLst>
                                          <p:attrName>style.visibility</p:attrName>
                                        </p:attrNameLst>
                                      </p:cBhvr>
                                      <p:to>
                                        <p:strVal val="visible"/>
                                      </p:to>
                                    </p:set>
                                    <p:animEffect transition="in" filter="wipe(left)">
                                      <p:cBhvr>
                                        <p:cTn id="104" dur="1500"/>
                                        <p:tgtEl>
                                          <p:spTgt spid="225"/>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nodeType="clickEffect">
                                  <p:stCondLst>
                                    <p:cond delay="0"/>
                                  </p:stCondLst>
                                  <p:childTnLst>
                                    <p:set>
                                      <p:cBhvr>
                                        <p:cTn id="108" dur="1" fill="hold">
                                          <p:stCondLst>
                                            <p:cond delay="0"/>
                                          </p:stCondLst>
                                        </p:cTn>
                                        <p:tgtEl>
                                          <p:spTgt spid="229"/>
                                        </p:tgtEl>
                                        <p:attrNameLst>
                                          <p:attrName>style.visibility</p:attrName>
                                        </p:attrNameLst>
                                      </p:cBhvr>
                                      <p:to>
                                        <p:strVal val="visible"/>
                                      </p:to>
                                    </p:set>
                                    <p:animEffect transition="in" filter="wipe(down)">
                                      <p:cBhvr>
                                        <p:cTn id="109" dur="500"/>
                                        <p:tgtEl>
                                          <p:spTgt spid="229"/>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1" fill="hold" nodeType="clickEffect">
                                  <p:stCondLst>
                                    <p:cond delay="0"/>
                                  </p:stCondLst>
                                  <p:childTnLst>
                                    <p:set>
                                      <p:cBhvr>
                                        <p:cTn id="113" dur="1" fill="hold">
                                          <p:stCondLst>
                                            <p:cond delay="0"/>
                                          </p:stCondLst>
                                        </p:cTn>
                                        <p:tgtEl>
                                          <p:spTgt spid="236"/>
                                        </p:tgtEl>
                                        <p:attrNameLst>
                                          <p:attrName>style.visibility</p:attrName>
                                        </p:attrNameLst>
                                      </p:cBhvr>
                                      <p:to>
                                        <p:strVal val="visible"/>
                                      </p:to>
                                    </p:set>
                                    <p:animEffect transition="in" filter="wipe(up)">
                                      <p:cBhvr>
                                        <p:cTn id="114" dur="500"/>
                                        <p:tgtEl>
                                          <p:spTgt spid="236"/>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237"/>
                                        </p:tgtEl>
                                        <p:attrNameLst>
                                          <p:attrName>style.visibility</p:attrName>
                                        </p:attrNameLst>
                                      </p:cBhvr>
                                      <p:to>
                                        <p:strVal val="visible"/>
                                      </p:to>
                                    </p:set>
                                    <p:animEffect transition="in" filter="wipe(left)">
                                      <p:cBhvr>
                                        <p:cTn id="119" dur="500"/>
                                        <p:tgtEl>
                                          <p:spTgt spid="237"/>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238"/>
                                        </p:tgtEl>
                                        <p:attrNameLst>
                                          <p:attrName>style.visibility</p:attrName>
                                        </p:attrNameLst>
                                      </p:cBhvr>
                                      <p:to>
                                        <p:strVal val="visible"/>
                                      </p:to>
                                    </p:set>
                                    <p:animEffect transition="in" filter="wipe(left)">
                                      <p:cBhvr>
                                        <p:cTn id="124" dur="500"/>
                                        <p:tgtEl>
                                          <p:spTgt spid="238"/>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2" fill="hold" nodeType="clickEffect">
                                  <p:stCondLst>
                                    <p:cond delay="0"/>
                                  </p:stCondLst>
                                  <p:childTnLst>
                                    <p:set>
                                      <p:cBhvr>
                                        <p:cTn id="128" dur="1" fill="hold">
                                          <p:stCondLst>
                                            <p:cond delay="0"/>
                                          </p:stCondLst>
                                        </p:cTn>
                                        <p:tgtEl>
                                          <p:spTgt spid="240"/>
                                        </p:tgtEl>
                                        <p:attrNameLst>
                                          <p:attrName>style.visibility</p:attrName>
                                        </p:attrNameLst>
                                      </p:cBhvr>
                                      <p:to>
                                        <p:strVal val="visible"/>
                                      </p:to>
                                    </p:set>
                                    <p:animEffect transition="in" filter="wipe(right)">
                                      <p:cBhvr>
                                        <p:cTn id="129" dur="500"/>
                                        <p:tgtEl>
                                          <p:spTgt spid="240"/>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1" fill="hold" grpId="0" nodeType="clickEffect">
                                  <p:stCondLst>
                                    <p:cond delay="0"/>
                                  </p:stCondLst>
                                  <p:childTnLst>
                                    <p:set>
                                      <p:cBhvr>
                                        <p:cTn id="133" dur="1" fill="hold">
                                          <p:stCondLst>
                                            <p:cond delay="0"/>
                                          </p:stCondLst>
                                        </p:cTn>
                                        <p:tgtEl>
                                          <p:spTgt spid="242"/>
                                        </p:tgtEl>
                                        <p:attrNameLst>
                                          <p:attrName>style.visibility</p:attrName>
                                        </p:attrNameLst>
                                      </p:cBhvr>
                                      <p:to>
                                        <p:strVal val="visible"/>
                                      </p:to>
                                    </p:set>
                                    <p:animEffect transition="in" filter="wipe(up)">
                                      <p:cBhvr>
                                        <p:cTn id="134" dur="500"/>
                                        <p:tgtEl>
                                          <p:spTgt spid="242"/>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2" fill="hold" nodeType="clickEffect">
                                  <p:stCondLst>
                                    <p:cond delay="0"/>
                                  </p:stCondLst>
                                  <p:childTnLst>
                                    <p:set>
                                      <p:cBhvr>
                                        <p:cTn id="138" dur="1" fill="hold">
                                          <p:stCondLst>
                                            <p:cond delay="0"/>
                                          </p:stCondLst>
                                        </p:cTn>
                                        <p:tgtEl>
                                          <p:spTgt spid="243"/>
                                        </p:tgtEl>
                                        <p:attrNameLst>
                                          <p:attrName>style.visibility</p:attrName>
                                        </p:attrNameLst>
                                      </p:cBhvr>
                                      <p:to>
                                        <p:strVal val="visible"/>
                                      </p:to>
                                    </p:set>
                                    <p:animEffect transition="in" filter="wipe(right)">
                                      <p:cBhvr>
                                        <p:cTn id="139"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uiExpand="1" animBg="1"/>
      <p:bldP spid="199" grpId="0" uiExpand="1" animBg="1"/>
      <p:bldP spid="200" grpId="0" uiExpand="1" build="p" animBg="1"/>
      <p:bldP spid="203" grpId="0" uiExpand="1" build="p" animBg="1"/>
      <p:bldP spid="204" grpId="0" animBg="1"/>
      <p:bldP spid="208" grpId="0" animBg="1"/>
      <p:bldP spid="237" grpId="0" uiExpand="1" animBg="1"/>
      <p:bldP spid="238" grpId="0" animBg="1"/>
      <p:bldP spid="24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直接连接符 278657">
            <a:extLst>
              <a:ext uri="{FF2B5EF4-FFF2-40B4-BE49-F238E27FC236}">
                <a16:creationId xmlns:a16="http://schemas.microsoft.com/office/drawing/2014/main" id="{DC45418F-C55E-444C-8B2A-C17C2A7F84D3}"/>
              </a:ext>
            </a:extLst>
          </p:cNvPr>
          <p:cNvSpPr>
            <a:spLocks noChangeShapeType="1"/>
          </p:cNvSpPr>
          <p:nvPr/>
        </p:nvSpPr>
        <p:spPr bwMode="auto">
          <a:xfrm>
            <a:off x="5134714" y="3090230"/>
            <a:ext cx="347826" cy="358647"/>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397" name="直接连接符 278657">
            <a:extLst>
              <a:ext uri="{FF2B5EF4-FFF2-40B4-BE49-F238E27FC236}">
                <a16:creationId xmlns:a16="http://schemas.microsoft.com/office/drawing/2014/main" id="{EBFC6313-DEE9-479E-A891-181B8DDF35E1}"/>
              </a:ext>
            </a:extLst>
          </p:cNvPr>
          <p:cNvSpPr>
            <a:spLocks noChangeShapeType="1"/>
          </p:cNvSpPr>
          <p:nvPr/>
        </p:nvSpPr>
        <p:spPr bwMode="auto">
          <a:xfrm>
            <a:off x="4747882" y="3411241"/>
            <a:ext cx="0" cy="388869"/>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387" name="直接连接符 278657">
            <a:extLst>
              <a:ext uri="{FF2B5EF4-FFF2-40B4-BE49-F238E27FC236}">
                <a16:creationId xmlns:a16="http://schemas.microsoft.com/office/drawing/2014/main" id="{D6D130D0-0486-44DC-B203-08DA1C54C7CD}"/>
              </a:ext>
            </a:extLst>
          </p:cNvPr>
          <p:cNvSpPr>
            <a:spLocks noChangeShapeType="1"/>
          </p:cNvSpPr>
          <p:nvPr/>
        </p:nvSpPr>
        <p:spPr bwMode="auto">
          <a:xfrm flipH="1">
            <a:off x="4731055" y="3082602"/>
            <a:ext cx="386833" cy="358646"/>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370" name="直接连接符 278657">
            <a:extLst>
              <a:ext uri="{FF2B5EF4-FFF2-40B4-BE49-F238E27FC236}">
                <a16:creationId xmlns:a16="http://schemas.microsoft.com/office/drawing/2014/main" id="{5938EB2B-ED61-4616-96F9-EFE10A1A2883}"/>
              </a:ext>
            </a:extLst>
          </p:cNvPr>
          <p:cNvSpPr>
            <a:spLocks noChangeShapeType="1"/>
          </p:cNvSpPr>
          <p:nvPr/>
        </p:nvSpPr>
        <p:spPr bwMode="auto">
          <a:xfrm>
            <a:off x="3720989" y="3055241"/>
            <a:ext cx="0" cy="388869"/>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259" name="直接连接符 278657">
            <a:extLst>
              <a:ext uri="{FF2B5EF4-FFF2-40B4-BE49-F238E27FC236}">
                <a16:creationId xmlns:a16="http://schemas.microsoft.com/office/drawing/2014/main" id="{2E90BCE3-D634-4A8B-8EC3-187D89D5AD43}"/>
              </a:ext>
            </a:extLst>
          </p:cNvPr>
          <p:cNvSpPr>
            <a:spLocks noChangeShapeType="1"/>
          </p:cNvSpPr>
          <p:nvPr/>
        </p:nvSpPr>
        <p:spPr bwMode="auto">
          <a:xfrm>
            <a:off x="921180" y="3846459"/>
            <a:ext cx="223390" cy="358722"/>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299" name="直接连接符 278657">
            <a:extLst>
              <a:ext uri="{FF2B5EF4-FFF2-40B4-BE49-F238E27FC236}">
                <a16:creationId xmlns:a16="http://schemas.microsoft.com/office/drawing/2014/main" id="{D50F31EA-BE6A-448F-B5CF-3009181D4D18}"/>
              </a:ext>
            </a:extLst>
          </p:cNvPr>
          <p:cNvSpPr>
            <a:spLocks noChangeShapeType="1"/>
          </p:cNvSpPr>
          <p:nvPr/>
        </p:nvSpPr>
        <p:spPr bwMode="auto">
          <a:xfrm>
            <a:off x="1786136" y="3050841"/>
            <a:ext cx="890815" cy="340359"/>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309" name="直接连接符 278657">
            <a:extLst>
              <a:ext uri="{FF2B5EF4-FFF2-40B4-BE49-F238E27FC236}">
                <a16:creationId xmlns:a16="http://schemas.microsoft.com/office/drawing/2014/main" id="{83E1A6B8-C6C0-46EA-9536-34D1324CC98D}"/>
              </a:ext>
            </a:extLst>
          </p:cNvPr>
          <p:cNvSpPr>
            <a:spLocks noChangeShapeType="1"/>
          </p:cNvSpPr>
          <p:nvPr/>
        </p:nvSpPr>
        <p:spPr bwMode="auto">
          <a:xfrm>
            <a:off x="1786136" y="3044322"/>
            <a:ext cx="0" cy="388869"/>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310" name="直接连接符 278657">
            <a:extLst>
              <a:ext uri="{FF2B5EF4-FFF2-40B4-BE49-F238E27FC236}">
                <a16:creationId xmlns:a16="http://schemas.microsoft.com/office/drawing/2014/main" id="{76F7B75C-CCE8-4E84-A6C3-E4DEE3C9D017}"/>
              </a:ext>
            </a:extLst>
          </p:cNvPr>
          <p:cNvSpPr>
            <a:spLocks noChangeShapeType="1"/>
          </p:cNvSpPr>
          <p:nvPr/>
        </p:nvSpPr>
        <p:spPr bwMode="auto">
          <a:xfrm flipH="1">
            <a:off x="682949" y="3824462"/>
            <a:ext cx="229672" cy="388869"/>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287" name="直接连接符 278657">
            <a:extLst>
              <a:ext uri="{FF2B5EF4-FFF2-40B4-BE49-F238E27FC236}">
                <a16:creationId xmlns:a16="http://schemas.microsoft.com/office/drawing/2014/main" id="{0CDCCBCA-D31E-438A-9904-219112836BE5}"/>
              </a:ext>
            </a:extLst>
          </p:cNvPr>
          <p:cNvSpPr>
            <a:spLocks noChangeShapeType="1"/>
          </p:cNvSpPr>
          <p:nvPr/>
        </p:nvSpPr>
        <p:spPr bwMode="auto">
          <a:xfrm>
            <a:off x="911580" y="3441249"/>
            <a:ext cx="0" cy="388869"/>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148" name="直接连接符 278657">
            <a:extLst>
              <a:ext uri="{FF2B5EF4-FFF2-40B4-BE49-F238E27FC236}">
                <a16:creationId xmlns:a16="http://schemas.microsoft.com/office/drawing/2014/main" id="{9671BA57-DFAB-4DB0-A815-329C546D02D9}"/>
              </a:ext>
            </a:extLst>
          </p:cNvPr>
          <p:cNvSpPr>
            <a:spLocks noChangeShapeType="1"/>
          </p:cNvSpPr>
          <p:nvPr/>
        </p:nvSpPr>
        <p:spPr bwMode="auto">
          <a:xfrm flipH="1">
            <a:off x="921179" y="3055459"/>
            <a:ext cx="876759" cy="345144"/>
          </a:xfrm>
          <a:prstGeom prst="line">
            <a:avLst/>
          </a:prstGeom>
          <a:noFill/>
          <a:ln w="28575">
            <a:solidFill>
              <a:srgbClr val="990033"/>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20" name="直接连接符 278657">
            <a:extLst>
              <a:ext uri="{FF2B5EF4-FFF2-40B4-BE49-F238E27FC236}">
                <a16:creationId xmlns:a16="http://schemas.microsoft.com/office/drawing/2014/main" id="{55274842-2A0A-43ED-8E27-E2209B3782C9}"/>
              </a:ext>
            </a:extLst>
          </p:cNvPr>
          <p:cNvSpPr>
            <a:spLocks noChangeShapeType="1"/>
          </p:cNvSpPr>
          <p:nvPr/>
        </p:nvSpPr>
        <p:spPr bwMode="auto">
          <a:xfrm flipH="1" flipV="1">
            <a:off x="1555900" y="2067034"/>
            <a:ext cx="799909" cy="33664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21" name="直接连接符 278657">
            <a:extLst>
              <a:ext uri="{FF2B5EF4-FFF2-40B4-BE49-F238E27FC236}">
                <a16:creationId xmlns:a16="http://schemas.microsoft.com/office/drawing/2014/main" id="{F702E6D3-6AE0-4C2D-928B-A086E30FCBA0}"/>
              </a:ext>
            </a:extLst>
          </p:cNvPr>
          <p:cNvSpPr>
            <a:spLocks noChangeShapeType="1"/>
          </p:cNvSpPr>
          <p:nvPr/>
        </p:nvSpPr>
        <p:spPr bwMode="auto">
          <a:xfrm flipH="1">
            <a:off x="494323" y="2072216"/>
            <a:ext cx="784410" cy="26716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22" name="直接连接符 278657">
            <a:extLst>
              <a:ext uri="{FF2B5EF4-FFF2-40B4-BE49-F238E27FC236}">
                <a16:creationId xmlns:a16="http://schemas.microsoft.com/office/drawing/2014/main" id="{9B6645FC-98CF-44DA-BBB5-2AB2CF64AC26}"/>
              </a:ext>
            </a:extLst>
          </p:cNvPr>
          <p:cNvSpPr>
            <a:spLocks noChangeShapeType="1"/>
          </p:cNvSpPr>
          <p:nvPr/>
        </p:nvSpPr>
        <p:spPr bwMode="auto">
          <a:xfrm flipH="1">
            <a:off x="458657" y="2403679"/>
            <a:ext cx="17698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23" name="直接连接符 278657">
            <a:extLst>
              <a:ext uri="{FF2B5EF4-FFF2-40B4-BE49-F238E27FC236}">
                <a16:creationId xmlns:a16="http://schemas.microsoft.com/office/drawing/2014/main" id="{AA278E4E-1633-48CD-BD9D-52F7C0428912}"/>
              </a:ext>
            </a:extLst>
          </p:cNvPr>
          <p:cNvSpPr>
            <a:spLocks noChangeShapeType="1"/>
          </p:cNvSpPr>
          <p:nvPr/>
        </p:nvSpPr>
        <p:spPr bwMode="auto">
          <a:xfrm>
            <a:off x="2392370" y="648679"/>
            <a:ext cx="0" cy="15694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24" name="直接连接符 278657">
            <a:extLst>
              <a:ext uri="{FF2B5EF4-FFF2-40B4-BE49-F238E27FC236}">
                <a16:creationId xmlns:a16="http://schemas.microsoft.com/office/drawing/2014/main" id="{B4612801-6660-497F-86C1-0B50A64B1646}"/>
              </a:ext>
            </a:extLst>
          </p:cNvPr>
          <p:cNvSpPr>
            <a:spLocks noChangeShapeType="1"/>
          </p:cNvSpPr>
          <p:nvPr/>
        </p:nvSpPr>
        <p:spPr bwMode="auto">
          <a:xfrm>
            <a:off x="427218" y="655161"/>
            <a:ext cx="0" cy="156949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25" name="直接连接符 278658">
            <a:extLst>
              <a:ext uri="{FF2B5EF4-FFF2-40B4-BE49-F238E27FC236}">
                <a16:creationId xmlns:a16="http://schemas.microsoft.com/office/drawing/2014/main" id="{B45D25DD-9E32-4245-BC57-999D0F58D044}"/>
              </a:ext>
            </a:extLst>
          </p:cNvPr>
          <p:cNvSpPr>
            <a:spLocks noChangeShapeType="1"/>
          </p:cNvSpPr>
          <p:nvPr/>
        </p:nvSpPr>
        <p:spPr bwMode="auto">
          <a:xfrm>
            <a:off x="542080" y="592526"/>
            <a:ext cx="200904" cy="2083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26" name="直接连接符 278657">
            <a:extLst>
              <a:ext uri="{FF2B5EF4-FFF2-40B4-BE49-F238E27FC236}">
                <a16:creationId xmlns:a16="http://schemas.microsoft.com/office/drawing/2014/main" id="{FB85A262-8C3D-472D-AB9D-6C1D8D265C8A}"/>
              </a:ext>
            </a:extLst>
          </p:cNvPr>
          <p:cNvSpPr>
            <a:spLocks noChangeShapeType="1"/>
          </p:cNvSpPr>
          <p:nvPr/>
        </p:nvSpPr>
        <p:spPr bwMode="auto">
          <a:xfrm flipH="1">
            <a:off x="578697" y="538237"/>
            <a:ext cx="17698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sp>
        <p:nvSpPr>
          <p:cNvPr id="27" name="直接连接符 278658">
            <a:extLst>
              <a:ext uri="{FF2B5EF4-FFF2-40B4-BE49-F238E27FC236}">
                <a16:creationId xmlns:a16="http://schemas.microsoft.com/office/drawing/2014/main" id="{764F353E-E96A-46CC-986E-B95DA997736B}"/>
              </a:ext>
            </a:extLst>
          </p:cNvPr>
          <p:cNvSpPr>
            <a:spLocks noChangeShapeType="1"/>
          </p:cNvSpPr>
          <p:nvPr/>
        </p:nvSpPr>
        <p:spPr bwMode="auto">
          <a:xfrm>
            <a:off x="490487" y="649308"/>
            <a:ext cx="267584" cy="71322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799">
              <a:latin typeface="Times New Roman" panose="02020603050405020304" pitchFamily="18" charset="0"/>
              <a:cs typeface="Times New Roman" panose="02020603050405020304" pitchFamily="18" charset="0"/>
            </a:endParaRPr>
          </a:p>
        </p:txBody>
      </p:sp>
      <p:grpSp>
        <p:nvGrpSpPr>
          <p:cNvPr id="28" name="组合 27">
            <a:extLst>
              <a:ext uri="{FF2B5EF4-FFF2-40B4-BE49-F238E27FC236}">
                <a16:creationId xmlns:a16="http://schemas.microsoft.com/office/drawing/2014/main" id="{DDC44773-2C83-464B-AB24-4B0B60DC2156}"/>
              </a:ext>
            </a:extLst>
          </p:cNvPr>
          <p:cNvGrpSpPr/>
          <p:nvPr/>
        </p:nvGrpSpPr>
        <p:grpSpPr>
          <a:xfrm>
            <a:off x="2195002" y="344505"/>
            <a:ext cx="380387" cy="307618"/>
            <a:chOff x="2879793" y="1041760"/>
            <a:chExt cx="408780" cy="381001"/>
          </a:xfrm>
        </p:grpSpPr>
        <p:sp>
          <p:nvSpPr>
            <p:cNvPr id="29" name="椭圆 278653">
              <a:extLst>
                <a:ext uri="{FF2B5EF4-FFF2-40B4-BE49-F238E27FC236}">
                  <a16:creationId xmlns:a16="http://schemas.microsoft.com/office/drawing/2014/main" id="{69B8AE50-C217-4C69-8C4E-7E03F45A24A3}"/>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30" name="矩形 278659">
              <a:extLst>
                <a:ext uri="{FF2B5EF4-FFF2-40B4-BE49-F238E27FC236}">
                  <a16:creationId xmlns:a16="http://schemas.microsoft.com/office/drawing/2014/main" id="{BF4A4365-713E-4B1C-AF69-63FA465DDFA9}"/>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B</a:t>
              </a:r>
            </a:p>
          </p:txBody>
        </p:sp>
      </p:grpSp>
      <p:grpSp>
        <p:nvGrpSpPr>
          <p:cNvPr id="31" name="组合 30">
            <a:extLst>
              <a:ext uri="{FF2B5EF4-FFF2-40B4-BE49-F238E27FC236}">
                <a16:creationId xmlns:a16="http://schemas.microsoft.com/office/drawing/2014/main" id="{BE89B066-3232-4494-A365-588DA2CAC574}"/>
              </a:ext>
            </a:extLst>
          </p:cNvPr>
          <p:cNvGrpSpPr/>
          <p:nvPr/>
        </p:nvGrpSpPr>
        <p:grpSpPr>
          <a:xfrm>
            <a:off x="244798" y="344506"/>
            <a:ext cx="372933" cy="307618"/>
            <a:chOff x="2879793" y="1041760"/>
            <a:chExt cx="408780" cy="381001"/>
          </a:xfrm>
        </p:grpSpPr>
        <p:sp>
          <p:nvSpPr>
            <p:cNvPr id="32" name="椭圆 278653">
              <a:extLst>
                <a:ext uri="{FF2B5EF4-FFF2-40B4-BE49-F238E27FC236}">
                  <a16:creationId xmlns:a16="http://schemas.microsoft.com/office/drawing/2014/main" id="{34CE5A2D-DBDE-4D67-A27D-2458637C2634}"/>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33" name="矩形 278659">
              <a:extLst>
                <a:ext uri="{FF2B5EF4-FFF2-40B4-BE49-F238E27FC236}">
                  <a16:creationId xmlns:a16="http://schemas.microsoft.com/office/drawing/2014/main" id="{2DC83DF6-C640-4C99-B21D-1F3DD0718C67}"/>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A</a:t>
              </a:r>
            </a:p>
          </p:txBody>
        </p:sp>
      </p:grpSp>
      <p:grpSp>
        <p:nvGrpSpPr>
          <p:cNvPr id="34" name="组合 33">
            <a:extLst>
              <a:ext uri="{FF2B5EF4-FFF2-40B4-BE49-F238E27FC236}">
                <a16:creationId xmlns:a16="http://schemas.microsoft.com/office/drawing/2014/main" id="{2A56A845-99D1-4BA2-9601-74DFA3DD796B}"/>
              </a:ext>
            </a:extLst>
          </p:cNvPr>
          <p:cNvGrpSpPr/>
          <p:nvPr/>
        </p:nvGrpSpPr>
        <p:grpSpPr>
          <a:xfrm>
            <a:off x="678533" y="747127"/>
            <a:ext cx="331770" cy="307618"/>
            <a:chOff x="2892205" y="1041760"/>
            <a:chExt cx="381000" cy="381001"/>
          </a:xfrm>
        </p:grpSpPr>
        <p:sp>
          <p:nvSpPr>
            <p:cNvPr id="35" name="椭圆 278653">
              <a:extLst>
                <a:ext uri="{FF2B5EF4-FFF2-40B4-BE49-F238E27FC236}">
                  <a16:creationId xmlns:a16="http://schemas.microsoft.com/office/drawing/2014/main" id="{4BEA7BA7-7B6B-4764-B3ED-8AE48F00DB7A}"/>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36" name="矩形 278659">
              <a:extLst>
                <a:ext uri="{FF2B5EF4-FFF2-40B4-BE49-F238E27FC236}">
                  <a16:creationId xmlns:a16="http://schemas.microsoft.com/office/drawing/2014/main" id="{12BC465B-6185-4B02-9B12-D562A5FD4F6E}"/>
                </a:ext>
              </a:extLst>
            </p:cNvPr>
            <p:cNvSpPr>
              <a:spLocks noChangeArrowheads="1"/>
            </p:cNvSpPr>
            <p:nvPr/>
          </p:nvSpPr>
          <p:spPr bwMode="auto">
            <a:xfrm>
              <a:off x="2914803" y="1061163"/>
              <a:ext cx="346147" cy="3429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C</a:t>
              </a:r>
            </a:p>
          </p:txBody>
        </p:sp>
      </p:grpSp>
      <p:grpSp>
        <p:nvGrpSpPr>
          <p:cNvPr id="37" name="组合 36">
            <a:extLst>
              <a:ext uri="{FF2B5EF4-FFF2-40B4-BE49-F238E27FC236}">
                <a16:creationId xmlns:a16="http://schemas.microsoft.com/office/drawing/2014/main" id="{FB8E625D-478F-4668-80C5-1996A8ADF074}"/>
              </a:ext>
            </a:extLst>
          </p:cNvPr>
          <p:cNvGrpSpPr/>
          <p:nvPr/>
        </p:nvGrpSpPr>
        <p:grpSpPr>
          <a:xfrm>
            <a:off x="1240059" y="783917"/>
            <a:ext cx="939533" cy="309559"/>
            <a:chOff x="2664686" y="1095371"/>
            <a:chExt cx="1078948" cy="383405"/>
          </a:xfrm>
        </p:grpSpPr>
        <p:sp>
          <p:nvSpPr>
            <p:cNvPr id="38" name="直接连接符 278657">
              <a:extLst>
                <a:ext uri="{FF2B5EF4-FFF2-40B4-BE49-F238E27FC236}">
                  <a16:creationId xmlns:a16="http://schemas.microsoft.com/office/drawing/2014/main" id="{02210711-A900-41FF-889F-B4137831E33F}"/>
                </a:ext>
              </a:extLst>
            </p:cNvPr>
            <p:cNvSpPr>
              <a:spLocks noChangeShapeType="1"/>
            </p:cNvSpPr>
            <p:nvPr/>
          </p:nvSpPr>
          <p:spPr bwMode="auto">
            <a:xfrm flipH="1" flipV="1">
              <a:off x="3046101" y="1281726"/>
              <a:ext cx="298231" cy="520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39" name="组合 38">
              <a:extLst>
                <a:ext uri="{FF2B5EF4-FFF2-40B4-BE49-F238E27FC236}">
                  <a16:creationId xmlns:a16="http://schemas.microsoft.com/office/drawing/2014/main" id="{79D12951-B350-44E6-B9C3-BD1D6C021E84}"/>
                </a:ext>
              </a:extLst>
            </p:cNvPr>
            <p:cNvGrpSpPr/>
            <p:nvPr/>
          </p:nvGrpSpPr>
          <p:grpSpPr>
            <a:xfrm>
              <a:off x="2664686" y="1097775"/>
              <a:ext cx="408780" cy="381001"/>
              <a:chOff x="2879793" y="1041760"/>
              <a:chExt cx="408780" cy="381001"/>
            </a:xfrm>
          </p:grpSpPr>
          <p:sp>
            <p:nvSpPr>
              <p:cNvPr id="43" name="椭圆 278653">
                <a:extLst>
                  <a:ext uri="{FF2B5EF4-FFF2-40B4-BE49-F238E27FC236}">
                    <a16:creationId xmlns:a16="http://schemas.microsoft.com/office/drawing/2014/main" id="{7BE0A460-43BD-4BCC-BC55-9A23F6D761B8}"/>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44" name="矩形 278659">
                <a:extLst>
                  <a:ext uri="{FF2B5EF4-FFF2-40B4-BE49-F238E27FC236}">
                    <a16:creationId xmlns:a16="http://schemas.microsoft.com/office/drawing/2014/main" id="{FE902A2D-4673-4CEF-AF6E-831425D8E875}"/>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D</a:t>
                </a:r>
              </a:p>
            </p:txBody>
          </p:sp>
        </p:grpSp>
        <p:grpSp>
          <p:nvGrpSpPr>
            <p:cNvPr id="40" name="组合 39">
              <a:extLst>
                <a:ext uri="{FF2B5EF4-FFF2-40B4-BE49-F238E27FC236}">
                  <a16:creationId xmlns:a16="http://schemas.microsoft.com/office/drawing/2014/main" id="{8C127E54-8C32-4631-A5D6-EF24F8A0BA26}"/>
                </a:ext>
              </a:extLst>
            </p:cNvPr>
            <p:cNvGrpSpPr/>
            <p:nvPr/>
          </p:nvGrpSpPr>
          <p:grpSpPr>
            <a:xfrm>
              <a:off x="3334854" y="1095371"/>
              <a:ext cx="408780" cy="381001"/>
              <a:chOff x="2879793" y="1041760"/>
              <a:chExt cx="408780" cy="381001"/>
            </a:xfrm>
          </p:grpSpPr>
          <p:sp>
            <p:nvSpPr>
              <p:cNvPr id="41" name="椭圆 278653">
                <a:extLst>
                  <a:ext uri="{FF2B5EF4-FFF2-40B4-BE49-F238E27FC236}">
                    <a16:creationId xmlns:a16="http://schemas.microsoft.com/office/drawing/2014/main" id="{B813CF04-81A8-4924-BAB3-CA39DEA8E07F}"/>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42" name="矩形 278659">
                <a:extLst>
                  <a:ext uri="{FF2B5EF4-FFF2-40B4-BE49-F238E27FC236}">
                    <a16:creationId xmlns:a16="http://schemas.microsoft.com/office/drawing/2014/main" id="{BE5CAB01-E3D7-4CAB-BCF0-8FC0F579C5D4}"/>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E</a:t>
                </a:r>
              </a:p>
            </p:txBody>
          </p:sp>
        </p:grpSp>
      </p:grpSp>
      <p:grpSp>
        <p:nvGrpSpPr>
          <p:cNvPr id="45" name="组合 44">
            <a:extLst>
              <a:ext uri="{FF2B5EF4-FFF2-40B4-BE49-F238E27FC236}">
                <a16:creationId xmlns:a16="http://schemas.microsoft.com/office/drawing/2014/main" id="{9EB9BAD3-70CF-4B9B-A53C-382F330BA3EC}"/>
              </a:ext>
            </a:extLst>
          </p:cNvPr>
          <p:cNvGrpSpPr/>
          <p:nvPr/>
        </p:nvGrpSpPr>
        <p:grpSpPr>
          <a:xfrm>
            <a:off x="658272" y="1332433"/>
            <a:ext cx="378620" cy="307618"/>
            <a:chOff x="2879792" y="1041760"/>
            <a:chExt cx="448963" cy="381001"/>
          </a:xfrm>
        </p:grpSpPr>
        <p:sp>
          <p:nvSpPr>
            <p:cNvPr id="46" name="椭圆 278653">
              <a:extLst>
                <a:ext uri="{FF2B5EF4-FFF2-40B4-BE49-F238E27FC236}">
                  <a16:creationId xmlns:a16="http://schemas.microsoft.com/office/drawing/2014/main" id="{18A2F20C-B624-4D25-B17E-9B5AE8054ACD}"/>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47" name="矩形 278659">
              <a:extLst>
                <a:ext uri="{FF2B5EF4-FFF2-40B4-BE49-F238E27FC236}">
                  <a16:creationId xmlns:a16="http://schemas.microsoft.com/office/drawing/2014/main" id="{928ED8C2-384B-4ED1-B076-80947DDE248E}"/>
                </a:ext>
              </a:extLst>
            </p:cNvPr>
            <p:cNvSpPr>
              <a:spLocks noChangeArrowheads="1"/>
            </p:cNvSpPr>
            <p:nvPr/>
          </p:nvSpPr>
          <p:spPr bwMode="auto">
            <a:xfrm>
              <a:off x="2879792" y="1061144"/>
              <a:ext cx="448963"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F</a:t>
              </a:r>
            </a:p>
          </p:txBody>
        </p:sp>
      </p:grpSp>
      <p:grpSp>
        <p:nvGrpSpPr>
          <p:cNvPr id="48" name="组合 47">
            <a:extLst>
              <a:ext uri="{FF2B5EF4-FFF2-40B4-BE49-F238E27FC236}">
                <a16:creationId xmlns:a16="http://schemas.microsoft.com/office/drawing/2014/main" id="{79B902E6-2BA7-49A8-B728-F67584220AE2}"/>
              </a:ext>
            </a:extLst>
          </p:cNvPr>
          <p:cNvGrpSpPr/>
          <p:nvPr/>
        </p:nvGrpSpPr>
        <p:grpSpPr>
          <a:xfrm>
            <a:off x="1229211" y="1836333"/>
            <a:ext cx="373569" cy="307618"/>
            <a:chOff x="2879793" y="1041760"/>
            <a:chExt cx="414474" cy="381001"/>
          </a:xfrm>
        </p:grpSpPr>
        <p:sp>
          <p:nvSpPr>
            <p:cNvPr id="49" name="椭圆 278653">
              <a:extLst>
                <a:ext uri="{FF2B5EF4-FFF2-40B4-BE49-F238E27FC236}">
                  <a16:creationId xmlns:a16="http://schemas.microsoft.com/office/drawing/2014/main" id="{48165652-E56E-4A15-9740-8C55E58AE786}"/>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50" name="矩形 278659">
              <a:extLst>
                <a:ext uri="{FF2B5EF4-FFF2-40B4-BE49-F238E27FC236}">
                  <a16:creationId xmlns:a16="http://schemas.microsoft.com/office/drawing/2014/main" id="{3B11009B-0E77-41CE-AA60-6A5B0063B642}"/>
                </a:ext>
              </a:extLst>
            </p:cNvPr>
            <p:cNvSpPr>
              <a:spLocks noChangeArrowheads="1"/>
            </p:cNvSpPr>
            <p:nvPr/>
          </p:nvSpPr>
          <p:spPr bwMode="auto">
            <a:xfrm>
              <a:off x="2879793" y="1071009"/>
              <a:ext cx="414474"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J</a:t>
              </a:r>
            </a:p>
          </p:txBody>
        </p:sp>
      </p:grpSp>
      <p:grpSp>
        <p:nvGrpSpPr>
          <p:cNvPr id="51" name="组合 50">
            <a:extLst>
              <a:ext uri="{FF2B5EF4-FFF2-40B4-BE49-F238E27FC236}">
                <a16:creationId xmlns:a16="http://schemas.microsoft.com/office/drawing/2014/main" id="{517C0CDD-1EF2-4891-9BD5-9CC9AB7208E5}"/>
              </a:ext>
            </a:extLst>
          </p:cNvPr>
          <p:cNvGrpSpPr/>
          <p:nvPr/>
        </p:nvGrpSpPr>
        <p:grpSpPr>
          <a:xfrm>
            <a:off x="636239" y="1331350"/>
            <a:ext cx="1543353" cy="797885"/>
            <a:chOff x="2022021" y="1733260"/>
            <a:chExt cx="1736704" cy="988223"/>
          </a:xfrm>
        </p:grpSpPr>
        <p:sp>
          <p:nvSpPr>
            <p:cNvPr id="52" name="直接连接符 278657">
              <a:extLst>
                <a:ext uri="{FF2B5EF4-FFF2-40B4-BE49-F238E27FC236}">
                  <a16:creationId xmlns:a16="http://schemas.microsoft.com/office/drawing/2014/main" id="{B2FC292C-E432-4BF4-8235-4DBF9215CC8E}"/>
                </a:ext>
              </a:extLst>
            </p:cNvPr>
            <p:cNvSpPr>
              <a:spLocks noChangeShapeType="1"/>
            </p:cNvSpPr>
            <p:nvPr/>
          </p:nvSpPr>
          <p:spPr bwMode="auto">
            <a:xfrm flipH="1">
              <a:off x="3555800" y="2099616"/>
              <a:ext cx="0" cy="2360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53" name="直接连接符 278657">
              <a:extLst>
                <a:ext uri="{FF2B5EF4-FFF2-40B4-BE49-F238E27FC236}">
                  <a16:creationId xmlns:a16="http://schemas.microsoft.com/office/drawing/2014/main" id="{E0EDF639-D901-4117-9BD9-9F665178F383}"/>
                </a:ext>
              </a:extLst>
            </p:cNvPr>
            <p:cNvSpPr>
              <a:spLocks noChangeShapeType="1"/>
            </p:cNvSpPr>
            <p:nvPr/>
          </p:nvSpPr>
          <p:spPr bwMode="auto">
            <a:xfrm flipH="1" flipV="1">
              <a:off x="3046102" y="1916725"/>
              <a:ext cx="316254" cy="520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54" name="直接连接符 278657">
              <a:extLst>
                <a:ext uri="{FF2B5EF4-FFF2-40B4-BE49-F238E27FC236}">
                  <a16:creationId xmlns:a16="http://schemas.microsoft.com/office/drawing/2014/main" id="{8AAB9AA6-3F54-41D3-9228-18583742073F}"/>
                </a:ext>
              </a:extLst>
            </p:cNvPr>
            <p:cNvSpPr>
              <a:spLocks noChangeShapeType="1"/>
            </p:cNvSpPr>
            <p:nvPr/>
          </p:nvSpPr>
          <p:spPr bwMode="auto">
            <a:xfrm flipH="1">
              <a:off x="2355574" y="2040468"/>
              <a:ext cx="404503" cy="351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sp>
          <p:nvSpPr>
            <p:cNvPr id="55" name="直接连接符 278658">
              <a:extLst>
                <a:ext uri="{FF2B5EF4-FFF2-40B4-BE49-F238E27FC236}">
                  <a16:creationId xmlns:a16="http://schemas.microsoft.com/office/drawing/2014/main" id="{5DDD2C71-24FF-4D39-AA1A-A2F745110A07}"/>
                </a:ext>
              </a:extLst>
            </p:cNvPr>
            <p:cNvSpPr>
              <a:spLocks noChangeShapeType="1"/>
            </p:cNvSpPr>
            <p:nvPr/>
          </p:nvSpPr>
          <p:spPr bwMode="auto">
            <a:xfrm>
              <a:off x="2966988" y="1983974"/>
              <a:ext cx="442803" cy="4077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lnSpc>
                  <a:spcPct val="90000"/>
                </a:lnSpc>
              </a:pPr>
              <a:endParaRPr lang="zh-CN" altLang="en-US" sz="1799">
                <a:latin typeface="Times New Roman" panose="02020603050405020304" pitchFamily="18" charset="0"/>
                <a:cs typeface="Times New Roman" panose="02020603050405020304" pitchFamily="18" charset="0"/>
              </a:endParaRPr>
            </a:p>
          </p:txBody>
        </p:sp>
        <p:grpSp>
          <p:nvGrpSpPr>
            <p:cNvPr id="56" name="组合 55">
              <a:extLst>
                <a:ext uri="{FF2B5EF4-FFF2-40B4-BE49-F238E27FC236}">
                  <a16:creationId xmlns:a16="http://schemas.microsoft.com/office/drawing/2014/main" id="{46AF9ABD-1621-4645-9A5D-C95E93BD5323}"/>
                </a:ext>
              </a:extLst>
            </p:cNvPr>
            <p:cNvGrpSpPr/>
            <p:nvPr/>
          </p:nvGrpSpPr>
          <p:grpSpPr>
            <a:xfrm>
              <a:off x="2679777" y="1735664"/>
              <a:ext cx="408780" cy="381001"/>
              <a:chOff x="2879793" y="1041760"/>
              <a:chExt cx="408780" cy="381001"/>
            </a:xfrm>
          </p:grpSpPr>
          <p:sp>
            <p:nvSpPr>
              <p:cNvPr id="66" name="椭圆 278653">
                <a:extLst>
                  <a:ext uri="{FF2B5EF4-FFF2-40B4-BE49-F238E27FC236}">
                    <a16:creationId xmlns:a16="http://schemas.microsoft.com/office/drawing/2014/main" id="{F433F372-82DF-4664-A2D3-FFF03EBCFAED}"/>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67" name="矩形 278659">
                <a:extLst>
                  <a:ext uri="{FF2B5EF4-FFF2-40B4-BE49-F238E27FC236}">
                    <a16:creationId xmlns:a16="http://schemas.microsoft.com/office/drawing/2014/main" id="{2E8CFD88-85FE-449E-B27C-183BEF3D5263}"/>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G</a:t>
                </a:r>
              </a:p>
            </p:txBody>
          </p:sp>
        </p:grpSp>
        <p:grpSp>
          <p:nvGrpSpPr>
            <p:cNvPr id="57" name="组合 56">
              <a:extLst>
                <a:ext uri="{FF2B5EF4-FFF2-40B4-BE49-F238E27FC236}">
                  <a16:creationId xmlns:a16="http://schemas.microsoft.com/office/drawing/2014/main" id="{91F6C115-EE34-4727-9C46-46332D45D64D}"/>
                </a:ext>
              </a:extLst>
            </p:cNvPr>
            <p:cNvGrpSpPr/>
            <p:nvPr/>
          </p:nvGrpSpPr>
          <p:grpSpPr>
            <a:xfrm>
              <a:off x="3349945" y="1733260"/>
              <a:ext cx="408780" cy="381001"/>
              <a:chOff x="2879793" y="1041760"/>
              <a:chExt cx="408780" cy="381001"/>
            </a:xfrm>
          </p:grpSpPr>
          <p:sp>
            <p:nvSpPr>
              <p:cNvPr id="64" name="椭圆 278653">
                <a:extLst>
                  <a:ext uri="{FF2B5EF4-FFF2-40B4-BE49-F238E27FC236}">
                    <a16:creationId xmlns:a16="http://schemas.microsoft.com/office/drawing/2014/main" id="{5513A0F2-0B5B-4811-A571-ED943A33936F}"/>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65" name="矩形 278659">
                <a:extLst>
                  <a:ext uri="{FF2B5EF4-FFF2-40B4-BE49-F238E27FC236}">
                    <a16:creationId xmlns:a16="http://schemas.microsoft.com/office/drawing/2014/main" id="{4315B689-6B25-4339-BECA-D0F20DB83033}"/>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H</a:t>
                </a:r>
              </a:p>
            </p:txBody>
          </p:sp>
        </p:grpSp>
        <p:grpSp>
          <p:nvGrpSpPr>
            <p:cNvPr id="58" name="组合 57">
              <a:extLst>
                <a:ext uri="{FF2B5EF4-FFF2-40B4-BE49-F238E27FC236}">
                  <a16:creationId xmlns:a16="http://schemas.microsoft.com/office/drawing/2014/main" id="{C4C5A5B5-5BB4-4C7E-A4BB-5973DD6B1C8E}"/>
                </a:ext>
              </a:extLst>
            </p:cNvPr>
            <p:cNvGrpSpPr/>
            <p:nvPr/>
          </p:nvGrpSpPr>
          <p:grpSpPr>
            <a:xfrm>
              <a:off x="2022021" y="2335700"/>
              <a:ext cx="408780" cy="381001"/>
              <a:chOff x="2879793" y="1041760"/>
              <a:chExt cx="408780" cy="381001"/>
            </a:xfrm>
          </p:grpSpPr>
          <p:sp>
            <p:nvSpPr>
              <p:cNvPr id="62" name="椭圆 278653">
                <a:extLst>
                  <a:ext uri="{FF2B5EF4-FFF2-40B4-BE49-F238E27FC236}">
                    <a16:creationId xmlns:a16="http://schemas.microsoft.com/office/drawing/2014/main" id="{420FC99A-A05D-4DC0-951C-842F97B03949}"/>
                  </a:ext>
                </a:extLst>
              </p:cNvPr>
              <p:cNvSpPr>
                <a:spLocks noChangeArrowheads="1"/>
              </p:cNvSpPr>
              <p:nvPr/>
            </p:nvSpPr>
            <p:spPr bwMode="auto">
              <a:xfrm>
                <a:off x="2917852" y="1041760"/>
                <a:ext cx="355351"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63" name="矩形 278659">
                <a:extLst>
                  <a:ext uri="{FF2B5EF4-FFF2-40B4-BE49-F238E27FC236}">
                    <a16:creationId xmlns:a16="http://schemas.microsoft.com/office/drawing/2014/main" id="{24759C8B-A2A3-452F-8418-C209021F02D0}"/>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I</a:t>
                </a:r>
              </a:p>
            </p:txBody>
          </p:sp>
        </p:grpSp>
        <p:grpSp>
          <p:nvGrpSpPr>
            <p:cNvPr id="59" name="组合 58">
              <a:extLst>
                <a:ext uri="{FF2B5EF4-FFF2-40B4-BE49-F238E27FC236}">
                  <a16:creationId xmlns:a16="http://schemas.microsoft.com/office/drawing/2014/main" id="{11C07141-C94A-4F51-BE2B-1893096E928F}"/>
                </a:ext>
              </a:extLst>
            </p:cNvPr>
            <p:cNvGrpSpPr/>
            <p:nvPr/>
          </p:nvGrpSpPr>
          <p:grpSpPr>
            <a:xfrm>
              <a:off x="3349945" y="2340482"/>
              <a:ext cx="408780" cy="381001"/>
              <a:chOff x="2879793" y="1041760"/>
              <a:chExt cx="408780" cy="381001"/>
            </a:xfrm>
          </p:grpSpPr>
          <p:sp>
            <p:nvSpPr>
              <p:cNvPr id="60" name="椭圆 278653">
                <a:extLst>
                  <a:ext uri="{FF2B5EF4-FFF2-40B4-BE49-F238E27FC236}">
                    <a16:creationId xmlns:a16="http://schemas.microsoft.com/office/drawing/2014/main" id="{9366EF1C-E8E7-4A4F-A329-389D3E70E76A}"/>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61" name="矩形 278659">
                <a:extLst>
                  <a:ext uri="{FF2B5EF4-FFF2-40B4-BE49-F238E27FC236}">
                    <a16:creationId xmlns:a16="http://schemas.microsoft.com/office/drawing/2014/main" id="{367EE489-A151-469A-A436-98AA362EF71B}"/>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K</a:t>
                </a:r>
              </a:p>
            </p:txBody>
          </p:sp>
        </p:grpSp>
      </p:grpSp>
      <p:grpSp>
        <p:nvGrpSpPr>
          <p:cNvPr id="68" name="组合 67">
            <a:extLst>
              <a:ext uri="{FF2B5EF4-FFF2-40B4-BE49-F238E27FC236}">
                <a16:creationId xmlns:a16="http://schemas.microsoft.com/office/drawing/2014/main" id="{06ED91BA-5A1A-4430-BA53-C753B5DF32AA}"/>
              </a:ext>
            </a:extLst>
          </p:cNvPr>
          <p:cNvGrpSpPr/>
          <p:nvPr/>
        </p:nvGrpSpPr>
        <p:grpSpPr>
          <a:xfrm>
            <a:off x="249559" y="2228603"/>
            <a:ext cx="354154" cy="307618"/>
            <a:chOff x="2879793" y="1041760"/>
            <a:chExt cx="419009" cy="381001"/>
          </a:xfrm>
        </p:grpSpPr>
        <p:sp>
          <p:nvSpPr>
            <p:cNvPr id="69" name="椭圆 278653">
              <a:extLst>
                <a:ext uri="{FF2B5EF4-FFF2-40B4-BE49-F238E27FC236}">
                  <a16:creationId xmlns:a16="http://schemas.microsoft.com/office/drawing/2014/main" id="{73A8F344-D71B-4642-AC67-98ECF49BE9D1}"/>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70" name="矩形 278659">
              <a:extLst>
                <a:ext uri="{FF2B5EF4-FFF2-40B4-BE49-F238E27FC236}">
                  <a16:creationId xmlns:a16="http://schemas.microsoft.com/office/drawing/2014/main" id="{99FA7B5A-52CF-49D2-BE1E-632ABF407466}"/>
                </a:ext>
              </a:extLst>
            </p:cNvPr>
            <p:cNvSpPr>
              <a:spLocks noChangeArrowheads="1"/>
            </p:cNvSpPr>
            <p:nvPr/>
          </p:nvSpPr>
          <p:spPr bwMode="auto">
            <a:xfrm>
              <a:off x="2879793" y="1060813"/>
              <a:ext cx="419009"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L</a:t>
              </a:r>
            </a:p>
          </p:txBody>
        </p:sp>
      </p:grpSp>
      <p:grpSp>
        <p:nvGrpSpPr>
          <p:cNvPr id="71" name="组合 70">
            <a:extLst>
              <a:ext uri="{FF2B5EF4-FFF2-40B4-BE49-F238E27FC236}">
                <a16:creationId xmlns:a16="http://schemas.microsoft.com/office/drawing/2014/main" id="{9C57E7B5-065E-4874-86EB-8C1D90A09066}"/>
              </a:ext>
            </a:extLst>
          </p:cNvPr>
          <p:cNvGrpSpPr/>
          <p:nvPr/>
        </p:nvGrpSpPr>
        <p:grpSpPr>
          <a:xfrm>
            <a:off x="2160198" y="2228603"/>
            <a:ext cx="380389" cy="307618"/>
            <a:chOff x="2879793" y="1041760"/>
            <a:chExt cx="408782" cy="381001"/>
          </a:xfrm>
        </p:grpSpPr>
        <p:sp>
          <p:nvSpPr>
            <p:cNvPr id="72" name="椭圆 278653">
              <a:extLst>
                <a:ext uri="{FF2B5EF4-FFF2-40B4-BE49-F238E27FC236}">
                  <a16:creationId xmlns:a16="http://schemas.microsoft.com/office/drawing/2014/main" id="{67067571-3712-4FD2-8CA8-12557D24F980}"/>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73" name="矩形 278659">
              <a:extLst>
                <a:ext uri="{FF2B5EF4-FFF2-40B4-BE49-F238E27FC236}">
                  <a16:creationId xmlns:a16="http://schemas.microsoft.com/office/drawing/2014/main" id="{CDC6A5F5-7744-47F5-8EA0-A8F5C5DB51DF}"/>
                </a:ext>
              </a:extLst>
            </p:cNvPr>
            <p:cNvSpPr>
              <a:spLocks noChangeArrowheads="1"/>
            </p:cNvSpPr>
            <p:nvPr/>
          </p:nvSpPr>
          <p:spPr bwMode="auto">
            <a:xfrm>
              <a:off x="2879793" y="1068288"/>
              <a:ext cx="408782"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M</a:t>
              </a:r>
            </a:p>
          </p:txBody>
        </p:sp>
      </p:grpSp>
      <p:sp>
        <p:nvSpPr>
          <p:cNvPr id="75" name="Text Box 78">
            <a:extLst>
              <a:ext uri="{FF2B5EF4-FFF2-40B4-BE49-F238E27FC236}">
                <a16:creationId xmlns:a16="http://schemas.microsoft.com/office/drawing/2014/main" id="{12BC536D-19FB-4E83-8215-7D7C43F48E87}"/>
              </a:ext>
            </a:extLst>
          </p:cNvPr>
          <p:cNvSpPr txBox="1">
            <a:spLocks noChangeArrowheads="1"/>
          </p:cNvSpPr>
          <p:nvPr/>
        </p:nvSpPr>
        <p:spPr bwMode="auto">
          <a:xfrm>
            <a:off x="2616579" y="1555544"/>
            <a:ext cx="37731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50000"/>
              </a:spcBef>
            </a:pPr>
            <a:r>
              <a:rPr lang="en-US" altLang="zh-CN" sz="1600" b="1" dirty="0">
                <a:solidFill>
                  <a:srgbClr val="0070C0"/>
                </a:solidFill>
              </a:rPr>
              <a:t>0</a:t>
            </a:r>
            <a:r>
              <a:rPr lang="en-US" altLang="zh-CN" sz="1400" b="1" dirty="0">
                <a:solidFill>
                  <a:srgbClr val="0070C0"/>
                </a:solidFill>
              </a:rPr>
              <a:t>    </a:t>
            </a:r>
            <a:r>
              <a:rPr lang="en-US" altLang="zh-CN" sz="1600" b="1" dirty="0">
                <a:solidFill>
                  <a:srgbClr val="0070C0"/>
                </a:solidFill>
              </a:rPr>
              <a:t>1    2   3   4    5   6   7    8   9  10  11  12</a:t>
            </a:r>
          </a:p>
        </p:txBody>
      </p:sp>
      <p:sp>
        <p:nvSpPr>
          <p:cNvPr id="76" name="文本框 7">
            <a:extLst>
              <a:ext uri="{FF2B5EF4-FFF2-40B4-BE49-F238E27FC236}">
                <a16:creationId xmlns:a16="http://schemas.microsoft.com/office/drawing/2014/main" id="{091F8CCD-1519-4493-A376-F1FE657CC777}"/>
              </a:ext>
            </a:extLst>
          </p:cNvPr>
          <p:cNvSpPr txBox="1"/>
          <p:nvPr/>
        </p:nvSpPr>
        <p:spPr>
          <a:xfrm>
            <a:off x="3706537" y="859572"/>
            <a:ext cx="1466007" cy="276855"/>
          </a:xfrm>
          <a:prstGeom prst="rect">
            <a:avLst/>
          </a:prstGeom>
          <a:noFill/>
        </p:spPr>
        <p:txBody>
          <a:bodyPr wrap="square" lIns="0" tIns="0" rIns="0" bIns="0"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algn="ctr"/>
            <a:r>
              <a:rPr lang="zh-CN" altLang="en-US" sz="1799"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顶点及其序号</a:t>
            </a:r>
          </a:p>
        </p:txBody>
      </p:sp>
      <p:grpSp>
        <p:nvGrpSpPr>
          <p:cNvPr id="77" name="组合 76">
            <a:extLst>
              <a:ext uri="{FF2B5EF4-FFF2-40B4-BE49-F238E27FC236}">
                <a16:creationId xmlns:a16="http://schemas.microsoft.com/office/drawing/2014/main" id="{B7168F15-F0CC-45AC-9014-54C6B1E16C80}"/>
              </a:ext>
            </a:extLst>
          </p:cNvPr>
          <p:cNvGrpSpPr/>
          <p:nvPr/>
        </p:nvGrpSpPr>
        <p:grpSpPr>
          <a:xfrm>
            <a:off x="2617417" y="1195425"/>
            <a:ext cx="3561222" cy="369505"/>
            <a:chOff x="5743532" y="4969252"/>
            <a:chExt cx="5212047" cy="369697"/>
          </a:xfrm>
          <a:solidFill>
            <a:srgbClr val="DBE7F9"/>
          </a:solidFill>
        </p:grpSpPr>
        <p:sp>
          <p:nvSpPr>
            <p:cNvPr id="78" name="文本框 4">
              <a:extLst>
                <a:ext uri="{FF2B5EF4-FFF2-40B4-BE49-F238E27FC236}">
                  <a16:creationId xmlns:a16="http://schemas.microsoft.com/office/drawing/2014/main" id="{ED97CDC7-0573-4C62-8BF2-32FA93AE5604}"/>
                </a:ext>
              </a:extLst>
            </p:cNvPr>
            <p:cNvSpPr txBox="1"/>
            <p:nvPr/>
          </p:nvSpPr>
          <p:spPr>
            <a:xfrm>
              <a:off x="5743532" y="4969617"/>
              <a:ext cx="410379"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eaLnBrk="1" fontAlgn="ctr" hangingPunct="1">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A</a:t>
              </a:r>
            </a:p>
          </p:txBody>
        </p:sp>
        <p:sp>
          <p:nvSpPr>
            <p:cNvPr id="79" name="文本框 6">
              <a:extLst>
                <a:ext uri="{FF2B5EF4-FFF2-40B4-BE49-F238E27FC236}">
                  <a16:creationId xmlns:a16="http://schemas.microsoft.com/office/drawing/2014/main" id="{08615B4B-BBD6-4057-9E78-8A373C08C98F}"/>
                </a:ext>
              </a:extLst>
            </p:cNvPr>
            <p:cNvSpPr txBox="1"/>
            <p:nvPr/>
          </p:nvSpPr>
          <p:spPr>
            <a:xfrm>
              <a:off x="6149546" y="4969617"/>
              <a:ext cx="410380"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L</a:t>
              </a:r>
            </a:p>
          </p:txBody>
        </p:sp>
        <p:sp>
          <p:nvSpPr>
            <p:cNvPr id="80" name="文本框 7">
              <a:extLst>
                <a:ext uri="{FF2B5EF4-FFF2-40B4-BE49-F238E27FC236}">
                  <a16:creationId xmlns:a16="http://schemas.microsoft.com/office/drawing/2014/main" id="{4E8C33B7-1563-43A4-92C9-1D5ED827293C}"/>
                </a:ext>
              </a:extLst>
            </p:cNvPr>
            <p:cNvSpPr txBox="1"/>
            <p:nvPr/>
          </p:nvSpPr>
          <p:spPr>
            <a:xfrm>
              <a:off x="6560708" y="4969617"/>
              <a:ext cx="405231"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M</a:t>
              </a:r>
            </a:p>
          </p:txBody>
        </p:sp>
        <p:sp>
          <p:nvSpPr>
            <p:cNvPr id="81" name="文本框 7">
              <a:extLst>
                <a:ext uri="{FF2B5EF4-FFF2-40B4-BE49-F238E27FC236}">
                  <a16:creationId xmlns:a16="http://schemas.microsoft.com/office/drawing/2014/main" id="{49D886D7-6A69-4D31-A96B-225366CAB129}"/>
                </a:ext>
              </a:extLst>
            </p:cNvPr>
            <p:cNvSpPr txBox="1"/>
            <p:nvPr/>
          </p:nvSpPr>
          <p:spPr>
            <a:xfrm>
              <a:off x="6960113" y="4969252"/>
              <a:ext cx="405231"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J</a:t>
              </a:r>
            </a:p>
          </p:txBody>
        </p:sp>
        <p:sp>
          <p:nvSpPr>
            <p:cNvPr id="82" name="文本框 7">
              <a:extLst>
                <a:ext uri="{FF2B5EF4-FFF2-40B4-BE49-F238E27FC236}">
                  <a16:creationId xmlns:a16="http://schemas.microsoft.com/office/drawing/2014/main" id="{2FA0F9E6-2226-463E-9B54-30B75FEC07C9}"/>
                </a:ext>
              </a:extLst>
            </p:cNvPr>
            <p:cNvSpPr txBox="1"/>
            <p:nvPr/>
          </p:nvSpPr>
          <p:spPr>
            <a:xfrm>
              <a:off x="7359517" y="4969252"/>
              <a:ext cx="405231"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B</a:t>
              </a:r>
            </a:p>
          </p:txBody>
        </p:sp>
        <p:sp>
          <p:nvSpPr>
            <p:cNvPr id="83" name="文本框 7">
              <a:extLst>
                <a:ext uri="{FF2B5EF4-FFF2-40B4-BE49-F238E27FC236}">
                  <a16:creationId xmlns:a16="http://schemas.microsoft.com/office/drawing/2014/main" id="{AFC6A574-C8C5-47D2-A700-A340CEB75A2A}"/>
                </a:ext>
              </a:extLst>
            </p:cNvPr>
            <p:cNvSpPr txBox="1"/>
            <p:nvPr/>
          </p:nvSpPr>
          <p:spPr>
            <a:xfrm>
              <a:off x="7758922" y="4969252"/>
              <a:ext cx="405231"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F</a:t>
              </a:r>
            </a:p>
          </p:txBody>
        </p:sp>
        <p:sp>
          <p:nvSpPr>
            <p:cNvPr id="84" name="文本框 7">
              <a:extLst>
                <a:ext uri="{FF2B5EF4-FFF2-40B4-BE49-F238E27FC236}">
                  <a16:creationId xmlns:a16="http://schemas.microsoft.com/office/drawing/2014/main" id="{3F501F2E-B3A1-4AC0-9336-76B4628AD352}"/>
                </a:ext>
              </a:extLst>
            </p:cNvPr>
            <p:cNvSpPr txBox="1"/>
            <p:nvPr/>
          </p:nvSpPr>
          <p:spPr>
            <a:xfrm>
              <a:off x="8158327" y="4969252"/>
              <a:ext cx="405231"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C</a:t>
              </a:r>
            </a:p>
          </p:txBody>
        </p:sp>
        <p:sp>
          <p:nvSpPr>
            <p:cNvPr id="85" name="文本框 7">
              <a:extLst>
                <a:ext uri="{FF2B5EF4-FFF2-40B4-BE49-F238E27FC236}">
                  <a16:creationId xmlns:a16="http://schemas.microsoft.com/office/drawing/2014/main" id="{2D5ABE2E-EC2F-483D-819F-D79D949CDA75}"/>
                </a:ext>
              </a:extLst>
            </p:cNvPr>
            <p:cNvSpPr txBox="1"/>
            <p:nvPr/>
          </p:nvSpPr>
          <p:spPr>
            <a:xfrm>
              <a:off x="8557732" y="4969252"/>
              <a:ext cx="405231"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D</a:t>
              </a:r>
            </a:p>
          </p:txBody>
        </p:sp>
        <p:sp>
          <p:nvSpPr>
            <p:cNvPr id="86" name="文本框 7">
              <a:extLst>
                <a:ext uri="{FF2B5EF4-FFF2-40B4-BE49-F238E27FC236}">
                  <a16:creationId xmlns:a16="http://schemas.microsoft.com/office/drawing/2014/main" id="{1993878A-C68C-43F6-94D5-9C4D017D870C}"/>
                </a:ext>
              </a:extLst>
            </p:cNvPr>
            <p:cNvSpPr txBox="1"/>
            <p:nvPr/>
          </p:nvSpPr>
          <p:spPr>
            <a:xfrm>
              <a:off x="8949538" y="4969252"/>
              <a:ext cx="405231"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G</a:t>
              </a:r>
            </a:p>
          </p:txBody>
        </p:sp>
        <p:sp>
          <p:nvSpPr>
            <p:cNvPr id="87" name="文本框 7">
              <a:extLst>
                <a:ext uri="{FF2B5EF4-FFF2-40B4-BE49-F238E27FC236}">
                  <a16:creationId xmlns:a16="http://schemas.microsoft.com/office/drawing/2014/main" id="{78723414-EB04-4709-A419-7DBCDAF2D6B1}"/>
                </a:ext>
              </a:extLst>
            </p:cNvPr>
            <p:cNvSpPr txBox="1"/>
            <p:nvPr/>
          </p:nvSpPr>
          <p:spPr>
            <a:xfrm>
              <a:off x="9359733" y="4969252"/>
              <a:ext cx="405231"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E</a:t>
              </a:r>
            </a:p>
          </p:txBody>
        </p:sp>
        <p:sp>
          <p:nvSpPr>
            <p:cNvPr id="88" name="文本框 7">
              <a:extLst>
                <a:ext uri="{FF2B5EF4-FFF2-40B4-BE49-F238E27FC236}">
                  <a16:creationId xmlns:a16="http://schemas.microsoft.com/office/drawing/2014/main" id="{48AB1F3E-A680-482A-BE5D-C555212218F8}"/>
                </a:ext>
              </a:extLst>
            </p:cNvPr>
            <p:cNvSpPr txBox="1"/>
            <p:nvPr/>
          </p:nvSpPr>
          <p:spPr>
            <a:xfrm>
              <a:off x="9759138" y="4969252"/>
              <a:ext cx="405231"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K</a:t>
              </a:r>
            </a:p>
          </p:txBody>
        </p:sp>
        <p:sp>
          <p:nvSpPr>
            <p:cNvPr id="89" name="文本框 7">
              <a:extLst>
                <a:ext uri="{FF2B5EF4-FFF2-40B4-BE49-F238E27FC236}">
                  <a16:creationId xmlns:a16="http://schemas.microsoft.com/office/drawing/2014/main" id="{A391E378-D24F-4A5A-A9B7-121F189DD167}"/>
                </a:ext>
              </a:extLst>
            </p:cNvPr>
            <p:cNvSpPr txBox="1"/>
            <p:nvPr/>
          </p:nvSpPr>
          <p:spPr>
            <a:xfrm>
              <a:off x="10158542" y="4969252"/>
              <a:ext cx="405231"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I</a:t>
              </a:r>
            </a:p>
          </p:txBody>
        </p:sp>
        <p:sp>
          <p:nvSpPr>
            <p:cNvPr id="90" name="文本框 7">
              <a:extLst>
                <a:ext uri="{FF2B5EF4-FFF2-40B4-BE49-F238E27FC236}">
                  <a16:creationId xmlns:a16="http://schemas.microsoft.com/office/drawing/2014/main" id="{741D669A-25DA-491D-A0A8-408EBD875413}"/>
                </a:ext>
              </a:extLst>
            </p:cNvPr>
            <p:cNvSpPr txBox="1"/>
            <p:nvPr/>
          </p:nvSpPr>
          <p:spPr>
            <a:xfrm>
              <a:off x="10550348" y="4969252"/>
              <a:ext cx="405231" cy="369332"/>
            </a:xfrm>
            <a:prstGeom prst="rect">
              <a:avLst/>
            </a:prstGeom>
            <a:grpFill/>
            <a:ln w="1905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799" b="1" noProof="1">
                  <a:solidFill>
                    <a:srgbClr val="0000CC"/>
                  </a:solidFill>
                  <a:latin typeface="Times New Roman" panose="02020603050405020304" pitchFamily="18" charset="0"/>
                  <a:cs typeface="Times New Roman" panose="02020603050405020304" pitchFamily="18" charset="0"/>
                </a:rPr>
                <a:t>H</a:t>
              </a:r>
            </a:p>
          </p:txBody>
        </p:sp>
      </p:grpSp>
      <p:sp>
        <p:nvSpPr>
          <p:cNvPr id="91" name="文本框 40">
            <a:extLst>
              <a:ext uri="{FF2B5EF4-FFF2-40B4-BE49-F238E27FC236}">
                <a16:creationId xmlns:a16="http://schemas.microsoft.com/office/drawing/2014/main" id="{5729E4F8-FCE1-4D46-A548-A64271C8A305}"/>
              </a:ext>
            </a:extLst>
          </p:cNvPr>
          <p:cNvSpPr txBox="1"/>
          <p:nvPr/>
        </p:nvSpPr>
        <p:spPr>
          <a:xfrm>
            <a:off x="3509774" y="2246259"/>
            <a:ext cx="1302965" cy="307617"/>
          </a:xfrm>
          <a:prstGeom prst="rect">
            <a:avLst/>
          </a:prstGeom>
          <a:noFill/>
        </p:spPr>
        <p:txBody>
          <a:bodyPr wrap="square" lIns="0" tIns="0" rIns="0" bIns="0" rtlCol="0">
            <a:spAutoFit/>
          </a:bodyPr>
          <a:ls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a:lstStyle>
          <a:p>
            <a:pPr algn="ctr"/>
            <a:r>
              <a:rPr lang="en-US" altLang="zh-CN" sz="1999" dirty="0">
                <a:solidFill>
                  <a:srgbClr val="C00000"/>
                </a:solidFill>
                <a:latin typeface="+mj-lt"/>
              </a:rPr>
              <a:t>G-&gt;visited</a:t>
            </a:r>
            <a:endParaRPr lang="zh-CN" altLang="en-US" sz="1999" dirty="0">
              <a:solidFill>
                <a:srgbClr val="C00000"/>
              </a:solidFill>
              <a:latin typeface="+mj-lt"/>
            </a:endParaRPr>
          </a:p>
        </p:txBody>
      </p:sp>
      <p:grpSp>
        <p:nvGrpSpPr>
          <p:cNvPr id="92" name="组合 91">
            <a:extLst>
              <a:ext uri="{FF2B5EF4-FFF2-40B4-BE49-F238E27FC236}">
                <a16:creationId xmlns:a16="http://schemas.microsoft.com/office/drawing/2014/main" id="{C16F8DFD-3BDD-4A47-8E9F-4A9C5B71EB4D}"/>
              </a:ext>
            </a:extLst>
          </p:cNvPr>
          <p:cNvGrpSpPr/>
          <p:nvPr/>
        </p:nvGrpSpPr>
        <p:grpSpPr>
          <a:xfrm>
            <a:off x="2616580" y="1843143"/>
            <a:ext cx="3562060" cy="400088"/>
            <a:chOff x="5743532" y="4874987"/>
            <a:chExt cx="5212047" cy="463962"/>
          </a:xfrm>
          <a:solidFill>
            <a:schemeClr val="accent6">
              <a:lumMod val="20000"/>
              <a:lumOff val="80000"/>
            </a:schemeClr>
          </a:solidFill>
        </p:grpSpPr>
        <p:sp>
          <p:nvSpPr>
            <p:cNvPr id="93" name="文本框 4">
              <a:extLst>
                <a:ext uri="{FF2B5EF4-FFF2-40B4-BE49-F238E27FC236}">
                  <a16:creationId xmlns:a16="http://schemas.microsoft.com/office/drawing/2014/main" id="{7D17C591-344B-4A7B-9273-E0153D1A98BD}"/>
                </a:ext>
              </a:extLst>
            </p:cNvPr>
            <p:cNvSpPr txBox="1"/>
            <p:nvPr/>
          </p:nvSpPr>
          <p:spPr>
            <a:xfrm>
              <a:off x="5743532" y="4875352"/>
              <a:ext cx="410380"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eaLnBrk="1" fontAlgn="ctr" hangingPunct="1">
                <a:spcBef>
                  <a:spcPct val="50000"/>
                </a:spcBef>
                <a:defRPr/>
              </a:pPr>
              <a:r>
                <a:rPr lang="en-US" altLang="zh-CN" sz="1999" b="1" noProof="1">
                  <a:solidFill>
                    <a:srgbClr val="C00000"/>
                  </a:solidFill>
                </a:rPr>
                <a:t>0</a:t>
              </a:r>
            </a:p>
          </p:txBody>
        </p:sp>
        <p:sp>
          <p:nvSpPr>
            <p:cNvPr id="94" name="文本框 6">
              <a:extLst>
                <a:ext uri="{FF2B5EF4-FFF2-40B4-BE49-F238E27FC236}">
                  <a16:creationId xmlns:a16="http://schemas.microsoft.com/office/drawing/2014/main" id="{C4A5B42A-608A-49AE-BF71-90E313E0F445}"/>
                </a:ext>
              </a:extLst>
            </p:cNvPr>
            <p:cNvSpPr txBox="1"/>
            <p:nvPr/>
          </p:nvSpPr>
          <p:spPr>
            <a:xfrm>
              <a:off x="6149545" y="4875352"/>
              <a:ext cx="410380"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sp>
          <p:nvSpPr>
            <p:cNvPr id="95" name="文本框 7">
              <a:extLst>
                <a:ext uri="{FF2B5EF4-FFF2-40B4-BE49-F238E27FC236}">
                  <a16:creationId xmlns:a16="http://schemas.microsoft.com/office/drawing/2014/main" id="{0F3795C5-1E9C-4A2B-B478-F018C7E3C089}"/>
                </a:ext>
              </a:extLst>
            </p:cNvPr>
            <p:cNvSpPr txBox="1"/>
            <p:nvPr/>
          </p:nvSpPr>
          <p:spPr>
            <a:xfrm>
              <a:off x="6560707" y="4875352"/>
              <a:ext cx="405232"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sp>
          <p:nvSpPr>
            <p:cNvPr id="96" name="文本框 7">
              <a:extLst>
                <a:ext uri="{FF2B5EF4-FFF2-40B4-BE49-F238E27FC236}">
                  <a16:creationId xmlns:a16="http://schemas.microsoft.com/office/drawing/2014/main" id="{9EDF2E18-7333-4B5F-BCAD-D47380462DA3}"/>
                </a:ext>
              </a:extLst>
            </p:cNvPr>
            <p:cNvSpPr txBox="1"/>
            <p:nvPr/>
          </p:nvSpPr>
          <p:spPr>
            <a:xfrm>
              <a:off x="6960112" y="4874987"/>
              <a:ext cx="405232"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sp>
          <p:nvSpPr>
            <p:cNvPr id="97" name="文本框 7">
              <a:extLst>
                <a:ext uri="{FF2B5EF4-FFF2-40B4-BE49-F238E27FC236}">
                  <a16:creationId xmlns:a16="http://schemas.microsoft.com/office/drawing/2014/main" id="{DA7CE3C9-9BBF-4109-B983-87A5C9ECD246}"/>
                </a:ext>
              </a:extLst>
            </p:cNvPr>
            <p:cNvSpPr txBox="1"/>
            <p:nvPr/>
          </p:nvSpPr>
          <p:spPr>
            <a:xfrm>
              <a:off x="7359517" y="4874987"/>
              <a:ext cx="405232"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sp>
          <p:nvSpPr>
            <p:cNvPr id="98" name="文本框 7">
              <a:extLst>
                <a:ext uri="{FF2B5EF4-FFF2-40B4-BE49-F238E27FC236}">
                  <a16:creationId xmlns:a16="http://schemas.microsoft.com/office/drawing/2014/main" id="{AFACBC64-0556-46E8-A614-5296C8CCCD00}"/>
                </a:ext>
              </a:extLst>
            </p:cNvPr>
            <p:cNvSpPr txBox="1"/>
            <p:nvPr/>
          </p:nvSpPr>
          <p:spPr>
            <a:xfrm>
              <a:off x="7758922" y="4874987"/>
              <a:ext cx="405232"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sp>
          <p:nvSpPr>
            <p:cNvPr id="99" name="文本框 7">
              <a:extLst>
                <a:ext uri="{FF2B5EF4-FFF2-40B4-BE49-F238E27FC236}">
                  <a16:creationId xmlns:a16="http://schemas.microsoft.com/office/drawing/2014/main" id="{019C9ABA-6263-47EB-B6CE-989A3F67648B}"/>
                </a:ext>
              </a:extLst>
            </p:cNvPr>
            <p:cNvSpPr txBox="1"/>
            <p:nvPr/>
          </p:nvSpPr>
          <p:spPr>
            <a:xfrm>
              <a:off x="8158326" y="4874987"/>
              <a:ext cx="405232"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sp>
          <p:nvSpPr>
            <p:cNvPr id="100" name="文本框 7">
              <a:extLst>
                <a:ext uri="{FF2B5EF4-FFF2-40B4-BE49-F238E27FC236}">
                  <a16:creationId xmlns:a16="http://schemas.microsoft.com/office/drawing/2014/main" id="{1560001B-EF06-40D6-9CC2-765AC7EB5CC0}"/>
                </a:ext>
              </a:extLst>
            </p:cNvPr>
            <p:cNvSpPr txBox="1"/>
            <p:nvPr/>
          </p:nvSpPr>
          <p:spPr>
            <a:xfrm>
              <a:off x="8557732" y="4874987"/>
              <a:ext cx="405232"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sp>
          <p:nvSpPr>
            <p:cNvPr id="101" name="文本框 7">
              <a:extLst>
                <a:ext uri="{FF2B5EF4-FFF2-40B4-BE49-F238E27FC236}">
                  <a16:creationId xmlns:a16="http://schemas.microsoft.com/office/drawing/2014/main" id="{D9C0523A-CCBB-412C-8CEA-E151689DC5A4}"/>
                </a:ext>
              </a:extLst>
            </p:cNvPr>
            <p:cNvSpPr txBox="1"/>
            <p:nvPr/>
          </p:nvSpPr>
          <p:spPr>
            <a:xfrm>
              <a:off x="8954725" y="4874987"/>
              <a:ext cx="405232"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sp>
          <p:nvSpPr>
            <p:cNvPr id="102" name="文本框 7">
              <a:extLst>
                <a:ext uri="{FF2B5EF4-FFF2-40B4-BE49-F238E27FC236}">
                  <a16:creationId xmlns:a16="http://schemas.microsoft.com/office/drawing/2014/main" id="{1D83A6A1-AF81-4E91-958F-D4270689A478}"/>
                </a:ext>
              </a:extLst>
            </p:cNvPr>
            <p:cNvSpPr txBox="1"/>
            <p:nvPr/>
          </p:nvSpPr>
          <p:spPr>
            <a:xfrm>
              <a:off x="9359732" y="4874987"/>
              <a:ext cx="405232"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sp>
          <p:nvSpPr>
            <p:cNvPr id="103" name="文本框 7">
              <a:extLst>
                <a:ext uri="{FF2B5EF4-FFF2-40B4-BE49-F238E27FC236}">
                  <a16:creationId xmlns:a16="http://schemas.microsoft.com/office/drawing/2014/main" id="{7746E0DE-984A-410D-A748-24BCD260C3E0}"/>
                </a:ext>
              </a:extLst>
            </p:cNvPr>
            <p:cNvSpPr txBox="1"/>
            <p:nvPr/>
          </p:nvSpPr>
          <p:spPr>
            <a:xfrm>
              <a:off x="9759137" y="4874987"/>
              <a:ext cx="405232"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sp>
          <p:nvSpPr>
            <p:cNvPr id="104" name="文本框 7">
              <a:extLst>
                <a:ext uri="{FF2B5EF4-FFF2-40B4-BE49-F238E27FC236}">
                  <a16:creationId xmlns:a16="http://schemas.microsoft.com/office/drawing/2014/main" id="{4A3184D5-71B7-491E-864C-446A418AF739}"/>
                </a:ext>
              </a:extLst>
            </p:cNvPr>
            <p:cNvSpPr txBox="1"/>
            <p:nvPr/>
          </p:nvSpPr>
          <p:spPr>
            <a:xfrm>
              <a:off x="10158542" y="4874987"/>
              <a:ext cx="405232"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sp>
          <p:nvSpPr>
            <p:cNvPr id="105" name="文本框 7">
              <a:extLst>
                <a:ext uri="{FF2B5EF4-FFF2-40B4-BE49-F238E27FC236}">
                  <a16:creationId xmlns:a16="http://schemas.microsoft.com/office/drawing/2014/main" id="{F9D7D76B-C758-4540-BD3B-2048E877FEE6}"/>
                </a:ext>
              </a:extLst>
            </p:cNvPr>
            <p:cNvSpPr txBox="1"/>
            <p:nvPr/>
          </p:nvSpPr>
          <p:spPr>
            <a:xfrm>
              <a:off x="10550347" y="4874987"/>
              <a:ext cx="405232" cy="463597"/>
            </a:xfrm>
            <a:prstGeom prst="rect">
              <a:avLst/>
            </a:prstGeom>
            <a:grpFill/>
            <a:ln w="12700" cmpd="sng">
              <a:solidFill>
                <a:schemeClr val="tx1"/>
              </a:solidFill>
            </a:ln>
          </p:spPr>
          <p:txBody>
            <a:bodyPr wrap="square"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ctr">
                <a:spcBef>
                  <a:spcPct val="50000"/>
                </a:spcBef>
                <a:defRPr/>
              </a:pPr>
              <a:r>
                <a:rPr lang="en-US" altLang="zh-CN" sz="1999" b="1" noProof="1">
                  <a:solidFill>
                    <a:srgbClr val="C00000"/>
                  </a:solidFill>
                </a:rPr>
                <a:t>0</a:t>
              </a:r>
            </a:p>
          </p:txBody>
        </p:sp>
      </p:grpSp>
      <p:sp>
        <p:nvSpPr>
          <p:cNvPr id="106" name="矩形 278659">
            <a:extLst>
              <a:ext uri="{FF2B5EF4-FFF2-40B4-BE49-F238E27FC236}">
                <a16:creationId xmlns:a16="http://schemas.microsoft.com/office/drawing/2014/main" id="{044033ED-1D13-4956-9C8D-C55605AFA5B1}"/>
              </a:ext>
            </a:extLst>
          </p:cNvPr>
          <p:cNvSpPr>
            <a:spLocks noChangeArrowheads="1"/>
          </p:cNvSpPr>
          <p:nvPr/>
        </p:nvSpPr>
        <p:spPr bwMode="auto">
          <a:xfrm>
            <a:off x="521066" y="217645"/>
            <a:ext cx="354153" cy="354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algn="ctr">
              <a:lnSpc>
                <a:spcPct val="70000"/>
              </a:lnSpc>
            </a:pPr>
            <a:r>
              <a:rPr lang="en-US" altLang="zh-CN" sz="3198" b="1" i="1" dirty="0">
                <a:solidFill>
                  <a:srgbClr val="990033"/>
                </a:solidFill>
                <a:latin typeface="Times New Roman" panose="02020603050405020304" pitchFamily="18" charset="0"/>
                <a:ea typeface="楷体_GB2312" pitchFamily="49" charset="-122"/>
                <a:cs typeface="Times New Roman" panose="02020603050405020304" pitchFamily="18" charset="0"/>
              </a:rPr>
              <a:t>v</a:t>
            </a:r>
            <a:endParaRPr lang="en-US" altLang="zh-CN" sz="3198" b="1" baseline="-25000" dirty="0">
              <a:solidFill>
                <a:srgbClr val="990033"/>
              </a:solidFill>
              <a:latin typeface="Times New Roman" panose="02020603050405020304" pitchFamily="18" charset="0"/>
              <a:ea typeface="楷体_GB2312" pitchFamily="49" charset="-122"/>
              <a:cs typeface="Times New Roman" panose="02020603050405020304" pitchFamily="18" charset="0"/>
            </a:endParaRPr>
          </a:p>
        </p:txBody>
      </p:sp>
      <p:grpSp>
        <p:nvGrpSpPr>
          <p:cNvPr id="107" name="组合 106">
            <a:extLst>
              <a:ext uri="{FF2B5EF4-FFF2-40B4-BE49-F238E27FC236}">
                <a16:creationId xmlns:a16="http://schemas.microsoft.com/office/drawing/2014/main" id="{9B7A224D-0E82-43C4-AC95-5BA88662A1D9}"/>
              </a:ext>
            </a:extLst>
          </p:cNvPr>
          <p:cNvGrpSpPr/>
          <p:nvPr/>
        </p:nvGrpSpPr>
        <p:grpSpPr>
          <a:xfrm>
            <a:off x="1416278" y="2508721"/>
            <a:ext cx="326543" cy="442362"/>
            <a:chOff x="8207430" y="2772787"/>
            <a:chExt cx="326713" cy="442592"/>
          </a:xfrm>
        </p:grpSpPr>
        <p:cxnSp>
          <p:nvCxnSpPr>
            <p:cNvPr id="108" name="直接箭头连接符 107">
              <a:extLst>
                <a:ext uri="{FF2B5EF4-FFF2-40B4-BE49-F238E27FC236}">
                  <a16:creationId xmlns:a16="http://schemas.microsoft.com/office/drawing/2014/main" id="{06E9F542-FD51-4403-8352-68D7BDA88602}"/>
                </a:ext>
              </a:extLst>
            </p:cNvPr>
            <p:cNvCxnSpPr>
              <a:cxnSpLocks/>
            </p:cNvCxnSpPr>
            <p:nvPr/>
          </p:nvCxnSpPr>
          <p:spPr>
            <a:xfrm>
              <a:off x="8263134" y="3010600"/>
              <a:ext cx="192312" cy="204779"/>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09" name="矩形 278659">
              <a:extLst>
                <a:ext uri="{FF2B5EF4-FFF2-40B4-BE49-F238E27FC236}">
                  <a16:creationId xmlns:a16="http://schemas.microsoft.com/office/drawing/2014/main" id="{9FDF5862-6570-4581-969E-77C2D556B3E5}"/>
                </a:ext>
              </a:extLst>
            </p:cNvPr>
            <p:cNvSpPr>
              <a:spLocks noChangeArrowheads="1"/>
            </p:cNvSpPr>
            <p:nvPr/>
          </p:nvSpPr>
          <p:spPr bwMode="auto">
            <a:xfrm>
              <a:off x="8207430" y="2772787"/>
              <a:ext cx="326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q</a:t>
              </a:r>
            </a:p>
          </p:txBody>
        </p:sp>
      </p:grpSp>
      <p:grpSp>
        <p:nvGrpSpPr>
          <p:cNvPr id="122" name="组合 121">
            <a:extLst>
              <a:ext uri="{FF2B5EF4-FFF2-40B4-BE49-F238E27FC236}">
                <a16:creationId xmlns:a16="http://schemas.microsoft.com/office/drawing/2014/main" id="{425596F0-BFC5-43A9-BD7B-28FE02A6E60F}"/>
              </a:ext>
            </a:extLst>
          </p:cNvPr>
          <p:cNvGrpSpPr/>
          <p:nvPr/>
        </p:nvGrpSpPr>
        <p:grpSpPr>
          <a:xfrm>
            <a:off x="2200118" y="347543"/>
            <a:ext cx="380387" cy="307618"/>
            <a:chOff x="2879793" y="1041760"/>
            <a:chExt cx="408780" cy="381001"/>
          </a:xfrm>
        </p:grpSpPr>
        <p:sp>
          <p:nvSpPr>
            <p:cNvPr id="123" name="椭圆 278653">
              <a:extLst>
                <a:ext uri="{FF2B5EF4-FFF2-40B4-BE49-F238E27FC236}">
                  <a16:creationId xmlns:a16="http://schemas.microsoft.com/office/drawing/2014/main" id="{D4FF7744-7F9B-43BB-B5BA-821B70CD5667}"/>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24" name="矩形 278659">
              <a:extLst>
                <a:ext uri="{FF2B5EF4-FFF2-40B4-BE49-F238E27FC236}">
                  <a16:creationId xmlns:a16="http://schemas.microsoft.com/office/drawing/2014/main" id="{085E8F7D-AD2F-42EA-8070-1A28A2027A6B}"/>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B</a:t>
              </a:r>
            </a:p>
          </p:txBody>
        </p:sp>
      </p:grpSp>
      <p:grpSp>
        <p:nvGrpSpPr>
          <p:cNvPr id="125" name="组合 124">
            <a:extLst>
              <a:ext uri="{FF2B5EF4-FFF2-40B4-BE49-F238E27FC236}">
                <a16:creationId xmlns:a16="http://schemas.microsoft.com/office/drawing/2014/main" id="{56FC42FC-D536-4D49-B0C5-9BD0AE8C7CBC}"/>
              </a:ext>
            </a:extLst>
          </p:cNvPr>
          <p:cNvGrpSpPr/>
          <p:nvPr/>
        </p:nvGrpSpPr>
        <p:grpSpPr>
          <a:xfrm>
            <a:off x="242191" y="343315"/>
            <a:ext cx="372933" cy="307618"/>
            <a:chOff x="2879793" y="1041760"/>
            <a:chExt cx="408780" cy="381001"/>
          </a:xfrm>
        </p:grpSpPr>
        <p:sp>
          <p:nvSpPr>
            <p:cNvPr id="126" name="椭圆 278653">
              <a:extLst>
                <a:ext uri="{FF2B5EF4-FFF2-40B4-BE49-F238E27FC236}">
                  <a16:creationId xmlns:a16="http://schemas.microsoft.com/office/drawing/2014/main" id="{C84648B5-F4F7-41C8-BAE4-0BA57DB23174}"/>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127" name="矩形 278659">
              <a:extLst>
                <a:ext uri="{FF2B5EF4-FFF2-40B4-BE49-F238E27FC236}">
                  <a16:creationId xmlns:a16="http://schemas.microsoft.com/office/drawing/2014/main" id="{2487F86B-D6D7-415F-AE9A-CF8DEE8BDABF}"/>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A</a:t>
              </a:r>
            </a:p>
          </p:txBody>
        </p:sp>
      </p:grpSp>
      <p:grpSp>
        <p:nvGrpSpPr>
          <p:cNvPr id="128" name="组合 127">
            <a:extLst>
              <a:ext uri="{FF2B5EF4-FFF2-40B4-BE49-F238E27FC236}">
                <a16:creationId xmlns:a16="http://schemas.microsoft.com/office/drawing/2014/main" id="{0E9BBE59-4A46-4E5F-B705-3752E71E6BDF}"/>
              </a:ext>
            </a:extLst>
          </p:cNvPr>
          <p:cNvGrpSpPr/>
          <p:nvPr/>
        </p:nvGrpSpPr>
        <p:grpSpPr>
          <a:xfrm>
            <a:off x="676688" y="749435"/>
            <a:ext cx="331770" cy="307618"/>
            <a:chOff x="2892205" y="1041760"/>
            <a:chExt cx="381000" cy="381001"/>
          </a:xfrm>
        </p:grpSpPr>
        <p:sp>
          <p:nvSpPr>
            <p:cNvPr id="129" name="椭圆 278653">
              <a:extLst>
                <a:ext uri="{FF2B5EF4-FFF2-40B4-BE49-F238E27FC236}">
                  <a16:creationId xmlns:a16="http://schemas.microsoft.com/office/drawing/2014/main" id="{B4D3A4F9-BA19-4E4D-A283-1E14DA92BB41}"/>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30" name="矩形 278659">
              <a:extLst>
                <a:ext uri="{FF2B5EF4-FFF2-40B4-BE49-F238E27FC236}">
                  <a16:creationId xmlns:a16="http://schemas.microsoft.com/office/drawing/2014/main" id="{7BA238DA-CAAF-40C6-AA83-E7DE53FE348D}"/>
                </a:ext>
              </a:extLst>
            </p:cNvPr>
            <p:cNvSpPr>
              <a:spLocks noChangeArrowheads="1"/>
            </p:cNvSpPr>
            <p:nvPr/>
          </p:nvSpPr>
          <p:spPr bwMode="auto">
            <a:xfrm>
              <a:off x="2914803" y="1061163"/>
              <a:ext cx="346147" cy="3429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C</a:t>
              </a:r>
            </a:p>
          </p:txBody>
        </p:sp>
      </p:grpSp>
      <p:grpSp>
        <p:nvGrpSpPr>
          <p:cNvPr id="133" name="组合 132">
            <a:extLst>
              <a:ext uri="{FF2B5EF4-FFF2-40B4-BE49-F238E27FC236}">
                <a16:creationId xmlns:a16="http://schemas.microsoft.com/office/drawing/2014/main" id="{A62F3E48-E43C-4C3E-8152-2CCC44E03E7B}"/>
              </a:ext>
            </a:extLst>
          </p:cNvPr>
          <p:cNvGrpSpPr/>
          <p:nvPr/>
        </p:nvGrpSpPr>
        <p:grpSpPr>
          <a:xfrm>
            <a:off x="1239639" y="787437"/>
            <a:ext cx="355960" cy="307618"/>
            <a:chOff x="2879793" y="1041760"/>
            <a:chExt cx="408780" cy="381001"/>
          </a:xfrm>
        </p:grpSpPr>
        <p:sp>
          <p:nvSpPr>
            <p:cNvPr id="137" name="椭圆 278653">
              <a:extLst>
                <a:ext uri="{FF2B5EF4-FFF2-40B4-BE49-F238E27FC236}">
                  <a16:creationId xmlns:a16="http://schemas.microsoft.com/office/drawing/2014/main" id="{4981383E-E4C1-47A2-A3E3-110AB09ABADD}"/>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38" name="矩形 278659">
              <a:extLst>
                <a:ext uri="{FF2B5EF4-FFF2-40B4-BE49-F238E27FC236}">
                  <a16:creationId xmlns:a16="http://schemas.microsoft.com/office/drawing/2014/main" id="{15FF159C-5FD8-4481-89AF-F4811BF13510}"/>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D</a:t>
              </a:r>
            </a:p>
          </p:txBody>
        </p:sp>
      </p:grpSp>
      <p:grpSp>
        <p:nvGrpSpPr>
          <p:cNvPr id="134" name="组合 133">
            <a:extLst>
              <a:ext uri="{FF2B5EF4-FFF2-40B4-BE49-F238E27FC236}">
                <a16:creationId xmlns:a16="http://schemas.microsoft.com/office/drawing/2014/main" id="{D3D2A530-B42A-4BEA-876E-1E119652409F}"/>
              </a:ext>
            </a:extLst>
          </p:cNvPr>
          <p:cNvGrpSpPr/>
          <p:nvPr/>
        </p:nvGrpSpPr>
        <p:grpSpPr>
          <a:xfrm>
            <a:off x="1823212" y="785496"/>
            <a:ext cx="355960" cy="307618"/>
            <a:chOff x="2879793" y="1041760"/>
            <a:chExt cx="408780" cy="381001"/>
          </a:xfrm>
        </p:grpSpPr>
        <p:sp>
          <p:nvSpPr>
            <p:cNvPr id="135" name="椭圆 278653">
              <a:extLst>
                <a:ext uri="{FF2B5EF4-FFF2-40B4-BE49-F238E27FC236}">
                  <a16:creationId xmlns:a16="http://schemas.microsoft.com/office/drawing/2014/main" id="{F3E2D61C-F55D-4896-9C5A-5714CC49B4D9}"/>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36" name="矩形 278659">
              <a:extLst>
                <a:ext uri="{FF2B5EF4-FFF2-40B4-BE49-F238E27FC236}">
                  <a16:creationId xmlns:a16="http://schemas.microsoft.com/office/drawing/2014/main" id="{B2E59AE7-1F1D-4C11-95BE-373470115C12}"/>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E</a:t>
              </a:r>
            </a:p>
          </p:txBody>
        </p:sp>
      </p:grpSp>
      <p:grpSp>
        <p:nvGrpSpPr>
          <p:cNvPr id="142" name="组合 141">
            <a:extLst>
              <a:ext uri="{FF2B5EF4-FFF2-40B4-BE49-F238E27FC236}">
                <a16:creationId xmlns:a16="http://schemas.microsoft.com/office/drawing/2014/main" id="{3B92C2FB-19D3-45BD-AE25-D896618F82C2}"/>
              </a:ext>
            </a:extLst>
          </p:cNvPr>
          <p:cNvGrpSpPr/>
          <p:nvPr/>
        </p:nvGrpSpPr>
        <p:grpSpPr>
          <a:xfrm>
            <a:off x="1228790" y="1837913"/>
            <a:ext cx="373569" cy="307618"/>
            <a:chOff x="2879793" y="1041760"/>
            <a:chExt cx="414474" cy="381001"/>
          </a:xfrm>
        </p:grpSpPr>
        <p:sp>
          <p:nvSpPr>
            <p:cNvPr id="143" name="椭圆 278653">
              <a:extLst>
                <a:ext uri="{FF2B5EF4-FFF2-40B4-BE49-F238E27FC236}">
                  <a16:creationId xmlns:a16="http://schemas.microsoft.com/office/drawing/2014/main" id="{D8AF8FD7-A127-4126-8CA3-985F31D45B34}"/>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endParaRPr lang="zh-CN" altLang="en-US" sz="1799" dirty="0">
                <a:latin typeface="Times New Roman" panose="02020603050405020304" pitchFamily="18" charset="0"/>
                <a:cs typeface="Times New Roman" panose="02020603050405020304" pitchFamily="18" charset="0"/>
              </a:endParaRPr>
            </a:p>
          </p:txBody>
        </p:sp>
        <p:sp>
          <p:nvSpPr>
            <p:cNvPr id="144" name="矩形 278659">
              <a:extLst>
                <a:ext uri="{FF2B5EF4-FFF2-40B4-BE49-F238E27FC236}">
                  <a16:creationId xmlns:a16="http://schemas.microsoft.com/office/drawing/2014/main" id="{22236BCC-623F-48F3-974B-9533861B5C9F}"/>
                </a:ext>
              </a:extLst>
            </p:cNvPr>
            <p:cNvSpPr>
              <a:spLocks noChangeArrowheads="1"/>
            </p:cNvSpPr>
            <p:nvPr/>
          </p:nvSpPr>
          <p:spPr bwMode="auto">
            <a:xfrm>
              <a:off x="2879793" y="1071009"/>
              <a:ext cx="414474"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J</a:t>
              </a:r>
            </a:p>
          </p:txBody>
        </p:sp>
      </p:grpSp>
      <p:grpSp>
        <p:nvGrpSpPr>
          <p:cNvPr id="150" name="组合 149">
            <a:extLst>
              <a:ext uri="{FF2B5EF4-FFF2-40B4-BE49-F238E27FC236}">
                <a16:creationId xmlns:a16="http://schemas.microsoft.com/office/drawing/2014/main" id="{A2DC16FA-C729-4C10-A1D4-A1B4509E424B}"/>
              </a:ext>
            </a:extLst>
          </p:cNvPr>
          <p:cNvGrpSpPr/>
          <p:nvPr/>
        </p:nvGrpSpPr>
        <p:grpSpPr>
          <a:xfrm>
            <a:off x="1220345" y="1334870"/>
            <a:ext cx="363270" cy="307618"/>
            <a:chOff x="2879793" y="1041760"/>
            <a:chExt cx="408780" cy="381001"/>
          </a:xfrm>
        </p:grpSpPr>
        <p:sp>
          <p:nvSpPr>
            <p:cNvPr id="160" name="椭圆 278653">
              <a:extLst>
                <a:ext uri="{FF2B5EF4-FFF2-40B4-BE49-F238E27FC236}">
                  <a16:creationId xmlns:a16="http://schemas.microsoft.com/office/drawing/2014/main" id="{99378458-964D-4BB9-A149-62B076718EC1}"/>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61" name="矩形 278659">
              <a:extLst>
                <a:ext uri="{FF2B5EF4-FFF2-40B4-BE49-F238E27FC236}">
                  <a16:creationId xmlns:a16="http://schemas.microsoft.com/office/drawing/2014/main" id="{BF264DE6-803C-43A9-8DB8-1790FFAA9BE3}"/>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G</a:t>
              </a:r>
            </a:p>
          </p:txBody>
        </p:sp>
      </p:grpSp>
      <p:grpSp>
        <p:nvGrpSpPr>
          <p:cNvPr id="151" name="组合 150">
            <a:extLst>
              <a:ext uri="{FF2B5EF4-FFF2-40B4-BE49-F238E27FC236}">
                <a16:creationId xmlns:a16="http://schemas.microsoft.com/office/drawing/2014/main" id="{F5A99DEE-070A-44EF-AD67-D1BA5E585ACA}"/>
              </a:ext>
            </a:extLst>
          </p:cNvPr>
          <p:cNvGrpSpPr/>
          <p:nvPr/>
        </p:nvGrpSpPr>
        <p:grpSpPr>
          <a:xfrm>
            <a:off x="1815902" y="1332929"/>
            <a:ext cx="363270" cy="307618"/>
            <a:chOff x="2879793" y="1041760"/>
            <a:chExt cx="408780" cy="381001"/>
          </a:xfrm>
        </p:grpSpPr>
        <p:sp>
          <p:nvSpPr>
            <p:cNvPr id="158" name="椭圆 278653">
              <a:extLst>
                <a:ext uri="{FF2B5EF4-FFF2-40B4-BE49-F238E27FC236}">
                  <a16:creationId xmlns:a16="http://schemas.microsoft.com/office/drawing/2014/main" id="{4F9BA42F-7C08-4DF1-9628-56B4B7BEA3C8}"/>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59" name="矩形 278659">
              <a:extLst>
                <a:ext uri="{FF2B5EF4-FFF2-40B4-BE49-F238E27FC236}">
                  <a16:creationId xmlns:a16="http://schemas.microsoft.com/office/drawing/2014/main" id="{C6FBB9AD-7D91-4940-A7EB-E86D8B1CEFE7}"/>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H</a:t>
              </a:r>
            </a:p>
          </p:txBody>
        </p:sp>
      </p:grpSp>
      <p:grpSp>
        <p:nvGrpSpPr>
          <p:cNvPr id="152" name="组合 151">
            <a:extLst>
              <a:ext uri="{FF2B5EF4-FFF2-40B4-BE49-F238E27FC236}">
                <a16:creationId xmlns:a16="http://schemas.microsoft.com/office/drawing/2014/main" id="{2E43846A-46F5-4930-B6B9-AC81A1A59C7E}"/>
              </a:ext>
            </a:extLst>
          </p:cNvPr>
          <p:cNvGrpSpPr/>
          <p:nvPr/>
        </p:nvGrpSpPr>
        <p:grpSpPr>
          <a:xfrm>
            <a:off x="635818" y="1819335"/>
            <a:ext cx="363270" cy="307618"/>
            <a:chOff x="2879793" y="1041760"/>
            <a:chExt cx="408780" cy="381001"/>
          </a:xfrm>
        </p:grpSpPr>
        <p:sp>
          <p:nvSpPr>
            <p:cNvPr id="156" name="椭圆 278653">
              <a:extLst>
                <a:ext uri="{FF2B5EF4-FFF2-40B4-BE49-F238E27FC236}">
                  <a16:creationId xmlns:a16="http://schemas.microsoft.com/office/drawing/2014/main" id="{0DC4527D-1107-4B93-80D6-D7EF7EFE22E0}"/>
                </a:ext>
              </a:extLst>
            </p:cNvPr>
            <p:cNvSpPr>
              <a:spLocks noChangeArrowheads="1"/>
            </p:cNvSpPr>
            <p:nvPr/>
          </p:nvSpPr>
          <p:spPr bwMode="auto">
            <a:xfrm>
              <a:off x="2917852" y="1041760"/>
              <a:ext cx="355351"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57" name="矩形 278659">
              <a:extLst>
                <a:ext uri="{FF2B5EF4-FFF2-40B4-BE49-F238E27FC236}">
                  <a16:creationId xmlns:a16="http://schemas.microsoft.com/office/drawing/2014/main" id="{9AB2BD44-8CCF-4142-B97A-C2EB4C3B3D24}"/>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I</a:t>
              </a:r>
            </a:p>
          </p:txBody>
        </p:sp>
      </p:grpSp>
      <p:grpSp>
        <p:nvGrpSpPr>
          <p:cNvPr id="153" name="组合 152">
            <a:extLst>
              <a:ext uri="{FF2B5EF4-FFF2-40B4-BE49-F238E27FC236}">
                <a16:creationId xmlns:a16="http://schemas.microsoft.com/office/drawing/2014/main" id="{B29D28EA-8A62-4D80-BD91-BCBDB19CDF40}"/>
              </a:ext>
            </a:extLst>
          </p:cNvPr>
          <p:cNvGrpSpPr/>
          <p:nvPr/>
        </p:nvGrpSpPr>
        <p:grpSpPr>
          <a:xfrm>
            <a:off x="1815902" y="1823196"/>
            <a:ext cx="363270" cy="307618"/>
            <a:chOff x="2879793" y="1041760"/>
            <a:chExt cx="408780" cy="381001"/>
          </a:xfrm>
        </p:grpSpPr>
        <p:sp>
          <p:nvSpPr>
            <p:cNvPr id="154" name="椭圆 278653">
              <a:extLst>
                <a:ext uri="{FF2B5EF4-FFF2-40B4-BE49-F238E27FC236}">
                  <a16:creationId xmlns:a16="http://schemas.microsoft.com/office/drawing/2014/main" id="{099225A1-D64E-433D-ABEB-E8B2A1398DB2}"/>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55" name="矩形 278659">
              <a:extLst>
                <a:ext uri="{FF2B5EF4-FFF2-40B4-BE49-F238E27FC236}">
                  <a16:creationId xmlns:a16="http://schemas.microsoft.com/office/drawing/2014/main" id="{20601CC3-B493-4771-9BB5-FDA3367C381D}"/>
                </a:ext>
              </a:extLst>
            </p:cNvPr>
            <p:cNvSpPr>
              <a:spLocks noChangeArrowheads="1"/>
            </p:cNvSpPr>
            <p:nvPr/>
          </p:nvSpPr>
          <p:spPr bwMode="auto">
            <a:xfrm>
              <a:off x="2879793" y="1062822"/>
              <a:ext cx="408780"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K</a:t>
              </a:r>
            </a:p>
          </p:txBody>
        </p:sp>
      </p:grpSp>
      <p:grpSp>
        <p:nvGrpSpPr>
          <p:cNvPr id="162" name="组合 161">
            <a:extLst>
              <a:ext uri="{FF2B5EF4-FFF2-40B4-BE49-F238E27FC236}">
                <a16:creationId xmlns:a16="http://schemas.microsoft.com/office/drawing/2014/main" id="{79A716AB-4EEC-4872-ABD9-EB5F571071A6}"/>
              </a:ext>
            </a:extLst>
          </p:cNvPr>
          <p:cNvGrpSpPr/>
          <p:nvPr/>
        </p:nvGrpSpPr>
        <p:grpSpPr>
          <a:xfrm>
            <a:off x="256121" y="2230182"/>
            <a:ext cx="347171" cy="307618"/>
            <a:chOff x="2879793" y="1041760"/>
            <a:chExt cx="419009" cy="381001"/>
          </a:xfrm>
        </p:grpSpPr>
        <p:sp>
          <p:nvSpPr>
            <p:cNvPr id="163" name="椭圆 278653">
              <a:extLst>
                <a:ext uri="{FF2B5EF4-FFF2-40B4-BE49-F238E27FC236}">
                  <a16:creationId xmlns:a16="http://schemas.microsoft.com/office/drawing/2014/main" id="{AF1FB440-26EB-4E55-AF00-47746070E34F}"/>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64" name="矩形 278659">
              <a:extLst>
                <a:ext uri="{FF2B5EF4-FFF2-40B4-BE49-F238E27FC236}">
                  <a16:creationId xmlns:a16="http://schemas.microsoft.com/office/drawing/2014/main" id="{C5576D2B-3757-4EF7-8D3C-0A2602E33E80}"/>
                </a:ext>
              </a:extLst>
            </p:cNvPr>
            <p:cNvSpPr>
              <a:spLocks noChangeArrowheads="1"/>
            </p:cNvSpPr>
            <p:nvPr/>
          </p:nvSpPr>
          <p:spPr bwMode="auto">
            <a:xfrm>
              <a:off x="2879793" y="1060813"/>
              <a:ext cx="419009"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L</a:t>
              </a:r>
            </a:p>
          </p:txBody>
        </p:sp>
      </p:grpSp>
      <p:grpSp>
        <p:nvGrpSpPr>
          <p:cNvPr id="165" name="组合 164">
            <a:extLst>
              <a:ext uri="{FF2B5EF4-FFF2-40B4-BE49-F238E27FC236}">
                <a16:creationId xmlns:a16="http://schemas.microsoft.com/office/drawing/2014/main" id="{22E44A36-6FA3-4BF2-A1B0-6479BF0EE6D9}"/>
              </a:ext>
            </a:extLst>
          </p:cNvPr>
          <p:cNvGrpSpPr/>
          <p:nvPr/>
        </p:nvGrpSpPr>
        <p:grpSpPr>
          <a:xfrm>
            <a:off x="2159778" y="2230182"/>
            <a:ext cx="380389" cy="307618"/>
            <a:chOff x="2879793" y="1041760"/>
            <a:chExt cx="408782" cy="381001"/>
          </a:xfrm>
        </p:grpSpPr>
        <p:sp>
          <p:nvSpPr>
            <p:cNvPr id="166" name="椭圆 278653">
              <a:extLst>
                <a:ext uri="{FF2B5EF4-FFF2-40B4-BE49-F238E27FC236}">
                  <a16:creationId xmlns:a16="http://schemas.microsoft.com/office/drawing/2014/main" id="{EB5069D9-6FDE-4A53-A50A-04968EFA01CD}"/>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67" name="矩形 278659">
              <a:extLst>
                <a:ext uri="{FF2B5EF4-FFF2-40B4-BE49-F238E27FC236}">
                  <a16:creationId xmlns:a16="http://schemas.microsoft.com/office/drawing/2014/main" id="{257A2B87-CAD9-4BF7-943C-89C01351AF3D}"/>
                </a:ext>
              </a:extLst>
            </p:cNvPr>
            <p:cNvSpPr>
              <a:spLocks noChangeArrowheads="1"/>
            </p:cNvSpPr>
            <p:nvPr/>
          </p:nvSpPr>
          <p:spPr bwMode="auto">
            <a:xfrm>
              <a:off x="2879793" y="1068288"/>
              <a:ext cx="408782"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M</a:t>
              </a:r>
            </a:p>
          </p:txBody>
        </p:sp>
      </p:grpSp>
      <p:grpSp>
        <p:nvGrpSpPr>
          <p:cNvPr id="168" name="组合 167">
            <a:extLst>
              <a:ext uri="{FF2B5EF4-FFF2-40B4-BE49-F238E27FC236}">
                <a16:creationId xmlns:a16="http://schemas.microsoft.com/office/drawing/2014/main" id="{BE4D310B-A8ED-48BA-B231-356582E3AED5}"/>
              </a:ext>
            </a:extLst>
          </p:cNvPr>
          <p:cNvGrpSpPr/>
          <p:nvPr/>
        </p:nvGrpSpPr>
        <p:grpSpPr>
          <a:xfrm>
            <a:off x="568363" y="2533373"/>
            <a:ext cx="259695" cy="338216"/>
            <a:chOff x="8088567" y="2876560"/>
            <a:chExt cx="259830" cy="338392"/>
          </a:xfrm>
        </p:grpSpPr>
        <p:cxnSp>
          <p:nvCxnSpPr>
            <p:cNvPr id="169" name="直接箭头连接符 168">
              <a:extLst>
                <a:ext uri="{FF2B5EF4-FFF2-40B4-BE49-F238E27FC236}">
                  <a16:creationId xmlns:a16="http://schemas.microsoft.com/office/drawing/2014/main" id="{35ACB09A-3770-44B3-98AB-2D87C83F0907}"/>
                </a:ext>
              </a:extLst>
            </p:cNvPr>
            <p:cNvCxnSpPr>
              <a:cxnSpLocks/>
            </p:cNvCxnSpPr>
            <p:nvPr/>
          </p:nvCxnSpPr>
          <p:spPr>
            <a:xfrm>
              <a:off x="8258499" y="2952891"/>
              <a:ext cx="4635" cy="262061"/>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70" name="矩形 278659">
              <a:extLst>
                <a:ext uri="{FF2B5EF4-FFF2-40B4-BE49-F238E27FC236}">
                  <a16:creationId xmlns:a16="http://schemas.microsoft.com/office/drawing/2014/main" id="{5407D1C7-0AC0-4445-BB0B-ABB9E2A9B73F}"/>
                </a:ext>
              </a:extLst>
            </p:cNvPr>
            <p:cNvSpPr>
              <a:spLocks noChangeArrowheads="1"/>
            </p:cNvSpPr>
            <p:nvPr/>
          </p:nvSpPr>
          <p:spPr bwMode="auto">
            <a:xfrm>
              <a:off x="8088567" y="2876560"/>
              <a:ext cx="25983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T</a:t>
              </a:r>
            </a:p>
          </p:txBody>
        </p:sp>
      </p:grpSp>
      <p:grpSp>
        <p:nvGrpSpPr>
          <p:cNvPr id="171" name="组合 170">
            <a:extLst>
              <a:ext uri="{FF2B5EF4-FFF2-40B4-BE49-F238E27FC236}">
                <a16:creationId xmlns:a16="http://schemas.microsoft.com/office/drawing/2014/main" id="{A6AC9D44-1A6F-4698-A698-97899D3783E0}"/>
              </a:ext>
            </a:extLst>
          </p:cNvPr>
          <p:cNvGrpSpPr/>
          <p:nvPr/>
        </p:nvGrpSpPr>
        <p:grpSpPr>
          <a:xfrm>
            <a:off x="1154857" y="2929532"/>
            <a:ext cx="478971" cy="246093"/>
            <a:chOff x="8146818" y="2790878"/>
            <a:chExt cx="479220" cy="246221"/>
          </a:xfrm>
        </p:grpSpPr>
        <p:cxnSp>
          <p:nvCxnSpPr>
            <p:cNvPr id="172" name="直接箭头连接符 171">
              <a:extLst>
                <a:ext uri="{FF2B5EF4-FFF2-40B4-BE49-F238E27FC236}">
                  <a16:creationId xmlns:a16="http://schemas.microsoft.com/office/drawing/2014/main" id="{98F1644C-6322-4B1D-8596-765D659A8F0E}"/>
                </a:ext>
              </a:extLst>
            </p:cNvPr>
            <p:cNvCxnSpPr>
              <a:cxnSpLocks/>
            </p:cNvCxnSpPr>
            <p:nvPr/>
          </p:nvCxnSpPr>
          <p:spPr>
            <a:xfrm>
              <a:off x="8366302" y="2913988"/>
              <a:ext cx="259736"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73" name="矩形 278659">
              <a:extLst>
                <a:ext uri="{FF2B5EF4-FFF2-40B4-BE49-F238E27FC236}">
                  <a16:creationId xmlns:a16="http://schemas.microsoft.com/office/drawing/2014/main" id="{2B216A9C-A57A-470C-921F-EA9315A71818}"/>
                </a:ext>
              </a:extLst>
            </p:cNvPr>
            <p:cNvSpPr>
              <a:spLocks noChangeArrowheads="1"/>
            </p:cNvSpPr>
            <p:nvPr/>
          </p:nvSpPr>
          <p:spPr bwMode="auto">
            <a:xfrm>
              <a:off x="8146818" y="2790878"/>
              <a:ext cx="23188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p</a:t>
              </a:r>
            </a:p>
          </p:txBody>
        </p:sp>
      </p:grpSp>
      <p:sp>
        <p:nvSpPr>
          <p:cNvPr id="182" name="矩形 278659">
            <a:extLst>
              <a:ext uri="{FF2B5EF4-FFF2-40B4-BE49-F238E27FC236}">
                <a16:creationId xmlns:a16="http://schemas.microsoft.com/office/drawing/2014/main" id="{B8D2F1A9-620A-49FC-ABE7-18CD60D41B65}"/>
              </a:ext>
            </a:extLst>
          </p:cNvPr>
          <p:cNvSpPr>
            <a:spLocks noChangeArrowheads="1"/>
          </p:cNvSpPr>
          <p:nvPr/>
        </p:nvSpPr>
        <p:spPr bwMode="auto">
          <a:xfrm>
            <a:off x="6151186" y="3541319"/>
            <a:ext cx="5974153" cy="3144835"/>
          </a:xfrm>
          <a:prstGeom prst="rect">
            <a:avLst/>
          </a:prstGeom>
          <a:solidFill>
            <a:srgbClr val="DBE7F9"/>
          </a:solidFill>
          <a:ln>
            <a:solidFill>
              <a:srgbClr val="002060"/>
            </a:solidFill>
          </a:ln>
        </p:spPr>
        <p:txBody>
          <a:bodyPr wrap="square">
            <a:spAutoFit/>
          </a:bodyPr>
          <a:lstStyle/>
          <a:p>
            <a:pPr>
              <a:lnSpc>
                <a:spcPct val="80000"/>
              </a:lnSpc>
            </a:pP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DFSTree</a:t>
            </a:r>
            <a:r>
              <a:rPr lang="en-US" altLang="zh-CN" dirty="0">
                <a:latin typeface="Calibri" panose="020F0502020204030204" pitchFamily="34" charset="0"/>
                <a:ea typeface="Calibri" panose="020F0502020204030204" pitchFamily="34" charset="0"/>
                <a:cs typeface="Calibri" panose="020F0502020204030204" pitchFamily="34" charset="0"/>
              </a:rPr>
              <a:t>(Graph G,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0070C0"/>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pPr>
              <a:lnSpc>
                <a:spcPct val="80000"/>
              </a:lnSpc>
            </a:pP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p, q;   G-&gt;visited[</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 Visited;     Status </a:t>
            </a:r>
            <a:r>
              <a:rPr lang="en-US" altLang="zh-CN" dirty="0">
                <a:solidFill>
                  <a:srgbClr val="008E40"/>
                </a:solidFill>
                <a:latin typeface="Calibri" panose="020F0502020204030204" pitchFamily="34" charset="0"/>
                <a:ea typeface="Calibri" panose="020F0502020204030204" pitchFamily="34" charset="0"/>
                <a:cs typeface="Calibri" panose="020F0502020204030204" pitchFamily="34" charset="0"/>
              </a:rPr>
              <a:t>first</a:t>
            </a:r>
            <a:r>
              <a:rPr lang="en-US" altLang="zh-CN" dirty="0">
                <a:latin typeface="Calibri" panose="020F0502020204030204" pitchFamily="34" charset="0"/>
                <a:ea typeface="Calibri" panose="020F0502020204030204" pitchFamily="34" charset="0"/>
                <a:cs typeface="Calibri" panose="020F0502020204030204" pitchFamily="34" charset="0"/>
              </a:rPr>
              <a:t> = TRUE;</a:t>
            </a:r>
            <a:endPar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for</a:t>
            </a:r>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solidFill>
                  <a:srgbClr val="0070C0"/>
                </a:solidFill>
                <a:latin typeface="Calibri" panose="020F0502020204030204" pitchFamily="34" charset="0"/>
                <a:ea typeface="Calibri" panose="020F0502020204030204" pitchFamily="34" charset="0"/>
                <a:cs typeface="Calibri" panose="020F0502020204030204" pitchFamily="34" charset="0"/>
              </a:rPr>
              <a:t>FirstAdjVex</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G,</a:t>
            </a:r>
            <a:r>
              <a:rPr lang="en-US" altLang="zh-CN" dirty="0" err="1">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&gt;=0;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solidFill>
                  <a:srgbClr val="0070C0"/>
                </a:solidFill>
                <a:latin typeface="Calibri" panose="020F0502020204030204" pitchFamily="34" charset="0"/>
                <a:ea typeface="Calibri" panose="020F0502020204030204" pitchFamily="34" charset="0"/>
                <a:cs typeface="Calibri" panose="020F0502020204030204" pitchFamily="34" charset="0"/>
              </a:rPr>
              <a:t>NextAdjVex</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G,</a:t>
            </a:r>
            <a:r>
              <a:rPr lang="en-US" altLang="zh-CN" dirty="0" err="1">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a:t>
            </a:r>
            <a:endPar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if</a:t>
            </a:r>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dirty="0">
                <a:latin typeface="Calibri" panose="020F0502020204030204" pitchFamily="34" charset="0"/>
                <a:ea typeface="Calibri" panose="020F0502020204030204" pitchFamily="34" charset="0"/>
                <a:cs typeface="Calibri" panose="020F0502020204030204" pitchFamily="34" charset="0"/>
              </a:rPr>
              <a:t>(G-&gt;visited[</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UNVisited</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if</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malloc</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err="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sizeof</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CSNode</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exit</a:t>
            </a:r>
            <a:r>
              <a:rPr lang="en-US" altLang="zh-CN" dirty="0">
                <a:latin typeface="Calibri" panose="020F0502020204030204" pitchFamily="34" charset="0"/>
                <a:ea typeface="Calibri" panose="020F0502020204030204" pitchFamily="34" charset="0"/>
                <a:cs typeface="Calibri" panose="020F0502020204030204" pitchFamily="34" charset="0"/>
              </a:rPr>
              <a:t>(OVERFLOW);</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Getvex</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G,</a:t>
            </a:r>
            <a:r>
              <a:rPr lang="en-US" altLang="zh-CN" dirty="0" err="1">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 NULL, NULL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cs typeface="Calibri" panose="020F0502020204030204" pitchFamily="34" charset="0"/>
              </a:rPr>
              <a:t>// </a:t>
            </a:r>
            <a:r>
              <a:rPr lang="zh-CN" altLang="en-US" dirty="0">
                <a:solidFill>
                  <a:srgbClr val="990033"/>
                </a:solidFill>
                <a:latin typeface="Calibri" panose="020F0502020204030204" pitchFamily="34" charset="0"/>
                <a:cs typeface="Calibri" panose="020F0502020204030204" pitchFamily="34" charset="0"/>
              </a:rPr>
              <a:t>三个语句</a:t>
            </a:r>
            <a:endParaRPr lang="en-US" altLang="zh-CN" dirty="0">
              <a:solidFill>
                <a:srgbClr val="990033"/>
              </a:solidFill>
              <a:latin typeface="Calibri" panose="020F0502020204030204" pitchFamily="34" charset="0"/>
              <a:cs typeface="Calibri" panose="020F0502020204030204" pitchFamily="34" charset="0"/>
            </a:endParaRPr>
          </a:p>
          <a:p>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if</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008E40"/>
                </a:solidFill>
                <a:latin typeface="Calibri" panose="020F0502020204030204" pitchFamily="34" charset="0"/>
                <a:ea typeface="Calibri" panose="020F0502020204030204" pitchFamily="34" charset="0"/>
                <a:cs typeface="Calibri" panose="020F0502020204030204" pitchFamily="34" charset="0"/>
              </a:rPr>
              <a:t>first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0070C0"/>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-&gt;</a:t>
            </a:r>
            <a:r>
              <a:rPr lang="en-US" altLang="zh-CN" dirty="0" err="1">
                <a:latin typeface="Calibri" panose="020F0502020204030204" pitchFamily="34" charset="0"/>
                <a:ea typeface="Calibri" panose="020F0502020204030204" pitchFamily="34" charset="0"/>
                <a:cs typeface="Calibri" panose="020F0502020204030204" pitchFamily="34" charset="0"/>
              </a:rPr>
              <a:t>firstChild</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ea typeface="Calibri" panose="020F0502020204030204" pitchFamily="34" charset="0"/>
                <a:cs typeface="Calibri" panose="020F0502020204030204" pitchFamily="34" charset="0"/>
              </a:rPr>
              <a:t>first </a:t>
            </a:r>
            <a:r>
              <a:rPr lang="en-US" altLang="zh-CN" dirty="0">
                <a:latin typeface="Calibri" panose="020F0502020204030204" pitchFamily="34" charset="0"/>
                <a:ea typeface="Calibri" panose="020F0502020204030204" pitchFamily="34" charset="0"/>
                <a:cs typeface="Calibri" panose="020F0502020204030204" pitchFamily="34" charset="0"/>
              </a:rPr>
              <a:t>= FALSE;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else</a:t>
            </a:r>
            <a:r>
              <a:rPr lang="en-US" altLang="zh-CN" dirty="0">
                <a:latin typeface="Calibri" panose="020F0502020204030204" pitchFamily="34" charset="0"/>
                <a:ea typeface="Calibri" panose="020F0502020204030204" pitchFamily="34" charset="0"/>
                <a:cs typeface="Calibri" panose="020F0502020204030204" pitchFamily="34" charset="0"/>
              </a:rPr>
              <a:t> q-&gt;</a:t>
            </a:r>
            <a:r>
              <a:rPr lang="en-US" altLang="zh-CN" dirty="0" err="1">
                <a:latin typeface="Calibri" panose="020F0502020204030204" pitchFamily="34" charset="0"/>
                <a:ea typeface="Calibri" panose="020F0502020204030204" pitchFamily="34" charset="0"/>
                <a:cs typeface="Calibri" panose="020F0502020204030204" pitchFamily="34" charset="0"/>
              </a:rPr>
              <a:t>nextSib</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q</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err="1">
                <a:latin typeface="Calibri" panose="020F0502020204030204" pitchFamily="34" charset="0"/>
                <a:ea typeface="Calibri" panose="020F0502020204030204" pitchFamily="34" charset="0"/>
                <a:cs typeface="Calibri" panose="020F0502020204030204" pitchFamily="34" charset="0"/>
              </a:rPr>
              <a:t>DFSTree</a:t>
            </a:r>
            <a:r>
              <a:rPr lang="en-US" altLang="zh-CN" dirty="0">
                <a:latin typeface="Calibri" panose="020F0502020204030204" pitchFamily="34" charset="0"/>
                <a:ea typeface="Calibri" panose="020F0502020204030204" pitchFamily="34" charset="0"/>
                <a:cs typeface="Calibri" panose="020F0502020204030204" pitchFamily="34" charset="0"/>
              </a:rPr>
              <a:t>(G,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w</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FF0000"/>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7030A0"/>
                </a:solidFill>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cs typeface="Calibri" panose="020F0502020204030204" pitchFamily="34" charset="0"/>
              </a:rPr>
              <a:t>// </a:t>
            </a:r>
            <a:r>
              <a:rPr lang="zh-CN" altLang="en-US" dirty="0">
                <a:solidFill>
                  <a:srgbClr val="990033"/>
                </a:solidFill>
                <a:latin typeface="Calibri" panose="020F0502020204030204" pitchFamily="34" charset="0"/>
                <a:cs typeface="Calibri" panose="020F0502020204030204" pitchFamily="34" charset="0"/>
              </a:rPr>
              <a:t>递归调用</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 </a:t>
            </a:r>
          </a:p>
          <a:p>
            <a:pPr>
              <a:lnSpc>
                <a:spcPct val="80000"/>
              </a:lnSpc>
            </a:pPr>
            <a:r>
              <a:rPr lang="en-US" altLang="zh-CN" dirty="0">
                <a:solidFill>
                  <a:srgbClr val="7030A0"/>
                </a:solidFill>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solidFill>
                  <a:srgbClr val="7030A0"/>
                </a:solidFill>
                <a:latin typeface="Calibri" panose="020F0502020204030204" pitchFamily="34" charset="0"/>
                <a:ea typeface="Calibri" panose="020F0502020204030204" pitchFamily="34" charset="0"/>
                <a:cs typeface="Calibri" panose="020F0502020204030204" pitchFamily="34" charset="0"/>
              </a:rPr>
              <a:t>  </a:t>
            </a:r>
          </a:p>
          <a:p>
            <a:pPr>
              <a:lnSpc>
                <a:spcPct val="80000"/>
              </a:lnSpc>
            </a:pPr>
            <a:r>
              <a:rPr lang="en-US" altLang="zh-CN" b="1" dirty="0">
                <a:solidFill>
                  <a:srgbClr val="7030A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return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a:t>
            </a:r>
            <a:endParaRPr lang="en-US" altLang="zh-CN" dirty="0">
              <a:solidFill>
                <a:srgbClr val="7030A0"/>
              </a:solidFill>
              <a:latin typeface="Calibri" panose="020F0502020204030204" pitchFamily="34" charset="0"/>
              <a:ea typeface="Calibri" panose="020F0502020204030204" pitchFamily="34" charset="0"/>
              <a:cs typeface="Calibri" panose="020F0502020204030204" pitchFamily="34" charset="0"/>
            </a:endParaRPr>
          </a:p>
          <a:p>
            <a:pPr>
              <a:lnSpc>
                <a:spcPct val="80000"/>
              </a:lnSpc>
            </a:pP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p:txBody>
      </p:sp>
      <p:sp>
        <p:nvSpPr>
          <p:cNvPr id="110" name="矩形 278659">
            <a:extLst>
              <a:ext uri="{FF2B5EF4-FFF2-40B4-BE49-F238E27FC236}">
                <a16:creationId xmlns:a16="http://schemas.microsoft.com/office/drawing/2014/main" id="{C1051AB9-EBFB-4D2E-B6E4-3FF5F7B8E85F}"/>
              </a:ext>
            </a:extLst>
          </p:cNvPr>
          <p:cNvSpPr>
            <a:spLocks noChangeArrowheads="1"/>
          </p:cNvSpPr>
          <p:nvPr/>
        </p:nvSpPr>
        <p:spPr bwMode="auto">
          <a:xfrm>
            <a:off x="6322187" y="208816"/>
            <a:ext cx="4958233" cy="3255635"/>
          </a:xfrm>
          <a:prstGeom prst="rect">
            <a:avLst/>
          </a:prstGeom>
          <a:solidFill>
            <a:srgbClr val="E3F5F3"/>
          </a:solidFill>
          <a:ln>
            <a:solidFill>
              <a:schemeClr val="accent6">
                <a:lumMod val="50000"/>
              </a:schemeClr>
            </a:solidFill>
          </a:ln>
        </p:spPr>
        <p:txBody>
          <a:bodyPr wrap="square">
            <a:spAutoFit/>
          </a:bodyPr>
          <a:lstStyle/>
          <a:p>
            <a:pPr>
              <a:lnSpc>
                <a:spcPct val="80000"/>
              </a:lnSpc>
            </a:pP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DFSForest</a:t>
            </a:r>
            <a:r>
              <a:rPr lang="en-US" altLang="zh-CN" dirty="0">
                <a:latin typeface="Calibri" panose="020F0502020204030204" pitchFamily="34" charset="0"/>
                <a:ea typeface="Calibri" panose="020F0502020204030204" pitchFamily="34" charset="0"/>
                <a:cs typeface="Calibri" panose="020F0502020204030204" pitchFamily="34" charset="0"/>
              </a:rPr>
              <a:t>(Graph G,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pPr>
              <a:lnSpc>
                <a:spcPct val="80000"/>
              </a:lnSpc>
            </a:pP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a:t>
            </a:r>
            <a:r>
              <a:rPr lang="en-US" altLang="zh-CN" dirty="0">
                <a:latin typeface="Calibri" panose="020F0502020204030204" pitchFamily="34" charset="0"/>
                <a:ea typeface="Calibri" panose="020F0502020204030204" pitchFamily="34" charset="0"/>
                <a:cs typeface="Calibri" panose="020F0502020204030204" pitchFamily="34" charset="0"/>
              </a:rPr>
              <a:t> v, j = 0;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 p, q,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 = NULL;   </a:t>
            </a:r>
          </a:p>
          <a:p>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for</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=0;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&lt;G-&gt;n;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G-&gt;visited[</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UNVisited</a:t>
            </a:r>
            <a:r>
              <a:rPr lang="en-US" altLang="zh-CN" dirty="0">
                <a:latin typeface="Calibri" panose="020F0502020204030204" pitchFamily="34" charset="0"/>
                <a:ea typeface="Calibri" panose="020F0502020204030204" pitchFamily="34" charset="0"/>
                <a:cs typeface="Calibri" panose="020F0502020204030204" pitchFamily="34" charset="0"/>
              </a:rPr>
              <a:t>;</a:t>
            </a:r>
          </a:p>
          <a:p>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for</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=0;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&lt;G-&gt;n;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a:t>
            </a:r>
            <a:endPar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if</a:t>
            </a:r>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dirty="0">
                <a:latin typeface="Calibri" panose="020F0502020204030204" pitchFamily="34" charset="0"/>
                <a:ea typeface="Calibri" panose="020F0502020204030204" pitchFamily="34" charset="0"/>
                <a:cs typeface="Calibri" panose="020F0502020204030204" pitchFamily="34" charset="0"/>
              </a:rPr>
              <a:t>( G-&gt;visited[</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UNVisited</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err="1">
                <a:latin typeface="Calibri" panose="020F0502020204030204" pitchFamily="34" charset="0"/>
                <a:ea typeface="Calibri" panose="020F0502020204030204" pitchFamily="34" charset="0"/>
                <a:cs typeface="Calibri" panose="020F0502020204030204" pitchFamily="34" charset="0"/>
              </a:rPr>
              <a:t>CSTree</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malloc</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err="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sizeof</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CSNode</a:t>
            </a:r>
            <a:r>
              <a:rPr lang="en-US" altLang="zh-CN" dirty="0">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Getvex</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G,</a:t>
            </a:r>
            <a:r>
              <a:rPr lang="en-US" altLang="zh-CN" dirty="0" err="1">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NULL, NULL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cs typeface="Calibri" panose="020F0502020204030204" pitchFamily="34" charset="0"/>
              </a:rPr>
              <a:t>// </a:t>
            </a:r>
            <a:r>
              <a:rPr lang="zh-CN" altLang="en-US" dirty="0">
                <a:solidFill>
                  <a:srgbClr val="990033"/>
                </a:solidFill>
                <a:latin typeface="Calibri" panose="020F0502020204030204" pitchFamily="34" charset="0"/>
                <a:cs typeface="Calibri" panose="020F0502020204030204" pitchFamily="34" charset="0"/>
              </a:rPr>
              <a:t>三个语句</a:t>
            </a:r>
            <a:endParaRPr lang="en-US" altLang="zh-CN" dirty="0">
              <a:solidFill>
                <a:srgbClr val="990033"/>
              </a:solidFill>
              <a:latin typeface="Calibri" panose="020F0502020204030204" pitchFamily="34" charset="0"/>
              <a:cs typeface="Calibri" panose="020F0502020204030204" pitchFamily="34" charset="0"/>
            </a:endParaRPr>
          </a:p>
          <a:p>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if</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else</a:t>
            </a:r>
            <a:r>
              <a:rPr lang="en-US" altLang="zh-CN" dirty="0">
                <a:latin typeface="Calibri" panose="020F0502020204030204" pitchFamily="34" charset="0"/>
                <a:ea typeface="Calibri" panose="020F0502020204030204" pitchFamily="34" charset="0"/>
                <a:cs typeface="Calibri" panose="020F0502020204030204" pitchFamily="34" charset="0"/>
              </a:rPr>
              <a:t> q-&gt;</a:t>
            </a:r>
            <a:r>
              <a:rPr lang="en-US" altLang="zh-CN" dirty="0" err="1">
                <a:latin typeface="Calibri" panose="020F0502020204030204" pitchFamily="34" charset="0"/>
                <a:ea typeface="Calibri" panose="020F0502020204030204" pitchFamily="34" charset="0"/>
                <a:cs typeface="Calibri" panose="020F0502020204030204" pitchFamily="34" charset="0"/>
              </a:rPr>
              <a:t>nextSib</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a:t>
            </a:r>
          </a:p>
          <a:p>
            <a:r>
              <a:rPr lang="en-US" altLang="zh-CN" dirty="0">
                <a:latin typeface="Calibri" panose="020F0502020204030204" pitchFamily="34" charset="0"/>
                <a:ea typeface="Calibri" panose="020F0502020204030204" pitchFamily="34" charset="0"/>
                <a:cs typeface="Calibri" panose="020F0502020204030204" pitchFamily="34" charset="0"/>
              </a:rPr>
              <a:t>         q = </a:t>
            </a:r>
            <a:r>
              <a:rPr lang="en-US" altLang="zh-CN" dirty="0" err="1">
                <a:latin typeface="Calibri" panose="020F0502020204030204" pitchFamily="34" charset="0"/>
                <a:ea typeface="Calibri" panose="020F0502020204030204" pitchFamily="34" charset="0"/>
                <a:cs typeface="Calibri" panose="020F0502020204030204" pitchFamily="34" charset="0"/>
              </a:rPr>
              <a:t>DFSTree</a:t>
            </a:r>
            <a:r>
              <a:rPr lang="en-US" altLang="zh-CN" dirty="0">
                <a:latin typeface="Calibri" panose="020F0502020204030204" pitchFamily="34" charset="0"/>
                <a:ea typeface="Calibri" panose="020F0502020204030204" pitchFamily="34" charset="0"/>
                <a:cs typeface="Calibri" panose="020F0502020204030204" pitchFamily="34" charset="0"/>
              </a:rPr>
              <a:t>(G,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v</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p</a:t>
            </a:r>
            <a:r>
              <a:rPr lang="en-US" altLang="zh-CN" dirty="0">
                <a:latin typeface="Calibri" panose="020F0502020204030204" pitchFamily="34" charset="0"/>
                <a:ea typeface="Calibri" panose="020F0502020204030204" pitchFamily="34" charset="0"/>
                <a:cs typeface="Calibri" panose="020F0502020204030204" pitchFamily="34" charset="0"/>
              </a:rPr>
              <a:t>); </a:t>
            </a:r>
          </a:p>
          <a:p>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  </a:t>
            </a:r>
          </a:p>
          <a:p>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return </a:t>
            </a:r>
            <a:r>
              <a:rPr lang="en-US" altLang="zh-CN" dirty="0">
                <a:solidFill>
                  <a:srgbClr val="990033"/>
                </a:solidFill>
                <a:latin typeface="Calibri" panose="020F0502020204030204" pitchFamily="34" charset="0"/>
                <a:ea typeface="Calibri" panose="020F0502020204030204" pitchFamily="34" charset="0"/>
                <a:cs typeface="Calibri" panose="020F0502020204030204" pitchFamily="34" charset="0"/>
              </a:rPr>
              <a:t>T</a:t>
            </a:r>
            <a:r>
              <a:rPr lang="en-US" altLang="zh-CN" dirty="0">
                <a:latin typeface="Calibri" panose="020F0502020204030204" pitchFamily="34" charset="0"/>
                <a:ea typeface="Calibri" panose="020F0502020204030204" pitchFamily="34" charset="0"/>
                <a:cs typeface="Calibri" panose="020F0502020204030204" pitchFamily="34" charset="0"/>
              </a:rPr>
              <a:t>;</a:t>
            </a:r>
          </a:p>
          <a:p>
            <a:pPr>
              <a:lnSpc>
                <a:spcPct val="80000"/>
              </a:lnSpc>
            </a:pPr>
            <a:r>
              <a:rPr lang="en-US" altLang="zh-CN"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p>
        </p:txBody>
      </p:sp>
      <p:grpSp>
        <p:nvGrpSpPr>
          <p:cNvPr id="190" name="组合 189">
            <a:extLst>
              <a:ext uri="{FF2B5EF4-FFF2-40B4-BE49-F238E27FC236}">
                <a16:creationId xmlns:a16="http://schemas.microsoft.com/office/drawing/2014/main" id="{CDC8093A-4E66-44FE-830B-FA10B311726E}"/>
              </a:ext>
            </a:extLst>
          </p:cNvPr>
          <p:cNvGrpSpPr/>
          <p:nvPr/>
        </p:nvGrpSpPr>
        <p:grpSpPr>
          <a:xfrm>
            <a:off x="692793" y="4888420"/>
            <a:ext cx="693288" cy="249042"/>
            <a:chOff x="693153" y="4807739"/>
            <a:chExt cx="833226" cy="249172"/>
          </a:xfrm>
        </p:grpSpPr>
        <p:sp>
          <p:nvSpPr>
            <p:cNvPr id="185" name="文本框 184">
              <a:extLst>
                <a:ext uri="{FF2B5EF4-FFF2-40B4-BE49-F238E27FC236}">
                  <a16:creationId xmlns:a16="http://schemas.microsoft.com/office/drawing/2014/main" id="{756AC70F-0DE6-4C21-855A-471E4779423A}"/>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A</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86" name="文本框 185">
              <a:extLst>
                <a:ext uri="{FF2B5EF4-FFF2-40B4-BE49-F238E27FC236}">
                  <a16:creationId xmlns:a16="http://schemas.microsoft.com/office/drawing/2014/main" id="{BF0C44B1-4E67-447D-88BC-4A193F7A86DA}"/>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187" name="文本框 186">
              <a:extLst>
                <a:ext uri="{FF2B5EF4-FFF2-40B4-BE49-F238E27FC236}">
                  <a16:creationId xmlns:a16="http://schemas.microsoft.com/office/drawing/2014/main" id="{49C4603E-4A18-46E8-9109-7EF6281C7D4F}"/>
                </a:ext>
              </a:extLst>
            </p:cNvPr>
            <p:cNvSpPr txBox="1"/>
            <p:nvPr/>
          </p:nvSpPr>
          <p:spPr>
            <a:xfrm>
              <a:off x="1269218" y="4807739"/>
              <a:ext cx="257161"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188" name="文本框 187">
            <a:extLst>
              <a:ext uri="{FF2B5EF4-FFF2-40B4-BE49-F238E27FC236}">
                <a16:creationId xmlns:a16="http://schemas.microsoft.com/office/drawing/2014/main" id="{281A7EF8-D0F2-4C5B-9A5D-B3E4D8F2680A}"/>
              </a:ext>
            </a:extLst>
          </p:cNvPr>
          <p:cNvSpPr txBox="1"/>
          <p:nvPr/>
        </p:nvSpPr>
        <p:spPr>
          <a:xfrm>
            <a:off x="965409" y="4918429"/>
            <a:ext cx="18673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189" name="矩形: 圆角 188">
            <a:extLst>
              <a:ext uri="{FF2B5EF4-FFF2-40B4-BE49-F238E27FC236}">
                <a16:creationId xmlns:a16="http://schemas.microsoft.com/office/drawing/2014/main" id="{9A375036-72C0-427D-A731-2266D621B81F}"/>
              </a:ext>
            </a:extLst>
          </p:cNvPr>
          <p:cNvSpPr/>
          <p:nvPr/>
        </p:nvSpPr>
        <p:spPr>
          <a:xfrm>
            <a:off x="2791111" y="208476"/>
            <a:ext cx="3376859" cy="559102"/>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399" b="1" dirty="0">
                <a:solidFill>
                  <a:schemeClr val="bg1"/>
                </a:solidFill>
                <a:effectLst>
                  <a:outerShdw blurRad="38100" dist="38100" dir="2700000" algn="tl">
                    <a:srgbClr val="000000">
                      <a:alpha val="43137"/>
                    </a:srgbClr>
                  </a:outerShdw>
                </a:effectLst>
                <a:latin typeface="+mn-ea"/>
              </a:rPr>
              <a:t>无向图深度优先生成树</a:t>
            </a:r>
            <a:endParaRPr lang="en-US" altLang="zh-CN" sz="2399" b="1" dirty="0">
              <a:solidFill>
                <a:schemeClr val="bg1"/>
              </a:solidFill>
              <a:effectLst>
                <a:outerShdw blurRad="38100" dist="38100" dir="2700000" algn="tl">
                  <a:srgbClr val="000000">
                    <a:alpha val="43137"/>
                  </a:srgbClr>
                </a:outerShdw>
              </a:effectLst>
              <a:latin typeface="+mn-ea"/>
            </a:endParaRPr>
          </a:p>
        </p:txBody>
      </p:sp>
      <p:grpSp>
        <p:nvGrpSpPr>
          <p:cNvPr id="191" name="组合 190">
            <a:extLst>
              <a:ext uri="{FF2B5EF4-FFF2-40B4-BE49-F238E27FC236}">
                <a16:creationId xmlns:a16="http://schemas.microsoft.com/office/drawing/2014/main" id="{7003721A-B867-4161-BEFB-D409330D381A}"/>
              </a:ext>
            </a:extLst>
          </p:cNvPr>
          <p:cNvGrpSpPr/>
          <p:nvPr/>
        </p:nvGrpSpPr>
        <p:grpSpPr>
          <a:xfrm>
            <a:off x="203984" y="4864202"/>
            <a:ext cx="501754" cy="245965"/>
            <a:chOff x="8146818" y="2790878"/>
            <a:chExt cx="441172" cy="185555"/>
          </a:xfrm>
        </p:grpSpPr>
        <p:cxnSp>
          <p:nvCxnSpPr>
            <p:cNvPr id="192" name="直接箭头连接符 191">
              <a:extLst>
                <a:ext uri="{FF2B5EF4-FFF2-40B4-BE49-F238E27FC236}">
                  <a16:creationId xmlns:a16="http://schemas.microsoft.com/office/drawing/2014/main" id="{C64D0543-9B16-42D5-BF26-71E111E1161F}"/>
                </a:ext>
              </a:extLst>
            </p:cNvPr>
            <p:cNvCxnSpPr>
              <a:cxnSpLocks/>
            </p:cNvCxnSpPr>
            <p:nvPr/>
          </p:nvCxnSpPr>
          <p:spPr>
            <a:xfrm>
              <a:off x="8328254" y="2913988"/>
              <a:ext cx="259736"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93" name="矩形 278659">
              <a:extLst>
                <a:ext uri="{FF2B5EF4-FFF2-40B4-BE49-F238E27FC236}">
                  <a16:creationId xmlns:a16="http://schemas.microsoft.com/office/drawing/2014/main" id="{51982040-3A74-4933-845F-B288857B5826}"/>
                </a:ext>
              </a:extLst>
            </p:cNvPr>
            <p:cNvSpPr>
              <a:spLocks noChangeArrowheads="1"/>
            </p:cNvSpPr>
            <p:nvPr/>
          </p:nvSpPr>
          <p:spPr bwMode="auto">
            <a:xfrm>
              <a:off x="8146818" y="2790878"/>
              <a:ext cx="231881" cy="185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p</a:t>
              </a:r>
            </a:p>
          </p:txBody>
        </p:sp>
      </p:grpSp>
      <p:grpSp>
        <p:nvGrpSpPr>
          <p:cNvPr id="194" name="组合 193">
            <a:extLst>
              <a:ext uri="{FF2B5EF4-FFF2-40B4-BE49-F238E27FC236}">
                <a16:creationId xmlns:a16="http://schemas.microsoft.com/office/drawing/2014/main" id="{E2B08947-66D4-486D-B707-EEE21AB94BE3}"/>
              </a:ext>
            </a:extLst>
          </p:cNvPr>
          <p:cNvGrpSpPr/>
          <p:nvPr/>
        </p:nvGrpSpPr>
        <p:grpSpPr>
          <a:xfrm>
            <a:off x="222654" y="4505317"/>
            <a:ext cx="259695" cy="386615"/>
            <a:chOff x="8088567" y="2782146"/>
            <a:chExt cx="259830" cy="386818"/>
          </a:xfrm>
        </p:grpSpPr>
        <p:cxnSp>
          <p:nvCxnSpPr>
            <p:cNvPr id="195" name="直接箭头连接符 194">
              <a:extLst>
                <a:ext uri="{FF2B5EF4-FFF2-40B4-BE49-F238E27FC236}">
                  <a16:creationId xmlns:a16="http://schemas.microsoft.com/office/drawing/2014/main" id="{904CA385-F2DC-46F6-A690-74D470DD88E8}"/>
                </a:ext>
              </a:extLst>
            </p:cNvPr>
            <p:cNvCxnSpPr>
              <a:cxnSpLocks/>
            </p:cNvCxnSpPr>
            <p:nvPr/>
          </p:nvCxnSpPr>
          <p:spPr>
            <a:xfrm>
              <a:off x="8263134" y="2874714"/>
              <a:ext cx="0" cy="29425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96" name="矩形 278659">
              <a:extLst>
                <a:ext uri="{FF2B5EF4-FFF2-40B4-BE49-F238E27FC236}">
                  <a16:creationId xmlns:a16="http://schemas.microsoft.com/office/drawing/2014/main" id="{6AB12681-FE93-4BD4-AC72-30023BDF38E4}"/>
                </a:ext>
              </a:extLst>
            </p:cNvPr>
            <p:cNvSpPr>
              <a:spLocks noChangeArrowheads="1"/>
            </p:cNvSpPr>
            <p:nvPr/>
          </p:nvSpPr>
          <p:spPr bwMode="auto">
            <a:xfrm>
              <a:off x="8088567" y="2782146"/>
              <a:ext cx="25983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T</a:t>
              </a:r>
            </a:p>
          </p:txBody>
        </p:sp>
      </p:grpSp>
      <p:sp>
        <p:nvSpPr>
          <p:cNvPr id="198" name="文本框 197">
            <a:extLst>
              <a:ext uri="{FF2B5EF4-FFF2-40B4-BE49-F238E27FC236}">
                <a16:creationId xmlns:a16="http://schemas.microsoft.com/office/drawing/2014/main" id="{696A20F7-6A7C-4D16-BEE7-98B1E8D15E0A}"/>
              </a:ext>
            </a:extLst>
          </p:cNvPr>
          <p:cNvSpPr txBox="1"/>
          <p:nvPr/>
        </p:nvSpPr>
        <p:spPr>
          <a:xfrm>
            <a:off x="1192085" y="4918429"/>
            <a:ext cx="18673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grpSp>
        <p:nvGrpSpPr>
          <p:cNvPr id="202" name="组合 201">
            <a:extLst>
              <a:ext uri="{FF2B5EF4-FFF2-40B4-BE49-F238E27FC236}">
                <a16:creationId xmlns:a16="http://schemas.microsoft.com/office/drawing/2014/main" id="{36FCB9CB-0081-402D-8D9D-2781DD202C8A}"/>
              </a:ext>
            </a:extLst>
          </p:cNvPr>
          <p:cNvGrpSpPr/>
          <p:nvPr/>
        </p:nvGrpSpPr>
        <p:grpSpPr>
          <a:xfrm>
            <a:off x="11054817" y="1586093"/>
            <a:ext cx="1004120" cy="645995"/>
            <a:chOff x="10995718" y="1425184"/>
            <a:chExt cx="1004643" cy="646331"/>
          </a:xfrm>
        </p:grpSpPr>
        <p:sp>
          <p:nvSpPr>
            <p:cNvPr id="200" name="右大括号 199">
              <a:extLst>
                <a:ext uri="{FF2B5EF4-FFF2-40B4-BE49-F238E27FC236}">
                  <a16:creationId xmlns:a16="http://schemas.microsoft.com/office/drawing/2014/main" id="{822EFCEC-3C2D-4F9B-8395-58A70CF72B3F}"/>
                </a:ext>
              </a:extLst>
            </p:cNvPr>
            <p:cNvSpPr/>
            <p:nvPr/>
          </p:nvSpPr>
          <p:spPr>
            <a:xfrm>
              <a:off x="10995718" y="1479257"/>
              <a:ext cx="183885" cy="510377"/>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799"/>
            </a:p>
          </p:txBody>
        </p:sp>
        <p:sp>
          <p:nvSpPr>
            <p:cNvPr id="201" name="文本框 200">
              <a:extLst>
                <a:ext uri="{FF2B5EF4-FFF2-40B4-BE49-F238E27FC236}">
                  <a16:creationId xmlns:a16="http://schemas.microsoft.com/office/drawing/2014/main" id="{098460E8-4D37-4A22-A1D2-C4FDB2B5B5D4}"/>
                </a:ext>
              </a:extLst>
            </p:cNvPr>
            <p:cNvSpPr txBox="1"/>
            <p:nvPr/>
          </p:nvSpPr>
          <p:spPr>
            <a:xfrm>
              <a:off x="11123198" y="1425184"/>
              <a:ext cx="877163" cy="646331"/>
            </a:xfrm>
            <a:prstGeom prst="rect">
              <a:avLst/>
            </a:prstGeom>
            <a:noFill/>
          </p:spPr>
          <p:txBody>
            <a:bodyPr wrap="none" rtlCol="0">
              <a:spAutoFit/>
            </a:bodyPr>
            <a:lstStyle/>
            <a:p>
              <a:r>
                <a:rPr lang="zh-CN" altLang="en-US" sz="1799" b="1" dirty="0">
                  <a:solidFill>
                    <a:srgbClr val="990033"/>
                  </a:solidFill>
                  <a:effectLst>
                    <a:outerShdw blurRad="38100" dist="38100" dir="2700000" algn="tl">
                      <a:srgbClr val="000000">
                        <a:alpha val="43137"/>
                      </a:srgbClr>
                    </a:outerShdw>
                  </a:effectLst>
                </a:rPr>
                <a:t>生成树</a:t>
              </a:r>
              <a:endParaRPr lang="en-US" altLang="zh-CN" sz="1799" b="1" dirty="0">
                <a:solidFill>
                  <a:srgbClr val="990033"/>
                </a:solidFill>
                <a:effectLst>
                  <a:outerShdw blurRad="38100" dist="38100" dir="2700000" algn="tl">
                    <a:srgbClr val="000000">
                      <a:alpha val="43137"/>
                    </a:srgbClr>
                  </a:outerShdw>
                </a:effectLst>
              </a:endParaRPr>
            </a:p>
            <a:p>
              <a:r>
                <a:rPr lang="zh-CN" altLang="en-US" sz="1799" b="1" dirty="0">
                  <a:solidFill>
                    <a:srgbClr val="990033"/>
                  </a:solidFill>
                  <a:effectLst>
                    <a:outerShdw blurRad="38100" dist="38100" dir="2700000" algn="tl">
                      <a:srgbClr val="000000">
                        <a:alpha val="43137"/>
                      </a:srgbClr>
                    </a:outerShdw>
                  </a:effectLst>
                </a:rPr>
                <a:t>根结点</a:t>
              </a:r>
            </a:p>
          </p:txBody>
        </p:sp>
      </p:grpSp>
      <p:cxnSp>
        <p:nvCxnSpPr>
          <p:cNvPr id="207" name="直接箭头连接符 206">
            <a:extLst>
              <a:ext uri="{FF2B5EF4-FFF2-40B4-BE49-F238E27FC236}">
                <a16:creationId xmlns:a16="http://schemas.microsoft.com/office/drawing/2014/main" id="{51D258D5-D1DA-40CE-ACAF-D89E366A1335}"/>
              </a:ext>
            </a:extLst>
          </p:cNvPr>
          <p:cNvCxnSpPr>
            <a:cxnSpLocks/>
          </p:cNvCxnSpPr>
          <p:nvPr/>
        </p:nvCxnSpPr>
        <p:spPr>
          <a:xfrm>
            <a:off x="8584276" y="2615738"/>
            <a:ext cx="1213659" cy="848713"/>
          </a:xfrm>
          <a:prstGeom prst="straightConnector1">
            <a:avLst/>
          </a:prstGeom>
          <a:ln w="38100">
            <a:solidFill>
              <a:srgbClr val="00B0F0"/>
            </a:solidFill>
            <a:tailEnd type="triangle" w="med" len="lg"/>
          </a:ln>
        </p:spPr>
        <p:style>
          <a:lnRef idx="1">
            <a:schemeClr val="accent1"/>
          </a:lnRef>
          <a:fillRef idx="0">
            <a:schemeClr val="accent1"/>
          </a:fillRef>
          <a:effectRef idx="0">
            <a:schemeClr val="accent1"/>
          </a:effectRef>
          <a:fontRef idx="minor">
            <a:schemeClr val="tx1"/>
          </a:fontRef>
        </p:style>
      </p:cxnSp>
      <p:sp>
        <p:nvSpPr>
          <p:cNvPr id="211" name="文本框 210">
            <a:extLst>
              <a:ext uri="{FF2B5EF4-FFF2-40B4-BE49-F238E27FC236}">
                <a16:creationId xmlns:a16="http://schemas.microsoft.com/office/drawing/2014/main" id="{C5E3C4C1-8EC3-4AF4-B59A-BA281DBC78A8}"/>
              </a:ext>
            </a:extLst>
          </p:cNvPr>
          <p:cNvSpPr txBox="1"/>
          <p:nvPr/>
        </p:nvSpPr>
        <p:spPr>
          <a:xfrm>
            <a:off x="2657763"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12" name="文本框 211">
            <a:extLst>
              <a:ext uri="{FF2B5EF4-FFF2-40B4-BE49-F238E27FC236}">
                <a16:creationId xmlns:a16="http://schemas.microsoft.com/office/drawing/2014/main" id="{F4354412-07B9-4595-974C-9497714170A8}"/>
              </a:ext>
            </a:extLst>
          </p:cNvPr>
          <p:cNvSpPr txBox="1"/>
          <p:nvPr/>
        </p:nvSpPr>
        <p:spPr>
          <a:xfrm>
            <a:off x="2931716"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13" name="文本框 212">
            <a:extLst>
              <a:ext uri="{FF2B5EF4-FFF2-40B4-BE49-F238E27FC236}">
                <a16:creationId xmlns:a16="http://schemas.microsoft.com/office/drawing/2014/main" id="{D36278C5-28A0-4E2E-8B5C-F315E188AA2E}"/>
              </a:ext>
            </a:extLst>
          </p:cNvPr>
          <p:cNvSpPr txBox="1"/>
          <p:nvPr/>
        </p:nvSpPr>
        <p:spPr>
          <a:xfrm>
            <a:off x="3210102"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14" name="文本框 213">
            <a:extLst>
              <a:ext uri="{FF2B5EF4-FFF2-40B4-BE49-F238E27FC236}">
                <a16:creationId xmlns:a16="http://schemas.microsoft.com/office/drawing/2014/main" id="{256E9EA7-F6BB-406D-9C26-EDAC8965BB61}"/>
              </a:ext>
            </a:extLst>
          </p:cNvPr>
          <p:cNvSpPr txBox="1"/>
          <p:nvPr/>
        </p:nvSpPr>
        <p:spPr>
          <a:xfrm>
            <a:off x="3482330"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15" name="文本框 214">
            <a:extLst>
              <a:ext uri="{FF2B5EF4-FFF2-40B4-BE49-F238E27FC236}">
                <a16:creationId xmlns:a16="http://schemas.microsoft.com/office/drawing/2014/main" id="{A7A2B5D2-B537-457A-B9D1-5BC36B553273}"/>
              </a:ext>
            </a:extLst>
          </p:cNvPr>
          <p:cNvSpPr txBox="1"/>
          <p:nvPr/>
        </p:nvSpPr>
        <p:spPr>
          <a:xfrm>
            <a:off x="3760149"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16" name="文本框 215">
            <a:extLst>
              <a:ext uri="{FF2B5EF4-FFF2-40B4-BE49-F238E27FC236}">
                <a16:creationId xmlns:a16="http://schemas.microsoft.com/office/drawing/2014/main" id="{E6D0ACFB-E257-42B2-83F6-E8272DD3B560}"/>
              </a:ext>
            </a:extLst>
          </p:cNvPr>
          <p:cNvSpPr txBox="1"/>
          <p:nvPr/>
        </p:nvSpPr>
        <p:spPr>
          <a:xfrm>
            <a:off x="4027038"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17" name="文本框 216">
            <a:extLst>
              <a:ext uri="{FF2B5EF4-FFF2-40B4-BE49-F238E27FC236}">
                <a16:creationId xmlns:a16="http://schemas.microsoft.com/office/drawing/2014/main" id="{74F49501-50DF-48AC-9E73-6A93DD82A6DA}"/>
              </a:ext>
            </a:extLst>
          </p:cNvPr>
          <p:cNvSpPr txBox="1"/>
          <p:nvPr/>
        </p:nvSpPr>
        <p:spPr>
          <a:xfrm>
            <a:off x="4310207"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18" name="文本框 217">
            <a:extLst>
              <a:ext uri="{FF2B5EF4-FFF2-40B4-BE49-F238E27FC236}">
                <a16:creationId xmlns:a16="http://schemas.microsoft.com/office/drawing/2014/main" id="{28C4D95F-1B62-41DB-980C-8BBAD6285296}"/>
              </a:ext>
            </a:extLst>
          </p:cNvPr>
          <p:cNvSpPr txBox="1"/>
          <p:nvPr/>
        </p:nvSpPr>
        <p:spPr>
          <a:xfrm>
            <a:off x="4575564"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19" name="文本框 218">
            <a:extLst>
              <a:ext uri="{FF2B5EF4-FFF2-40B4-BE49-F238E27FC236}">
                <a16:creationId xmlns:a16="http://schemas.microsoft.com/office/drawing/2014/main" id="{4FD6CD28-34F5-4046-8E80-53AD8C112953}"/>
              </a:ext>
            </a:extLst>
          </p:cNvPr>
          <p:cNvSpPr txBox="1"/>
          <p:nvPr/>
        </p:nvSpPr>
        <p:spPr>
          <a:xfrm>
            <a:off x="4845550"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20" name="文本框 219">
            <a:extLst>
              <a:ext uri="{FF2B5EF4-FFF2-40B4-BE49-F238E27FC236}">
                <a16:creationId xmlns:a16="http://schemas.microsoft.com/office/drawing/2014/main" id="{C96F4D6B-CBAD-4FB4-81F2-A27E31EB7893}"/>
              </a:ext>
            </a:extLst>
          </p:cNvPr>
          <p:cNvSpPr txBox="1"/>
          <p:nvPr/>
        </p:nvSpPr>
        <p:spPr>
          <a:xfrm>
            <a:off x="5121888"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21" name="文本框 220">
            <a:extLst>
              <a:ext uri="{FF2B5EF4-FFF2-40B4-BE49-F238E27FC236}">
                <a16:creationId xmlns:a16="http://schemas.microsoft.com/office/drawing/2014/main" id="{9D664231-EA0A-47B4-BD2D-D89CED06A569}"/>
              </a:ext>
            </a:extLst>
          </p:cNvPr>
          <p:cNvSpPr txBox="1"/>
          <p:nvPr/>
        </p:nvSpPr>
        <p:spPr>
          <a:xfrm>
            <a:off x="5399533" y="1892196"/>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22" name="文本框 221">
            <a:extLst>
              <a:ext uri="{FF2B5EF4-FFF2-40B4-BE49-F238E27FC236}">
                <a16:creationId xmlns:a16="http://schemas.microsoft.com/office/drawing/2014/main" id="{77A9F252-EF5B-4800-ACB3-3F990C5AF76F}"/>
              </a:ext>
            </a:extLst>
          </p:cNvPr>
          <p:cNvSpPr txBox="1"/>
          <p:nvPr/>
        </p:nvSpPr>
        <p:spPr>
          <a:xfrm>
            <a:off x="5667373"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23" name="文本框 222">
            <a:extLst>
              <a:ext uri="{FF2B5EF4-FFF2-40B4-BE49-F238E27FC236}">
                <a16:creationId xmlns:a16="http://schemas.microsoft.com/office/drawing/2014/main" id="{43D73890-779F-4C47-A5B0-11E7E0DD952D}"/>
              </a:ext>
            </a:extLst>
          </p:cNvPr>
          <p:cNvSpPr txBox="1"/>
          <p:nvPr/>
        </p:nvSpPr>
        <p:spPr>
          <a:xfrm>
            <a:off x="5938688" y="1891935"/>
            <a:ext cx="202442" cy="307617"/>
          </a:xfrm>
          <a:prstGeom prst="rect">
            <a:avLst/>
          </a:prstGeom>
          <a:solidFill>
            <a:schemeClr val="accent5">
              <a:lumMod val="20000"/>
              <a:lumOff val="80000"/>
            </a:schemeClr>
          </a:solidFill>
        </p:spPr>
        <p:txBody>
          <a:bodyPr wrap="none" lIns="35981" tIns="0" rIns="35981" bIns="0" rtlCol="0" anchor="ctr" anchorCtr="1">
            <a:spAutoFit/>
          </a:bodyPr>
          <a:lstStyle/>
          <a:p>
            <a:r>
              <a:rPr lang="en-US" altLang="zh-CN" sz="1999" b="1" dirty="0">
                <a:solidFill>
                  <a:srgbClr val="990033"/>
                </a:solidFill>
              </a:rPr>
              <a:t>1</a:t>
            </a:r>
            <a:endParaRPr lang="zh-CN" altLang="en-US" sz="1999" b="1" dirty="0">
              <a:solidFill>
                <a:srgbClr val="990033"/>
              </a:solidFill>
            </a:endParaRPr>
          </a:p>
        </p:txBody>
      </p:sp>
      <p:sp>
        <p:nvSpPr>
          <p:cNvPr id="225" name="文本框 224">
            <a:extLst>
              <a:ext uri="{FF2B5EF4-FFF2-40B4-BE49-F238E27FC236}">
                <a16:creationId xmlns:a16="http://schemas.microsoft.com/office/drawing/2014/main" id="{204B93D0-9F63-472E-A434-B10A1A172E5A}"/>
              </a:ext>
            </a:extLst>
          </p:cNvPr>
          <p:cNvSpPr txBox="1"/>
          <p:nvPr/>
        </p:nvSpPr>
        <p:spPr>
          <a:xfrm>
            <a:off x="10070873" y="4310994"/>
            <a:ext cx="1810771" cy="369204"/>
          </a:xfrm>
          <a:prstGeom prst="rect">
            <a:avLst/>
          </a:prstGeom>
          <a:noFill/>
        </p:spPr>
        <p:txBody>
          <a:bodyPr wrap="square" rtlCol="0">
            <a:spAutoFit/>
          </a:bodyPr>
          <a:lstStyle/>
          <a:p>
            <a:r>
              <a:rPr lang="zh-CN" altLang="en-US" sz="1799" b="1" dirty="0">
                <a:solidFill>
                  <a:srgbClr val="990033"/>
                </a:solidFill>
                <a:effectLst>
                  <a:outerShdw blurRad="38100" dist="38100" dir="2700000" algn="tl">
                    <a:srgbClr val="000000">
                      <a:alpha val="43137"/>
                    </a:srgbClr>
                  </a:outerShdw>
                </a:effectLst>
              </a:rPr>
              <a:t>与存储位置相关</a:t>
            </a:r>
          </a:p>
        </p:txBody>
      </p:sp>
      <p:sp>
        <p:nvSpPr>
          <p:cNvPr id="231" name="矩形 278659">
            <a:extLst>
              <a:ext uri="{FF2B5EF4-FFF2-40B4-BE49-F238E27FC236}">
                <a16:creationId xmlns:a16="http://schemas.microsoft.com/office/drawing/2014/main" id="{BA29942C-A5C0-45EC-885F-9AE427A75C29}"/>
              </a:ext>
            </a:extLst>
          </p:cNvPr>
          <p:cNvSpPr>
            <a:spLocks noChangeArrowheads="1"/>
          </p:cNvSpPr>
          <p:nvPr/>
        </p:nvSpPr>
        <p:spPr bwMode="auto">
          <a:xfrm>
            <a:off x="56177" y="2011683"/>
            <a:ext cx="354153" cy="31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algn="ctr">
              <a:lnSpc>
                <a:spcPct val="70000"/>
              </a:lnSpc>
            </a:pPr>
            <a:r>
              <a:rPr lang="en-US" altLang="zh-CN" sz="2800" b="1" i="1" dirty="0">
                <a:solidFill>
                  <a:srgbClr val="FF0000"/>
                </a:solidFill>
                <a:latin typeface="Times New Roman" panose="02020603050405020304" pitchFamily="18" charset="0"/>
                <a:ea typeface="楷体_GB2312" pitchFamily="49" charset="-122"/>
                <a:cs typeface="Times New Roman" panose="02020603050405020304" pitchFamily="18" charset="0"/>
              </a:rPr>
              <a:t>w</a:t>
            </a:r>
            <a:endParaRPr lang="en-US" altLang="zh-CN" sz="2800" b="1" baseline="-25000" dirty="0">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grpSp>
        <p:nvGrpSpPr>
          <p:cNvPr id="232" name="组合 231">
            <a:extLst>
              <a:ext uri="{FF2B5EF4-FFF2-40B4-BE49-F238E27FC236}">
                <a16:creationId xmlns:a16="http://schemas.microsoft.com/office/drawing/2014/main" id="{DD71B9F6-6800-4742-BBD6-C32534DE459D}"/>
              </a:ext>
            </a:extLst>
          </p:cNvPr>
          <p:cNvGrpSpPr/>
          <p:nvPr/>
        </p:nvGrpSpPr>
        <p:grpSpPr>
          <a:xfrm>
            <a:off x="266388" y="3309723"/>
            <a:ext cx="478971" cy="246093"/>
            <a:chOff x="8146818" y="2790878"/>
            <a:chExt cx="479220" cy="246221"/>
          </a:xfrm>
        </p:grpSpPr>
        <p:cxnSp>
          <p:nvCxnSpPr>
            <p:cNvPr id="233" name="直接箭头连接符 232">
              <a:extLst>
                <a:ext uri="{FF2B5EF4-FFF2-40B4-BE49-F238E27FC236}">
                  <a16:creationId xmlns:a16="http://schemas.microsoft.com/office/drawing/2014/main" id="{9D202FAC-DADB-4519-9550-5F79CFE82844}"/>
                </a:ext>
              </a:extLst>
            </p:cNvPr>
            <p:cNvCxnSpPr>
              <a:cxnSpLocks/>
            </p:cNvCxnSpPr>
            <p:nvPr/>
          </p:nvCxnSpPr>
          <p:spPr>
            <a:xfrm>
              <a:off x="8366302" y="2913988"/>
              <a:ext cx="259736"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34" name="矩形 278659">
              <a:extLst>
                <a:ext uri="{FF2B5EF4-FFF2-40B4-BE49-F238E27FC236}">
                  <a16:creationId xmlns:a16="http://schemas.microsoft.com/office/drawing/2014/main" id="{DB0EF676-EDE1-453A-BAAF-86CEE911A06B}"/>
                </a:ext>
              </a:extLst>
            </p:cNvPr>
            <p:cNvSpPr>
              <a:spLocks noChangeArrowheads="1"/>
            </p:cNvSpPr>
            <p:nvPr/>
          </p:nvSpPr>
          <p:spPr bwMode="auto">
            <a:xfrm>
              <a:off x="8146818" y="2790878"/>
              <a:ext cx="23188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FF0000"/>
                  </a:solidFill>
                  <a:latin typeface="楷体_GB2312" pitchFamily="49" charset="-122"/>
                  <a:ea typeface="楷体_GB2312" pitchFamily="49" charset="-122"/>
                </a:rPr>
                <a:t>p</a:t>
              </a:r>
            </a:p>
          </p:txBody>
        </p:sp>
      </p:grpSp>
      <p:grpSp>
        <p:nvGrpSpPr>
          <p:cNvPr id="235" name="组合 234">
            <a:extLst>
              <a:ext uri="{FF2B5EF4-FFF2-40B4-BE49-F238E27FC236}">
                <a16:creationId xmlns:a16="http://schemas.microsoft.com/office/drawing/2014/main" id="{8741A3EE-23AA-44B0-8737-2CF2CD74DCE6}"/>
              </a:ext>
            </a:extLst>
          </p:cNvPr>
          <p:cNvGrpSpPr/>
          <p:nvPr/>
        </p:nvGrpSpPr>
        <p:grpSpPr>
          <a:xfrm>
            <a:off x="686834" y="5419450"/>
            <a:ext cx="699246" cy="249042"/>
            <a:chOff x="693153" y="4807739"/>
            <a:chExt cx="840386" cy="249172"/>
          </a:xfrm>
        </p:grpSpPr>
        <p:sp>
          <p:nvSpPr>
            <p:cNvPr id="236" name="文本框 235">
              <a:extLst>
                <a:ext uri="{FF2B5EF4-FFF2-40B4-BE49-F238E27FC236}">
                  <a16:creationId xmlns:a16="http://schemas.microsoft.com/office/drawing/2014/main" id="{BA3C72FA-9A1E-4540-9CE0-B5469F3A2245}"/>
                </a:ext>
              </a:extLst>
            </p:cNvPr>
            <p:cNvSpPr txBox="1"/>
            <p:nvPr/>
          </p:nvSpPr>
          <p:spPr>
            <a:xfrm>
              <a:off x="693153" y="4807740"/>
              <a:ext cx="293453"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L</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37" name="文本框 236">
              <a:extLst>
                <a:ext uri="{FF2B5EF4-FFF2-40B4-BE49-F238E27FC236}">
                  <a16:creationId xmlns:a16="http://schemas.microsoft.com/office/drawing/2014/main" id="{F9EA700B-25D5-44CA-9E8C-A355A419C0F1}"/>
                </a:ext>
              </a:extLst>
            </p:cNvPr>
            <p:cNvSpPr txBox="1"/>
            <p:nvPr/>
          </p:nvSpPr>
          <p:spPr>
            <a:xfrm>
              <a:off x="981185" y="4807739"/>
              <a:ext cx="293453"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38" name="文本框 237">
              <a:extLst>
                <a:ext uri="{FF2B5EF4-FFF2-40B4-BE49-F238E27FC236}">
                  <a16:creationId xmlns:a16="http://schemas.microsoft.com/office/drawing/2014/main" id="{667673D7-E843-42F3-AF78-156BE3D7D598}"/>
                </a:ext>
              </a:extLst>
            </p:cNvPr>
            <p:cNvSpPr txBox="1"/>
            <p:nvPr/>
          </p:nvSpPr>
          <p:spPr>
            <a:xfrm>
              <a:off x="1269218" y="4807739"/>
              <a:ext cx="264321"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grpSp>
        <p:nvGrpSpPr>
          <p:cNvPr id="239" name="组合 238">
            <a:extLst>
              <a:ext uri="{FF2B5EF4-FFF2-40B4-BE49-F238E27FC236}">
                <a16:creationId xmlns:a16="http://schemas.microsoft.com/office/drawing/2014/main" id="{B70252B2-E28A-4E24-8E9C-B25062B984B7}"/>
              </a:ext>
            </a:extLst>
          </p:cNvPr>
          <p:cNvGrpSpPr/>
          <p:nvPr/>
        </p:nvGrpSpPr>
        <p:grpSpPr>
          <a:xfrm>
            <a:off x="202420" y="5420923"/>
            <a:ext cx="478971" cy="246093"/>
            <a:chOff x="8146818" y="2790878"/>
            <a:chExt cx="479220" cy="246221"/>
          </a:xfrm>
        </p:grpSpPr>
        <p:cxnSp>
          <p:nvCxnSpPr>
            <p:cNvPr id="240" name="直接箭头连接符 239">
              <a:extLst>
                <a:ext uri="{FF2B5EF4-FFF2-40B4-BE49-F238E27FC236}">
                  <a16:creationId xmlns:a16="http://schemas.microsoft.com/office/drawing/2014/main" id="{C4C74AB4-87E7-4096-A4CD-EFD4023E9CCA}"/>
                </a:ext>
              </a:extLst>
            </p:cNvPr>
            <p:cNvCxnSpPr>
              <a:cxnSpLocks/>
            </p:cNvCxnSpPr>
            <p:nvPr/>
          </p:nvCxnSpPr>
          <p:spPr>
            <a:xfrm>
              <a:off x="8366302" y="2913988"/>
              <a:ext cx="259736"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41" name="矩形 278659">
              <a:extLst>
                <a:ext uri="{FF2B5EF4-FFF2-40B4-BE49-F238E27FC236}">
                  <a16:creationId xmlns:a16="http://schemas.microsoft.com/office/drawing/2014/main" id="{62BF33F9-5EC3-4FEE-B475-34D906234231}"/>
                </a:ext>
              </a:extLst>
            </p:cNvPr>
            <p:cNvSpPr>
              <a:spLocks noChangeArrowheads="1"/>
            </p:cNvSpPr>
            <p:nvPr/>
          </p:nvSpPr>
          <p:spPr bwMode="auto">
            <a:xfrm>
              <a:off x="8146818" y="2790878"/>
              <a:ext cx="23188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FF0000"/>
                  </a:solidFill>
                  <a:latin typeface="楷体_GB2312" pitchFamily="49" charset="-122"/>
                  <a:ea typeface="楷体_GB2312" pitchFamily="49" charset="-122"/>
                </a:rPr>
                <a:t>p</a:t>
              </a:r>
            </a:p>
          </p:txBody>
        </p:sp>
      </p:grpSp>
      <p:cxnSp>
        <p:nvCxnSpPr>
          <p:cNvPr id="243" name="直接箭头连接符 242">
            <a:extLst>
              <a:ext uri="{FF2B5EF4-FFF2-40B4-BE49-F238E27FC236}">
                <a16:creationId xmlns:a16="http://schemas.microsoft.com/office/drawing/2014/main" id="{FFC7F076-C15F-4A6F-80E9-7FB5E4DF3434}"/>
              </a:ext>
            </a:extLst>
          </p:cNvPr>
          <p:cNvCxnSpPr>
            <a:cxnSpLocks/>
            <a:endCxn id="237" idx="0"/>
          </p:cNvCxnSpPr>
          <p:nvPr/>
        </p:nvCxnSpPr>
        <p:spPr>
          <a:xfrm>
            <a:off x="1048173" y="5012635"/>
            <a:ext cx="404" cy="406815"/>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49" name="文本框 248">
            <a:extLst>
              <a:ext uri="{FF2B5EF4-FFF2-40B4-BE49-F238E27FC236}">
                <a16:creationId xmlns:a16="http://schemas.microsoft.com/office/drawing/2014/main" id="{16FB8EB7-334F-4AE8-A086-F4D5186CADFC}"/>
              </a:ext>
            </a:extLst>
          </p:cNvPr>
          <p:cNvSpPr txBox="1"/>
          <p:nvPr/>
        </p:nvSpPr>
        <p:spPr>
          <a:xfrm>
            <a:off x="944887" y="5445547"/>
            <a:ext cx="18673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250" name="文本框 249">
            <a:extLst>
              <a:ext uri="{FF2B5EF4-FFF2-40B4-BE49-F238E27FC236}">
                <a16:creationId xmlns:a16="http://schemas.microsoft.com/office/drawing/2014/main" id="{173BA546-85F6-49D9-8705-DCD7E8BFA5F8}"/>
              </a:ext>
            </a:extLst>
          </p:cNvPr>
          <p:cNvSpPr txBox="1"/>
          <p:nvPr/>
        </p:nvSpPr>
        <p:spPr>
          <a:xfrm>
            <a:off x="1199351" y="5464894"/>
            <a:ext cx="18673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grpSp>
        <p:nvGrpSpPr>
          <p:cNvPr id="251" name="组合 250">
            <a:extLst>
              <a:ext uri="{FF2B5EF4-FFF2-40B4-BE49-F238E27FC236}">
                <a16:creationId xmlns:a16="http://schemas.microsoft.com/office/drawing/2014/main" id="{33AF51E1-E44C-4864-9391-83828D58944C}"/>
              </a:ext>
            </a:extLst>
          </p:cNvPr>
          <p:cNvGrpSpPr/>
          <p:nvPr/>
        </p:nvGrpSpPr>
        <p:grpSpPr>
          <a:xfrm>
            <a:off x="511789" y="2888961"/>
            <a:ext cx="326543" cy="442362"/>
            <a:chOff x="8207430" y="2772787"/>
            <a:chExt cx="326713" cy="442592"/>
          </a:xfrm>
        </p:grpSpPr>
        <p:cxnSp>
          <p:nvCxnSpPr>
            <p:cNvPr id="252" name="直接箭头连接符 251">
              <a:extLst>
                <a:ext uri="{FF2B5EF4-FFF2-40B4-BE49-F238E27FC236}">
                  <a16:creationId xmlns:a16="http://schemas.microsoft.com/office/drawing/2014/main" id="{FD86DCA3-D7E2-4096-86CD-D6A30EC59045}"/>
                </a:ext>
              </a:extLst>
            </p:cNvPr>
            <p:cNvCxnSpPr>
              <a:cxnSpLocks/>
            </p:cNvCxnSpPr>
            <p:nvPr/>
          </p:nvCxnSpPr>
          <p:spPr>
            <a:xfrm>
              <a:off x="8263134" y="3010600"/>
              <a:ext cx="192312" cy="204779"/>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53" name="矩形 278659">
              <a:extLst>
                <a:ext uri="{FF2B5EF4-FFF2-40B4-BE49-F238E27FC236}">
                  <a16:creationId xmlns:a16="http://schemas.microsoft.com/office/drawing/2014/main" id="{34D3810C-849C-4157-BDD9-BF86C98C5A18}"/>
                </a:ext>
              </a:extLst>
            </p:cNvPr>
            <p:cNvSpPr>
              <a:spLocks noChangeArrowheads="1"/>
            </p:cNvSpPr>
            <p:nvPr/>
          </p:nvSpPr>
          <p:spPr bwMode="auto">
            <a:xfrm>
              <a:off x="8207430" y="2772787"/>
              <a:ext cx="326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FF0000"/>
                  </a:solidFill>
                  <a:latin typeface="楷体_GB2312" pitchFamily="49" charset="-122"/>
                  <a:ea typeface="楷体_GB2312" pitchFamily="49" charset="-122"/>
                </a:rPr>
                <a:t>q</a:t>
              </a:r>
            </a:p>
          </p:txBody>
        </p:sp>
      </p:grpSp>
      <p:cxnSp>
        <p:nvCxnSpPr>
          <p:cNvPr id="260" name="直接连接符 259">
            <a:extLst>
              <a:ext uri="{FF2B5EF4-FFF2-40B4-BE49-F238E27FC236}">
                <a16:creationId xmlns:a16="http://schemas.microsoft.com/office/drawing/2014/main" id="{8AB30551-E98A-44C5-9C96-05ED80D216E5}"/>
              </a:ext>
            </a:extLst>
          </p:cNvPr>
          <p:cNvCxnSpPr>
            <a:cxnSpLocks/>
          </p:cNvCxnSpPr>
          <p:nvPr/>
        </p:nvCxnSpPr>
        <p:spPr>
          <a:xfrm>
            <a:off x="7672356" y="4023350"/>
            <a:ext cx="2060925" cy="0"/>
          </a:xfrm>
          <a:prstGeom prst="line">
            <a:avLst/>
          </a:prstGeom>
          <a:ln w="38100">
            <a:solidFill>
              <a:srgbClr val="EE9450"/>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D27395DB-0601-4A7B-A111-81F15424EEC3}"/>
              </a:ext>
            </a:extLst>
          </p:cNvPr>
          <p:cNvCxnSpPr>
            <a:cxnSpLocks/>
          </p:cNvCxnSpPr>
          <p:nvPr/>
        </p:nvCxnSpPr>
        <p:spPr>
          <a:xfrm>
            <a:off x="6392803" y="4315602"/>
            <a:ext cx="5109907" cy="0"/>
          </a:xfrm>
          <a:prstGeom prst="line">
            <a:avLst/>
          </a:prstGeom>
          <a:ln w="38100">
            <a:solidFill>
              <a:srgbClr val="EE9450"/>
            </a:solidFill>
          </a:ln>
        </p:spPr>
        <p:style>
          <a:lnRef idx="1">
            <a:schemeClr val="accent1"/>
          </a:lnRef>
          <a:fillRef idx="0">
            <a:schemeClr val="accent1"/>
          </a:fillRef>
          <a:effectRef idx="0">
            <a:schemeClr val="accent1"/>
          </a:effectRef>
          <a:fontRef idx="minor">
            <a:schemeClr val="tx1"/>
          </a:fontRef>
        </p:style>
      </p:cxnSp>
      <p:cxnSp>
        <p:nvCxnSpPr>
          <p:cNvPr id="263" name="直接连接符 262">
            <a:extLst>
              <a:ext uri="{FF2B5EF4-FFF2-40B4-BE49-F238E27FC236}">
                <a16:creationId xmlns:a16="http://schemas.microsoft.com/office/drawing/2014/main" id="{608866FC-10F7-4625-8AE1-5279250BB518}"/>
              </a:ext>
            </a:extLst>
          </p:cNvPr>
          <p:cNvCxnSpPr>
            <a:cxnSpLocks/>
          </p:cNvCxnSpPr>
          <p:nvPr/>
        </p:nvCxnSpPr>
        <p:spPr>
          <a:xfrm>
            <a:off x="6603604" y="4556385"/>
            <a:ext cx="2872825" cy="0"/>
          </a:xfrm>
          <a:prstGeom prst="line">
            <a:avLst/>
          </a:prstGeom>
          <a:ln w="38100">
            <a:solidFill>
              <a:srgbClr val="EE9450"/>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D9304849-CB5E-48C2-B4B0-E1F16A4B1E55}"/>
              </a:ext>
            </a:extLst>
          </p:cNvPr>
          <p:cNvCxnSpPr>
            <a:cxnSpLocks/>
          </p:cNvCxnSpPr>
          <p:nvPr/>
        </p:nvCxnSpPr>
        <p:spPr>
          <a:xfrm>
            <a:off x="6655826" y="4577465"/>
            <a:ext cx="0" cy="594622"/>
          </a:xfrm>
          <a:prstGeom prst="line">
            <a:avLst/>
          </a:prstGeom>
          <a:ln w="57150">
            <a:solidFill>
              <a:srgbClr val="EE9450"/>
            </a:solidFill>
          </a:ln>
        </p:spPr>
        <p:style>
          <a:lnRef idx="1">
            <a:schemeClr val="accent1"/>
          </a:lnRef>
          <a:fillRef idx="0">
            <a:schemeClr val="accent1"/>
          </a:fillRef>
          <a:effectRef idx="0">
            <a:schemeClr val="accent1"/>
          </a:effectRef>
          <a:fontRef idx="minor">
            <a:schemeClr val="tx1"/>
          </a:fontRef>
        </p:style>
      </p:cxnSp>
      <p:cxnSp>
        <p:nvCxnSpPr>
          <p:cNvPr id="267" name="直接连接符 266">
            <a:extLst>
              <a:ext uri="{FF2B5EF4-FFF2-40B4-BE49-F238E27FC236}">
                <a16:creationId xmlns:a16="http://schemas.microsoft.com/office/drawing/2014/main" id="{0C283C09-DA9E-4B61-A2E0-B7DFF2564554}"/>
              </a:ext>
            </a:extLst>
          </p:cNvPr>
          <p:cNvCxnSpPr>
            <a:cxnSpLocks/>
          </p:cNvCxnSpPr>
          <p:nvPr/>
        </p:nvCxnSpPr>
        <p:spPr>
          <a:xfrm>
            <a:off x="6655826" y="5408614"/>
            <a:ext cx="3976445" cy="21382"/>
          </a:xfrm>
          <a:prstGeom prst="line">
            <a:avLst/>
          </a:prstGeom>
          <a:ln w="38100">
            <a:solidFill>
              <a:srgbClr val="EE9450"/>
            </a:solidFill>
          </a:ln>
        </p:spPr>
        <p:style>
          <a:lnRef idx="1">
            <a:schemeClr val="accent1"/>
          </a:lnRef>
          <a:fillRef idx="0">
            <a:schemeClr val="accent1"/>
          </a:fillRef>
          <a:effectRef idx="0">
            <a:schemeClr val="accent1"/>
          </a:effectRef>
          <a:fontRef idx="minor">
            <a:schemeClr val="tx1"/>
          </a:fontRef>
        </p:style>
      </p:cxnSp>
      <p:cxnSp>
        <p:nvCxnSpPr>
          <p:cNvPr id="269" name="直接连接符 268">
            <a:extLst>
              <a:ext uri="{FF2B5EF4-FFF2-40B4-BE49-F238E27FC236}">
                <a16:creationId xmlns:a16="http://schemas.microsoft.com/office/drawing/2014/main" id="{BA972235-C9C3-46D8-801C-B515C4A3C07D}"/>
              </a:ext>
            </a:extLst>
          </p:cNvPr>
          <p:cNvCxnSpPr>
            <a:cxnSpLocks/>
          </p:cNvCxnSpPr>
          <p:nvPr/>
        </p:nvCxnSpPr>
        <p:spPr>
          <a:xfrm>
            <a:off x="6680728" y="5698950"/>
            <a:ext cx="1983259" cy="0"/>
          </a:xfrm>
          <a:prstGeom prst="line">
            <a:avLst/>
          </a:prstGeom>
          <a:ln w="38100">
            <a:solidFill>
              <a:srgbClr val="008E40"/>
            </a:solidFill>
          </a:ln>
        </p:spPr>
        <p:style>
          <a:lnRef idx="1">
            <a:schemeClr val="accent1"/>
          </a:lnRef>
          <a:fillRef idx="0">
            <a:schemeClr val="accent1"/>
          </a:fillRef>
          <a:effectRef idx="0">
            <a:schemeClr val="accent1"/>
          </a:effectRef>
          <a:fontRef idx="minor">
            <a:schemeClr val="tx1"/>
          </a:fontRef>
        </p:style>
      </p:cxnSp>
      <p:cxnSp>
        <p:nvCxnSpPr>
          <p:cNvPr id="271" name="直接连接符 270">
            <a:extLst>
              <a:ext uri="{FF2B5EF4-FFF2-40B4-BE49-F238E27FC236}">
                <a16:creationId xmlns:a16="http://schemas.microsoft.com/office/drawing/2014/main" id="{DC5BC8DB-504B-4DE3-9A9A-9488F70C8A85}"/>
              </a:ext>
            </a:extLst>
          </p:cNvPr>
          <p:cNvCxnSpPr>
            <a:cxnSpLocks/>
          </p:cNvCxnSpPr>
          <p:nvPr/>
        </p:nvCxnSpPr>
        <p:spPr>
          <a:xfrm>
            <a:off x="6660789" y="5961038"/>
            <a:ext cx="1983259" cy="0"/>
          </a:xfrm>
          <a:prstGeom prst="line">
            <a:avLst/>
          </a:prstGeom>
          <a:ln w="38100">
            <a:solidFill>
              <a:srgbClr val="EE9450"/>
            </a:solidFill>
          </a:ln>
        </p:spPr>
        <p:style>
          <a:lnRef idx="1">
            <a:schemeClr val="accent1"/>
          </a:lnRef>
          <a:fillRef idx="0">
            <a:schemeClr val="accent1"/>
          </a:fillRef>
          <a:effectRef idx="0">
            <a:schemeClr val="accent1"/>
          </a:effectRef>
          <a:fontRef idx="minor">
            <a:schemeClr val="tx1"/>
          </a:fontRef>
        </p:style>
      </p:cxnSp>
      <p:sp>
        <p:nvSpPr>
          <p:cNvPr id="273" name="矩形 278659">
            <a:extLst>
              <a:ext uri="{FF2B5EF4-FFF2-40B4-BE49-F238E27FC236}">
                <a16:creationId xmlns:a16="http://schemas.microsoft.com/office/drawing/2014/main" id="{09B80DF8-621E-4E0E-8E72-C985B3B37B6F}"/>
              </a:ext>
            </a:extLst>
          </p:cNvPr>
          <p:cNvSpPr>
            <a:spLocks noChangeArrowheads="1"/>
          </p:cNvSpPr>
          <p:nvPr/>
        </p:nvSpPr>
        <p:spPr bwMode="auto">
          <a:xfrm>
            <a:off x="2483850" y="2263141"/>
            <a:ext cx="354153" cy="31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algn="ctr">
              <a:lnSpc>
                <a:spcPct val="70000"/>
              </a:lnSpc>
            </a:pPr>
            <a:r>
              <a:rPr lang="en-US" altLang="zh-CN" sz="2800" b="1" i="1" dirty="0">
                <a:solidFill>
                  <a:srgbClr val="EA7A26"/>
                </a:solidFill>
                <a:latin typeface="Times New Roman" panose="02020603050405020304" pitchFamily="18" charset="0"/>
                <a:ea typeface="楷体_GB2312" pitchFamily="49" charset="-122"/>
                <a:cs typeface="Times New Roman" panose="02020603050405020304" pitchFamily="18" charset="0"/>
              </a:rPr>
              <a:t>w</a:t>
            </a:r>
            <a:endParaRPr lang="en-US" altLang="zh-CN" sz="2800" b="1" baseline="-25000" dirty="0">
              <a:solidFill>
                <a:srgbClr val="EA7A26"/>
              </a:solidFill>
              <a:latin typeface="Times New Roman" panose="02020603050405020304" pitchFamily="18" charset="0"/>
              <a:ea typeface="楷体_GB2312" pitchFamily="49" charset="-122"/>
              <a:cs typeface="Times New Roman" panose="02020603050405020304" pitchFamily="18" charset="0"/>
            </a:endParaRPr>
          </a:p>
        </p:txBody>
      </p:sp>
      <p:grpSp>
        <p:nvGrpSpPr>
          <p:cNvPr id="274" name="组合 273">
            <a:extLst>
              <a:ext uri="{FF2B5EF4-FFF2-40B4-BE49-F238E27FC236}">
                <a16:creationId xmlns:a16="http://schemas.microsoft.com/office/drawing/2014/main" id="{0B51F85C-51A5-4FA9-AF6F-8B4C136F612D}"/>
              </a:ext>
            </a:extLst>
          </p:cNvPr>
          <p:cNvGrpSpPr/>
          <p:nvPr/>
        </p:nvGrpSpPr>
        <p:grpSpPr>
          <a:xfrm>
            <a:off x="254837" y="3732955"/>
            <a:ext cx="478971" cy="246093"/>
            <a:chOff x="8146818" y="2790878"/>
            <a:chExt cx="479220" cy="246221"/>
          </a:xfrm>
        </p:grpSpPr>
        <p:cxnSp>
          <p:nvCxnSpPr>
            <p:cNvPr id="275" name="直接箭头连接符 274">
              <a:extLst>
                <a:ext uri="{FF2B5EF4-FFF2-40B4-BE49-F238E27FC236}">
                  <a16:creationId xmlns:a16="http://schemas.microsoft.com/office/drawing/2014/main" id="{8DABA3D9-C850-4FE3-92A3-A7D19686265A}"/>
                </a:ext>
              </a:extLst>
            </p:cNvPr>
            <p:cNvCxnSpPr>
              <a:cxnSpLocks/>
            </p:cNvCxnSpPr>
            <p:nvPr/>
          </p:nvCxnSpPr>
          <p:spPr>
            <a:xfrm>
              <a:off x="8366302" y="2913988"/>
              <a:ext cx="259736"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76" name="矩形 278659">
              <a:extLst>
                <a:ext uri="{FF2B5EF4-FFF2-40B4-BE49-F238E27FC236}">
                  <a16:creationId xmlns:a16="http://schemas.microsoft.com/office/drawing/2014/main" id="{4DED5EE0-0E12-497F-A587-04F2C5AD5814}"/>
                </a:ext>
              </a:extLst>
            </p:cNvPr>
            <p:cNvSpPr>
              <a:spLocks noChangeArrowheads="1"/>
            </p:cNvSpPr>
            <p:nvPr/>
          </p:nvSpPr>
          <p:spPr bwMode="auto">
            <a:xfrm>
              <a:off x="8146818" y="2790878"/>
              <a:ext cx="23188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EA7A26"/>
                  </a:solidFill>
                  <a:latin typeface="楷体_GB2312" pitchFamily="49" charset="-122"/>
                  <a:ea typeface="楷体_GB2312" pitchFamily="49" charset="-122"/>
                </a:rPr>
                <a:t>p</a:t>
              </a:r>
            </a:p>
          </p:txBody>
        </p:sp>
      </p:grpSp>
      <p:grpSp>
        <p:nvGrpSpPr>
          <p:cNvPr id="277" name="组合 276">
            <a:extLst>
              <a:ext uri="{FF2B5EF4-FFF2-40B4-BE49-F238E27FC236}">
                <a16:creationId xmlns:a16="http://schemas.microsoft.com/office/drawing/2014/main" id="{9974F6DC-066F-42C2-8E82-8FE0525E91E2}"/>
              </a:ext>
            </a:extLst>
          </p:cNvPr>
          <p:cNvGrpSpPr/>
          <p:nvPr/>
        </p:nvGrpSpPr>
        <p:grpSpPr>
          <a:xfrm>
            <a:off x="196928" y="5936411"/>
            <a:ext cx="478971" cy="246093"/>
            <a:chOff x="8146818" y="2790878"/>
            <a:chExt cx="479220" cy="246221"/>
          </a:xfrm>
        </p:grpSpPr>
        <p:cxnSp>
          <p:nvCxnSpPr>
            <p:cNvPr id="278" name="直接箭头连接符 277">
              <a:extLst>
                <a:ext uri="{FF2B5EF4-FFF2-40B4-BE49-F238E27FC236}">
                  <a16:creationId xmlns:a16="http://schemas.microsoft.com/office/drawing/2014/main" id="{86DAE4AF-0859-4B70-9423-2A51A3EEC509}"/>
                </a:ext>
              </a:extLst>
            </p:cNvPr>
            <p:cNvCxnSpPr>
              <a:cxnSpLocks/>
            </p:cNvCxnSpPr>
            <p:nvPr/>
          </p:nvCxnSpPr>
          <p:spPr>
            <a:xfrm>
              <a:off x="8366302" y="2913988"/>
              <a:ext cx="259736"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79" name="矩形 278659">
              <a:extLst>
                <a:ext uri="{FF2B5EF4-FFF2-40B4-BE49-F238E27FC236}">
                  <a16:creationId xmlns:a16="http://schemas.microsoft.com/office/drawing/2014/main" id="{DC69544C-5E5B-418D-B3EF-C469E33EDA00}"/>
                </a:ext>
              </a:extLst>
            </p:cNvPr>
            <p:cNvSpPr>
              <a:spLocks noChangeArrowheads="1"/>
            </p:cNvSpPr>
            <p:nvPr/>
          </p:nvSpPr>
          <p:spPr bwMode="auto">
            <a:xfrm>
              <a:off x="8146818" y="2790878"/>
              <a:ext cx="23188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EA7A26"/>
                  </a:solidFill>
                  <a:latin typeface="楷体_GB2312" pitchFamily="49" charset="-122"/>
                  <a:ea typeface="楷体_GB2312" pitchFamily="49" charset="-122"/>
                </a:rPr>
                <a:t>p</a:t>
              </a:r>
            </a:p>
          </p:txBody>
        </p:sp>
      </p:grpSp>
      <p:grpSp>
        <p:nvGrpSpPr>
          <p:cNvPr id="280" name="组合 279">
            <a:extLst>
              <a:ext uri="{FF2B5EF4-FFF2-40B4-BE49-F238E27FC236}">
                <a16:creationId xmlns:a16="http://schemas.microsoft.com/office/drawing/2014/main" id="{1D043533-66F7-4F30-A264-761021B49E6D}"/>
              </a:ext>
            </a:extLst>
          </p:cNvPr>
          <p:cNvGrpSpPr/>
          <p:nvPr/>
        </p:nvGrpSpPr>
        <p:grpSpPr>
          <a:xfrm>
            <a:off x="682949" y="5937674"/>
            <a:ext cx="703132" cy="249042"/>
            <a:chOff x="693153" y="4807739"/>
            <a:chExt cx="845056" cy="249172"/>
          </a:xfrm>
        </p:grpSpPr>
        <p:sp>
          <p:nvSpPr>
            <p:cNvPr id="281" name="文本框 280">
              <a:extLst>
                <a:ext uri="{FF2B5EF4-FFF2-40B4-BE49-F238E27FC236}">
                  <a16:creationId xmlns:a16="http://schemas.microsoft.com/office/drawing/2014/main" id="{8E9ADACB-0EE5-4B55-B90F-5BD01C455995}"/>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M</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82" name="文本框 281">
              <a:extLst>
                <a:ext uri="{FF2B5EF4-FFF2-40B4-BE49-F238E27FC236}">
                  <a16:creationId xmlns:a16="http://schemas.microsoft.com/office/drawing/2014/main" id="{CF31D849-0143-4022-B916-8B9EA417556B}"/>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83" name="文本框 282">
              <a:extLst>
                <a:ext uri="{FF2B5EF4-FFF2-40B4-BE49-F238E27FC236}">
                  <a16:creationId xmlns:a16="http://schemas.microsoft.com/office/drawing/2014/main" id="{D70B2DF1-5B54-40D6-A8DC-ACD24FAC1018}"/>
                </a:ext>
              </a:extLst>
            </p:cNvPr>
            <p:cNvSpPr txBox="1"/>
            <p:nvPr/>
          </p:nvSpPr>
          <p:spPr>
            <a:xfrm>
              <a:off x="1269219" y="4807739"/>
              <a:ext cx="268990"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284" name="文本框 283">
            <a:extLst>
              <a:ext uri="{FF2B5EF4-FFF2-40B4-BE49-F238E27FC236}">
                <a16:creationId xmlns:a16="http://schemas.microsoft.com/office/drawing/2014/main" id="{E7DA5BD7-F7E7-41B9-8060-4FE3553D0FAE}"/>
              </a:ext>
            </a:extLst>
          </p:cNvPr>
          <p:cNvSpPr txBox="1"/>
          <p:nvPr/>
        </p:nvSpPr>
        <p:spPr>
          <a:xfrm>
            <a:off x="941002" y="5954802"/>
            <a:ext cx="190615"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285" name="文本框 284">
            <a:extLst>
              <a:ext uri="{FF2B5EF4-FFF2-40B4-BE49-F238E27FC236}">
                <a16:creationId xmlns:a16="http://schemas.microsoft.com/office/drawing/2014/main" id="{E8283163-F17E-4F3D-BC0F-5BD5E904F01A}"/>
              </a:ext>
            </a:extLst>
          </p:cNvPr>
          <p:cNvSpPr txBox="1"/>
          <p:nvPr/>
        </p:nvSpPr>
        <p:spPr>
          <a:xfrm>
            <a:off x="1187275" y="5977423"/>
            <a:ext cx="183611"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286" name="直接箭头连接符 285">
            <a:extLst>
              <a:ext uri="{FF2B5EF4-FFF2-40B4-BE49-F238E27FC236}">
                <a16:creationId xmlns:a16="http://schemas.microsoft.com/office/drawing/2014/main" id="{942B6505-FAA0-461A-A3D6-797D988561A6}"/>
              </a:ext>
            </a:extLst>
          </p:cNvPr>
          <p:cNvCxnSpPr>
            <a:cxnSpLocks/>
            <a:endCxn id="282" idx="0"/>
          </p:cNvCxnSpPr>
          <p:nvPr/>
        </p:nvCxnSpPr>
        <p:spPr>
          <a:xfrm flipH="1">
            <a:off x="1044692" y="5544339"/>
            <a:ext cx="2917" cy="393335"/>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88" name="组合 287">
            <a:extLst>
              <a:ext uri="{FF2B5EF4-FFF2-40B4-BE49-F238E27FC236}">
                <a16:creationId xmlns:a16="http://schemas.microsoft.com/office/drawing/2014/main" id="{CF67AC8B-CE0B-47FD-BA5C-6A1E4E680C1B}"/>
              </a:ext>
            </a:extLst>
          </p:cNvPr>
          <p:cNvGrpSpPr/>
          <p:nvPr/>
        </p:nvGrpSpPr>
        <p:grpSpPr>
          <a:xfrm>
            <a:off x="1075036" y="3605677"/>
            <a:ext cx="524612" cy="269766"/>
            <a:chOff x="8009180" y="2897668"/>
            <a:chExt cx="522993" cy="215925"/>
          </a:xfrm>
        </p:grpSpPr>
        <p:cxnSp>
          <p:nvCxnSpPr>
            <p:cNvPr id="289" name="直接箭头连接符 288">
              <a:extLst>
                <a:ext uri="{FF2B5EF4-FFF2-40B4-BE49-F238E27FC236}">
                  <a16:creationId xmlns:a16="http://schemas.microsoft.com/office/drawing/2014/main" id="{9A630673-6B99-4A39-94DF-AF4D91A7CA2C}"/>
                </a:ext>
              </a:extLst>
            </p:cNvPr>
            <p:cNvCxnSpPr>
              <a:cxnSpLocks/>
            </p:cNvCxnSpPr>
            <p:nvPr/>
          </p:nvCxnSpPr>
          <p:spPr>
            <a:xfrm flipH="1">
              <a:off x="8009180" y="3113593"/>
              <a:ext cx="271325"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90" name="矩形 278659">
              <a:extLst>
                <a:ext uri="{FF2B5EF4-FFF2-40B4-BE49-F238E27FC236}">
                  <a16:creationId xmlns:a16="http://schemas.microsoft.com/office/drawing/2014/main" id="{0C81F258-1B29-428D-A3CF-3DD74A6E485E}"/>
                </a:ext>
              </a:extLst>
            </p:cNvPr>
            <p:cNvSpPr>
              <a:spLocks noChangeArrowheads="1"/>
            </p:cNvSpPr>
            <p:nvPr/>
          </p:nvSpPr>
          <p:spPr bwMode="auto">
            <a:xfrm>
              <a:off x="8249172" y="2897668"/>
              <a:ext cx="283001" cy="196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EA7A26"/>
                  </a:solidFill>
                  <a:latin typeface="楷体_GB2312" pitchFamily="49" charset="-122"/>
                  <a:ea typeface="楷体_GB2312" pitchFamily="49" charset="-122"/>
                </a:rPr>
                <a:t>q</a:t>
              </a:r>
            </a:p>
          </p:txBody>
        </p:sp>
      </p:grpSp>
      <p:grpSp>
        <p:nvGrpSpPr>
          <p:cNvPr id="292" name="组合 291">
            <a:extLst>
              <a:ext uri="{FF2B5EF4-FFF2-40B4-BE49-F238E27FC236}">
                <a16:creationId xmlns:a16="http://schemas.microsoft.com/office/drawing/2014/main" id="{73CCC140-C021-4296-817C-7F433350CEA1}"/>
              </a:ext>
            </a:extLst>
          </p:cNvPr>
          <p:cNvGrpSpPr/>
          <p:nvPr/>
        </p:nvGrpSpPr>
        <p:grpSpPr>
          <a:xfrm>
            <a:off x="435284" y="5566954"/>
            <a:ext cx="326543" cy="442362"/>
            <a:chOff x="8207430" y="2772787"/>
            <a:chExt cx="326713" cy="442592"/>
          </a:xfrm>
        </p:grpSpPr>
        <p:cxnSp>
          <p:nvCxnSpPr>
            <p:cNvPr id="293" name="直接箭头连接符 292">
              <a:extLst>
                <a:ext uri="{FF2B5EF4-FFF2-40B4-BE49-F238E27FC236}">
                  <a16:creationId xmlns:a16="http://schemas.microsoft.com/office/drawing/2014/main" id="{B4ECB40C-2B2A-45E6-BB47-9AE7721B8321}"/>
                </a:ext>
              </a:extLst>
            </p:cNvPr>
            <p:cNvCxnSpPr>
              <a:cxnSpLocks/>
            </p:cNvCxnSpPr>
            <p:nvPr/>
          </p:nvCxnSpPr>
          <p:spPr>
            <a:xfrm>
              <a:off x="8263134" y="3010600"/>
              <a:ext cx="192312" cy="204779"/>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94" name="矩形 278659">
              <a:extLst>
                <a:ext uri="{FF2B5EF4-FFF2-40B4-BE49-F238E27FC236}">
                  <a16:creationId xmlns:a16="http://schemas.microsoft.com/office/drawing/2014/main" id="{3416D6EF-EC01-4105-B14D-6E77648378D6}"/>
                </a:ext>
              </a:extLst>
            </p:cNvPr>
            <p:cNvSpPr>
              <a:spLocks noChangeArrowheads="1"/>
            </p:cNvSpPr>
            <p:nvPr/>
          </p:nvSpPr>
          <p:spPr bwMode="auto">
            <a:xfrm>
              <a:off x="8207430" y="2772787"/>
              <a:ext cx="326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EA7A26"/>
                  </a:solidFill>
                  <a:latin typeface="楷体_GB2312" pitchFamily="49" charset="-122"/>
                  <a:ea typeface="楷体_GB2312" pitchFamily="49" charset="-122"/>
                </a:rPr>
                <a:t>q</a:t>
              </a:r>
            </a:p>
          </p:txBody>
        </p:sp>
      </p:grpSp>
      <p:sp>
        <p:nvSpPr>
          <p:cNvPr id="295" name="矩形 278659">
            <a:extLst>
              <a:ext uri="{FF2B5EF4-FFF2-40B4-BE49-F238E27FC236}">
                <a16:creationId xmlns:a16="http://schemas.microsoft.com/office/drawing/2014/main" id="{8818FF41-BC4E-4EA5-B8D9-F1CD8AFA99FD}"/>
              </a:ext>
            </a:extLst>
          </p:cNvPr>
          <p:cNvSpPr>
            <a:spLocks noChangeArrowheads="1"/>
          </p:cNvSpPr>
          <p:nvPr/>
        </p:nvSpPr>
        <p:spPr bwMode="auto">
          <a:xfrm>
            <a:off x="1235886" y="2110169"/>
            <a:ext cx="354153" cy="31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algn="ctr">
              <a:lnSpc>
                <a:spcPct val="70000"/>
              </a:lnSpc>
            </a:pPr>
            <a:r>
              <a:rPr lang="en-US" altLang="zh-CN" sz="2800" b="1" i="1" dirty="0">
                <a:solidFill>
                  <a:srgbClr val="008E40"/>
                </a:solidFill>
                <a:latin typeface="Times New Roman" panose="02020603050405020304" pitchFamily="18" charset="0"/>
                <a:ea typeface="楷体_GB2312" pitchFamily="49" charset="-122"/>
                <a:cs typeface="Times New Roman" panose="02020603050405020304" pitchFamily="18" charset="0"/>
              </a:rPr>
              <a:t>w</a:t>
            </a:r>
            <a:endParaRPr lang="en-US" altLang="zh-CN" sz="2800" b="1" baseline="-25000" dirty="0">
              <a:solidFill>
                <a:srgbClr val="008E40"/>
              </a:solidFill>
              <a:latin typeface="Times New Roman" panose="02020603050405020304" pitchFamily="18" charset="0"/>
              <a:ea typeface="楷体_GB2312" pitchFamily="49" charset="-122"/>
              <a:cs typeface="Times New Roman" panose="02020603050405020304" pitchFamily="18" charset="0"/>
            </a:endParaRPr>
          </a:p>
        </p:txBody>
      </p:sp>
      <p:grpSp>
        <p:nvGrpSpPr>
          <p:cNvPr id="296" name="组合 295">
            <a:extLst>
              <a:ext uri="{FF2B5EF4-FFF2-40B4-BE49-F238E27FC236}">
                <a16:creationId xmlns:a16="http://schemas.microsoft.com/office/drawing/2014/main" id="{60A6C803-151D-4041-86E8-40D6F0DBD2A0}"/>
              </a:ext>
            </a:extLst>
          </p:cNvPr>
          <p:cNvGrpSpPr/>
          <p:nvPr/>
        </p:nvGrpSpPr>
        <p:grpSpPr>
          <a:xfrm>
            <a:off x="26903" y="4082142"/>
            <a:ext cx="478971" cy="246093"/>
            <a:chOff x="8146818" y="2790878"/>
            <a:chExt cx="479220" cy="246221"/>
          </a:xfrm>
        </p:grpSpPr>
        <p:cxnSp>
          <p:nvCxnSpPr>
            <p:cNvPr id="297" name="直接箭头连接符 296">
              <a:extLst>
                <a:ext uri="{FF2B5EF4-FFF2-40B4-BE49-F238E27FC236}">
                  <a16:creationId xmlns:a16="http://schemas.microsoft.com/office/drawing/2014/main" id="{74D60FE3-3942-4AE4-A8A0-AE72E1EDAB15}"/>
                </a:ext>
              </a:extLst>
            </p:cNvPr>
            <p:cNvCxnSpPr>
              <a:cxnSpLocks/>
            </p:cNvCxnSpPr>
            <p:nvPr/>
          </p:nvCxnSpPr>
          <p:spPr>
            <a:xfrm>
              <a:off x="8366302" y="2913988"/>
              <a:ext cx="259736"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98" name="矩形 278659">
              <a:extLst>
                <a:ext uri="{FF2B5EF4-FFF2-40B4-BE49-F238E27FC236}">
                  <a16:creationId xmlns:a16="http://schemas.microsoft.com/office/drawing/2014/main" id="{C71F68CB-A9C5-4032-B478-88BEC445CD96}"/>
                </a:ext>
              </a:extLst>
            </p:cNvPr>
            <p:cNvSpPr>
              <a:spLocks noChangeArrowheads="1"/>
            </p:cNvSpPr>
            <p:nvPr/>
          </p:nvSpPr>
          <p:spPr bwMode="auto">
            <a:xfrm>
              <a:off x="8146818" y="2790878"/>
              <a:ext cx="23188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008E40"/>
                  </a:solidFill>
                  <a:latin typeface="楷体_GB2312" pitchFamily="49" charset="-122"/>
                  <a:ea typeface="楷体_GB2312" pitchFamily="49" charset="-122"/>
                </a:rPr>
                <a:t>p</a:t>
              </a:r>
            </a:p>
          </p:txBody>
        </p:sp>
      </p:grpSp>
      <p:grpSp>
        <p:nvGrpSpPr>
          <p:cNvPr id="300" name="组合 299">
            <a:extLst>
              <a:ext uri="{FF2B5EF4-FFF2-40B4-BE49-F238E27FC236}">
                <a16:creationId xmlns:a16="http://schemas.microsoft.com/office/drawing/2014/main" id="{2905DA26-D805-411E-8057-6BE16C9CC3B6}"/>
              </a:ext>
            </a:extLst>
          </p:cNvPr>
          <p:cNvGrpSpPr/>
          <p:nvPr/>
        </p:nvGrpSpPr>
        <p:grpSpPr>
          <a:xfrm>
            <a:off x="203979" y="6453444"/>
            <a:ext cx="478971" cy="246093"/>
            <a:chOff x="8146818" y="2790878"/>
            <a:chExt cx="479220" cy="246221"/>
          </a:xfrm>
        </p:grpSpPr>
        <p:cxnSp>
          <p:nvCxnSpPr>
            <p:cNvPr id="301" name="直接箭头连接符 300">
              <a:extLst>
                <a:ext uri="{FF2B5EF4-FFF2-40B4-BE49-F238E27FC236}">
                  <a16:creationId xmlns:a16="http://schemas.microsoft.com/office/drawing/2014/main" id="{A9AFA9D5-D2AE-46A9-B8A5-A2F8BDB68A33}"/>
                </a:ext>
              </a:extLst>
            </p:cNvPr>
            <p:cNvCxnSpPr>
              <a:cxnSpLocks/>
            </p:cNvCxnSpPr>
            <p:nvPr/>
          </p:nvCxnSpPr>
          <p:spPr>
            <a:xfrm>
              <a:off x="8366302" y="2913988"/>
              <a:ext cx="259736"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02" name="矩形 278659">
              <a:extLst>
                <a:ext uri="{FF2B5EF4-FFF2-40B4-BE49-F238E27FC236}">
                  <a16:creationId xmlns:a16="http://schemas.microsoft.com/office/drawing/2014/main" id="{23C39D40-2703-470E-B6E7-7F6841CB385E}"/>
                </a:ext>
              </a:extLst>
            </p:cNvPr>
            <p:cNvSpPr>
              <a:spLocks noChangeArrowheads="1"/>
            </p:cNvSpPr>
            <p:nvPr/>
          </p:nvSpPr>
          <p:spPr bwMode="auto">
            <a:xfrm>
              <a:off x="8146818" y="2790878"/>
              <a:ext cx="23188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008E40"/>
                  </a:solidFill>
                  <a:latin typeface="楷体_GB2312" pitchFamily="49" charset="-122"/>
                  <a:ea typeface="楷体_GB2312" pitchFamily="49" charset="-122"/>
                </a:rPr>
                <a:t>p</a:t>
              </a:r>
            </a:p>
          </p:txBody>
        </p:sp>
      </p:grpSp>
      <p:grpSp>
        <p:nvGrpSpPr>
          <p:cNvPr id="303" name="组合 302">
            <a:extLst>
              <a:ext uri="{FF2B5EF4-FFF2-40B4-BE49-F238E27FC236}">
                <a16:creationId xmlns:a16="http://schemas.microsoft.com/office/drawing/2014/main" id="{D834A36B-E351-465A-959A-31E6EBD9B716}"/>
              </a:ext>
            </a:extLst>
          </p:cNvPr>
          <p:cNvGrpSpPr/>
          <p:nvPr/>
        </p:nvGrpSpPr>
        <p:grpSpPr>
          <a:xfrm>
            <a:off x="669639" y="6444663"/>
            <a:ext cx="710176" cy="249042"/>
            <a:chOff x="693153" y="4807739"/>
            <a:chExt cx="853522" cy="249172"/>
          </a:xfrm>
        </p:grpSpPr>
        <p:sp>
          <p:nvSpPr>
            <p:cNvPr id="304" name="文本框 303">
              <a:extLst>
                <a:ext uri="{FF2B5EF4-FFF2-40B4-BE49-F238E27FC236}">
                  <a16:creationId xmlns:a16="http://schemas.microsoft.com/office/drawing/2014/main" id="{474F806C-CBCF-4B1E-8BFF-4C6E2B9631A5}"/>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J</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05" name="文本框 304">
              <a:extLst>
                <a:ext uri="{FF2B5EF4-FFF2-40B4-BE49-F238E27FC236}">
                  <a16:creationId xmlns:a16="http://schemas.microsoft.com/office/drawing/2014/main" id="{AFB7812D-4247-4D55-800F-71F1FAECED56}"/>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06" name="文本框 305">
              <a:extLst>
                <a:ext uri="{FF2B5EF4-FFF2-40B4-BE49-F238E27FC236}">
                  <a16:creationId xmlns:a16="http://schemas.microsoft.com/office/drawing/2014/main" id="{C3D80A1D-6D4D-4DCD-AFE0-B07B3EFAFA30}"/>
                </a:ext>
              </a:extLst>
            </p:cNvPr>
            <p:cNvSpPr txBox="1"/>
            <p:nvPr/>
          </p:nvSpPr>
          <p:spPr>
            <a:xfrm>
              <a:off x="1269218" y="4807739"/>
              <a:ext cx="277457"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307" name="文本框 306">
            <a:extLst>
              <a:ext uri="{FF2B5EF4-FFF2-40B4-BE49-F238E27FC236}">
                <a16:creationId xmlns:a16="http://schemas.microsoft.com/office/drawing/2014/main" id="{54CFB981-17C2-4F7D-817C-F82670DDD89B}"/>
              </a:ext>
            </a:extLst>
          </p:cNvPr>
          <p:cNvSpPr txBox="1"/>
          <p:nvPr/>
        </p:nvSpPr>
        <p:spPr>
          <a:xfrm>
            <a:off x="927692" y="6470760"/>
            <a:ext cx="18673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308" name="文本框 307">
            <a:extLst>
              <a:ext uri="{FF2B5EF4-FFF2-40B4-BE49-F238E27FC236}">
                <a16:creationId xmlns:a16="http://schemas.microsoft.com/office/drawing/2014/main" id="{9AA41FF7-2900-4391-8828-CA5D41797AC6}"/>
              </a:ext>
            </a:extLst>
          </p:cNvPr>
          <p:cNvSpPr txBox="1"/>
          <p:nvPr/>
        </p:nvSpPr>
        <p:spPr>
          <a:xfrm>
            <a:off x="1185766" y="6474650"/>
            <a:ext cx="18673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311" name="直接箭头连接符 310">
            <a:extLst>
              <a:ext uri="{FF2B5EF4-FFF2-40B4-BE49-F238E27FC236}">
                <a16:creationId xmlns:a16="http://schemas.microsoft.com/office/drawing/2014/main" id="{F382CF5F-B04F-4B24-BB31-2607C84C3628}"/>
              </a:ext>
            </a:extLst>
          </p:cNvPr>
          <p:cNvCxnSpPr>
            <a:cxnSpLocks/>
            <a:endCxn id="305" idx="0"/>
          </p:cNvCxnSpPr>
          <p:nvPr/>
        </p:nvCxnSpPr>
        <p:spPr>
          <a:xfrm>
            <a:off x="1030517" y="6066496"/>
            <a:ext cx="865" cy="378167"/>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12" name="组合 311">
            <a:extLst>
              <a:ext uri="{FF2B5EF4-FFF2-40B4-BE49-F238E27FC236}">
                <a16:creationId xmlns:a16="http://schemas.microsoft.com/office/drawing/2014/main" id="{1EC3C49E-4741-4110-89B4-A600B87FB266}"/>
              </a:ext>
            </a:extLst>
          </p:cNvPr>
          <p:cNvGrpSpPr/>
          <p:nvPr/>
        </p:nvGrpSpPr>
        <p:grpSpPr>
          <a:xfrm>
            <a:off x="814999" y="4282287"/>
            <a:ext cx="427061" cy="297112"/>
            <a:chOff x="8064686" y="2772787"/>
            <a:chExt cx="425745" cy="237813"/>
          </a:xfrm>
        </p:grpSpPr>
        <p:cxnSp>
          <p:nvCxnSpPr>
            <p:cNvPr id="313" name="直接箭头连接符 312">
              <a:extLst>
                <a:ext uri="{FF2B5EF4-FFF2-40B4-BE49-F238E27FC236}">
                  <a16:creationId xmlns:a16="http://schemas.microsoft.com/office/drawing/2014/main" id="{9AD79078-FFFD-42AB-9A0A-E477E9E9FE50}"/>
                </a:ext>
              </a:extLst>
            </p:cNvPr>
            <p:cNvCxnSpPr>
              <a:cxnSpLocks/>
            </p:cNvCxnSpPr>
            <p:nvPr/>
          </p:nvCxnSpPr>
          <p:spPr>
            <a:xfrm flipH="1" flipV="1">
              <a:off x="8064686" y="2788132"/>
              <a:ext cx="198448" cy="222468"/>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14" name="矩形 278659">
              <a:extLst>
                <a:ext uri="{FF2B5EF4-FFF2-40B4-BE49-F238E27FC236}">
                  <a16:creationId xmlns:a16="http://schemas.microsoft.com/office/drawing/2014/main" id="{C4B907BD-832F-4C95-B8D1-1B64CC4A7EBF}"/>
                </a:ext>
              </a:extLst>
            </p:cNvPr>
            <p:cNvSpPr>
              <a:spLocks noChangeArrowheads="1"/>
            </p:cNvSpPr>
            <p:nvPr/>
          </p:nvSpPr>
          <p:spPr bwMode="auto">
            <a:xfrm>
              <a:off x="8207430" y="2772787"/>
              <a:ext cx="283001" cy="196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008E40"/>
                  </a:solidFill>
                  <a:latin typeface="楷体_GB2312" pitchFamily="49" charset="-122"/>
                  <a:ea typeface="楷体_GB2312" pitchFamily="49" charset="-122"/>
                </a:rPr>
                <a:t>q</a:t>
              </a:r>
            </a:p>
          </p:txBody>
        </p:sp>
      </p:grpSp>
      <p:grpSp>
        <p:nvGrpSpPr>
          <p:cNvPr id="315" name="组合 314">
            <a:extLst>
              <a:ext uri="{FF2B5EF4-FFF2-40B4-BE49-F238E27FC236}">
                <a16:creationId xmlns:a16="http://schemas.microsoft.com/office/drawing/2014/main" id="{D965D784-0F9D-42E6-8ECD-322E290A89D9}"/>
              </a:ext>
            </a:extLst>
          </p:cNvPr>
          <p:cNvGrpSpPr/>
          <p:nvPr/>
        </p:nvGrpSpPr>
        <p:grpSpPr>
          <a:xfrm>
            <a:off x="412345" y="6095256"/>
            <a:ext cx="326543" cy="442362"/>
            <a:chOff x="8207430" y="2772787"/>
            <a:chExt cx="326713" cy="442592"/>
          </a:xfrm>
        </p:grpSpPr>
        <p:cxnSp>
          <p:nvCxnSpPr>
            <p:cNvPr id="316" name="直接箭头连接符 315">
              <a:extLst>
                <a:ext uri="{FF2B5EF4-FFF2-40B4-BE49-F238E27FC236}">
                  <a16:creationId xmlns:a16="http://schemas.microsoft.com/office/drawing/2014/main" id="{28708A91-4044-4C04-96EC-7ACE8404C41E}"/>
                </a:ext>
              </a:extLst>
            </p:cNvPr>
            <p:cNvCxnSpPr>
              <a:cxnSpLocks/>
            </p:cNvCxnSpPr>
            <p:nvPr/>
          </p:nvCxnSpPr>
          <p:spPr>
            <a:xfrm>
              <a:off x="8263134" y="3010600"/>
              <a:ext cx="192312" cy="204779"/>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17" name="矩形 278659">
              <a:extLst>
                <a:ext uri="{FF2B5EF4-FFF2-40B4-BE49-F238E27FC236}">
                  <a16:creationId xmlns:a16="http://schemas.microsoft.com/office/drawing/2014/main" id="{D70017E1-065C-4EC0-A8F4-EBD1415C9F4A}"/>
                </a:ext>
              </a:extLst>
            </p:cNvPr>
            <p:cNvSpPr>
              <a:spLocks noChangeArrowheads="1"/>
            </p:cNvSpPr>
            <p:nvPr/>
          </p:nvSpPr>
          <p:spPr bwMode="auto">
            <a:xfrm>
              <a:off x="8207430" y="2772787"/>
              <a:ext cx="326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008E40"/>
                  </a:solidFill>
                  <a:latin typeface="楷体_GB2312" pitchFamily="49" charset="-122"/>
                  <a:ea typeface="楷体_GB2312" pitchFamily="49" charset="-122"/>
                </a:rPr>
                <a:t>q</a:t>
              </a:r>
            </a:p>
          </p:txBody>
        </p:sp>
      </p:grpSp>
      <p:sp>
        <p:nvSpPr>
          <p:cNvPr id="318" name="矩形 278659">
            <a:extLst>
              <a:ext uri="{FF2B5EF4-FFF2-40B4-BE49-F238E27FC236}">
                <a16:creationId xmlns:a16="http://schemas.microsoft.com/office/drawing/2014/main" id="{47CF6D81-0670-46AE-914D-E16CB2074708}"/>
              </a:ext>
            </a:extLst>
          </p:cNvPr>
          <p:cNvSpPr>
            <a:spLocks noChangeArrowheads="1"/>
          </p:cNvSpPr>
          <p:nvPr/>
        </p:nvSpPr>
        <p:spPr bwMode="auto">
          <a:xfrm>
            <a:off x="61343" y="2492973"/>
            <a:ext cx="354153" cy="31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algn="ctr">
              <a:lnSpc>
                <a:spcPct val="70000"/>
              </a:lnSpc>
            </a:pPr>
            <a:r>
              <a:rPr lang="en-US" altLang="zh-CN" sz="2800" b="1" i="1" dirty="0">
                <a:solidFill>
                  <a:schemeClr val="accent2">
                    <a:lumMod val="50000"/>
                  </a:schemeClr>
                </a:solidFill>
                <a:latin typeface="Times New Roman" panose="02020603050405020304" pitchFamily="18" charset="0"/>
                <a:ea typeface="楷体_GB2312" pitchFamily="49" charset="-122"/>
                <a:cs typeface="Times New Roman" panose="02020603050405020304" pitchFamily="18" charset="0"/>
              </a:rPr>
              <a:t>w</a:t>
            </a:r>
            <a:endParaRPr lang="en-US" altLang="zh-CN" sz="2800" b="1" baseline="-25000" dirty="0">
              <a:solidFill>
                <a:schemeClr val="accent2">
                  <a:lumMod val="50000"/>
                </a:schemeClr>
              </a:solidFill>
              <a:latin typeface="Times New Roman" panose="02020603050405020304" pitchFamily="18" charset="0"/>
              <a:ea typeface="楷体_GB2312" pitchFamily="49" charset="-122"/>
              <a:cs typeface="Times New Roman" panose="02020603050405020304" pitchFamily="18" charset="0"/>
            </a:endParaRPr>
          </a:p>
        </p:txBody>
      </p:sp>
      <p:cxnSp>
        <p:nvCxnSpPr>
          <p:cNvPr id="229" name="直接箭头连接符 228">
            <a:extLst>
              <a:ext uri="{FF2B5EF4-FFF2-40B4-BE49-F238E27FC236}">
                <a16:creationId xmlns:a16="http://schemas.microsoft.com/office/drawing/2014/main" id="{D6D712E6-1FF7-4BFE-B936-E45B59ACA5EB}"/>
              </a:ext>
            </a:extLst>
          </p:cNvPr>
          <p:cNvCxnSpPr>
            <a:cxnSpLocks/>
          </p:cNvCxnSpPr>
          <p:nvPr/>
        </p:nvCxnSpPr>
        <p:spPr>
          <a:xfrm flipH="1" flipV="1">
            <a:off x="8262309" y="4289121"/>
            <a:ext cx="2772593" cy="153283"/>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cxnSp>
        <p:nvCxnSpPr>
          <p:cNvPr id="227" name="直接箭头连接符 226">
            <a:extLst>
              <a:ext uri="{FF2B5EF4-FFF2-40B4-BE49-F238E27FC236}">
                <a16:creationId xmlns:a16="http://schemas.microsoft.com/office/drawing/2014/main" id="{64D528EB-213F-4702-ABAF-E1B7821D90BF}"/>
              </a:ext>
            </a:extLst>
          </p:cNvPr>
          <p:cNvCxnSpPr>
            <a:cxnSpLocks/>
          </p:cNvCxnSpPr>
          <p:nvPr/>
        </p:nvCxnSpPr>
        <p:spPr>
          <a:xfrm flipH="1" flipV="1">
            <a:off x="10890961" y="4299480"/>
            <a:ext cx="287882" cy="120423"/>
          </a:xfrm>
          <a:prstGeom prst="straightConnector1">
            <a:avLst/>
          </a:prstGeom>
          <a:ln w="28575">
            <a:tailEnd type="triangle" w="med" len="lg"/>
          </a:ln>
        </p:spPr>
        <p:style>
          <a:lnRef idx="1">
            <a:schemeClr val="accent1"/>
          </a:lnRef>
          <a:fillRef idx="0">
            <a:schemeClr val="accent1"/>
          </a:fillRef>
          <a:effectRef idx="0">
            <a:schemeClr val="accent1"/>
          </a:effectRef>
          <a:fontRef idx="minor">
            <a:schemeClr val="tx1"/>
          </a:fontRef>
        </p:style>
      </p:cxnSp>
      <p:sp>
        <p:nvSpPr>
          <p:cNvPr id="319" name="矩形 278659">
            <a:extLst>
              <a:ext uri="{FF2B5EF4-FFF2-40B4-BE49-F238E27FC236}">
                <a16:creationId xmlns:a16="http://schemas.microsoft.com/office/drawing/2014/main" id="{F99238FF-A0C0-4DBB-A72B-7C179E7738A8}"/>
              </a:ext>
            </a:extLst>
          </p:cNvPr>
          <p:cNvSpPr>
            <a:spLocks noChangeArrowheads="1"/>
          </p:cNvSpPr>
          <p:nvPr/>
        </p:nvSpPr>
        <p:spPr bwMode="auto">
          <a:xfrm>
            <a:off x="8942379" y="3918099"/>
            <a:ext cx="345161" cy="36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algn="ctr">
              <a:lnSpc>
                <a:spcPct val="70000"/>
              </a:lnSpc>
            </a:pPr>
            <a:r>
              <a:rPr lang="en-US" altLang="zh-CN" sz="3198" b="1" i="1"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1799" b="1" dirty="0">
                <a:solidFill>
                  <a:srgbClr val="FF0000"/>
                </a:solidFill>
                <a:latin typeface="Times New Roman" panose="02020603050405020304" pitchFamily="18" charset="0"/>
                <a:ea typeface="楷体_GB2312" pitchFamily="49" charset="-122"/>
                <a:cs typeface="Times New Roman" panose="02020603050405020304" pitchFamily="18" charset="0"/>
              </a:rPr>
              <a:t>1</a:t>
            </a:r>
            <a:endParaRPr lang="en-US" altLang="zh-CN" sz="1799" b="1" baseline="-25000" dirty="0">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grpSp>
        <p:nvGrpSpPr>
          <p:cNvPr id="262" name="组合 261">
            <a:extLst>
              <a:ext uri="{FF2B5EF4-FFF2-40B4-BE49-F238E27FC236}">
                <a16:creationId xmlns:a16="http://schemas.microsoft.com/office/drawing/2014/main" id="{5CA02773-D746-4D09-B3CE-454A812C67DE}"/>
              </a:ext>
            </a:extLst>
          </p:cNvPr>
          <p:cNvGrpSpPr/>
          <p:nvPr/>
        </p:nvGrpSpPr>
        <p:grpSpPr>
          <a:xfrm>
            <a:off x="1323579" y="4030249"/>
            <a:ext cx="573353" cy="246093"/>
            <a:chOff x="7814137" y="2832089"/>
            <a:chExt cx="573652" cy="246221"/>
          </a:xfrm>
        </p:grpSpPr>
        <p:cxnSp>
          <p:nvCxnSpPr>
            <p:cNvPr id="265" name="直接箭头连接符 264">
              <a:extLst>
                <a:ext uri="{FF2B5EF4-FFF2-40B4-BE49-F238E27FC236}">
                  <a16:creationId xmlns:a16="http://schemas.microsoft.com/office/drawing/2014/main" id="{D3F001A2-CB7B-4812-9424-884A20BFC9B5}"/>
                </a:ext>
              </a:extLst>
            </p:cNvPr>
            <p:cNvCxnSpPr>
              <a:cxnSpLocks/>
            </p:cNvCxnSpPr>
            <p:nvPr/>
          </p:nvCxnSpPr>
          <p:spPr>
            <a:xfrm flipH="1">
              <a:off x="7814137" y="2976856"/>
              <a:ext cx="290466"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66" name="矩形 278659">
              <a:extLst>
                <a:ext uri="{FF2B5EF4-FFF2-40B4-BE49-F238E27FC236}">
                  <a16:creationId xmlns:a16="http://schemas.microsoft.com/office/drawing/2014/main" id="{0A6A24BD-4CB2-438B-944F-3186898029D4}"/>
                </a:ext>
              </a:extLst>
            </p:cNvPr>
            <p:cNvSpPr>
              <a:spLocks noChangeArrowheads="1"/>
            </p:cNvSpPr>
            <p:nvPr/>
          </p:nvSpPr>
          <p:spPr bwMode="auto">
            <a:xfrm>
              <a:off x="8155908" y="2832089"/>
              <a:ext cx="23188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008E40"/>
                  </a:solidFill>
                  <a:latin typeface="楷体_GB2312" pitchFamily="49" charset="-122"/>
                  <a:ea typeface="楷体_GB2312" pitchFamily="49" charset="-122"/>
                </a:rPr>
                <a:t>p</a:t>
              </a:r>
            </a:p>
          </p:txBody>
        </p:sp>
      </p:grpSp>
      <p:grpSp>
        <p:nvGrpSpPr>
          <p:cNvPr id="268" name="组合 267">
            <a:extLst>
              <a:ext uri="{FF2B5EF4-FFF2-40B4-BE49-F238E27FC236}">
                <a16:creationId xmlns:a16="http://schemas.microsoft.com/office/drawing/2014/main" id="{54503AEA-6442-4453-914E-FF43870F096C}"/>
              </a:ext>
            </a:extLst>
          </p:cNvPr>
          <p:cNvGrpSpPr/>
          <p:nvPr/>
        </p:nvGrpSpPr>
        <p:grpSpPr>
          <a:xfrm>
            <a:off x="1583933" y="6448626"/>
            <a:ext cx="712019" cy="249042"/>
            <a:chOff x="693153" y="4807739"/>
            <a:chExt cx="869518" cy="249172"/>
          </a:xfrm>
        </p:grpSpPr>
        <p:sp>
          <p:nvSpPr>
            <p:cNvPr id="270" name="文本框 269">
              <a:extLst>
                <a:ext uri="{FF2B5EF4-FFF2-40B4-BE49-F238E27FC236}">
                  <a16:creationId xmlns:a16="http://schemas.microsoft.com/office/drawing/2014/main" id="{28B95497-440F-4CCA-9275-81835F452ADB}"/>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B</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72" name="文本框 271">
              <a:extLst>
                <a:ext uri="{FF2B5EF4-FFF2-40B4-BE49-F238E27FC236}">
                  <a16:creationId xmlns:a16="http://schemas.microsoft.com/office/drawing/2014/main" id="{F584A1B6-E16B-44F1-84B5-8ADD3E0D657C}"/>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291" name="文本框 290">
              <a:extLst>
                <a:ext uri="{FF2B5EF4-FFF2-40B4-BE49-F238E27FC236}">
                  <a16:creationId xmlns:a16="http://schemas.microsoft.com/office/drawing/2014/main" id="{CEE1407E-23E8-422C-BF9E-8318426C4A80}"/>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321" name="文本框 320">
            <a:extLst>
              <a:ext uri="{FF2B5EF4-FFF2-40B4-BE49-F238E27FC236}">
                <a16:creationId xmlns:a16="http://schemas.microsoft.com/office/drawing/2014/main" id="{BCD157A9-6975-4ED1-9096-40C875E6BFC3}"/>
              </a:ext>
            </a:extLst>
          </p:cNvPr>
          <p:cNvSpPr txBox="1"/>
          <p:nvPr/>
        </p:nvSpPr>
        <p:spPr>
          <a:xfrm>
            <a:off x="1850110" y="6480821"/>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323" name="文本框 322">
            <a:extLst>
              <a:ext uri="{FF2B5EF4-FFF2-40B4-BE49-F238E27FC236}">
                <a16:creationId xmlns:a16="http://schemas.microsoft.com/office/drawing/2014/main" id="{5919D1C6-41AA-4ADC-B181-66763A50FB7B}"/>
              </a:ext>
            </a:extLst>
          </p:cNvPr>
          <p:cNvSpPr txBox="1"/>
          <p:nvPr/>
        </p:nvSpPr>
        <p:spPr>
          <a:xfrm>
            <a:off x="2094401" y="6480557"/>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grpSp>
        <p:nvGrpSpPr>
          <p:cNvPr id="324" name="组合 323">
            <a:extLst>
              <a:ext uri="{FF2B5EF4-FFF2-40B4-BE49-F238E27FC236}">
                <a16:creationId xmlns:a16="http://schemas.microsoft.com/office/drawing/2014/main" id="{1BE91731-60A1-43D6-A1BF-E7C1B6A0144F}"/>
              </a:ext>
            </a:extLst>
          </p:cNvPr>
          <p:cNvGrpSpPr/>
          <p:nvPr/>
        </p:nvGrpSpPr>
        <p:grpSpPr>
          <a:xfrm>
            <a:off x="2296385" y="6462281"/>
            <a:ext cx="519597" cy="246093"/>
            <a:chOff x="8210421" y="2822527"/>
            <a:chExt cx="339135" cy="246221"/>
          </a:xfrm>
        </p:grpSpPr>
        <p:cxnSp>
          <p:nvCxnSpPr>
            <p:cNvPr id="325" name="直接箭头连接符 324">
              <a:extLst>
                <a:ext uri="{FF2B5EF4-FFF2-40B4-BE49-F238E27FC236}">
                  <a16:creationId xmlns:a16="http://schemas.microsoft.com/office/drawing/2014/main" id="{2461C2E1-791A-41A0-ADBA-CE6AFE7B9206}"/>
                </a:ext>
              </a:extLst>
            </p:cNvPr>
            <p:cNvCxnSpPr>
              <a:cxnSpLocks/>
            </p:cNvCxnSpPr>
            <p:nvPr/>
          </p:nvCxnSpPr>
          <p:spPr>
            <a:xfrm flipH="1">
              <a:off x="8210421" y="2941781"/>
              <a:ext cx="186587" cy="0"/>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26" name="矩形 278659">
              <a:extLst>
                <a:ext uri="{FF2B5EF4-FFF2-40B4-BE49-F238E27FC236}">
                  <a16:creationId xmlns:a16="http://schemas.microsoft.com/office/drawing/2014/main" id="{D36795A2-0495-43DD-B958-D776A22D3A13}"/>
                </a:ext>
              </a:extLst>
            </p:cNvPr>
            <p:cNvSpPr>
              <a:spLocks noChangeArrowheads="1"/>
            </p:cNvSpPr>
            <p:nvPr/>
          </p:nvSpPr>
          <p:spPr bwMode="auto">
            <a:xfrm>
              <a:off x="8429141" y="2822527"/>
              <a:ext cx="12041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008E40"/>
                  </a:solidFill>
                  <a:latin typeface="楷体_GB2312" pitchFamily="49" charset="-122"/>
                  <a:ea typeface="楷体_GB2312" pitchFamily="49" charset="-122"/>
                </a:rPr>
                <a:t>p</a:t>
              </a:r>
            </a:p>
          </p:txBody>
        </p:sp>
      </p:grpSp>
      <p:cxnSp>
        <p:nvCxnSpPr>
          <p:cNvPr id="327" name="直接箭头连接符 326">
            <a:extLst>
              <a:ext uri="{FF2B5EF4-FFF2-40B4-BE49-F238E27FC236}">
                <a16:creationId xmlns:a16="http://schemas.microsoft.com/office/drawing/2014/main" id="{0EA3DBB5-A694-4FB4-9093-25C60E9901E4}"/>
              </a:ext>
            </a:extLst>
          </p:cNvPr>
          <p:cNvCxnSpPr>
            <a:cxnSpLocks/>
          </p:cNvCxnSpPr>
          <p:nvPr/>
        </p:nvCxnSpPr>
        <p:spPr>
          <a:xfrm>
            <a:off x="1282313" y="6575155"/>
            <a:ext cx="300504"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28" name="矩形 278659">
            <a:extLst>
              <a:ext uri="{FF2B5EF4-FFF2-40B4-BE49-F238E27FC236}">
                <a16:creationId xmlns:a16="http://schemas.microsoft.com/office/drawing/2014/main" id="{870CF313-3757-478F-AB2E-7EE2B637E4A1}"/>
              </a:ext>
            </a:extLst>
          </p:cNvPr>
          <p:cNvSpPr>
            <a:spLocks noChangeArrowheads="1"/>
          </p:cNvSpPr>
          <p:nvPr/>
        </p:nvSpPr>
        <p:spPr bwMode="auto">
          <a:xfrm>
            <a:off x="94535" y="603293"/>
            <a:ext cx="354153" cy="354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algn="ctr">
              <a:lnSpc>
                <a:spcPct val="70000"/>
              </a:lnSpc>
            </a:pPr>
            <a:r>
              <a:rPr lang="en-US" altLang="zh-CN" sz="3198" b="1" i="1" dirty="0">
                <a:solidFill>
                  <a:schemeClr val="accent2">
                    <a:lumMod val="50000"/>
                  </a:schemeClr>
                </a:solidFill>
                <a:latin typeface="Times New Roman" panose="02020603050405020304" pitchFamily="18" charset="0"/>
                <a:ea typeface="楷体_GB2312" pitchFamily="49" charset="-122"/>
                <a:cs typeface="Times New Roman" panose="02020603050405020304" pitchFamily="18" charset="0"/>
              </a:rPr>
              <a:t>w</a:t>
            </a:r>
            <a:endParaRPr lang="en-US" altLang="zh-CN" sz="3198" b="1" baseline="-25000" dirty="0">
              <a:solidFill>
                <a:schemeClr val="accent2">
                  <a:lumMod val="50000"/>
                </a:schemeClr>
              </a:solidFill>
              <a:latin typeface="Times New Roman" panose="02020603050405020304" pitchFamily="18" charset="0"/>
              <a:ea typeface="楷体_GB2312" pitchFamily="49" charset="-122"/>
              <a:cs typeface="Times New Roman" panose="02020603050405020304" pitchFamily="18" charset="0"/>
            </a:endParaRPr>
          </a:p>
        </p:txBody>
      </p:sp>
      <p:grpSp>
        <p:nvGrpSpPr>
          <p:cNvPr id="139" name="组合 138">
            <a:extLst>
              <a:ext uri="{FF2B5EF4-FFF2-40B4-BE49-F238E27FC236}">
                <a16:creationId xmlns:a16="http://schemas.microsoft.com/office/drawing/2014/main" id="{B83EC1F8-1A34-4154-9817-68B3CAECB944}"/>
              </a:ext>
            </a:extLst>
          </p:cNvPr>
          <p:cNvGrpSpPr/>
          <p:nvPr/>
        </p:nvGrpSpPr>
        <p:grpSpPr>
          <a:xfrm>
            <a:off x="657851" y="1334012"/>
            <a:ext cx="378620" cy="307618"/>
            <a:chOff x="2879792" y="1041760"/>
            <a:chExt cx="448963" cy="381001"/>
          </a:xfrm>
        </p:grpSpPr>
        <p:sp>
          <p:nvSpPr>
            <p:cNvPr id="140" name="椭圆 278653">
              <a:extLst>
                <a:ext uri="{FF2B5EF4-FFF2-40B4-BE49-F238E27FC236}">
                  <a16:creationId xmlns:a16="http://schemas.microsoft.com/office/drawing/2014/main" id="{F8FD6806-FBC4-439F-8C7B-296D9586C884}"/>
                </a:ext>
              </a:extLst>
            </p:cNvPr>
            <p:cNvSpPr>
              <a:spLocks noChangeArrowheads="1"/>
            </p:cNvSpPr>
            <p:nvPr/>
          </p:nvSpPr>
          <p:spPr bwMode="auto">
            <a:xfrm>
              <a:off x="2892205" y="1041760"/>
              <a:ext cx="381000" cy="381001"/>
            </a:xfrm>
            <a:prstGeom prst="ellipse">
              <a:avLst/>
            </a:prstGeom>
            <a:solidFill>
              <a:srgbClr val="CEF1CB"/>
            </a:solidFill>
            <a:ln w="9525">
              <a:solidFill>
                <a:schemeClr val="tx1"/>
              </a:solidFill>
              <a:round/>
              <a:headEnd/>
              <a:tailEnd/>
            </a:ln>
          </p:spPr>
          <p:txBody>
            <a:bodyPr/>
            <a:lstStyle/>
            <a:p>
              <a:pPr>
                <a:lnSpc>
                  <a:spcPct val="90000"/>
                </a:lnSpc>
              </a:pPr>
              <a:endParaRPr lang="zh-CN" altLang="en-US" sz="1799" dirty="0">
                <a:latin typeface="Times New Roman" panose="02020603050405020304" pitchFamily="18" charset="0"/>
                <a:cs typeface="Times New Roman" panose="02020603050405020304" pitchFamily="18" charset="0"/>
              </a:endParaRPr>
            </a:p>
          </p:txBody>
        </p:sp>
        <p:sp>
          <p:nvSpPr>
            <p:cNvPr id="141" name="矩形 278659">
              <a:extLst>
                <a:ext uri="{FF2B5EF4-FFF2-40B4-BE49-F238E27FC236}">
                  <a16:creationId xmlns:a16="http://schemas.microsoft.com/office/drawing/2014/main" id="{FE97E3F0-493C-4C68-9DD2-C02BD38770C9}"/>
                </a:ext>
              </a:extLst>
            </p:cNvPr>
            <p:cNvSpPr>
              <a:spLocks noChangeArrowheads="1"/>
            </p:cNvSpPr>
            <p:nvPr/>
          </p:nvSpPr>
          <p:spPr bwMode="auto">
            <a:xfrm>
              <a:off x="2879792" y="1061144"/>
              <a:ext cx="448963" cy="34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81" tIns="0" rIns="35981" bIns="0" anchor="ctr" anchorCtr="1">
              <a:spAutoFit/>
            </a:bodyPr>
            <a:lstStyle/>
            <a:p>
              <a:pPr>
                <a:lnSpc>
                  <a:spcPct val="90000"/>
                </a:lnSpc>
              </a:pPr>
              <a:r>
                <a:rPr lang="en-US" altLang="zh-CN" sz="1999" b="1" dirty="0">
                  <a:solidFill>
                    <a:srgbClr val="7030A0"/>
                  </a:solidFill>
                  <a:latin typeface="Times New Roman" panose="02020603050405020304" pitchFamily="18" charset="0"/>
                  <a:cs typeface="Times New Roman" panose="02020603050405020304" pitchFamily="18" charset="0"/>
                </a:rPr>
                <a:t>F</a:t>
              </a:r>
            </a:p>
          </p:txBody>
        </p:sp>
      </p:grpSp>
      <p:grpSp>
        <p:nvGrpSpPr>
          <p:cNvPr id="329" name="组合 328">
            <a:extLst>
              <a:ext uri="{FF2B5EF4-FFF2-40B4-BE49-F238E27FC236}">
                <a16:creationId xmlns:a16="http://schemas.microsoft.com/office/drawing/2014/main" id="{99D3B3CC-1097-4915-814A-3F454CE104EA}"/>
              </a:ext>
            </a:extLst>
          </p:cNvPr>
          <p:cNvGrpSpPr/>
          <p:nvPr/>
        </p:nvGrpSpPr>
        <p:grpSpPr>
          <a:xfrm>
            <a:off x="1582216" y="5419448"/>
            <a:ext cx="712019" cy="249042"/>
            <a:chOff x="693153" y="4807739"/>
            <a:chExt cx="869518" cy="249172"/>
          </a:xfrm>
        </p:grpSpPr>
        <p:sp>
          <p:nvSpPr>
            <p:cNvPr id="330" name="文本框 329">
              <a:extLst>
                <a:ext uri="{FF2B5EF4-FFF2-40B4-BE49-F238E27FC236}">
                  <a16:creationId xmlns:a16="http://schemas.microsoft.com/office/drawing/2014/main" id="{8DABBACA-5022-4227-9753-F4684280563E}"/>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F</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31" name="文本框 330">
              <a:extLst>
                <a:ext uri="{FF2B5EF4-FFF2-40B4-BE49-F238E27FC236}">
                  <a16:creationId xmlns:a16="http://schemas.microsoft.com/office/drawing/2014/main" id="{774CF020-7CDC-4048-AB98-C2C90C3971CC}"/>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32" name="文本框 331">
              <a:extLst>
                <a:ext uri="{FF2B5EF4-FFF2-40B4-BE49-F238E27FC236}">
                  <a16:creationId xmlns:a16="http://schemas.microsoft.com/office/drawing/2014/main" id="{C6911D1F-3535-46E4-8D9D-051A45C980CC}"/>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333" name="文本框 332">
            <a:extLst>
              <a:ext uri="{FF2B5EF4-FFF2-40B4-BE49-F238E27FC236}">
                <a16:creationId xmlns:a16="http://schemas.microsoft.com/office/drawing/2014/main" id="{F1158935-1FCA-4D13-9A4A-E5090B9E1340}"/>
              </a:ext>
            </a:extLst>
          </p:cNvPr>
          <p:cNvSpPr txBox="1"/>
          <p:nvPr/>
        </p:nvSpPr>
        <p:spPr>
          <a:xfrm>
            <a:off x="1848392" y="5451643"/>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334" name="文本框 333">
            <a:extLst>
              <a:ext uri="{FF2B5EF4-FFF2-40B4-BE49-F238E27FC236}">
                <a16:creationId xmlns:a16="http://schemas.microsoft.com/office/drawing/2014/main" id="{2268B612-8738-4CBC-9BE6-8B709D05E261}"/>
              </a:ext>
            </a:extLst>
          </p:cNvPr>
          <p:cNvSpPr txBox="1"/>
          <p:nvPr/>
        </p:nvSpPr>
        <p:spPr>
          <a:xfrm>
            <a:off x="2092684" y="5451379"/>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grpSp>
        <p:nvGrpSpPr>
          <p:cNvPr id="335" name="组合 334">
            <a:extLst>
              <a:ext uri="{FF2B5EF4-FFF2-40B4-BE49-F238E27FC236}">
                <a16:creationId xmlns:a16="http://schemas.microsoft.com/office/drawing/2014/main" id="{AB9168C0-E387-437A-BE61-445C5B741D50}"/>
              </a:ext>
            </a:extLst>
          </p:cNvPr>
          <p:cNvGrpSpPr/>
          <p:nvPr/>
        </p:nvGrpSpPr>
        <p:grpSpPr>
          <a:xfrm>
            <a:off x="1507742" y="5660087"/>
            <a:ext cx="200445" cy="327924"/>
            <a:chOff x="8260787" y="2679895"/>
            <a:chExt cx="130828" cy="328095"/>
          </a:xfrm>
        </p:grpSpPr>
        <p:cxnSp>
          <p:nvCxnSpPr>
            <p:cNvPr id="336" name="直接箭头连接符 335">
              <a:extLst>
                <a:ext uri="{FF2B5EF4-FFF2-40B4-BE49-F238E27FC236}">
                  <a16:creationId xmlns:a16="http://schemas.microsoft.com/office/drawing/2014/main" id="{CF5BDD83-1FF1-43DF-BE55-47890E3E5EAD}"/>
                </a:ext>
              </a:extLst>
            </p:cNvPr>
            <p:cNvCxnSpPr>
              <a:cxnSpLocks/>
            </p:cNvCxnSpPr>
            <p:nvPr/>
          </p:nvCxnSpPr>
          <p:spPr>
            <a:xfrm flipH="1" flipV="1">
              <a:off x="8391614" y="2679895"/>
              <a:ext cx="1" cy="253479"/>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37" name="矩形 278659">
              <a:extLst>
                <a:ext uri="{FF2B5EF4-FFF2-40B4-BE49-F238E27FC236}">
                  <a16:creationId xmlns:a16="http://schemas.microsoft.com/office/drawing/2014/main" id="{F7C08A53-2650-47F8-81EF-1FAEC23942D6}"/>
                </a:ext>
              </a:extLst>
            </p:cNvPr>
            <p:cNvSpPr>
              <a:spLocks noChangeArrowheads="1"/>
            </p:cNvSpPr>
            <p:nvPr/>
          </p:nvSpPr>
          <p:spPr bwMode="auto">
            <a:xfrm>
              <a:off x="8260787" y="2761769"/>
              <a:ext cx="12041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FF0000"/>
                  </a:solidFill>
                  <a:latin typeface="楷体_GB2312" pitchFamily="49" charset="-122"/>
                  <a:ea typeface="楷体_GB2312" pitchFamily="49" charset="-122"/>
                </a:rPr>
                <a:t>p</a:t>
              </a:r>
            </a:p>
          </p:txBody>
        </p:sp>
      </p:grpSp>
      <p:cxnSp>
        <p:nvCxnSpPr>
          <p:cNvPr id="338" name="直接箭头连接符 337">
            <a:extLst>
              <a:ext uri="{FF2B5EF4-FFF2-40B4-BE49-F238E27FC236}">
                <a16:creationId xmlns:a16="http://schemas.microsoft.com/office/drawing/2014/main" id="{B08D311D-8A81-4C08-A9F4-C068EA34DCFC}"/>
              </a:ext>
            </a:extLst>
          </p:cNvPr>
          <p:cNvCxnSpPr>
            <a:cxnSpLocks/>
          </p:cNvCxnSpPr>
          <p:nvPr/>
        </p:nvCxnSpPr>
        <p:spPr>
          <a:xfrm>
            <a:off x="1285182" y="5547962"/>
            <a:ext cx="300504"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39" name="组合 338">
            <a:extLst>
              <a:ext uri="{FF2B5EF4-FFF2-40B4-BE49-F238E27FC236}">
                <a16:creationId xmlns:a16="http://schemas.microsoft.com/office/drawing/2014/main" id="{0EF343E1-C152-49E8-B6B6-6836DAEE0C75}"/>
              </a:ext>
            </a:extLst>
          </p:cNvPr>
          <p:cNvGrpSpPr/>
          <p:nvPr/>
        </p:nvGrpSpPr>
        <p:grpSpPr>
          <a:xfrm>
            <a:off x="1782273" y="3570459"/>
            <a:ext cx="241987" cy="337530"/>
            <a:chOff x="8391614" y="2679895"/>
            <a:chExt cx="157942" cy="337706"/>
          </a:xfrm>
        </p:grpSpPr>
        <p:cxnSp>
          <p:nvCxnSpPr>
            <p:cNvPr id="340" name="直接箭头连接符 339">
              <a:extLst>
                <a:ext uri="{FF2B5EF4-FFF2-40B4-BE49-F238E27FC236}">
                  <a16:creationId xmlns:a16="http://schemas.microsoft.com/office/drawing/2014/main" id="{BA6B43E4-D41E-403A-BB73-779F21A5E4AC}"/>
                </a:ext>
              </a:extLst>
            </p:cNvPr>
            <p:cNvCxnSpPr>
              <a:cxnSpLocks/>
            </p:cNvCxnSpPr>
            <p:nvPr/>
          </p:nvCxnSpPr>
          <p:spPr>
            <a:xfrm flipH="1" flipV="1">
              <a:off x="8391614" y="2679895"/>
              <a:ext cx="1" cy="253479"/>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41" name="矩形 278659">
              <a:extLst>
                <a:ext uri="{FF2B5EF4-FFF2-40B4-BE49-F238E27FC236}">
                  <a16:creationId xmlns:a16="http://schemas.microsoft.com/office/drawing/2014/main" id="{1EB1CC1D-E87D-4F33-9610-0046E3246C3C}"/>
                </a:ext>
              </a:extLst>
            </p:cNvPr>
            <p:cNvSpPr>
              <a:spLocks noChangeArrowheads="1"/>
            </p:cNvSpPr>
            <p:nvPr/>
          </p:nvSpPr>
          <p:spPr bwMode="auto">
            <a:xfrm>
              <a:off x="8429141" y="2771380"/>
              <a:ext cx="12041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FF0000"/>
                  </a:solidFill>
                  <a:latin typeface="楷体_GB2312" pitchFamily="49" charset="-122"/>
                  <a:ea typeface="楷体_GB2312" pitchFamily="49" charset="-122"/>
                </a:rPr>
                <a:t>q</a:t>
              </a:r>
            </a:p>
          </p:txBody>
        </p:sp>
      </p:grpSp>
      <p:sp>
        <p:nvSpPr>
          <p:cNvPr id="342" name="矩形 278659">
            <a:extLst>
              <a:ext uri="{FF2B5EF4-FFF2-40B4-BE49-F238E27FC236}">
                <a16:creationId xmlns:a16="http://schemas.microsoft.com/office/drawing/2014/main" id="{F9B059C9-F2DD-4608-A66F-2D095E51F633}"/>
              </a:ext>
            </a:extLst>
          </p:cNvPr>
          <p:cNvSpPr>
            <a:spLocks noChangeArrowheads="1"/>
          </p:cNvSpPr>
          <p:nvPr/>
        </p:nvSpPr>
        <p:spPr bwMode="auto">
          <a:xfrm>
            <a:off x="89702" y="605656"/>
            <a:ext cx="340381" cy="354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algn="ctr">
              <a:lnSpc>
                <a:spcPct val="70000"/>
              </a:lnSpc>
            </a:pPr>
            <a:r>
              <a:rPr lang="en-US" altLang="zh-CN" sz="3198" b="1" i="1" dirty="0">
                <a:solidFill>
                  <a:srgbClr val="EA7A26"/>
                </a:solidFill>
                <a:latin typeface="Times New Roman" panose="02020603050405020304" pitchFamily="18" charset="0"/>
                <a:ea typeface="楷体_GB2312" pitchFamily="49" charset="-122"/>
                <a:cs typeface="Times New Roman" panose="02020603050405020304" pitchFamily="18" charset="0"/>
              </a:rPr>
              <a:t>w</a:t>
            </a:r>
          </a:p>
        </p:txBody>
      </p:sp>
      <p:grpSp>
        <p:nvGrpSpPr>
          <p:cNvPr id="343" name="组合 342">
            <a:extLst>
              <a:ext uri="{FF2B5EF4-FFF2-40B4-BE49-F238E27FC236}">
                <a16:creationId xmlns:a16="http://schemas.microsoft.com/office/drawing/2014/main" id="{6DB40C21-714F-49BB-B36F-FACEEF678F8C}"/>
              </a:ext>
            </a:extLst>
          </p:cNvPr>
          <p:cNvGrpSpPr/>
          <p:nvPr/>
        </p:nvGrpSpPr>
        <p:grpSpPr>
          <a:xfrm>
            <a:off x="2490489" y="5422014"/>
            <a:ext cx="712019" cy="249042"/>
            <a:chOff x="693153" y="4807739"/>
            <a:chExt cx="869518" cy="249172"/>
          </a:xfrm>
        </p:grpSpPr>
        <p:sp>
          <p:nvSpPr>
            <p:cNvPr id="344" name="文本框 343">
              <a:extLst>
                <a:ext uri="{FF2B5EF4-FFF2-40B4-BE49-F238E27FC236}">
                  <a16:creationId xmlns:a16="http://schemas.microsoft.com/office/drawing/2014/main" id="{DC4A2CA8-6E8D-4B79-B366-1CAEE9D514F5}"/>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C</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45" name="文本框 344">
              <a:extLst>
                <a:ext uri="{FF2B5EF4-FFF2-40B4-BE49-F238E27FC236}">
                  <a16:creationId xmlns:a16="http://schemas.microsoft.com/office/drawing/2014/main" id="{D2314F6C-3C0B-4E4F-98B5-5C0207326758}"/>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46" name="文本框 345">
              <a:extLst>
                <a:ext uri="{FF2B5EF4-FFF2-40B4-BE49-F238E27FC236}">
                  <a16:creationId xmlns:a16="http://schemas.microsoft.com/office/drawing/2014/main" id="{6F4CBB30-6546-4462-B715-CA1058316267}"/>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347" name="文本框 346">
            <a:extLst>
              <a:ext uri="{FF2B5EF4-FFF2-40B4-BE49-F238E27FC236}">
                <a16:creationId xmlns:a16="http://schemas.microsoft.com/office/drawing/2014/main" id="{C51188B4-D573-46B6-B5E9-0436922FD486}"/>
              </a:ext>
            </a:extLst>
          </p:cNvPr>
          <p:cNvSpPr txBox="1"/>
          <p:nvPr/>
        </p:nvSpPr>
        <p:spPr>
          <a:xfrm>
            <a:off x="2756665" y="5454209"/>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348" name="文本框 347">
            <a:extLst>
              <a:ext uri="{FF2B5EF4-FFF2-40B4-BE49-F238E27FC236}">
                <a16:creationId xmlns:a16="http://schemas.microsoft.com/office/drawing/2014/main" id="{A3405F53-FF9F-4CFB-8542-B6C564794286}"/>
              </a:ext>
            </a:extLst>
          </p:cNvPr>
          <p:cNvSpPr txBox="1"/>
          <p:nvPr/>
        </p:nvSpPr>
        <p:spPr>
          <a:xfrm>
            <a:off x="3000957" y="5453945"/>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349" name="直接箭头连接符 348">
            <a:extLst>
              <a:ext uri="{FF2B5EF4-FFF2-40B4-BE49-F238E27FC236}">
                <a16:creationId xmlns:a16="http://schemas.microsoft.com/office/drawing/2014/main" id="{D9F75AA7-B042-4AF1-B74B-AE5DA37ACE71}"/>
              </a:ext>
            </a:extLst>
          </p:cNvPr>
          <p:cNvCxnSpPr>
            <a:cxnSpLocks/>
          </p:cNvCxnSpPr>
          <p:nvPr/>
        </p:nvCxnSpPr>
        <p:spPr>
          <a:xfrm>
            <a:off x="2189985" y="5552477"/>
            <a:ext cx="300504"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50" name="矩形 278659">
            <a:extLst>
              <a:ext uri="{FF2B5EF4-FFF2-40B4-BE49-F238E27FC236}">
                <a16:creationId xmlns:a16="http://schemas.microsoft.com/office/drawing/2014/main" id="{12E9290C-D145-45D8-B50B-40D7E4D4841F}"/>
              </a:ext>
            </a:extLst>
          </p:cNvPr>
          <p:cNvSpPr>
            <a:spLocks noChangeArrowheads="1"/>
          </p:cNvSpPr>
          <p:nvPr/>
        </p:nvSpPr>
        <p:spPr bwMode="auto">
          <a:xfrm>
            <a:off x="81040" y="609797"/>
            <a:ext cx="340381" cy="354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algn="ctr">
              <a:lnSpc>
                <a:spcPct val="70000"/>
              </a:lnSpc>
            </a:pPr>
            <a:r>
              <a:rPr lang="en-US" altLang="zh-CN" sz="3198" b="1" i="1" dirty="0">
                <a:solidFill>
                  <a:srgbClr val="EA7A26"/>
                </a:solidFill>
                <a:latin typeface="Times New Roman" panose="02020603050405020304" pitchFamily="18" charset="0"/>
                <a:ea typeface="楷体_GB2312" pitchFamily="49" charset="-122"/>
                <a:cs typeface="Times New Roman" panose="02020603050405020304" pitchFamily="18" charset="0"/>
              </a:rPr>
              <a:t>w</a:t>
            </a:r>
          </a:p>
        </p:txBody>
      </p:sp>
      <p:cxnSp>
        <p:nvCxnSpPr>
          <p:cNvPr id="3" name="直接连接符 2">
            <a:extLst>
              <a:ext uri="{FF2B5EF4-FFF2-40B4-BE49-F238E27FC236}">
                <a16:creationId xmlns:a16="http://schemas.microsoft.com/office/drawing/2014/main" id="{E9595300-D869-4C97-A9A9-7F27BB797AAB}"/>
              </a:ext>
            </a:extLst>
          </p:cNvPr>
          <p:cNvCxnSpPr>
            <a:cxnSpLocks/>
          </p:cNvCxnSpPr>
          <p:nvPr/>
        </p:nvCxnSpPr>
        <p:spPr>
          <a:xfrm>
            <a:off x="6547184" y="1241919"/>
            <a:ext cx="2195100" cy="0"/>
          </a:xfrm>
          <a:prstGeom prst="line">
            <a:avLst/>
          </a:prstGeom>
          <a:ln w="38100">
            <a:solidFill>
              <a:srgbClr val="990033"/>
            </a:solidFill>
          </a:ln>
        </p:spPr>
        <p:style>
          <a:lnRef idx="1">
            <a:schemeClr val="accent1"/>
          </a:lnRef>
          <a:fillRef idx="0">
            <a:schemeClr val="accent1"/>
          </a:fillRef>
          <a:effectRef idx="0">
            <a:schemeClr val="accent1"/>
          </a:effectRef>
          <a:fontRef idx="minor">
            <a:schemeClr val="tx1"/>
          </a:fontRef>
        </p:style>
      </p:cxnSp>
      <p:cxnSp>
        <p:nvCxnSpPr>
          <p:cNvPr id="352" name="直接连接符 351">
            <a:extLst>
              <a:ext uri="{FF2B5EF4-FFF2-40B4-BE49-F238E27FC236}">
                <a16:creationId xmlns:a16="http://schemas.microsoft.com/office/drawing/2014/main" id="{B9C3EB2B-80A4-46B4-B292-0F01A9B6D4D7}"/>
              </a:ext>
            </a:extLst>
          </p:cNvPr>
          <p:cNvCxnSpPr>
            <a:cxnSpLocks/>
          </p:cNvCxnSpPr>
          <p:nvPr/>
        </p:nvCxnSpPr>
        <p:spPr>
          <a:xfrm>
            <a:off x="6680727" y="1511208"/>
            <a:ext cx="3052554" cy="0"/>
          </a:xfrm>
          <a:prstGeom prst="line">
            <a:avLst/>
          </a:prstGeom>
          <a:ln w="38100">
            <a:solidFill>
              <a:srgbClr val="990033"/>
            </a:solidFill>
          </a:ln>
        </p:spPr>
        <p:style>
          <a:lnRef idx="1">
            <a:schemeClr val="accent1"/>
          </a:lnRef>
          <a:fillRef idx="0">
            <a:schemeClr val="accent1"/>
          </a:fillRef>
          <a:effectRef idx="0">
            <a:schemeClr val="accent1"/>
          </a:effectRef>
          <a:fontRef idx="minor">
            <a:schemeClr val="tx1"/>
          </a:fontRef>
        </p:style>
      </p:cxnSp>
      <p:cxnSp>
        <p:nvCxnSpPr>
          <p:cNvPr id="354" name="直接连接符 353">
            <a:extLst>
              <a:ext uri="{FF2B5EF4-FFF2-40B4-BE49-F238E27FC236}">
                <a16:creationId xmlns:a16="http://schemas.microsoft.com/office/drawing/2014/main" id="{22A87479-0C12-4EFA-8CD5-348FBF2AED0E}"/>
              </a:ext>
            </a:extLst>
          </p:cNvPr>
          <p:cNvCxnSpPr>
            <a:cxnSpLocks/>
          </p:cNvCxnSpPr>
          <p:nvPr/>
        </p:nvCxnSpPr>
        <p:spPr>
          <a:xfrm flipH="1">
            <a:off x="6790021" y="1600058"/>
            <a:ext cx="3352" cy="510111"/>
          </a:xfrm>
          <a:prstGeom prst="line">
            <a:avLst/>
          </a:prstGeom>
          <a:ln w="57150">
            <a:solidFill>
              <a:srgbClr val="990033"/>
            </a:solidFill>
          </a:ln>
        </p:spPr>
        <p:style>
          <a:lnRef idx="1">
            <a:schemeClr val="accent1"/>
          </a:lnRef>
          <a:fillRef idx="0">
            <a:schemeClr val="accent1"/>
          </a:fillRef>
          <a:effectRef idx="0">
            <a:schemeClr val="accent1"/>
          </a:effectRef>
          <a:fontRef idx="minor">
            <a:schemeClr val="tx1"/>
          </a:fontRef>
        </p:style>
      </p:cxnSp>
      <p:cxnSp>
        <p:nvCxnSpPr>
          <p:cNvPr id="355" name="直接连接符 354">
            <a:extLst>
              <a:ext uri="{FF2B5EF4-FFF2-40B4-BE49-F238E27FC236}">
                <a16:creationId xmlns:a16="http://schemas.microsoft.com/office/drawing/2014/main" id="{65EE05CC-5954-4260-93F2-A46D371D79BC}"/>
              </a:ext>
            </a:extLst>
          </p:cNvPr>
          <p:cNvCxnSpPr>
            <a:cxnSpLocks/>
          </p:cNvCxnSpPr>
          <p:nvPr/>
        </p:nvCxnSpPr>
        <p:spPr>
          <a:xfrm flipH="1">
            <a:off x="6851235" y="2346014"/>
            <a:ext cx="3128878" cy="0"/>
          </a:xfrm>
          <a:prstGeom prst="line">
            <a:avLst/>
          </a:prstGeom>
          <a:ln w="38100">
            <a:solidFill>
              <a:srgbClr val="990033"/>
            </a:solidFill>
          </a:ln>
        </p:spPr>
        <p:style>
          <a:lnRef idx="1">
            <a:schemeClr val="accent1"/>
          </a:lnRef>
          <a:fillRef idx="0">
            <a:schemeClr val="accent1"/>
          </a:fillRef>
          <a:effectRef idx="0">
            <a:schemeClr val="accent1"/>
          </a:effectRef>
          <a:fontRef idx="minor">
            <a:schemeClr val="tx1"/>
          </a:fontRef>
        </p:style>
      </p:cxnSp>
      <p:cxnSp>
        <p:nvCxnSpPr>
          <p:cNvPr id="356" name="直接连接符 355">
            <a:extLst>
              <a:ext uri="{FF2B5EF4-FFF2-40B4-BE49-F238E27FC236}">
                <a16:creationId xmlns:a16="http://schemas.microsoft.com/office/drawing/2014/main" id="{031E5FF8-D5DD-432C-A8D3-DF00706A34EE}"/>
              </a:ext>
            </a:extLst>
          </p:cNvPr>
          <p:cNvCxnSpPr>
            <a:cxnSpLocks/>
          </p:cNvCxnSpPr>
          <p:nvPr/>
        </p:nvCxnSpPr>
        <p:spPr>
          <a:xfrm flipH="1">
            <a:off x="6827077" y="2629207"/>
            <a:ext cx="1917277" cy="0"/>
          </a:xfrm>
          <a:prstGeom prst="line">
            <a:avLst/>
          </a:prstGeom>
          <a:ln w="38100">
            <a:solidFill>
              <a:srgbClr val="990033"/>
            </a:solidFill>
          </a:ln>
        </p:spPr>
        <p:style>
          <a:lnRef idx="1">
            <a:schemeClr val="accent1"/>
          </a:lnRef>
          <a:fillRef idx="0">
            <a:schemeClr val="accent1"/>
          </a:fillRef>
          <a:effectRef idx="0">
            <a:schemeClr val="accent1"/>
          </a:effectRef>
          <a:fontRef idx="minor">
            <a:schemeClr val="tx1"/>
          </a:fontRef>
        </p:style>
      </p:cxnSp>
      <p:grpSp>
        <p:nvGrpSpPr>
          <p:cNvPr id="357" name="组合 356">
            <a:extLst>
              <a:ext uri="{FF2B5EF4-FFF2-40B4-BE49-F238E27FC236}">
                <a16:creationId xmlns:a16="http://schemas.microsoft.com/office/drawing/2014/main" id="{B94E4E4E-61FF-480F-B97E-912A2740B5E4}"/>
              </a:ext>
            </a:extLst>
          </p:cNvPr>
          <p:cNvGrpSpPr/>
          <p:nvPr/>
        </p:nvGrpSpPr>
        <p:grpSpPr>
          <a:xfrm>
            <a:off x="3423051" y="4888418"/>
            <a:ext cx="712019" cy="249042"/>
            <a:chOff x="693153" y="4807739"/>
            <a:chExt cx="869518" cy="249172"/>
          </a:xfrm>
        </p:grpSpPr>
        <p:sp>
          <p:nvSpPr>
            <p:cNvPr id="358" name="文本框 357">
              <a:extLst>
                <a:ext uri="{FF2B5EF4-FFF2-40B4-BE49-F238E27FC236}">
                  <a16:creationId xmlns:a16="http://schemas.microsoft.com/office/drawing/2014/main" id="{E4B720C8-7927-4042-9836-EC530F00A68D}"/>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D</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59" name="文本框 358">
              <a:extLst>
                <a:ext uri="{FF2B5EF4-FFF2-40B4-BE49-F238E27FC236}">
                  <a16:creationId xmlns:a16="http://schemas.microsoft.com/office/drawing/2014/main" id="{0B90A148-87AF-4D95-8C57-4F8221EC245C}"/>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60" name="文本框 359">
              <a:extLst>
                <a:ext uri="{FF2B5EF4-FFF2-40B4-BE49-F238E27FC236}">
                  <a16:creationId xmlns:a16="http://schemas.microsoft.com/office/drawing/2014/main" id="{24F40B89-EFAA-4131-B8B5-18CCE57B9923}"/>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361" name="文本框 360">
            <a:extLst>
              <a:ext uri="{FF2B5EF4-FFF2-40B4-BE49-F238E27FC236}">
                <a16:creationId xmlns:a16="http://schemas.microsoft.com/office/drawing/2014/main" id="{5DCDAD48-1FD8-4548-A7D1-C93253109DF3}"/>
              </a:ext>
            </a:extLst>
          </p:cNvPr>
          <p:cNvSpPr txBox="1"/>
          <p:nvPr/>
        </p:nvSpPr>
        <p:spPr>
          <a:xfrm>
            <a:off x="3689228" y="4920613"/>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362" name="文本框 361">
            <a:extLst>
              <a:ext uri="{FF2B5EF4-FFF2-40B4-BE49-F238E27FC236}">
                <a16:creationId xmlns:a16="http://schemas.microsoft.com/office/drawing/2014/main" id="{D6B1BD38-D658-4053-83D9-706CEE87EF10}"/>
              </a:ext>
            </a:extLst>
          </p:cNvPr>
          <p:cNvSpPr txBox="1"/>
          <p:nvPr/>
        </p:nvSpPr>
        <p:spPr>
          <a:xfrm>
            <a:off x="3933519" y="4920349"/>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363" name="直接箭头连接符 362">
            <a:extLst>
              <a:ext uri="{FF2B5EF4-FFF2-40B4-BE49-F238E27FC236}">
                <a16:creationId xmlns:a16="http://schemas.microsoft.com/office/drawing/2014/main" id="{D29CFDBC-3B38-4760-994C-89139DD5B1BE}"/>
              </a:ext>
            </a:extLst>
          </p:cNvPr>
          <p:cNvCxnSpPr>
            <a:cxnSpLocks/>
            <a:endCxn id="358" idx="1"/>
          </p:cNvCxnSpPr>
          <p:nvPr/>
        </p:nvCxnSpPr>
        <p:spPr>
          <a:xfrm flipV="1">
            <a:off x="1288469" y="5012940"/>
            <a:ext cx="2134582" cy="9209"/>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64" name="组合 363">
            <a:extLst>
              <a:ext uri="{FF2B5EF4-FFF2-40B4-BE49-F238E27FC236}">
                <a16:creationId xmlns:a16="http://schemas.microsoft.com/office/drawing/2014/main" id="{00A11B1B-74BE-4BCE-95F7-12F660A54417}"/>
              </a:ext>
            </a:extLst>
          </p:cNvPr>
          <p:cNvGrpSpPr/>
          <p:nvPr/>
        </p:nvGrpSpPr>
        <p:grpSpPr>
          <a:xfrm>
            <a:off x="3418076" y="5419448"/>
            <a:ext cx="712019" cy="249042"/>
            <a:chOff x="693153" y="4807739"/>
            <a:chExt cx="869518" cy="249172"/>
          </a:xfrm>
        </p:grpSpPr>
        <p:sp>
          <p:nvSpPr>
            <p:cNvPr id="365" name="文本框 364">
              <a:extLst>
                <a:ext uri="{FF2B5EF4-FFF2-40B4-BE49-F238E27FC236}">
                  <a16:creationId xmlns:a16="http://schemas.microsoft.com/office/drawing/2014/main" id="{6622CA30-06D8-436D-9FBC-7D1E71F486F9}"/>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E</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66" name="文本框 365">
              <a:extLst>
                <a:ext uri="{FF2B5EF4-FFF2-40B4-BE49-F238E27FC236}">
                  <a16:creationId xmlns:a16="http://schemas.microsoft.com/office/drawing/2014/main" id="{B14C8DD4-B438-4FB3-8CAF-9646A84631FE}"/>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67" name="文本框 366">
              <a:extLst>
                <a:ext uri="{FF2B5EF4-FFF2-40B4-BE49-F238E27FC236}">
                  <a16:creationId xmlns:a16="http://schemas.microsoft.com/office/drawing/2014/main" id="{699BB352-0BDB-46A5-AD9B-3391476C9A44}"/>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368" name="文本框 367">
            <a:extLst>
              <a:ext uri="{FF2B5EF4-FFF2-40B4-BE49-F238E27FC236}">
                <a16:creationId xmlns:a16="http://schemas.microsoft.com/office/drawing/2014/main" id="{03EEE1AD-87DC-4261-80BA-812018566862}"/>
              </a:ext>
            </a:extLst>
          </p:cNvPr>
          <p:cNvSpPr txBox="1"/>
          <p:nvPr/>
        </p:nvSpPr>
        <p:spPr>
          <a:xfrm>
            <a:off x="3684252" y="5451643"/>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369" name="文本框 368">
            <a:extLst>
              <a:ext uri="{FF2B5EF4-FFF2-40B4-BE49-F238E27FC236}">
                <a16:creationId xmlns:a16="http://schemas.microsoft.com/office/drawing/2014/main" id="{382CC941-71D5-4F2F-8B10-98A62FB8A13E}"/>
              </a:ext>
            </a:extLst>
          </p:cNvPr>
          <p:cNvSpPr txBox="1"/>
          <p:nvPr/>
        </p:nvSpPr>
        <p:spPr>
          <a:xfrm>
            <a:off x="3928544" y="5451379"/>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371" name="直接箭头连接符 370">
            <a:extLst>
              <a:ext uri="{FF2B5EF4-FFF2-40B4-BE49-F238E27FC236}">
                <a16:creationId xmlns:a16="http://schemas.microsoft.com/office/drawing/2014/main" id="{869429AA-36F5-4750-806D-89DD10165D08}"/>
              </a:ext>
            </a:extLst>
          </p:cNvPr>
          <p:cNvCxnSpPr>
            <a:cxnSpLocks/>
            <a:endCxn id="366" idx="0"/>
          </p:cNvCxnSpPr>
          <p:nvPr/>
        </p:nvCxnSpPr>
        <p:spPr>
          <a:xfrm>
            <a:off x="3772809" y="5012939"/>
            <a:ext cx="1277" cy="406509"/>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72" name="组合 371">
            <a:extLst>
              <a:ext uri="{FF2B5EF4-FFF2-40B4-BE49-F238E27FC236}">
                <a16:creationId xmlns:a16="http://schemas.microsoft.com/office/drawing/2014/main" id="{459AA15D-12DA-421D-B239-4F7FD254CABC}"/>
              </a:ext>
            </a:extLst>
          </p:cNvPr>
          <p:cNvGrpSpPr/>
          <p:nvPr/>
        </p:nvGrpSpPr>
        <p:grpSpPr>
          <a:xfrm>
            <a:off x="4350710" y="4886861"/>
            <a:ext cx="712019" cy="249042"/>
            <a:chOff x="693153" y="4807739"/>
            <a:chExt cx="869518" cy="249172"/>
          </a:xfrm>
        </p:grpSpPr>
        <p:sp>
          <p:nvSpPr>
            <p:cNvPr id="373" name="文本框 372">
              <a:extLst>
                <a:ext uri="{FF2B5EF4-FFF2-40B4-BE49-F238E27FC236}">
                  <a16:creationId xmlns:a16="http://schemas.microsoft.com/office/drawing/2014/main" id="{EBD60209-C0C7-42A1-B585-E2E5180BCC70}"/>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G</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74" name="文本框 373">
              <a:extLst>
                <a:ext uri="{FF2B5EF4-FFF2-40B4-BE49-F238E27FC236}">
                  <a16:creationId xmlns:a16="http://schemas.microsoft.com/office/drawing/2014/main" id="{49A1E611-88C8-49BB-9AE1-42B25E764A1E}"/>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75" name="文本框 374">
              <a:extLst>
                <a:ext uri="{FF2B5EF4-FFF2-40B4-BE49-F238E27FC236}">
                  <a16:creationId xmlns:a16="http://schemas.microsoft.com/office/drawing/2014/main" id="{CF82E5F3-5FB4-461F-B63B-83C866FC9659}"/>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376" name="文本框 375">
            <a:extLst>
              <a:ext uri="{FF2B5EF4-FFF2-40B4-BE49-F238E27FC236}">
                <a16:creationId xmlns:a16="http://schemas.microsoft.com/office/drawing/2014/main" id="{509B77CF-F38F-45A1-BBCC-BDC09A2D7689}"/>
              </a:ext>
            </a:extLst>
          </p:cNvPr>
          <p:cNvSpPr txBox="1"/>
          <p:nvPr/>
        </p:nvSpPr>
        <p:spPr>
          <a:xfrm>
            <a:off x="4616887" y="4919056"/>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377" name="文本框 376">
            <a:extLst>
              <a:ext uri="{FF2B5EF4-FFF2-40B4-BE49-F238E27FC236}">
                <a16:creationId xmlns:a16="http://schemas.microsoft.com/office/drawing/2014/main" id="{97B0F331-6B3E-41DD-8FFE-89CA75F023B7}"/>
              </a:ext>
            </a:extLst>
          </p:cNvPr>
          <p:cNvSpPr txBox="1"/>
          <p:nvPr/>
        </p:nvSpPr>
        <p:spPr>
          <a:xfrm>
            <a:off x="4861178" y="4918792"/>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grpSp>
        <p:nvGrpSpPr>
          <p:cNvPr id="378" name="组合 377">
            <a:extLst>
              <a:ext uri="{FF2B5EF4-FFF2-40B4-BE49-F238E27FC236}">
                <a16:creationId xmlns:a16="http://schemas.microsoft.com/office/drawing/2014/main" id="{9E41766E-461D-4EA2-AFA7-106317141845}"/>
              </a:ext>
            </a:extLst>
          </p:cNvPr>
          <p:cNvGrpSpPr/>
          <p:nvPr/>
        </p:nvGrpSpPr>
        <p:grpSpPr>
          <a:xfrm>
            <a:off x="3372953" y="4435352"/>
            <a:ext cx="283875" cy="459177"/>
            <a:chOff x="8071286" y="2403838"/>
            <a:chExt cx="284023" cy="459416"/>
          </a:xfrm>
        </p:grpSpPr>
        <p:cxnSp>
          <p:nvCxnSpPr>
            <p:cNvPr id="379" name="直接箭头连接符 378">
              <a:extLst>
                <a:ext uri="{FF2B5EF4-FFF2-40B4-BE49-F238E27FC236}">
                  <a16:creationId xmlns:a16="http://schemas.microsoft.com/office/drawing/2014/main" id="{31C1531A-4B97-4726-B12D-D89643DA5EE9}"/>
                </a:ext>
              </a:extLst>
            </p:cNvPr>
            <p:cNvCxnSpPr>
              <a:cxnSpLocks/>
            </p:cNvCxnSpPr>
            <p:nvPr/>
          </p:nvCxnSpPr>
          <p:spPr>
            <a:xfrm>
              <a:off x="8248164" y="2611872"/>
              <a:ext cx="5177" cy="251382"/>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80" name="矩形 278659">
              <a:extLst>
                <a:ext uri="{FF2B5EF4-FFF2-40B4-BE49-F238E27FC236}">
                  <a16:creationId xmlns:a16="http://schemas.microsoft.com/office/drawing/2014/main" id="{2EF3DB16-08C9-4D6C-87C1-89B4CA0FA83C}"/>
                </a:ext>
              </a:extLst>
            </p:cNvPr>
            <p:cNvSpPr>
              <a:spLocks noChangeArrowheads="1"/>
            </p:cNvSpPr>
            <p:nvPr/>
          </p:nvSpPr>
          <p:spPr bwMode="auto">
            <a:xfrm>
              <a:off x="8071286" y="2403838"/>
              <a:ext cx="28402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p</a:t>
              </a:r>
            </a:p>
          </p:txBody>
        </p:sp>
      </p:grpSp>
      <p:grpSp>
        <p:nvGrpSpPr>
          <p:cNvPr id="203" name="组合 202">
            <a:extLst>
              <a:ext uri="{FF2B5EF4-FFF2-40B4-BE49-F238E27FC236}">
                <a16:creationId xmlns:a16="http://schemas.microsoft.com/office/drawing/2014/main" id="{C838A710-1AF4-42A6-BC6F-81595FF56C5A}"/>
              </a:ext>
            </a:extLst>
          </p:cNvPr>
          <p:cNvGrpSpPr/>
          <p:nvPr/>
        </p:nvGrpSpPr>
        <p:grpSpPr>
          <a:xfrm>
            <a:off x="438535" y="4533631"/>
            <a:ext cx="326543" cy="442362"/>
            <a:chOff x="8207430" y="2772787"/>
            <a:chExt cx="326713" cy="442592"/>
          </a:xfrm>
        </p:grpSpPr>
        <p:cxnSp>
          <p:nvCxnSpPr>
            <p:cNvPr id="204" name="直接箭头连接符 203">
              <a:extLst>
                <a:ext uri="{FF2B5EF4-FFF2-40B4-BE49-F238E27FC236}">
                  <a16:creationId xmlns:a16="http://schemas.microsoft.com/office/drawing/2014/main" id="{A0C56121-3F58-4995-807E-335FF49B485E}"/>
                </a:ext>
              </a:extLst>
            </p:cNvPr>
            <p:cNvCxnSpPr>
              <a:cxnSpLocks/>
            </p:cNvCxnSpPr>
            <p:nvPr/>
          </p:nvCxnSpPr>
          <p:spPr>
            <a:xfrm>
              <a:off x="8263134" y="3010600"/>
              <a:ext cx="192312" cy="204779"/>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05" name="矩形 278659">
              <a:extLst>
                <a:ext uri="{FF2B5EF4-FFF2-40B4-BE49-F238E27FC236}">
                  <a16:creationId xmlns:a16="http://schemas.microsoft.com/office/drawing/2014/main" id="{E94B5FCD-4228-4A98-B932-2CBA4BC0218E}"/>
                </a:ext>
              </a:extLst>
            </p:cNvPr>
            <p:cNvSpPr>
              <a:spLocks noChangeArrowheads="1"/>
            </p:cNvSpPr>
            <p:nvPr/>
          </p:nvSpPr>
          <p:spPr bwMode="auto">
            <a:xfrm>
              <a:off x="8207430" y="2772787"/>
              <a:ext cx="326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q</a:t>
              </a:r>
            </a:p>
          </p:txBody>
        </p:sp>
      </p:grpSp>
      <p:grpSp>
        <p:nvGrpSpPr>
          <p:cNvPr id="254" name="组合 253">
            <a:extLst>
              <a:ext uri="{FF2B5EF4-FFF2-40B4-BE49-F238E27FC236}">
                <a16:creationId xmlns:a16="http://schemas.microsoft.com/office/drawing/2014/main" id="{5EAE879C-CACB-49B6-9BDC-B00ADC487F3E}"/>
              </a:ext>
            </a:extLst>
          </p:cNvPr>
          <p:cNvGrpSpPr/>
          <p:nvPr/>
        </p:nvGrpSpPr>
        <p:grpSpPr>
          <a:xfrm>
            <a:off x="435747" y="5043864"/>
            <a:ext cx="326543" cy="442362"/>
            <a:chOff x="8207430" y="2772787"/>
            <a:chExt cx="326713" cy="442592"/>
          </a:xfrm>
        </p:grpSpPr>
        <p:cxnSp>
          <p:nvCxnSpPr>
            <p:cNvPr id="255" name="直接箭头连接符 254">
              <a:extLst>
                <a:ext uri="{FF2B5EF4-FFF2-40B4-BE49-F238E27FC236}">
                  <a16:creationId xmlns:a16="http://schemas.microsoft.com/office/drawing/2014/main" id="{D8B07CAA-667D-4EA3-A3A7-E785D0A122FD}"/>
                </a:ext>
              </a:extLst>
            </p:cNvPr>
            <p:cNvCxnSpPr>
              <a:cxnSpLocks/>
            </p:cNvCxnSpPr>
            <p:nvPr/>
          </p:nvCxnSpPr>
          <p:spPr>
            <a:xfrm>
              <a:off x="8263134" y="3010600"/>
              <a:ext cx="192312" cy="204779"/>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256" name="矩形 278659">
              <a:extLst>
                <a:ext uri="{FF2B5EF4-FFF2-40B4-BE49-F238E27FC236}">
                  <a16:creationId xmlns:a16="http://schemas.microsoft.com/office/drawing/2014/main" id="{8EA50A26-F65C-4E59-A07D-734350C83A1D}"/>
                </a:ext>
              </a:extLst>
            </p:cNvPr>
            <p:cNvSpPr>
              <a:spLocks noChangeArrowheads="1"/>
            </p:cNvSpPr>
            <p:nvPr/>
          </p:nvSpPr>
          <p:spPr bwMode="auto">
            <a:xfrm>
              <a:off x="8207430" y="2772787"/>
              <a:ext cx="326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FF0000"/>
                  </a:solidFill>
                  <a:latin typeface="楷体_GB2312" pitchFamily="49" charset="-122"/>
                  <a:ea typeface="楷体_GB2312" pitchFamily="49" charset="-122"/>
                </a:rPr>
                <a:t>q</a:t>
              </a:r>
            </a:p>
          </p:txBody>
        </p:sp>
      </p:grpSp>
      <p:grpSp>
        <p:nvGrpSpPr>
          <p:cNvPr id="381" name="组合 380">
            <a:extLst>
              <a:ext uri="{FF2B5EF4-FFF2-40B4-BE49-F238E27FC236}">
                <a16:creationId xmlns:a16="http://schemas.microsoft.com/office/drawing/2014/main" id="{AE2979E8-437A-450F-98C3-B1A9AE3416C0}"/>
              </a:ext>
            </a:extLst>
          </p:cNvPr>
          <p:cNvGrpSpPr/>
          <p:nvPr/>
        </p:nvGrpSpPr>
        <p:grpSpPr>
          <a:xfrm>
            <a:off x="4352950" y="5408249"/>
            <a:ext cx="712019" cy="249042"/>
            <a:chOff x="693153" y="4807739"/>
            <a:chExt cx="869518" cy="249172"/>
          </a:xfrm>
        </p:grpSpPr>
        <p:sp>
          <p:nvSpPr>
            <p:cNvPr id="382" name="文本框 381">
              <a:extLst>
                <a:ext uri="{FF2B5EF4-FFF2-40B4-BE49-F238E27FC236}">
                  <a16:creationId xmlns:a16="http://schemas.microsoft.com/office/drawing/2014/main" id="{155EE5E3-163E-4D01-B7AB-2D586242F778}"/>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K</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83" name="文本框 382">
              <a:extLst>
                <a:ext uri="{FF2B5EF4-FFF2-40B4-BE49-F238E27FC236}">
                  <a16:creationId xmlns:a16="http://schemas.microsoft.com/office/drawing/2014/main" id="{92841F8B-E9B9-4346-8FF5-E91EBC9CFA78}"/>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84" name="文本框 383">
              <a:extLst>
                <a:ext uri="{FF2B5EF4-FFF2-40B4-BE49-F238E27FC236}">
                  <a16:creationId xmlns:a16="http://schemas.microsoft.com/office/drawing/2014/main" id="{59F17A53-CE50-4A10-8B5D-A79856241C2F}"/>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385" name="文本框 384">
            <a:extLst>
              <a:ext uri="{FF2B5EF4-FFF2-40B4-BE49-F238E27FC236}">
                <a16:creationId xmlns:a16="http://schemas.microsoft.com/office/drawing/2014/main" id="{D3B6B788-90F7-4509-8781-C3A916E52735}"/>
              </a:ext>
            </a:extLst>
          </p:cNvPr>
          <p:cNvSpPr txBox="1"/>
          <p:nvPr/>
        </p:nvSpPr>
        <p:spPr>
          <a:xfrm>
            <a:off x="4619126" y="5440444"/>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386" name="文本框 385">
            <a:extLst>
              <a:ext uri="{FF2B5EF4-FFF2-40B4-BE49-F238E27FC236}">
                <a16:creationId xmlns:a16="http://schemas.microsoft.com/office/drawing/2014/main" id="{D4E3CC86-620D-461C-8A14-0C8B784F7E84}"/>
              </a:ext>
            </a:extLst>
          </p:cNvPr>
          <p:cNvSpPr txBox="1"/>
          <p:nvPr/>
        </p:nvSpPr>
        <p:spPr>
          <a:xfrm>
            <a:off x="4863418" y="5440180"/>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388" name="直接箭头连接符 387">
            <a:extLst>
              <a:ext uri="{FF2B5EF4-FFF2-40B4-BE49-F238E27FC236}">
                <a16:creationId xmlns:a16="http://schemas.microsoft.com/office/drawing/2014/main" id="{630F7163-A1F3-4241-84A3-BCBF9316AC49}"/>
              </a:ext>
            </a:extLst>
          </p:cNvPr>
          <p:cNvCxnSpPr>
            <a:cxnSpLocks/>
            <a:endCxn id="383" idx="0"/>
          </p:cNvCxnSpPr>
          <p:nvPr/>
        </p:nvCxnSpPr>
        <p:spPr>
          <a:xfrm flipH="1">
            <a:off x="4708960" y="5023340"/>
            <a:ext cx="1" cy="384909"/>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90" name="直接箭头连接符 389">
            <a:extLst>
              <a:ext uri="{FF2B5EF4-FFF2-40B4-BE49-F238E27FC236}">
                <a16:creationId xmlns:a16="http://schemas.microsoft.com/office/drawing/2014/main" id="{BF93776A-9D83-4807-AD58-3CBB72A44C41}"/>
              </a:ext>
            </a:extLst>
          </p:cNvPr>
          <p:cNvCxnSpPr>
            <a:cxnSpLocks/>
          </p:cNvCxnSpPr>
          <p:nvPr/>
        </p:nvCxnSpPr>
        <p:spPr>
          <a:xfrm>
            <a:off x="4020430" y="5019102"/>
            <a:ext cx="341855" cy="0"/>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91" name="组合 390">
            <a:extLst>
              <a:ext uri="{FF2B5EF4-FFF2-40B4-BE49-F238E27FC236}">
                <a16:creationId xmlns:a16="http://schemas.microsoft.com/office/drawing/2014/main" id="{2CABCD68-4C3A-487C-99EB-9A203409068A}"/>
              </a:ext>
            </a:extLst>
          </p:cNvPr>
          <p:cNvGrpSpPr/>
          <p:nvPr/>
        </p:nvGrpSpPr>
        <p:grpSpPr>
          <a:xfrm>
            <a:off x="4350809" y="5944420"/>
            <a:ext cx="712019" cy="249042"/>
            <a:chOff x="693153" y="4807739"/>
            <a:chExt cx="869518" cy="249172"/>
          </a:xfrm>
        </p:grpSpPr>
        <p:sp>
          <p:nvSpPr>
            <p:cNvPr id="392" name="文本框 391">
              <a:extLst>
                <a:ext uri="{FF2B5EF4-FFF2-40B4-BE49-F238E27FC236}">
                  <a16:creationId xmlns:a16="http://schemas.microsoft.com/office/drawing/2014/main" id="{3E5B3ED1-C294-4AF4-822B-6F812C922A7E}"/>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H</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93" name="文本框 392">
              <a:extLst>
                <a:ext uri="{FF2B5EF4-FFF2-40B4-BE49-F238E27FC236}">
                  <a16:creationId xmlns:a16="http://schemas.microsoft.com/office/drawing/2014/main" id="{2DB1746E-1A12-4449-A6BD-56102C193EFE}"/>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394" name="文本框 393">
              <a:extLst>
                <a:ext uri="{FF2B5EF4-FFF2-40B4-BE49-F238E27FC236}">
                  <a16:creationId xmlns:a16="http://schemas.microsoft.com/office/drawing/2014/main" id="{2C3F5ECC-949A-4999-9B4C-F980EA0FB232}"/>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395" name="文本框 394">
            <a:extLst>
              <a:ext uri="{FF2B5EF4-FFF2-40B4-BE49-F238E27FC236}">
                <a16:creationId xmlns:a16="http://schemas.microsoft.com/office/drawing/2014/main" id="{C92B1DC6-D137-414E-9F82-629C0FC1C6DB}"/>
              </a:ext>
            </a:extLst>
          </p:cNvPr>
          <p:cNvSpPr txBox="1"/>
          <p:nvPr/>
        </p:nvSpPr>
        <p:spPr>
          <a:xfrm>
            <a:off x="4616985" y="5976615"/>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396" name="文本框 395">
            <a:extLst>
              <a:ext uri="{FF2B5EF4-FFF2-40B4-BE49-F238E27FC236}">
                <a16:creationId xmlns:a16="http://schemas.microsoft.com/office/drawing/2014/main" id="{3A9967E0-76D3-4C9A-A9CE-65A3C6103CFB}"/>
              </a:ext>
            </a:extLst>
          </p:cNvPr>
          <p:cNvSpPr txBox="1"/>
          <p:nvPr/>
        </p:nvSpPr>
        <p:spPr>
          <a:xfrm>
            <a:off x="4861277" y="5976352"/>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398" name="直接箭头连接符 397">
            <a:extLst>
              <a:ext uri="{FF2B5EF4-FFF2-40B4-BE49-F238E27FC236}">
                <a16:creationId xmlns:a16="http://schemas.microsoft.com/office/drawing/2014/main" id="{0BFC681C-3D39-4369-8CB0-8BDE86CF1714}"/>
              </a:ext>
            </a:extLst>
          </p:cNvPr>
          <p:cNvCxnSpPr>
            <a:cxnSpLocks/>
            <a:endCxn id="393" idx="0"/>
          </p:cNvCxnSpPr>
          <p:nvPr/>
        </p:nvCxnSpPr>
        <p:spPr>
          <a:xfrm>
            <a:off x="4700099" y="5546557"/>
            <a:ext cx="6720" cy="397863"/>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399" name="组合 398">
            <a:extLst>
              <a:ext uri="{FF2B5EF4-FFF2-40B4-BE49-F238E27FC236}">
                <a16:creationId xmlns:a16="http://schemas.microsoft.com/office/drawing/2014/main" id="{3CAD1D87-C152-4982-9AF6-8CB41F74E632}"/>
              </a:ext>
            </a:extLst>
          </p:cNvPr>
          <p:cNvGrpSpPr/>
          <p:nvPr/>
        </p:nvGrpSpPr>
        <p:grpSpPr>
          <a:xfrm>
            <a:off x="5292105" y="5404110"/>
            <a:ext cx="712019" cy="249042"/>
            <a:chOff x="693153" y="4807739"/>
            <a:chExt cx="869518" cy="249172"/>
          </a:xfrm>
        </p:grpSpPr>
        <p:sp>
          <p:nvSpPr>
            <p:cNvPr id="400" name="文本框 399">
              <a:extLst>
                <a:ext uri="{FF2B5EF4-FFF2-40B4-BE49-F238E27FC236}">
                  <a16:creationId xmlns:a16="http://schemas.microsoft.com/office/drawing/2014/main" id="{3065C4D4-2DB4-40A1-A824-0525887D8A67}"/>
                </a:ext>
              </a:extLst>
            </p:cNvPr>
            <p:cNvSpPr txBox="1"/>
            <p:nvPr/>
          </p:nvSpPr>
          <p:spPr>
            <a:xfrm>
              <a:off x="693153" y="4807740"/>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r>
                <a:rPr lang="en-US" altLang="zh-CN" sz="1799" b="1" dirty="0">
                  <a:solidFill>
                    <a:srgbClr val="7030A0"/>
                  </a:solidFill>
                  <a:latin typeface="Times New Roman" panose="02020603050405020304" pitchFamily="18" charset="0"/>
                  <a:cs typeface="Times New Roman" panose="02020603050405020304" pitchFamily="18" charset="0"/>
                </a:rPr>
                <a:t>I</a:t>
              </a: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401" name="文本框 400">
              <a:extLst>
                <a:ext uri="{FF2B5EF4-FFF2-40B4-BE49-F238E27FC236}">
                  <a16:creationId xmlns:a16="http://schemas.microsoft.com/office/drawing/2014/main" id="{F5D86FCE-9539-497D-94F2-88A8368D6259}"/>
                </a:ext>
              </a:extLst>
            </p:cNvPr>
            <p:cNvSpPr txBox="1"/>
            <p:nvPr/>
          </p:nvSpPr>
          <p:spPr>
            <a:xfrm>
              <a:off x="981185"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sp>
          <p:nvSpPr>
            <p:cNvPr id="402" name="文本框 401">
              <a:extLst>
                <a:ext uri="{FF2B5EF4-FFF2-40B4-BE49-F238E27FC236}">
                  <a16:creationId xmlns:a16="http://schemas.microsoft.com/office/drawing/2014/main" id="{2018B13B-A189-435A-9150-92BB829CA7B4}"/>
                </a:ext>
              </a:extLst>
            </p:cNvPr>
            <p:cNvSpPr txBox="1"/>
            <p:nvPr/>
          </p:nvSpPr>
          <p:spPr>
            <a:xfrm>
              <a:off x="1269217" y="4807739"/>
              <a:ext cx="293454" cy="249171"/>
            </a:xfrm>
            <a:prstGeom prst="rect">
              <a:avLst/>
            </a:prstGeom>
            <a:solidFill>
              <a:srgbClr val="CEEEEB"/>
            </a:solidFill>
            <a:ln w="12700">
              <a:solidFill>
                <a:schemeClr val="tx1"/>
              </a:solidFill>
            </a:ln>
          </p:spPr>
          <p:txBody>
            <a:bodyPr wrap="square" lIns="0" tIns="0" rIns="0" bIns="0" rtlCol="0" anchor="ctr" anchorCtr="1">
              <a:spAutoFit/>
            </a:bodyPr>
            <a:lstStyle/>
            <a:p>
              <a:pPr>
                <a:lnSpc>
                  <a:spcPct val="90000"/>
                </a:lnSpc>
              </a:pPr>
              <a:endParaRPr lang="zh-CN" altLang="en-US" sz="1799" b="1" dirty="0">
                <a:solidFill>
                  <a:srgbClr val="7030A0"/>
                </a:solidFill>
                <a:latin typeface="Times New Roman" panose="02020603050405020304" pitchFamily="18" charset="0"/>
                <a:cs typeface="Times New Roman" panose="02020603050405020304" pitchFamily="18" charset="0"/>
              </a:endParaRPr>
            </a:p>
          </p:txBody>
        </p:sp>
      </p:grpSp>
      <p:sp>
        <p:nvSpPr>
          <p:cNvPr id="403" name="文本框 402">
            <a:extLst>
              <a:ext uri="{FF2B5EF4-FFF2-40B4-BE49-F238E27FC236}">
                <a16:creationId xmlns:a16="http://schemas.microsoft.com/office/drawing/2014/main" id="{E44DF03E-6903-4DBE-A7DC-748464DC2A46}"/>
              </a:ext>
            </a:extLst>
          </p:cNvPr>
          <p:cNvSpPr txBox="1"/>
          <p:nvPr/>
        </p:nvSpPr>
        <p:spPr>
          <a:xfrm>
            <a:off x="5558281" y="5436305"/>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sp>
        <p:nvSpPr>
          <p:cNvPr id="404" name="文本框 403">
            <a:extLst>
              <a:ext uri="{FF2B5EF4-FFF2-40B4-BE49-F238E27FC236}">
                <a16:creationId xmlns:a16="http://schemas.microsoft.com/office/drawing/2014/main" id="{458B4912-0ABA-4BE1-AFA5-8F853C726A08}"/>
              </a:ext>
            </a:extLst>
          </p:cNvPr>
          <p:cNvSpPr txBox="1"/>
          <p:nvPr/>
        </p:nvSpPr>
        <p:spPr>
          <a:xfrm>
            <a:off x="5802573" y="5436041"/>
            <a:ext cx="183770" cy="221356"/>
          </a:xfrm>
          <a:prstGeom prst="rect">
            <a:avLst/>
          </a:prstGeom>
          <a:noFill/>
        </p:spPr>
        <p:txBody>
          <a:bodyPr wrap="square" lIns="0" tIns="0" rIns="0" bIns="0" rtlCol="0" anchor="ctr" anchorCtr="1">
            <a:spAutoFit/>
          </a:bodyPr>
          <a:lstStyle/>
          <a:p>
            <a:pPr>
              <a:lnSpc>
                <a:spcPct val="80000"/>
              </a:lnSpc>
            </a:pPr>
            <a:r>
              <a:rPr lang="zh-CN" altLang="en-US" sz="1799" dirty="0">
                <a:solidFill>
                  <a:srgbClr val="C00000"/>
                </a:solidFill>
              </a:rPr>
              <a:t>∧</a:t>
            </a:r>
          </a:p>
        </p:txBody>
      </p:sp>
      <p:cxnSp>
        <p:nvCxnSpPr>
          <p:cNvPr id="406" name="直接箭头连接符 405">
            <a:extLst>
              <a:ext uri="{FF2B5EF4-FFF2-40B4-BE49-F238E27FC236}">
                <a16:creationId xmlns:a16="http://schemas.microsoft.com/office/drawing/2014/main" id="{6F4591C9-0B2C-4F94-A553-C66501B020F5}"/>
              </a:ext>
            </a:extLst>
          </p:cNvPr>
          <p:cNvCxnSpPr>
            <a:cxnSpLocks/>
          </p:cNvCxnSpPr>
          <p:nvPr/>
        </p:nvCxnSpPr>
        <p:spPr>
          <a:xfrm flipV="1">
            <a:off x="4959005" y="5525049"/>
            <a:ext cx="340297" cy="1"/>
          </a:xfrm>
          <a:prstGeom prst="straightConnector1">
            <a:avLst/>
          </a:prstGeom>
          <a:ln w="28575">
            <a:solidFill>
              <a:srgbClr val="990033"/>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DB54C4E2-743A-DA82-2EDD-7CACAE00FA66}"/>
              </a:ext>
            </a:extLst>
          </p:cNvPr>
          <p:cNvGrpSpPr/>
          <p:nvPr/>
        </p:nvGrpSpPr>
        <p:grpSpPr>
          <a:xfrm>
            <a:off x="1634666" y="6017766"/>
            <a:ext cx="326543" cy="442362"/>
            <a:chOff x="8207430" y="2772787"/>
            <a:chExt cx="326713" cy="442592"/>
          </a:xfrm>
        </p:grpSpPr>
        <p:cxnSp>
          <p:nvCxnSpPr>
            <p:cNvPr id="4" name="直接箭头连接符 3">
              <a:extLst>
                <a:ext uri="{FF2B5EF4-FFF2-40B4-BE49-F238E27FC236}">
                  <a16:creationId xmlns:a16="http://schemas.microsoft.com/office/drawing/2014/main" id="{2F922556-5883-B512-2017-A9F205EDCD29}"/>
                </a:ext>
              </a:extLst>
            </p:cNvPr>
            <p:cNvCxnSpPr>
              <a:cxnSpLocks/>
            </p:cNvCxnSpPr>
            <p:nvPr/>
          </p:nvCxnSpPr>
          <p:spPr>
            <a:xfrm>
              <a:off x="8263134" y="3010600"/>
              <a:ext cx="192312" cy="204779"/>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5" name="矩形 278659">
              <a:extLst>
                <a:ext uri="{FF2B5EF4-FFF2-40B4-BE49-F238E27FC236}">
                  <a16:creationId xmlns:a16="http://schemas.microsoft.com/office/drawing/2014/main" id="{46009A1C-9D82-D9B4-7F65-F3E51B86DF4B}"/>
                </a:ext>
              </a:extLst>
            </p:cNvPr>
            <p:cNvSpPr>
              <a:spLocks noChangeArrowheads="1"/>
            </p:cNvSpPr>
            <p:nvPr/>
          </p:nvSpPr>
          <p:spPr bwMode="auto">
            <a:xfrm>
              <a:off x="8207430" y="2772787"/>
              <a:ext cx="326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008E40"/>
                  </a:solidFill>
                  <a:latin typeface="楷体_GB2312" pitchFamily="49" charset="-122"/>
                  <a:ea typeface="楷体_GB2312" pitchFamily="49" charset="-122"/>
                </a:rPr>
                <a:t>q</a:t>
              </a:r>
            </a:p>
          </p:txBody>
        </p:sp>
      </p:grpSp>
      <p:cxnSp>
        <p:nvCxnSpPr>
          <p:cNvPr id="6" name="直接连接符 5">
            <a:extLst>
              <a:ext uri="{FF2B5EF4-FFF2-40B4-BE49-F238E27FC236}">
                <a16:creationId xmlns:a16="http://schemas.microsoft.com/office/drawing/2014/main" id="{0CE814C2-5364-9CF6-34CB-67BB204D5637}"/>
              </a:ext>
            </a:extLst>
          </p:cNvPr>
          <p:cNvCxnSpPr>
            <a:cxnSpLocks/>
          </p:cNvCxnSpPr>
          <p:nvPr/>
        </p:nvCxnSpPr>
        <p:spPr>
          <a:xfrm>
            <a:off x="6431891" y="6387322"/>
            <a:ext cx="830146" cy="0"/>
          </a:xfrm>
          <a:prstGeom prst="line">
            <a:avLst/>
          </a:prstGeom>
          <a:ln w="38100">
            <a:solidFill>
              <a:srgbClr val="EE9450"/>
            </a:solidFill>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1950BC88-D72E-7823-7D5A-7A958CDAD946}"/>
              </a:ext>
            </a:extLst>
          </p:cNvPr>
          <p:cNvGrpSpPr/>
          <p:nvPr/>
        </p:nvGrpSpPr>
        <p:grpSpPr>
          <a:xfrm>
            <a:off x="3178237" y="4521541"/>
            <a:ext cx="326543" cy="442362"/>
            <a:chOff x="8207430" y="2772787"/>
            <a:chExt cx="326713" cy="442592"/>
          </a:xfrm>
        </p:grpSpPr>
        <p:cxnSp>
          <p:nvCxnSpPr>
            <p:cNvPr id="10" name="直接箭头连接符 9">
              <a:extLst>
                <a:ext uri="{FF2B5EF4-FFF2-40B4-BE49-F238E27FC236}">
                  <a16:creationId xmlns:a16="http://schemas.microsoft.com/office/drawing/2014/main" id="{A583AD8E-5FD1-A6CF-05F1-9D77DF55B26C}"/>
                </a:ext>
              </a:extLst>
            </p:cNvPr>
            <p:cNvCxnSpPr>
              <a:cxnSpLocks/>
            </p:cNvCxnSpPr>
            <p:nvPr/>
          </p:nvCxnSpPr>
          <p:spPr>
            <a:xfrm>
              <a:off x="8263134" y="3010600"/>
              <a:ext cx="192312" cy="204779"/>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1" name="矩形 278659">
              <a:extLst>
                <a:ext uri="{FF2B5EF4-FFF2-40B4-BE49-F238E27FC236}">
                  <a16:creationId xmlns:a16="http://schemas.microsoft.com/office/drawing/2014/main" id="{802EE592-5663-FBF7-37E4-35CB01AE6F82}"/>
                </a:ext>
              </a:extLst>
            </p:cNvPr>
            <p:cNvSpPr>
              <a:spLocks noChangeArrowheads="1"/>
            </p:cNvSpPr>
            <p:nvPr/>
          </p:nvSpPr>
          <p:spPr bwMode="auto">
            <a:xfrm>
              <a:off x="8207430" y="2772787"/>
              <a:ext cx="326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q</a:t>
              </a:r>
            </a:p>
          </p:txBody>
        </p:sp>
      </p:grpSp>
      <p:grpSp>
        <p:nvGrpSpPr>
          <p:cNvPr id="12" name="组合 11">
            <a:extLst>
              <a:ext uri="{FF2B5EF4-FFF2-40B4-BE49-F238E27FC236}">
                <a16:creationId xmlns:a16="http://schemas.microsoft.com/office/drawing/2014/main" id="{0EBEF3FD-1B8E-C139-37B7-595D7680CBC0}"/>
              </a:ext>
            </a:extLst>
          </p:cNvPr>
          <p:cNvGrpSpPr/>
          <p:nvPr/>
        </p:nvGrpSpPr>
        <p:grpSpPr>
          <a:xfrm>
            <a:off x="4112997" y="4533115"/>
            <a:ext cx="326543" cy="442362"/>
            <a:chOff x="8207430" y="2772787"/>
            <a:chExt cx="326713" cy="442592"/>
          </a:xfrm>
        </p:grpSpPr>
        <p:cxnSp>
          <p:nvCxnSpPr>
            <p:cNvPr id="13" name="直接箭头连接符 12">
              <a:extLst>
                <a:ext uri="{FF2B5EF4-FFF2-40B4-BE49-F238E27FC236}">
                  <a16:creationId xmlns:a16="http://schemas.microsoft.com/office/drawing/2014/main" id="{91AF1FB0-68C5-5FD2-3C3A-64BAE2A048A9}"/>
                </a:ext>
              </a:extLst>
            </p:cNvPr>
            <p:cNvCxnSpPr>
              <a:cxnSpLocks/>
            </p:cNvCxnSpPr>
            <p:nvPr/>
          </p:nvCxnSpPr>
          <p:spPr>
            <a:xfrm>
              <a:off x="8263134" y="3010600"/>
              <a:ext cx="192312" cy="204779"/>
            </a:xfrm>
            <a:prstGeom prst="straightConnector1">
              <a:avLst/>
            </a:prstGeom>
            <a:ln w="28575">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14" name="矩形 278659">
              <a:extLst>
                <a:ext uri="{FF2B5EF4-FFF2-40B4-BE49-F238E27FC236}">
                  <a16:creationId xmlns:a16="http://schemas.microsoft.com/office/drawing/2014/main" id="{62013F21-3226-61CD-C4C5-63007B086204}"/>
                </a:ext>
              </a:extLst>
            </p:cNvPr>
            <p:cNvSpPr>
              <a:spLocks noChangeArrowheads="1"/>
            </p:cNvSpPr>
            <p:nvPr/>
          </p:nvSpPr>
          <p:spPr bwMode="auto">
            <a:xfrm>
              <a:off x="8207430" y="2772787"/>
              <a:ext cx="3267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1999" b="1" dirty="0">
                  <a:solidFill>
                    <a:srgbClr val="990033"/>
                  </a:solidFill>
                  <a:latin typeface="楷体_GB2312" pitchFamily="49" charset="-122"/>
                  <a:ea typeface="楷体_GB2312" pitchFamily="49" charset="-122"/>
                </a:rPr>
                <a:t>q</a:t>
              </a:r>
            </a:p>
          </p:txBody>
        </p:sp>
      </p:grpSp>
    </p:spTree>
    <p:extLst>
      <p:ext uri="{BB962C8B-B14F-4D97-AF65-F5344CB8AC3E}">
        <p14:creationId xmlns:p14="http://schemas.microsoft.com/office/powerpoint/2010/main" val="1219941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wipe(up)">
                                      <p:cBhvr>
                                        <p:cTn id="7" dur="500"/>
                                        <p:tgtEl>
                                          <p:spTgt spid="7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7"/>
                                        </p:tgtEl>
                                        <p:attrNameLst>
                                          <p:attrName>style.visibility</p:attrName>
                                        </p:attrNameLst>
                                      </p:cBhvr>
                                      <p:to>
                                        <p:strVal val="visible"/>
                                      </p:to>
                                    </p:set>
                                    <p:animEffect transition="in" filter="wipe(up)">
                                      <p:cBhvr>
                                        <p:cTn id="11" dur="500"/>
                                        <p:tgtEl>
                                          <p:spTgt spid="77"/>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5"/>
                                        </p:tgtEl>
                                        <p:attrNameLst>
                                          <p:attrName>style.visibility</p:attrName>
                                        </p:attrNameLst>
                                      </p:cBhvr>
                                      <p:to>
                                        <p:strVal val="visible"/>
                                      </p:to>
                                    </p:set>
                                    <p:animEffect transition="in" filter="wipe(up)">
                                      <p:cBhvr>
                                        <p:cTn id="15" dur="500"/>
                                        <p:tgtEl>
                                          <p:spTgt spid="7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10">
                                            <p:bg/>
                                          </p:spTgt>
                                        </p:tgtEl>
                                        <p:attrNameLst>
                                          <p:attrName>style.visibility</p:attrName>
                                        </p:attrNameLst>
                                      </p:cBhvr>
                                      <p:to>
                                        <p:strVal val="visible"/>
                                      </p:to>
                                    </p:set>
                                    <p:animEffect transition="in" filter="wipe(up)">
                                      <p:cBhvr>
                                        <p:cTn id="20" dur="500"/>
                                        <p:tgtEl>
                                          <p:spTgt spid="110">
                                            <p:bg/>
                                          </p:spTgt>
                                        </p:tgtEl>
                                      </p:cBhvr>
                                    </p:animEffect>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110">
                                            <p:txEl>
                                              <p:pRg st="0" end="0"/>
                                            </p:txEl>
                                          </p:spTgt>
                                        </p:tgtEl>
                                        <p:attrNameLst>
                                          <p:attrName>style.visibility</p:attrName>
                                        </p:attrNameLst>
                                      </p:cBhvr>
                                      <p:to>
                                        <p:strVal val="visible"/>
                                      </p:to>
                                    </p:set>
                                    <p:animEffect transition="in" filter="wipe(up)">
                                      <p:cBhvr>
                                        <p:cTn id="24" dur="500"/>
                                        <p:tgtEl>
                                          <p:spTgt spid="110">
                                            <p:txEl>
                                              <p:pRg st="0" end="0"/>
                                            </p:txEl>
                                          </p:spTgt>
                                        </p:tgtEl>
                                      </p:cBhvr>
                                    </p:animEffect>
                                  </p:childTnLst>
                                </p:cTn>
                              </p:par>
                            </p:childTnLst>
                          </p:cTn>
                        </p:par>
                        <p:par>
                          <p:cTn id="25" fill="hold">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110">
                                            <p:txEl>
                                              <p:pRg st="1" end="1"/>
                                            </p:txEl>
                                          </p:spTgt>
                                        </p:tgtEl>
                                        <p:attrNameLst>
                                          <p:attrName>style.visibility</p:attrName>
                                        </p:attrNameLst>
                                      </p:cBhvr>
                                      <p:to>
                                        <p:strVal val="visible"/>
                                      </p:to>
                                    </p:set>
                                    <p:animEffect transition="in" filter="wipe(up)">
                                      <p:cBhvr>
                                        <p:cTn id="28" dur="500"/>
                                        <p:tgtEl>
                                          <p:spTgt spid="110">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68"/>
                                        </p:tgtEl>
                                        <p:attrNameLst>
                                          <p:attrName>style.visibility</p:attrName>
                                        </p:attrNameLst>
                                      </p:cBhvr>
                                      <p:to>
                                        <p:strVal val="visible"/>
                                      </p:to>
                                    </p:set>
                                    <p:animEffect transition="in" filter="wipe(up)">
                                      <p:cBhvr>
                                        <p:cTn id="33" dur="1000"/>
                                        <p:tgtEl>
                                          <p:spTgt spid="168"/>
                                        </p:tgtEl>
                                      </p:cBhvr>
                                    </p:animEffect>
                                  </p:childTnLst>
                                </p:cTn>
                              </p:par>
                            </p:childTnLst>
                          </p:cTn>
                        </p:par>
                        <p:par>
                          <p:cTn id="34" fill="hold">
                            <p:stCondLst>
                              <p:cond delay="1000"/>
                            </p:stCondLst>
                            <p:childTnLst>
                              <p:par>
                                <p:cTn id="35" presetID="22" presetClass="entr" presetSubtype="1" fill="hold" nodeType="afterEffect">
                                  <p:stCondLst>
                                    <p:cond delay="0"/>
                                  </p:stCondLst>
                                  <p:childTnLst>
                                    <p:set>
                                      <p:cBhvr>
                                        <p:cTn id="36" dur="1" fill="hold">
                                          <p:stCondLst>
                                            <p:cond delay="0"/>
                                          </p:stCondLst>
                                        </p:cTn>
                                        <p:tgtEl>
                                          <p:spTgt spid="194"/>
                                        </p:tgtEl>
                                        <p:attrNameLst>
                                          <p:attrName>style.visibility</p:attrName>
                                        </p:attrNameLst>
                                      </p:cBhvr>
                                      <p:to>
                                        <p:strVal val="visible"/>
                                      </p:to>
                                    </p:set>
                                    <p:animEffect transition="in" filter="wipe(up)">
                                      <p:cBhvr>
                                        <p:cTn id="37" dur="1000"/>
                                        <p:tgtEl>
                                          <p:spTgt spid="194"/>
                                        </p:tgtEl>
                                      </p:cBhvr>
                                    </p:animEffect>
                                  </p:childTnLst>
                                </p:cTn>
                              </p:par>
                            </p:childTnLst>
                          </p:cTn>
                        </p:par>
                        <p:par>
                          <p:cTn id="38" fill="hold">
                            <p:stCondLst>
                              <p:cond delay="2000"/>
                            </p:stCondLst>
                            <p:childTnLst>
                              <p:par>
                                <p:cTn id="39" presetID="22" presetClass="entr" presetSubtype="1" fill="hold" grpId="0" nodeType="afterEffect">
                                  <p:stCondLst>
                                    <p:cond delay="0"/>
                                  </p:stCondLst>
                                  <p:childTnLst>
                                    <p:set>
                                      <p:cBhvr>
                                        <p:cTn id="40" dur="1" fill="hold">
                                          <p:stCondLst>
                                            <p:cond delay="0"/>
                                          </p:stCondLst>
                                        </p:cTn>
                                        <p:tgtEl>
                                          <p:spTgt spid="110">
                                            <p:txEl>
                                              <p:pRg st="2" end="2"/>
                                            </p:txEl>
                                          </p:spTgt>
                                        </p:tgtEl>
                                        <p:attrNameLst>
                                          <p:attrName>style.visibility</p:attrName>
                                        </p:attrNameLst>
                                      </p:cBhvr>
                                      <p:to>
                                        <p:strVal val="visible"/>
                                      </p:to>
                                    </p:set>
                                    <p:animEffect transition="in" filter="wipe(up)">
                                      <p:cBhvr>
                                        <p:cTn id="41" dur="500"/>
                                        <p:tgtEl>
                                          <p:spTgt spid="110">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91"/>
                                        </p:tgtEl>
                                        <p:attrNameLst>
                                          <p:attrName>style.visibility</p:attrName>
                                        </p:attrNameLst>
                                      </p:cBhvr>
                                      <p:to>
                                        <p:strVal val="visible"/>
                                      </p:to>
                                    </p:set>
                                    <p:animEffect transition="in" filter="wipe(left)">
                                      <p:cBhvr>
                                        <p:cTn id="46" dur="500"/>
                                        <p:tgtEl>
                                          <p:spTgt spid="91"/>
                                        </p:tgtEl>
                                      </p:cBhvr>
                                    </p:animEffect>
                                  </p:childTnLst>
                                </p:cTn>
                              </p:par>
                              <p:par>
                                <p:cTn id="47" presetID="22" presetClass="entr" presetSubtype="8" fill="hold" nodeType="withEffect">
                                  <p:stCondLst>
                                    <p:cond delay="0"/>
                                  </p:stCondLst>
                                  <p:childTnLst>
                                    <p:set>
                                      <p:cBhvr>
                                        <p:cTn id="48" dur="1" fill="hold">
                                          <p:stCondLst>
                                            <p:cond delay="0"/>
                                          </p:stCondLst>
                                        </p:cTn>
                                        <p:tgtEl>
                                          <p:spTgt spid="92"/>
                                        </p:tgtEl>
                                        <p:attrNameLst>
                                          <p:attrName>style.visibility</p:attrName>
                                        </p:attrNameLst>
                                      </p:cBhvr>
                                      <p:to>
                                        <p:strVal val="visible"/>
                                      </p:to>
                                    </p:set>
                                    <p:animEffect transition="in" filter="wipe(left)">
                                      <p:cBhvr>
                                        <p:cTn id="49" dur="1000"/>
                                        <p:tgtEl>
                                          <p:spTgt spid="92"/>
                                        </p:tgtEl>
                                      </p:cBhvr>
                                    </p:animEffect>
                                  </p:childTnLst>
                                </p:cTn>
                              </p:par>
                            </p:childTnLst>
                          </p:cTn>
                        </p:par>
                        <p:par>
                          <p:cTn id="50" fill="hold">
                            <p:stCondLst>
                              <p:cond delay="1000"/>
                            </p:stCondLst>
                            <p:childTnLst>
                              <p:par>
                                <p:cTn id="51" presetID="22" presetClass="entr" presetSubtype="1" fill="hold" grpId="0" nodeType="afterEffect">
                                  <p:stCondLst>
                                    <p:cond delay="0"/>
                                  </p:stCondLst>
                                  <p:childTnLst>
                                    <p:set>
                                      <p:cBhvr>
                                        <p:cTn id="52" dur="1" fill="hold">
                                          <p:stCondLst>
                                            <p:cond delay="0"/>
                                          </p:stCondLst>
                                        </p:cTn>
                                        <p:tgtEl>
                                          <p:spTgt spid="110">
                                            <p:txEl>
                                              <p:pRg st="3" end="3"/>
                                            </p:txEl>
                                          </p:spTgt>
                                        </p:tgtEl>
                                        <p:attrNameLst>
                                          <p:attrName>style.visibility</p:attrName>
                                        </p:attrNameLst>
                                      </p:cBhvr>
                                      <p:to>
                                        <p:strVal val="visible"/>
                                      </p:to>
                                    </p:set>
                                    <p:animEffect transition="in" filter="wipe(up)">
                                      <p:cBhvr>
                                        <p:cTn id="53" dur="500"/>
                                        <p:tgtEl>
                                          <p:spTgt spid="110">
                                            <p:txEl>
                                              <p:pRg st="3" end="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10">
                                            <p:txEl>
                                              <p:pRg st="4" end="4"/>
                                            </p:txEl>
                                          </p:spTgt>
                                        </p:tgtEl>
                                        <p:attrNameLst>
                                          <p:attrName>style.visibility</p:attrName>
                                        </p:attrNameLst>
                                      </p:cBhvr>
                                      <p:to>
                                        <p:strVal val="visible"/>
                                      </p:to>
                                    </p:set>
                                    <p:animEffect transition="in" filter="wipe(up)">
                                      <p:cBhvr>
                                        <p:cTn id="58" dur="500"/>
                                        <p:tgtEl>
                                          <p:spTgt spid="110">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106"/>
                                        </p:tgtEl>
                                        <p:attrNameLst>
                                          <p:attrName>style.visibility</p:attrName>
                                        </p:attrNameLst>
                                      </p:cBhvr>
                                      <p:to>
                                        <p:strVal val="visible"/>
                                      </p:to>
                                    </p:set>
                                    <p:animEffect transition="in" filter="wipe(up)">
                                      <p:cBhvr>
                                        <p:cTn id="63" dur="1000"/>
                                        <p:tgtEl>
                                          <p:spTgt spid="106"/>
                                        </p:tgtEl>
                                      </p:cBhvr>
                                    </p:animEffect>
                                  </p:childTnLst>
                                </p:cTn>
                              </p:par>
                            </p:childTnLst>
                          </p:cTn>
                        </p:par>
                        <p:par>
                          <p:cTn id="64" fill="hold">
                            <p:stCondLst>
                              <p:cond delay="1000"/>
                            </p:stCondLst>
                            <p:childTnLst>
                              <p:par>
                                <p:cTn id="65" presetID="22" presetClass="entr" presetSubtype="1" fill="hold" grpId="0" nodeType="afterEffect">
                                  <p:stCondLst>
                                    <p:cond delay="0"/>
                                  </p:stCondLst>
                                  <p:childTnLst>
                                    <p:set>
                                      <p:cBhvr>
                                        <p:cTn id="66" dur="1" fill="hold">
                                          <p:stCondLst>
                                            <p:cond delay="0"/>
                                          </p:stCondLst>
                                        </p:cTn>
                                        <p:tgtEl>
                                          <p:spTgt spid="110">
                                            <p:txEl>
                                              <p:pRg st="5" end="5"/>
                                            </p:txEl>
                                          </p:spTgt>
                                        </p:tgtEl>
                                        <p:attrNameLst>
                                          <p:attrName>style.visibility</p:attrName>
                                        </p:attrNameLst>
                                      </p:cBhvr>
                                      <p:to>
                                        <p:strVal val="visible"/>
                                      </p:to>
                                    </p:set>
                                    <p:animEffect transition="in" filter="wipe(up)">
                                      <p:cBhvr>
                                        <p:cTn id="67" dur="500"/>
                                        <p:tgtEl>
                                          <p:spTgt spid="110">
                                            <p:txEl>
                                              <p:pRg st="5" end="5"/>
                                            </p:txEl>
                                          </p:spTgt>
                                        </p:tgtEl>
                                      </p:cBhvr>
                                    </p:animEffect>
                                  </p:childTnLst>
                                </p:cTn>
                              </p:par>
                            </p:childTnLst>
                          </p:cTn>
                        </p:par>
                        <p:par>
                          <p:cTn id="68" fill="hold">
                            <p:stCondLst>
                              <p:cond delay="1500"/>
                            </p:stCondLst>
                            <p:childTnLst>
                              <p:par>
                                <p:cTn id="69" presetID="22" presetClass="entr" presetSubtype="1" fill="hold" grpId="0" nodeType="afterEffect">
                                  <p:stCondLst>
                                    <p:cond delay="0"/>
                                  </p:stCondLst>
                                  <p:childTnLst>
                                    <p:set>
                                      <p:cBhvr>
                                        <p:cTn id="70" dur="1" fill="hold">
                                          <p:stCondLst>
                                            <p:cond delay="0"/>
                                          </p:stCondLst>
                                        </p:cTn>
                                        <p:tgtEl>
                                          <p:spTgt spid="110">
                                            <p:txEl>
                                              <p:pRg st="6" end="6"/>
                                            </p:txEl>
                                          </p:spTgt>
                                        </p:tgtEl>
                                        <p:attrNameLst>
                                          <p:attrName>style.visibility</p:attrName>
                                        </p:attrNameLst>
                                      </p:cBhvr>
                                      <p:to>
                                        <p:strVal val="visible"/>
                                      </p:to>
                                    </p:set>
                                    <p:animEffect transition="in" filter="wipe(up)">
                                      <p:cBhvr>
                                        <p:cTn id="71" dur="500"/>
                                        <p:tgtEl>
                                          <p:spTgt spid="110">
                                            <p:txEl>
                                              <p:pRg st="6" end="6"/>
                                            </p:txEl>
                                          </p:spTgt>
                                        </p:tgtEl>
                                      </p:cBhvr>
                                    </p:animEffect>
                                  </p:childTnLst>
                                </p:cTn>
                              </p:par>
                            </p:childTnLst>
                          </p:cTn>
                        </p:par>
                        <p:par>
                          <p:cTn id="72" fill="hold">
                            <p:stCondLst>
                              <p:cond delay="2000"/>
                            </p:stCondLst>
                            <p:childTnLst>
                              <p:par>
                                <p:cTn id="73" presetID="22" presetClass="entr" presetSubtype="8" fill="hold" nodeType="afterEffect">
                                  <p:stCondLst>
                                    <p:cond delay="0"/>
                                  </p:stCondLst>
                                  <p:childTnLst>
                                    <p:set>
                                      <p:cBhvr>
                                        <p:cTn id="74" dur="1" fill="hold">
                                          <p:stCondLst>
                                            <p:cond delay="0"/>
                                          </p:stCondLst>
                                        </p:cTn>
                                        <p:tgtEl>
                                          <p:spTgt spid="202"/>
                                        </p:tgtEl>
                                        <p:attrNameLst>
                                          <p:attrName>style.visibility</p:attrName>
                                        </p:attrNameLst>
                                      </p:cBhvr>
                                      <p:to>
                                        <p:strVal val="visible"/>
                                      </p:to>
                                    </p:set>
                                    <p:animEffect transition="in" filter="wipe(left)">
                                      <p:cBhvr>
                                        <p:cTn id="75" dur="500"/>
                                        <p:tgtEl>
                                          <p:spTgt spid="202"/>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71"/>
                                        </p:tgtEl>
                                        <p:attrNameLst>
                                          <p:attrName>style.visibility</p:attrName>
                                        </p:attrNameLst>
                                      </p:cBhvr>
                                      <p:to>
                                        <p:strVal val="visible"/>
                                      </p:to>
                                    </p:set>
                                    <p:animEffect transition="in" filter="wipe(left)">
                                      <p:cBhvr>
                                        <p:cTn id="80" dur="1500"/>
                                        <p:tgtEl>
                                          <p:spTgt spid="171"/>
                                        </p:tgtEl>
                                      </p:cBhvr>
                                    </p:animEffect>
                                  </p:childTnLst>
                                </p:cTn>
                              </p:par>
                              <p:par>
                                <p:cTn id="81" presetID="42" presetClass="path" presetSubtype="0" accel="50000" decel="50000" fill="hold" nodeType="withEffect">
                                  <p:stCondLst>
                                    <p:cond delay="0"/>
                                  </p:stCondLst>
                                  <p:childTnLst>
                                    <p:animMotion origin="layout" path="M 2.05102E-6 3.06411E-6 L 0.11127 0.3726 " pathEditMode="relative" rAng="0" ptsTypes="AA">
                                      <p:cBhvr>
                                        <p:cTn id="82" dur="1500" fill="hold"/>
                                        <p:tgtEl>
                                          <p:spTgt spid="125"/>
                                        </p:tgtEl>
                                        <p:attrNameLst>
                                          <p:attrName>ppt_x</p:attrName>
                                          <p:attrName>ppt_y</p:attrName>
                                        </p:attrNameLst>
                                      </p:cBhvr>
                                      <p:rCtr x="5557" y="18630"/>
                                    </p:animMotion>
                                  </p:childTnLst>
                                </p:cTn>
                              </p:par>
                              <p:par>
                                <p:cTn id="83" presetID="22" presetClass="entr" presetSubtype="8" fill="hold" nodeType="withEffect">
                                  <p:stCondLst>
                                    <p:cond delay="0"/>
                                  </p:stCondLst>
                                  <p:childTnLst>
                                    <p:set>
                                      <p:cBhvr>
                                        <p:cTn id="84" dur="1" fill="hold">
                                          <p:stCondLst>
                                            <p:cond delay="0"/>
                                          </p:stCondLst>
                                        </p:cTn>
                                        <p:tgtEl>
                                          <p:spTgt spid="191"/>
                                        </p:tgtEl>
                                        <p:attrNameLst>
                                          <p:attrName>style.visibility</p:attrName>
                                        </p:attrNameLst>
                                      </p:cBhvr>
                                      <p:to>
                                        <p:strVal val="visible"/>
                                      </p:to>
                                    </p:set>
                                    <p:animEffect transition="in" filter="wipe(left)">
                                      <p:cBhvr>
                                        <p:cTn id="85" dur="1500"/>
                                        <p:tgtEl>
                                          <p:spTgt spid="191"/>
                                        </p:tgtEl>
                                      </p:cBhvr>
                                    </p:animEffect>
                                  </p:childTnLst>
                                </p:cTn>
                              </p:par>
                              <p:par>
                                <p:cTn id="86" presetID="22" presetClass="entr" presetSubtype="8" fill="hold" nodeType="withEffect">
                                  <p:stCondLst>
                                    <p:cond delay="0"/>
                                  </p:stCondLst>
                                  <p:childTnLst>
                                    <p:set>
                                      <p:cBhvr>
                                        <p:cTn id="87" dur="1" fill="hold">
                                          <p:stCondLst>
                                            <p:cond delay="0"/>
                                          </p:stCondLst>
                                        </p:cTn>
                                        <p:tgtEl>
                                          <p:spTgt spid="190"/>
                                        </p:tgtEl>
                                        <p:attrNameLst>
                                          <p:attrName>style.visibility</p:attrName>
                                        </p:attrNameLst>
                                      </p:cBhvr>
                                      <p:to>
                                        <p:strVal val="visible"/>
                                      </p:to>
                                    </p:set>
                                    <p:animEffect transition="in" filter="wipe(left)">
                                      <p:cBhvr>
                                        <p:cTn id="88" dur="1500"/>
                                        <p:tgtEl>
                                          <p:spTgt spid="190"/>
                                        </p:tgtEl>
                                      </p:cBhvr>
                                    </p:animEffect>
                                  </p:childTnLst>
                                </p:cTn>
                              </p:par>
                            </p:childTnLst>
                          </p:cTn>
                        </p:par>
                        <p:par>
                          <p:cTn id="89" fill="hold">
                            <p:stCondLst>
                              <p:cond delay="1500"/>
                            </p:stCondLst>
                            <p:childTnLst>
                              <p:par>
                                <p:cTn id="90" presetID="22" presetClass="entr" presetSubtype="1" fill="hold" grpId="0" nodeType="afterEffect">
                                  <p:stCondLst>
                                    <p:cond delay="0"/>
                                  </p:stCondLst>
                                  <p:childTnLst>
                                    <p:set>
                                      <p:cBhvr>
                                        <p:cTn id="91" dur="1" fill="hold">
                                          <p:stCondLst>
                                            <p:cond delay="0"/>
                                          </p:stCondLst>
                                        </p:cTn>
                                        <p:tgtEl>
                                          <p:spTgt spid="188"/>
                                        </p:tgtEl>
                                        <p:attrNameLst>
                                          <p:attrName>style.visibility</p:attrName>
                                        </p:attrNameLst>
                                      </p:cBhvr>
                                      <p:to>
                                        <p:strVal val="visible"/>
                                      </p:to>
                                    </p:set>
                                    <p:animEffect transition="in" filter="wipe(up)">
                                      <p:cBhvr>
                                        <p:cTn id="92" dur="500"/>
                                        <p:tgtEl>
                                          <p:spTgt spid="188"/>
                                        </p:tgtEl>
                                      </p:cBhvr>
                                    </p:animEffect>
                                  </p:childTnLst>
                                </p:cTn>
                              </p:par>
                              <p:par>
                                <p:cTn id="93" presetID="22" presetClass="entr" presetSubtype="1" fill="hold" grpId="0" nodeType="withEffect">
                                  <p:stCondLst>
                                    <p:cond delay="0"/>
                                  </p:stCondLst>
                                  <p:childTnLst>
                                    <p:set>
                                      <p:cBhvr>
                                        <p:cTn id="94" dur="1" fill="hold">
                                          <p:stCondLst>
                                            <p:cond delay="0"/>
                                          </p:stCondLst>
                                        </p:cTn>
                                        <p:tgtEl>
                                          <p:spTgt spid="198"/>
                                        </p:tgtEl>
                                        <p:attrNameLst>
                                          <p:attrName>style.visibility</p:attrName>
                                        </p:attrNameLst>
                                      </p:cBhvr>
                                      <p:to>
                                        <p:strVal val="visible"/>
                                      </p:to>
                                    </p:set>
                                    <p:animEffect transition="in" filter="wipe(up)">
                                      <p:cBhvr>
                                        <p:cTn id="95" dur="500"/>
                                        <p:tgtEl>
                                          <p:spTgt spid="198"/>
                                        </p:tgtEl>
                                      </p:cBhvr>
                                    </p:animEffect>
                                  </p:childTnLst>
                                </p:cTn>
                              </p:par>
                            </p:childTnLst>
                          </p:cTn>
                        </p:par>
                        <p:par>
                          <p:cTn id="96" fill="hold">
                            <p:stCondLst>
                              <p:cond delay="2000"/>
                            </p:stCondLst>
                            <p:childTnLst>
                              <p:par>
                                <p:cTn id="97" presetID="22" presetClass="entr" presetSubtype="1" fill="hold" grpId="0" nodeType="afterEffect">
                                  <p:stCondLst>
                                    <p:cond delay="0"/>
                                  </p:stCondLst>
                                  <p:childTnLst>
                                    <p:set>
                                      <p:cBhvr>
                                        <p:cTn id="98" dur="1" fill="hold">
                                          <p:stCondLst>
                                            <p:cond delay="0"/>
                                          </p:stCondLst>
                                        </p:cTn>
                                        <p:tgtEl>
                                          <p:spTgt spid="110">
                                            <p:txEl>
                                              <p:pRg st="7" end="7"/>
                                            </p:txEl>
                                          </p:spTgt>
                                        </p:tgtEl>
                                        <p:attrNameLst>
                                          <p:attrName>style.visibility</p:attrName>
                                        </p:attrNameLst>
                                      </p:cBhvr>
                                      <p:to>
                                        <p:strVal val="visible"/>
                                      </p:to>
                                    </p:set>
                                    <p:animEffect transition="in" filter="wipe(up)">
                                      <p:cBhvr>
                                        <p:cTn id="99" dur="500"/>
                                        <p:tgtEl>
                                          <p:spTgt spid="110">
                                            <p:txEl>
                                              <p:pRg st="7" end="7"/>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63" presetClass="path" presetSubtype="0" accel="50000" decel="50000" fill="hold" nodeType="clickEffect">
                                  <p:stCondLst>
                                    <p:cond delay="0"/>
                                  </p:stCondLst>
                                  <p:childTnLst>
                                    <p:animMotion origin="layout" path="M -1.84279E-6 -3.03171E-7 L 0.08563 0.0044 " pathEditMode="relative" rAng="0" ptsTypes="AA">
                                      <p:cBhvr>
                                        <p:cTn id="103" dur="750" fill="hold"/>
                                        <p:tgtEl>
                                          <p:spTgt spid="168"/>
                                        </p:tgtEl>
                                        <p:attrNameLst>
                                          <p:attrName>ppt_x</p:attrName>
                                          <p:attrName>ppt_y</p:attrName>
                                        </p:attrNameLst>
                                      </p:cBhvr>
                                      <p:rCtr x="4282" y="208"/>
                                    </p:animMotion>
                                  </p:childTnLst>
                                </p:cTn>
                              </p:par>
                            </p:childTnLst>
                          </p:cTn>
                        </p:par>
                        <p:par>
                          <p:cTn id="104" fill="hold">
                            <p:stCondLst>
                              <p:cond delay="750"/>
                            </p:stCondLst>
                            <p:childTnLst>
                              <p:par>
                                <p:cTn id="105" presetID="63" presetClass="path" presetSubtype="0" accel="50000" decel="50000" fill="hold" nodeType="afterEffect">
                                  <p:stCondLst>
                                    <p:cond delay="0"/>
                                  </p:stCondLst>
                                  <p:childTnLst>
                                    <p:animMotion origin="layout" path="M 3.75E-6 4.81481E-6 L 0.03906 4.81481E-6 " pathEditMode="relative" rAng="0" ptsTypes="AA">
                                      <p:cBhvr>
                                        <p:cTn id="106" dur="750" fill="hold"/>
                                        <p:tgtEl>
                                          <p:spTgt spid="194"/>
                                        </p:tgtEl>
                                        <p:attrNameLst>
                                          <p:attrName>ppt_x</p:attrName>
                                          <p:attrName>ppt_y</p:attrName>
                                        </p:attrNameLst>
                                      </p:cBhvr>
                                      <p:rCtr x="1953" y="0"/>
                                    </p:animMotion>
                                  </p:childTnLst>
                                </p:cTn>
                              </p:par>
                            </p:childTnLst>
                          </p:cTn>
                        </p:par>
                        <p:par>
                          <p:cTn id="107" fill="hold">
                            <p:stCondLst>
                              <p:cond delay="1500"/>
                            </p:stCondLst>
                            <p:childTnLst>
                              <p:par>
                                <p:cTn id="108" presetID="22" presetClass="entr" presetSubtype="1" fill="hold" grpId="0" nodeType="afterEffect">
                                  <p:stCondLst>
                                    <p:cond delay="0"/>
                                  </p:stCondLst>
                                  <p:childTnLst>
                                    <p:set>
                                      <p:cBhvr>
                                        <p:cTn id="109" dur="1" fill="hold">
                                          <p:stCondLst>
                                            <p:cond delay="0"/>
                                          </p:stCondLst>
                                        </p:cTn>
                                        <p:tgtEl>
                                          <p:spTgt spid="110">
                                            <p:txEl>
                                              <p:pRg st="8" end="8"/>
                                            </p:txEl>
                                          </p:spTgt>
                                        </p:tgtEl>
                                        <p:attrNameLst>
                                          <p:attrName>style.visibility</p:attrName>
                                        </p:attrNameLst>
                                      </p:cBhvr>
                                      <p:to>
                                        <p:strVal val="visible"/>
                                      </p:to>
                                    </p:set>
                                    <p:animEffect transition="in" filter="wipe(up)">
                                      <p:cBhvr>
                                        <p:cTn id="110" dur="500"/>
                                        <p:tgtEl>
                                          <p:spTgt spid="110">
                                            <p:txEl>
                                              <p:pRg st="8" end="8"/>
                                            </p:txEl>
                                          </p:spTgt>
                                        </p:tgtEl>
                                      </p:cBhvr>
                                    </p:animEffect>
                                  </p:childTnLst>
                                </p:cTn>
                              </p:par>
                            </p:childTnLst>
                          </p:cTn>
                        </p:par>
                        <p:par>
                          <p:cTn id="111" fill="hold">
                            <p:stCondLst>
                              <p:cond delay="2000"/>
                            </p:stCondLst>
                            <p:childTnLst>
                              <p:par>
                                <p:cTn id="112" presetID="22" presetClass="entr" presetSubtype="1" fill="hold" grpId="0" nodeType="afterEffect">
                                  <p:stCondLst>
                                    <p:cond delay="0"/>
                                  </p:stCondLst>
                                  <p:childTnLst>
                                    <p:set>
                                      <p:cBhvr>
                                        <p:cTn id="113" dur="1" fill="hold">
                                          <p:stCondLst>
                                            <p:cond delay="0"/>
                                          </p:stCondLst>
                                        </p:cTn>
                                        <p:tgtEl>
                                          <p:spTgt spid="110">
                                            <p:txEl>
                                              <p:pRg st="9" end="9"/>
                                            </p:txEl>
                                          </p:spTgt>
                                        </p:tgtEl>
                                        <p:attrNameLst>
                                          <p:attrName>style.visibility</p:attrName>
                                        </p:attrNameLst>
                                      </p:cBhvr>
                                      <p:to>
                                        <p:strVal val="visible"/>
                                      </p:to>
                                    </p:set>
                                    <p:animEffect transition="in" filter="wipe(up)">
                                      <p:cBhvr>
                                        <p:cTn id="114" dur="500"/>
                                        <p:tgtEl>
                                          <p:spTgt spid="110">
                                            <p:txEl>
                                              <p:pRg st="9" end="9"/>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110">
                                            <p:txEl>
                                              <p:pRg st="10" end="10"/>
                                            </p:txEl>
                                          </p:spTgt>
                                        </p:tgtEl>
                                        <p:attrNameLst>
                                          <p:attrName>style.visibility</p:attrName>
                                        </p:attrNameLst>
                                      </p:cBhvr>
                                      <p:to>
                                        <p:strVal val="visible"/>
                                      </p:to>
                                    </p:set>
                                    <p:animEffect transition="in" filter="wipe(up)">
                                      <p:cBhvr>
                                        <p:cTn id="119" dur="500"/>
                                        <p:tgtEl>
                                          <p:spTgt spid="110">
                                            <p:txEl>
                                              <p:pRg st="10" end="10"/>
                                            </p:txEl>
                                          </p:spTgt>
                                        </p:tgtEl>
                                      </p:cBhvr>
                                    </p:animEffect>
                                  </p:childTnLst>
                                </p:cTn>
                              </p:par>
                            </p:childTnLst>
                          </p:cTn>
                        </p:par>
                        <p:par>
                          <p:cTn id="120" fill="hold">
                            <p:stCondLst>
                              <p:cond delay="500"/>
                            </p:stCondLst>
                            <p:childTnLst>
                              <p:par>
                                <p:cTn id="121" presetID="22" presetClass="entr" presetSubtype="1" fill="hold" grpId="0" nodeType="afterEffect">
                                  <p:stCondLst>
                                    <p:cond delay="0"/>
                                  </p:stCondLst>
                                  <p:childTnLst>
                                    <p:set>
                                      <p:cBhvr>
                                        <p:cTn id="122" dur="1" fill="hold">
                                          <p:stCondLst>
                                            <p:cond delay="0"/>
                                          </p:stCondLst>
                                        </p:cTn>
                                        <p:tgtEl>
                                          <p:spTgt spid="110">
                                            <p:txEl>
                                              <p:pRg st="11" end="11"/>
                                            </p:txEl>
                                          </p:spTgt>
                                        </p:tgtEl>
                                        <p:attrNameLst>
                                          <p:attrName>style.visibility</p:attrName>
                                        </p:attrNameLst>
                                      </p:cBhvr>
                                      <p:to>
                                        <p:strVal val="visible"/>
                                      </p:to>
                                    </p:set>
                                    <p:animEffect transition="in" filter="wipe(up)">
                                      <p:cBhvr>
                                        <p:cTn id="123" dur="500"/>
                                        <p:tgtEl>
                                          <p:spTgt spid="110">
                                            <p:txEl>
                                              <p:pRg st="11" end="11"/>
                                            </p:txEl>
                                          </p:spTgt>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1" fill="hold" grpId="0" nodeType="clickEffect">
                                  <p:stCondLst>
                                    <p:cond delay="0"/>
                                  </p:stCondLst>
                                  <p:childTnLst>
                                    <p:set>
                                      <p:cBhvr>
                                        <p:cTn id="127" dur="1" fill="hold">
                                          <p:stCondLst>
                                            <p:cond delay="0"/>
                                          </p:stCondLst>
                                        </p:cTn>
                                        <p:tgtEl>
                                          <p:spTgt spid="182">
                                            <p:bg/>
                                          </p:spTgt>
                                        </p:tgtEl>
                                        <p:attrNameLst>
                                          <p:attrName>style.visibility</p:attrName>
                                        </p:attrNameLst>
                                      </p:cBhvr>
                                      <p:to>
                                        <p:strVal val="visible"/>
                                      </p:to>
                                    </p:set>
                                    <p:animEffect transition="in" filter="wipe(up)">
                                      <p:cBhvr>
                                        <p:cTn id="128" dur="500"/>
                                        <p:tgtEl>
                                          <p:spTgt spid="182">
                                            <p:bg/>
                                          </p:spTgt>
                                        </p:tgtEl>
                                      </p:cBhvr>
                                    </p:animEffect>
                                  </p:childTnLst>
                                </p:cTn>
                              </p:par>
                              <p:par>
                                <p:cTn id="129" presetID="22" presetClass="entr" presetSubtype="1" fill="hold" grpId="0" nodeType="withEffect">
                                  <p:stCondLst>
                                    <p:cond delay="0"/>
                                  </p:stCondLst>
                                  <p:childTnLst>
                                    <p:set>
                                      <p:cBhvr>
                                        <p:cTn id="130" dur="1" fill="hold">
                                          <p:stCondLst>
                                            <p:cond delay="0"/>
                                          </p:stCondLst>
                                        </p:cTn>
                                        <p:tgtEl>
                                          <p:spTgt spid="182">
                                            <p:txEl>
                                              <p:pRg st="0" end="0"/>
                                            </p:txEl>
                                          </p:spTgt>
                                        </p:tgtEl>
                                        <p:attrNameLst>
                                          <p:attrName>style.visibility</p:attrName>
                                        </p:attrNameLst>
                                      </p:cBhvr>
                                      <p:to>
                                        <p:strVal val="visible"/>
                                      </p:to>
                                    </p:set>
                                    <p:animEffect transition="in" filter="wipe(up)">
                                      <p:cBhvr>
                                        <p:cTn id="131" dur="500"/>
                                        <p:tgtEl>
                                          <p:spTgt spid="182">
                                            <p:txEl>
                                              <p:pRg st="0" end="0"/>
                                            </p:txEl>
                                          </p:spTgt>
                                        </p:tgtEl>
                                      </p:cBhvr>
                                    </p:animEffect>
                                  </p:childTnLst>
                                </p:cTn>
                              </p:par>
                            </p:childTnLst>
                          </p:cTn>
                        </p:par>
                        <p:par>
                          <p:cTn id="132" fill="hold">
                            <p:stCondLst>
                              <p:cond delay="500"/>
                            </p:stCondLst>
                            <p:childTnLst>
                              <p:par>
                                <p:cTn id="133" presetID="22" presetClass="entr" presetSubtype="1" fill="hold" nodeType="afterEffect">
                                  <p:stCondLst>
                                    <p:cond delay="0"/>
                                  </p:stCondLst>
                                  <p:childTnLst>
                                    <p:set>
                                      <p:cBhvr>
                                        <p:cTn id="134" dur="1" fill="hold">
                                          <p:stCondLst>
                                            <p:cond delay="0"/>
                                          </p:stCondLst>
                                        </p:cTn>
                                        <p:tgtEl>
                                          <p:spTgt spid="207"/>
                                        </p:tgtEl>
                                        <p:attrNameLst>
                                          <p:attrName>style.visibility</p:attrName>
                                        </p:attrNameLst>
                                      </p:cBhvr>
                                      <p:to>
                                        <p:strVal val="visible"/>
                                      </p:to>
                                    </p:set>
                                    <p:animEffect transition="in" filter="wipe(up)">
                                      <p:cBhvr>
                                        <p:cTn id="135" dur="500"/>
                                        <p:tgtEl>
                                          <p:spTgt spid="207"/>
                                        </p:tgtEl>
                                      </p:cBhvr>
                                    </p:animEffect>
                                  </p:childTnLst>
                                </p:cTn>
                              </p:par>
                            </p:childTnLst>
                          </p:cTn>
                        </p:par>
                        <p:par>
                          <p:cTn id="136" fill="hold">
                            <p:stCondLst>
                              <p:cond delay="1000"/>
                            </p:stCondLst>
                            <p:childTnLst>
                              <p:par>
                                <p:cTn id="137" presetID="22" presetClass="entr" presetSubtype="1" fill="hold" grpId="0" nodeType="afterEffect">
                                  <p:stCondLst>
                                    <p:cond delay="0"/>
                                  </p:stCondLst>
                                  <p:childTnLst>
                                    <p:set>
                                      <p:cBhvr>
                                        <p:cTn id="138" dur="1" fill="hold">
                                          <p:stCondLst>
                                            <p:cond delay="0"/>
                                          </p:stCondLst>
                                        </p:cTn>
                                        <p:tgtEl>
                                          <p:spTgt spid="182">
                                            <p:txEl>
                                              <p:pRg st="1" end="1"/>
                                            </p:txEl>
                                          </p:spTgt>
                                        </p:tgtEl>
                                        <p:attrNameLst>
                                          <p:attrName>style.visibility</p:attrName>
                                        </p:attrNameLst>
                                      </p:cBhvr>
                                      <p:to>
                                        <p:strVal val="visible"/>
                                      </p:to>
                                    </p:set>
                                    <p:animEffect transition="in" filter="wipe(up)">
                                      <p:cBhvr>
                                        <p:cTn id="139" dur="500"/>
                                        <p:tgtEl>
                                          <p:spTgt spid="182">
                                            <p:txEl>
                                              <p:pRg st="1" end="1"/>
                                            </p:txEl>
                                          </p:spTgt>
                                        </p:tgtEl>
                                      </p:cBhvr>
                                    </p:animEffect>
                                  </p:childTnLst>
                                </p:cTn>
                              </p:par>
                            </p:childTnLst>
                          </p:cTn>
                        </p:par>
                      </p:childTnLst>
                    </p:cTn>
                  </p:par>
                  <p:par>
                    <p:cTn id="140" fill="hold">
                      <p:stCondLst>
                        <p:cond delay="indefinite"/>
                      </p:stCondLst>
                      <p:childTnLst>
                        <p:par>
                          <p:cTn id="141" fill="hold">
                            <p:stCondLst>
                              <p:cond delay="0"/>
                            </p:stCondLst>
                            <p:childTnLst>
                              <p:par>
                                <p:cTn id="142" presetID="16" presetClass="entr" presetSubtype="21" fill="hold" grpId="0" nodeType="clickEffect">
                                  <p:stCondLst>
                                    <p:cond delay="0"/>
                                  </p:stCondLst>
                                  <p:childTnLst>
                                    <p:set>
                                      <p:cBhvr>
                                        <p:cTn id="143" dur="1" fill="hold">
                                          <p:stCondLst>
                                            <p:cond delay="0"/>
                                          </p:stCondLst>
                                        </p:cTn>
                                        <p:tgtEl>
                                          <p:spTgt spid="211"/>
                                        </p:tgtEl>
                                        <p:attrNameLst>
                                          <p:attrName>style.visibility</p:attrName>
                                        </p:attrNameLst>
                                      </p:cBhvr>
                                      <p:to>
                                        <p:strVal val="visible"/>
                                      </p:to>
                                    </p:set>
                                    <p:animEffect transition="in" filter="barn(inVertical)">
                                      <p:cBhvr>
                                        <p:cTn id="144" dur="500"/>
                                        <p:tgtEl>
                                          <p:spTgt spid="211"/>
                                        </p:tgtEl>
                                      </p:cBhvr>
                                    </p:animEffect>
                                  </p:childTnLst>
                                </p:cTn>
                              </p:par>
                            </p:childTnLst>
                          </p:cTn>
                        </p:par>
                        <p:par>
                          <p:cTn id="145" fill="hold">
                            <p:stCondLst>
                              <p:cond delay="500"/>
                            </p:stCondLst>
                            <p:childTnLst>
                              <p:par>
                                <p:cTn id="146" presetID="22" presetClass="entr" presetSubtype="1" fill="hold" grpId="0" nodeType="afterEffect">
                                  <p:stCondLst>
                                    <p:cond delay="0"/>
                                  </p:stCondLst>
                                  <p:childTnLst>
                                    <p:set>
                                      <p:cBhvr>
                                        <p:cTn id="147" dur="1" fill="hold">
                                          <p:stCondLst>
                                            <p:cond delay="0"/>
                                          </p:stCondLst>
                                        </p:cTn>
                                        <p:tgtEl>
                                          <p:spTgt spid="182">
                                            <p:txEl>
                                              <p:pRg st="2" end="2"/>
                                            </p:txEl>
                                          </p:spTgt>
                                        </p:tgtEl>
                                        <p:attrNameLst>
                                          <p:attrName>style.visibility</p:attrName>
                                        </p:attrNameLst>
                                      </p:cBhvr>
                                      <p:to>
                                        <p:strVal val="visible"/>
                                      </p:to>
                                    </p:set>
                                    <p:animEffect transition="in" filter="wipe(up)">
                                      <p:cBhvr>
                                        <p:cTn id="148" dur="500"/>
                                        <p:tgtEl>
                                          <p:spTgt spid="182">
                                            <p:txEl>
                                              <p:pRg st="2" end="2"/>
                                            </p:txEl>
                                          </p:spTgt>
                                        </p:tgtEl>
                                      </p:cBhvr>
                                    </p:animEffect>
                                  </p:childTnLst>
                                </p:cTn>
                              </p:par>
                            </p:childTnLst>
                          </p:cTn>
                        </p:par>
                        <p:par>
                          <p:cTn id="149" fill="hold">
                            <p:stCondLst>
                              <p:cond delay="1000"/>
                            </p:stCondLst>
                            <p:childTnLst>
                              <p:par>
                                <p:cTn id="150" presetID="22" presetClass="entr" presetSubtype="1" fill="hold" grpId="0" nodeType="afterEffect">
                                  <p:stCondLst>
                                    <p:cond delay="0"/>
                                  </p:stCondLst>
                                  <p:childTnLst>
                                    <p:set>
                                      <p:cBhvr>
                                        <p:cTn id="151" dur="1" fill="hold">
                                          <p:stCondLst>
                                            <p:cond delay="0"/>
                                          </p:stCondLst>
                                        </p:cTn>
                                        <p:tgtEl>
                                          <p:spTgt spid="225"/>
                                        </p:tgtEl>
                                        <p:attrNameLst>
                                          <p:attrName>style.visibility</p:attrName>
                                        </p:attrNameLst>
                                      </p:cBhvr>
                                      <p:to>
                                        <p:strVal val="visible"/>
                                      </p:to>
                                    </p:set>
                                    <p:animEffect transition="in" filter="wipe(up)">
                                      <p:cBhvr>
                                        <p:cTn id="152" dur="500"/>
                                        <p:tgtEl>
                                          <p:spTgt spid="225"/>
                                        </p:tgtEl>
                                      </p:cBhvr>
                                    </p:animEffect>
                                  </p:childTnLst>
                                </p:cTn>
                              </p:par>
                            </p:childTnLst>
                          </p:cTn>
                        </p:par>
                        <p:par>
                          <p:cTn id="153" fill="hold">
                            <p:stCondLst>
                              <p:cond delay="1500"/>
                            </p:stCondLst>
                            <p:childTnLst>
                              <p:par>
                                <p:cTn id="154" presetID="22" presetClass="entr" presetSubtype="4" fill="hold" nodeType="afterEffect">
                                  <p:stCondLst>
                                    <p:cond delay="0"/>
                                  </p:stCondLst>
                                  <p:childTnLst>
                                    <p:set>
                                      <p:cBhvr>
                                        <p:cTn id="155" dur="1" fill="hold">
                                          <p:stCondLst>
                                            <p:cond delay="0"/>
                                          </p:stCondLst>
                                        </p:cTn>
                                        <p:tgtEl>
                                          <p:spTgt spid="229"/>
                                        </p:tgtEl>
                                        <p:attrNameLst>
                                          <p:attrName>style.visibility</p:attrName>
                                        </p:attrNameLst>
                                      </p:cBhvr>
                                      <p:to>
                                        <p:strVal val="visible"/>
                                      </p:to>
                                    </p:set>
                                    <p:animEffect transition="in" filter="wipe(down)">
                                      <p:cBhvr>
                                        <p:cTn id="156" dur="750"/>
                                        <p:tgtEl>
                                          <p:spTgt spid="229"/>
                                        </p:tgtEl>
                                      </p:cBhvr>
                                    </p:animEffect>
                                  </p:childTnLst>
                                </p:cTn>
                              </p:par>
                            </p:childTnLst>
                          </p:cTn>
                        </p:par>
                        <p:par>
                          <p:cTn id="157" fill="hold">
                            <p:stCondLst>
                              <p:cond delay="2250"/>
                            </p:stCondLst>
                            <p:childTnLst>
                              <p:par>
                                <p:cTn id="158" presetID="22" presetClass="entr" presetSubtype="4" fill="hold" nodeType="afterEffect">
                                  <p:stCondLst>
                                    <p:cond delay="0"/>
                                  </p:stCondLst>
                                  <p:childTnLst>
                                    <p:set>
                                      <p:cBhvr>
                                        <p:cTn id="159" dur="1" fill="hold">
                                          <p:stCondLst>
                                            <p:cond delay="0"/>
                                          </p:stCondLst>
                                        </p:cTn>
                                        <p:tgtEl>
                                          <p:spTgt spid="227"/>
                                        </p:tgtEl>
                                        <p:attrNameLst>
                                          <p:attrName>style.visibility</p:attrName>
                                        </p:attrNameLst>
                                      </p:cBhvr>
                                      <p:to>
                                        <p:strVal val="visible"/>
                                      </p:to>
                                    </p:set>
                                    <p:animEffect transition="in" filter="wipe(down)">
                                      <p:cBhvr>
                                        <p:cTn id="160" dur="750"/>
                                        <p:tgtEl>
                                          <p:spTgt spid="227"/>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1" fill="hold" grpId="0" nodeType="clickEffect">
                                  <p:stCondLst>
                                    <p:cond delay="0"/>
                                  </p:stCondLst>
                                  <p:childTnLst>
                                    <p:set>
                                      <p:cBhvr>
                                        <p:cTn id="164" dur="1" fill="hold">
                                          <p:stCondLst>
                                            <p:cond delay="0"/>
                                          </p:stCondLst>
                                        </p:cTn>
                                        <p:tgtEl>
                                          <p:spTgt spid="231"/>
                                        </p:tgtEl>
                                        <p:attrNameLst>
                                          <p:attrName>style.visibility</p:attrName>
                                        </p:attrNameLst>
                                      </p:cBhvr>
                                      <p:to>
                                        <p:strVal val="visible"/>
                                      </p:to>
                                    </p:set>
                                    <p:animEffect transition="in" filter="wipe(up)">
                                      <p:cBhvr>
                                        <p:cTn id="165" dur="1000"/>
                                        <p:tgtEl>
                                          <p:spTgt spid="231"/>
                                        </p:tgtEl>
                                      </p:cBhvr>
                                    </p:animEffect>
                                  </p:childTnLst>
                                </p:cTn>
                              </p:par>
                            </p:childTnLst>
                          </p:cTn>
                        </p:par>
                        <p:par>
                          <p:cTn id="166" fill="hold">
                            <p:stCondLst>
                              <p:cond delay="1000"/>
                            </p:stCondLst>
                            <p:childTnLst>
                              <p:par>
                                <p:cTn id="167" presetID="22" presetClass="entr" presetSubtype="1" fill="hold" grpId="0" nodeType="afterEffect">
                                  <p:stCondLst>
                                    <p:cond delay="0"/>
                                  </p:stCondLst>
                                  <p:childTnLst>
                                    <p:set>
                                      <p:cBhvr>
                                        <p:cTn id="168" dur="1" fill="hold">
                                          <p:stCondLst>
                                            <p:cond delay="0"/>
                                          </p:stCondLst>
                                        </p:cTn>
                                        <p:tgtEl>
                                          <p:spTgt spid="182">
                                            <p:txEl>
                                              <p:pRg st="3" end="3"/>
                                            </p:txEl>
                                          </p:spTgt>
                                        </p:tgtEl>
                                        <p:attrNameLst>
                                          <p:attrName>style.visibility</p:attrName>
                                        </p:attrNameLst>
                                      </p:cBhvr>
                                      <p:to>
                                        <p:strVal val="visible"/>
                                      </p:to>
                                    </p:set>
                                    <p:animEffect transition="in" filter="wipe(up)">
                                      <p:cBhvr>
                                        <p:cTn id="169" dur="500"/>
                                        <p:tgtEl>
                                          <p:spTgt spid="182">
                                            <p:txEl>
                                              <p:pRg st="3" end="3"/>
                                            </p:txEl>
                                          </p:spTgt>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1" fill="hold" grpId="0" nodeType="clickEffect">
                                  <p:stCondLst>
                                    <p:cond delay="0"/>
                                  </p:stCondLst>
                                  <p:childTnLst>
                                    <p:set>
                                      <p:cBhvr>
                                        <p:cTn id="173" dur="1" fill="hold">
                                          <p:stCondLst>
                                            <p:cond delay="0"/>
                                          </p:stCondLst>
                                        </p:cTn>
                                        <p:tgtEl>
                                          <p:spTgt spid="182">
                                            <p:txEl>
                                              <p:pRg st="4" end="4"/>
                                            </p:txEl>
                                          </p:spTgt>
                                        </p:tgtEl>
                                        <p:attrNameLst>
                                          <p:attrName>style.visibility</p:attrName>
                                        </p:attrNameLst>
                                      </p:cBhvr>
                                      <p:to>
                                        <p:strVal val="visible"/>
                                      </p:to>
                                    </p:set>
                                    <p:animEffect transition="in" filter="wipe(up)">
                                      <p:cBhvr>
                                        <p:cTn id="174" dur="500"/>
                                        <p:tgtEl>
                                          <p:spTgt spid="182">
                                            <p:txEl>
                                              <p:pRg st="4" end="4"/>
                                            </p:txEl>
                                          </p:spTgt>
                                        </p:tgtEl>
                                      </p:cBhvr>
                                    </p:animEffect>
                                  </p:childTnLst>
                                </p:cTn>
                              </p:par>
                            </p:childTnLst>
                          </p:cTn>
                        </p:par>
                        <p:par>
                          <p:cTn id="175" fill="hold">
                            <p:stCondLst>
                              <p:cond delay="500"/>
                            </p:stCondLst>
                            <p:childTnLst>
                              <p:par>
                                <p:cTn id="176" presetID="22" presetClass="entr" presetSubtype="1" fill="hold" grpId="0" nodeType="afterEffect">
                                  <p:stCondLst>
                                    <p:cond delay="0"/>
                                  </p:stCondLst>
                                  <p:childTnLst>
                                    <p:set>
                                      <p:cBhvr>
                                        <p:cTn id="177" dur="1" fill="hold">
                                          <p:stCondLst>
                                            <p:cond delay="0"/>
                                          </p:stCondLst>
                                        </p:cTn>
                                        <p:tgtEl>
                                          <p:spTgt spid="182">
                                            <p:txEl>
                                              <p:pRg st="5" end="5"/>
                                            </p:txEl>
                                          </p:spTgt>
                                        </p:tgtEl>
                                        <p:attrNameLst>
                                          <p:attrName>style.visibility</p:attrName>
                                        </p:attrNameLst>
                                      </p:cBhvr>
                                      <p:to>
                                        <p:strVal val="visible"/>
                                      </p:to>
                                    </p:set>
                                    <p:animEffect transition="in" filter="wipe(up)">
                                      <p:cBhvr>
                                        <p:cTn id="178" dur="500"/>
                                        <p:tgtEl>
                                          <p:spTgt spid="182">
                                            <p:txEl>
                                              <p:pRg st="5" end="5"/>
                                            </p:txEl>
                                          </p:spTgt>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8" fill="hold" nodeType="clickEffect">
                                  <p:stCondLst>
                                    <p:cond delay="0"/>
                                  </p:stCondLst>
                                  <p:childTnLst>
                                    <p:set>
                                      <p:cBhvr>
                                        <p:cTn id="182" dur="1" fill="hold">
                                          <p:stCondLst>
                                            <p:cond delay="0"/>
                                          </p:stCondLst>
                                        </p:cTn>
                                        <p:tgtEl>
                                          <p:spTgt spid="232"/>
                                        </p:tgtEl>
                                        <p:attrNameLst>
                                          <p:attrName>style.visibility</p:attrName>
                                        </p:attrNameLst>
                                      </p:cBhvr>
                                      <p:to>
                                        <p:strVal val="visible"/>
                                      </p:to>
                                    </p:set>
                                    <p:animEffect transition="in" filter="wipe(left)">
                                      <p:cBhvr>
                                        <p:cTn id="183" dur="1500"/>
                                        <p:tgtEl>
                                          <p:spTgt spid="232"/>
                                        </p:tgtEl>
                                      </p:cBhvr>
                                    </p:animEffect>
                                  </p:childTnLst>
                                </p:cTn>
                              </p:par>
                              <p:par>
                                <p:cTn id="184" presetID="49" presetClass="path" presetSubtype="0" accel="50000" decel="50000" fill="hold" nodeType="withEffect">
                                  <p:stCondLst>
                                    <p:cond delay="0"/>
                                  </p:stCondLst>
                                  <p:childTnLst>
                                    <p:animMotion origin="layout" path="M 2.05102E-6 -4.72113E-6 L 0.03774 0.15252 " pathEditMode="relative" rAng="0" ptsTypes="AA">
                                      <p:cBhvr>
                                        <p:cTn id="185" dur="1500" fill="hold"/>
                                        <p:tgtEl>
                                          <p:spTgt spid="162"/>
                                        </p:tgtEl>
                                        <p:attrNameLst>
                                          <p:attrName>ppt_x</p:attrName>
                                          <p:attrName>ppt_y</p:attrName>
                                        </p:attrNameLst>
                                      </p:cBhvr>
                                      <p:rCtr x="1887" y="7614"/>
                                    </p:animMotion>
                                  </p:childTnLst>
                                </p:cTn>
                              </p:par>
                            </p:childTnLst>
                          </p:cTn>
                        </p:par>
                        <p:par>
                          <p:cTn id="186" fill="hold">
                            <p:stCondLst>
                              <p:cond delay="1500"/>
                            </p:stCondLst>
                            <p:childTnLst>
                              <p:par>
                                <p:cTn id="187" presetID="22" presetClass="entr" presetSubtype="8" fill="hold" nodeType="afterEffect">
                                  <p:stCondLst>
                                    <p:cond delay="0"/>
                                  </p:stCondLst>
                                  <p:childTnLst>
                                    <p:set>
                                      <p:cBhvr>
                                        <p:cTn id="188" dur="1" fill="hold">
                                          <p:stCondLst>
                                            <p:cond delay="0"/>
                                          </p:stCondLst>
                                        </p:cTn>
                                        <p:tgtEl>
                                          <p:spTgt spid="239"/>
                                        </p:tgtEl>
                                        <p:attrNameLst>
                                          <p:attrName>style.visibility</p:attrName>
                                        </p:attrNameLst>
                                      </p:cBhvr>
                                      <p:to>
                                        <p:strVal val="visible"/>
                                      </p:to>
                                    </p:set>
                                    <p:animEffect transition="in" filter="wipe(left)">
                                      <p:cBhvr>
                                        <p:cTn id="189" dur="1500"/>
                                        <p:tgtEl>
                                          <p:spTgt spid="239"/>
                                        </p:tgtEl>
                                      </p:cBhvr>
                                    </p:animEffect>
                                  </p:childTnLst>
                                </p:cTn>
                              </p:par>
                              <p:par>
                                <p:cTn id="190" presetID="22" presetClass="entr" presetSubtype="8" fill="hold" nodeType="withEffect">
                                  <p:stCondLst>
                                    <p:cond delay="0"/>
                                  </p:stCondLst>
                                  <p:childTnLst>
                                    <p:set>
                                      <p:cBhvr>
                                        <p:cTn id="191" dur="1" fill="hold">
                                          <p:stCondLst>
                                            <p:cond delay="0"/>
                                          </p:stCondLst>
                                        </p:cTn>
                                        <p:tgtEl>
                                          <p:spTgt spid="235"/>
                                        </p:tgtEl>
                                        <p:attrNameLst>
                                          <p:attrName>style.visibility</p:attrName>
                                        </p:attrNameLst>
                                      </p:cBhvr>
                                      <p:to>
                                        <p:strVal val="visible"/>
                                      </p:to>
                                    </p:set>
                                    <p:animEffect transition="in" filter="wipe(left)">
                                      <p:cBhvr>
                                        <p:cTn id="192" dur="1500"/>
                                        <p:tgtEl>
                                          <p:spTgt spid="235"/>
                                        </p:tgtEl>
                                      </p:cBhvr>
                                    </p:animEffect>
                                  </p:childTnLst>
                                </p:cTn>
                              </p:par>
                            </p:childTnLst>
                          </p:cTn>
                        </p:par>
                        <p:par>
                          <p:cTn id="193" fill="hold">
                            <p:stCondLst>
                              <p:cond delay="3000"/>
                            </p:stCondLst>
                            <p:childTnLst>
                              <p:par>
                                <p:cTn id="194" presetID="22" presetClass="entr" presetSubtype="1" fill="hold" grpId="0" nodeType="afterEffect">
                                  <p:stCondLst>
                                    <p:cond delay="0"/>
                                  </p:stCondLst>
                                  <p:childTnLst>
                                    <p:set>
                                      <p:cBhvr>
                                        <p:cTn id="195" dur="1" fill="hold">
                                          <p:stCondLst>
                                            <p:cond delay="0"/>
                                          </p:stCondLst>
                                        </p:cTn>
                                        <p:tgtEl>
                                          <p:spTgt spid="249"/>
                                        </p:tgtEl>
                                        <p:attrNameLst>
                                          <p:attrName>style.visibility</p:attrName>
                                        </p:attrNameLst>
                                      </p:cBhvr>
                                      <p:to>
                                        <p:strVal val="visible"/>
                                      </p:to>
                                    </p:set>
                                    <p:animEffect transition="in" filter="wipe(up)">
                                      <p:cBhvr>
                                        <p:cTn id="196" dur="500"/>
                                        <p:tgtEl>
                                          <p:spTgt spid="249"/>
                                        </p:tgtEl>
                                      </p:cBhvr>
                                    </p:animEffect>
                                  </p:childTnLst>
                                </p:cTn>
                              </p:par>
                              <p:par>
                                <p:cTn id="197" presetID="22" presetClass="entr" presetSubtype="1" fill="hold" grpId="0" nodeType="withEffect">
                                  <p:stCondLst>
                                    <p:cond delay="0"/>
                                  </p:stCondLst>
                                  <p:childTnLst>
                                    <p:set>
                                      <p:cBhvr>
                                        <p:cTn id="198" dur="1" fill="hold">
                                          <p:stCondLst>
                                            <p:cond delay="0"/>
                                          </p:stCondLst>
                                        </p:cTn>
                                        <p:tgtEl>
                                          <p:spTgt spid="250"/>
                                        </p:tgtEl>
                                        <p:attrNameLst>
                                          <p:attrName>style.visibility</p:attrName>
                                        </p:attrNameLst>
                                      </p:cBhvr>
                                      <p:to>
                                        <p:strVal val="visible"/>
                                      </p:to>
                                    </p:set>
                                    <p:animEffect transition="in" filter="wipe(up)">
                                      <p:cBhvr>
                                        <p:cTn id="199" dur="500"/>
                                        <p:tgtEl>
                                          <p:spTgt spid="250"/>
                                        </p:tgtEl>
                                      </p:cBhvr>
                                    </p:animEffect>
                                  </p:childTnLst>
                                </p:cTn>
                              </p:par>
                            </p:childTnLst>
                          </p:cTn>
                        </p:par>
                        <p:par>
                          <p:cTn id="200" fill="hold">
                            <p:stCondLst>
                              <p:cond delay="3500"/>
                            </p:stCondLst>
                            <p:childTnLst>
                              <p:par>
                                <p:cTn id="201" presetID="22" presetClass="entr" presetSubtype="1" fill="hold" grpId="0" nodeType="afterEffect">
                                  <p:stCondLst>
                                    <p:cond delay="0"/>
                                  </p:stCondLst>
                                  <p:childTnLst>
                                    <p:set>
                                      <p:cBhvr>
                                        <p:cTn id="202" dur="1" fill="hold">
                                          <p:stCondLst>
                                            <p:cond delay="0"/>
                                          </p:stCondLst>
                                        </p:cTn>
                                        <p:tgtEl>
                                          <p:spTgt spid="182">
                                            <p:txEl>
                                              <p:pRg st="6" end="6"/>
                                            </p:txEl>
                                          </p:spTgt>
                                        </p:tgtEl>
                                        <p:attrNameLst>
                                          <p:attrName>style.visibility</p:attrName>
                                        </p:attrNameLst>
                                      </p:cBhvr>
                                      <p:to>
                                        <p:strVal val="visible"/>
                                      </p:to>
                                    </p:set>
                                    <p:animEffect transition="in" filter="wipe(up)">
                                      <p:cBhvr>
                                        <p:cTn id="203" dur="500"/>
                                        <p:tgtEl>
                                          <p:spTgt spid="182">
                                            <p:txEl>
                                              <p:pRg st="6" end="6"/>
                                            </p:txEl>
                                          </p:spTgt>
                                        </p:tgtEl>
                                      </p:cBhvr>
                                    </p:animEffect>
                                  </p:childTnLst>
                                </p:cTn>
                              </p:par>
                            </p:childTnLst>
                          </p:cTn>
                        </p:par>
                        <p:par>
                          <p:cTn id="204" fill="hold">
                            <p:stCondLst>
                              <p:cond delay="4000"/>
                            </p:stCondLst>
                            <p:childTnLst>
                              <p:par>
                                <p:cTn id="205" presetID="22" presetClass="entr" presetSubtype="1" fill="hold" grpId="0" nodeType="afterEffect">
                                  <p:stCondLst>
                                    <p:cond delay="0"/>
                                  </p:stCondLst>
                                  <p:childTnLst>
                                    <p:set>
                                      <p:cBhvr>
                                        <p:cTn id="206" dur="1" fill="hold">
                                          <p:stCondLst>
                                            <p:cond delay="0"/>
                                          </p:stCondLst>
                                        </p:cTn>
                                        <p:tgtEl>
                                          <p:spTgt spid="182">
                                            <p:txEl>
                                              <p:pRg st="7" end="7"/>
                                            </p:txEl>
                                          </p:spTgt>
                                        </p:tgtEl>
                                        <p:attrNameLst>
                                          <p:attrName>style.visibility</p:attrName>
                                        </p:attrNameLst>
                                      </p:cBhvr>
                                      <p:to>
                                        <p:strVal val="visible"/>
                                      </p:to>
                                    </p:set>
                                    <p:animEffect transition="in" filter="wipe(up)">
                                      <p:cBhvr>
                                        <p:cTn id="207" dur="500"/>
                                        <p:tgtEl>
                                          <p:spTgt spid="182">
                                            <p:txEl>
                                              <p:pRg st="7" end="7"/>
                                            </p:txEl>
                                          </p:spTgt>
                                        </p:tgtEl>
                                      </p:cBhvr>
                                    </p:animEffect>
                                  </p:childTnLst>
                                </p:cTn>
                              </p:par>
                            </p:childTnLst>
                          </p:cTn>
                        </p:par>
                      </p:childTnLst>
                    </p:cTn>
                  </p:par>
                  <p:par>
                    <p:cTn id="208" fill="hold">
                      <p:stCondLst>
                        <p:cond delay="indefinite"/>
                      </p:stCondLst>
                      <p:childTnLst>
                        <p:par>
                          <p:cTn id="209" fill="hold">
                            <p:stCondLst>
                              <p:cond delay="0"/>
                            </p:stCondLst>
                            <p:childTnLst>
                              <p:par>
                                <p:cTn id="210" presetID="22" presetClass="entr" presetSubtype="2" fill="hold" grpId="0" nodeType="clickEffect">
                                  <p:stCondLst>
                                    <p:cond delay="0"/>
                                  </p:stCondLst>
                                  <p:childTnLst>
                                    <p:set>
                                      <p:cBhvr>
                                        <p:cTn id="211" dur="1" fill="hold">
                                          <p:stCondLst>
                                            <p:cond delay="0"/>
                                          </p:stCondLst>
                                        </p:cTn>
                                        <p:tgtEl>
                                          <p:spTgt spid="148"/>
                                        </p:tgtEl>
                                        <p:attrNameLst>
                                          <p:attrName>style.visibility</p:attrName>
                                        </p:attrNameLst>
                                      </p:cBhvr>
                                      <p:to>
                                        <p:strVal val="visible"/>
                                      </p:to>
                                    </p:set>
                                    <p:animEffect transition="in" filter="wipe(right)">
                                      <p:cBhvr>
                                        <p:cTn id="212" dur="500"/>
                                        <p:tgtEl>
                                          <p:spTgt spid="148"/>
                                        </p:tgtEl>
                                      </p:cBhvr>
                                    </p:animEffect>
                                  </p:childTnLst>
                                </p:cTn>
                              </p:par>
                            </p:childTnLst>
                          </p:cTn>
                        </p:par>
                        <p:par>
                          <p:cTn id="213" fill="hold">
                            <p:stCondLst>
                              <p:cond delay="500"/>
                            </p:stCondLst>
                            <p:childTnLst>
                              <p:par>
                                <p:cTn id="214" presetID="10" presetClass="exit" presetSubtype="0" fill="hold" grpId="1" nodeType="afterEffect">
                                  <p:stCondLst>
                                    <p:cond delay="0"/>
                                  </p:stCondLst>
                                  <p:childTnLst>
                                    <p:animEffect transition="out" filter="fade">
                                      <p:cBhvr>
                                        <p:cTn id="215" dur="500"/>
                                        <p:tgtEl>
                                          <p:spTgt spid="188"/>
                                        </p:tgtEl>
                                      </p:cBhvr>
                                    </p:animEffect>
                                    <p:set>
                                      <p:cBhvr>
                                        <p:cTn id="216" dur="1" fill="hold">
                                          <p:stCondLst>
                                            <p:cond delay="499"/>
                                          </p:stCondLst>
                                        </p:cTn>
                                        <p:tgtEl>
                                          <p:spTgt spid="188"/>
                                        </p:tgtEl>
                                        <p:attrNameLst>
                                          <p:attrName>style.visibility</p:attrName>
                                        </p:attrNameLst>
                                      </p:cBhvr>
                                      <p:to>
                                        <p:strVal val="hidden"/>
                                      </p:to>
                                    </p:set>
                                  </p:childTnLst>
                                </p:cTn>
                              </p:par>
                              <p:par>
                                <p:cTn id="217" presetID="22" presetClass="entr" presetSubtype="1" fill="hold" nodeType="withEffect">
                                  <p:stCondLst>
                                    <p:cond delay="0"/>
                                  </p:stCondLst>
                                  <p:childTnLst>
                                    <p:set>
                                      <p:cBhvr>
                                        <p:cTn id="218" dur="1" fill="hold">
                                          <p:stCondLst>
                                            <p:cond delay="0"/>
                                          </p:stCondLst>
                                        </p:cTn>
                                        <p:tgtEl>
                                          <p:spTgt spid="243"/>
                                        </p:tgtEl>
                                        <p:attrNameLst>
                                          <p:attrName>style.visibility</p:attrName>
                                        </p:attrNameLst>
                                      </p:cBhvr>
                                      <p:to>
                                        <p:strVal val="visible"/>
                                      </p:to>
                                    </p:set>
                                    <p:animEffect transition="in" filter="wipe(up)">
                                      <p:cBhvr>
                                        <p:cTn id="219" dur="1000"/>
                                        <p:tgtEl>
                                          <p:spTgt spid="243"/>
                                        </p:tgtEl>
                                      </p:cBhvr>
                                    </p:animEffect>
                                  </p:childTnLst>
                                </p:cTn>
                              </p:par>
                            </p:childTnLst>
                          </p:cTn>
                        </p:par>
                        <p:par>
                          <p:cTn id="220" fill="hold">
                            <p:stCondLst>
                              <p:cond delay="1500"/>
                            </p:stCondLst>
                            <p:childTnLst>
                              <p:par>
                                <p:cTn id="221" presetID="22" presetClass="entr" presetSubtype="1" fill="hold" grpId="0" nodeType="afterEffect">
                                  <p:stCondLst>
                                    <p:cond delay="0"/>
                                  </p:stCondLst>
                                  <p:childTnLst>
                                    <p:set>
                                      <p:cBhvr>
                                        <p:cTn id="222" dur="1" fill="hold">
                                          <p:stCondLst>
                                            <p:cond delay="0"/>
                                          </p:stCondLst>
                                        </p:cTn>
                                        <p:tgtEl>
                                          <p:spTgt spid="182">
                                            <p:txEl>
                                              <p:pRg st="8" end="8"/>
                                            </p:txEl>
                                          </p:spTgt>
                                        </p:tgtEl>
                                        <p:attrNameLst>
                                          <p:attrName>style.visibility</p:attrName>
                                        </p:attrNameLst>
                                      </p:cBhvr>
                                      <p:to>
                                        <p:strVal val="visible"/>
                                      </p:to>
                                    </p:set>
                                    <p:animEffect transition="in" filter="wipe(up)">
                                      <p:cBhvr>
                                        <p:cTn id="223" dur="500"/>
                                        <p:tgtEl>
                                          <p:spTgt spid="182">
                                            <p:txEl>
                                              <p:pRg st="8" end="8"/>
                                            </p:txEl>
                                          </p:spTgt>
                                        </p:tgtEl>
                                      </p:cBhvr>
                                    </p:animEffect>
                                  </p:childTnLst>
                                </p:cTn>
                              </p:par>
                            </p:childTnLst>
                          </p:cTn>
                        </p:par>
                        <p:par>
                          <p:cTn id="224" fill="hold">
                            <p:stCondLst>
                              <p:cond delay="2000"/>
                            </p:stCondLst>
                            <p:childTnLst>
                              <p:par>
                                <p:cTn id="225" presetID="22" presetClass="entr" presetSubtype="1" fill="hold" grpId="0" nodeType="afterEffect">
                                  <p:stCondLst>
                                    <p:cond delay="0"/>
                                  </p:stCondLst>
                                  <p:childTnLst>
                                    <p:set>
                                      <p:cBhvr>
                                        <p:cTn id="226" dur="1" fill="hold">
                                          <p:stCondLst>
                                            <p:cond delay="0"/>
                                          </p:stCondLst>
                                        </p:cTn>
                                        <p:tgtEl>
                                          <p:spTgt spid="182">
                                            <p:txEl>
                                              <p:pRg st="9" end="9"/>
                                            </p:txEl>
                                          </p:spTgt>
                                        </p:tgtEl>
                                        <p:attrNameLst>
                                          <p:attrName>style.visibility</p:attrName>
                                        </p:attrNameLst>
                                      </p:cBhvr>
                                      <p:to>
                                        <p:strVal val="visible"/>
                                      </p:to>
                                    </p:set>
                                    <p:animEffect transition="in" filter="wipe(up)">
                                      <p:cBhvr>
                                        <p:cTn id="227" dur="500"/>
                                        <p:tgtEl>
                                          <p:spTgt spid="182">
                                            <p:txEl>
                                              <p:pRg st="9" end="9"/>
                                            </p:txEl>
                                          </p:spTgt>
                                        </p:tgtEl>
                                      </p:cBhvr>
                                    </p:animEffect>
                                  </p:childTnLst>
                                </p:cTn>
                              </p:par>
                            </p:childTnLst>
                          </p:cTn>
                        </p:par>
                        <p:par>
                          <p:cTn id="228" fill="hold">
                            <p:stCondLst>
                              <p:cond delay="2500"/>
                            </p:stCondLst>
                            <p:childTnLst>
                              <p:par>
                                <p:cTn id="229" presetID="22" presetClass="entr" presetSubtype="1" fill="hold" grpId="0" nodeType="afterEffect">
                                  <p:stCondLst>
                                    <p:cond delay="0"/>
                                  </p:stCondLst>
                                  <p:childTnLst>
                                    <p:set>
                                      <p:cBhvr>
                                        <p:cTn id="230" dur="1" fill="hold">
                                          <p:stCondLst>
                                            <p:cond delay="0"/>
                                          </p:stCondLst>
                                        </p:cTn>
                                        <p:tgtEl>
                                          <p:spTgt spid="182">
                                            <p:txEl>
                                              <p:pRg st="10" end="10"/>
                                            </p:txEl>
                                          </p:spTgt>
                                        </p:tgtEl>
                                        <p:attrNameLst>
                                          <p:attrName>style.visibility</p:attrName>
                                        </p:attrNameLst>
                                      </p:cBhvr>
                                      <p:to>
                                        <p:strVal val="visible"/>
                                      </p:to>
                                    </p:set>
                                    <p:animEffect transition="in" filter="wipe(up)">
                                      <p:cBhvr>
                                        <p:cTn id="231" dur="500"/>
                                        <p:tgtEl>
                                          <p:spTgt spid="182">
                                            <p:txEl>
                                              <p:pRg st="10" end="10"/>
                                            </p:txEl>
                                          </p:spTgt>
                                        </p:tgtEl>
                                      </p:cBhvr>
                                    </p:animEffect>
                                  </p:childTnLst>
                                </p:cTn>
                              </p:par>
                            </p:childTnLst>
                          </p:cTn>
                        </p:par>
                        <p:par>
                          <p:cTn id="232" fill="hold">
                            <p:stCondLst>
                              <p:cond delay="4000"/>
                            </p:stCondLst>
                            <p:childTnLst>
                              <p:par>
                                <p:cTn id="233" presetID="22" presetClass="entr" presetSubtype="1" fill="hold" grpId="0" nodeType="afterEffect">
                                  <p:stCondLst>
                                    <p:cond delay="0"/>
                                  </p:stCondLst>
                                  <p:childTnLst>
                                    <p:set>
                                      <p:cBhvr>
                                        <p:cTn id="234" dur="1" fill="hold">
                                          <p:stCondLst>
                                            <p:cond delay="0"/>
                                          </p:stCondLst>
                                        </p:cTn>
                                        <p:tgtEl>
                                          <p:spTgt spid="182">
                                            <p:txEl>
                                              <p:pRg st="11" end="11"/>
                                            </p:txEl>
                                          </p:spTgt>
                                        </p:tgtEl>
                                        <p:attrNameLst>
                                          <p:attrName>style.visibility</p:attrName>
                                        </p:attrNameLst>
                                      </p:cBhvr>
                                      <p:to>
                                        <p:strVal val="visible"/>
                                      </p:to>
                                    </p:set>
                                    <p:animEffect transition="in" filter="wipe(up)">
                                      <p:cBhvr>
                                        <p:cTn id="235" dur="500"/>
                                        <p:tgtEl>
                                          <p:spTgt spid="182">
                                            <p:txEl>
                                              <p:pRg st="11" end="11"/>
                                            </p:txEl>
                                          </p:spTgt>
                                        </p:tgtEl>
                                      </p:cBhvr>
                                    </p:animEffect>
                                  </p:childTnLst>
                                </p:cTn>
                              </p:par>
                            </p:childTnLst>
                          </p:cTn>
                        </p:par>
                        <p:par>
                          <p:cTn id="236" fill="hold">
                            <p:stCondLst>
                              <p:cond delay="4500"/>
                            </p:stCondLst>
                            <p:childTnLst>
                              <p:par>
                                <p:cTn id="237" presetID="22" presetClass="entr" presetSubtype="8" fill="hold" nodeType="afterEffect">
                                  <p:stCondLst>
                                    <p:cond delay="0"/>
                                  </p:stCondLst>
                                  <p:childTnLst>
                                    <p:set>
                                      <p:cBhvr>
                                        <p:cTn id="238" dur="1" fill="hold">
                                          <p:stCondLst>
                                            <p:cond delay="0"/>
                                          </p:stCondLst>
                                        </p:cTn>
                                        <p:tgtEl>
                                          <p:spTgt spid="260"/>
                                        </p:tgtEl>
                                        <p:attrNameLst>
                                          <p:attrName>style.visibility</p:attrName>
                                        </p:attrNameLst>
                                      </p:cBhvr>
                                      <p:to>
                                        <p:strVal val="visible"/>
                                      </p:to>
                                    </p:set>
                                    <p:animEffect transition="in" filter="wipe(left)">
                                      <p:cBhvr>
                                        <p:cTn id="239" dur="1000"/>
                                        <p:tgtEl>
                                          <p:spTgt spid="260"/>
                                        </p:tgtEl>
                                      </p:cBhvr>
                                    </p:animEffect>
                                  </p:childTnLst>
                                </p:cTn>
                              </p:par>
                            </p:childTnLst>
                          </p:cTn>
                        </p:par>
                      </p:childTnLst>
                    </p:cTn>
                  </p:par>
                  <p:par>
                    <p:cTn id="240" fill="hold">
                      <p:stCondLst>
                        <p:cond delay="indefinite"/>
                      </p:stCondLst>
                      <p:childTnLst>
                        <p:par>
                          <p:cTn id="241" fill="hold">
                            <p:stCondLst>
                              <p:cond delay="0"/>
                            </p:stCondLst>
                            <p:childTnLst>
                              <p:par>
                                <p:cTn id="242" presetID="16" presetClass="entr" presetSubtype="21" fill="hold" grpId="0" nodeType="clickEffect">
                                  <p:stCondLst>
                                    <p:cond delay="0"/>
                                  </p:stCondLst>
                                  <p:childTnLst>
                                    <p:set>
                                      <p:cBhvr>
                                        <p:cTn id="243" dur="1" fill="hold">
                                          <p:stCondLst>
                                            <p:cond delay="0"/>
                                          </p:stCondLst>
                                        </p:cTn>
                                        <p:tgtEl>
                                          <p:spTgt spid="212"/>
                                        </p:tgtEl>
                                        <p:attrNameLst>
                                          <p:attrName>style.visibility</p:attrName>
                                        </p:attrNameLst>
                                      </p:cBhvr>
                                      <p:to>
                                        <p:strVal val="visible"/>
                                      </p:to>
                                    </p:set>
                                    <p:animEffect transition="in" filter="barn(inVertical)">
                                      <p:cBhvr>
                                        <p:cTn id="244" dur="500"/>
                                        <p:tgtEl>
                                          <p:spTgt spid="212"/>
                                        </p:tgtEl>
                                      </p:cBhvr>
                                    </p:animEffect>
                                  </p:childTnLst>
                                </p:cTn>
                              </p:par>
                            </p:childTnLst>
                          </p:cTn>
                        </p:par>
                        <p:par>
                          <p:cTn id="245" fill="hold">
                            <p:stCondLst>
                              <p:cond delay="500"/>
                            </p:stCondLst>
                            <p:childTnLst>
                              <p:par>
                                <p:cTn id="246" presetID="7" presetClass="emph" presetSubtype="2" fill="hold" nodeType="afterEffect">
                                  <p:stCondLst>
                                    <p:cond delay="0"/>
                                  </p:stCondLst>
                                  <p:childTnLst>
                                    <p:animClr clrSpc="rgb" dir="cw">
                                      <p:cBhvr>
                                        <p:cTn id="247" dur="500" fill="hold"/>
                                        <p:tgtEl>
                                          <p:spTgt spid="260"/>
                                        </p:tgtEl>
                                        <p:attrNameLst>
                                          <p:attrName>stroke.color</p:attrName>
                                        </p:attrNameLst>
                                      </p:cBhvr>
                                      <p:to>
                                        <a:srgbClr val="DBE7F9"/>
                                      </p:to>
                                    </p:animClr>
                                    <p:set>
                                      <p:cBhvr>
                                        <p:cTn id="248" dur="500" fill="hold"/>
                                        <p:tgtEl>
                                          <p:spTgt spid="260"/>
                                        </p:tgtEl>
                                        <p:attrNameLst>
                                          <p:attrName>stroke.on</p:attrName>
                                        </p:attrNameLst>
                                      </p:cBhvr>
                                      <p:to>
                                        <p:strVal val="true"/>
                                      </p:to>
                                    </p:set>
                                  </p:childTnLst>
                                </p:cTn>
                              </p:par>
                              <p:par>
                                <p:cTn id="249" presetID="22" presetClass="entr" presetSubtype="8" fill="hold" nodeType="withEffect">
                                  <p:stCondLst>
                                    <p:cond delay="0"/>
                                  </p:stCondLst>
                                  <p:childTnLst>
                                    <p:set>
                                      <p:cBhvr>
                                        <p:cTn id="250" dur="1" fill="hold">
                                          <p:stCondLst>
                                            <p:cond delay="0"/>
                                          </p:stCondLst>
                                        </p:cTn>
                                        <p:tgtEl>
                                          <p:spTgt spid="261"/>
                                        </p:tgtEl>
                                        <p:attrNameLst>
                                          <p:attrName>style.visibility</p:attrName>
                                        </p:attrNameLst>
                                      </p:cBhvr>
                                      <p:to>
                                        <p:strVal val="visible"/>
                                      </p:to>
                                    </p:set>
                                    <p:animEffect transition="in" filter="wipe(left)">
                                      <p:cBhvr>
                                        <p:cTn id="251" dur="500"/>
                                        <p:tgtEl>
                                          <p:spTgt spid="261"/>
                                        </p:tgtEl>
                                      </p:cBhvr>
                                    </p:animEffect>
                                  </p:childTnLst>
                                </p:cTn>
                              </p:par>
                            </p:childTnLst>
                          </p:cTn>
                        </p:par>
                      </p:childTnLst>
                    </p:cTn>
                  </p:par>
                  <p:par>
                    <p:cTn id="252" fill="hold">
                      <p:stCondLst>
                        <p:cond delay="indefinite"/>
                      </p:stCondLst>
                      <p:childTnLst>
                        <p:par>
                          <p:cTn id="253" fill="hold">
                            <p:stCondLst>
                              <p:cond delay="0"/>
                            </p:stCondLst>
                            <p:childTnLst>
                              <p:par>
                                <p:cTn id="254" presetID="22" presetClass="entr" presetSubtype="1" fill="hold" grpId="0" nodeType="clickEffect">
                                  <p:stCondLst>
                                    <p:cond delay="0"/>
                                  </p:stCondLst>
                                  <p:childTnLst>
                                    <p:set>
                                      <p:cBhvr>
                                        <p:cTn id="255" dur="1" fill="hold">
                                          <p:stCondLst>
                                            <p:cond delay="0"/>
                                          </p:stCondLst>
                                        </p:cTn>
                                        <p:tgtEl>
                                          <p:spTgt spid="273"/>
                                        </p:tgtEl>
                                        <p:attrNameLst>
                                          <p:attrName>style.visibility</p:attrName>
                                        </p:attrNameLst>
                                      </p:cBhvr>
                                      <p:to>
                                        <p:strVal val="visible"/>
                                      </p:to>
                                    </p:set>
                                    <p:animEffect transition="in" filter="wipe(up)">
                                      <p:cBhvr>
                                        <p:cTn id="256" dur="1000"/>
                                        <p:tgtEl>
                                          <p:spTgt spid="273"/>
                                        </p:tgtEl>
                                      </p:cBhvr>
                                    </p:animEffect>
                                  </p:childTnLst>
                                </p:cTn>
                              </p:par>
                            </p:childTnLst>
                          </p:cTn>
                        </p:par>
                        <p:par>
                          <p:cTn id="257" fill="hold">
                            <p:stCondLst>
                              <p:cond delay="1000"/>
                            </p:stCondLst>
                            <p:childTnLst>
                              <p:par>
                                <p:cTn id="258" presetID="7" presetClass="emph" presetSubtype="2" fill="hold" nodeType="afterEffect">
                                  <p:stCondLst>
                                    <p:cond delay="0"/>
                                  </p:stCondLst>
                                  <p:childTnLst>
                                    <p:animClr clrSpc="rgb" dir="cw">
                                      <p:cBhvr>
                                        <p:cTn id="259" dur="500" fill="hold"/>
                                        <p:tgtEl>
                                          <p:spTgt spid="261"/>
                                        </p:tgtEl>
                                        <p:attrNameLst>
                                          <p:attrName>stroke.color</p:attrName>
                                        </p:attrNameLst>
                                      </p:cBhvr>
                                      <p:to>
                                        <a:srgbClr val="DBE7F9"/>
                                      </p:to>
                                    </p:animClr>
                                    <p:set>
                                      <p:cBhvr>
                                        <p:cTn id="260" dur="500" fill="hold"/>
                                        <p:tgtEl>
                                          <p:spTgt spid="261"/>
                                        </p:tgtEl>
                                        <p:attrNameLst>
                                          <p:attrName>stroke.on</p:attrName>
                                        </p:attrNameLst>
                                      </p:cBhvr>
                                      <p:to>
                                        <p:strVal val="true"/>
                                      </p:to>
                                    </p:set>
                                  </p:childTnLst>
                                </p:cTn>
                              </p:par>
                              <p:par>
                                <p:cTn id="261" presetID="22" presetClass="entr" presetSubtype="8" fill="hold" nodeType="withEffect">
                                  <p:stCondLst>
                                    <p:cond delay="0"/>
                                  </p:stCondLst>
                                  <p:childTnLst>
                                    <p:set>
                                      <p:cBhvr>
                                        <p:cTn id="262" dur="1" fill="hold">
                                          <p:stCondLst>
                                            <p:cond delay="0"/>
                                          </p:stCondLst>
                                        </p:cTn>
                                        <p:tgtEl>
                                          <p:spTgt spid="263"/>
                                        </p:tgtEl>
                                        <p:attrNameLst>
                                          <p:attrName>style.visibility</p:attrName>
                                        </p:attrNameLst>
                                      </p:cBhvr>
                                      <p:to>
                                        <p:strVal val="visible"/>
                                      </p:to>
                                    </p:set>
                                    <p:animEffect transition="in" filter="wipe(left)">
                                      <p:cBhvr>
                                        <p:cTn id="263" dur="1000"/>
                                        <p:tgtEl>
                                          <p:spTgt spid="263"/>
                                        </p:tgtEl>
                                      </p:cBhvr>
                                    </p:animEffect>
                                  </p:childTnLst>
                                </p:cTn>
                              </p:par>
                            </p:childTnLst>
                          </p:cTn>
                        </p:par>
                      </p:childTnLst>
                    </p:cTn>
                  </p:par>
                  <p:par>
                    <p:cTn id="264" fill="hold">
                      <p:stCondLst>
                        <p:cond delay="indefinite"/>
                      </p:stCondLst>
                      <p:childTnLst>
                        <p:par>
                          <p:cTn id="265" fill="hold">
                            <p:stCondLst>
                              <p:cond delay="0"/>
                            </p:stCondLst>
                            <p:childTnLst>
                              <p:par>
                                <p:cTn id="266" presetID="7" presetClass="emph" presetSubtype="2" fill="hold" nodeType="clickEffect">
                                  <p:stCondLst>
                                    <p:cond delay="0"/>
                                  </p:stCondLst>
                                  <p:childTnLst>
                                    <p:animClr clrSpc="rgb" dir="cw">
                                      <p:cBhvr>
                                        <p:cTn id="267" dur="500" fill="hold"/>
                                        <p:tgtEl>
                                          <p:spTgt spid="263"/>
                                        </p:tgtEl>
                                        <p:attrNameLst>
                                          <p:attrName>stroke.color</p:attrName>
                                        </p:attrNameLst>
                                      </p:cBhvr>
                                      <p:to>
                                        <a:srgbClr val="DBE7F9"/>
                                      </p:to>
                                    </p:animClr>
                                    <p:set>
                                      <p:cBhvr>
                                        <p:cTn id="268" dur="500" fill="hold"/>
                                        <p:tgtEl>
                                          <p:spTgt spid="263"/>
                                        </p:tgtEl>
                                        <p:attrNameLst>
                                          <p:attrName>stroke.on</p:attrName>
                                        </p:attrNameLst>
                                      </p:cBhvr>
                                      <p:to>
                                        <p:strVal val="true"/>
                                      </p:to>
                                    </p:set>
                                  </p:childTnLst>
                                </p:cTn>
                              </p:par>
                              <p:par>
                                <p:cTn id="269" presetID="22" presetClass="entr" presetSubtype="1" fill="hold" nodeType="withEffect">
                                  <p:stCondLst>
                                    <p:cond delay="0"/>
                                  </p:stCondLst>
                                  <p:childTnLst>
                                    <p:set>
                                      <p:cBhvr>
                                        <p:cTn id="270" dur="1" fill="hold">
                                          <p:stCondLst>
                                            <p:cond delay="0"/>
                                          </p:stCondLst>
                                        </p:cTn>
                                        <p:tgtEl>
                                          <p:spTgt spid="264"/>
                                        </p:tgtEl>
                                        <p:attrNameLst>
                                          <p:attrName>style.visibility</p:attrName>
                                        </p:attrNameLst>
                                      </p:cBhvr>
                                      <p:to>
                                        <p:strVal val="visible"/>
                                      </p:to>
                                    </p:set>
                                    <p:animEffect transition="in" filter="wipe(up)">
                                      <p:cBhvr>
                                        <p:cTn id="271" dur="1000"/>
                                        <p:tgtEl>
                                          <p:spTgt spid="264"/>
                                        </p:tgtEl>
                                      </p:cBhvr>
                                    </p:animEffect>
                                  </p:childTnLst>
                                </p:cTn>
                              </p:par>
                            </p:childTnLst>
                          </p:cTn>
                        </p:par>
                      </p:childTnLst>
                    </p:cTn>
                  </p:par>
                  <p:par>
                    <p:cTn id="272" fill="hold">
                      <p:stCondLst>
                        <p:cond delay="indefinite"/>
                      </p:stCondLst>
                      <p:childTnLst>
                        <p:par>
                          <p:cTn id="273" fill="hold">
                            <p:stCondLst>
                              <p:cond delay="0"/>
                            </p:stCondLst>
                            <p:childTnLst>
                              <p:par>
                                <p:cTn id="274" presetID="22" presetClass="entr" presetSubtype="8" fill="hold" nodeType="clickEffect">
                                  <p:stCondLst>
                                    <p:cond delay="0"/>
                                  </p:stCondLst>
                                  <p:childTnLst>
                                    <p:set>
                                      <p:cBhvr>
                                        <p:cTn id="275" dur="1" fill="hold">
                                          <p:stCondLst>
                                            <p:cond delay="0"/>
                                          </p:stCondLst>
                                        </p:cTn>
                                        <p:tgtEl>
                                          <p:spTgt spid="274"/>
                                        </p:tgtEl>
                                        <p:attrNameLst>
                                          <p:attrName>style.visibility</p:attrName>
                                        </p:attrNameLst>
                                      </p:cBhvr>
                                      <p:to>
                                        <p:strVal val="visible"/>
                                      </p:to>
                                    </p:set>
                                    <p:animEffect transition="in" filter="wipe(left)">
                                      <p:cBhvr>
                                        <p:cTn id="276" dur="1500"/>
                                        <p:tgtEl>
                                          <p:spTgt spid="274"/>
                                        </p:tgtEl>
                                      </p:cBhvr>
                                    </p:animEffect>
                                  </p:childTnLst>
                                </p:cTn>
                              </p:par>
                              <p:par>
                                <p:cTn id="277" presetID="42" presetClass="path" presetSubtype="0" accel="50000" decel="50000" fill="hold" nodeType="withEffect">
                                  <p:stCondLst>
                                    <p:cond delay="0"/>
                                  </p:stCondLst>
                                  <p:childTnLst>
                                    <p:animMotion origin="layout" path="M 1.84279E-6 -4.72113E-6 L -0.11856 0.21292 " pathEditMode="relative" rAng="0" ptsTypes="AA">
                                      <p:cBhvr>
                                        <p:cTn id="278" dur="1250" fill="hold"/>
                                        <p:tgtEl>
                                          <p:spTgt spid="165"/>
                                        </p:tgtEl>
                                        <p:attrNameLst>
                                          <p:attrName>ppt_x</p:attrName>
                                          <p:attrName>ppt_y</p:attrName>
                                        </p:attrNameLst>
                                      </p:cBhvr>
                                      <p:rCtr x="-5934" y="10646"/>
                                    </p:animMotion>
                                  </p:childTnLst>
                                </p:cTn>
                              </p:par>
                            </p:childTnLst>
                          </p:cTn>
                        </p:par>
                        <p:par>
                          <p:cTn id="279" fill="hold">
                            <p:stCondLst>
                              <p:cond delay="1500"/>
                            </p:stCondLst>
                            <p:childTnLst>
                              <p:par>
                                <p:cTn id="280" presetID="22" presetClass="entr" presetSubtype="8" fill="hold" nodeType="afterEffect">
                                  <p:stCondLst>
                                    <p:cond delay="0"/>
                                  </p:stCondLst>
                                  <p:childTnLst>
                                    <p:set>
                                      <p:cBhvr>
                                        <p:cTn id="281" dur="1" fill="hold">
                                          <p:stCondLst>
                                            <p:cond delay="0"/>
                                          </p:stCondLst>
                                        </p:cTn>
                                        <p:tgtEl>
                                          <p:spTgt spid="277"/>
                                        </p:tgtEl>
                                        <p:attrNameLst>
                                          <p:attrName>style.visibility</p:attrName>
                                        </p:attrNameLst>
                                      </p:cBhvr>
                                      <p:to>
                                        <p:strVal val="visible"/>
                                      </p:to>
                                    </p:set>
                                    <p:animEffect transition="in" filter="wipe(left)">
                                      <p:cBhvr>
                                        <p:cTn id="282" dur="1500"/>
                                        <p:tgtEl>
                                          <p:spTgt spid="277"/>
                                        </p:tgtEl>
                                      </p:cBhvr>
                                    </p:animEffect>
                                  </p:childTnLst>
                                </p:cTn>
                              </p:par>
                              <p:par>
                                <p:cTn id="283" presetID="22" presetClass="entr" presetSubtype="8" fill="hold" nodeType="withEffect">
                                  <p:stCondLst>
                                    <p:cond delay="0"/>
                                  </p:stCondLst>
                                  <p:childTnLst>
                                    <p:set>
                                      <p:cBhvr>
                                        <p:cTn id="284" dur="1" fill="hold">
                                          <p:stCondLst>
                                            <p:cond delay="0"/>
                                          </p:stCondLst>
                                        </p:cTn>
                                        <p:tgtEl>
                                          <p:spTgt spid="280"/>
                                        </p:tgtEl>
                                        <p:attrNameLst>
                                          <p:attrName>style.visibility</p:attrName>
                                        </p:attrNameLst>
                                      </p:cBhvr>
                                      <p:to>
                                        <p:strVal val="visible"/>
                                      </p:to>
                                    </p:set>
                                    <p:animEffect transition="in" filter="wipe(left)">
                                      <p:cBhvr>
                                        <p:cTn id="285" dur="1500"/>
                                        <p:tgtEl>
                                          <p:spTgt spid="280"/>
                                        </p:tgtEl>
                                      </p:cBhvr>
                                    </p:animEffect>
                                  </p:childTnLst>
                                </p:cTn>
                              </p:par>
                            </p:childTnLst>
                          </p:cTn>
                        </p:par>
                        <p:par>
                          <p:cTn id="286" fill="hold">
                            <p:stCondLst>
                              <p:cond delay="3000"/>
                            </p:stCondLst>
                            <p:childTnLst>
                              <p:par>
                                <p:cTn id="287" presetID="22" presetClass="entr" presetSubtype="1" fill="hold" grpId="0" nodeType="afterEffect">
                                  <p:stCondLst>
                                    <p:cond delay="0"/>
                                  </p:stCondLst>
                                  <p:childTnLst>
                                    <p:set>
                                      <p:cBhvr>
                                        <p:cTn id="288" dur="1" fill="hold">
                                          <p:stCondLst>
                                            <p:cond delay="0"/>
                                          </p:stCondLst>
                                        </p:cTn>
                                        <p:tgtEl>
                                          <p:spTgt spid="284"/>
                                        </p:tgtEl>
                                        <p:attrNameLst>
                                          <p:attrName>style.visibility</p:attrName>
                                        </p:attrNameLst>
                                      </p:cBhvr>
                                      <p:to>
                                        <p:strVal val="visible"/>
                                      </p:to>
                                    </p:set>
                                    <p:animEffect transition="in" filter="wipe(up)">
                                      <p:cBhvr>
                                        <p:cTn id="289" dur="500"/>
                                        <p:tgtEl>
                                          <p:spTgt spid="284"/>
                                        </p:tgtEl>
                                      </p:cBhvr>
                                    </p:animEffect>
                                  </p:childTnLst>
                                </p:cTn>
                              </p:par>
                              <p:par>
                                <p:cTn id="290" presetID="22" presetClass="entr" presetSubtype="1" fill="hold" grpId="0" nodeType="withEffect">
                                  <p:stCondLst>
                                    <p:cond delay="0"/>
                                  </p:stCondLst>
                                  <p:childTnLst>
                                    <p:set>
                                      <p:cBhvr>
                                        <p:cTn id="291" dur="1" fill="hold">
                                          <p:stCondLst>
                                            <p:cond delay="0"/>
                                          </p:stCondLst>
                                        </p:cTn>
                                        <p:tgtEl>
                                          <p:spTgt spid="285"/>
                                        </p:tgtEl>
                                        <p:attrNameLst>
                                          <p:attrName>style.visibility</p:attrName>
                                        </p:attrNameLst>
                                      </p:cBhvr>
                                      <p:to>
                                        <p:strVal val="visible"/>
                                      </p:to>
                                    </p:set>
                                    <p:animEffect transition="in" filter="wipe(up)">
                                      <p:cBhvr>
                                        <p:cTn id="292" dur="500"/>
                                        <p:tgtEl>
                                          <p:spTgt spid="285"/>
                                        </p:tgtEl>
                                      </p:cBhvr>
                                    </p:animEffect>
                                  </p:childTnLst>
                                </p:cTn>
                              </p:par>
                            </p:childTnLst>
                          </p:cTn>
                        </p:par>
                        <p:par>
                          <p:cTn id="293" fill="hold">
                            <p:stCondLst>
                              <p:cond delay="3500"/>
                            </p:stCondLst>
                            <p:childTnLst>
                              <p:par>
                                <p:cTn id="294" presetID="7" presetClass="emph" presetSubtype="2" fill="hold" nodeType="afterEffect">
                                  <p:stCondLst>
                                    <p:cond delay="0"/>
                                  </p:stCondLst>
                                  <p:childTnLst>
                                    <p:animClr clrSpc="rgb" dir="cw">
                                      <p:cBhvr>
                                        <p:cTn id="295" dur="500" fill="hold"/>
                                        <p:tgtEl>
                                          <p:spTgt spid="264"/>
                                        </p:tgtEl>
                                        <p:attrNameLst>
                                          <p:attrName>stroke.color</p:attrName>
                                        </p:attrNameLst>
                                      </p:cBhvr>
                                      <p:to>
                                        <a:srgbClr val="DBE7F9"/>
                                      </p:to>
                                    </p:animClr>
                                    <p:set>
                                      <p:cBhvr>
                                        <p:cTn id="296" dur="500" fill="hold"/>
                                        <p:tgtEl>
                                          <p:spTgt spid="264"/>
                                        </p:tgtEl>
                                        <p:attrNameLst>
                                          <p:attrName>stroke.on</p:attrName>
                                        </p:attrNameLst>
                                      </p:cBhvr>
                                      <p:to>
                                        <p:strVal val="true"/>
                                      </p:to>
                                    </p:set>
                                  </p:childTnLst>
                                </p:cTn>
                              </p:par>
                              <p:par>
                                <p:cTn id="297" presetID="22" presetClass="entr" presetSubtype="8" fill="hold" nodeType="withEffect">
                                  <p:stCondLst>
                                    <p:cond delay="0"/>
                                  </p:stCondLst>
                                  <p:childTnLst>
                                    <p:set>
                                      <p:cBhvr>
                                        <p:cTn id="298" dur="1" fill="hold">
                                          <p:stCondLst>
                                            <p:cond delay="0"/>
                                          </p:stCondLst>
                                        </p:cTn>
                                        <p:tgtEl>
                                          <p:spTgt spid="267"/>
                                        </p:tgtEl>
                                        <p:attrNameLst>
                                          <p:attrName>style.visibility</p:attrName>
                                        </p:attrNameLst>
                                      </p:cBhvr>
                                      <p:to>
                                        <p:strVal val="visible"/>
                                      </p:to>
                                    </p:set>
                                    <p:animEffect transition="in" filter="wipe(left)">
                                      <p:cBhvr>
                                        <p:cTn id="299" dur="500"/>
                                        <p:tgtEl>
                                          <p:spTgt spid="267"/>
                                        </p:tgtEl>
                                      </p:cBhvr>
                                    </p:animEffect>
                                  </p:childTnLst>
                                </p:cTn>
                              </p:par>
                            </p:childTnLst>
                          </p:cTn>
                        </p:par>
                      </p:childTnLst>
                    </p:cTn>
                  </p:par>
                  <p:par>
                    <p:cTn id="300" fill="hold">
                      <p:stCondLst>
                        <p:cond delay="indefinite"/>
                      </p:stCondLst>
                      <p:childTnLst>
                        <p:par>
                          <p:cTn id="301" fill="hold">
                            <p:stCondLst>
                              <p:cond delay="0"/>
                            </p:stCondLst>
                            <p:childTnLst>
                              <p:par>
                                <p:cTn id="302" presetID="22" presetClass="entr" presetSubtype="1" fill="hold" grpId="0" nodeType="clickEffect">
                                  <p:stCondLst>
                                    <p:cond delay="0"/>
                                  </p:stCondLst>
                                  <p:childTnLst>
                                    <p:set>
                                      <p:cBhvr>
                                        <p:cTn id="303" dur="1" fill="hold">
                                          <p:stCondLst>
                                            <p:cond delay="0"/>
                                          </p:stCondLst>
                                        </p:cTn>
                                        <p:tgtEl>
                                          <p:spTgt spid="287"/>
                                        </p:tgtEl>
                                        <p:attrNameLst>
                                          <p:attrName>style.visibility</p:attrName>
                                        </p:attrNameLst>
                                      </p:cBhvr>
                                      <p:to>
                                        <p:strVal val="visible"/>
                                      </p:to>
                                    </p:set>
                                    <p:animEffect transition="in" filter="wipe(up)">
                                      <p:cBhvr>
                                        <p:cTn id="304" dur="500"/>
                                        <p:tgtEl>
                                          <p:spTgt spid="287"/>
                                        </p:tgtEl>
                                      </p:cBhvr>
                                    </p:animEffect>
                                  </p:childTnLst>
                                </p:cTn>
                              </p:par>
                            </p:childTnLst>
                          </p:cTn>
                        </p:par>
                        <p:par>
                          <p:cTn id="305" fill="hold">
                            <p:stCondLst>
                              <p:cond delay="500"/>
                            </p:stCondLst>
                            <p:childTnLst>
                              <p:par>
                                <p:cTn id="306" presetID="10" presetClass="exit" presetSubtype="0" fill="hold" grpId="1" nodeType="afterEffect">
                                  <p:stCondLst>
                                    <p:cond delay="0"/>
                                  </p:stCondLst>
                                  <p:childTnLst>
                                    <p:animEffect transition="out" filter="fade">
                                      <p:cBhvr>
                                        <p:cTn id="307" dur="500"/>
                                        <p:tgtEl>
                                          <p:spTgt spid="249"/>
                                        </p:tgtEl>
                                      </p:cBhvr>
                                    </p:animEffect>
                                    <p:set>
                                      <p:cBhvr>
                                        <p:cTn id="308" dur="1" fill="hold">
                                          <p:stCondLst>
                                            <p:cond delay="499"/>
                                          </p:stCondLst>
                                        </p:cTn>
                                        <p:tgtEl>
                                          <p:spTgt spid="249"/>
                                        </p:tgtEl>
                                        <p:attrNameLst>
                                          <p:attrName>style.visibility</p:attrName>
                                        </p:attrNameLst>
                                      </p:cBhvr>
                                      <p:to>
                                        <p:strVal val="hidden"/>
                                      </p:to>
                                    </p:set>
                                  </p:childTnLst>
                                </p:cTn>
                              </p:par>
                              <p:par>
                                <p:cTn id="309" presetID="22" presetClass="entr" presetSubtype="1" fill="hold" nodeType="withEffect">
                                  <p:stCondLst>
                                    <p:cond delay="0"/>
                                  </p:stCondLst>
                                  <p:childTnLst>
                                    <p:set>
                                      <p:cBhvr>
                                        <p:cTn id="310" dur="1" fill="hold">
                                          <p:stCondLst>
                                            <p:cond delay="0"/>
                                          </p:stCondLst>
                                        </p:cTn>
                                        <p:tgtEl>
                                          <p:spTgt spid="286"/>
                                        </p:tgtEl>
                                        <p:attrNameLst>
                                          <p:attrName>style.visibility</p:attrName>
                                        </p:attrNameLst>
                                      </p:cBhvr>
                                      <p:to>
                                        <p:strVal val="visible"/>
                                      </p:to>
                                    </p:set>
                                    <p:animEffect transition="in" filter="wipe(up)">
                                      <p:cBhvr>
                                        <p:cTn id="311" dur="1000"/>
                                        <p:tgtEl>
                                          <p:spTgt spid="286"/>
                                        </p:tgtEl>
                                      </p:cBhvr>
                                    </p:animEffect>
                                  </p:childTnLst>
                                </p:cTn>
                              </p:par>
                            </p:childTnLst>
                          </p:cTn>
                        </p:par>
                        <p:par>
                          <p:cTn id="312" fill="hold">
                            <p:stCondLst>
                              <p:cond delay="1500"/>
                            </p:stCondLst>
                            <p:childTnLst>
                              <p:par>
                                <p:cTn id="313" presetID="7" presetClass="emph" presetSubtype="2" fill="hold" nodeType="afterEffect">
                                  <p:stCondLst>
                                    <p:cond delay="0"/>
                                  </p:stCondLst>
                                  <p:childTnLst>
                                    <p:animClr clrSpc="rgb" dir="cw">
                                      <p:cBhvr>
                                        <p:cTn id="314" dur="500" fill="hold"/>
                                        <p:tgtEl>
                                          <p:spTgt spid="267"/>
                                        </p:tgtEl>
                                        <p:attrNameLst>
                                          <p:attrName>stroke.color</p:attrName>
                                        </p:attrNameLst>
                                      </p:cBhvr>
                                      <p:to>
                                        <a:srgbClr val="DBE7F9"/>
                                      </p:to>
                                    </p:animClr>
                                    <p:set>
                                      <p:cBhvr>
                                        <p:cTn id="315" dur="500" fill="hold"/>
                                        <p:tgtEl>
                                          <p:spTgt spid="267"/>
                                        </p:tgtEl>
                                        <p:attrNameLst>
                                          <p:attrName>stroke.on</p:attrName>
                                        </p:attrNameLst>
                                      </p:cBhvr>
                                      <p:to>
                                        <p:strVal val="true"/>
                                      </p:to>
                                    </p:set>
                                  </p:childTnLst>
                                </p:cTn>
                              </p:par>
                              <p:par>
                                <p:cTn id="316" presetID="22" presetClass="entr" presetSubtype="8" fill="hold" nodeType="withEffect">
                                  <p:stCondLst>
                                    <p:cond delay="0"/>
                                  </p:stCondLst>
                                  <p:childTnLst>
                                    <p:set>
                                      <p:cBhvr>
                                        <p:cTn id="317" dur="1" fill="hold">
                                          <p:stCondLst>
                                            <p:cond delay="0"/>
                                          </p:stCondLst>
                                        </p:cTn>
                                        <p:tgtEl>
                                          <p:spTgt spid="271"/>
                                        </p:tgtEl>
                                        <p:attrNameLst>
                                          <p:attrName>style.visibility</p:attrName>
                                        </p:attrNameLst>
                                      </p:cBhvr>
                                      <p:to>
                                        <p:strVal val="visible"/>
                                      </p:to>
                                    </p:set>
                                    <p:animEffect transition="in" filter="wipe(left)">
                                      <p:cBhvr>
                                        <p:cTn id="318" dur="500"/>
                                        <p:tgtEl>
                                          <p:spTgt spid="271"/>
                                        </p:tgtEl>
                                      </p:cBhvr>
                                    </p:animEffect>
                                  </p:childTnLst>
                                </p:cTn>
                              </p:par>
                            </p:childTnLst>
                          </p:cTn>
                        </p:par>
                      </p:childTnLst>
                    </p:cTn>
                  </p:par>
                  <p:par>
                    <p:cTn id="319" fill="hold">
                      <p:stCondLst>
                        <p:cond delay="indefinite"/>
                      </p:stCondLst>
                      <p:childTnLst>
                        <p:par>
                          <p:cTn id="320" fill="hold">
                            <p:stCondLst>
                              <p:cond delay="0"/>
                            </p:stCondLst>
                            <p:childTnLst>
                              <p:par>
                                <p:cTn id="321" presetID="32" presetClass="emph" presetSubtype="0" fill="hold" nodeType="clickEffect">
                                  <p:stCondLst>
                                    <p:cond delay="0"/>
                                  </p:stCondLst>
                                  <p:childTnLst>
                                    <p:animRot by="120000">
                                      <p:cBhvr>
                                        <p:cTn id="322" dur="100" fill="hold">
                                          <p:stCondLst>
                                            <p:cond delay="0"/>
                                          </p:stCondLst>
                                        </p:cTn>
                                        <p:tgtEl>
                                          <p:spTgt spid="271"/>
                                        </p:tgtEl>
                                        <p:attrNameLst>
                                          <p:attrName>r</p:attrName>
                                        </p:attrNameLst>
                                      </p:cBhvr>
                                    </p:animRot>
                                    <p:animRot by="-240000">
                                      <p:cBhvr>
                                        <p:cTn id="323" dur="200" fill="hold">
                                          <p:stCondLst>
                                            <p:cond delay="200"/>
                                          </p:stCondLst>
                                        </p:cTn>
                                        <p:tgtEl>
                                          <p:spTgt spid="271"/>
                                        </p:tgtEl>
                                        <p:attrNameLst>
                                          <p:attrName>r</p:attrName>
                                        </p:attrNameLst>
                                      </p:cBhvr>
                                    </p:animRot>
                                    <p:animRot by="240000">
                                      <p:cBhvr>
                                        <p:cTn id="324" dur="200" fill="hold">
                                          <p:stCondLst>
                                            <p:cond delay="400"/>
                                          </p:stCondLst>
                                        </p:cTn>
                                        <p:tgtEl>
                                          <p:spTgt spid="271"/>
                                        </p:tgtEl>
                                        <p:attrNameLst>
                                          <p:attrName>r</p:attrName>
                                        </p:attrNameLst>
                                      </p:cBhvr>
                                    </p:animRot>
                                    <p:animRot by="-240000">
                                      <p:cBhvr>
                                        <p:cTn id="325" dur="200" fill="hold">
                                          <p:stCondLst>
                                            <p:cond delay="600"/>
                                          </p:stCondLst>
                                        </p:cTn>
                                        <p:tgtEl>
                                          <p:spTgt spid="271"/>
                                        </p:tgtEl>
                                        <p:attrNameLst>
                                          <p:attrName>r</p:attrName>
                                        </p:attrNameLst>
                                      </p:cBhvr>
                                    </p:animRot>
                                    <p:animRot by="120000">
                                      <p:cBhvr>
                                        <p:cTn id="326" dur="200" fill="hold">
                                          <p:stCondLst>
                                            <p:cond delay="800"/>
                                          </p:stCondLst>
                                        </p:cTn>
                                        <p:tgtEl>
                                          <p:spTgt spid="271"/>
                                        </p:tgtEl>
                                        <p:attrNameLst>
                                          <p:attrName>r</p:attrName>
                                        </p:attrNameLst>
                                      </p:cBhvr>
                                    </p:animRot>
                                  </p:childTnLst>
                                </p:cTn>
                              </p:par>
                              <p:par>
                                <p:cTn id="327" presetID="7" presetClass="emph" presetSubtype="2" fill="hold" nodeType="withEffect">
                                  <p:stCondLst>
                                    <p:cond delay="0"/>
                                  </p:stCondLst>
                                  <p:childTnLst>
                                    <p:animClr clrSpc="rgb" dir="cw">
                                      <p:cBhvr>
                                        <p:cTn id="328" dur="500" fill="hold"/>
                                        <p:tgtEl>
                                          <p:spTgt spid="260"/>
                                        </p:tgtEl>
                                        <p:attrNameLst>
                                          <p:attrName>stroke.color</p:attrName>
                                        </p:attrNameLst>
                                      </p:cBhvr>
                                      <p:to>
                                        <a:srgbClr val="008E40"/>
                                      </p:to>
                                    </p:animClr>
                                    <p:set>
                                      <p:cBhvr>
                                        <p:cTn id="329" dur="500" fill="hold"/>
                                        <p:tgtEl>
                                          <p:spTgt spid="260"/>
                                        </p:tgtEl>
                                        <p:attrNameLst>
                                          <p:attrName>stroke.on</p:attrName>
                                        </p:attrNameLst>
                                      </p:cBhvr>
                                      <p:to>
                                        <p:strVal val="true"/>
                                      </p:to>
                                    </p:set>
                                  </p:childTnLst>
                                </p:cTn>
                              </p:par>
                            </p:childTnLst>
                          </p:cTn>
                        </p:par>
                      </p:childTnLst>
                    </p:cTn>
                  </p:par>
                  <p:par>
                    <p:cTn id="330" fill="hold">
                      <p:stCondLst>
                        <p:cond delay="indefinite"/>
                      </p:stCondLst>
                      <p:childTnLst>
                        <p:par>
                          <p:cTn id="331" fill="hold">
                            <p:stCondLst>
                              <p:cond delay="0"/>
                            </p:stCondLst>
                            <p:childTnLst>
                              <p:par>
                                <p:cTn id="332" presetID="32" presetClass="emph" presetSubtype="0" fill="hold" nodeType="clickEffect">
                                  <p:stCondLst>
                                    <p:cond delay="0"/>
                                  </p:stCondLst>
                                  <p:childTnLst>
                                    <p:animRot by="120000">
                                      <p:cBhvr>
                                        <p:cTn id="333" dur="100" fill="hold">
                                          <p:stCondLst>
                                            <p:cond delay="0"/>
                                          </p:stCondLst>
                                        </p:cTn>
                                        <p:tgtEl>
                                          <p:spTgt spid="260"/>
                                        </p:tgtEl>
                                        <p:attrNameLst>
                                          <p:attrName>r</p:attrName>
                                        </p:attrNameLst>
                                      </p:cBhvr>
                                    </p:animRot>
                                    <p:animRot by="-240000">
                                      <p:cBhvr>
                                        <p:cTn id="334" dur="200" fill="hold">
                                          <p:stCondLst>
                                            <p:cond delay="200"/>
                                          </p:stCondLst>
                                        </p:cTn>
                                        <p:tgtEl>
                                          <p:spTgt spid="260"/>
                                        </p:tgtEl>
                                        <p:attrNameLst>
                                          <p:attrName>r</p:attrName>
                                        </p:attrNameLst>
                                      </p:cBhvr>
                                    </p:animRot>
                                    <p:animRot by="240000">
                                      <p:cBhvr>
                                        <p:cTn id="335" dur="200" fill="hold">
                                          <p:stCondLst>
                                            <p:cond delay="400"/>
                                          </p:stCondLst>
                                        </p:cTn>
                                        <p:tgtEl>
                                          <p:spTgt spid="260"/>
                                        </p:tgtEl>
                                        <p:attrNameLst>
                                          <p:attrName>r</p:attrName>
                                        </p:attrNameLst>
                                      </p:cBhvr>
                                    </p:animRot>
                                    <p:animRot by="-240000">
                                      <p:cBhvr>
                                        <p:cTn id="336" dur="200" fill="hold">
                                          <p:stCondLst>
                                            <p:cond delay="600"/>
                                          </p:stCondLst>
                                        </p:cTn>
                                        <p:tgtEl>
                                          <p:spTgt spid="260"/>
                                        </p:tgtEl>
                                        <p:attrNameLst>
                                          <p:attrName>r</p:attrName>
                                        </p:attrNameLst>
                                      </p:cBhvr>
                                    </p:animRot>
                                    <p:animRot by="120000">
                                      <p:cBhvr>
                                        <p:cTn id="337" dur="200" fill="hold">
                                          <p:stCondLst>
                                            <p:cond delay="800"/>
                                          </p:stCondLst>
                                        </p:cTn>
                                        <p:tgtEl>
                                          <p:spTgt spid="260"/>
                                        </p:tgtEl>
                                        <p:attrNameLst>
                                          <p:attrName>r</p:attrName>
                                        </p:attrNameLst>
                                      </p:cBhvr>
                                    </p:animRot>
                                  </p:childTnLst>
                                </p:cTn>
                              </p:par>
                            </p:childTnLst>
                          </p:cTn>
                        </p:par>
                        <p:par>
                          <p:cTn id="338" fill="hold">
                            <p:stCondLst>
                              <p:cond delay="1000"/>
                            </p:stCondLst>
                            <p:childTnLst>
                              <p:par>
                                <p:cTn id="339" presetID="16" presetClass="entr" presetSubtype="21" fill="hold" grpId="0" nodeType="afterEffect">
                                  <p:stCondLst>
                                    <p:cond delay="0"/>
                                  </p:stCondLst>
                                  <p:childTnLst>
                                    <p:set>
                                      <p:cBhvr>
                                        <p:cTn id="340" dur="1" fill="hold">
                                          <p:stCondLst>
                                            <p:cond delay="0"/>
                                          </p:stCondLst>
                                        </p:cTn>
                                        <p:tgtEl>
                                          <p:spTgt spid="213"/>
                                        </p:tgtEl>
                                        <p:attrNameLst>
                                          <p:attrName>style.visibility</p:attrName>
                                        </p:attrNameLst>
                                      </p:cBhvr>
                                      <p:to>
                                        <p:strVal val="visible"/>
                                      </p:to>
                                    </p:set>
                                    <p:animEffect transition="in" filter="barn(inVertical)">
                                      <p:cBhvr>
                                        <p:cTn id="341" dur="500"/>
                                        <p:tgtEl>
                                          <p:spTgt spid="213"/>
                                        </p:tgtEl>
                                      </p:cBhvr>
                                    </p:animEffect>
                                  </p:childTnLst>
                                </p:cTn>
                              </p:par>
                            </p:childTnLst>
                          </p:cTn>
                        </p:par>
                        <p:par>
                          <p:cTn id="342" fill="hold">
                            <p:stCondLst>
                              <p:cond delay="1500"/>
                            </p:stCondLst>
                            <p:childTnLst>
                              <p:par>
                                <p:cTn id="343" presetID="7" presetClass="emph" presetSubtype="2" fill="hold" nodeType="afterEffect">
                                  <p:stCondLst>
                                    <p:cond delay="0"/>
                                  </p:stCondLst>
                                  <p:childTnLst>
                                    <p:animClr clrSpc="rgb" dir="cw">
                                      <p:cBhvr>
                                        <p:cTn id="344" dur="500" fill="hold"/>
                                        <p:tgtEl>
                                          <p:spTgt spid="260"/>
                                        </p:tgtEl>
                                        <p:attrNameLst>
                                          <p:attrName>stroke.color</p:attrName>
                                        </p:attrNameLst>
                                      </p:cBhvr>
                                      <p:to>
                                        <a:srgbClr val="DBE7F9"/>
                                      </p:to>
                                    </p:animClr>
                                    <p:set>
                                      <p:cBhvr>
                                        <p:cTn id="345" dur="500" fill="hold"/>
                                        <p:tgtEl>
                                          <p:spTgt spid="260"/>
                                        </p:tgtEl>
                                        <p:attrNameLst>
                                          <p:attrName>stroke.on</p:attrName>
                                        </p:attrNameLst>
                                      </p:cBhvr>
                                      <p:to>
                                        <p:strVal val="true"/>
                                      </p:to>
                                    </p:set>
                                  </p:childTnLst>
                                </p:cTn>
                              </p:par>
                              <p:par>
                                <p:cTn id="346" presetID="7" presetClass="emph" presetSubtype="2" fill="hold" nodeType="withEffect">
                                  <p:stCondLst>
                                    <p:cond delay="0"/>
                                  </p:stCondLst>
                                  <p:childTnLst>
                                    <p:animClr clrSpc="rgb" dir="cw">
                                      <p:cBhvr>
                                        <p:cTn id="347" dur="500" fill="hold"/>
                                        <p:tgtEl>
                                          <p:spTgt spid="261"/>
                                        </p:tgtEl>
                                        <p:attrNameLst>
                                          <p:attrName>stroke.color</p:attrName>
                                        </p:attrNameLst>
                                      </p:cBhvr>
                                      <p:to>
                                        <a:srgbClr val="008E40"/>
                                      </p:to>
                                    </p:animClr>
                                    <p:set>
                                      <p:cBhvr>
                                        <p:cTn id="348" dur="500" fill="hold"/>
                                        <p:tgtEl>
                                          <p:spTgt spid="261"/>
                                        </p:tgtEl>
                                        <p:attrNameLst>
                                          <p:attrName>stroke.on</p:attrName>
                                        </p:attrNameLst>
                                      </p:cBhvr>
                                      <p:to>
                                        <p:strVal val="true"/>
                                      </p:to>
                                    </p:set>
                                  </p:childTnLst>
                                </p:cTn>
                              </p:par>
                            </p:childTnLst>
                          </p:cTn>
                        </p:par>
                      </p:childTnLst>
                    </p:cTn>
                  </p:par>
                  <p:par>
                    <p:cTn id="349" fill="hold">
                      <p:stCondLst>
                        <p:cond delay="indefinite"/>
                      </p:stCondLst>
                      <p:childTnLst>
                        <p:par>
                          <p:cTn id="350" fill="hold">
                            <p:stCondLst>
                              <p:cond delay="0"/>
                            </p:stCondLst>
                            <p:childTnLst>
                              <p:par>
                                <p:cTn id="351" presetID="32" presetClass="emph" presetSubtype="0" fill="hold" nodeType="clickEffect">
                                  <p:stCondLst>
                                    <p:cond delay="0"/>
                                  </p:stCondLst>
                                  <p:childTnLst>
                                    <p:animRot by="120000">
                                      <p:cBhvr>
                                        <p:cTn id="352" dur="100" fill="hold">
                                          <p:stCondLst>
                                            <p:cond delay="0"/>
                                          </p:stCondLst>
                                        </p:cTn>
                                        <p:tgtEl>
                                          <p:spTgt spid="261"/>
                                        </p:tgtEl>
                                        <p:attrNameLst>
                                          <p:attrName>r</p:attrName>
                                        </p:attrNameLst>
                                      </p:cBhvr>
                                    </p:animRot>
                                    <p:animRot by="-240000">
                                      <p:cBhvr>
                                        <p:cTn id="353" dur="200" fill="hold">
                                          <p:stCondLst>
                                            <p:cond delay="200"/>
                                          </p:stCondLst>
                                        </p:cTn>
                                        <p:tgtEl>
                                          <p:spTgt spid="261"/>
                                        </p:tgtEl>
                                        <p:attrNameLst>
                                          <p:attrName>r</p:attrName>
                                        </p:attrNameLst>
                                      </p:cBhvr>
                                    </p:animRot>
                                    <p:animRot by="240000">
                                      <p:cBhvr>
                                        <p:cTn id="354" dur="200" fill="hold">
                                          <p:stCondLst>
                                            <p:cond delay="400"/>
                                          </p:stCondLst>
                                        </p:cTn>
                                        <p:tgtEl>
                                          <p:spTgt spid="261"/>
                                        </p:tgtEl>
                                        <p:attrNameLst>
                                          <p:attrName>r</p:attrName>
                                        </p:attrNameLst>
                                      </p:cBhvr>
                                    </p:animRot>
                                    <p:animRot by="-240000">
                                      <p:cBhvr>
                                        <p:cTn id="355" dur="200" fill="hold">
                                          <p:stCondLst>
                                            <p:cond delay="600"/>
                                          </p:stCondLst>
                                        </p:cTn>
                                        <p:tgtEl>
                                          <p:spTgt spid="261"/>
                                        </p:tgtEl>
                                        <p:attrNameLst>
                                          <p:attrName>r</p:attrName>
                                        </p:attrNameLst>
                                      </p:cBhvr>
                                    </p:animRot>
                                    <p:animRot by="120000">
                                      <p:cBhvr>
                                        <p:cTn id="356" dur="200" fill="hold">
                                          <p:stCondLst>
                                            <p:cond delay="800"/>
                                          </p:stCondLst>
                                        </p:cTn>
                                        <p:tgtEl>
                                          <p:spTgt spid="261"/>
                                        </p:tgtEl>
                                        <p:attrNameLst>
                                          <p:attrName>r</p:attrName>
                                        </p:attrNameLst>
                                      </p:cBhvr>
                                    </p:animRot>
                                  </p:childTnLst>
                                </p:cTn>
                              </p:par>
                            </p:childTnLst>
                          </p:cTn>
                        </p:par>
                        <p:par>
                          <p:cTn id="357" fill="hold">
                            <p:stCondLst>
                              <p:cond delay="1000"/>
                            </p:stCondLst>
                            <p:childTnLst>
                              <p:par>
                                <p:cTn id="358" presetID="22" presetClass="entr" presetSubtype="1" fill="hold" grpId="0" nodeType="afterEffect">
                                  <p:stCondLst>
                                    <p:cond delay="0"/>
                                  </p:stCondLst>
                                  <p:childTnLst>
                                    <p:set>
                                      <p:cBhvr>
                                        <p:cTn id="359" dur="1" fill="hold">
                                          <p:stCondLst>
                                            <p:cond delay="0"/>
                                          </p:stCondLst>
                                        </p:cTn>
                                        <p:tgtEl>
                                          <p:spTgt spid="295"/>
                                        </p:tgtEl>
                                        <p:attrNameLst>
                                          <p:attrName>style.visibility</p:attrName>
                                        </p:attrNameLst>
                                      </p:cBhvr>
                                      <p:to>
                                        <p:strVal val="visible"/>
                                      </p:to>
                                    </p:set>
                                    <p:animEffect transition="in" filter="wipe(up)">
                                      <p:cBhvr>
                                        <p:cTn id="360" dur="1000"/>
                                        <p:tgtEl>
                                          <p:spTgt spid="295"/>
                                        </p:tgtEl>
                                      </p:cBhvr>
                                    </p:animEffect>
                                  </p:childTnLst>
                                </p:cTn>
                              </p:par>
                            </p:childTnLst>
                          </p:cTn>
                        </p:par>
                        <p:par>
                          <p:cTn id="361" fill="hold">
                            <p:stCondLst>
                              <p:cond delay="2000"/>
                            </p:stCondLst>
                            <p:childTnLst>
                              <p:par>
                                <p:cTn id="362" presetID="7" presetClass="emph" presetSubtype="2" fill="hold" nodeType="afterEffect">
                                  <p:stCondLst>
                                    <p:cond delay="0"/>
                                  </p:stCondLst>
                                  <p:childTnLst>
                                    <p:animClr clrSpc="rgb" dir="cw">
                                      <p:cBhvr>
                                        <p:cTn id="363" dur="500" fill="hold"/>
                                        <p:tgtEl>
                                          <p:spTgt spid="261"/>
                                        </p:tgtEl>
                                        <p:attrNameLst>
                                          <p:attrName>stroke.color</p:attrName>
                                        </p:attrNameLst>
                                      </p:cBhvr>
                                      <p:to>
                                        <a:srgbClr val="DBE7F9"/>
                                      </p:to>
                                    </p:animClr>
                                    <p:set>
                                      <p:cBhvr>
                                        <p:cTn id="364" dur="500" fill="hold"/>
                                        <p:tgtEl>
                                          <p:spTgt spid="261"/>
                                        </p:tgtEl>
                                        <p:attrNameLst>
                                          <p:attrName>stroke.on</p:attrName>
                                        </p:attrNameLst>
                                      </p:cBhvr>
                                      <p:to>
                                        <p:strVal val="true"/>
                                      </p:to>
                                    </p:set>
                                  </p:childTnLst>
                                </p:cTn>
                              </p:par>
                              <p:par>
                                <p:cTn id="365" presetID="7" presetClass="emph" presetSubtype="2" fill="hold" nodeType="withEffect">
                                  <p:stCondLst>
                                    <p:cond delay="0"/>
                                  </p:stCondLst>
                                  <p:childTnLst>
                                    <p:animClr clrSpc="rgb" dir="cw">
                                      <p:cBhvr>
                                        <p:cTn id="366" dur="500" fill="hold"/>
                                        <p:tgtEl>
                                          <p:spTgt spid="263"/>
                                        </p:tgtEl>
                                        <p:attrNameLst>
                                          <p:attrName>stroke.color</p:attrName>
                                        </p:attrNameLst>
                                      </p:cBhvr>
                                      <p:to>
                                        <a:srgbClr val="008E40"/>
                                      </p:to>
                                    </p:animClr>
                                    <p:set>
                                      <p:cBhvr>
                                        <p:cTn id="367" dur="500" fill="hold"/>
                                        <p:tgtEl>
                                          <p:spTgt spid="263"/>
                                        </p:tgtEl>
                                        <p:attrNameLst>
                                          <p:attrName>stroke.on</p:attrName>
                                        </p:attrNameLst>
                                      </p:cBhvr>
                                      <p:to>
                                        <p:strVal val="true"/>
                                      </p:to>
                                    </p:set>
                                  </p:childTnLst>
                                </p:cTn>
                              </p:par>
                            </p:childTnLst>
                          </p:cTn>
                        </p:par>
                      </p:childTnLst>
                    </p:cTn>
                  </p:par>
                  <p:par>
                    <p:cTn id="368" fill="hold">
                      <p:stCondLst>
                        <p:cond delay="indefinite"/>
                      </p:stCondLst>
                      <p:childTnLst>
                        <p:par>
                          <p:cTn id="369" fill="hold">
                            <p:stCondLst>
                              <p:cond delay="0"/>
                            </p:stCondLst>
                            <p:childTnLst>
                              <p:par>
                                <p:cTn id="370" presetID="32" presetClass="emph" presetSubtype="0" fill="hold" nodeType="clickEffect">
                                  <p:stCondLst>
                                    <p:cond delay="0"/>
                                  </p:stCondLst>
                                  <p:childTnLst>
                                    <p:animRot by="120000">
                                      <p:cBhvr>
                                        <p:cTn id="371" dur="100" fill="hold">
                                          <p:stCondLst>
                                            <p:cond delay="0"/>
                                          </p:stCondLst>
                                        </p:cTn>
                                        <p:tgtEl>
                                          <p:spTgt spid="263"/>
                                        </p:tgtEl>
                                        <p:attrNameLst>
                                          <p:attrName>r</p:attrName>
                                        </p:attrNameLst>
                                      </p:cBhvr>
                                    </p:animRot>
                                    <p:animRot by="-240000">
                                      <p:cBhvr>
                                        <p:cTn id="372" dur="200" fill="hold">
                                          <p:stCondLst>
                                            <p:cond delay="200"/>
                                          </p:stCondLst>
                                        </p:cTn>
                                        <p:tgtEl>
                                          <p:spTgt spid="263"/>
                                        </p:tgtEl>
                                        <p:attrNameLst>
                                          <p:attrName>r</p:attrName>
                                        </p:attrNameLst>
                                      </p:cBhvr>
                                    </p:animRot>
                                    <p:animRot by="240000">
                                      <p:cBhvr>
                                        <p:cTn id="373" dur="200" fill="hold">
                                          <p:stCondLst>
                                            <p:cond delay="400"/>
                                          </p:stCondLst>
                                        </p:cTn>
                                        <p:tgtEl>
                                          <p:spTgt spid="263"/>
                                        </p:tgtEl>
                                        <p:attrNameLst>
                                          <p:attrName>r</p:attrName>
                                        </p:attrNameLst>
                                      </p:cBhvr>
                                    </p:animRot>
                                    <p:animRot by="-240000">
                                      <p:cBhvr>
                                        <p:cTn id="374" dur="200" fill="hold">
                                          <p:stCondLst>
                                            <p:cond delay="600"/>
                                          </p:stCondLst>
                                        </p:cTn>
                                        <p:tgtEl>
                                          <p:spTgt spid="263"/>
                                        </p:tgtEl>
                                        <p:attrNameLst>
                                          <p:attrName>r</p:attrName>
                                        </p:attrNameLst>
                                      </p:cBhvr>
                                    </p:animRot>
                                    <p:animRot by="120000">
                                      <p:cBhvr>
                                        <p:cTn id="375" dur="200" fill="hold">
                                          <p:stCondLst>
                                            <p:cond delay="800"/>
                                          </p:stCondLst>
                                        </p:cTn>
                                        <p:tgtEl>
                                          <p:spTgt spid="263"/>
                                        </p:tgtEl>
                                        <p:attrNameLst>
                                          <p:attrName>r</p:attrName>
                                        </p:attrNameLst>
                                      </p:cBhvr>
                                    </p:animRot>
                                  </p:childTnLst>
                                </p:cTn>
                              </p:par>
                            </p:childTnLst>
                          </p:cTn>
                        </p:par>
                        <p:par>
                          <p:cTn id="376" fill="hold">
                            <p:stCondLst>
                              <p:cond delay="1000"/>
                            </p:stCondLst>
                            <p:childTnLst>
                              <p:par>
                                <p:cTn id="377" presetID="7" presetClass="emph" presetSubtype="2" fill="hold" nodeType="afterEffect">
                                  <p:stCondLst>
                                    <p:cond delay="0"/>
                                  </p:stCondLst>
                                  <p:childTnLst>
                                    <p:animClr clrSpc="rgb" dir="cw">
                                      <p:cBhvr>
                                        <p:cTn id="378" dur="500" fill="hold"/>
                                        <p:tgtEl>
                                          <p:spTgt spid="263"/>
                                        </p:tgtEl>
                                        <p:attrNameLst>
                                          <p:attrName>stroke.color</p:attrName>
                                        </p:attrNameLst>
                                      </p:cBhvr>
                                      <p:to>
                                        <a:srgbClr val="DBE7F9"/>
                                      </p:to>
                                    </p:animClr>
                                    <p:set>
                                      <p:cBhvr>
                                        <p:cTn id="379" dur="500" fill="hold"/>
                                        <p:tgtEl>
                                          <p:spTgt spid="263"/>
                                        </p:tgtEl>
                                        <p:attrNameLst>
                                          <p:attrName>stroke.on</p:attrName>
                                        </p:attrNameLst>
                                      </p:cBhvr>
                                      <p:to>
                                        <p:strVal val="true"/>
                                      </p:to>
                                    </p:set>
                                  </p:childTnLst>
                                </p:cTn>
                              </p:par>
                              <p:par>
                                <p:cTn id="380" presetID="7" presetClass="emph" presetSubtype="2" fill="hold" nodeType="withEffect">
                                  <p:stCondLst>
                                    <p:cond delay="0"/>
                                  </p:stCondLst>
                                  <p:childTnLst>
                                    <p:animClr clrSpc="rgb" dir="cw">
                                      <p:cBhvr>
                                        <p:cTn id="381" dur="500" fill="hold"/>
                                        <p:tgtEl>
                                          <p:spTgt spid="264"/>
                                        </p:tgtEl>
                                        <p:attrNameLst>
                                          <p:attrName>stroke.color</p:attrName>
                                        </p:attrNameLst>
                                      </p:cBhvr>
                                      <p:to>
                                        <a:srgbClr val="008E40"/>
                                      </p:to>
                                    </p:animClr>
                                    <p:set>
                                      <p:cBhvr>
                                        <p:cTn id="382" dur="500" fill="hold"/>
                                        <p:tgtEl>
                                          <p:spTgt spid="264"/>
                                        </p:tgtEl>
                                        <p:attrNameLst>
                                          <p:attrName>stroke.on</p:attrName>
                                        </p:attrNameLst>
                                      </p:cBhvr>
                                      <p:to>
                                        <p:strVal val="true"/>
                                      </p:to>
                                    </p:set>
                                  </p:childTnLst>
                                </p:cTn>
                              </p:par>
                            </p:childTnLst>
                          </p:cTn>
                        </p:par>
                      </p:childTnLst>
                    </p:cTn>
                  </p:par>
                  <p:par>
                    <p:cTn id="383" fill="hold">
                      <p:stCondLst>
                        <p:cond delay="indefinite"/>
                      </p:stCondLst>
                      <p:childTnLst>
                        <p:par>
                          <p:cTn id="384" fill="hold">
                            <p:stCondLst>
                              <p:cond delay="0"/>
                            </p:stCondLst>
                            <p:childTnLst>
                              <p:par>
                                <p:cTn id="385" presetID="32" presetClass="emph" presetSubtype="0" fill="hold" nodeType="clickEffect">
                                  <p:stCondLst>
                                    <p:cond delay="0"/>
                                  </p:stCondLst>
                                  <p:childTnLst>
                                    <p:animRot by="120000">
                                      <p:cBhvr>
                                        <p:cTn id="386" dur="100" fill="hold">
                                          <p:stCondLst>
                                            <p:cond delay="0"/>
                                          </p:stCondLst>
                                        </p:cTn>
                                        <p:tgtEl>
                                          <p:spTgt spid="264"/>
                                        </p:tgtEl>
                                        <p:attrNameLst>
                                          <p:attrName>r</p:attrName>
                                        </p:attrNameLst>
                                      </p:cBhvr>
                                    </p:animRot>
                                    <p:animRot by="-240000">
                                      <p:cBhvr>
                                        <p:cTn id="387" dur="200" fill="hold">
                                          <p:stCondLst>
                                            <p:cond delay="200"/>
                                          </p:stCondLst>
                                        </p:cTn>
                                        <p:tgtEl>
                                          <p:spTgt spid="264"/>
                                        </p:tgtEl>
                                        <p:attrNameLst>
                                          <p:attrName>r</p:attrName>
                                        </p:attrNameLst>
                                      </p:cBhvr>
                                    </p:animRot>
                                    <p:animRot by="240000">
                                      <p:cBhvr>
                                        <p:cTn id="388" dur="200" fill="hold">
                                          <p:stCondLst>
                                            <p:cond delay="400"/>
                                          </p:stCondLst>
                                        </p:cTn>
                                        <p:tgtEl>
                                          <p:spTgt spid="264"/>
                                        </p:tgtEl>
                                        <p:attrNameLst>
                                          <p:attrName>r</p:attrName>
                                        </p:attrNameLst>
                                      </p:cBhvr>
                                    </p:animRot>
                                    <p:animRot by="-240000">
                                      <p:cBhvr>
                                        <p:cTn id="389" dur="200" fill="hold">
                                          <p:stCondLst>
                                            <p:cond delay="600"/>
                                          </p:stCondLst>
                                        </p:cTn>
                                        <p:tgtEl>
                                          <p:spTgt spid="264"/>
                                        </p:tgtEl>
                                        <p:attrNameLst>
                                          <p:attrName>r</p:attrName>
                                        </p:attrNameLst>
                                      </p:cBhvr>
                                    </p:animRot>
                                    <p:animRot by="120000">
                                      <p:cBhvr>
                                        <p:cTn id="390" dur="200" fill="hold">
                                          <p:stCondLst>
                                            <p:cond delay="800"/>
                                          </p:stCondLst>
                                        </p:cTn>
                                        <p:tgtEl>
                                          <p:spTgt spid="264"/>
                                        </p:tgtEl>
                                        <p:attrNameLst>
                                          <p:attrName>r</p:attrName>
                                        </p:attrNameLst>
                                      </p:cBhvr>
                                    </p:animRot>
                                  </p:childTnLst>
                                </p:cTn>
                              </p:par>
                            </p:childTnLst>
                          </p:cTn>
                        </p:par>
                        <p:par>
                          <p:cTn id="391" fill="hold">
                            <p:stCondLst>
                              <p:cond delay="1000"/>
                            </p:stCondLst>
                            <p:childTnLst>
                              <p:par>
                                <p:cTn id="392" presetID="22" presetClass="entr" presetSubtype="8" fill="hold" nodeType="afterEffect">
                                  <p:stCondLst>
                                    <p:cond delay="0"/>
                                  </p:stCondLst>
                                  <p:childTnLst>
                                    <p:set>
                                      <p:cBhvr>
                                        <p:cTn id="393" dur="1" fill="hold">
                                          <p:stCondLst>
                                            <p:cond delay="0"/>
                                          </p:stCondLst>
                                        </p:cTn>
                                        <p:tgtEl>
                                          <p:spTgt spid="296"/>
                                        </p:tgtEl>
                                        <p:attrNameLst>
                                          <p:attrName>style.visibility</p:attrName>
                                        </p:attrNameLst>
                                      </p:cBhvr>
                                      <p:to>
                                        <p:strVal val="visible"/>
                                      </p:to>
                                    </p:set>
                                    <p:animEffect transition="in" filter="wipe(left)">
                                      <p:cBhvr>
                                        <p:cTn id="394" dur="1500"/>
                                        <p:tgtEl>
                                          <p:spTgt spid="296"/>
                                        </p:tgtEl>
                                      </p:cBhvr>
                                    </p:animEffect>
                                  </p:childTnLst>
                                </p:cTn>
                              </p:par>
                              <p:par>
                                <p:cTn id="395" presetID="49" presetClass="path" presetSubtype="0" accel="50000" decel="50000" fill="hold" nodeType="withEffect">
                                  <p:stCondLst>
                                    <p:cond delay="0"/>
                                  </p:stCondLst>
                                  <p:childTnLst>
                                    <p:animMotion origin="layout" path="M 4.6278E-6 -2.02731E-6 L -0.06091 0.32562 " pathEditMode="relative" rAng="0" ptsTypes="AA">
                                      <p:cBhvr>
                                        <p:cTn id="396" dur="1500" fill="hold"/>
                                        <p:tgtEl>
                                          <p:spTgt spid="142"/>
                                        </p:tgtEl>
                                        <p:attrNameLst>
                                          <p:attrName>ppt_x</p:attrName>
                                          <p:attrName>ppt_y</p:attrName>
                                        </p:attrNameLst>
                                      </p:cBhvr>
                                      <p:rCtr x="-3045" y="16269"/>
                                    </p:animMotion>
                                  </p:childTnLst>
                                </p:cTn>
                              </p:par>
                            </p:childTnLst>
                          </p:cTn>
                        </p:par>
                        <p:par>
                          <p:cTn id="397" fill="hold">
                            <p:stCondLst>
                              <p:cond delay="2500"/>
                            </p:stCondLst>
                            <p:childTnLst>
                              <p:par>
                                <p:cTn id="398" presetID="22" presetClass="entr" presetSubtype="8" fill="hold" nodeType="afterEffect">
                                  <p:stCondLst>
                                    <p:cond delay="0"/>
                                  </p:stCondLst>
                                  <p:childTnLst>
                                    <p:set>
                                      <p:cBhvr>
                                        <p:cTn id="399" dur="1" fill="hold">
                                          <p:stCondLst>
                                            <p:cond delay="0"/>
                                          </p:stCondLst>
                                        </p:cTn>
                                        <p:tgtEl>
                                          <p:spTgt spid="300"/>
                                        </p:tgtEl>
                                        <p:attrNameLst>
                                          <p:attrName>style.visibility</p:attrName>
                                        </p:attrNameLst>
                                      </p:cBhvr>
                                      <p:to>
                                        <p:strVal val="visible"/>
                                      </p:to>
                                    </p:set>
                                    <p:animEffect transition="in" filter="wipe(left)">
                                      <p:cBhvr>
                                        <p:cTn id="400" dur="500"/>
                                        <p:tgtEl>
                                          <p:spTgt spid="300"/>
                                        </p:tgtEl>
                                      </p:cBhvr>
                                    </p:animEffect>
                                  </p:childTnLst>
                                </p:cTn>
                              </p:par>
                            </p:childTnLst>
                          </p:cTn>
                        </p:par>
                        <p:par>
                          <p:cTn id="401" fill="hold">
                            <p:stCondLst>
                              <p:cond delay="3000"/>
                            </p:stCondLst>
                            <p:childTnLst>
                              <p:par>
                                <p:cTn id="402" presetID="22" presetClass="entr" presetSubtype="8" fill="hold" nodeType="afterEffect">
                                  <p:stCondLst>
                                    <p:cond delay="0"/>
                                  </p:stCondLst>
                                  <p:childTnLst>
                                    <p:set>
                                      <p:cBhvr>
                                        <p:cTn id="403" dur="1" fill="hold">
                                          <p:stCondLst>
                                            <p:cond delay="0"/>
                                          </p:stCondLst>
                                        </p:cTn>
                                        <p:tgtEl>
                                          <p:spTgt spid="303"/>
                                        </p:tgtEl>
                                        <p:attrNameLst>
                                          <p:attrName>style.visibility</p:attrName>
                                        </p:attrNameLst>
                                      </p:cBhvr>
                                      <p:to>
                                        <p:strVal val="visible"/>
                                      </p:to>
                                    </p:set>
                                    <p:animEffect transition="in" filter="wipe(left)">
                                      <p:cBhvr>
                                        <p:cTn id="404" dur="1000"/>
                                        <p:tgtEl>
                                          <p:spTgt spid="303"/>
                                        </p:tgtEl>
                                      </p:cBhvr>
                                    </p:animEffect>
                                  </p:childTnLst>
                                </p:cTn>
                              </p:par>
                            </p:childTnLst>
                          </p:cTn>
                        </p:par>
                        <p:par>
                          <p:cTn id="405" fill="hold">
                            <p:stCondLst>
                              <p:cond delay="4000"/>
                            </p:stCondLst>
                            <p:childTnLst>
                              <p:par>
                                <p:cTn id="406" presetID="22" presetClass="entr" presetSubtype="1" fill="hold" grpId="0" nodeType="afterEffect">
                                  <p:stCondLst>
                                    <p:cond delay="0"/>
                                  </p:stCondLst>
                                  <p:childTnLst>
                                    <p:set>
                                      <p:cBhvr>
                                        <p:cTn id="407" dur="1" fill="hold">
                                          <p:stCondLst>
                                            <p:cond delay="0"/>
                                          </p:stCondLst>
                                        </p:cTn>
                                        <p:tgtEl>
                                          <p:spTgt spid="307"/>
                                        </p:tgtEl>
                                        <p:attrNameLst>
                                          <p:attrName>style.visibility</p:attrName>
                                        </p:attrNameLst>
                                      </p:cBhvr>
                                      <p:to>
                                        <p:strVal val="visible"/>
                                      </p:to>
                                    </p:set>
                                    <p:animEffect transition="in" filter="wipe(up)">
                                      <p:cBhvr>
                                        <p:cTn id="408" dur="500"/>
                                        <p:tgtEl>
                                          <p:spTgt spid="307"/>
                                        </p:tgtEl>
                                      </p:cBhvr>
                                    </p:animEffect>
                                  </p:childTnLst>
                                </p:cTn>
                              </p:par>
                              <p:par>
                                <p:cTn id="409" presetID="22" presetClass="entr" presetSubtype="1" fill="hold" grpId="0" nodeType="withEffect">
                                  <p:stCondLst>
                                    <p:cond delay="0"/>
                                  </p:stCondLst>
                                  <p:childTnLst>
                                    <p:set>
                                      <p:cBhvr>
                                        <p:cTn id="410" dur="1" fill="hold">
                                          <p:stCondLst>
                                            <p:cond delay="0"/>
                                          </p:stCondLst>
                                        </p:cTn>
                                        <p:tgtEl>
                                          <p:spTgt spid="308"/>
                                        </p:tgtEl>
                                        <p:attrNameLst>
                                          <p:attrName>style.visibility</p:attrName>
                                        </p:attrNameLst>
                                      </p:cBhvr>
                                      <p:to>
                                        <p:strVal val="visible"/>
                                      </p:to>
                                    </p:set>
                                    <p:animEffect transition="in" filter="wipe(up)">
                                      <p:cBhvr>
                                        <p:cTn id="411" dur="500"/>
                                        <p:tgtEl>
                                          <p:spTgt spid="308"/>
                                        </p:tgtEl>
                                      </p:cBhvr>
                                    </p:animEffect>
                                  </p:childTnLst>
                                </p:cTn>
                              </p:par>
                            </p:childTnLst>
                          </p:cTn>
                        </p:par>
                      </p:childTnLst>
                    </p:cTn>
                  </p:par>
                  <p:par>
                    <p:cTn id="412" fill="hold">
                      <p:stCondLst>
                        <p:cond delay="indefinite"/>
                      </p:stCondLst>
                      <p:childTnLst>
                        <p:par>
                          <p:cTn id="413" fill="hold">
                            <p:stCondLst>
                              <p:cond delay="0"/>
                            </p:stCondLst>
                            <p:childTnLst>
                              <p:par>
                                <p:cTn id="414" presetID="7" presetClass="emph" presetSubtype="2" fill="hold" nodeType="clickEffect">
                                  <p:stCondLst>
                                    <p:cond delay="0"/>
                                  </p:stCondLst>
                                  <p:childTnLst>
                                    <p:animClr clrSpc="rgb" dir="cw">
                                      <p:cBhvr>
                                        <p:cTn id="415" dur="500" fill="hold"/>
                                        <p:tgtEl>
                                          <p:spTgt spid="264"/>
                                        </p:tgtEl>
                                        <p:attrNameLst>
                                          <p:attrName>stroke.color</p:attrName>
                                        </p:attrNameLst>
                                      </p:cBhvr>
                                      <p:to>
                                        <a:srgbClr val="DBE7F9"/>
                                      </p:to>
                                    </p:animClr>
                                    <p:set>
                                      <p:cBhvr>
                                        <p:cTn id="416" dur="500" fill="hold"/>
                                        <p:tgtEl>
                                          <p:spTgt spid="264"/>
                                        </p:tgtEl>
                                        <p:attrNameLst>
                                          <p:attrName>stroke.on</p:attrName>
                                        </p:attrNameLst>
                                      </p:cBhvr>
                                      <p:to>
                                        <p:strVal val="true"/>
                                      </p:to>
                                    </p:set>
                                  </p:childTnLst>
                                </p:cTn>
                              </p:par>
                              <p:par>
                                <p:cTn id="417" presetID="7" presetClass="emph" presetSubtype="2" fill="hold" nodeType="withEffect">
                                  <p:stCondLst>
                                    <p:cond delay="0"/>
                                  </p:stCondLst>
                                  <p:childTnLst>
                                    <p:animClr clrSpc="rgb" dir="cw">
                                      <p:cBhvr>
                                        <p:cTn id="418" dur="500" fill="hold"/>
                                        <p:tgtEl>
                                          <p:spTgt spid="267"/>
                                        </p:tgtEl>
                                        <p:attrNameLst>
                                          <p:attrName>stroke.color</p:attrName>
                                        </p:attrNameLst>
                                      </p:cBhvr>
                                      <p:to>
                                        <a:srgbClr val="008E40"/>
                                      </p:to>
                                    </p:animClr>
                                    <p:set>
                                      <p:cBhvr>
                                        <p:cTn id="419" dur="500" fill="hold"/>
                                        <p:tgtEl>
                                          <p:spTgt spid="267"/>
                                        </p:tgtEl>
                                        <p:attrNameLst>
                                          <p:attrName>stroke.on</p:attrName>
                                        </p:attrNameLst>
                                      </p:cBhvr>
                                      <p:to>
                                        <p:strVal val="true"/>
                                      </p:to>
                                    </p:set>
                                  </p:childTnLst>
                                </p:cTn>
                              </p:par>
                            </p:childTnLst>
                          </p:cTn>
                        </p:par>
                      </p:childTnLst>
                    </p:cTn>
                  </p:par>
                  <p:par>
                    <p:cTn id="420" fill="hold">
                      <p:stCondLst>
                        <p:cond delay="indefinite"/>
                      </p:stCondLst>
                      <p:childTnLst>
                        <p:par>
                          <p:cTn id="421" fill="hold">
                            <p:stCondLst>
                              <p:cond delay="0"/>
                            </p:stCondLst>
                            <p:childTnLst>
                              <p:par>
                                <p:cTn id="422" presetID="32" presetClass="emph" presetSubtype="0" fill="hold" nodeType="clickEffect">
                                  <p:stCondLst>
                                    <p:cond delay="0"/>
                                  </p:stCondLst>
                                  <p:childTnLst>
                                    <p:animRot by="120000">
                                      <p:cBhvr>
                                        <p:cTn id="423" dur="100" fill="hold">
                                          <p:stCondLst>
                                            <p:cond delay="0"/>
                                          </p:stCondLst>
                                        </p:cTn>
                                        <p:tgtEl>
                                          <p:spTgt spid="267"/>
                                        </p:tgtEl>
                                        <p:attrNameLst>
                                          <p:attrName>r</p:attrName>
                                        </p:attrNameLst>
                                      </p:cBhvr>
                                    </p:animRot>
                                    <p:animRot by="-240000">
                                      <p:cBhvr>
                                        <p:cTn id="424" dur="200" fill="hold">
                                          <p:stCondLst>
                                            <p:cond delay="200"/>
                                          </p:stCondLst>
                                        </p:cTn>
                                        <p:tgtEl>
                                          <p:spTgt spid="267"/>
                                        </p:tgtEl>
                                        <p:attrNameLst>
                                          <p:attrName>r</p:attrName>
                                        </p:attrNameLst>
                                      </p:cBhvr>
                                    </p:animRot>
                                    <p:animRot by="240000">
                                      <p:cBhvr>
                                        <p:cTn id="425" dur="200" fill="hold">
                                          <p:stCondLst>
                                            <p:cond delay="400"/>
                                          </p:stCondLst>
                                        </p:cTn>
                                        <p:tgtEl>
                                          <p:spTgt spid="267"/>
                                        </p:tgtEl>
                                        <p:attrNameLst>
                                          <p:attrName>r</p:attrName>
                                        </p:attrNameLst>
                                      </p:cBhvr>
                                    </p:animRot>
                                    <p:animRot by="-240000">
                                      <p:cBhvr>
                                        <p:cTn id="426" dur="200" fill="hold">
                                          <p:stCondLst>
                                            <p:cond delay="600"/>
                                          </p:stCondLst>
                                        </p:cTn>
                                        <p:tgtEl>
                                          <p:spTgt spid="267"/>
                                        </p:tgtEl>
                                        <p:attrNameLst>
                                          <p:attrName>r</p:attrName>
                                        </p:attrNameLst>
                                      </p:cBhvr>
                                    </p:animRot>
                                    <p:animRot by="120000">
                                      <p:cBhvr>
                                        <p:cTn id="427" dur="200" fill="hold">
                                          <p:stCondLst>
                                            <p:cond delay="800"/>
                                          </p:stCondLst>
                                        </p:cTn>
                                        <p:tgtEl>
                                          <p:spTgt spid="267"/>
                                        </p:tgtEl>
                                        <p:attrNameLst>
                                          <p:attrName>r</p:attrName>
                                        </p:attrNameLst>
                                      </p:cBhvr>
                                    </p:animRot>
                                  </p:childTnLst>
                                </p:cTn>
                              </p:par>
                            </p:childTnLst>
                          </p:cTn>
                        </p:par>
                        <p:par>
                          <p:cTn id="428" fill="hold">
                            <p:stCondLst>
                              <p:cond delay="1000"/>
                            </p:stCondLst>
                            <p:childTnLst>
                              <p:par>
                                <p:cTn id="429" presetID="22" presetClass="entr" presetSubtype="1" fill="hold" grpId="0" nodeType="afterEffect">
                                  <p:stCondLst>
                                    <p:cond delay="0"/>
                                  </p:stCondLst>
                                  <p:childTnLst>
                                    <p:set>
                                      <p:cBhvr>
                                        <p:cTn id="430" dur="1" fill="hold">
                                          <p:stCondLst>
                                            <p:cond delay="0"/>
                                          </p:stCondLst>
                                        </p:cTn>
                                        <p:tgtEl>
                                          <p:spTgt spid="310"/>
                                        </p:tgtEl>
                                        <p:attrNameLst>
                                          <p:attrName>style.visibility</p:attrName>
                                        </p:attrNameLst>
                                      </p:cBhvr>
                                      <p:to>
                                        <p:strVal val="visible"/>
                                      </p:to>
                                    </p:set>
                                    <p:animEffect transition="in" filter="wipe(up)">
                                      <p:cBhvr>
                                        <p:cTn id="431" dur="500"/>
                                        <p:tgtEl>
                                          <p:spTgt spid="310"/>
                                        </p:tgtEl>
                                      </p:cBhvr>
                                    </p:animEffect>
                                  </p:childTnLst>
                                </p:cTn>
                              </p:par>
                            </p:childTnLst>
                          </p:cTn>
                        </p:par>
                        <p:par>
                          <p:cTn id="432" fill="hold">
                            <p:stCondLst>
                              <p:cond delay="1500"/>
                            </p:stCondLst>
                            <p:childTnLst>
                              <p:par>
                                <p:cTn id="433" presetID="10" presetClass="exit" presetSubtype="0" fill="hold" grpId="1" nodeType="afterEffect">
                                  <p:stCondLst>
                                    <p:cond delay="0"/>
                                  </p:stCondLst>
                                  <p:childTnLst>
                                    <p:animEffect transition="out" filter="fade">
                                      <p:cBhvr>
                                        <p:cTn id="434" dur="500"/>
                                        <p:tgtEl>
                                          <p:spTgt spid="284"/>
                                        </p:tgtEl>
                                      </p:cBhvr>
                                    </p:animEffect>
                                    <p:set>
                                      <p:cBhvr>
                                        <p:cTn id="435" dur="1" fill="hold">
                                          <p:stCondLst>
                                            <p:cond delay="499"/>
                                          </p:stCondLst>
                                        </p:cTn>
                                        <p:tgtEl>
                                          <p:spTgt spid="284"/>
                                        </p:tgtEl>
                                        <p:attrNameLst>
                                          <p:attrName>style.visibility</p:attrName>
                                        </p:attrNameLst>
                                      </p:cBhvr>
                                      <p:to>
                                        <p:strVal val="hidden"/>
                                      </p:to>
                                    </p:set>
                                  </p:childTnLst>
                                </p:cTn>
                              </p:par>
                              <p:par>
                                <p:cTn id="436" presetID="22" presetClass="entr" presetSubtype="1" fill="hold" nodeType="withEffect">
                                  <p:stCondLst>
                                    <p:cond delay="0"/>
                                  </p:stCondLst>
                                  <p:childTnLst>
                                    <p:set>
                                      <p:cBhvr>
                                        <p:cTn id="437" dur="1" fill="hold">
                                          <p:stCondLst>
                                            <p:cond delay="0"/>
                                          </p:stCondLst>
                                        </p:cTn>
                                        <p:tgtEl>
                                          <p:spTgt spid="311"/>
                                        </p:tgtEl>
                                        <p:attrNameLst>
                                          <p:attrName>style.visibility</p:attrName>
                                        </p:attrNameLst>
                                      </p:cBhvr>
                                      <p:to>
                                        <p:strVal val="visible"/>
                                      </p:to>
                                    </p:set>
                                    <p:animEffect transition="in" filter="wipe(up)">
                                      <p:cBhvr>
                                        <p:cTn id="438" dur="1000"/>
                                        <p:tgtEl>
                                          <p:spTgt spid="311"/>
                                        </p:tgtEl>
                                      </p:cBhvr>
                                    </p:animEffect>
                                  </p:childTnLst>
                                </p:cTn>
                              </p:par>
                            </p:childTnLst>
                          </p:cTn>
                        </p:par>
                        <p:par>
                          <p:cTn id="439" fill="hold">
                            <p:stCondLst>
                              <p:cond delay="2500"/>
                            </p:stCondLst>
                            <p:childTnLst>
                              <p:par>
                                <p:cTn id="440" presetID="7" presetClass="emph" presetSubtype="2" fill="hold" nodeType="afterEffect">
                                  <p:stCondLst>
                                    <p:cond delay="0"/>
                                  </p:stCondLst>
                                  <p:childTnLst>
                                    <p:animClr clrSpc="rgb" dir="cw">
                                      <p:cBhvr>
                                        <p:cTn id="441" dur="500" fill="hold"/>
                                        <p:tgtEl>
                                          <p:spTgt spid="267"/>
                                        </p:tgtEl>
                                        <p:attrNameLst>
                                          <p:attrName>stroke.color</p:attrName>
                                        </p:attrNameLst>
                                      </p:cBhvr>
                                      <p:to>
                                        <a:srgbClr val="DBE7F9"/>
                                      </p:to>
                                    </p:animClr>
                                    <p:set>
                                      <p:cBhvr>
                                        <p:cTn id="442" dur="500" fill="hold"/>
                                        <p:tgtEl>
                                          <p:spTgt spid="267"/>
                                        </p:tgtEl>
                                        <p:attrNameLst>
                                          <p:attrName>stroke.on</p:attrName>
                                        </p:attrNameLst>
                                      </p:cBhvr>
                                      <p:to>
                                        <p:strVal val="true"/>
                                      </p:to>
                                    </p:set>
                                  </p:childTnLst>
                                </p:cTn>
                              </p:par>
                              <p:par>
                                <p:cTn id="443" presetID="7" presetClass="emph" presetSubtype="2" fill="hold" nodeType="withEffect">
                                  <p:stCondLst>
                                    <p:cond delay="0"/>
                                  </p:stCondLst>
                                  <p:childTnLst>
                                    <p:animClr clrSpc="rgb" dir="cw">
                                      <p:cBhvr>
                                        <p:cTn id="444" dur="500" fill="hold"/>
                                        <p:tgtEl>
                                          <p:spTgt spid="271"/>
                                        </p:tgtEl>
                                        <p:attrNameLst>
                                          <p:attrName>stroke.color</p:attrName>
                                        </p:attrNameLst>
                                      </p:cBhvr>
                                      <p:to>
                                        <a:srgbClr val="008E40"/>
                                      </p:to>
                                    </p:animClr>
                                    <p:set>
                                      <p:cBhvr>
                                        <p:cTn id="445" dur="500" fill="hold"/>
                                        <p:tgtEl>
                                          <p:spTgt spid="271"/>
                                        </p:tgtEl>
                                        <p:attrNameLst>
                                          <p:attrName>stroke.on</p:attrName>
                                        </p:attrNameLst>
                                      </p:cBhvr>
                                      <p:to>
                                        <p:strVal val="true"/>
                                      </p:to>
                                    </p:set>
                                  </p:childTnLst>
                                </p:cTn>
                              </p:par>
                            </p:childTnLst>
                          </p:cTn>
                        </p:par>
                      </p:childTnLst>
                    </p:cTn>
                  </p:par>
                  <p:par>
                    <p:cTn id="446" fill="hold">
                      <p:stCondLst>
                        <p:cond delay="indefinite"/>
                      </p:stCondLst>
                      <p:childTnLst>
                        <p:par>
                          <p:cTn id="447" fill="hold">
                            <p:stCondLst>
                              <p:cond delay="0"/>
                            </p:stCondLst>
                            <p:childTnLst>
                              <p:par>
                                <p:cTn id="448" presetID="32" presetClass="emph" presetSubtype="0" fill="hold" nodeType="clickEffect">
                                  <p:stCondLst>
                                    <p:cond delay="0"/>
                                  </p:stCondLst>
                                  <p:childTnLst>
                                    <p:animRot by="120000">
                                      <p:cBhvr>
                                        <p:cTn id="449" dur="100" fill="hold">
                                          <p:stCondLst>
                                            <p:cond delay="0"/>
                                          </p:stCondLst>
                                        </p:cTn>
                                        <p:tgtEl>
                                          <p:spTgt spid="271"/>
                                        </p:tgtEl>
                                        <p:attrNameLst>
                                          <p:attrName>r</p:attrName>
                                        </p:attrNameLst>
                                      </p:cBhvr>
                                    </p:animRot>
                                    <p:animRot by="-240000">
                                      <p:cBhvr>
                                        <p:cTn id="450" dur="200" fill="hold">
                                          <p:stCondLst>
                                            <p:cond delay="200"/>
                                          </p:stCondLst>
                                        </p:cTn>
                                        <p:tgtEl>
                                          <p:spTgt spid="271"/>
                                        </p:tgtEl>
                                        <p:attrNameLst>
                                          <p:attrName>r</p:attrName>
                                        </p:attrNameLst>
                                      </p:cBhvr>
                                    </p:animRot>
                                    <p:animRot by="240000">
                                      <p:cBhvr>
                                        <p:cTn id="451" dur="200" fill="hold">
                                          <p:stCondLst>
                                            <p:cond delay="400"/>
                                          </p:stCondLst>
                                        </p:cTn>
                                        <p:tgtEl>
                                          <p:spTgt spid="271"/>
                                        </p:tgtEl>
                                        <p:attrNameLst>
                                          <p:attrName>r</p:attrName>
                                        </p:attrNameLst>
                                      </p:cBhvr>
                                    </p:animRot>
                                    <p:animRot by="-240000">
                                      <p:cBhvr>
                                        <p:cTn id="452" dur="200" fill="hold">
                                          <p:stCondLst>
                                            <p:cond delay="600"/>
                                          </p:stCondLst>
                                        </p:cTn>
                                        <p:tgtEl>
                                          <p:spTgt spid="271"/>
                                        </p:tgtEl>
                                        <p:attrNameLst>
                                          <p:attrName>r</p:attrName>
                                        </p:attrNameLst>
                                      </p:cBhvr>
                                    </p:animRot>
                                    <p:animRot by="120000">
                                      <p:cBhvr>
                                        <p:cTn id="453" dur="200" fill="hold">
                                          <p:stCondLst>
                                            <p:cond delay="800"/>
                                          </p:stCondLst>
                                        </p:cTn>
                                        <p:tgtEl>
                                          <p:spTgt spid="271"/>
                                        </p:tgtEl>
                                        <p:attrNameLst>
                                          <p:attrName>r</p:attrName>
                                        </p:attrNameLst>
                                      </p:cBhvr>
                                    </p:animRot>
                                  </p:childTnLst>
                                </p:cTn>
                              </p:par>
                            </p:childTnLst>
                          </p:cTn>
                        </p:par>
                        <p:par>
                          <p:cTn id="454" fill="hold">
                            <p:stCondLst>
                              <p:cond delay="1000"/>
                            </p:stCondLst>
                            <p:childTnLst>
                              <p:par>
                                <p:cTn id="455" presetID="22" presetClass="entr" presetSubtype="1" fill="hold" nodeType="afterEffect">
                                  <p:stCondLst>
                                    <p:cond delay="0"/>
                                  </p:stCondLst>
                                  <p:childTnLst>
                                    <p:set>
                                      <p:cBhvr>
                                        <p:cTn id="456" dur="1" fill="hold">
                                          <p:stCondLst>
                                            <p:cond delay="0"/>
                                          </p:stCondLst>
                                        </p:cTn>
                                        <p:tgtEl>
                                          <p:spTgt spid="312"/>
                                        </p:tgtEl>
                                        <p:attrNameLst>
                                          <p:attrName>style.visibility</p:attrName>
                                        </p:attrNameLst>
                                      </p:cBhvr>
                                      <p:to>
                                        <p:strVal val="visible"/>
                                      </p:to>
                                    </p:set>
                                    <p:animEffect transition="in" filter="wipe(up)">
                                      <p:cBhvr>
                                        <p:cTn id="457" dur="1000"/>
                                        <p:tgtEl>
                                          <p:spTgt spid="312"/>
                                        </p:tgtEl>
                                      </p:cBhvr>
                                    </p:animEffect>
                                  </p:childTnLst>
                                </p:cTn>
                              </p:par>
                            </p:childTnLst>
                          </p:cTn>
                        </p:par>
                        <p:par>
                          <p:cTn id="458" fill="hold">
                            <p:stCondLst>
                              <p:cond delay="2000"/>
                            </p:stCondLst>
                            <p:childTnLst>
                              <p:par>
                                <p:cTn id="459" presetID="42" presetClass="entr" presetSubtype="0" fill="hold" nodeType="afterEffect">
                                  <p:stCondLst>
                                    <p:cond delay="0"/>
                                  </p:stCondLst>
                                  <p:childTnLst>
                                    <p:set>
                                      <p:cBhvr>
                                        <p:cTn id="460" dur="1" fill="hold">
                                          <p:stCondLst>
                                            <p:cond delay="0"/>
                                          </p:stCondLst>
                                        </p:cTn>
                                        <p:tgtEl>
                                          <p:spTgt spid="315"/>
                                        </p:tgtEl>
                                        <p:attrNameLst>
                                          <p:attrName>style.visibility</p:attrName>
                                        </p:attrNameLst>
                                      </p:cBhvr>
                                      <p:to>
                                        <p:strVal val="visible"/>
                                      </p:to>
                                    </p:set>
                                    <p:animEffect transition="in" filter="fade">
                                      <p:cBhvr>
                                        <p:cTn id="461" dur="1000"/>
                                        <p:tgtEl>
                                          <p:spTgt spid="315"/>
                                        </p:tgtEl>
                                      </p:cBhvr>
                                    </p:animEffect>
                                    <p:anim calcmode="lin" valueType="num">
                                      <p:cBhvr>
                                        <p:cTn id="462" dur="1000" fill="hold"/>
                                        <p:tgtEl>
                                          <p:spTgt spid="315"/>
                                        </p:tgtEl>
                                        <p:attrNameLst>
                                          <p:attrName>ppt_x</p:attrName>
                                        </p:attrNameLst>
                                      </p:cBhvr>
                                      <p:tavLst>
                                        <p:tav tm="0">
                                          <p:val>
                                            <p:strVal val="#ppt_x"/>
                                          </p:val>
                                        </p:tav>
                                        <p:tav tm="100000">
                                          <p:val>
                                            <p:strVal val="#ppt_x"/>
                                          </p:val>
                                        </p:tav>
                                      </p:tavLst>
                                    </p:anim>
                                    <p:anim calcmode="lin" valueType="num">
                                      <p:cBhvr>
                                        <p:cTn id="463" dur="1000" fill="hold"/>
                                        <p:tgtEl>
                                          <p:spTgt spid="315"/>
                                        </p:tgtEl>
                                        <p:attrNameLst>
                                          <p:attrName>ppt_y</p:attrName>
                                        </p:attrNameLst>
                                      </p:cBhvr>
                                      <p:tavLst>
                                        <p:tav tm="0">
                                          <p:val>
                                            <p:strVal val="#ppt_y+.1"/>
                                          </p:val>
                                        </p:tav>
                                        <p:tav tm="100000">
                                          <p:val>
                                            <p:strVal val="#ppt_y"/>
                                          </p:val>
                                        </p:tav>
                                      </p:tavLst>
                                    </p:anim>
                                  </p:childTnLst>
                                </p:cTn>
                              </p:par>
                              <p:par>
                                <p:cTn id="464" presetID="7" presetClass="emph" presetSubtype="2" fill="hold" nodeType="withEffect">
                                  <p:stCondLst>
                                    <p:cond delay="0"/>
                                  </p:stCondLst>
                                  <p:childTnLst>
                                    <p:animClr clrSpc="rgb" dir="cw">
                                      <p:cBhvr>
                                        <p:cTn id="465" dur="500" fill="hold"/>
                                        <p:tgtEl>
                                          <p:spTgt spid="260"/>
                                        </p:tgtEl>
                                        <p:attrNameLst>
                                          <p:attrName>stroke.color</p:attrName>
                                        </p:attrNameLst>
                                      </p:cBhvr>
                                      <p:to>
                                        <a:srgbClr val="7F6000"/>
                                      </p:to>
                                    </p:animClr>
                                    <p:set>
                                      <p:cBhvr>
                                        <p:cTn id="466" dur="500" fill="hold"/>
                                        <p:tgtEl>
                                          <p:spTgt spid="260"/>
                                        </p:tgtEl>
                                        <p:attrNameLst>
                                          <p:attrName>stroke.on</p:attrName>
                                        </p:attrNameLst>
                                      </p:cBhvr>
                                      <p:to>
                                        <p:strVal val="true"/>
                                      </p:to>
                                    </p:set>
                                  </p:childTnLst>
                                </p:cTn>
                              </p:par>
                            </p:childTnLst>
                          </p:cTn>
                        </p:par>
                      </p:childTnLst>
                    </p:cTn>
                  </p:par>
                  <p:par>
                    <p:cTn id="467" fill="hold">
                      <p:stCondLst>
                        <p:cond delay="indefinite"/>
                      </p:stCondLst>
                      <p:childTnLst>
                        <p:par>
                          <p:cTn id="468" fill="hold">
                            <p:stCondLst>
                              <p:cond delay="0"/>
                            </p:stCondLst>
                            <p:childTnLst>
                              <p:par>
                                <p:cTn id="469" presetID="32" presetClass="emph" presetSubtype="0" fill="hold" nodeType="clickEffect">
                                  <p:stCondLst>
                                    <p:cond delay="0"/>
                                  </p:stCondLst>
                                  <p:childTnLst>
                                    <p:animRot by="120000">
                                      <p:cBhvr>
                                        <p:cTn id="470" dur="100" fill="hold">
                                          <p:stCondLst>
                                            <p:cond delay="0"/>
                                          </p:stCondLst>
                                        </p:cTn>
                                        <p:tgtEl>
                                          <p:spTgt spid="260"/>
                                        </p:tgtEl>
                                        <p:attrNameLst>
                                          <p:attrName>r</p:attrName>
                                        </p:attrNameLst>
                                      </p:cBhvr>
                                    </p:animRot>
                                    <p:animRot by="-240000">
                                      <p:cBhvr>
                                        <p:cTn id="471" dur="200" fill="hold">
                                          <p:stCondLst>
                                            <p:cond delay="200"/>
                                          </p:stCondLst>
                                        </p:cTn>
                                        <p:tgtEl>
                                          <p:spTgt spid="260"/>
                                        </p:tgtEl>
                                        <p:attrNameLst>
                                          <p:attrName>r</p:attrName>
                                        </p:attrNameLst>
                                      </p:cBhvr>
                                    </p:animRot>
                                    <p:animRot by="240000">
                                      <p:cBhvr>
                                        <p:cTn id="472" dur="200" fill="hold">
                                          <p:stCondLst>
                                            <p:cond delay="400"/>
                                          </p:stCondLst>
                                        </p:cTn>
                                        <p:tgtEl>
                                          <p:spTgt spid="260"/>
                                        </p:tgtEl>
                                        <p:attrNameLst>
                                          <p:attrName>r</p:attrName>
                                        </p:attrNameLst>
                                      </p:cBhvr>
                                    </p:animRot>
                                    <p:animRot by="-240000">
                                      <p:cBhvr>
                                        <p:cTn id="473" dur="200" fill="hold">
                                          <p:stCondLst>
                                            <p:cond delay="600"/>
                                          </p:stCondLst>
                                        </p:cTn>
                                        <p:tgtEl>
                                          <p:spTgt spid="260"/>
                                        </p:tgtEl>
                                        <p:attrNameLst>
                                          <p:attrName>r</p:attrName>
                                        </p:attrNameLst>
                                      </p:cBhvr>
                                    </p:animRot>
                                    <p:animRot by="120000">
                                      <p:cBhvr>
                                        <p:cTn id="474" dur="200" fill="hold">
                                          <p:stCondLst>
                                            <p:cond delay="800"/>
                                          </p:stCondLst>
                                        </p:cTn>
                                        <p:tgtEl>
                                          <p:spTgt spid="260"/>
                                        </p:tgtEl>
                                        <p:attrNameLst>
                                          <p:attrName>r</p:attrName>
                                        </p:attrNameLst>
                                      </p:cBhvr>
                                    </p:animRot>
                                  </p:childTnLst>
                                </p:cTn>
                              </p:par>
                            </p:childTnLst>
                          </p:cTn>
                        </p:par>
                        <p:par>
                          <p:cTn id="475" fill="hold">
                            <p:stCondLst>
                              <p:cond delay="1000"/>
                            </p:stCondLst>
                            <p:childTnLst>
                              <p:par>
                                <p:cTn id="476" presetID="16" presetClass="entr" presetSubtype="21" fill="hold" grpId="0" nodeType="afterEffect">
                                  <p:stCondLst>
                                    <p:cond delay="0"/>
                                  </p:stCondLst>
                                  <p:childTnLst>
                                    <p:set>
                                      <p:cBhvr>
                                        <p:cTn id="477" dur="1" fill="hold">
                                          <p:stCondLst>
                                            <p:cond delay="0"/>
                                          </p:stCondLst>
                                        </p:cTn>
                                        <p:tgtEl>
                                          <p:spTgt spid="214"/>
                                        </p:tgtEl>
                                        <p:attrNameLst>
                                          <p:attrName>style.visibility</p:attrName>
                                        </p:attrNameLst>
                                      </p:cBhvr>
                                      <p:to>
                                        <p:strVal val="visible"/>
                                      </p:to>
                                    </p:set>
                                    <p:animEffect transition="in" filter="barn(inVertical)">
                                      <p:cBhvr>
                                        <p:cTn id="478" dur="1000"/>
                                        <p:tgtEl>
                                          <p:spTgt spid="214"/>
                                        </p:tgtEl>
                                      </p:cBhvr>
                                    </p:animEffect>
                                  </p:childTnLst>
                                </p:cTn>
                              </p:par>
                            </p:childTnLst>
                          </p:cTn>
                        </p:par>
                      </p:childTnLst>
                    </p:cTn>
                  </p:par>
                  <p:par>
                    <p:cTn id="479" fill="hold">
                      <p:stCondLst>
                        <p:cond delay="indefinite"/>
                      </p:stCondLst>
                      <p:childTnLst>
                        <p:par>
                          <p:cTn id="480" fill="hold">
                            <p:stCondLst>
                              <p:cond delay="0"/>
                            </p:stCondLst>
                            <p:childTnLst>
                              <p:par>
                                <p:cTn id="481" presetID="7" presetClass="emph" presetSubtype="2" fill="hold" nodeType="clickEffect">
                                  <p:stCondLst>
                                    <p:cond delay="0"/>
                                  </p:stCondLst>
                                  <p:childTnLst>
                                    <p:animClr clrSpc="rgb" dir="cw">
                                      <p:cBhvr>
                                        <p:cTn id="482" dur="500" fill="hold"/>
                                        <p:tgtEl>
                                          <p:spTgt spid="260"/>
                                        </p:tgtEl>
                                        <p:attrNameLst>
                                          <p:attrName>stroke.color</p:attrName>
                                        </p:attrNameLst>
                                      </p:cBhvr>
                                      <p:to>
                                        <a:srgbClr val="DBE7F9"/>
                                      </p:to>
                                    </p:animClr>
                                    <p:set>
                                      <p:cBhvr>
                                        <p:cTn id="483" dur="500" fill="hold"/>
                                        <p:tgtEl>
                                          <p:spTgt spid="260"/>
                                        </p:tgtEl>
                                        <p:attrNameLst>
                                          <p:attrName>stroke.on</p:attrName>
                                        </p:attrNameLst>
                                      </p:cBhvr>
                                      <p:to>
                                        <p:strVal val="true"/>
                                      </p:to>
                                    </p:set>
                                  </p:childTnLst>
                                </p:cTn>
                              </p:par>
                              <p:par>
                                <p:cTn id="484" presetID="7" presetClass="emph" presetSubtype="2" fill="hold" nodeType="withEffect">
                                  <p:stCondLst>
                                    <p:cond delay="0"/>
                                  </p:stCondLst>
                                  <p:childTnLst>
                                    <p:animClr clrSpc="rgb" dir="cw">
                                      <p:cBhvr>
                                        <p:cTn id="485" dur="500" fill="hold"/>
                                        <p:tgtEl>
                                          <p:spTgt spid="261"/>
                                        </p:tgtEl>
                                        <p:attrNameLst>
                                          <p:attrName>stroke.color</p:attrName>
                                        </p:attrNameLst>
                                      </p:cBhvr>
                                      <p:to>
                                        <a:srgbClr val="7F6000"/>
                                      </p:to>
                                    </p:animClr>
                                    <p:set>
                                      <p:cBhvr>
                                        <p:cTn id="486" dur="500" fill="hold"/>
                                        <p:tgtEl>
                                          <p:spTgt spid="261"/>
                                        </p:tgtEl>
                                        <p:attrNameLst>
                                          <p:attrName>stroke.on</p:attrName>
                                        </p:attrNameLst>
                                      </p:cBhvr>
                                      <p:to>
                                        <p:strVal val="true"/>
                                      </p:to>
                                    </p:set>
                                  </p:childTnLst>
                                </p:cTn>
                              </p:par>
                            </p:childTnLst>
                          </p:cTn>
                        </p:par>
                      </p:childTnLst>
                    </p:cTn>
                  </p:par>
                  <p:par>
                    <p:cTn id="487" fill="hold">
                      <p:stCondLst>
                        <p:cond delay="indefinite"/>
                      </p:stCondLst>
                      <p:childTnLst>
                        <p:par>
                          <p:cTn id="488" fill="hold">
                            <p:stCondLst>
                              <p:cond delay="0"/>
                            </p:stCondLst>
                            <p:childTnLst>
                              <p:par>
                                <p:cTn id="489" presetID="32" presetClass="emph" presetSubtype="0" fill="hold" nodeType="clickEffect">
                                  <p:stCondLst>
                                    <p:cond delay="0"/>
                                  </p:stCondLst>
                                  <p:childTnLst>
                                    <p:animRot by="120000">
                                      <p:cBhvr>
                                        <p:cTn id="490" dur="100" fill="hold">
                                          <p:stCondLst>
                                            <p:cond delay="0"/>
                                          </p:stCondLst>
                                        </p:cTn>
                                        <p:tgtEl>
                                          <p:spTgt spid="261"/>
                                        </p:tgtEl>
                                        <p:attrNameLst>
                                          <p:attrName>r</p:attrName>
                                        </p:attrNameLst>
                                      </p:cBhvr>
                                    </p:animRot>
                                    <p:animRot by="-240000">
                                      <p:cBhvr>
                                        <p:cTn id="491" dur="200" fill="hold">
                                          <p:stCondLst>
                                            <p:cond delay="200"/>
                                          </p:stCondLst>
                                        </p:cTn>
                                        <p:tgtEl>
                                          <p:spTgt spid="261"/>
                                        </p:tgtEl>
                                        <p:attrNameLst>
                                          <p:attrName>r</p:attrName>
                                        </p:attrNameLst>
                                      </p:cBhvr>
                                    </p:animRot>
                                    <p:animRot by="240000">
                                      <p:cBhvr>
                                        <p:cTn id="492" dur="200" fill="hold">
                                          <p:stCondLst>
                                            <p:cond delay="400"/>
                                          </p:stCondLst>
                                        </p:cTn>
                                        <p:tgtEl>
                                          <p:spTgt spid="261"/>
                                        </p:tgtEl>
                                        <p:attrNameLst>
                                          <p:attrName>r</p:attrName>
                                        </p:attrNameLst>
                                      </p:cBhvr>
                                    </p:animRot>
                                    <p:animRot by="-240000">
                                      <p:cBhvr>
                                        <p:cTn id="493" dur="200" fill="hold">
                                          <p:stCondLst>
                                            <p:cond delay="600"/>
                                          </p:stCondLst>
                                        </p:cTn>
                                        <p:tgtEl>
                                          <p:spTgt spid="261"/>
                                        </p:tgtEl>
                                        <p:attrNameLst>
                                          <p:attrName>r</p:attrName>
                                        </p:attrNameLst>
                                      </p:cBhvr>
                                    </p:animRot>
                                    <p:animRot by="120000">
                                      <p:cBhvr>
                                        <p:cTn id="494" dur="200" fill="hold">
                                          <p:stCondLst>
                                            <p:cond delay="800"/>
                                          </p:stCondLst>
                                        </p:cTn>
                                        <p:tgtEl>
                                          <p:spTgt spid="261"/>
                                        </p:tgtEl>
                                        <p:attrNameLst>
                                          <p:attrName>r</p:attrName>
                                        </p:attrNameLst>
                                      </p:cBhvr>
                                    </p:animRot>
                                  </p:childTnLst>
                                </p:cTn>
                              </p:par>
                            </p:childTnLst>
                          </p:cTn>
                        </p:par>
                        <p:par>
                          <p:cTn id="495" fill="hold">
                            <p:stCondLst>
                              <p:cond delay="1000"/>
                            </p:stCondLst>
                            <p:childTnLst>
                              <p:par>
                                <p:cTn id="496" presetID="22" presetClass="entr" presetSubtype="1" fill="hold" grpId="0" nodeType="afterEffect">
                                  <p:stCondLst>
                                    <p:cond delay="0"/>
                                  </p:stCondLst>
                                  <p:childTnLst>
                                    <p:set>
                                      <p:cBhvr>
                                        <p:cTn id="497" dur="1" fill="hold">
                                          <p:stCondLst>
                                            <p:cond delay="0"/>
                                          </p:stCondLst>
                                        </p:cTn>
                                        <p:tgtEl>
                                          <p:spTgt spid="318"/>
                                        </p:tgtEl>
                                        <p:attrNameLst>
                                          <p:attrName>style.visibility</p:attrName>
                                        </p:attrNameLst>
                                      </p:cBhvr>
                                      <p:to>
                                        <p:strVal val="visible"/>
                                      </p:to>
                                    </p:set>
                                    <p:animEffect transition="in" filter="wipe(up)">
                                      <p:cBhvr>
                                        <p:cTn id="498" dur="1000"/>
                                        <p:tgtEl>
                                          <p:spTgt spid="318"/>
                                        </p:tgtEl>
                                      </p:cBhvr>
                                    </p:animEffect>
                                  </p:childTnLst>
                                </p:cTn>
                              </p:par>
                            </p:childTnLst>
                          </p:cTn>
                        </p:par>
                        <p:par>
                          <p:cTn id="499" fill="hold">
                            <p:stCondLst>
                              <p:cond delay="2000"/>
                            </p:stCondLst>
                            <p:childTnLst>
                              <p:par>
                                <p:cTn id="500" presetID="7" presetClass="emph" presetSubtype="2" fill="hold" nodeType="afterEffect">
                                  <p:stCondLst>
                                    <p:cond delay="0"/>
                                  </p:stCondLst>
                                  <p:childTnLst>
                                    <p:animClr clrSpc="rgb" dir="cw">
                                      <p:cBhvr>
                                        <p:cTn id="501" dur="500" fill="hold"/>
                                        <p:tgtEl>
                                          <p:spTgt spid="261"/>
                                        </p:tgtEl>
                                        <p:attrNameLst>
                                          <p:attrName>stroke.color</p:attrName>
                                        </p:attrNameLst>
                                      </p:cBhvr>
                                      <p:to>
                                        <a:srgbClr val="DBE7F9"/>
                                      </p:to>
                                    </p:animClr>
                                    <p:set>
                                      <p:cBhvr>
                                        <p:cTn id="502" dur="500" fill="hold"/>
                                        <p:tgtEl>
                                          <p:spTgt spid="261"/>
                                        </p:tgtEl>
                                        <p:attrNameLst>
                                          <p:attrName>stroke.on</p:attrName>
                                        </p:attrNameLst>
                                      </p:cBhvr>
                                      <p:to>
                                        <p:strVal val="true"/>
                                      </p:to>
                                    </p:set>
                                  </p:childTnLst>
                                </p:cTn>
                              </p:par>
                              <p:par>
                                <p:cTn id="503" presetID="7" presetClass="emph" presetSubtype="2" fill="hold" nodeType="withEffect">
                                  <p:stCondLst>
                                    <p:cond delay="0"/>
                                  </p:stCondLst>
                                  <p:childTnLst>
                                    <p:animClr clrSpc="rgb" dir="cw">
                                      <p:cBhvr>
                                        <p:cTn id="504" dur="500" fill="hold"/>
                                        <p:tgtEl>
                                          <p:spTgt spid="263"/>
                                        </p:tgtEl>
                                        <p:attrNameLst>
                                          <p:attrName>stroke.color</p:attrName>
                                        </p:attrNameLst>
                                      </p:cBhvr>
                                      <p:to>
                                        <a:srgbClr val="7F6000"/>
                                      </p:to>
                                    </p:animClr>
                                    <p:set>
                                      <p:cBhvr>
                                        <p:cTn id="505" dur="500" fill="hold"/>
                                        <p:tgtEl>
                                          <p:spTgt spid="263"/>
                                        </p:tgtEl>
                                        <p:attrNameLst>
                                          <p:attrName>stroke.on</p:attrName>
                                        </p:attrNameLst>
                                      </p:cBhvr>
                                      <p:to>
                                        <p:strVal val="true"/>
                                      </p:to>
                                    </p:set>
                                  </p:childTnLst>
                                </p:cTn>
                              </p:par>
                            </p:childTnLst>
                          </p:cTn>
                        </p:par>
                      </p:childTnLst>
                    </p:cTn>
                  </p:par>
                  <p:par>
                    <p:cTn id="506" fill="hold">
                      <p:stCondLst>
                        <p:cond delay="indefinite"/>
                      </p:stCondLst>
                      <p:childTnLst>
                        <p:par>
                          <p:cTn id="507" fill="hold">
                            <p:stCondLst>
                              <p:cond delay="0"/>
                            </p:stCondLst>
                            <p:childTnLst>
                              <p:par>
                                <p:cTn id="508" presetID="32" presetClass="emph" presetSubtype="0" fill="hold" nodeType="clickEffect">
                                  <p:stCondLst>
                                    <p:cond delay="0"/>
                                  </p:stCondLst>
                                  <p:childTnLst>
                                    <p:animRot by="120000">
                                      <p:cBhvr>
                                        <p:cTn id="509" dur="100" fill="hold">
                                          <p:stCondLst>
                                            <p:cond delay="0"/>
                                          </p:stCondLst>
                                        </p:cTn>
                                        <p:tgtEl>
                                          <p:spTgt spid="263"/>
                                        </p:tgtEl>
                                        <p:attrNameLst>
                                          <p:attrName>r</p:attrName>
                                        </p:attrNameLst>
                                      </p:cBhvr>
                                    </p:animRot>
                                    <p:animRot by="-240000">
                                      <p:cBhvr>
                                        <p:cTn id="510" dur="200" fill="hold">
                                          <p:stCondLst>
                                            <p:cond delay="200"/>
                                          </p:stCondLst>
                                        </p:cTn>
                                        <p:tgtEl>
                                          <p:spTgt spid="263"/>
                                        </p:tgtEl>
                                        <p:attrNameLst>
                                          <p:attrName>r</p:attrName>
                                        </p:attrNameLst>
                                      </p:cBhvr>
                                    </p:animRot>
                                    <p:animRot by="240000">
                                      <p:cBhvr>
                                        <p:cTn id="511" dur="200" fill="hold">
                                          <p:stCondLst>
                                            <p:cond delay="400"/>
                                          </p:stCondLst>
                                        </p:cTn>
                                        <p:tgtEl>
                                          <p:spTgt spid="263"/>
                                        </p:tgtEl>
                                        <p:attrNameLst>
                                          <p:attrName>r</p:attrName>
                                        </p:attrNameLst>
                                      </p:cBhvr>
                                    </p:animRot>
                                    <p:animRot by="-240000">
                                      <p:cBhvr>
                                        <p:cTn id="512" dur="200" fill="hold">
                                          <p:stCondLst>
                                            <p:cond delay="600"/>
                                          </p:stCondLst>
                                        </p:cTn>
                                        <p:tgtEl>
                                          <p:spTgt spid="263"/>
                                        </p:tgtEl>
                                        <p:attrNameLst>
                                          <p:attrName>r</p:attrName>
                                        </p:attrNameLst>
                                      </p:cBhvr>
                                    </p:animRot>
                                    <p:animRot by="120000">
                                      <p:cBhvr>
                                        <p:cTn id="513" dur="200" fill="hold">
                                          <p:stCondLst>
                                            <p:cond delay="800"/>
                                          </p:stCondLst>
                                        </p:cTn>
                                        <p:tgtEl>
                                          <p:spTgt spid="263"/>
                                        </p:tgtEl>
                                        <p:attrNameLst>
                                          <p:attrName>r</p:attrName>
                                        </p:attrNameLst>
                                      </p:cBhvr>
                                    </p:animRot>
                                  </p:childTnLst>
                                </p:cTn>
                              </p:par>
                            </p:childTnLst>
                          </p:cTn>
                        </p:par>
                        <p:par>
                          <p:cTn id="514" fill="hold">
                            <p:stCondLst>
                              <p:cond delay="1000"/>
                            </p:stCondLst>
                            <p:childTnLst>
                              <p:par>
                                <p:cTn id="515" presetID="27" presetClass="emph" presetSubtype="0" fill="remove" grpId="1" nodeType="afterEffect">
                                  <p:stCondLst>
                                    <p:cond delay="0"/>
                                  </p:stCondLst>
                                  <p:childTnLst>
                                    <p:animClr clrSpc="rgb" dir="cw">
                                      <p:cBhvr override="childStyle">
                                        <p:cTn id="516" dur="750" autoRev="1" fill="remove"/>
                                        <p:tgtEl>
                                          <p:spTgt spid="212"/>
                                        </p:tgtEl>
                                        <p:attrNameLst>
                                          <p:attrName>style.color</p:attrName>
                                        </p:attrNameLst>
                                      </p:cBhvr>
                                      <p:to>
                                        <a:srgbClr val="FFC000"/>
                                      </p:to>
                                    </p:animClr>
                                    <p:animClr clrSpc="rgb" dir="cw">
                                      <p:cBhvr>
                                        <p:cTn id="517" dur="750" autoRev="1" fill="remove"/>
                                        <p:tgtEl>
                                          <p:spTgt spid="212"/>
                                        </p:tgtEl>
                                        <p:attrNameLst>
                                          <p:attrName>fillcolor</p:attrName>
                                        </p:attrNameLst>
                                      </p:cBhvr>
                                      <p:to>
                                        <a:srgbClr val="FFC000"/>
                                      </p:to>
                                    </p:animClr>
                                    <p:set>
                                      <p:cBhvr>
                                        <p:cTn id="518" dur="750" autoRev="1" fill="remove"/>
                                        <p:tgtEl>
                                          <p:spTgt spid="212"/>
                                        </p:tgtEl>
                                        <p:attrNameLst>
                                          <p:attrName>fill.type</p:attrName>
                                        </p:attrNameLst>
                                      </p:cBhvr>
                                      <p:to>
                                        <p:strVal val="solid"/>
                                      </p:to>
                                    </p:set>
                                    <p:set>
                                      <p:cBhvr>
                                        <p:cTn id="519" dur="750" autoRev="1" fill="remove"/>
                                        <p:tgtEl>
                                          <p:spTgt spid="212"/>
                                        </p:tgtEl>
                                        <p:attrNameLst>
                                          <p:attrName>fill.on</p:attrName>
                                        </p:attrNameLst>
                                      </p:cBhvr>
                                      <p:to>
                                        <p:strVal val="true"/>
                                      </p:to>
                                    </p:set>
                                  </p:childTnLst>
                                </p:cTn>
                              </p:par>
                            </p:childTnLst>
                          </p:cTn>
                        </p:par>
                        <p:par>
                          <p:cTn id="520" fill="hold">
                            <p:stCondLst>
                              <p:cond delay="2500"/>
                            </p:stCondLst>
                            <p:childTnLst>
                              <p:par>
                                <p:cTn id="521" presetID="7" presetClass="emph" presetSubtype="2" fill="hold" nodeType="afterEffect">
                                  <p:stCondLst>
                                    <p:cond delay="0"/>
                                  </p:stCondLst>
                                  <p:childTnLst>
                                    <p:animClr clrSpc="rgb" dir="cw">
                                      <p:cBhvr>
                                        <p:cTn id="522" dur="500" fill="hold"/>
                                        <p:tgtEl>
                                          <p:spTgt spid="263"/>
                                        </p:tgtEl>
                                        <p:attrNameLst>
                                          <p:attrName>stroke.color</p:attrName>
                                        </p:attrNameLst>
                                      </p:cBhvr>
                                      <p:to>
                                        <a:srgbClr val="DBE7F9"/>
                                      </p:to>
                                    </p:animClr>
                                    <p:set>
                                      <p:cBhvr>
                                        <p:cTn id="523" dur="500" fill="hold"/>
                                        <p:tgtEl>
                                          <p:spTgt spid="263"/>
                                        </p:tgtEl>
                                        <p:attrNameLst>
                                          <p:attrName>stroke.on</p:attrName>
                                        </p:attrNameLst>
                                      </p:cBhvr>
                                      <p:to>
                                        <p:strVal val="true"/>
                                      </p:to>
                                    </p:set>
                                  </p:childTnLst>
                                </p:cTn>
                              </p:par>
                              <p:par>
                                <p:cTn id="524" presetID="7" presetClass="emph" presetSubtype="2" fill="hold" nodeType="withEffect">
                                  <p:stCondLst>
                                    <p:cond delay="0"/>
                                  </p:stCondLst>
                                  <p:childTnLst>
                                    <p:animClr clrSpc="rgb" dir="cw">
                                      <p:cBhvr>
                                        <p:cTn id="525" dur="500" fill="hold"/>
                                        <p:tgtEl>
                                          <p:spTgt spid="261"/>
                                        </p:tgtEl>
                                        <p:attrNameLst>
                                          <p:attrName>stroke.color</p:attrName>
                                        </p:attrNameLst>
                                      </p:cBhvr>
                                      <p:to>
                                        <a:srgbClr val="7F6000"/>
                                      </p:to>
                                    </p:animClr>
                                    <p:set>
                                      <p:cBhvr>
                                        <p:cTn id="526" dur="500" fill="hold"/>
                                        <p:tgtEl>
                                          <p:spTgt spid="261"/>
                                        </p:tgtEl>
                                        <p:attrNameLst>
                                          <p:attrName>stroke.on</p:attrName>
                                        </p:attrNameLst>
                                      </p:cBhvr>
                                      <p:to>
                                        <p:strVal val="true"/>
                                      </p:to>
                                    </p:set>
                                  </p:childTnLst>
                                </p:cTn>
                              </p:par>
                            </p:childTnLst>
                          </p:cTn>
                        </p:par>
                      </p:childTnLst>
                    </p:cTn>
                  </p:par>
                  <p:par>
                    <p:cTn id="527" fill="hold">
                      <p:stCondLst>
                        <p:cond delay="indefinite"/>
                      </p:stCondLst>
                      <p:childTnLst>
                        <p:par>
                          <p:cTn id="528" fill="hold">
                            <p:stCondLst>
                              <p:cond delay="0"/>
                            </p:stCondLst>
                            <p:childTnLst>
                              <p:par>
                                <p:cTn id="529" presetID="32" presetClass="emph" presetSubtype="0" fill="hold" nodeType="clickEffect">
                                  <p:stCondLst>
                                    <p:cond delay="0"/>
                                  </p:stCondLst>
                                  <p:childTnLst>
                                    <p:animRot by="120000">
                                      <p:cBhvr>
                                        <p:cTn id="530" dur="100" fill="hold">
                                          <p:stCondLst>
                                            <p:cond delay="0"/>
                                          </p:stCondLst>
                                        </p:cTn>
                                        <p:tgtEl>
                                          <p:spTgt spid="261"/>
                                        </p:tgtEl>
                                        <p:attrNameLst>
                                          <p:attrName>r</p:attrName>
                                        </p:attrNameLst>
                                      </p:cBhvr>
                                    </p:animRot>
                                    <p:animRot by="-240000">
                                      <p:cBhvr>
                                        <p:cTn id="531" dur="200" fill="hold">
                                          <p:stCondLst>
                                            <p:cond delay="200"/>
                                          </p:stCondLst>
                                        </p:cTn>
                                        <p:tgtEl>
                                          <p:spTgt spid="261"/>
                                        </p:tgtEl>
                                        <p:attrNameLst>
                                          <p:attrName>r</p:attrName>
                                        </p:attrNameLst>
                                      </p:cBhvr>
                                    </p:animRot>
                                    <p:animRot by="240000">
                                      <p:cBhvr>
                                        <p:cTn id="532" dur="200" fill="hold">
                                          <p:stCondLst>
                                            <p:cond delay="400"/>
                                          </p:stCondLst>
                                        </p:cTn>
                                        <p:tgtEl>
                                          <p:spTgt spid="261"/>
                                        </p:tgtEl>
                                        <p:attrNameLst>
                                          <p:attrName>r</p:attrName>
                                        </p:attrNameLst>
                                      </p:cBhvr>
                                    </p:animRot>
                                    <p:animRot by="-240000">
                                      <p:cBhvr>
                                        <p:cTn id="533" dur="200" fill="hold">
                                          <p:stCondLst>
                                            <p:cond delay="600"/>
                                          </p:stCondLst>
                                        </p:cTn>
                                        <p:tgtEl>
                                          <p:spTgt spid="261"/>
                                        </p:tgtEl>
                                        <p:attrNameLst>
                                          <p:attrName>r</p:attrName>
                                        </p:attrNameLst>
                                      </p:cBhvr>
                                    </p:animRot>
                                    <p:animRot by="120000">
                                      <p:cBhvr>
                                        <p:cTn id="534" dur="200" fill="hold">
                                          <p:stCondLst>
                                            <p:cond delay="800"/>
                                          </p:stCondLst>
                                        </p:cTn>
                                        <p:tgtEl>
                                          <p:spTgt spid="261"/>
                                        </p:tgtEl>
                                        <p:attrNameLst>
                                          <p:attrName>r</p:attrName>
                                        </p:attrNameLst>
                                      </p:cBhvr>
                                    </p:animRot>
                                  </p:childTnLst>
                                </p:cTn>
                              </p:par>
                            </p:childTnLst>
                          </p:cTn>
                        </p:par>
                        <p:par>
                          <p:cTn id="535" fill="hold">
                            <p:stCondLst>
                              <p:cond delay="1000"/>
                            </p:stCondLst>
                            <p:childTnLst>
                              <p:par>
                                <p:cTn id="536" presetID="63" presetClass="path" presetSubtype="0" accel="50000" decel="50000" fill="hold" grpId="1" nodeType="afterEffect">
                                  <p:stCondLst>
                                    <p:cond delay="0"/>
                                  </p:stCondLst>
                                  <p:childTnLst>
                                    <p:animMotion origin="layout" path="M -1.25E-6 -1.11111E-6 L 0.17149 -0.00046 " pathEditMode="relative" rAng="0" ptsTypes="AA">
                                      <p:cBhvr>
                                        <p:cTn id="537" dur="1000" fill="hold"/>
                                        <p:tgtEl>
                                          <p:spTgt spid="318"/>
                                        </p:tgtEl>
                                        <p:attrNameLst>
                                          <p:attrName>ppt_x</p:attrName>
                                          <p:attrName>ppt_y</p:attrName>
                                        </p:attrNameLst>
                                      </p:cBhvr>
                                      <p:rCtr x="8568" y="-23"/>
                                    </p:animMotion>
                                  </p:childTnLst>
                                </p:cTn>
                              </p:par>
                              <p:par>
                                <p:cTn id="538" presetID="7" presetClass="emph" presetSubtype="2" fill="hold" nodeType="withEffect">
                                  <p:stCondLst>
                                    <p:cond delay="0"/>
                                  </p:stCondLst>
                                  <p:childTnLst>
                                    <p:animClr clrSpc="rgb" dir="cw">
                                      <p:cBhvr>
                                        <p:cTn id="539" dur="500" fill="hold"/>
                                        <p:tgtEl>
                                          <p:spTgt spid="261"/>
                                        </p:tgtEl>
                                        <p:attrNameLst>
                                          <p:attrName>stroke.color</p:attrName>
                                        </p:attrNameLst>
                                      </p:cBhvr>
                                      <p:to>
                                        <a:srgbClr val="DBE7F9"/>
                                      </p:to>
                                    </p:animClr>
                                    <p:set>
                                      <p:cBhvr>
                                        <p:cTn id="540" dur="500" fill="hold"/>
                                        <p:tgtEl>
                                          <p:spTgt spid="261"/>
                                        </p:tgtEl>
                                        <p:attrNameLst>
                                          <p:attrName>stroke.on</p:attrName>
                                        </p:attrNameLst>
                                      </p:cBhvr>
                                      <p:to>
                                        <p:strVal val="true"/>
                                      </p:to>
                                    </p:set>
                                  </p:childTnLst>
                                </p:cTn>
                              </p:par>
                              <p:par>
                                <p:cTn id="541" presetID="7" presetClass="emph" presetSubtype="2" fill="hold" nodeType="withEffect">
                                  <p:stCondLst>
                                    <p:cond delay="0"/>
                                  </p:stCondLst>
                                  <p:childTnLst>
                                    <p:animClr clrSpc="rgb" dir="cw">
                                      <p:cBhvr>
                                        <p:cTn id="542" dur="500" fill="hold"/>
                                        <p:tgtEl>
                                          <p:spTgt spid="263"/>
                                        </p:tgtEl>
                                        <p:attrNameLst>
                                          <p:attrName>stroke.color</p:attrName>
                                        </p:attrNameLst>
                                      </p:cBhvr>
                                      <p:to>
                                        <a:srgbClr val="7F6000"/>
                                      </p:to>
                                    </p:animClr>
                                    <p:set>
                                      <p:cBhvr>
                                        <p:cTn id="543" dur="500" fill="hold"/>
                                        <p:tgtEl>
                                          <p:spTgt spid="263"/>
                                        </p:tgtEl>
                                        <p:attrNameLst>
                                          <p:attrName>stroke.on</p:attrName>
                                        </p:attrNameLst>
                                      </p:cBhvr>
                                      <p:to>
                                        <p:strVal val="true"/>
                                      </p:to>
                                    </p:set>
                                  </p:childTnLst>
                                </p:cTn>
                              </p:par>
                            </p:childTnLst>
                          </p:cTn>
                        </p:par>
                      </p:childTnLst>
                    </p:cTn>
                  </p:par>
                  <p:par>
                    <p:cTn id="544" fill="hold">
                      <p:stCondLst>
                        <p:cond delay="indefinite"/>
                      </p:stCondLst>
                      <p:childTnLst>
                        <p:par>
                          <p:cTn id="545" fill="hold">
                            <p:stCondLst>
                              <p:cond delay="0"/>
                            </p:stCondLst>
                            <p:childTnLst>
                              <p:par>
                                <p:cTn id="546" presetID="32" presetClass="emph" presetSubtype="0" fill="hold" nodeType="clickEffect">
                                  <p:stCondLst>
                                    <p:cond delay="0"/>
                                  </p:stCondLst>
                                  <p:childTnLst>
                                    <p:animRot by="120000">
                                      <p:cBhvr>
                                        <p:cTn id="547" dur="100" fill="hold">
                                          <p:stCondLst>
                                            <p:cond delay="0"/>
                                          </p:stCondLst>
                                        </p:cTn>
                                        <p:tgtEl>
                                          <p:spTgt spid="263"/>
                                        </p:tgtEl>
                                        <p:attrNameLst>
                                          <p:attrName>r</p:attrName>
                                        </p:attrNameLst>
                                      </p:cBhvr>
                                    </p:animRot>
                                    <p:animRot by="-240000">
                                      <p:cBhvr>
                                        <p:cTn id="548" dur="200" fill="hold">
                                          <p:stCondLst>
                                            <p:cond delay="200"/>
                                          </p:stCondLst>
                                        </p:cTn>
                                        <p:tgtEl>
                                          <p:spTgt spid="263"/>
                                        </p:tgtEl>
                                        <p:attrNameLst>
                                          <p:attrName>r</p:attrName>
                                        </p:attrNameLst>
                                      </p:cBhvr>
                                    </p:animRot>
                                    <p:animRot by="240000">
                                      <p:cBhvr>
                                        <p:cTn id="549" dur="200" fill="hold">
                                          <p:stCondLst>
                                            <p:cond delay="400"/>
                                          </p:stCondLst>
                                        </p:cTn>
                                        <p:tgtEl>
                                          <p:spTgt spid="263"/>
                                        </p:tgtEl>
                                        <p:attrNameLst>
                                          <p:attrName>r</p:attrName>
                                        </p:attrNameLst>
                                      </p:cBhvr>
                                    </p:animRot>
                                    <p:animRot by="-240000">
                                      <p:cBhvr>
                                        <p:cTn id="550" dur="200" fill="hold">
                                          <p:stCondLst>
                                            <p:cond delay="600"/>
                                          </p:stCondLst>
                                        </p:cTn>
                                        <p:tgtEl>
                                          <p:spTgt spid="263"/>
                                        </p:tgtEl>
                                        <p:attrNameLst>
                                          <p:attrName>r</p:attrName>
                                        </p:attrNameLst>
                                      </p:cBhvr>
                                    </p:animRot>
                                    <p:animRot by="120000">
                                      <p:cBhvr>
                                        <p:cTn id="551" dur="200" fill="hold">
                                          <p:stCondLst>
                                            <p:cond delay="800"/>
                                          </p:stCondLst>
                                        </p:cTn>
                                        <p:tgtEl>
                                          <p:spTgt spid="263"/>
                                        </p:tgtEl>
                                        <p:attrNameLst>
                                          <p:attrName>r</p:attrName>
                                        </p:attrNameLst>
                                      </p:cBhvr>
                                    </p:animRot>
                                  </p:childTnLst>
                                </p:cTn>
                              </p:par>
                            </p:childTnLst>
                          </p:cTn>
                        </p:par>
                        <p:par>
                          <p:cTn id="552" fill="hold">
                            <p:stCondLst>
                              <p:cond delay="1000"/>
                            </p:stCondLst>
                            <p:childTnLst>
                              <p:par>
                                <p:cTn id="553" presetID="27" presetClass="emph" presetSubtype="0" fill="remove" grpId="2" nodeType="afterEffect">
                                  <p:stCondLst>
                                    <p:cond delay="0"/>
                                  </p:stCondLst>
                                  <p:childTnLst>
                                    <p:animClr clrSpc="rgb" dir="cw">
                                      <p:cBhvr override="childStyle">
                                        <p:cTn id="554" dur="500" autoRev="1" fill="remove"/>
                                        <p:tgtEl>
                                          <p:spTgt spid="213"/>
                                        </p:tgtEl>
                                        <p:attrNameLst>
                                          <p:attrName>style.color</p:attrName>
                                        </p:attrNameLst>
                                      </p:cBhvr>
                                      <p:to>
                                        <a:srgbClr val="FFC000"/>
                                      </p:to>
                                    </p:animClr>
                                    <p:animClr clrSpc="rgb" dir="cw">
                                      <p:cBhvr>
                                        <p:cTn id="555" dur="500" autoRev="1" fill="remove"/>
                                        <p:tgtEl>
                                          <p:spTgt spid="213"/>
                                        </p:tgtEl>
                                        <p:attrNameLst>
                                          <p:attrName>fillcolor</p:attrName>
                                        </p:attrNameLst>
                                      </p:cBhvr>
                                      <p:to>
                                        <a:srgbClr val="FFC000"/>
                                      </p:to>
                                    </p:animClr>
                                    <p:set>
                                      <p:cBhvr>
                                        <p:cTn id="556" dur="500" autoRev="1" fill="remove"/>
                                        <p:tgtEl>
                                          <p:spTgt spid="213"/>
                                        </p:tgtEl>
                                        <p:attrNameLst>
                                          <p:attrName>fill.type</p:attrName>
                                        </p:attrNameLst>
                                      </p:cBhvr>
                                      <p:to>
                                        <p:strVal val="solid"/>
                                      </p:to>
                                    </p:set>
                                    <p:set>
                                      <p:cBhvr>
                                        <p:cTn id="557" dur="500" autoRev="1" fill="remove"/>
                                        <p:tgtEl>
                                          <p:spTgt spid="213"/>
                                        </p:tgtEl>
                                        <p:attrNameLst>
                                          <p:attrName>fill.on</p:attrName>
                                        </p:attrNameLst>
                                      </p:cBhvr>
                                      <p:to>
                                        <p:strVal val="true"/>
                                      </p:to>
                                    </p:set>
                                  </p:childTnLst>
                                </p:cTn>
                              </p:par>
                              <p:par>
                                <p:cTn id="558" presetID="7" presetClass="emph" presetSubtype="2" fill="hold" nodeType="withEffect">
                                  <p:stCondLst>
                                    <p:cond delay="0"/>
                                  </p:stCondLst>
                                  <p:childTnLst>
                                    <p:animClr clrSpc="rgb" dir="cw">
                                      <p:cBhvr>
                                        <p:cTn id="559" dur="500" fill="hold"/>
                                        <p:tgtEl>
                                          <p:spTgt spid="263"/>
                                        </p:tgtEl>
                                        <p:attrNameLst>
                                          <p:attrName>stroke.color</p:attrName>
                                        </p:attrNameLst>
                                      </p:cBhvr>
                                      <p:to>
                                        <a:srgbClr val="DBE7F9"/>
                                      </p:to>
                                    </p:animClr>
                                    <p:set>
                                      <p:cBhvr>
                                        <p:cTn id="560" dur="500" fill="hold"/>
                                        <p:tgtEl>
                                          <p:spTgt spid="263"/>
                                        </p:tgtEl>
                                        <p:attrNameLst>
                                          <p:attrName>stroke.on</p:attrName>
                                        </p:attrNameLst>
                                      </p:cBhvr>
                                      <p:to>
                                        <p:strVal val="true"/>
                                      </p:to>
                                    </p:set>
                                  </p:childTnLst>
                                </p:cTn>
                              </p:par>
                            </p:childTnLst>
                          </p:cTn>
                        </p:par>
                        <p:par>
                          <p:cTn id="561" fill="hold">
                            <p:stCondLst>
                              <p:cond delay="2000"/>
                            </p:stCondLst>
                            <p:childTnLst>
                              <p:par>
                                <p:cTn id="562" presetID="7" presetClass="emph" presetSubtype="2" fill="hold" nodeType="afterEffect">
                                  <p:stCondLst>
                                    <p:cond delay="0"/>
                                  </p:stCondLst>
                                  <p:childTnLst>
                                    <p:animClr clrSpc="rgb" dir="cw">
                                      <p:cBhvr>
                                        <p:cTn id="563" dur="500" fill="hold"/>
                                        <p:tgtEl>
                                          <p:spTgt spid="261"/>
                                        </p:tgtEl>
                                        <p:attrNameLst>
                                          <p:attrName>stroke.color</p:attrName>
                                        </p:attrNameLst>
                                      </p:cBhvr>
                                      <p:to>
                                        <a:srgbClr val="7F6000"/>
                                      </p:to>
                                    </p:animClr>
                                    <p:set>
                                      <p:cBhvr>
                                        <p:cTn id="564" dur="500" fill="hold"/>
                                        <p:tgtEl>
                                          <p:spTgt spid="261"/>
                                        </p:tgtEl>
                                        <p:attrNameLst>
                                          <p:attrName>stroke.on</p:attrName>
                                        </p:attrNameLst>
                                      </p:cBhvr>
                                      <p:to>
                                        <p:strVal val="true"/>
                                      </p:to>
                                    </p:set>
                                  </p:childTnLst>
                                </p:cTn>
                              </p:par>
                            </p:childTnLst>
                          </p:cTn>
                        </p:par>
                      </p:childTnLst>
                    </p:cTn>
                  </p:par>
                  <p:par>
                    <p:cTn id="565" fill="hold">
                      <p:stCondLst>
                        <p:cond delay="indefinite"/>
                      </p:stCondLst>
                      <p:childTnLst>
                        <p:par>
                          <p:cTn id="566" fill="hold">
                            <p:stCondLst>
                              <p:cond delay="0"/>
                            </p:stCondLst>
                            <p:childTnLst>
                              <p:par>
                                <p:cTn id="567" presetID="32" presetClass="emph" presetSubtype="0" fill="hold" nodeType="clickEffect">
                                  <p:stCondLst>
                                    <p:cond delay="0"/>
                                  </p:stCondLst>
                                  <p:childTnLst>
                                    <p:animRot by="120000">
                                      <p:cBhvr>
                                        <p:cTn id="568" dur="100" fill="hold">
                                          <p:stCondLst>
                                            <p:cond delay="0"/>
                                          </p:stCondLst>
                                        </p:cTn>
                                        <p:tgtEl>
                                          <p:spTgt spid="261"/>
                                        </p:tgtEl>
                                        <p:attrNameLst>
                                          <p:attrName>r</p:attrName>
                                        </p:attrNameLst>
                                      </p:cBhvr>
                                    </p:animRot>
                                    <p:animRot by="-240000">
                                      <p:cBhvr>
                                        <p:cTn id="569" dur="200" fill="hold">
                                          <p:stCondLst>
                                            <p:cond delay="200"/>
                                          </p:stCondLst>
                                        </p:cTn>
                                        <p:tgtEl>
                                          <p:spTgt spid="261"/>
                                        </p:tgtEl>
                                        <p:attrNameLst>
                                          <p:attrName>r</p:attrName>
                                        </p:attrNameLst>
                                      </p:cBhvr>
                                    </p:animRot>
                                    <p:animRot by="240000">
                                      <p:cBhvr>
                                        <p:cTn id="570" dur="200" fill="hold">
                                          <p:stCondLst>
                                            <p:cond delay="400"/>
                                          </p:stCondLst>
                                        </p:cTn>
                                        <p:tgtEl>
                                          <p:spTgt spid="261"/>
                                        </p:tgtEl>
                                        <p:attrNameLst>
                                          <p:attrName>r</p:attrName>
                                        </p:attrNameLst>
                                      </p:cBhvr>
                                    </p:animRot>
                                    <p:animRot by="-240000">
                                      <p:cBhvr>
                                        <p:cTn id="571" dur="200" fill="hold">
                                          <p:stCondLst>
                                            <p:cond delay="600"/>
                                          </p:stCondLst>
                                        </p:cTn>
                                        <p:tgtEl>
                                          <p:spTgt spid="261"/>
                                        </p:tgtEl>
                                        <p:attrNameLst>
                                          <p:attrName>r</p:attrName>
                                        </p:attrNameLst>
                                      </p:cBhvr>
                                    </p:animRot>
                                    <p:animRot by="120000">
                                      <p:cBhvr>
                                        <p:cTn id="572" dur="200" fill="hold">
                                          <p:stCondLst>
                                            <p:cond delay="800"/>
                                          </p:stCondLst>
                                        </p:cTn>
                                        <p:tgtEl>
                                          <p:spTgt spid="261"/>
                                        </p:tgtEl>
                                        <p:attrNameLst>
                                          <p:attrName>r</p:attrName>
                                        </p:attrNameLst>
                                      </p:cBhvr>
                                    </p:animRot>
                                  </p:childTnLst>
                                </p:cTn>
                              </p:par>
                            </p:childTnLst>
                          </p:cTn>
                        </p:par>
                        <p:par>
                          <p:cTn id="573" fill="hold">
                            <p:stCondLst>
                              <p:cond delay="1000"/>
                            </p:stCondLst>
                            <p:childTnLst>
                              <p:par>
                                <p:cTn id="574" presetID="53" presetClass="entr" presetSubtype="16" fill="hold" grpId="0" nodeType="afterEffect">
                                  <p:stCondLst>
                                    <p:cond delay="0"/>
                                  </p:stCondLst>
                                  <p:childTnLst>
                                    <p:set>
                                      <p:cBhvr>
                                        <p:cTn id="575" dur="1" fill="hold">
                                          <p:stCondLst>
                                            <p:cond delay="0"/>
                                          </p:stCondLst>
                                        </p:cTn>
                                        <p:tgtEl>
                                          <p:spTgt spid="319"/>
                                        </p:tgtEl>
                                        <p:attrNameLst>
                                          <p:attrName>style.visibility</p:attrName>
                                        </p:attrNameLst>
                                      </p:cBhvr>
                                      <p:to>
                                        <p:strVal val="visible"/>
                                      </p:to>
                                    </p:set>
                                    <p:anim calcmode="lin" valueType="num">
                                      <p:cBhvr>
                                        <p:cTn id="576" dur="1000" fill="hold"/>
                                        <p:tgtEl>
                                          <p:spTgt spid="319"/>
                                        </p:tgtEl>
                                        <p:attrNameLst>
                                          <p:attrName>ppt_w</p:attrName>
                                        </p:attrNameLst>
                                      </p:cBhvr>
                                      <p:tavLst>
                                        <p:tav tm="0">
                                          <p:val>
                                            <p:fltVal val="0"/>
                                          </p:val>
                                        </p:tav>
                                        <p:tav tm="100000">
                                          <p:val>
                                            <p:strVal val="#ppt_w"/>
                                          </p:val>
                                        </p:tav>
                                      </p:tavLst>
                                    </p:anim>
                                    <p:anim calcmode="lin" valueType="num">
                                      <p:cBhvr>
                                        <p:cTn id="577" dur="1000" fill="hold"/>
                                        <p:tgtEl>
                                          <p:spTgt spid="319"/>
                                        </p:tgtEl>
                                        <p:attrNameLst>
                                          <p:attrName>ppt_h</p:attrName>
                                        </p:attrNameLst>
                                      </p:cBhvr>
                                      <p:tavLst>
                                        <p:tav tm="0">
                                          <p:val>
                                            <p:fltVal val="0"/>
                                          </p:val>
                                        </p:tav>
                                        <p:tav tm="100000">
                                          <p:val>
                                            <p:strVal val="#ppt_h"/>
                                          </p:val>
                                        </p:tav>
                                      </p:tavLst>
                                    </p:anim>
                                    <p:animEffect transition="in" filter="fade">
                                      <p:cBhvr>
                                        <p:cTn id="578" dur="1000"/>
                                        <p:tgtEl>
                                          <p:spTgt spid="319"/>
                                        </p:tgtEl>
                                      </p:cBhvr>
                                    </p:animEffect>
                                  </p:childTnLst>
                                </p:cTn>
                              </p:par>
                            </p:childTnLst>
                          </p:cTn>
                        </p:par>
                        <p:par>
                          <p:cTn id="579" fill="hold">
                            <p:stCondLst>
                              <p:cond delay="2000"/>
                            </p:stCondLst>
                            <p:childTnLst>
                              <p:par>
                                <p:cTn id="580" presetID="7" presetClass="emph" presetSubtype="2" fill="hold" nodeType="afterEffect">
                                  <p:stCondLst>
                                    <p:cond delay="0"/>
                                  </p:stCondLst>
                                  <p:childTnLst>
                                    <p:animClr clrSpc="rgb" dir="cw">
                                      <p:cBhvr>
                                        <p:cTn id="581" dur="500" fill="hold"/>
                                        <p:tgtEl>
                                          <p:spTgt spid="261"/>
                                        </p:tgtEl>
                                        <p:attrNameLst>
                                          <p:attrName>stroke.color</p:attrName>
                                        </p:attrNameLst>
                                      </p:cBhvr>
                                      <p:to>
                                        <a:srgbClr val="DBE7F9"/>
                                      </p:to>
                                    </p:animClr>
                                    <p:set>
                                      <p:cBhvr>
                                        <p:cTn id="582" dur="500" fill="hold"/>
                                        <p:tgtEl>
                                          <p:spTgt spid="261"/>
                                        </p:tgtEl>
                                        <p:attrNameLst>
                                          <p:attrName>stroke.on</p:attrName>
                                        </p:attrNameLst>
                                      </p:cBhvr>
                                      <p:to>
                                        <p:strVal val="true"/>
                                      </p:to>
                                    </p:set>
                                  </p:childTnLst>
                                </p:cTn>
                              </p:par>
                            </p:childTnLst>
                          </p:cTn>
                        </p:par>
                        <p:par>
                          <p:cTn id="583" fill="hold">
                            <p:stCondLst>
                              <p:cond delay="2500"/>
                            </p:stCondLst>
                            <p:childTnLst>
                              <p:par>
                                <p:cTn id="584" presetID="10" presetClass="exit" presetSubtype="0" fill="hold" grpId="2" nodeType="afterEffect">
                                  <p:stCondLst>
                                    <p:cond delay="0"/>
                                  </p:stCondLst>
                                  <p:childTnLst>
                                    <p:animEffect transition="out" filter="fade">
                                      <p:cBhvr>
                                        <p:cTn id="585" dur="500"/>
                                        <p:tgtEl>
                                          <p:spTgt spid="318"/>
                                        </p:tgtEl>
                                      </p:cBhvr>
                                    </p:animEffect>
                                    <p:set>
                                      <p:cBhvr>
                                        <p:cTn id="586" dur="1" fill="hold">
                                          <p:stCondLst>
                                            <p:cond delay="499"/>
                                          </p:stCondLst>
                                        </p:cTn>
                                        <p:tgtEl>
                                          <p:spTgt spid="318"/>
                                        </p:tgtEl>
                                        <p:attrNameLst>
                                          <p:attrName>style.visibility</p:attrName>
                                        </p:attrNameLst>
                                      </p:cBhvr>
                                      <p:to>
                                        <p:strVal val="hidden"/>
                                      </p:to>
                                    </p:set>
                                  </p:childTnLst>
                                </p:cTn>
                              </p:par>
                              <p:par>
                                <p:cTn id="587" presetID="3" presetClass="emph" presetSubtype="2" fill="hold" grpId="1" nodeType="withEffect">
                                  <p:stCondLst>
                                    <p:cond delay="0"/>
                                  </p:stCondLst>
                                  <p:childTnLst>
                                    <p:animClr clrSpc="rgb" dir="cw">
                                      <p:cBhvr override="childStyle">
                                        <p:cTn id="588" dur="500" fill="hold"/>
                                        <p:tgtEl>
                                          <p:spTgt spid="319"/>
                                        </p:tgtEl>
                                        <p:attrNameLst>
                                          <p:attrName>style.color</p:attrName>
                                        </p:attrNameLst>
                                      </p:cBhvr>
                                      <p:to>
                                        <a:srgbClr val="DBE7F9"/>
                                      </p:to>
                                    </p:animClr>
                                  </p:childTnLst>
                                </p:cTn>
                              </p:par>
                              <p:par>
                                <p:cTn id="589" presetID="7" presetClass="emph" presetSubtype="2" fill="hold" nodeType="withEffect">
                                  <p:stCondLst>
                                    <p:cond delay="0"/>
                                  </p:stCondLst>
                                  <p:childTnLst>
                                    <p:animClr clrSpc="rgb" dir="cw">
                                      <p:cBhvr>
                                        <p:cTn id="590" dur="500" fill="hold"/>
                                        <p:tgtEl>
                                          <p:spTgt spid="261"/>
                                        </p:tgtEl>
                                        <p:attrNameLst>
                                          <p:attrName>stroke.color</p:attrName>
                                        </p:attrNameLst>
                                      </p:cBhvr>
                                      <p:to>
                                        <a:srgbClr val="008E40"/>
                                      </p:to>
                                    </p:animClr>
                                    <p:set>
                                      <p:cBhvr>
                                        <p:cTn id="591" dur="500" fill="hold"/>
                                        <p:tgtEl>
                                          <p:spTgt spid="261"/>
                                        </p:tgtEl>
                                        <p:attrNameLst>
                                          <p:attrName>stroke.on</p:attrName>
                                        </p:attrNameLst>
                                      </p:cBhvr>
                                      <p:to>
                                        <p:strVal val="true"/>
                                      </p:to>
                                    </p:set>
                                  </p:childTnLst>
                                </p:cTn>
                              </p:par>
                            </p:childTnLst>
                          </p:cTn>
                        </p:par>
                      </p:childTnLst>
                    </p:cTn>
                  </p:par>
                  <p:par>
                    <p:cTn id="592" fill="hold">
                      <p:stCondLst>
                        <p:cond delay="indefinite"/>
                      </p:stCondLst>
                      <p:childTnLst>
                        <p:par>
                          <p:cTn id="593" fill="hold">
                            <p:stCondLst>
                              <p:cond delay="0"/>
                            </p:stCondLst>
                            <p:childTnLst>
                              <p:par>
                                <p:cTn id="594" presetID="32" presetClass="emph" presetSubtype="0" fill="hold" nodeType="clickEffect">
                                  <p:stCondLst>
                                    <p:cond delay="0"/>
                                  </p:stCondLst>
                                  <p:childTnLst>
                                    <p:animRot by="120000">
                                      <p:cBhvr>
                                        <p:cTn id="595" dur="100" fill="hold">
                                          <p:stCondLst>
                                            <p:cond delay="0"/>
                                          </p:stCondLst>
                                        </p:cTn>
                                        <p:tgtEl>
                                          <p:spTgt spid="261"/>
                                        </p:tgtEl>
                                        <p:attrNameLst>
                                          <p:attrName>r</p:attrName>
                                        </p:attrNameLst>
                                      </p:cBhvr>
                                    </p:animRot>
                                    <p:animRot by="-240000">
                                      <p:cBhvr>
                                        <p:cTn id="596" dur="200" fill="hold">
                                          <p:stCondLst>
                                            <p:cond delay="200"/>
                                          </p:stCondLst>
                                        </p:cTn>
                                        <p:tgtEl>
                                          <p:spTgt spid="261"/>
                                        </p:tgtEl>
                                        <p:attrNameLst>
                                          <p:attrName>r</p:attrName>
                                        </p:attrNameLst>
                                      </p:cBhvr>
                                    </p:animRot>
                                    <p:animRot by="240000">
                                      <p:cBhvr>
                                        <p:cTn id="597" dur="200" fill="hold">
                                          <p:stCondLst>
                                            <p:cond delay="400"/>
                                          </p:stCondLst>
                                        </p:cTn>
                                        <p:tgtEl>
                                          <p:spTgt spid="261"/>
                                        </p:tgtEl>
                                        <p:attrNameLst>
                                          <p:attrName>r</p:attrName>
                                        </p:attrNameLst>
                                      </p:cBhvr>
                                    </p:animRot>
                                    <p:animRot by="-240000">
                                      <p:cBhvr>
                                        <p:cTn id="598" dur="200" fill="hold">
                                          <p:stCondLst>
                                            <p:cond delay="600"/>
                                          </p:stCondLst>
                                        </p:cTn>
                                        <p:tgtEl>
                                          <p:spTgt spid="261"/>
                                        </p:tgtEl>
                                        <p:attrNameLst>
                                          <p:attrName>r</p:attrName>
                                        </p:attrNameLst>
                                      </p:cBhvr>
                                    </p:animRot>
                                    <p:animRot by="120000">
                                      <p:cBhvr>
                                        <p:cTn id="599" dur="200" fill="hold">
                                          <p:stCondLst>
                                            <p:cond delay="800"/>
                                          </p:stCondLst>
                                        </p:cTn>
                                        <p:tgtEl>
                                          <p:spTgt spid="261"/>
                                        </p:tgtEl>
                                        <p:attrNameLst>
                                          <p:attrName>r</p:attrName>
                                        </p:attrNameLst>
                                      </p:cBhvr>
                                    </p:animRot>
                                  </p:childTnLst>
                                </p:cTn>
                              </p:par>
                            </p:childTnLst>
                          </p:cTn>
                        </p:par>
                        <p:par>
                          <p:cTn id="600" fill="hold">
                            <p:stCondLst>
                              <p:cond delay="1000"/>
                            </p:stCondLst>
                            <p:childTnLst>
                              <p:par>
                                <p:cTn id="601" presetID="63" presetClass="path" presetSubtype="0" accel="50000" decel="50000" fill="hold" grpId="1" nodeType="afterEffect">
                                  <p:stCondLst>
                                    <p:cond delay="0"/>
                                  </p:stCondLst>
                                  <p:childTnLst>
                                    <p:animMotion origin="layout" path="M -3.40448E-6 2.38139E-6 L -0.09838 0.05647 " pathEditMode="relative" rAng="0" ptsTypes="AA">
                                      <p:cBhvr>
                                        <p:cTn id="602" dur="1000" fill="hold"/>
                                        <p:tgtEl>
                                          <p:spTgt spid="295"/>
                                        </p:tgtEl>
                                        <p:attrNameLst>
                                          <p:attrName>ppt_x</p:attrName>
                                          <p:attrName>ppt_y</p:attrName>
                                        </p:attrNameLst>
                                      </p:cBhvr>
                                      <p:rCtr x="-4919" y="2823"/>
                                    </p:animMotion>
                                  </p:childTnLst>
                                </p:cTn>
                              </p:par>
                            </p:childTnLst>
                          </p:cTn>
                        </p:par>
                        <p:par>
                          <p:cTn id="603" fill="hold">
                            <p:stCondLst>
                              <p:cond delay="2000"/>
                            </p:stCondLst>
                            <p:childTnLst>
                              <p:par>
                                <p:cTn id="604" presetID="7" presetClass="emph" presetSubtype="2" fill="hold" nodeType="afterEffect">
                                  <p:stCondLst>
                                    <p:cond delay="0"/>
                                  </p:stCondLst>
                                  <p:childTnLst>
                                    <p:animClr clrSpc="rgb" dir="cw">
                                      <p:cBhvr>
                                        <p:cTn id="605" dur="500" fill="hold"/>
                                        <p:tgtEl>
                                          <p:spTgt spid="261"/>
                                        </p:tgtEl>
                                        <p:attrNameLst>
                                          <p:attrName>stroke.color</p:attrName>
                                        </p:attrNameLst>
                                      </p:cBhvr>
                                      <p:to>
                                        <a:srgbClr val="DBE7F9"/>
                                      </p:to>
                                    </p:animClr>
                                    <p:set>
                                      <p:cBhvr>
                                        <p:cTn id="606" dur="500" fill="hold"/>
                                        <p:tgtEl>
                                          <p:spTgt spid="261"/>
                                        </p:tgtEl>
                                        <p:attrNameLst>
                                          <p:attrName>stroke.on</p:attrName>
                                        </p:attrNameLst>
                                      </p:cBhvr>
                                      <p:to>
                                        <p:strVal val="true"/>
                                      </p:to>
                                    </p:set>
                                  </p:childTnLst>
                                </p:cTn>
                              </p:par>
                              <p:par>
                                <p:cTn id="607" presetID="7" presetClass="emph" presetSubtype="2" fill="hold" nodeType="withEffect">
                                  <p:stCondLst>
                                    <p:cond delay="0"/>
                                  </p:stCondLst>
                                  <p:childTnLst>
                                    <p:animClr clrSpc="rgb" dir="cw">
                                      <p:cBhvr>
                                        <p:cTn id="608" dur="500" fill="hold"/>
                                        <p:tgtEl>
                                          <p:spTgt spid="263"/>
                                        </p:tgtEl>
                                        <p:attrNameLst>
                                          <p:attrName>stroke.color</p:attrName>
                                        </p:attrNameLst>
                                      </p:cBhvr>
                                      <p:to>
                                        <a:srgbClr val="008E40"/>
                                      </p:to>
                                    </p:animClr>
                                    <p:set>
                                      <p:cBhvr>
                                        <p:cTn id="609" dur="500" fill="hold"/>
                                        <p:tgtEl>
                                          <p:spTgt spid="263"/>
                                        </p:tgtEl>
                                        <p:attrNameLst>
                                          <p:attrName>stroke.on</p:attrName>
                                        </p:attrNameLst>
                                      </p:cBhvr>
                                      <p:to>
                                        <p:strVal val="true"/>
                                      </p:to>
                                    </p:set>
                                  </p:childTnLst>
                                </p:cTn>
                              </p:par>
                            </p:childTnLst>
                          </p:cTn>
                        </p:par>
                      </p:childTnLst>
                    </p:cTn>
                  </p:par>
                  <p:par>
                    <p:cTn id="610" fill="hold">
                      <p:stCondLst>
                        <p:cond delay="indefinite"/>
                      </p:stCondLst>
                      <p:childTnLst>
                        <p:par>
                          <p:cTn id="611" fill="hold">
                            <p:stCondLst>
                              <p:cond delay="0"/>
                            </p:stCondLst>
                            <p:childTnLst>
                              <p:par>
                                <p:cTn id="612" presetID="32" presetClass="emph" presetSubtype="0" fill="hold" nodeType="clickEffect">
                                  <p:stCondLst>
                                    <p:cond delay="0"/>
                                  </p:stCondLst>
                                  <p:childTnLst>
                                    <p:animRot by="120000">
                                      <p:cBhvr>
                                        <p:cTn id="613" dur="100" fill="hold">
                                          <p:stCondLst>
                                            <p:cond delay="0"/>
                                          </p:stCondLst>
                                        </p:cTn>
                                        <p:tgtEl>
                                          <p:spTgt spid="263"/>
                                        </p:tgtEl>
                                        <p:attrNameLst>
                                          <p:attrName>r</p:attrName>
                                        </p:attrNameLst>
                                      </p:cBhvr>
                                    </p:animRot>
                                    <p:animRot by="-240000">
                                      <p:cBhvr>
                                        <p:cTn id="614" dur="200" fill="hold">
                                          <p:stCondLst>
                                            <p:cond delay="200"/>
                                          </p:stCondLst>
                                        </p:cTn>
                                        <p:tgtEl>
                                          <p:spTgt spid="263"/>
                                        </p:tgtEl>
                                        <p:attrNameLst>
                                          <p:attrName>r</p:attrName>
                                        </p:attrNameLst>
                                      </p:cBhvr>
                                    </p:animRot>
                                    <p:animRot by="240000">
                                      <p:cBhvr>
                                        <p:cTn id="615" dur="200" fill="hold">
                                          <p:stCondLst>
                                            <p:cond delay="400"/>
                                          </p:stCondLst>
                                        </p:cTn>
                                        <p:tgtEl>
                                          <p:spTgt spid="263"/>
                                        </p:tgtEl>
                                        <p:attrNameLst>
                                          <p:attrName>r</p:attrName>
                                        </p:attrNameLst>
                                      </p:cBhvr>
                                    </p:animRot>
                                    <p:animRot by="-240000">
                                      <p:cBhvr>
                                        <p:cTn id="616" dur="200" fill="hold">
                                          <p:stCondLst>
                                            <p:cond delay="600"/>
                                          </p:stCondLst>
                                        </p:cTn>
                                        <p:tgtEl>
                                          <p:spTgt spid="263"/>
                                        </p:tgtEl>
                                        <p:attrNameLst>
                                          <p:attrName>r</p:attrName>
                                        </p:attrNameLst>
                                      </p:cBhvr>
                                    </p:animRot>
                                    <p:animRot by="120000">
                                      <p:cBhvr>
                                        <p:cTn id="617" dur="200" fill="hold">
                                          <p:stCondLst>
                                            <p:cond delay="800"/>
                                          </p:stCondLst>
                                        </p:cTn>
                                        <p:tgtEl>
                                          <p:spTgt spid="263"/>
                                        </p:tgtEl>
                                        <p:attrNameLst>
                                          <p:attrName>r</p:attrName>
                                        </p:attrNameLst>
                                      </p:cBhvr>
                                    </p:animRot>
                                  </p:childTnLst>
                                </p:cTn>
                              </p:par>
                            </p:childTnLst>
                          </p:cTn>
                        </p:par>
                        <p:par>
                          <p:cTn id="618" fill="hold">
                            <p:stCondLst>
                              <p:cond delay="1000"/>
                            </p:stCondLst>
                            <p:childTnLst>
                              <p:par>
                                <p:cTn id="619" presetID="27" presetClass="emph" presetSubtype="0" fill="remove" grpId="2" nodeType="afterEffect">
                                  <p:stCondLst>
                                    <p:cond delay="0"/>
                                  </p:stCondLst>
                                  <p:childTnLst>
                                    <p:animClr clrSpc="rgb" dir="cw">
                                      <p:cBhvr override="childStyle">
                                        <p:cTn id="620" dur="500" autoRev="1" fill="remove"/>
                                        <p:tgtEl>
                                          <p:spTgt spid="212"/>
                                        </p:tgtEl>
                                        <p:attrNameLst>
                                          <p:attrName>style.color</p:attrName>
                                        </p:attrNameLst>
                                      </p:cBhvr>
                                      <p:to>
                                        <a:srgbClr val="FFC000"/>
                                      </p:to>
                                    </p:animClr>
                                    <p:animClr clrSpc="rgb" dir="cw">
                                      <p:cBhvr>
                                        <p:cTn id="621" dur="500" autoRev="1" fill="remove"/>
                                        <p:tgtEl>
                                          <p:spTgt spid="212"/>
                                        </p:tgtEl>
                                        <p:attrNameLst>
                                          <p:attrName>fillcolor</p:attrName>
                                        </p:attrNameLst>
                                      </p:cBhvr>
                                      <p:to>
                                        <a:srgbClr val="FFC000"/>
                                      </p:to>
                                    </p:animClr>
                                    <p:set>
                                      <p:cBhvr>
                                        <p:cTn id="622" dur="500" autoRev="1" fill="remove"/>
                                        <p:tgtEl>
                                          <p:spTgt spid="212"/>
                                        </p:tgtEl>
                                        <p:attrNameLst>
                                          <p:attrName>fill.type</p:attrName>
                                        </p:attrNameLst>
                                      </p:cBhvr>
                                      <p:to>
                                        <p:strVal val="solid"/>
                                      </p:to>
                                    </p:set>
                                    <p:set>
                                      <p:cBhvr>
                                        <p:cTn id="623" dur="500" autoRev="1" fill="remove"/>
                                        <p:tgtEl>
                                          <p:spTgt spid="212"/>
                                        </p:tgtEl>
                                        <p:attrNameLst>
                                          <p:attrName>fill.on</p:attrName>
                                        </p:attrNameLst>
                                      </p:cBhvr>
                                      <p:to>
                                        <p:strVal val="true"/>
                                      </p:to>
                                    </p:set>
                                  </p:childTnLst>
                                </p:cTn>
                              </p:par>
                            </p:childTnLst>
                          </p:cTn>
                        </p:par>
                        <p:par>
                          <p:cTn id="624" fill="hold">
                            <p:stCondLst>
                              <p:cond delay="2000"/>
                            </p:stCondLst>
                            <p:childTnLst>
                              <p:par>
                                <p:cTn id="625" presetID="7" presetClass="emph" presetSubtype="2" fill="hold" nodeType="afterEffect">
                                  <p:stCondLst>
                                    <p:cond delay="0"/>
                                  </p:stCondLst>
                                  <p:childTnLst>
                                    <p:animClr clrSpc="rgb" dir="cw">
                                      <p:cBhvr>
                                        <p:cTn id="626" dur="500" fill="hold"/>
                                        <p:tgtEl>
                                          <p:spTgt spid="263"/>
                                        </p:tgtEl>
                                        <p:attrNameLst>
                                          <p:attrName>stroke.color</p:attrName>
                                        </p:attrNameLst>
                                      </p:cBhvr>
                                      <p:to>
                                        <a:srgbClr val="DBE7F9"/>
                                      </p:to>
                                    </p:animClr>
                                    <p:set>
                                      <p:cBhvr>
                                        <p:cTn id="627" dur="500" fill="hold"/>
                                        <p:tgtEl>
                                          <p:spTgt spid="263"/>
                                        </p:tgtEl>
                                        <p:attrNameLst>
                                          <p:attrName>stroke.on</p:attrName>
                                        </p:attrNameLst>
                                      </p:cBhvr>
                                      <p:to>
                                        <p:strVal val="true"/>
                                      </p:to>
                                    </p:set>
                                  </p:childTnLst>
                                </p:cTn>
                              </p:par>
                            </p:childTnLst>
                          </p:cTn>
                        </p:par>
                        <p:par>
                          <p:cTn id="628" fill="hold">
                            <p:stCondLst>
                              <p:cond delay="2500"/>
                            </p:stCondLst>
                            <p:childTnLst>
                              <p:par>
                                <p:cTn id="629" presetID="7" presetClass="emph" presetSubtype="2" fill="hold" nodeType="afterEffect">
                                  <p:stCondLst>
                                    <p:cond delay="0"/>
                                  </p:stCondLst>
                                  <p:childTnLst>
                                    <p:animClr clrSpc="rgb" dir="cw">
                                      <p:cBhvr>
                                        <p:cTn id="630" dur="500" fill="hold"/>
                                        <p:tgtEl>
                                          <p:spTgt spid="261"/>
                                        </p:tgtEl>
                                        <p:attrNameLst>
                                          <p:attrName>stroke.color</p:attrName>
                                        </p:attrNameLst>
                                      </p:cBhvr>
                                      <p:to>
                                        <a:srgbClr val="008E40"/>
                                      </p:to>
                                    </p:animClr>
                                    <p:set>
                                      <p:cBhvr>
                                        <p:cTn id="631" dur="500" fill="hold"/>
                                        <p:tgtEl>
                                          <p:spTgt spid="261"/>
                                        </p:tgtEl>
                                        <p:attrNameLst>
                                          <p:attrName>stroke.on</p:attrName>
                                        </p:attrNameLst>
                                      </p:cBhvr>
                                      <p:to>
                                        <p:strVal val="true"/>
                                      </p:to>
                                    </p:set>
                                  </p:childTnLst>
                                </p:cTn>
                              </p:par>
                            </p:childTnLst>
                          </p:cTn>
                        </p:par>
                      </p:childTnLst>
                    </p:cTn>
                  </p:par>
                  <p:par>
                    <p:cTn id="632" fill="hold">
                      <p:stCondLst>
                        <p:cond delay="indefinite"/>
                      </p:stCondLst>
                      <p:childTnLst>
                        <p:par>
                          <p:cTn id="633" fill="hold">
                            <p:stCondLst>
                              <p:cond delay="0"/>
                            </p:stCondLst>
                            <p:childTnLst>
                              <p:par>
                                <p:cTn id="634" presetID="32" presetClass="emph" presetSubtype="0" fill="hold" nodeType="clickEffect">
                                  <p:stCondLst>
                                    <p:cond delay="0"/>
                                  </p:stCondLst>
                                  <p:childTnLst>
                                    <p:animRot by="120000">
                                      <p:cBhvr>
                                        <p:cTn id="635" dur="100" fill="hold">
                                          <p:stCondLst>
                                            <p:cond delay="0"/>
                                          </p:stCondLst>
                                        </p:cTn>
                                        <p:tgtEl>
                                          <p:spTgt spid="261"/>
                                        </p:tgtEl>
                                        <p:attrNameLst>
                                          <p:attrName>r</p:attrName>
                                        </p:attrNameLst>
                                      </p:cBhvr>
                                    </p:animRot>
                                    <p:animRot by="-240000">
                                      <p:cBhvr>
                                        <p:cTn id="636" dur="200" fill="hold">
                                          <p:stCondLst>
                                            <p:cond delay="200"/>
                                          </p:stCondLst>
                                        </p:cTn>
                                        <p:tgtEl>
                                          <p:spTgt spid="261"/>
                                        </p:tgtEl>
                                        <p:attrNameLst>
                                          <p:attrName>r</p:attrName>
                                        </p:attrNameLst>
                                      </p:cBhvr>
                                    </p:animRot>
                                    <p:animRot by="240000">
                                      <p:cBhvr>
                                        <p:cTn id="637" dur="200" fill="hold">
                                          <p:stCondLst>
                                            <p:cond delay="400"/>
                                          </p:stCondLst>
                                        </p:cTn>
                                        <p:tgtEl>
                                          <p:spTgt spid="261"/>
                                        </p:tgtEl>
                                        <p:attrNameLst>
                                          <p:attrName>r</p:attrName>
                                        </p:attrNameLst>
                                      </p:cBhvr>
                                    </p:animRot>
                                    <p:animRot by="-240000">
                                      <p:cBhvr>
                                        <p:cTn id="638" dur="200" fill="hold">
                                          <p:stCondLst>
                                            <p:cond delay="600"/>
                                          </p:stCondLst>
                                        </p:cTn>
                                        <p:tgtEl>
                                          <p:spTgt spid="261"/>
                                        </p:tgtEl>
                                        <p:attrNameLst>
                                          <p:attrName>r</p:attrName>
                                        </p:attrNameLst>
                                      </p:cBhvr>
                                    </p:animRot>
                                    <p:animRot by="120000">
                                      <p:cBhvr>
                                        <p:cTn id="639" dur="200" fill="hold">
                                          <p:stCondLst>
                                            <p:cond delay="800"/>
                                          </p:stCondLst>
                                        </p:cTn>
                                        <p:tgtEl>
                                          <p:spTgt spid="261"/>
                                        </p:tgtEl>
                                        <p:attrNameLst>
                                          <p:attrName>r</p:attrName>
                                        </p:attrNameLst>
                                      </p:cBhvr>
                                    </p:animRot>
                                  </p:childTnLst>
                                </p:cTn>
                              </p:par>
                            </p:childTnLst>
                          </p:cTn>
                        </p:par>
                        <p:par>
                          <p:cTn id="640" fill="hold">
                            <p:stCondLst>
                              <p:cond delay="1000"/>
                            </p:stCondLst>
                            <p:childTnLst>
                              <p:par>
                                <p:cTn id="641" presetID="56" presetClass="path" presetSubtype="0" accel="50000" decel="50000" fill="hold" grpId="3" nodeType="afterEffect">
                                  <p:stCondLst>
                                    <p:cond delay="0"/>
                                  </p:stCondLst>
                                  <p:childTnLst>
                                    <p:animMotion origin="layout" path="M -0.09839 0.05647 L 0.05986 -0.2791 " pathEditMode="relative" rAng="0" ptsTypes="AA">
                                      <p:cBhvr>
                                        <p:cTn id="642" dur="1000" fill="hold"/>
                                        <p:tgtEl>
                                          <p:spTgt spid="295"/>
                                        </p:tgtEl>
                                        <p:attrNameLst>
                                          <p:attrName>ppt_x</p:attrName>
                                          <p:attrName>ppt_y</p:attrName>
                                        </p:attrNameLst>
                                      </p:cBhvr>
                                      <p:rCtr x="7913" y="-16779"/>
                                    </p:animMotion>
                                  </p:childTnLst>
                                </p:cTn>
                              </p:par>
                            </p:childTnLst>
                          </p:cTn>
                        </p:par>
                        <p:par>
                          <p:cTn id="643" fill="hold">
                            <p:stCondLst>
                              <p:cond delay="2000"/>
                            </p:stCondLst>
                            <p:childTnLst>
                              <p:par>
                                <p:cTn id="644" presetID="7" presetClass="emph" presetSubtype="2" fill="hold" nodeType="afterEffect">
                                  <p:stCondLst>
                                    <p:cond delay="0"/>
                                  </p:stCondLst>
                                  <p:childTnLst>
                                    <p:animClr clrSpc="rgb" dir="cw">
                                      <p:cBhvr>
                                        <p:cTn id="645" dur="500" fill="hold"/>
                                        <p:tgtEl>
                                          <p:spTgt spid="261"/>
                                        </p:tgtEl>
                                        <p:attrNameLst>
                                          <p:attrName>stroke.color</p:attrName>
                                        </p:attrNameLst>
                                      </p:cBhvr>
                                      <p:to>
                                        <a:srgbClr val="DBE7F9"/>
                                      </p:to>
                                    </p:animClr>
                                    <p:set>
                                      <p:cBhvr>
                                        <p:cTn id="646" dur="500" fill="hold"/>
                                        <p:tgtEl>
                                          <p:spTgt spid="261"/>
                                        </p:tgtEl>
                                        <p:attrNameLst>
                                          <p:attrName>stroke.on</p:attrName>
                                        </p:attrNameLst>
                                      </p:cBhvr>
                                      <p:to>
                                        <p:strVal val="true"/>
                                      </p:to>
                                    </p:set>
                                  </p:childTnLst>
                                </p:cTn>
                              </p:par>
                              <p:par>
                                <p:cTn id="647" presetID="7" presetClass="emph" presetSubtype="2" fill="hold" nodeType="withEffect">
                                  <p:stCondLst>
                                    <p:cond delay="0"/>
                                  </p:stCondLst>
                                  <p:childTnLst>
                                    <p:animClr clrSpc="rgb" dir="cw">
                                      <p:cBhvr>
                                        <p:cTn id="648" dur="500" fill="hold"/>
                                        <p:tgtEl>
                                          <p:spTgt spid="263"/>
                                        </p:tgtEl>
                                        <p:attrNameLst>
                                          <p:attrName>stroke.color</p:attrName>
                                        </p:attrNameLst>
                                      </p:cBhvr>
                                      <p:to>
                                        <a:srgbClr val="008E40"/>
                                      </p:to>
                                    </p:animClr>
                                    <p:set>
                                      <p:cBhvr>
                                        <p:cTn id="649" dur="500" fill="hold"/>
                                        <p:tgtEl>
                                          <p:spTgt spid="263"/>
                                        </p:tgtEl>
                                        <p:attrNameLst>
                                          <p:attrName>stroke.on</p:attrName>
                                        </p:attrNameLst>
                                      </p:cBhvr>
                                      <p:to>
                                        <p:strVal val="true"/>
                                      </p:to>
                                    </p:set>
                                  </p:childTnLst>
                                </p:cTn>
                              </p:par>
                            </p:childTnLst>
                          </p:cTn>
                        </p:par>
                      </p:childTnLst>
                    </p:cTn>
                  </p:par>
                  <p:par>
                    <p:cTn id="650" fill="hold">
                      <p:stCondLst>
                        <p:cond delay="indefinite"/>
                      </p:stCondLst>
                      <p:childTnLst>
                        <p:par>
                          <p:cTn id="651" fill="hold">
                            <p:stCondLst>
                              <p:cond delay="0"/>
                            </p:stCondLst>
                            <p:childTnLst>
                              <p:par>
                                <p:cTn id="652" presetID="32" presetClass="emph" presetSubtype="0" fill="hold" nodeType="clickEffect">
                                  <p:stCondLst>
                                    <p:cond delay="0"/>
                                  </p:stCondLst>
                                  <p:childTnLst>
                                    <p:animRot by="120000">
                                      <p:cBhvr>
                                        <p:cTn id="653" dur="100" fill="hold">
                                          <p:stCondLst>
                                            <p:cond delay="0"/>
                                          </p:stCondLst>
                                        </p:cTn>
                                        <p:tgtEl>
                                          <p:spTgt spid="263"/>
                                        </p:tgtEl>
                                        <p:attrNameLst>
                                          <p:attrName>r</p:attrName>
                                        </p:attrNameLst>
                                      </p:cBhvr>
                                    </p:animRot>
                                    <p:animRot by="-240000">
                                      <p:cBhvr>
                                        <p:cTn id="654" dur="200" fill="hold">
                                          <p:stCondLst>
                                            <p:cond delay="200"/>
                                          </p:stCondLst>
                                        </p:cTn>
                                        <p:tgtEl>
                                          <p:spTgt spid="263"/>
                                        </p:tgtEl>
                                        <p:attrNameLst>
                                          <p:attrName>r</p:attrName>
                                        </p:attrNameLst>
                                      </p:cBhvr>
                                    </p:animRot>
                                    <p:animRot by="240000">
                                      <p:cBhvr>
                                        <p:cTn id="655" dur="200" fill="hold">
                                          <p:stCondLst>
                                            <p:cond delay="400"/>
                                          </p:stCondLst>
                                        </p:cTn>
                                        <p:tgtEl>
                                          <p:spTgt spid="263"/>
                                        </p:tgtEl>
                                        <p:attrNameLst>
                                          <p:attrName>r</p:attrName>
                                        </p:attrNameLst>
                                      </p:cBhvr>
                                    </p:animRot>
                                    <p:animRot by="-240000">
                                      <p:cBhvr>
                                        <p:cTn id="656" dur="200" fill="hold">
                                          <p:stCondLst>
                                            <p:cond delay="600"/>
                                          </p:stCondLst>
                                        </p:cTn>
                                        <p:tgtEl>
                                          <p:spTgt spid="263"/>
                                        </p:tgtEl>
                                        <p:attrNameLst>
                                          <p:attrName>r</p:attrName>
                                        </p:attrNameLst>
                                      </p:cBhvr>
                                    </p:animRot>
                                    <p:animRot by="120000">
                                      <p:cBhvr>
                                        <p:cTn id="657" dur="200" fill="hold">
                                          <p:stCondLst>
                                            <p:cond delay="800"/>
                                          </p:stCondLst>
                                        </p:cTn>
                                        <p:tgtEl>
                                          <p:spTgt spid="263"/>
                                        </p:tgtEl>
                                        <p:attrNameLst>
                                          <p:attrName>r</p:attrName>
                                        </p:attrNameLst>
                                      </p:cBhvr>
                                    </p:animRot>
                                  </p:childTnLst>
                                </p:cTn>
                              </p:par>
                            </p:childTnLst>
                          </p:cTn>
                        </p:par>
                        <p:par>
                          <p:cTn id="658" fill="hold">
                            <p:stCondLst>
                              <p:cond delay="1000"/>
                            </p:stCondLst>
                            <p:childTnLst>
                              <p:par>
                                <p:cTn id="659" presetID="7" presetClass="emph" presetSubtype="2" fill="hold" nodeType="afterEffect">
                                  <p:stCondLst>
                                    <p:cond delay="0"/>
                                  </p:stCondLst>
                                  <p:childTnLst>
                                    <p:animClr clrSpc="rgb" dir="cw">
                                      <p:cBhvr>
                                        <p:cTn id="660" dur="500" fill="hold"/>
                                        <p:tgtEl>
                                          <p:spTgt spid="263"/>
                                        </p:tgtEl>
                                        <p:attrNameLst>
                                          <p:attrName>stroke.color</p:attrName>
                                        </p:attrNameLst>
                                      </p:cBhvr>
                                      <p:to>
                                        <a:srgbClr val="DBE7F9"/>
                                      </p:to>
                                    </p:animClr>
                                    <p:set>
                                      <p:cBhvr>
                                        <p:cTn id="661" dur="500" fill="hold"/>
                                        <p:tgtEl>
                                          <p:spTgt spid="263"/>
                                        </p:tgtEl>
                                        <p:attrNameLst>
                                          <p:attrName>stroke.on</p:attrName>
                                        </p:attrNameLst>
                                      </p:cBhvr>
                                      <p:to>
                                        <p:strVal val="true"/>
                                      </p:to>
                                    </p:set>
                                  </p:childTnLst>
                                </p:cTn>
                              </p:par>
                              <p:par>
                                <p:cTn id="662" presetID="7" presetClass="emph" presetSubtype="2" fill="hold" nodeType="withEffect">
                                  <p:stCondLst>
                                    <p:cond delay="0"/>
                                  </p:stCondLst>
                                  <p:childTnLst>
                                    <p:animClr clrSpc="rgb" dir="cw">
                                      <p:cBhvr>
                                        <p:cTn id="663" dur="500" fill="hold"/>
                                        <p:tgtEl>
                                          <p:spTgt spid="264"/>
                                        </p:tgtEl>
                                        <p:attrNameLst>
                                          <p:attrName>stroke.color</p:attrName>
                                        </p:attrNameLst>
                                      </p:cBhvr>
                                      <p:to>
                                        <a:srgbClr val="008E40"/>
                                      </p:to>
                                    </p:animClr>
                                    <p:set>
                                      <p:cBhvr>
                                        <p:cTn id="664" dur="500" fill="hold"/>
                                        <p:tgtEl>
                                          <p:spTgt spid="264"/>
                                        </p:tgtEl>
                                        <p:attrNameLst>
                                          <p:attrName>stroke.on</p:attrName>
                                        </p:attrNameLst>
                                      </p:cBhvr>
                                      <p:to>
                                        <p:strVal val="true"/>
                                      </p:to>
                                    </p:set>
                                  </p:childTnLst>
                                </p:cTn>
                              </p:par>
                            </p:childTnLst>
                          </p:cTn>
                        </p:par>
                      </p:childTnLst>
                    </p:cTn>
                  </p:par>
                  <p:par>
                    <p:cTn id="665" fill="hold">
                      <p:stCondLst>
                        <p:cond delay="indefinite"/>
                      </p:stCondLst>
                      <p:childTnLst>
                        <p:par>
                          <p:cTn id="666" fill="hold">
                            <p:stCondLst>
                              <p:cond delay="0"/>
                            </p:stCondLst>
                            <p:childTnLst>
                              <p:par>
                                <p:cTn id="667" presetID="32" presetClass="emph" presetSubtype="0" fill="hold" nodeType="clickEffect">
                                  <p:stCondLst>
                                    <p:cond delay="0"/>
                                  </p:stCondLst>
                                  <p:childTnLst>
                                    <p:animRot by="120000">
                                      <p:cBhvr>
                                        <p:cTn id="668" dur="100" fill="hold">
                                          <p:stCondLst>
                                            <p:cond delay="0"/>
                                          </p:stCondLst>
                                        </p:cTn>
                                        <p:tgtEl>
                                          <p:spTgt spid="264"/>
                                        </p:tgtEl>
                                        <p:attrNameLst>
                                          <p:attrName>r</p:attrName>
                                        </p:attrNameLst>
                                      </p:cBhvr>
                                    </p:animRot>
                                    <p:animRot by="-240000">
                                      <p:cBhvr>
                                        <p:cTn id="669" dur="200" fill="hold">
                                          <p:stCondLst>
                                            <p:cond delay="200"/>
                                          </p:stCondLst>
                                        </p:cTn>
                                        <p:tgtEl>
                                          <p:spTgt spid="264"/>
                                        </p:tgtEl>
                                        <p:attrNameLst>
                                          <p:attrName>r</p:attrName>
                                        </p:attrNameLst>
                                      </p:cBhvr>
                                    </p:animRot>
                                    <p:animRot by="240000">
                                      <p:cBhvr>
                                        <p:cTn id="670" dur="200" fill="hold">
                                          <p:stCondLst>
                                            <p:cond delay="400"/>
                                          </p:stCondLst>
                                        </p:cTn>
                                        <p:tgtEl>
                                          <p:spTgt spid="264"/>
                                        </p:tgtEl>
                                        <p:attrNameLst>
                                          <p:attrName>r</p:attrName>
                                        </p:attrNameLst>
                                      </p:cBhvr>
                                    </p:animRot>
                                    <p:animRot by="-240000">
                                      <p:cBhvr>
                                        <p:cTn id="671" dur="200" fill="hold">
                                          <p:stCondLst>
                                            <p:cond delay="600"/>
                                          </p:stCondLst>
                                        </p:cTn>
                                        <p:tgtEl>
                                          <p:spTgt spid="264"/>
                                        </p:tgtEl>
                                        <p:attrNameLst>
                                          <p:attrName>r</p:attrName>
                                        </p:attrNameLst>
                                      </p:cBhvr>
                                    </p:animRot>
                                    <p:animRot by="120000">
                                      <p:cBhvr>
                                        <p:cTn id="672" dur="200" fill="hold">
                                          <p:stCondLst>
                                            <p:cond delay="800"/>
                                          </p:stCondLst>
                                        </p:cTn>
                                        <p:tgtEl>
                                          <p:spTgt spid="264"/>
                                        </p:tgtEl>
                                        <p:attrNameLst>
                                          <p:attrName>r</p:attrName>
                                        </p:attrNameLst>
                                      </p:cBhvr>
                                    </p:animRot>
                                  </p:childTnLst>
                                </p:cTn>
                              </p:par>
                            </p:childTnLst>
                          </p:cTn>
                        </p:par>
                        <p:par>
                          <p:cTn id="673" fill="hold">
                            <p:stCondLst>
                              <p:cond delay="1000"/>
                            </p:stCondLst>
                            <p:childTnLst>
                              <p:par>
                                <p:cTn id="674" presetID="42" presetClass="path" presetSubtype="0" accel="50000" decel="50000" fill="hold" nodeType="afterEffect">
                                  <p:stCondLst>
                                    <p:cond delay="0"/>
                                  </p:stCondLst>
                                  <p:childTnLst>
                                    <p:animMotion origin="layout" path="M -1.671E-6 2.08285E-7 L -0.1006 0.54038 " pathEditMode="relative" rAng="0" ptsTypes="AA">
                                      <p:cBhvr>
                                        <p:cTn id="675" dur="1750" fill="hold"/>
                                        <p:tgtEl>
                                          <p:spTgt spid="122"/>
                                        </p:tgtEl>
                                        <p:attrNameLst>
                                          <p:attrName>ppt_x</p:attrName>
                                          <p:attrName>ppt_y</p:attrName>
                                        </p:attrNameLst>
                                      </p:cBhvr>
                                      <p:rCtr x="-5036" y="27008"/>
                                    </p:animMotion>
                                  </p:childTnLst>
                                </p:cTn>
                              </p:par>
                              <p:par>
                                <p:cTn id="676" presetID="22" presetClass="exit" presetSubtype="2" fill="hold" nodeType="withEffect">
                                  <p:stCondLst>
                                    <p:cond delay="0"/>
                                  </p:stCondLst>
                                  <p:childTnLst>
                                    <p:animEffect transition="out" filter="wipe(right)">
                                      <p:cBhvr>
                                        <p:cTn id="677" dur="500"/>
                                        <p:tgtEl>
                                          <p:spTgt spid="296"/>
                                        </p:tgtEl>
                                      </p:cBhvr>
                                    </p:animEffect>
                                    <p:set>
                                      <p:cBhvr>
                                        <p:cTn id="678" dur="1" fill="hold">
                                          <p:stCondLst>
                                            <p:cond delay="499"/>
                                          </p:stCondLst>
                                        </p:cTn>
                                        <p:tgtEl>
                                          <p:spTgt spid="296"/>
                                        </p:tgtEl>
                                        <p:attrNameLst>
                                          <p:attrName>style.visibility</p:attrName>
                                        </p:attrNameLst>
                                      </p:cBhvr>
                                      <p:to>
                                        <p:strVal val="hidden"/>
                                      </p:to>
                                    </p:set>
                                  </p:childTnLst>
                                </p:cTn>
                              </p:par>
                              <p:par>
                                <p:cTn id="679" presetID="22" presetClass="entr" presetSubtype="2" fill="hold" nodeType="withEffect">
                                  <p:stCondLst>
                                    <p:cond delay="0"/>
                                  </p:stCondLst>
                                  <p:childTnLst>
                                    <p:set>
                                      <p:cBhvr>
                                        <p:cTn id="680" dur="1" fill="hold">
                                          <p:stCondLst>
                                            <p:cond delay="0"/>
                                          </p:stCondLst>
                                        </p:cTn>
                                        <p:tgtEl>
                                          <p:spTgt spid="262"/>
                                        </p:tgtEl>
                                        <p:attrNameLst>
                                          <p:attrName>style.visibility</p:attrName>
                                        </p:attrNameLst>
                                      </p:cBhvr>
                                      <p:to>
                                        <p:strVal val="visible"/>
                                      </p:to>
                                    </p:set>
                                    <p:animEffect transition="in" filter="wipe(right)">
                                      <p:cBhvr>
                                        <p:cTn id="681" dur="1500"/>
                                        <p:tgtEl>
                                          <p:spTgt spid="262"/>
                                        </p:tgtEl>
                                      </p:cBhvr>
                                    </p:animEffect>
                                  </p:childTnLst>
                                </p:cTn>
                              </p:par>
                            </p:childTnLst>
                          </p:cTn>
                        </p:par>
                        <p:par>
                          <p:cTn id="682" fill="hold">
                            <p:stCondLst>
                              <p:cond delay="2750"/>
                            </p:stCondLst>
                            <p:childTnLst>
                              <p:par>
                                <p:cTn id="683" presetID="22" presetClass="exit" presetSubtype="2" fill="hold" nodeType="afterEffect">
                                  <p:stCondLst>
                                    <p:cond delay="0"/>
                                  </p:stCondLst>
                                  <p:childTnLst>
                                    <p:animEffect transition="out" filter="wipe(right)">
                                      <p:cBhvr>
                                        <p:cTn id="684" dur="500"/>
                                        <p:tgtEl>
                                          <p:spTgt spid="300"/>
                                        </p:tgtEl>
                                      </p:cBhvr>
                                    </p:animEffect>
                                    <p:set>
                                      <p:cBhvr>
                                        <p:cTn id="685" dur="1" fill="hold">
                                          <p:stCondLst>
                                            <p:cond delay="499"/>
                                          </p:stCondLst>
                                        </p:cTn>
                                        <p:tgtEl>
                                          <p:spTgt spid="300"/>
                                        </p:tgtEl>
                                        <p:attrNameLst>
                                          <p:attrName>style.visibility</p:attrName>
                                        </p:attrNameLst>
                                      </p:cBhvr>
                                      <p:to>
                                        <p:strVal val="hidden"/>
                                      </p:to>
                                    </p:set>
                                  </p:childTnLst>
                                </p:cTn>
                              </p:par>
                            </p:childTnLst>
                          </p:cTn>
                        </p:par>
                        <p:par>
                          <p:cTn id="686" fill="hold">
                            <p:stCondLst>
                              <p:cond delay="3250"/>
                            </p:stCondLst>
                            <p:childTnLst>
                              <p:par>
                                <p:cTn id="687" presetID="22" presetClass="entr" presetSubtype="8" fill="hold" nodeType="afterEffect">
                                  <p:stCondLst>
                                    <p:cond delay="0"/>
                                  </p:stCondLst>
                                  <p:childTnLst>
                                    <p:set>
                                      <p:cBhvr>
                                        <p:cTn id="688" dur="1" fill="hold">
                                          <p:stCondLst>
                                            <p:cond delay="0"/>
                                          </p:stCondLst>
                                        </p:cTn>
                                        <p:tgtEl>
                                          <p:spTgt spid="324"/>
                                        </p:tgtEl>
                                        <p:attrNameLst>
                                          <p:attrName>style.visibility</p:attrName>
                                        </p:attrNameLst>
                                      </p:cBhvr>
                                      <p:to>
                                        <p:strVal val="visible"/>
                                      </p:to>
                                    </p:set>
                                    <p:animEffect transition="in" filter="wipe(left)">
                                      <p:cBhvr>
                                        <p:cTn id="689" dur="500"/>
                                        <p:tgtEl>
                                          <p:spTgt spid="324"/>
                                        </p:tgtEl>
                                      </p:cBhvr>
                                    </p:animEffect>
                                  </p:childTnLst>
                                </p:cTn>
                              </p:par>
                            </p:childTnLst>
                          </p:cTn>
                        </p:par>
                        <p:par>
                          <p:cTn id="690" fill="hold">
                            <p:stCondLst>
                              <p:cond delay="3750"/>
                            </p:stCondLst>
                            <p:childTnLst>
                              <p:par>
                                <p:cTn id="691" presetID="22" presetClass="entr" presetSubtype="8" fill="hold" nodeType="afterEffect">
                                  <p:stCondLst>
                                    <p:cond delay="0"/>
                                  </p:stCondLst>
                                  <p:childTnLst>
                                    <p:set>
                                      <p:cBhvr>
                                        <p:cTn id="692" dur="1" fill="hold">
                                          <p:stCondLst>
                                            <p:cond delay="0"/>
                                          </p:stCondLst>
                                        </p:cTn>
                                        <p:tgtEl>
                                          <p:spTgt spid="268"/>
                                        </p:tgtEl>
                                        <p:attrNameLst>
                                          <p:attrName>style.visibility</p:attrName>
                                        </p:attrNameLst>
                                      </p:cBhvr>
                                      <p:to>
                                        <p:strVal val="visible"/>
                                      </p:to>
                                    </p:set>
                                    <p:animEffect transition="in" filter="wipe(left)">
                                      <p:cBhvr>
                                        <p:cTn id="693" dur="1000"/>
                                        <p:tgtEl>
                                          <p:spTgt spid="268"/>
                                        </p:tgtEl>
                                      </p:cBhvr>
                                    </p:animEffect>
                                  </p:childTnLst>
                                </p:cTn>
                              </p:par>
                            </p:childTnLst>
                          </p:cTn>
                        </p:par>
                        <p:par>
                          <p:cTn id="694" fill="hold">
                            <p:stCondLst>
                              <p:cond delay="4750"/>
                            </p:stCondLst>
                            <p:childTnLst>
                              <p:par>
                                <p:cTn id="695" presetID="22" presetClass="entr" presetSubtype="1" fill="hold" grpId="0" nodeType="afterEffect">
                                  <p:stCondLst>
                                    <p:cond delay="0"/>
                                  </p:stCondLst>
                                  <p:childTnLst>
                                    <p:set>
                                      <p:cBhvr>
                                        <p:cTn id="696" dur="1" fill="hold">
                                          <p:stCondLst>
                                            <p:cond delay="0"/>
                                          </p:stCondLst>
                                        </p:cTn>
                                        <p:tgtEl>
                                          <p:spTgt spid="321"/>
                                        </p:tgtEl>
                                        <p:attrNameLst>
                                          <p:attrName>style.visibility</p:attrName>
                                        </p:attrNameLst>
                                      </p:cBhvr>
                                      <p:to>
                                        <p:strVal val="visible"/>
                                      </p:to>
                                    </p:set>
                                    <p:animEffect transition="in" filter="wipe(up)">
                                      <p:cBhvr>
                                        <p:cTn id="697" dur="500"/>
                                        <p:tgtEl>
                                          <p:spTgt spid="321"/>
                                        </p:tgtEl>
                                      </p:cBhvr>
                                    </p:animEffect>
                                  </p:childTnLst>
                                </p:cTn>
                              </p:par>
                              <p:par>
                                <p:cTn id="698" presetID="22" presetClass="entr" presetSubtype="1" fill="hold" grpId="0" nodeType="withEffect">
                                  <p:stCondLst>
                                    <p:cond delay="0"/>
                                  </p:stCondLst>
                                  <p:childTnLst>
                                    <p:set>
                                      <p:cBhvr>
                                        <p:cTn id="699" dur="1" fill="hold">
                                          <p:stCondLst>
                                            <p:cond delay="0"/>
                                          </p:stCondLst>
                                        </p:cTn>
                                        <p:tgtEl>
                                          <p:spTgt spid="323"/>
                                        </p:tgtEl>
                                        <p:attrNameLst>
                                          <p:attrName>style.visibility</p:attrName>
                                        </p:attrNameLst>
                                      </p:cBhvr>
                                      <p:to>
                                        <p:strVal val="visible"/>
                                      </p:to>
                                    </p:set>
                                    <p:animEffect transition="in" filter="wipe(up)">
                                      <p:cBhvr>
                                        <p:cTn id="700" dur="500"/>
                                        <p:tgtEl>
                                          <p:spTgt spid="323"/>
                                        </p:tgtEl>
                                      </p:cBhvr>
                                    </p:animEffect>
                                  </p:childTnLst>
                                </p:cTn>
                              </p:par>
                            </p:childTnLst>
                          </p:cTn>
                        </p:par>
                        <p:par>
                          <p:cTn id="701" fill="hold">
                            <p:stCondLst>
                              <p:cond delay="5250"/>
                            </p:stCondLst>
                            <p:childTnLst>
                              <p:par>
                                <p:cTn id="702" presetID="7" presetClass="emph" presetSubtype="2" fill="hold" nodeType="afterEffect">
                                  <p:stCondLst>
                                    <p:cond delay="0"/>
                                  </p:stCondLst>
                                  <p:childTnLst>
                                    <p:animClr clrSpc="rgb" dir="cw">
                                      <p:cBhvr>
                                        <p:cTn id="703" dur="500" fill="hold"/>
                                        <p:tgtEl>
                                          <p:spTgt spid="264"/>
                                        </p:tgtEl>
                                        <p:attrNameLst>
                                          <p:attrName>stroke.color</p:attrName>
                                        </p:attrNameLst>
                                      </p:cBhvr>
                                      <p:to>
                                        <a:srgbClr val="DBE7F9"/>
                                      </p:to>
                                    </p:animClr>
                                    <p:set>
                                      <p:cBhvr>
                                        <p:cTn id="704" dur="500" fill="hold"/>
                                        <p:tgtEl>
                                          <p:spTgt spid="264"/>
                                        </p:tgtEl>
                                        <p:attrNameLst>
                                          <p:attrName>stroke.on</p:attrName>
                                        </p:attrNameLst>
                                      </p:cBhvr>
                                      <p:to>
                                        <p:strVal val="true"/>
                                      </p:to>
                                    </p:set>
                                  </p:childTnLst>
                                </p:cTn>
                              </p:par>
                              <p:par>
                                <p:cTn id="705" presetID="7" presetClass="emph" presetSubtype="2" fill="hold" nodeType="withEffect">
                                  <p:stCondLst>
                                    <p:cond delay="0"/>
                                  </p:stCondLst>
                                  <p:childTnLst>
                                    <p:animClr clrSpc="rgb" dir="cw">
                                      <p:cBhvr>
                                        <p:cTn id="706" dur="500" fill="hold"/>
                                        <p:tgtEl>
                                          <p:spTgt spid="267"/>
                                        </p:tgtEl>
                                        <p:attrNameLst>
                                          <p:attrName>stroke.color</p:attrName>
                                        </p:attrNameLst>
                                      </p:cBhvr>
                                      <p:to>
                                        <a:srgbClr val="008E40"/>
                                      </p:to>
                                    </p:animClr>
                                    <p:set>
                                      <p:cBhvr>
                                        <p:cTn id="707" dur="500" fill="hold"/>
                                        <p:tgtEl>
                                          <p:spTgt spid="267"/>
                                        </p:tgtEl>
                                        <p:attrNameLst>
                                          <p:attrName>stroke.on</p:attrName>
                                        </p:attrNameLst>
                                      </p:cBhvr>
                                      <p:to>
                                        <p:strVal val="true"/>
                                      </p:to>
                                    </p:set>
                                  </p:childTnLst>
                                </p:cTn>
                              </p:par>
                            </p:childTnLst>
                          </p:cTn>
                        </p:par>
                      </p:childTnLst>
                    </p:cTn>
                  </p:par>
                  <p:par>
                    <p:cTn id="708" fill="hold">
                      <p:stCondLst>
                        <p:cond delay="indefinite"/>
                      </p:stCondLst>
                      <p:childTnLst>
                        <p:par>
                          <p:cTn id="709" fill="hold">
                            <p:stCondLst>
                              <p:cond delay="0"/>
                            </p:stCondLst>
                            <p:childTnLst>
                              <p:par>
                                <p:cTn id="710" presetID="32" presetClass="emph" presetSubtype="0" fill="hold" nodeType="clickEffect">
                                  <p:stCondLst>
                                    <p:cond delay="0"/>
                                  </p:stCondLst>
                                  <p:childTnLst>
                                    <p:animRot by="120000">
                                      <p:cBhvr>
                                        <p:cTn id="711" dur="100" fill="hold">
                                          <p:stCondLst>
                                            <p:cond delay="0"/>
                                          </p:stCondLst>
                                        </p:cTn>
                                        <p:tgtEl>
                                          <p:spTgt spid="267"/>
                                        </p:tgtEl>
                                        <p:attrNameLst>
                                          <p:attrName>r</p:attrName>
                                        </p:attrNameLst>
                                      </p:cBhvr>
                                    </p:animRot>
                                    <p:animRot by="-240000">
                                      <p:cBhvr>
                                        <p:cTn id="712" dur="200" fill="hold">
                                          <p:stCondLst>
                                            <p:cond delay="200"/>
                                          </p:stCondLst>
                                        </p:cTn>
                                        <p:tgtEl>
                                          <p:spTgt spid="267"/>
                                        </p:tgtEl>
                                        <p:attrNameLst>
                                          <p:attrName>r</p:attrName>
                                        </p:attrNameLst>
                                      </p:cBhvr>
                                    </p:animRot>
                                    <p:animRot by="240000">
                                      <p:cBhvr>
                                        <p:cTn id="713" dur="200" fill="hold">
                                          <p:stCondLst>
                                            <p:cond delay="400"/>
                                          </p:stCondLst>
                                        </p:cTn>
                                        <p:tgtEl>
                                          <p:spTgt spid="267"/>
                                        </p:tgtEl>
                                        <p:attrNameLst>
                                          <p:attrName>r</p:attrName>
                                        </p:attrNameLst>
                                      </p:cBhvr>
                                    </p:animRot>
                                    <p:animRot by="-240000">
                                      <p:cBhvr>
                                        <p:cTn id="714" dur="200" fill="hold">
                                          <p:stCondLst>
                                            <p:cond delay="600"/>
                                          </p:stCondLst>
                                        </p:cTn>
                                        <p:tgtEl>
                                          <p:spTgt spid="267"/>
                                        </p:tgtEl>
                                        <p:attrNameLst>
                                          <p:attrName>r</p:attrName>
                                        </p:attrNameLst>
                                      </p:cBhvr>
                                    </p:animRot>
                                    <p:animRot by="120000">
                                      <p:cBhvr>
                                        <p:cTn id="715" dur="200" fill="hold">
                                          <p:stCondLst>
                                            <p:cond delay="800"/>
                                          </p:stCondLst>
                                        </p:cTn>
                                        <p:tgtEl>
                                          <p:spTgt spid="267"/>
                                        </p:tgtEl>
                                        <p:attrNameLst>
                                          <p:attrName>r</p:attrName>
                                        </p:attrNameLst>
                                      </p:cBhvr>
                                    </p:animRot>
                                  </p:childTnLst>
                                </p:cTn>
                              </p:par>
                            </p:childTnLst>
                          </p:cTn>
                        </p:par>
                        <p:par>
                          <p:cTn id="716" fill="hold">
                            <p:stCondLst>
                              <p:cond delay="1000"/>
                            </p:stCondLst>
                            <p:childTnLst>
                              <p:par>
                                <p:cTn id="717" presetID="7" presetClass="emph" presetSubtype="2" fill="hold" nodeType="afterEffect">
                                  <p:stCondLst>
                                    <p:cond delay="0"/>
                                  </p:stCondLst>
                                  <p:childTnLst>
                                    <p:animClr clrSpc="rgb" dir="cw">
                                      <p:cBhvr>
                                        <p:cTn id="718" dur="500" fill="hold"/>
                                        <p:tgtEl>
                                          <p:spTgt spid="267"/>
                                        </p:tgtEl>
                                        <p:attrNameLst>
                                          <p:attrName>stroke.color</p:attrName>
                                        </p:attrNameLst>
                                      </p:cBhvr>
                                      <p:to>
                                        <a:srgbClr val="DBE7F9"/>
                                      </p:to>
                                    </p:animClr>
                                    <p:set>
                                      <p:cBhvr>
                                        <p:cTn id="719" dur="500" fill="hold"/>
                                        <p:tgtEl>
                                          <p:spTgt spid="267"/>
                                        </p:tgtEl>
                                        <p:attrNameLst>
                                          <p:attrName>stroke.on</p:attrName>
                                        </p:attrNameLst>
                                      </p:cBhvr>
                                      <p:to>
                                        <p:strVal val="true"/>
                                      </p:to>
                                    </p:set>
                                  </p:childTnLst>
                                </p:cTn>
                              </p:par>
                              <p:par>
                                <p:cTn id="720" presetID="22" presetClass="entr" presetSubtype="8" fill="hold" nodeType="withEffect">
                                  <p:stCondLst>
                                    <p:cond delay="0"/>
                                  </p:stCondLst>
                                  <p:childTnLst>
                                    <p:set>
                                      <p:cBhvr>
                                        <p:cTn id="721" dur="1" fill="hold">
                                          <p:stCondLst>
                                            <p:cond delay="0"/>
                                          </p:stCondLst>
                                        </p:cTn>
                                        <p:tgtEl>
                                          <p:spTgt spid="269"/>
                                        </p:tgtEl>
                                        <p:attrNameLst>
                                          <p:attrName>style.visibility</p:attrName>
                                        </p:attrNameLst>
                                      </p:cBhvr>
                                      <p:to>
                                        <p:strVal val="visible"/>
                                      </p:to>
                                    </p:set>
                                    <p:animEffect transition="in" filter="wipe(left)">
                                      <p:cBhvr>
                                        <p:cTn id="722" dur="500"/>
                                        <p:tgtEl>
                                          <p:spTgt spid="269"/>
                                        </p:tgtEl>
                                      </p:cBhvr>
                                    </p:animEffect>
                                  </p:childTnLst>
                                </p:cTn>
                              </p:par>
                            </p:childTnLst>
                          </p:cTn>
                        </p:par>
                      </p:childTnLst>
                    </p:cTn>
                  </p:par>
                  <p:par>
                    <p:cTn id="723" fill="hold">
                      <p:stCondLst>
                        <p:cond delay="indefinite"/>
                      </p:stCondLst>
                      <p:childTnLst>
                        <p:par>
                          <p:cTn id="724" fill="hold">
                            <p:stCondLst>
                              <p:cond delay="0"/>
                            </p:stCondLst>
                            <p:childTnLst>
                              <p:par>
                                <p:cTn id="725" presetID="32" presetClass="emph" presetSubtype="0" fill="hold" nodeType="clickEffect">
                                  <p:stCondLst>
                                    <p:cond delay="0"/>
                                  </p:stCondLst>
                                  <p:childTnLst>
                                    <p:animRot by="120000">
                                      <p:cBhvr>
                                        <p:cTn id="726" dur="100" fill="hold">
                                          <p:stCondLst>
                                            <p:cond delay="0"/>
                                          </p:stCondLst>
                                        </p:cTn>
                                        <p:tgtEl>
                                          <p:spTgt spid="269"/>
                                        </p:tgtEl>
                                        <p:attrNameLst>
                                          <p:attrName>r</p:attrName>
                                        </p:attrNameLst>
                                      </p:cBhvr>
                                    </p:animRot>
                                    <p:animRot by="-240000">
                                      <p:cBhvr>
                                        <p:cTn id="727" dur="200" fill="hold">
                                          <p:stCondLst>
                                            <p:cond delay="200"/>
                                          </p:stCondLst>
                                        </p:cTn>
                                        <p:tgtEl>
                                          <p:spTgt spid="269"/>
                                        </p:tgtEl>
                                        <p:attrNameLst>
                                          <p:attrName>r</p:attrName>
                                        </p:attrNameLst>
                                      </p:cBhvr>
                                    </p:animRot>
                                    <p:animRot by="240000">
                                      <p:cBhvr>
                                        <p:cTn id="728" dur="200" fill="hold">
                                          <p:stCondLst>
                                            <p:cond delay="400"/>
                                          </p:stCondLst>
                                        </p:cTn>
                                        <p:tgtEl>
                                          <p:spTgt spid="269"/>
                                        </p:tgtEl>
                                        <p:attrNameLst>
                                          <p:attrName>r</p:attrName>
                                        </p:attrNameLst>
                                      </p:cBhvr>
                                    </p:animRot>
                                    <p:animRot by="-240000">
                                      <p:cBhvr>
                                        <p:cTn id="729" dur="200" fill="hold">
                                          <p:stCondLst>
                                            <p:cond delay="600"/>
                                          </p:stCondLst>
                                        </p:cTn>
                                        <p:tgtEl>
                                          <p:spTgt spid="269"/>
                                        </p:tgtEl>
                                        <p:attrNameLst>
                                          <p:attrName>r</p:attrName>
                                        </p:attrNameLst>
                                      </p:cBhvr>
                                    </p:animRot>
                                    <p:animRot by="120000">
                                      <p:cBhvr>
                                        <p:cTn id="730" dur="200" fill="hold">
                                          <p:stCondLst>
                                            <p:cond delay="800"/>
                                          </p:stCondLst>
                                        </p:cTn>
                                        <p:tgtEl>
                                          <p:spTgt spid="269"/>
                                        </p:tgtEl>
                                        <p:attrNameLst>
                                          <p:attrName>r</p:attrName>
                                        </p:attrNameLst>
                                      </p:cBhvr>
                                    </p:animRot>
                                  </p:childTnLst>
                                </p:cTn>
                              </p:par>
                            </p:childTnLst>
                          </p:cTn>
                        </p:par>
                        <p:par>
                          <p:cTn id="731" fill="hold">
                            <p:stCondLst>
                              <p:cond delay="1000"/>
                            </p:stCondLst>
                            <p:childTnLst>
                              <p:par>
                                <p:cTn id="732" presetID="22" presetClass="entr" presetSubtype="1" fill="hold" grpId="0" nodeType="afterEffect">
                                  <p:stCondLst>
                                    <p:cond delay="0"/>
                                  </p:stCondLst>
                                  <p:childTnLst>
                                    <p:set>
                                      <p:cBhvr>
                                        <p:cTn id="733" dur="1" fill="hold">
                                          <p:stCondLst>
                                            <p:cond delay="0"/>
                                          </p:stCondLst>
                                        </p:cTn>
                                        <p:tgtEl>
                                          <p:spTgt spid="259"/>
                                        </p:tgtEl>
                                        <p:attrNameLst>
                                          <p:attrName>style.visibility</p:attrName>
                                        </p:attrNameLst>
                                      </p:cBhvr>
                                      <p:to>
                                        <p:strVal val="visible"/>
                                      </p:to>
                                    </p:set>
                                    <p:animEffect transition="in" filter="wipe(up)">
                                      <p:cBhvr>
                                        <p:cTn id="734" dur="500"/>
                                        <p:tgtEl>
                                          <p:spTgt spid="259"/>
                                        </p:tgtEl>
                                      </p:cBhvr>
                                    </p:animEffect>
                                  </p:childTnLst>
                                </p:cTn>
                              </p:par>
                            </p:childTnLst>
                          </p:cTn>
                        </p:par>
                        <p:par>
                          <p:cTn id="735" fill="hold">
                            <p:stCondLst>
                              <p:cond delay="1500"/>
                            </p:stCondLst>
                            <p:childTnLst>
                              <p:par>
                                <p:cTn id="736" presetID="22" presetClass="exit" presetSubtype="2" fill="hold" grpId="1" nodeType="afterEffect">
                                  <p:stCondLst>
                                    <p:cond delay="0"/>
                                  </p:stCondLst>
                                  <p:childTnLst>
                                    <p:animEffect transition="out" filter="wipe(right)">
                                      <p:cBhvr>
                                        <p:cTn id="737" dur="500"/>
                                        <p:tgtEl>
                                          <p:spTgt spid="308"/>
                                        </p:tgtEl>
                                      </p:cBhvr>
                                    </p:animEffect>
                                    <p:set>
                                      <p:cBhvr>
                                        <p:cTn id="738" dur="1" fill="hold">
                                          <p:stCondLst>
                                            <p:cond delay="499"/>
                                          </p:stCondLst>
                                        </p:cTn>
                                        <p:tgtEl>
                                          <p:spTgt spid="308"/>
                                        </p:tgtEl>
                                        <p:attrNameLst>
                                          <p:attrName>style.visibility</p:attrName>
                                        </p:attrNameLst>
                                      </p:cBhvr>
                                      <p:to>
                                        <p:strVal val="hidden"/>
                                      </p:to>
                                    </p:set>
                                  </p:childTnLst>
                                </p:cTn>
                              </p:par>
                            </p:childTnLst>
                          </p:cTn>
                        </p:par>
                        <p:par>
                          <p:cTn id="739" fill="hold">
                            <p:stCondLst>
                              <p:cond delay="2000"/>
                            </p:stCondLst>
                            <p:childTnLst>
                              <p:par>
                                <p:cTn id="740" presetID="22" presetClass="entr" presetSubtype="8" fill="hold" nodeType="afterEffect">
                                  <p:stCondLst>
                                    <p:cond delay="0"/>
                                  </p:stCondLst>
                                  <p:childTnLst>
                                    <p:set>
                                      <p:cBhvr>
                                        <p:cTn id="741" dur="1" fill="hold">
                                          <p:stCondLst>
                                            <p:cond delay="0"/>
                                          </p:stCondLst>
                                        </p:cTn>
                                        <p:tgtEl>
                                          <p:spTgt spid="327"/>
                                        </p:tgtEl>
                                        <p:attrNameLst>
                                          <p:attrName>style.visibility</p:attrName>
                                        </p:attrNameLst>
                                      </p:cBhvr>
                                      <p:to>
                                        <p:strVal val="visible"/>
                                      </p:to>
                                    </p:set>
                                    <p:animEffect transition="in" filter="wipe(left)">
                                      <p:cBhvr>
                                        <p:cTn id="742" dur="1000"/>
                                        <p:tgtEl>
                                          <p:spTgt spid="327"/>
                                        </p:tgtEl>
                                      </p:cBhvr>
                                    </p:animEffect>
                                  </p:childTnLst>
                                </p:cTn>
                              </p:par>
                            </p:childTnLst>
                          </p:cTn>
                        </p:par>
                        <p:par>
                          <p:cTn id="743" fill="hold">
                            <p:stCondLst>
                              <p:cond delay="3000"/>
                            </p:stCondLst>
                            <p:childTnLst>
                              <p:par>
                                <p:cTn id="744" presetID="7" presetClass="emph" presetSubtype="2" fill="hold" nodeType="afterEffect">
                                  <p:stCondLst>
                                    <p:cond delay="0"/>
                                  </p:stCondLst>
                                  <p:childTnLst>
                                    <p:animClr clrSpc="rgb" dir="cw">
                                      <p:cBhvr>
                                        <p:cTn id="745" dur="500" fill="hold"/>
                                        <p:tgtEl>
                                          <p:spTgt spid="269"/>
                                        </p:tgtEl>
                                        <p:attrNameLst>
                                          <p:attrName>stroke.color</p:attrName>
                                        </p:attrNameLst>
                                      </p:cBhvr>
                                      <p:to>
                                        <a:srgbClr val="DBE7F9"/>
                                      </p:to>
                                    </p:animClr>
                                    <p:set>
                                      <p:cBhvr>
                                        <p:cTn id="746" dur="500" fill="hold"/>
                                        <p:tgtEl>
                                          <p:spTgt spid="269"/>
                                        </p:tgtEl>
                                        <p:attrNameLst>
                                          <p:attrName>stroke.on</p:attrName>
                                        </p:attrNameLst>
                                      </p:cBhvr>
                                      <p:to>
                                        <p:strVal val="true"/>
                                      </p:to>
                                    </p:set>
                                  </p:childTnLst>
                                </p:cTn>
                              </p:par>
                              <p:par>
                                <p:cTn id="747" presetID="7" presetClass="emph" presetSubtype="2" fill="hold" nodeType="withEffect">
                                  <p:stCondLst>
                                    <p:cond delay="0"/>
                                  </p:stCondLst>
                                  <p:childTnLst>
                                    <p:animClr clrSpc="rgb" dir="cw">
                                      <p:cBhvr>
                                        <p:cTn id="748" dur="500" fill="hold"/>
                                        <p:tgtEl>
                                          <p:spTgt spid="271"/>
                                        </p:tgtEl>
                                        <p:attrNameLst>
                                          <p:attrName>stroke.color</p:attrName>
                                        </p:attrNameLst>
                                      </p:cBhvr>
                                      <p:to>
                                        <a:srgbClr val="008E40"/>
                                      </p:to>
                                    </p:animClr>
                                    <p:set>
                                      <p:cBhvr>
                                        <p:cTn id="749" dur="500" fill="hold"/>
                                        <p:tgtEl>
                                          <p:spTgt spid="271"/>
                                        </p:tgtEl>
                                        <p:attrNameLst>
                                          <p:attrName>stroke.on</p:attrName>
                                        </p:attrNameLst>
                                      </p:cBhvr>
                                      <p:to>
                                        <p:strVal val="true"/>
                                      </p:to>
                                    </p:set>
                                  </p:childTnLst>
                                </p:cTn>
                              </p:par>
                            </p:childTnLst>
                          </p:cTn>
                        </p:par>
                      </p:childTnLst>
                    </p:cTn>
                  </p:par>
                  <p:par>
                    <p:cTn id="750" fill="hold">
                      <p:stCondLst>
                        <p:cond delay="indefinite"/>
                      </p:stCondLst>
                      <p:childTnLst>
                        <p:par>
                          <p:cTn id="751" fill="hold">
                            <p:stCondLst>
                              <p:cond delay="0"/>
                            </p:stCondLst>
                            <p:childTnLst>
                              <p:par>
                                <p:cTn id="752" presetID="32" presetClass="emph" presetSubtype="0" fill="hold" nodeType="clickEffect">
                                  <p:stCondLst>
                                    <p:cond delay="0"/>
                                  </p:stCondLst>
                                  <p:childTnLst>
                                    <p:animRot by="120000">
                                      <p:cBhvr>
                                        <p:cTn id="753" dur="100" fill="hold">
                                          <p:stCondLst>
                                            <p:cond delay="0"/>
                                          </p:stCondLst>
                                        </p:cTn>
                                        <p:tgtEl>
                                          <p:spTgt spid="271"/>
                                        </p:tgtEl>
                                        <p:attrNameLst>
                                          <p:attrName>r</p:attrName>
                                        </p:attrNameLst>
                                      </p:cBhvr>
                                    </p:animRot>
                                    <p:animRot by="-240000">
                                      <p:cBhvr>
                                        <p:cTn id="754" dur="200" fill="hold">
                                          <p:stCondLst>
                                            <p:cond delay="200"/>
                                          </p:stCondLst>
                                        </p:cTn>
                                        <p:tgtEl>
                                          <p:spTgt spid="271"/>
                                        </p:tgtEl>
                                        <p:attrNameLst>
                                          <p:attrName>r</p:attrName>
                                        </p:attrNameLst>
                                      </p:cBhvr>
                                    </p:animRot>
                                    <p:animRot by="240000">
                                      <p:cBhvr>
                                        <p:cTn id="755" dur="200" fill="hold">
                                          <p:stCondLst>
                                            <p:cond delay="400"/>
                                          </p:stCondLst>
                                        </p:cTn>
                                        <p:tgtEl>
                                          <p:spTgt spid="271"/>
                                        </p:tgtEl>
                                        <p:attrNameLst>
                                          <p:attrName>r</p:attrName>
                                        </p:attrNameLst>
                                      </p:cBhvr>
                                    </p:animRot>
                                    <p:animRot by="-240000">
                                      <p:cBhvr>
                                        <p:cTn id="756" dur="200" fill="hold">
                                          <p:stCondLst>
                                            <p:cond delay="600"/>
                                          </p:stCondLst>
                                        </p:cTn>
                                        <p:tgtEl>
                                          <p:spTgt spid="271"/>
                                        </p:tgtEl>
                                        <p:attrNameLst>
                                          <p:attrName>r</p:attrName>
                                        </p:attrNameLst>
                                      </p:cBhvr>
                                    </p:animRot>
                                    <p:animRot by="120000">
                                      <p:cBhvr>
                                        <p:cTn id="757" dur="200" fill="hold">
                                          <p:stCondLst>
                                            <p:cond delay="800"/>
                                          </p:stCondLst>
                                        </p:cTn>
                                        <p:tgtEl>
                                          <p:spTgt spid="271"/>
                                        </p:tgtEl>
                                        <p:attrNameLst>
                                          <p:attrName>r</p:attrName>
                                        </p:attrNameLst>
                                      </p:cBhvr>
                                    </p:animRot>
                                  </p:childTnLst>
                                </p:cTn>
                              </p:par>
                              <p:par>
                                <p:cTn id="758" presetID="7" presetClass="emph" presetSubtype="2" fill="hold" nodeType="withEffect">
                                  <p:stCondLst>
                                    <p:cond delay="0"/>
                                  </p:stCondLst>
                                  <p:childTnLst>
                                    <p:animClr clrSpc="rgb" dir="cw">
                                      <p:cBhvr>
                                        <p:cTn id="759" dur="500" fill="hold"/>
                                        <p:tgtEl>
                                          <p:spTgt spid="260"/>
                                        </p:tgtEl>
                                        <p:attrNameLst>
                                          <p:attrName>stroke.color</p:attrName>
                                        </p:attrNameLst>
                                      </p:cBhvr>
                                      <p:to>
                                        <a:srgbClr val="7F6000"/>
                                      </p:to>
                                    </p:animClr>
                                    <p:set>
                                      <p:cBhvr>
                                        <p:cTn id="760" dur="500" fill="hold"/>
                                        <p:tgtEl>
                                          <p:spTgt spid="260"/>
                                        </p:tgtEl>
                                        <p:attrNameLst>
                                          <p:attrName>stroke.on</p:attrName>
                                        </p:attrNameLst>
                                      </p:cBhvr>
                                      <p:to>
                                        <p:strVal val="true"/>
                                      </p:to>
                                    </p:set>
                                  </p:childTnLst>
                                </p:cTn>
                              </p:par>
                            </p:childTnLst>
                          </p:cTn>
                        </p:par>
                      </p:childTnLst>
                    </p:cTn>
                  </p:par>
                  <p:par>
                    <p:cTn id="761" fill="hold">
                      <p:stCondLst>
                        <p:cond delay="indefinite"/>
                      </p:stCondLst>
                      <p:childTnLst>
                        <p:par>
                          <p:cTn id="762" fill="hold">
                            <p:stCondLst>
                              <p:cond delay="0"/>
                            </p:stCondLst>
                            <p:childTnLst>
                              <p:par>
                                <p:cTn id="763" presetID="32" presetClass="emph" presetSubtype="0" fill="hold" nodeType="clickEffect">
                                  <p:stCondLst>
                                    <p:cond delay="0"/>
                                  </p:stCondLst>
                                  <p:childTnLst>
                                    <p:animRot by="120000">
                                      <p:cBhvr>
                                        <p:cTn id="764" dur="100" fill="hold">
                                          <p:stCondLst>
                                            <p:cond delay="0"/>
                                          </p:stCondLst>
                                        </p:cTn>
                                        <p:tgtEl>
                                          <p:spTgt spid="260"/>
                                        </p:tgtEl>
                                        <p:attrNameLst>
                                          <p:attrName>r</p:attrName>
                                        </p:attrNameLst>
                                      </p:cBhvr>
                                    </p:animRot>
                                    <p:animRot by="-240000">
                                      <p:cBhvr>
                                        <p:cTn id="765" dur="200" fill="hold">
                                          <p:stCondLst>
                                            <p:cond delay="200"/>
                                          </p:stCondLst>
                                        </p:cTn>
                                        <p:tgtEl>
                                          <p:spTgt spid="260"/>
                                        </p:tgtEl>
                                        <p:attrNameLst>
                                          <p:attrName>r</p:attrName>
                                        </p:attrNameLst>
                                      </p:cBhvr>
                                    </p:animRot>
                                    <p:animRot by="240000">
                                      <p:cBhvr>
                                        <p:cTn id="766" dur="200" fill="hold">
                                          <p:stCondLst>
                                            <p:cond delay="400"/>
                                          </p:stCondLst>
                                        </p:cTn>
                                        <p:tgtEl>
                                          <p:spTgt spid="260"/>
                                        </p:tgtEl>
                                        <p:attrNameLst>
                                          <p:attrName>r</p:attrName>
                                        </p:attrNameLst>
                                      </p:cBhvr>
                                    </p:animRot>
                                    <p:animRot by="-240000">
                                      <p:cBhvr>
                                        <p:cTn id="767" dur="200" fill="hold">
                                          <p:stCondLst>
                                            <p:cond delay="600"/>
                                          </p:stCondLst>
                                        </p:cTn>
                                        <p:tgtEl>
                                          <p:spTgt spid="260"/>
                                        </p:tgtEl>
                                        <p:attrNameLst>
                                          <p:attrName>r</p:attrName>
                                        </p:attrNameLst>
                                      </p:cBhvr>
                                    </p:animRot>
                                    <p:animRot by="120000">
                                      <p:cBhvr>
                                        <p:cTn id="768" dur="200" fill="hold">
                                          <p:stCondLst>
                                            <p:cond delay="800"/>
                                          </p:stCondLst>
                                        </p:cTn>
                                        <p:tgtEl>
                                          <p:spTgt spid="260"/>
                                        </p:tgtEl>
                                        <p:attrNameLst>
                                          <p:attrName>r</p:attrName>
                                        </p:attrNameLst>
                                      </p:cBhvr>
                                    </p:animRot>
                                  </p:childTnLst>
                                </p:cTn>
                              </p:par>
                            </p:childTnLst>
                          </p:cTn>
                        </p:par>
                        <p:par>
                          <p:cTn id="769" fill="hold">
                            <p:stCondLst>
                              <p:cond delay="1000"/>
                            </p:stCondLst>
                            <p:childTnLst>
                              <p:par>
                                <p:cTn id="770" presetID="16" presetClass="entr" presetSubtype="21" fill="hold" grpId="0" nodeType="afterEffect">
                                  <p:stCondLst>
                                    <p:cond delay="0"/>
                                  </p:stCondLst>
                                  <p:childTnLst>
                                    <p:set>
                                      <p:cBhvr>
                                        <p:cTn id="771" dur="1" fill="hold">
                                          <p:stCondLst>
                                            <p:cond delay="0"/>
                                          </p:stCondLst>
                                        </p:cTn>
                                        <p:tgtEl>
                                          <p:spTgt spid="215"/>
                                        </p:tgtEl>
                                        <p:attrNameLst>
                                          <p:attrName>style.visibility</p:attrName>
                                        </p:attrNameLst>
                                      </p:cBhvr>
                                      <p:to>
                                        <p:strVal val="visible"/>
                                      </p:to>
                                    </p:set>
                                    <p:animEffect transition="in" filter="barn(inVertical)">
                                      <p:cBhvr>
                                        <p:cTn id="772" dur="1000"/>
                                        <p:tgtEl>
                                          <p:spTgt spid="215"/>
                                        </p:tgtEl>
                                      </p:cBhvr>
                                    </p:animEffect>
                                  </p:childTnLst>
                                </p:cTn>
                              </p:par>
                            </p:childTnLst>
                          </p:cTn>
                        </p:par>
                        <p:par>
                          <p:cTn id="773" fill="hold">
                            <p:stCondLst>
                              <p:cond delay="2000"/>
                            </p:stCondLst>
                            <p:childTnLst>
                              <p:par>
                                <p:cTn id="774" presetID="7" presetClass="emph" presetSubtype="2" fill="hold" nodeType="afterEffect">
                                  <p:stCondLst>
                                    <p:cond delay="0"/>
                                  </p:stCondLst>
                                  <p:childTnLst>
                                    <p:animClr clrSpc="rgb" dir="cw">
                                      <p:cBhvr>
                                        <p:cTn id="775" dur="500" fill="hold"/>
                                        <p:tgtEl>
                                          <p:spTgt spid="260"/>
                                        </p:tgtEl>
                                        <p:attrNameLst>
                                          <p:attrName>stroke.color</p:attrName>
                                        </p:attrNameLst>
                                      </p:cBhvr>
                                      <p:to>
                                        <a:srgbClr val="DBE7F9"/>
                                      </p:to>
                                    </p:animClr>
                                    <p:set>
                                      <p:cBhvr>
                                        <p:cTn id="776" dur="500" fill="hold"/>
                                        <p:tgtEl>
                                          <p:spTgt spid="260"/>
                                        </p:tgtEl>
                                        <p:attrNameLst>
                                          <p:attrName>stroke.on</p:attrName>
                                        </p:attrNameLst>
                                      </p:cBhvr>
                                      <p:to>
                                        <p:strVal val="true"/>
                                      </p:to>
                                    </p:set>
                                  </p:childTnLst>
                                </p:cTn>
                              </p:par>
                              <p:par>
                                <p:cTn id="777" presetID="7" presetClass="emph" presetSubtype="2" fill="hold" nodeType="withEffect">
                                  <p:stCondLst>
                                    <p:cond delay="0"/>
                                  </p:stCondLst>
                                  <p:childTnLst>
                                    <p:animClr clrSpc="rgb" dir="cw">
                                      <p:cBhvr>
                                        <p:cTn id="778" dur="500" fill="hold"/>
                                        <p:tgtEl>
                                          <p:spTgt spid="261"/>
                                        </p:tgtEl>
                                        <p:attrNameLst>
                                          <p:attrName>stroke.color</p:attrName>
                                        </p:attrNameLst>
                                      </p:cBhvr>
                                      <p:to>
                                        <a:srgbClr val="7F6000"/>
                                      </p:to>
                                    </p:animClr>
                                    <p:set>
                                      <p:cBhvr>
                                        <p:cTn id="779" dur="500" fill="hold"/>
                                        <p:tgtEl>
                                          <p:spTgt spid="261"/>
                                        </p:tgtEl>
                                        <p:attrNameLst>
                                          <p:attrName>stroke.on</p:attrName>
                                        </p:attrNameLst>
                                      </p:cBhvr>
                                      <p:to>
                                        <p:strVal val="true"/>
                                      </p:to>
                                    </p:set>
                                  </p:childTnLst>
                                </p:cTn>
                              </p:par>
                            </p:childTnLst>
                          </p:cTn>
                        </p:par>
                      </p:childTnLst>
                    </p:cTn>
                  </p:par>
                  <p:par>
                    <p:cTn id="780" fill="hold">
                      <p:stCondLst>
                        <p:cond delay="indefinite"/>
                      </p:stCondLst>
                      <p:childTnLst>
                        <p:par>
                          <p:cTn id="781" fill="hold">
                            <p:stCondLst>
                              <p:cond delay="0"/>
                            </p:stCondLst>
                            <p:childTnLst>
                              <p:par>
                                <p:cTn id="782" presetID="32" presetClass="emph" presetSubtype="0" fill="hold" nodeType="clickEffect">
                                  <p:stCondLst>
                                    <p:cond delay="0"/>
                                  </p:stCondLst>
                                  <p:childTnLst>
                                    <p:animRot by="120000">
                                      <p:cBhvr>
                                        <p:cTn id="783" dur="100" fill="hold">
                                          <p:stCondLst>
                                            <p:cond delay="0"/>
                                          </p:stCondLst>
                                        </p:cTn>
                                        <p:tgtEl>
                                          <p:spTgt spid="261"/>
                                        </p:tgtEl>
                                        <p:attrNameLst>
                                          <p:attrName>r</p:attrName>
                                        </p:attrNameLst>
                                      </p:cBhvr>
                                    </p:animRot>
                                    <p:animRot by="-240000">
                                      <p:cBhvr>
                                        <p:cTn id="784" dur="200" fill="hold">
                                          <p:stCondLst>
                                            <p:cond delay="200"/>
                                          </p:stCondLst>
                                        </p:cTn>
                                        <p:tgtEl>
                                          <p:spTgt spid="261"/>
                                        </p:tgtEl>
                                        <p:attrNameLst>
                                          <p:attrName>r</p:attrName>
                                        </p:attrNameLst>
                                      </p:cBhvr>
                                    </p:animRot>
                                    <p:animRot by="240000">
                                      <p:cBhvr>
                                        <p:cTn id="785" dur="200" fill="hold">
                                          <p:stCondLst>
                                            <p:cond delay="400"/>
                                          </p:stCondLst>
                                        </p:cTn>
                                        <p:tgtEl>
                                          <p:spTgt spid="261"/>
                                        </p:tgtEl>
                                        <p:attrNameLst>
                                          <p:attrName>r</p:attrName>
                                        </p:attrNameLst>
                                      </p:cBhvr>
                                    </p:animRot>
                                    <p:animRot by="-240000">
                                      <p:cBhvr>
                                        <p:cTn id="786" dur="200" fill="hold">
                                          <p:stCondLst>
                                            <p:cond delay="600"/>
                                          </p:stCondLst>
                                        </p:cTn>
                                        <p:tgtEl>
                                          <p:spTgt spid="261"/>
                                        </p:tgtEl>
                                        <p:attrNameLst>
                                          <p:attrName>r</p:attrName>
                                        </p:attrNameLst>
                                      </p:cBhvr>
                                    </p:animRot>
                                    <p:animRot by="120000">
                                      <p:cBhvr>
                                        <p:cTn id="787" dur="200" fill="hold">
                                          <p:stCondLst>
                                            <p:cond delay="800"/>
                                          </p:stCondLst>
                                        </p:cTn>
                                        <p:tgtEl>
                                          <p:spTgt spid="261"/>
                                        </p:tgtEl>
                                        <p:attrNameLst>
                                          <p:attrName>r</p:attrName>
                                        </p:attrNameLst>
                                      </p:cBhvr>
                                    </p:animRot>
                                  </p:childTnLst>
                                </p:cTn>
                              </p:par>
                            </p:childTnLst>
                          </p:cTn>
                        </p:par>
                        <p:par>
                          <p:cTn id="788" fill="hold">
                            <p:stCondLst>
                              <p:cond delay="1000"/>
                            </p:stCondLst>
                            <p:childTnLst>
                              <p:par>
                                <p:cTn id="789" presetID="22" presetClass="entr" presetSubtype="1" fill="hold" grpId="0" nodeType="afterEffect">
                                  <p:stCondLst>
                                    <p:cond delay="0"/>
                                  </p:stCondLst>
                                  <p:childTnLst>
                                    <p:set>
                                      <p:cBhvr>
                                        <p:cTn id="790" dur="1" fill="hold">
                                          <p:stCondLst>
                                            <p:cond delay="0"/>
                                          </p:stCondLst>
                                        </p:cTn>
                                        <p:tgtEl>
                                          <p:spTgt spid="328"/>
                                        </p:tgtEl>
                                        <p:attrNameLst>
                                          <p:attrName>style.visibility</p:attrName>
                                        </p:attrNameLst>
                                      </p:cBhvr>
                                      <p:to>
                                        <p:strVal val="visible"/>
                                      </p:to>
                                    </p:set>
                                    <p:animEffect transition="in" filter="wipe(up)">
                                      <p:cBhvr>
                                        <p:cTn id="791" dur="1000"/>
                                        <p:tgtEl>
                                          <p:spTgt spid="328"/>
                                        </p:tgtEl>
                                      </p:cBhvr>
                                    </p:animEffect>
                                  </p:childTnLst>
                                </p:cTn>
                              </p:par>
                            </p:childTnLst>
                          </p:cTn>
                        </p:par>
                        <p:par>
                          <p:cTn id="792" fill="hold">
                            <p:stCondLst>
                              <p:cond delay="2000"/>
                            </p:stCondLst>
                            <p:childTnLst>
                              <p:par>
                                <p:cTn id="793" presetID="7" presetClass="emph" presetSubtype="2" fill="hold" nodeType="afterEffect">
                                  <p:stCondLst>
                                    <p:cond delay="0"/>
                                  </p:stCondLst>
                                  <p:childTnLst>
                                    <p:animClr clrSpc="rgb" dir="cw">
                                      <p:cBhvr>
                                        <p:cTn id="794" dur="500" fill="hold"/>
                                        <p:tgtEl>
                                          <p:spTgt spid="261"/>
                                        </p:tgtEl>
                                        <p:attrNameLst>
                                          <p:attrName>stroke.color</p:attrName>
                                        </p:attrNameLst>
                                      </p:cBhvr>
                                      <p:to>
                                        <a:srgbClr val="DBE7F9"/>
                                      </p:to>
                                    </p:animClr>
                                    <p:set>
                                      <p:cBhvr>
                                        <p:cTn id="795" dur="500" fill="hold"/>
                                        <p:tgtEl>
                                          <p:spTgt spid="261"/>
                                        </p:tgtEl>
                                        <p:attrNameLst>
                                          <p:attrName>stroke.on</p:attrName>
                                        </p:attrNameLst>
                                      </p:cBhvr>
                                      <p:to>
                                        <p:strVal val="true"/>
                                      </p:to>
                                    </p:set>
                                  </p:childTnLst>
                                </p:cTn>
                              </p:par>
                              <p:par>
                                <p:cTn id="796" presetID="7" presetClass="emph" presetSubtype="2" fill="hold" nodeType="withEffect">
                                  <p:stCondLst>
                                    <p:cond delay="0"/>
                                  </p:stCondLst>
                                  <p:childTnLst>
                                    <p:animClr clrSpc="rgb" dir="cw">
                                      <p:cBhvr>
                                        <p:cTn id="797" dur="500" fill="hold"/>
                                        <p:tgtEl>
                                          <p:spTgt spid="263"/>
                                        </p:tgtEl>
                                        <p:attrNameLst>
                                          <p:attrName>stroke.color</p:attrName>
                                        </p:attrNameLst>
                                      </p:cBhvr>
                                      <p:to>
                                        <a:srgbClr val="7F6000"/>
                                      </p:to>
                                    </p:animClr>
                                    <p:set>
                                      <p:cBhvr>
                                        <p:cTn id="798" dur="500" fill="hold"/>
                                        <p:tgtEl>
                                          <p:spTgt spid="263"/>
                                        </p:tgtEl>
                                        <p:attrNameLst>
                                          <p:attrName>stroke.on</p:attrName>
                                        </p:attrNameLst>
                                      </p:cBhvr>
                                      <p:to>
                                        <p:strVal val="true"/>
                                      </p:to>
                                    </p:set>
                                  </p:childTnLst>
                                </p:cTn>
                              </p:par>
                            </p:childTnLst>
                          </p:cTn>
                        </p:par>
                      </p:childTnLst>
                    </p:cTn>
                  </p:par>
                  <p:par>
                    <p:cTn id="799" fill="hold">
                      <p:stCondLst>
                        <p:cond delay="indefinite"/>
                      </p:stCondLst>
                      <p:childTnLst>
                        <p:par>
                          <p:cTn id="800" fill="hold">
                            <p:stCondLst>
                              <p:cond delay="0"/>
                            </p:stCondLst>
                            <p:childTnLst>
                              <p:par>
                                <p:cTn id="801" presetID="32" presetClass="emph" presetSubtype="0" fill="hold" nodeType="clickEffect">
                                  <p:stCondLst>
                                    <p:cond delay="0"/>
                                  </p:stCondLst>
                                  <p:childTnLst>
                                    <p:animRot by="120000">
                                      <p:cBhvr>
                                        <p:cTn id="802" dur="100" fill="hold">
                                          <p:stCondLst>
                                            <p:cond delay="0"/>
                                          </p:stCondLst>
                                        </p:cTn>
                                        <p:tgtEl>
                                          <p:spTgt spid="263"/>
                                        </p:tgtEl>
                                        <p:attrNameLst>
                                          <p:attrName>r</p:attrName>
                                        </p:attrNameLst>
                                      </p:cBhvr>
                                    </p:animRot>
                                    <p:animRot by="-240000">
                                      <p:cBhvr>
                                        <p:cTn id="803" dur="200" fill="hold">
                                          <p:stCondLst>
                                            <p:cond delay="200"/>
                                          </p:stCondLst>
                                        </p:cTn>
                                        <p:tgtEl>
                                          <p:spTgt spid="263"/>
                                        </p:tgtEl>
                                        <p:attrNameLst>
                                          <p:attrName>r</p:attrName>
                                        </p:attrNameLst>
                                      </p:cBhvr>
                                    </p:animRot>
                                    <p:animRot by="240000">
                                      <p:cBhvr>
                                        <p:cTn id="804" dur="200" fill="hold">
                                          <p:stCondLst>
                                            <p:cond delay="400"/>
                                          </p:stCondLst>
                                        </p:cTn>
                                        <p:tgtEl>
                                          <p:spTgt spid="263"/>
                                        </p:tgtEl>
                                        <p:attrNameLst>
                                          <p:attrName>r</p:attrName>
                                        </p:attrNameLst>
                                      </p:cBhvr>
                                    </p:animRot>
                                    <p:animRot by="-240000">
                                      <p:cBhvr>
                                        <p:cTn id="805" dur="200" fill="hold">
                                          <p:stCondLst>
                                            <p:cond delay="600"/>
                                          </p:stCondLst>
                                        </p:cTn>
                                        <p:tgtEl>
                                          <p:spTgt spid="263"/>
                                        </p:tgtEl>
                                        <p:attrNameLst>
                                          <p:attrName>r</p:attrName>
                                        </p:attrNameLst>
                                      </p:cBhvr>
                                    </p:animRot>
                                    <p:animRot by="120000">
                                      <p:cBhvr>
                                        <p:cTn id="806" dur="200" fill="hold">
                                          <p:stCondLst>
                                            <p:cond delay="800"/>
                                          </p:stCondLst>
                                        </p:cTn>
                                        <p:tgtEl>
                                          <p:spTgt spid="263"/>
                                        </p:tgtEl>
                                        <p:attrNameLst>
                                          <p:attrName>r</p:attrName>
                                        </p:attrNameLst>
                                      </p:cBhvr>
                                    </p:animRot>
                                  </p:childTnLst>
                                </p:cTn>
                              </p:par>
                            </p:childTnLst>
                          </p:cTn>
                        </p:par>
                        <p:par>
                          <p:cTn id="807" fill="hold">
                            <p:stCondLst>
                              <p:cond delay="1000"/>
                            </p:stCondLst>
                            <p:childTnLst>
                              <p:par>
                                <p:cTn id="808" presetID="27" presetClass="emph" presetSubtype="0" fill="remove" grpId="1" nodeType="afterEffect">
                                  <p:stCondLst>
                                    <p:cond delay="0"/>
                                  </p:stCondLst>
                                  <p:childTnLst>
                                    <p:animClr clrSpc="rgb" dir="cw">
                                      <p:cBhvr override="childStyle">
                                        <p:cTn id="809" dur="500" autoRev="1" fill="remove"/>
                                        <p:tgtEl>
                                          <p:spTgt spid="211"/>
                                        </p:tgtEl>
                                        <p:attrNameLst>
                                          <p:attrName>style.color</p:attrName>
                                        </p:attrNameLst>
                                      </p:cBhvr>
                                      <p:to>
                                        <a:srgbClr val="FFC000"/>
                                      </p:to>
                                    </p:animClr>
                                    <p:animClr clrSpc="rgb" dir="cw">
                                      <p:cBhvr>
                                        <p:cTn id="810" dur="500" autoRev="1" fill="remove"/>
                                        <p:tgtEl>
                                          <p:spTgt spid="211"/>
                                        </p:tgtEl>
                                        <p:attrNameLst>
                                          <p:attrName>fillcolor</p:attrName>
                                        </p:attrNameLst>
                                      </p:cBhvr>
                                      <p:to>
                                        <a:srgbClr val="FFC000"/>
                                      </p:to>
                                    </p:animClr>
                                    <p:set>
                                      <p:cBhvr>
                                        <p:cTn id="811" dur="500" autoRev="1" fill="remove"/>
                                        <p:tgtEl>
                                          <p:spTgt spid="211"/>
                                        </p:tgtEl>
                                        <p:attrNameLst>
                                          <p:attrName>fill.type</p:attrName>
                                        </p:attrNameLst>
                                      </p:cBhvr>
                                      <p:to>
                                        <p:strVal val="solid"/>
                                      </p:to>
                                    </p:set>
                                    <p:set>
                                      <p:cBhvr>
                                        <p:cTn id="812" dur="500" autoRev="1" fill="remove"/>
                                        <p:tgtEl>
                                          <p:spTgt spid="211"/>
                                        </p:tgtEl>
                                        <p:attrNameLst>
                                          <p:attrName>fill.on</p:attrName>
                                        </p:attrNameLst>
                                      </p:cBhvr>
                                      <p:to>
                                        <p:strVal val="true"/>
                                      </p:to>
                                    </p:set>
                                  </p:childTnLst>
                                </p:cTn>
                              </p:par>
                            </p:childTnLst>
                          </p:cTn>
                        </p:par>
                        <p:par>
                          <p:cTn id="813" fill="hold">
                            <p:stCondLst>
                              <p:cond delay="2000"/>
                            </p:stCondLst>
                            <p:childTnLst>
                              <p:par>
                                <p:cTn id="814" presetID="7" presetClass="emph" presetSubtype="2" fill="hold" nodeType="afterEffect">
                                  <p:stCondLst>
                                    <p:cond delay="0"/>
                                  </p:stCondLst>
                                  <p:childTnLst>
                                    <p:animClr clrSpc="rgb" dir="cw">
                                      <p:cBhvr>
                                        <p:cTn id="815" dur="500" fill="hold"/>
                                        <p:tgtEl>
                                          <p:spTgt spid="263"/>
                                        </p:tgtEl>
                                        <p:attrNameLst>
                                          <p:attrName>stroke.color</p:attrName>
                                        </p:attrNameLst>
                                      </p:cBhvr>
                                      <p:to>
                                        <a:srgbClr val="DBE7F9"/>
                                      </p:to>
                                    </p:animClr>
                                    <p:set>
                                      <p:cBhvr>
                                        <p:cTn id="816" dur="500" fill="hold"/>
                                        <p:tgtEl>
                                          <p:spTgt spid="263"/>
                                        </p:tgtEl>
                                        <p:attrNameLst>
                                          <p:attrName>stroke.on</p:attrName>
                                        </p:attrNameLst>
                                      </p:cBhvr>
                                      <p:to>
                                        <p:strVal val="true"/>
                                      </p:to>
                                    </p:set>
                                  </p:childTnLst>
                                </p:cTn>
                              </p:par>
                              <p:par>
                                <p:cTn id="817" presetID="7" presetClass="emph" presetSubtype="2" fill="hold" nodeType="withEffect">
                                  <p:stCondLst>
                                    <p:cond delay="0"/>
                                  </p:stCondLst>
                                  <p:childTnLst>
                                    <p:animClr clrSpc="rgb" dir="cw">
                                      <p:cBhvr>
                                        <p:cTn id="818" dur="500" fill="hold"/>
                                        <p:tgtEl>
                                          <p:spTgt spid="261"/>
                                        </p:tgtEl>
                                        <p:attrNameLst>
                                          <p:attrName>stroke.color</p:attrName>
                                        </p:attrNameLst>
                                      </p:cBhvr>
                                      <p:to>
                                        <a:srgbClr val="7F6000"/>
                                      </p:to>
                                    </p:animClr>
                                    <p:set>
                                      <p:cBhvr>
                                        <p:cTn id="819" dur="500" fill="hold"/>
                                        <p:tgtEl>
                                          <p:spTgt spid="261"/>
                                        </p:tgtEl>
                                        <p:attrNameLst>
                                          <p:attrName>stroke.on</p:attrName>
                                        </p:attrNameLst>
                                      </p:cBhvr>
                                      <p:to>
                                        <p:strVal val="true"/>
                                      </p:to>
                                    </p:set>
                                  </p:childTnLst>
                                </p:cTn>
                              </p:par>
                            </p:childTnLst>
                          </p:cTn>
                        </p:par>
                      </p:childTnLst>
                    </p:cTn>
                  </p:par>
                  <p:par>
                    <p:cTn id="820" fill="hold">
                      <p:stCondLst>
                        <p:cond delay="indefinite"/>
                      </p:stCondLst>
                      <p:childTnLst>
                        <p:par>
                          <p:cTn id="821" fill="hold">
                            <p:stCondLst>
                              <p:cond delay="0"/>
                            </p:stCondLst>
                            <p:childTnLst>
                              <p:par>
                                <p:cTn id="822" presetID="32" presetClass="emph" presetSubtype="0" fill="hold" nodeType="clickEffect">
                                  <p:stCondLst>
                                    <p:cond delay="0"/>
                                  </p:stCondLst>
                                  <p:childTnLst>
                                    <p:animRot by="120000">
                                      <p:cBhvr>
                                        <p:cTn id="823" dur="100" fill="hold">
                                          <p:stCondLst>
                                            <p:cond delay="0"/>
                                          </p:stCondLst>
                                        </p:cTn>
                                        <p:tgtEl>
                                          <p:spTgt spid="261"/>
                                        </p:tgtEl>
                                        <p:attrNameLst>
                                          <p:attrName>r</p:attrName>
                                        </p:attrNameLst>
                                      </p:cBhvr>
                                    </p:animRot>
                                    <p:animRot by="-240000">
                                      <p:cBhvr>
                                        <p:cTn id="824" dur="200" fill="hold">
                                          <p:stCondLst>
                                            <p:cond delay="200"/>
                                          </p:stCondLst>
                                        </p:cTn>
                                        <p:tgtEl>
                                          <p:spTgt spid="261"/>
                                        </p:tgtEl>
                                        <p:attrNameLst>
                                          <p:attrName>r</p:attrName>
                                        </p:attrNameLst>
                                      </p:cBhvr>
                                    </p:animRot>
                                    <p:animRot by="240000">
                                      <p:cBhvr>
                                        <p:cTn id="825" dur="200" fill="hold">
                                          <p:stCondLst>
                                            <p:cond delay="400"/>
                                          </p:stCondLst>
                                        </p:cTn>
                                        <p:tgtEl>
                                          <p:spTgt spid="261"/>
                                        </p:tgtEl>
                                        <p:attrNameLst>
                                          <p:attrName>r</p:attrName>
                                        </p:attrNameLst>
                                      </p:cBhvr>
                                    </p:animRot>
                                    <p:animRot by="-240000">
                                      <p:cBhvr>
                                        <p:cTn id="826" dur="200" fill="hold">
                                          <p:stCondLst>
                                            <p:cond delay="600"/>
                                          </p:stCondLst>
                                        </p:cTn>
                                        <p:tgtEl>
                                          <p:spTgt spid="261"/>
                                        </p:tgtEl>
                                        <p:attrNameLst>
                                          <p:attrName>r</p:attrName>
                                        </p:attrNameLst>
                                      </p:cBhvr>
                                    </p:animRot>
                                    <p:animRot by="120000">
                                      <p:cBhvr>
                                        <p:cTn id="827" dur="200" fill="hold">
                                          <p:stCondLst>
                                            <p:cond delay="800"/>
                                          </p:stCondLst>
                                        </p:cTn>
                                        <p:tgtEl>
                                          <p:spTgt spid="261"/>
                                        </p:tgtEl>
                                        <p:attrNameLst>
                                          <p:attrName>r</p:attrName>
                                        </p:attrNameLst>
                                      </p:cBhvr>
                                    </p:animRot>
                                  </p:childTnLst>
                                </p:cTn>
                              </p:par>
                            </p:childTnLst>
                          </p:cTn>
                        </p:par>
                        <p:par>
                          <p:cTn id="828" fill="hold">
                            <p:stCondLst>
                              <p:cond delay="1000"/>
                            </p:stCondLst>
                            <p:childTnLst>
                              <p:par>
                                <p:cTn id="829" presetID="49" presetClass="path" presetSubtype="0" accel="50000" decel="50000" fill="hold" grpId="2" nodeType="afterEffect">
                                  <p:stCondLst>
                                    <p:cond delay="0"/>
                                  </p:stCondLst>
                                  <p:childTnLst>
                                    <p:animMotion origin="layout" path="M 4.375E-6 2.59259E-6 L 0.16849 0.2743 " pathEditMode="relative" rAng="0" ptsTypes="AA">
                                      <p:cBhvr>
                                        <p:cTn id="830" dur="1000" fill="hold"/>
                                        <p:tgtEl>
                                          <p:spTgt spid="328"/>
                                        </p:tgtEl>
                                        <p:attrNameLst>
                                          <p:attrName>ppt_x</p:attrName>
                                          <p:attrName>ppt_y</p:attrName>
                                        </p:attrNameLst>
                                      </p:cBhvr>
                                      <p:rCtr x="8424" y="13704"/>
                                    </p:animMotion>
                                  </p:childTnLst>
                                </p:cTn>
                              </p:par>
                            </p:childTnLst>
                          </p:cTn>
                        </p:par>
                        <p:par>
                          <p:cTn id="831" fill="hold">
                            <p:stCondLst>
                              <p:cond delay="2000"/>
                            </p:stCondLst>
                            <p:childTnLst>
                              <p:par>
                                <p:cTn id="832" presetID="7" presetClass="emph" presetSubtype="2" fill="hold" nodeType="afterEffect">
                                  <p:stCondLst>
                                    <p:cond delay="0"/>
                                  </p:stCondLst>
                                  <p:childTnLst>
                                    <p:animClr clrSpc="rgb" dir="cw">
                                      <p:cBhvr>
                                        <p:cTn id="833" dur="500" fill="hold"/>
                                        <p:tgtEl>
                                          <p:spTgt spid="261"/>
                                        </p:tgtEl>
                                        <p:attrNameLst>
                                          <p:attrName>stroke.color</p:attrName>
                                        </p:attrNameLst>
                                      </p:cBhvr>
                                      <p:to>
                                        <a:srgbClr val="DBE7F9"/>
                                      </p:to>
                                    </p:animClr>
                                    <p:set>
                                      <p:cBhvr>
                                        <p:cTn id="834" dur="500" fill="hold"/>
                                        <p:tgtEl>
                                          <p:spTgt spid="261"/>
                                        </p:tgtEl>
                                        <p:attrNameLst>
                                          <p:attrName>stroke.on</p:attrName>
                                        </p:attrNameLst>
                                      </p:cBhvr>
                                      <p:to>
                                        <p:strVal val="true"/>
                                      </p:to>
                                    </p:set>
                                  </p:childTnLst>
                                </p:cTn>
                              </p:par>
                              <p:par>
                                <p:cTn id="835" presetID="7" presetClass="emph" presetSubtype="2" fill="hold" nodeType="withEffect">
                                  <p:stCondLst>
                                    <p:cond delay="0"/>
                                  </p:stCondLst>
                                  <p:childTnLst>
                                    <p:animClr clrSpc="rgb" dir="cw">
                                      <p:cBhvr>
                                        <p:cTn id="836" dur="500" fill="hold"/>
                                        <p:tgtEl>
                                          <p:spTgt spid="263"/>
                                        </p:tgtEl>
                                        <p:attrNameLst>
                                          <p:attrName>stroke.color</p:attrName>
                                        </p:attrNameLst>
                                      </p:cBhvr>
                                      <p:to>
                                        <a:srgbClr val="7F6000"/>
                                      </p:to>
                                    </p:animClr>
                                    <p:set>
                                      <p:cBhvr>
                                        <p:cTn id="837" dur="500" fill="hold"/>
                                        <p:tgtEl>
                                          <p:spTgt spid="263"/>
                                        </p:tgtEl>
                                        <p:attrNameLst>
                                          <p:attrName>stroke.on</p:attrName>
                                        </p:attrNameLst>
                                      </p:cBhvr>
                                      <p:to>
                                        <p:strVal val="true"/>
                                      </p:to>
                                    </p:set>
                                  </p:childTnLst>
                                </p:cTn>
                              </p:par>
                            </p:childTnLst>
                          </p:cTn>
                        </p:par>
                      </p:childTnLst>
                    </p:cTn>
                  </p:par>
                  <p:par>
                    <p:cTn id="838" fill="hold">
                      <p:stCondLst>
                        <p:cond delay="indefinite"/>
                      </p:stCondLst>
                      <p:childTnLst>
                        <p:par>
                          <p:cTn id="839" fill="hold">
                            <p:stCondLst>
                              <p:cond delay="0"/>
                            </p:stCondLst>
                            <p:childTnLst>
                              <p:par>
                                <p:cTn id="840" presetID="32" presetClass="emph" presetSubtype="0" fill="hold" nodeType="clickEffect">
                                  <p:stCondLst>
                                    <p:cond delay="0"/>
                                  </p:stCondLst>
                                  <p:childTnLst>
                                    <p:animRot by="120000">
                                      <p:cBhvr>
                                        <p:cTn id="841" dur="100" fill="hold">
                                          <p:stCondLst>
                                            <p:cond delay="0"/>
                                          </p:stCondLst>
                                        </p:cTn>
                                        <p:tgtEl>
                                          <p:spTgt spid="263"/>
                                        </p:tgtEl>
                                        <p:attrNameLst>
                                          <p:attrName>r</p:attrName>
                                        </p:attrNameLst>
                                      </p:cBhvr>
                                    </p:animRot>
                                    <p:animRot by="-240000">
                                      <p:cBhvr>
                                        <p:cTn id="842" dur="200" fill="hold">
                                          <p:stCondLst>
                                            <p:cond delay="200"/>
                                          </p:stCondLst>
                                        </p:cTn>
                                        <p:tgtEl>
                                          <p:spTgt spid="263"/>
                                        </p:tgtEl>
                                        <p:attrNameLst>
                                          <p:attrName>r</p:attrName>
                                        </p:attrNameLst>
                                      </p:cBhvr>
                                    </p:animRot>
                                    <p:animRot by="240000">
                                      <p:cBhvr>
                                        <p:cTn id="843" dur="200" fill="hold">
                                          <p:stCondLst>
                                            <p:cond delay="400"/>
                                          </p:stCondLst>
                                        </p:cTn>
                                        <p:tgtEl>
                                          <p:spTgt spid="263"/>
                                        </p:tgtEl>
                                        <p:attrNameLst>
                                          <p:attrName>r</p:attrName>
                                        </p:attrNameLst>
                                      </p:cBhvr>
                                    </p:animRot>
                                    <p:animRot by="-240000">
                                      <p:cBhvr>
                                        <p:cTn id="844" dur="200" fill="hold">
                                          <p:stCondLst>
                                            <p:cond delay="600"/>
                                          </p:stCondLst>
                                        </p:cTn>
                                        <p:tgtEl>
                                          <p:spTgt spid="263"/>
                                        </p:tgtEl>
                                        <p:attrNameLst>
                                          <p:attrName>r</p:attrName>
                                        </p:attrNameLst>
                                      </p:cBhvr>
                                    </p:animRot>
                                    <p:animRot by="120000">
                                      <p:cBhvr>
                                        <p:cTn id="845" dur="200" fill="hold">
                                          <p:stCondLst>
                                            <p:cond delay="800"/>
                                          </p:stCondLst>
                                        </p:cTn>
                                        <p:tgtEl>
                                          <p:spTgt spid="263"/>
                                        </p:tgtEl>
                                        <p:attrNameLst>
                                          <p:attrName>r</p:attrName>
                                        </p:attrNameLst>
                                      </p:cBhvr>
                                    </p:animRot>
                                  </p:childTnLst>
                                </p:cTn>
                              </p:par>
                            </p:childTnLst>
                          </p:cTn>
                        </p:par>
                        <p:par>
                          <p:cTn id="846" fill="hold">
                            <p:stCondLst>
                              <p:cond delay="1000"/>
                            </p:stCondLst>
                            <p:childTnLst>
                              <p:par>
                                <p:cTn id="847" presetID="27" presetClass="emph" presetSubtype="0" fill="remove" grpId="1" nodeType="afterEffect">
                                  <p:stCondLst>
                                    <p:cond delay="0"/>
                                  </p:stCondLst>
                                  <p:childTnLst>
                                    <p:animClr clrSpc="rgb" dir="cw">
                                      <p:cBhvr override="childStyle">
                                        <p:cTn id="848" dur="250" autoRev="1" fill="remove"/>
                                        <p:tgtEl>
                                          <p:spTgt spid="213"/>
                                        </p:tgtEl>
                                        <p:attrNameLst>
                                          <p:attrName>style.color</p:attrName>
                                        </p:attrNameLst>
                                      </p:cBhvr>
                                      <p:to>
                                        <a:srgbClr val="FFC000"/>
                                      </p:to>
                                    </p:animClr>
                                    <p:animClr clrSpc="rgb" dir="cw">
                                      <p:cBhvr>
                                        <p:cTn id="849" dur="250" autoRev="1" fill="remove"/>
                                        <p:tgtEl>
                                          <p:spTgt spid="213"/>
                                        </p:tgtEl>
                                        <p:attrNameLst>
                                          <p:attrName>fillcolor</p:attrName>
                                        </p:attrNameLst>
                                      </p:cBhvr>
                                      <p:to>
                                        <a:srgbClr val="FFC000"/>
                                      </p:to>
                                    </p:animClr>
                                    <p:set>
                                      <p:cBhvr>
                                        <p:cTn id="850" dur="250" autoRev="1" fill="remove"/>
                                        <p:tgtEl>
                                          <p:spTgt spid="213"/>
                                        </p:tgtEl>
                                        <p:attrNameLst>
                                          <p:attrName>fill.type</p:attrName>
                                        </p:attrNameLst>
                                      </p:cBhvr>
                                      <p:to>
                                        <p:strVal val="solid"/>
                                      </p:to>
                                    </p:set>
                                    <p:set>
                                      <p:cBhvr>
                                        <p:cTn id="851" dur="250" autoRev="1" fill="remove"/>
                                        <p:tgtEl>
                                          <p:spTgt spid="213"/>
                                        </p:tgtEl>
                                        <p:attrNameLst>
                                          <p:attrName>fill.on</p:attrName>
                                        </p:attrNameLst>
                                      </p:cBhvr>
                                      <p:to>
                                        <p:strVal val="true"/>
                                      </p:to>
                                    </p:set>
                                  </p:childTnLst>
                                </p:cTn>
                              </p:par>
                            </p:childTnLst>
                          </p:cTn>
                        </p:par>
                        <p:par>
                          <p:cTn id="852" fill="hold">
                            <p:stCondLst>
                              <p:cond delay="1500"/>
                            </p:stCondLst>
                            <p:childTnLst>
                              <p:par>
                                <p:cTn id="853" presetID="7" presetClass="emph" presetSubtype="2" fill="hold" nodeType="afterEffect">
                                  <p:stCondLst>
                                    <p:cond delay="0"/>
                                  </p:stCondLst>
                                  <p:childTnLst>
                                    <p:animClr clrSpc="rgb" dir="cw">
                                      <p:cBhvr>
                                        <p:cTn id="854" dur="500" fill="hold"/>
                                        <p:tgtEl>
                                          <p:spTgt spid="263"/>
                                        </p:tgtEl>
                                        <p:attrNameLst>
                                          <p:attrName>stroke.color</p:attrName>
                                        </p:attrNameLst>
                                      </p:cBhvr>
                                      <p:to>
                                        <a:srgbClr val="DBE7F9"/>
                                      </p:to>
                                    </p:animClr>
                                    <p:set>
                                      <p:cBhvr>
                                        <p:cTn id="855" dur="500" fill="hold"/>
                                        <p:tgtEl>
                                          <p:spTgt spid="263"/>
                                        </p:tgtEl>
                                        <p:attrNameLst>
                                          <p:attrName>stroke.on</p:attrName>
                                        </p:attrNameLst>
                                      </p:cBhvr>
                                      <p:to>
                                        <p:strVal val="true"/>
                                      </p:to>
                                    </p:set>
                                  </p:childTnLst>
                                </p:cTn>
                              </p:par>
                              <p:par>
                                <p:cTn id="856" presetID="7" presetClass="emph" presetSubtype="2" fill="hold" nodeType="withEffect">
                                  <p:stCondLst>
                                    <p:cond delay="0"/>
                                  </p:stCondLst>
                                  <p:childTnLst>
                                    <p:animClr clrSpc="rgb" dir="cw">
                                      <p:cBhvr>
                                        <p:cTn id="857" dur="500" fill="hold"/>
                                        <p:tgtEl>
                                          <p:spTgt spid="261"/>
                                        </p:tgtEl>
                                        <p:attrNameLst>
                                          <p:attrName>stroke.color</p:attrName>
                                        </p:attrNameLst>
                                      </p:cBhvr>
                                      <p:to>
                                        <a:srgbClr val="7F6000"/>
                                      </p:to>
                                    </p:animClr>
                                    <p:set>
                                      <p:cBhvr>
                                        <p:cTn id="858" dur="500" fill="hold"/>
                                        <p:tgtEl>
                                          <p:spTgt spid="261"/>
                                        </p:tgtEl>
                                        <p:attrNameLst>
                                          <p:attrName>stroke.on</p:attrName>
                                        </p:attrNameLst>
                                      </p:cBhvr>
                                      <p:to>
                                        <p:strVal val="true"/>
                                      </p:to>
                                    </p:set>
                                  </p:childTnLst>
                                </p:cTn>
                              </p:par>
                            </p:childTnLst>
                          </p:cTn>
                        </p:par>
                      </p:childTnLst>
                    </p:cTn>
                  </p:par>
                  <p:par>
                    <p:cTn id="859" fill="hold">
                      <p:stCondLst>
                        <p:cond delay="indefinite"/>
                      </p:stCondLst>
                      <p:childTnLst>
                        <p:par>
                          <p:cTn id="860" fill="hold">
                            <p:stCondLst>
                              <p:cond delay="0"/>
                            </p:stCondLst>
                            <p:childTnLst>
                              <p:par>
                                <p:cTn id="861" presetID="32" presetClass="emph" presetSubtype="0" fill="hold" nodeType="clickEffect">
                                  <p:stCondLst>
                                    <p:cond delay="0"/>
                                  </p:stCondLst>
                                  <p:childTnLst>
                                    <p:animRot by="120000">
                                      <p:cBhvr>
                                        <p:cTn id="862" dur="100" fill="hold">
                                          <p:stCondLst>
                                            <p:cond delay="0"/>
                                          </p:stCondLst>
                                        </p:cTn>
                                        <p:tgtEl>
                                          <p:spTgt spid="261"/>
                                        </p:tgtEl>
                                        <p:attrNameLst>
                                          <p:attrName>r</p:attrName>
                                        </p:attrNameLst>
                                      </p:cBhvr>
                                    </p:animRot>
                                    <p:animRot by="-240000">
                                      <p:cBhvr>
                                        <p:cTn id="863" dur="200" fill="hold">
                                          <p:stCondLst>
                                            <p:cond delay="200"/>
                                          </p:stCondLst>
                                        </p:cTn>
                                        <p:tgtEl>
                                          <p:spTgt spid="261"/>
                                        </p:tgtEl>
                                        <p:attrNameLst>
                                          <p:attrName>r</p:attrName>
                                        </p:attrNameLst>
                                      </p:cBhvr>
                                    </p:animRot>
                                    <p:animRot by="240000">
                                      <p:cBhvr>
                                        <p:cTn id="864" dur="200" fill="hold">
                                          <p:stCondLst>
                                            <p:cond delay="400"/>
                                          </p:stCondLst>
                                        </p:cTn>
                                        <p:tgtEl>
                                          <p:spTgt spid="261"/>
                                        </p:tgtEl>
                                        <p:attrNameLst>
                                          <p:attrName>r</p:attrName>
                                        </p:attrNameLst>
                                      </p:cBhvr>
                                    </p:animRot>
                                    <p:animRot by="-240000">
                                      <p:cBhvr>
                                        <p:cTn id="865" dur="200" fill="hold">
                                          <p:stCondLst>
                                            <p:cond delay="600"/>
                                          </p:stCondLst>
                                        </p:cTn>
                                        <p:tgtEl>
                                          <p:spTgt spid="261"/>
                                        </p:tgtEl>
                                        <p:attrNameLst>
                                          <p:attrName>r</p:attrName>
                                        </p:attrNameLst>
                                      </p:cBhvr>
                                    </p:animRot>
                                    <p:animRot by="120000">
                                      <p:cBhvr>
                                        <p:cTn id="866" dur="200" fill="hold">
                                          <p:stCondLst>
                                            <p:cond delay="800"/>
                                          </p:stCondLst>
                                        </p:cTn>
                                        <p:tgtEl>
                                          <p:spTgt spid="261"/>
                                        </p:tgtEl>
                                        <p:attrNameLst>
                                          <p:attrName>r</p:attrName>
                                        </p:attrNameLst>
                                      </p:cBhvr>
                                    </p:animRot>
                                  </p:childTnLst>
                                </p:cTn>
                              </p:par>
                            </p:childTnLst>
                          </p:cTn>
                        </p:par>
                        <p:par>
                          <p:cTn id="867" fill="hold">
                            <p:stCondLst>
                              <p:cond delay="1000"/>
                            </p:stCondLst>
                            <p:childTnLst>
                              <p:par>
                                <p:cTn id="868" presetID="3" presetClass="emph" presetSubtype="2" fill="hold" grpId="4" nodeType="afterEffect">
                                  <p:stCondLst>
                                    <p:cond delay="0"/>
                                  </p:stCondLst>
                                  <p:childTnLst>
                                    <p:animClr clrSpc="rgb" dir="cw">
                                      <p:cBhvr override="childStyle">
                                        <p:cTn id="869" dur="500" fill="hold"/>
                                        <p:tgtEl>
                                          <p:spTgt spid="319"/>
                                        </p:tgtEl>
                                        <p:attrNameLst>
                                          <p:attrName>style.color</p:attrName>
                                        </p:attrNameLst>
                                      </p:cBhvr>
                                      <p:to>
                                        <a:srgbClr val="FF0000"/>
                                      </p:to>
                                    </p:animClr>
                                  </p:childTnLst>
                                </p:cTn>
                              </p:par>
                            </p:childTnLst>
                          </p:cTn>
                        </p:par>
                        <p:par>
                          <p:cTn id="870" fill="hold">
                            <p:stCondLst>
                              <p:cond delay="1500"/>
                            </p:stCondLst>
                            <p:childTnLst>
                              <p:par>
                                <p:cTn id="871" presetID="7" presetClass="emph" presetSubtype="2" fill="hold" nodeType="afterEffect">
                                  <p:stCondLst>
                                    <p:cond delay="0"/>
                                  </p:stCondLst>
                                  <p:childTnLst>
                                    <p:animClr clrSpc="rgb" dir="cw">
                                      <p:cBhvr>
                                        <p:cTn id="872" dur="500" fill="hold"/>
                                        <p:tgtEl>
                                          <p:spTgt spid="261"/>
                                        </p:tgtEl>
                                        <p:attrNameLst>
                                          <p:attrName>stroke.color</p:attrName>
                                        </p:attrNameLst>
                                      </p:cBhvr>
                                      <p:to>
                                        <a:schemeClr val="accent2"/>
                                      </p:to>
                                    </p:animClr>
                                    <p:set>
                                      <p:cBhvr>
                                        <p:cTn id="873" dur="500" fill="hold"/>
                                        <p:tgtEl>
                                          <p:spTgt spid="261"/>
                                        </p:tgtEl>
                                        <p:attrNameLst>
                                          <p:attrName>stroke.on</p:attrName>
                                        </p:attrNameLst>
                                      </p:cBhvr>
                                      <p:to>
                                        <p:strVal val="true"/>
                                      </p:to>
                                    </p:set>
                                  </p:childTnLst>
                                </p:cTn>
                              </p:par>
                              <p:par>
                                <p:cTn id="874" presetID="22" presetClass="exit" presetSubtype="2" fill="hold" grpId="1" nodeType="withEffect">
                                  <p:stCondLst>
                                    <p:cond delay="0"/>
                                  </p:stCondLst>
                                  <p:childTnLst>
                                    <p:animEffect transition="out" filter="wipe(right)">
                                      <p:cBhvr>
                                        <p:cTn id="875" dur="500"/>
                                        <p:tgtEl>
                                          <p:spTgt spid="328"/>
                                        </p:tgtEl>
                                      </p:cBhvr>
                                    </p:animEffect>
                                    <p:set>
                                      <p:cBhvr>
                                        <p:cTn id="876" dur="1" fill="hold">
                                          <p:stCondLst>
                                            <p:cond delay="499"/>
                                          </p:stCondLst>
                                        </p:cTn>
                                        <p:tgtEl>
                                          <p:spTgt spid="328"/>
                                        </p:tgtEl>
                                        <p:attrNameLst>
                                          <p:attrName>style.visibility</p:attrName>
                                        </p:attrNameLst>
                                      </p:cBhvr>
                                      <p:to>
                                        <p:strVal val="hidden"/>
                                      </p:to>
                                    </p:set>
                                  </p:childTnLst>
                                </p:cTn>
                              </p:par>
                              <p:par>
                                <p:cTn id="877" presetID="3" presetClass="emph" presetSubtype="2" fill="hold" grpId="5" nodeType="withEffect">
                                  <p:stCondLst>
                                    <p:cond delay="0"/>
                                  </p:stCondLst>
                                  <p:childTnLst>
                                    <p:animClr clrSpc="rgb" dir="cw">
                                      <p:cBhvr override="childStyle">
                                        <p:cTn id="878" dur="500" fill="hold"/>
                                        <p:tgtEl>
                                          <p:spTgt spid="319"/>
                                        </p:tgtEl>
                                        <p:attrNameLst>
                                          <p:attrName>style.color</p:attrName>
                                        </p:attrNameLst>
                                      </p:cBhvr>
                                      <p:to>
                                        <a:srgbClr val="DBE7F9"/>
                                      </p:to>
                                    </p:animClr>
                                  </p:childTnLst>
                                </p:cTn>
                              </p:par>
                            </p:childTnLst>
                          </p:cTn>
                        </p:par>
                        <p:par>
                          <p:cTn id="879" fill="hold">
                            <p:stCondLst>
                              <p:cond delay="2000"/>
                            </p:stCondLst>
                            <p:childTnLst>
                              <p:par>
                                <p:cTn id="880" presetID="7" presetClass="emph" presetSubtype="2" fill="hold" nodeType="afterEffect">
                                  <p:stCondLst>
                                    <p:cond delay="0"/>
                                  </p:stCondLst>
                                  <p:childTnLst>
                                    <p:animClr clrSpc="rgb" dir="cw">
                                      <p:cBhvr>
                                        <p:cTn id="881" dur="500" fill="hold"/>
                                        <p:tgtEl>
                                          <p:spTgt spid="261"/>
                                        </p:tgtEl>
                                        <p:attrNameLst>
                                          <p:attrName>stroke.color</p:attrName>
                                        </p:attrNameLst>
                                      </p:cBhvr>
                                      <p:to>
                                        <a:srgbClr val="008E40"/>
                                      </p:to>
                                    </p:animClr>
                                    <p:set>
                                      <p:cBhvr>
                                        <p:cTn id="882" dur="500" fill="hold"/>
                                        <p:tgtEl>
                                          <p:spTgt spid="261"/>
                                        </p:tgtEl>
                                        <p:attrNameLst>
                                          <p:attrName>stroke.on</p:attrName>
                                        </p:attrNameLst>
                                      </p:cBhvr>
                                      <p:to>
                                        <p:strVal val="true"/>
                                      </p:to>
                                    </p:set>
                                  </p:childTnLst>
                                </p:cTn>
                              </p:par>
                            </p:childTnLst>
                          </p:cTn>
                        </p:par>
                      </p:childTnLst>
                    </p:cTn>
                  </p:par>
                  <p:par>
                    <p:cTn id="883" fill="hold">
                      <p:stCondLst>
                        <p:cond delay="indefinite"/>
                      </p:stCondLst>
                      <p:childTnLst>
                        <p:par>
                          <p:cTn id="884" fill="hold">
                            <p:stCondLst>
                              <p:cond delay="0"/>
                            </p:stCondLst>
                            <p:childTnLst>
                              <p:par>
                                <p:cTn id="885" presetID="32" presetClass="emph" presetSubtype="0" fill="hold" nodeType="clickEffect">
                                  <p:stCondLst>
                                    <p:cond delay="0"/>
                                  </p:stCondLst>
                                  <p:childTnLst>
                                    <p:animRot by="120000">
                                      <p:cBhvr>
                                        <p:cTn id="886" dur="100" fill="hold">
                                          <p:stCondLst>
                                            <p:cond delay="0"/>
                                          </p:stCondLst>
                                        </p:cTn>
                                        <p:tgtEl>
                                          <p:spTgt spid="261"/>
                                        </p:tgtEl>
                                        <p:attrNameLst>
                                          <p:attrName>r</p:attrName>
                                        </p:attrNameLst>
                                      </p:cBhvr>
                                    </p:animRot>
                                    <p:animRot by="-240000">
                                      <p:cBhvr>
                                        <p:cTn id="887" dur="200" fill="hold">
                                          <p:stCondLst>
                                            <p:cond delay="200"/>
                                          </p:stCondLst>
                                        </p:cTn>
                                        <p:tgtEl>
                                          <p:spTgt spid="261"/>
                                        </p:tgtEl>
                                        <p:attrNameLst>
                                          <p:attrName>r</p:attrName>
                                        </p:attrNameLst>
                                      </p:cBhvr>
                                    </p:animRot>
                                    <p:animRot by="240000">
                                      <p:cBhvr>
                                        <p:cTn id="888" dur="200" fill="hold">
                                          <p:stCondLst>
                                            <p:cond delay="400"/>
                                          </p:stCondLst>
                                        </p:cTn>
                                        <p:tgtEl>
                                          <p:spTgt spid="261"/>
                                        </p:tgtEl>
                                        <p:attrNameLst>
                                          <p:attrName>r</p:attrName>
                                        </p:attrNameLst>
                                      </p:cBhvr>
                                    </p:animRot>
                                    <p:animRot by="-240000">
                                      <p:cBhvr>
                                        <p:cTn id="889" dur="200" fill="hold">
                                          <p:stCondLst>
                                            <p:cond delay="600"/>
                                          </p:stCondLst>
                                        </p:cTn>
                                        <p:tgtEl>
                                          <p:spTgt spid="261"/>
                                        </p:tgtEl>
                                        <p:attrNameLst>
                                          <p:attrName>r</p:attrName>
                                        </p:attrNameLst>
                                      </p:cBhvr>
                                    </p:animRot>
                                    <p:animRot by="120000">
                                      <p:cBhvr>
                                        <p:cTn id="890" dur="200" fill="hold">
                                          <p:stCondLst>
                                            <p:cond delay="800"/>
                                          </p:stCondLst>
                                        </p:cTn>
                                        <p:tgtEl>
                                          <p:spTgt spid="261"/>
                                        </p:tgtEl>
                                        <p:attrNameLst>
                                          <p:attrName>r</p:attrName>
                                        </p:attrNameLst>
                                      </p:cBhvr>
                                    </p:animRot>
                                  </p:childTnLst>
                                </p:cTn>
                              </p:par>
                            </p:childTnLst>
                          </p:cTn>
                        </p:par>
                        <p:par>
                          <p:cTn id="891" fill="hold">
                            <p:stCondLst>
                              <p:cond delay="1000"/>
                            </p:stCondLst>
                            <p:childTnLst>
                              <p:par>
                                <p:cTn id="892" presetID="3" presetClass="emph" presetSubtype="2" fill="hold" grpId="6" nodeType="afterEffect">
                                  <p:stCondLst>
                                    <p:cond delay="0"/>
                                  </p:stCondLst>
                                  <p:childTnLst>
                                    <p:animClr clrSpc="rgb" dir="cw">
                                      <p:cBhvr override="childStyle">
                                        <p:cTn id="893" dur="500" fill="hold"/>
                                        <p:tgtEl>
                                          <p:spTgt spid="319"/>
                                        </p:tgtEl>
                                        <p:attrNameLst>
                                          <p:attrName>style.color</p:attrName>
                                        </p:attrNameLst>
                                      </p:cBhvr>
                                      <p:to>
                                        <a:srgbClr val="FF0000"/>
                                      </p:to>
                                    </p:animClr>
                                  </p:childTnLst>
                                </p:cTn>
                              </p:par>
                            </p:childTnLst>
                          </p:cTn>
                        </p:par>
                        <p:par>
                          <p:cTn id="894" fill="hold">
                            <p:stCondLst>
                              <p:cond delay="1500"/>
                            </p:stCondLst>
                            <p:childTnLst>
                              <p:par>
                                <p:cTn id="895" presetID="7" presetClass="emph" presetSubtype="2" fill="hold" nodeType="afterEffect">
                                  <p:stCondLst>
                                    <p:cond delay="0"/>
                                  </p:stCondLst>
                                  <p:childTnLst>
                                    <p:animClr clrSpc="rgb" dir="cw">
                                      <p:cBhvr>
                                        <p:cTn id="896" dur="500" fill="hold"/>
                                        <p:tgtEl>
                                          <p:spTgt spid="261"/>
                                        </p:tgtEl>
                                        <p:attrNameLst>
                                          <p:attrName>stroke.color</p:attrName>
                                        </p:attrNameLst>
                                      </p:cBhvr>
                                      <p:to>
                                        <a:srgbClr val="DBE7F9"/>
                                      </p:to>
                                    </p:animClr>
                                    <p:set>
                                      <p:cBhvr>
                                        <p:cTn id="897" dur="500" fill="hold"/>
                                        <p:tgtEl>
                                          <p:spTgt spid="261"/>
                                        </p:tgtEl>
                                        <p:attrNameLst>
                                          <p:attrName>stroke.on</p:attrName>
                                        </p:attrNameLst>
                                      </p:cBhvr>
                                      <p:to>
                                        <p:strVal val="true"/>
                                      </p:to>
                                    </p:set>
                                  </p:childTnLst>
                                </p:cTn>
                              </p:par>
                            </p:childTnLst>
                          </p:cTn>
                        </p:par>
                        <p:par>
                          <p:cTn id="898" fill="hold">
                            <p:stCondLst>
                              <p:cond delay="2000"/>
                            </p:stCondLst>
                            <p:childTnLst>
                              <p:par>
                                <p:cTn id="899" presetID="1" presetClass="entr" presetSubtype="0" fill="hold" nodeType="afterEffect">
                                  <p:stCondLst>
                                    <p:cond delay="0"/>
                                  </p:stCondLst>
                                  <p:childTnLst>
                                    <p:set>
                                      <p:cBhvr>
                                        <p:cTn id="900" dur="1" fill="hold">
                                          <p:stCondLst>
                                            <p:cond delay="0"/>
                                          </p:stCondLst>
                                        </p:cTn>
                                        <p:tgtEl>
                                          <p:spTgt spid="6"/>
                                        </p:tgtEl>
                                        <p:attrNameLst>
                                          <p:attrName>style.visibility</p:attrName>
                                        </p:attrNameLst>
                                      </p:cBhvr>
                                      <p:to>
                                        <p:strVal val="visible"/>
                                      </p:to>
                                    </p:set>
                                  </p:childTnLst>
                                </p:cTn>
                              </p:par>
                              <p:par>
                                <p:cTn id="901" presetID="7" presetClass="emph" presetSubtype="2" fill="hold" nodeType="withEffect">
                                  <p:stCondLst>
                                    <p:cond delay="0"/>
                                  </p:stCondLst>
                                  <p:childTnLst>
                                    <p:animClr clrSpc="rgb" dir="cw">
                                      <p:cBhvr>
                                        <p:cTn id="902" dur="500" fill="hold"/>
                                        <p:tgtEl>
                                          <p:spTgt spid="6"/>
                                        </p:tgtEl>
                                        <p:attrNameLst>
                                          <p:attrName>stroke.color</p:attrName>
                                        </p:attrNameLst>
                                      </p:cBhvr>
                                      <p:to>
                                        <a:srgbClr val="008E40"/>
                                      </p:to>
                                    </p:animClr>
                                    <p:set>
                                      <p:cBhvr>
                                        <p:cTn id="903" dur="500" fill="hold"/>
                                        <p:tgtEl>
                                          <p:spTgt spid="6"/>
                                        </p:tgtEl>
                                        <p:attrNameLst>
                                          <p:attrName>stroke.on</p:attrName>
                                        </p:attrNameLst>
                                      </p:cBhvr>
                                      <p:to>
                                        <p:strVal val="true"/>
                                      </p:to>
                                    </p:set>
                                  </p:childTnLst>
                                </p:cTn>
                              </p:par>
                            </p:childTnLst>
                          </p:cTn>
                        </p:par>
                      </p:childTnLst>
                    </p:cTn>
                  </p:par>
                  <p:par>
                    <p:cTn id="904" fill="hold">
                      <p:stCondLst>
                        <p:cond delay="indefinite"/>
                      </p:stCondLst>
                      <p:childTnLst>
                        <p:par>
                          <p:cTn id="905" fill="hold">
                            <p:stCondLst>
                              <p:cond delay="0"/>
                            </p:stCondLst>
                            <p:childTnLst>
                              <p:par>
                                <p:cTn id="906" presetID="32" presetClass="emph" presetSubtype="0" fill="hold" nodeType="clickEffect">
                                  <p:stCondLst>
                                    <p:cond delay="0"/>
                                  </p:stCondLst>
                                  <p:childTnLst>
                                    <p:animRot by="120000">
                                      <p:cBhvr>
                                        <p:cTn id="907" dur="100" fill="hold">
                                          <p:stCondLst>
                                            <p:cond delay="0"/>
                                          </p:stCondLst>
                                        </p:cTn>
                                        <p:tgtEl>
                                          <p:spTgt spid="6"/>
                                        </p:tgtEl>
                                        <p:attrNameLst>
                                          <p:attrName>r</p:attrName>
                                        </p:attrNameLst>
                                      </p:cBhvr>
                                    </p:animRot>
                                    <p:animRot by="-240000">
                                      <p:cBhvr>
                                        <p:cTn id="908" dur="200" fill="hold">
                                          <p:stCondLst>
                                            <p:cond delay="200"/>
                                          </p:stCondLst>
                                        </p:cTn>
                                        <p:tgtEl>
                                          <p:spTgt spid="6"/>
                                        </p:tgtEl>
                                        <p:attrNameLst>
                                          <p:attrName>r</p:attrName>
                                        </p:attrNameLst>
                                      </p:cBhvr>
                                    </p:animRot>
                                    <p:animRot by="240000">
                                      <p:cBhvr>
                                        <p:cTn id="909" dur="200" fill="hold">
                                          <p:stCondLst>
                                            <p:cond delay="400"/>
                                          </p:stCondLst>
                                        </p:cTn>
                                        <p:tgtEl>
                                          <p:spTgt spid="6"/>
                                        </p:tgtEl>
                                        <p:attrNameLst>
                                          <p:attrName>r</p:attrName>
                                        </p:attrNameLst>
                                      </p:cBhvr>
                                    </p:animRot>
                                    <p:animRot by="-240000">
                                      <p:cBhvr>
                                        <p:cTn id="910" dur="200" fill="hold">
                                          <p:stCondLst>
                                            <p:cond delay="600"/>
                                          </p:stCondLst>
                                        </p:cTn>
                                        <p:tgtEl>
                                          <p:spTgt spid="6"/>
                                        </p:tgtEl>
                                        <p:attrNameLst>
                                          <p:attrName>r</p:attrName>
                                        </p:attrNameLst>
                                      </p:cBhvr>
                                    </p:animRot>
                                    <p:animRot by="120000">
                                      <p:cBhvr>
                                        <p:cTn id="911" dur="200" fill="hold">
                                          <p:stCondLst>
                                            <p:cond delay="800"/>
                                          </p:stCondLst>
                                        </p:cTn>
                                        <p:tgtEl>
                                          <p:spTgt spid="6"/>
                                        </p:tgtEl>
                                        <p:attrNameLst>
                                          <p:attrName>r</p:attrName>
                                        </p:attrNameLst>
                                      </p:cBhvr>
                                    </p:animRot>
                                  </p:childTnLst>
                                </p:cTn>
                              </p:par>
                            </p:childTnLst>
                          </p:cTn>
                        </p:par>
                      </p:childTnLst>
                    </p:cTn>
                  </p:par>
                  <p:par>
                    <p:cTn id="912" fill="hold">
                      <p:stCondLst>
                        <p:cond delay="indefinite"/>
                      </p:stCondLst>
                      <p:childTnLst>
                        <p:par>
                          <p:cTn id="913" fill="hold">
                            <p:stCondLst>
                              <p:cond delay="0"/>
                            </p:stCondLst>
                            <p:childTnLst>
                              <p:par>
                                <p:cTn id="914" presetID="7" presetClass="emph" presetSubtype="2" fill="hold" nodeType="clickEffect">
                                  <p:stCondLst>
                                    <p:cond delay="0"/>
                                  </p:stCondLst>
                                  <p:childTnLst>
                                    <p:animClr clrSpc="rgb" dir="cw">
                                      <p:cBhvr>
                                        <p:cTn id="915" dur="1000" fill="hold"/>
                                        <p:tgtEl>
                                          <p:spTgt spid="271"/>
                                        </p:tgtEl>
                                        <p:attrNameLst>
                                          <p:attrName>stroke.color</p:attrName>
                                        </p:attrNameLst>
                                      </p:cBhvr>
                                      <p:to>
                                        <a:srgbClr val="E97132"/>
                                      </p:to>
                                    </p:animClr>
                                    <p:set>
                                      <p:cBhvr>
                                        <p:cTn id="916" dur="1000" fill="hold"/>
                                        <p:tgtEl>
                                          <p:spTgt spid="271"/>
                                        </p:tgtEl>
                                        <p:attrNameLst>
                                          <p:attrName>stroke.on</p:attrName>
                                        </p:attrNameLst>
                                      </p:cBhvr>
                                      <p:to>
                                        <p:strVal val="true"/>
                                      </p:to>
                                    </p:set>
                                  </p:childTnLst>
                                </p:cTn>
                              </p:par>
                            </p:childTnLst>
                          </p:cTn>
                        </p:par>
                        <p:par>
                          <p:cTn id="917" fill="hold">
                            <p:stCondLst>
                              <p:cond delay="1000"/>
                            </p:stCondLst>
                            <p:childTnLst>
                              <p:par>
                                <p:cTn id="918" presetID="63" presetClass="path" presetSubtype="0" accel="50000" decel="50000" fill="hold" nodeType="afterEffect">
                                  <p:stCondLst>
                                    <p:cond delay="0"/>
                                  </p:stCondLst>
                                  <p:childTnLst>
                                    <p:animMotion origin="layout" path="M -4.79167E-6 -4.81481E-6 L 0.03816 0.0007 " pathEditMode="relative" rAng="0" ptsTypes="AA">
                                      <p:cBhvr>
                                        <p:cTn id="919" dur="1000" fill="hold"/>
                                        <p:tgtEl>
                                          <p:spTgt spid="312"/>
                                        </p:tgtEl>
                                        <p:attrNameLst>
                                          <p:attrName>ppt_x</p:attrName>
                                          <p:attrName>ppt_y</p:attrName>
                                        </p:attrNameLst>
                                      </p:cBhvr>
                                      <p:rCtr x="1901" y="23"/>
                                    </p:animMotion>
                                  </p:childTnLst>
                                </p:cTn>
                              </p:par>
                              <p:par>
                                <p:cTn id="920" presetID="22" presetClass="exit" presetSubtype="4" fill="hold" nodeType="withEffect">
                                  <p:stCondLst>
                                    <p:cond delay="0"/>
                                  </p:stCondLst>
                                  <p:childTnLst>
                                    <p:animEffect transition="out" filter="wipe(down)">
                                      <p:cBhvr>
                                        <p:cTn id="921" dur="1000"/>
                                        <p:tgtEl>
                                          <p:spTgt spid="315"/>
                                        </p:tgtEl>
                                      </p:cBhvr>
                                    </p:animEffect>
                                    <p:set>
                                      <p:cBhvr>
                                        <p:cTn id="922" dur="1" fill="hold">
                                          <p:stCondLst>
                                            <p:cond delay="999"/>
                                          </p:stCondLst>
                                        </p:cTn>
                                        <p:tgtEl>
                                          <p:spTgt spid="315"/>
                                        </p:tgtEl>
                                        <p:attrNameLst>
                                          <p:attrName>style.visibility</p:attrName>
                                        </p:attrNameLst>
                                      </p:cBhvr>
                                      <p:to>
                                        <p:strVal val="hidden"/>
                                      </p:to>
                                    </p:set>
                                  </p:childTnLst>
                                </p:cTn>
                              </p:par>
                            </p:childTnLst>
                          </p:cTn>
                        </p:par>
                        <p:par>
                          <p:cTn id="923" fill="hold">
                            <p:stCondLst>
                              <p:cond delay="2000"/>
                            </p:stCondLst>
                            <p:childTnLst>
                              <p:par>
                                <p:cTn id="924" presetID="42" presetClass="entr" presetSubtype="0" fill="hold" nodeType="afterEffect">
                                  <p:stCondLst>
                                    <p:cond delay="0"/>
                                  </p:stCondLst>
                                  <p:childTnLst>
                                    <p:set>
                                      <p:cBhvr>
                                        <p:cTn id="925" dur="1" fill="hold">
                                          <p:stCondLst>
                                            <p:cond delay="0"/>
                                          </p:stCondLst>
                                        </p:cTn>
                                        <p:tgtEl>
                                          <p:spTgt spid="2"/>
                                        </p:tgtEl>
                                        <p:attrNameLst>
                                          <p:attrName>style.visibility</p:attrName>
                                        </p:attrNameLst>
                                      </p:cBhvr>
                                      <p:to>
                                        <p:strVal val="visible"/>
                                      </p:to>
                                    </p:set>
                                    <p:animEffect transition="in" filter="fade">
                                      <p:cBhvr>
                                        <p:cTn id="926" dur="1000"/>
                                        <p:tgtEl>
                                          <p:spTgt spid="2"/>
                                        </p:tgtEl>
                                      </p:cBhvr>
                                    </p:animEffect>
                                    <p:anim calcmode="lin" valueType="num">
                                      <p:cBhvr>
                                        <p:cTn id="927" dur="1000" fill="hold"/>
                                        <p:tgtEl>
                                          <p:spTgt spid="2"/>
                                        </p:tgtEl>
                                        <p:attrNameLst>
                                          <p:attrName>ppt_x</p:attrName>
                                        </p:attrNameLst>
                                      </p:cBhvr>
                                      <p:tavLst>
                                        <p:tav tm="0">
                                          <p:val>
                                            <p:strVal val="#ppt_x"/>
                                          </p:val>
                                        </p:tav>
                                        <p:tav tm="100000">
                                          <p:val>
                                            <p:strVal val="#ppt_x"/>
                                          </p:val>
                                        </p:tav>
                                      </p:tavLst>
                                    </p:anim>
                                    <p:anim calcmode="lin" valueType="num">
                                      <p:cBhvr>
                                        <p:cTn id="928" dur="1000" fill="hold"/>
                                        <p:tgtEl>
                                          <p:spTgt spid="2"/>
                                        </p:tgtEl>
                                        <p:attrNameLst>
                                          <p:attrName>ppt_y</p:attrName>
                                        </p:attrNameLst>
                                      </p:cBhvr>
                                      <p:tavLst>
                                        <p:tav tm="0">
                                          <p:val>
                                            <p:strVal val="#ppt_y+.1"/>
                                          </p:val>
                                        </p:tav>
                                        <p:tav tm="100000">
                                          <p:val>
                                            <p:strVal val="#ppt_y"/>
                                          </p:val>
                                        </p:tav>
                                      </p:tavLst>
                                    </p:anim>
                                  </p:childTnLst>
                                </p:cTn>
                              </p:par>
                            </p:childTnLst>
                          </p:cTn>
                        </p:par>
                        <p:par>
                          <p:cTn id="929" fill="hold">
                            <p:stCondLst>
                              <p:cond delay="3000"/>
                            </p:stCondLst>
                            <p:childTnLst>
                              <p:par>
                                <p:cTn id="930" presetID="3" presetClass="emph" presetSubtype="2" fill="hold" grpId="7" nodeType="afterEffect">
                                  <p:stCondLst>
                                    <p:cond delay="0"/>
                                  </p:stCondLst>
                                  <p:childTnLst>
                                    <p:animClr clrSpc="rgb" dir="cw">
                                      <p:cBhvr override="childStyle">
                                        <p:cTn id="931" dur="500" fill="hold"/>
                                        <p:tgtEl>
                                          <p:spTgt spid="319"/>
                                        </p:tgtEl>
                                        <p:attrNameLst>
                                          <p:attrName>style.color</p:attrName>
                                        </p:attrNameLst>
                                      </p:cBhvr>
                                      <p:to>
                                        <a:srgbClr val="DBE7F9"/>
                                      </p:to>
                                    </p:animClr>
                                  </p:childTnLst>
                                </p:cTn>
                              </p:par>
                              <p:par>
                                <p:cTn id="932" presetID="22" presetClass="exit" presetSubtype="2" fill="hold" grpId="2" nodeType="withEffect">
                                  <p:stCondLst>
                                    <p:cond delay="0"/>
                                  </p:stCondLst>
                                  <p:childTnLst>
                                    <p:animEffect transition="out" filter="wipe(right)">
                                      <p:cBhvr>
                                        <p:cTn id="933" dur="1000"/>
                                        <p:tgtEl>
                                          <p:spTgt spid="295"/>
                                        </p:tgtEl>
                                      </p:cBhvr>
                                    </p:animEffect>
                                    <p:set>
                                      <p:cBhvr>
                                        <p:cTn id="934" dur="1" fill="hold">
                                          <p:stCondLst>
                                            <p:cond delay="999"/>
                                          </p:stCondLst>
                                        </p:cTn>
                                        <p:tgtEl>
                                          <p:spTgt spid="295"/>
                                        </p:tgtEl>
                                        <p:attrNameLst>
                                          <p:attrName>style.visibility</p:attrName>
                                        </p:attrNameLst>
                                      </p:cBhvr>
                                      <p:to>
                                        <p:strVal val="hidden"/>
                                      </p:to>
                                    </p:set>
                                  </p:childTnLst>
                                </p:cTn>
                              </p:par>
                            </p:childTnLst>
                          </p:cTn>
                        </p:par>
                        <p:par>
                          <p:cTn id="935" fill="hold">
                            <p:stCondLst>
                              <p:cond delay="4000"/>
                            </p:stCondLst>
                            <p:childTnLst>
                              <p:par>
                                <p:cTn id="936" presetID="7" presetClass="emph" presetSubtype="2" fill="hold" nodeType="afterEffect">
                                  <p:stCondLst>
                                    <p:cond delay="0"/>
                                  </p:stCondLst>
                                  <p:childTnLst>
                                    <p:animClr clrSpc="rgb" dir="cw">
                                      <p:cBhvr>
                                        <p:cTn id="937" dur="500" fill="hold"/>
                                        <p:tgtEl>
                                          <p:spTgt spid="261"/>
                                        </p:tgtEl>
                                        <p:attrNameLst>
                                          <p:attrName>stroke.color</p:attrName>
                                        </p:attrNameLst>
                                      </p:cBhvr>
                                      <p:to>
                                        <a:srgbClr val="EA7A26"/>
                                      </p:to>
                                    </p:animClr>
                                    <p:set>
                                      <p:cBhvr>
                                        <p:cTn id="938" dur="500" fill="hold"/>
                                        <p:tgtEl>
                                          <p:spTgt spid="261"/>
                                        </p:tgtEl>
                                        <p:attrNameLst>
                                          <p:attrName>stroke.on</p:attrName>
                                        </p:attrNameLst>
                                      </p:cBhvr>
                                      <p:to>
                                        <p:strVal val="true"/>
                                      </p:to>
                                    </p:set>
                                  </p:childTnLst>
                                </p:cTn>
                              </p:par>
                            </p:childTnLst>
                          </p:cTn>
                        </p:par>
                      </p:childTnLst>
                    </p:cTn>
                  </p:par>
                  <p:par>
                    <p:cTn id="939" fill="hold">
                      <p:stCondLst>
                        <p:cond delay="indefinite"/>
                      </p:stCondLst>
                      <p:childTnLst>
                        <p:par>
                          <p:cTn id="940" fill="hold">
                            <p:stCondLst>
                              <p:cond delay="0"/>
                            </p:stCondLst>
                            <p:childTnLst>
                              <p:par>
                                <p:cTn id="941" presetID="32" presetClass="emph" presetSubtype="0" fill="hold" nodeType="clickEffect">
                                  <p:stCondLst>
                                    <p:cond delay="0"/>
                                  </p:stCondLst>
                                  <p:childTnLst>
                                    <p:animRot by="120000">
                                      <p:cBhvr>
                                        <p:cTn id="942" dur="100" fill="hold">
                                          <p:stCondLst>
                                            <p:cond delay="0"/>
                                          </p:stCondLst>
                                        </p:cTn>
                                        <p:tgtEl>
                                          <p:spTgt spid="261"/>
                                        </p:tgtEl>
                                        <p:attrNameLst>
                                          <p:attrName>r</p:attrName>
                                        </p:attrNameLst>
                                      </p:cBhvr>
                                    </p:animRot>
                                    <p:animRot by="-240000">
                                      <p:cBhvr>
                                        <p:cTn id="943" dur="200" fill="hold">
                                          <p:stCondLst>
                                            <p:cond delay="200"/>
                                          </p:stCondLst>
                                        </p:cTn>
                                        <p:tgtEl>
                                          <p:spTgt spid="261"/>
                                        </p:tgtEl>
                                        <p:attrNameLst>
                                          <p:attrName>r</p:attrName>
                                        </p:attrNameLst>
                                      </p:cBhvr>
                                    </p:animRot>
                                    <p:animRot by="240000">
                                      <p:cBhvr>
                                        <p:cTn id="944" dur="200" fill="hold">
                                          <p:stCondLst>
                                            <p:cond delay="400"/>
                                          </p:stCondLst>
                                        </p:cTn>
                                        <p:tgtEl>
                                          <p:spTgt spid="261"/>
                                        </p:tgtEl>
                                        <p:attrNameLst>
                                          <p:attrName>r</p:attrName>
                                        </p:attrNameLst>
                                      </p:cBhvr>
                                    </p:animRot>
                                    <p:animRot by="-240000">
                                      <p:cBhvr>
                                        <p:cTn id="945" dur="200" fill="hold">
                                          <p:stCondLst>
                                            <p:cond delay="600"/>
                                          </p:stCondLst>
                                        </p:cTn>
                                        <p:tgtEl>
                                          <p:spTgt spid="261"/>
                                        </p:tgtEl>
                                        <p:attrNameLst>
                                          <p:attrName>r</p:attrName>
                                        </p:attrNameLst>
                                      </p:cBhvr>
                                    </p:animRot>
                                    <p:animRot by="120000">
                                      <p:cBhvr>
                                        <p:cTn id="946" dur="200" fill="hold">
                                          <p:stCondLst>
                                            <p:cond delay="800"/>
                                          </p:stCondLst>
                                        </p:cTn>
                                        <p:tgtEl>
                                          <p:spTgt spid="261"/>
                                        </p:tgtEl>
                                        <p:attrNameLst>
                                          <p:attrName>r</p:attrName>
                                        </p:attrNameLst>
                                      </p:cBhvr>
                                    </p:animRot>
                                  </p:childTnLst>
                                </p:cTn>
                              </p:par>
                            </p:childTnLst>
                          </p:cTn>
                        </p:par>
                        <p:par>
                          <p:cTn id="947" fill="hold">
                            <p:stCondLst>
                              <p:cond delay="1000"/>
                            </p:stCondLst>
                            <p:childTnLst>
                              <p:par>
                                <p:cTn id="948" presetID="35" presetClass="path" presetSubtype="0" accel="50000" decel="50000" fill="hold" grpId="2" nodeType="afterEffect">
                                  <p:stCondLst>
                                    <p:cond delay="0"/>
                                  </p:stCondLst>
                                  <p:childTnLst>
                                    <p:animMotion origin="layout" path="M 4.57574E-6 -4.18885E-7 L -0.10086 -0.02523 " pathEditMode="relative" rAng="0" ptsTypes="AA">
                                      <p:cBhvr>
                                        <p:cTn id="949" dur="1000" fill="hold"/>
                                        <p:tgtEl>
                                          <p:spTgt spid="273"/>
                                        </p:tgtEl>
                                        <p:attrNameLst>
                                          <p:attrName>ppt_x</p:attrName>
                                          <p:attrName>ppt_y</p:attrName>
                                        </p:attrNameLst>
                                      </p:cBhvr>
                                      <p:rCtr x="-5049" y="-1273"/>
                                    </p:animMotion>
                                  </p:childTnLst>
                                </p:cTn>
                              </p:par>
                            </p:childTnLst>
                          </p:cTn>
                        </p:par>
                        <p:par>
                          <p:cTn id="950" fill="hold">
                            <p:stCondLst>
                              <p:cond delay="2000"/>
                            </p:stCondLst>
                            <p:childTnLst>
                              <p:par>
                                <p:cTn id="951" presetID="7" presetClass="emph" presetSubtype="2" fill="hold" nodeType="afterEffect">
                                  <p:stCondLst>
                                    <p:cond delay="0"/>
                                  </p:stCondLst>
                                  <p:childTnLst>
                                    <p:animClr clrSpc="rgb" dir="cw">
                                      <p:cBhvr>
                                        <p:cTn id="952" dur="500" fill="hold"/>
                                        <p:tgtEl>
                                          <p:spTgt spid="261"/>
                                        </p:tgtEl>
                                        <p:attrNameLst>
                                          <p:attrName>stroke.color</p:attrName>
                                        </p:attrNameLst>
                                      </p:cBhvr>
                                      <p:to>
                                        <a:srgbClr val="DBE7F9"/>
                                      </p:to>
                                    </p:animClr>
                                    <p:set>
                                      <p:cBhvr>
                                        <p:cTn id="953" dur="500" fill="hold"/>
                                        <p:tgtEl>
                                          <p:spTgt spid="261"/>
                                        </p:tgtEl>
                                        <p:attrNameLst>
                                          <p:attrName>stroke.on</p:attrName>
                                        </p:attrNameLst>
                                      </p:cBhvr>
                                      <p:to>
                                        <p:strVal val="true"/>
                                      </p:to>
                                    </p:set>
                                  </p:childTnLst>
                                </p:cTn>
                              </p:par>
                              <p:par>
                                <p:cTn id="954" presetID="7" presetClass="emph" presetSubtype="2" fill="hold" nodeType="withEffect">
                                  <p:stCondLst>
                                    <p:cond delay="0"/>
                                  </p:stCondLst>
                                  <p:childTnLst>
                                    <p:animClr clrSpc="rgb" dir="cw">
                                      <p:cBhvr>
                                        <p:cTn id="955" dur="500" fill="hold"/>
                                        <p:tgtEl>
                                          <p:spTgt spid="263"/>
                                        </p:tgtEl>
                                        <p:attrNameLst>
                                          <p:attrName>stroke.color</p:attrName>
                                        </p:attrNameLst>
                                      </p:cBhvr>
                                      <p:to>
                                        <a:srgbClr val="EA7A26"/>
                                      </p:to>
                                    </p:animClr>
                                    <p:set>
                                      <p:cBhvr>
                                        <p:cTn id="956" dur="500" fill="hold"/>
                                        <p:tgtEl>
                                          <p:spTgt spid="263"/>
                                        </p:tgtEl>
                                        <p:attrNameLst>
                                          <p:attrName>stroke.on</p:attrName>
                                        </p:attrNameLst>
                                      </p:cBhvr>
                                      <p:to>
                                        <p:strVal val="true"/>
                                      </p:to>
                                    </p:set>
                                  </p:childTnLst>
                                </p:cTn>
                              </p:par>
                            </p:childTnLst>
                          </p:cTn>
                        </p:par>
                      </p:childTnLst>
                    </p:cTn>
                  </p:par>
                  <p:par>
                    <p:cTn id="957" fill="hold">
                      <p:stCondLst>
                        <p:cond delay="indefinite"/>
                      </p:stCondLst>
                      <p:childTnLst>
                        <p:par>
                          <p:cTn id="958" fill="hold">
                            <p:stCondLst>
                              <p:cond delay="0"/>
                            </p:stCondLst>
                            <p:childTnLst>
                              <p:par>
                                <p:cTn id="959" presetID="32" presetClass="emph" presetSubtype="0" fill="hold" nodeType="clickEffect">
                                  <p:stCondLst>
                                    <p:cond delay="0"/>
                                  </p:stCondLst>
                                  <p:childTnLst>
                                    <p:animRot by="120000">
                                      <p:cBhvr>
                                        <p:cTn id="960" dur="100" fill="hold">
                                          <p:stCondLst>
                                            <p:cond delay="0"/>
                                          </p:stCondLst>
                                        </p:cTn>
                                        <p:tgtEl>
                                          <p:spTgt spid="263"/>
                                        </p:tgtEl>
                                        <p:attrNameLst>
                                          <p:attrName>r</p:attrName>
                                        </p:attrNameLst>
                                      </p:cBhvr>
                                    </p:animRot>
                                    <p:animRot by="-240000">
                                      <p:cBhvr>
                                        <p:cTn id="961" dur="200" fill="hold">
                                          <p:stCondLst>
                                            <p:cond delay="200"/>
                                          </p:stCondLst>
                                        </p:cTn>
                                        <p:tgtEl>
                                          <p:spTgt spid="263"/>
                                        </p:tgtEl>
                                        <p:attrNameLst>
                                          <p:attrName>r</p:attrName>
                                        </p:attrNameLst>
                                      </p:cBhvr>
                                    </p:animRot>
                                    <p:animRot by="240000">
                                      <p:cBhvr>
                                        <p:cTn id="962" dur="200" fill="hold">
                                          <p:stCondLst>
                                            <p:cond delay="400"/>
                                          </p:stCondLst>
                                        </p:cTn>
                                        <p:tgtEl>
                                          <p:spTgt spid="263"/>
                                        </p:tgtEl>
                                        <p:attrNameLst>
                                          <p:attrName>r</p:attrName>
                                        </p:attrNameLst>
                                      </p:cBhvr>
                                    </p:animRot>
                                    <p:animRot by="-240000">
                                      <p:cBhvr>
                                        <p:cTn id="963" dur="200" fill="hold">
                                          <p:stCondLst>
                                            <p:cond delay="600"/>
                                          </p:stCondLst>
                                        </p:cTn>
                                        <p:tgtEl>
                                          <p:spTgt spid="263"/>
                                        </p:tgtEl>
                                        <p:attrNameLst>
                                          <p:attrName>r</p:attrName>
                                        </p:attrNameLst>
                                      </p:cBhvr>
                                    </p:animRot>
                                    <p:animRot by="120000">
                                      <p:cBhvr>
                                        <p:cTn id="964" dur="200" fill="hold">
                                          <p:stCondLst>
                                            <p:cond delay="800"/>
                                          </p:stCondLst>
                                        </p:cTn>
                                        <p:tgtEl>
                                          <p:spTgt spid="263"/>
                                        </p:tgtEl>
                                        <p:attrNameLst>
                                          <p:attrName>r</p:attrName>
                                        </p:attrNameLst>
                                      </p:cBhvr>
                                    </p:animRot>
                                  </p:childTnLst>
                                </p:cTn>
                              </p:par>
                            </p:childTnLst>
                          </p:cTn>
                        </p:par>
                        <p:par>
                          <p:cTn id="965" fill="hold">
                            <p:stCondLst>
                              <p:cond delay="1000"/>
                            </p:stCondLst>
                            <p:childTnLst>
                              <p:par>
                                <p:cTn id="966" presetID="27" presetClass="emph" presetSubtype="0" fill="remove" grpId="1" nodeType="afterEffect">
                                  <p:stCondLst>
                                    <p:cond delay="0"/>
                                  </p:stCondLst>
                                  <p:childTnLst>
                                    <p:animClr clrSpc="rgb" dir="cw">
                                      <p:cBhvr override="childStyle">
                                        <p:cTn id="967" dur="500" autoRev="1" fill="remove"/>
                                        <p:tgtEl>
                                          <p:spTgt spid="214"/>
                                        </p:tgtEl>
                                        <p:attrNameLst>
                                          <p:attrName>style.color</p:attrName>
                                        </p:attrNameLst>
                                      </p:cBhvr>
                                      <p:to>
                                        <a:srgbClr val="FFC000"/>
                                      </p:to>
                                    </p:animClr>
                                    <p:animClr clrSpc="rgb" dir="cw">
                                      <p:cBhvr>
                                        <p:cTn id="968" dur="500" autoRev="1" fill="remove"/>
                                        <p:tgtEl>
                                          <p:spTgt spid="214"/>
                                        </p:tgtEl>
                                        <p:attrNameLst>
                                          <p:attrName>fillcolor</p:attrName>
                                        </p:attrNameLst>
                                      </p:cBhvr>
                                      <p:to>
                                        <a:srgbClr val="FFC000"/>
                                      </p:to>
                                    </p:animClr>
                                    <p:set>
                                      <p:cBhvr>
                                        <p:cTn id="969" dur="500" autoRev="1" fill="remove"/>
                                        <p:tgtEl>
                                          <p:spTgt spid="214"/>
                                        </p:tgtEl>
                                        <p:attrNameLst>
                                          <p:attrName>fill.type</p:attrName>
                                        </p:attrNameLst>
                                      </p:cBhvr>
                                      <p:to>
                                        <p:strVal val="solid"/>
                                      </p:to>
                                    </p:set>
                                    <p:set>
                                      <p:cBhvr>
                                        <p:cTn id="970" dur="500" autoRev="1" fill="remove"/>
                                        <p:tgtEl>
                                          <p:spTgt spid="214"/>
                                        </p:tgtEl>
                                        <p:attrNameLst>
                                          <p:attrName>fill.on</p:attrName>
                                        </p:attrNameLst>
                                      </p:cBhvr>
                                      <p:to>
                                        <p:strVal val="true"/>
                                      </p:to>
                                    </p:set>
                                  </p:childTnLst>
                                </p:cTn>
                              </p:par>
                            </p:childTnLst>
                          </p:cTn>
                        </p:par>
                        <p:par>
                          <p:cTn id="971" fill="hold">
                            <p:stCondLst>
                              <p:cond delay="2000"/>
                            </p:stCondLst>
                            <p:childTnLst>
                              <p:par>
                                <p:cTn id="972" presetID="7" presetClass="emph" presetSubtype="2" fill="hold" nodeType="afterEffect">
                                  <p:stCondLst>
                                    <p:cond delay="0"/>
                                  </p:stCondLst>
                                  <p:childTnLst>
                                    <p:animClr clrSpc="rgb" dir="cw">
                                      <p:cBhvr>
                                        <p:cTn id="973" dur="500" fill="hold"/>
                                        <p:tgtEl>
                                          <p:spTgt spid="263"/>
                                        </p:tgtEl>
                                        <p:attrNameLst>
                                          <p:attrName>stroke.color</p:attrName>
                                        </p:attrNameLst>
                                      </p:cBhvr>
                                      <p:to>
                                        <a:srgbClr val="DBE7F9"/>
                                      </p:to>
                                    </p:animClr>
                                    <p:set>
                                      <p:cBhvr>
                                        <p:cTn id="974" dur="500" fill="hold"/>
                                        <p:tgtEl>
                                          <p:spTgt spid="263"/>
                                        </p:tgtEl>
                                        <p:attrNameLst>
                                          <p:attrName>stroke.on</p:attrName>
                                        </p:attrNameLst>
                                      </p:cBhvr>
                                      <p:to>
                                        <p:strVal val="true"/>
                                      </p:to>
                                    </p:set>
                                  </p:childTnLst>
                                </p:cTn>
                              </p:par>
                              <p:par>
                                <p:cTn id="975" presetID="7" presetClass="emph" presetSubtype="2" fill="hold" nodeType="withEffect">
                                  <p:stCondLst>
                                    <p:cond delay="0"/>
                                  </p:stCondLst>
                                  <p:childTnLst>
                                    <p:animClr clrSpc="rgb" dir="cw">
                                      <p:cBhvr>
                                        <p:cTn id="976" dur="500" fill="hold"/>
                                        <p:tgtEl>
                                          <p:spTgt spid="261"/>
                                        </p:tgtEl>
                                        <p:attrNameLst>
                                          <p:attrName>stroke.color</p:attrName>
                                        </p:attrNameLst>
                                      </p:cBhvr>
                                      <p:to>
                                        <a:srgbClr val="EA7A26"/>
                                      </p:to>
                                    </p:animClr>
                                    <p:set>
                                      <p:cBhvr>
                                        <p:cTn id="977" dur="500" fill="hold"/>
                                        <p:tgtEl>
                                          <p:spTgt spid="261"/>
                                        </p:tgtEl>
                                        <p:attrNameLst>
                                          <p:attrName>stroke.on</p:attrName>
                                        </p:attrNameLst>
                                      </p:cBhvr>
                                      <p:to>
                                        <p:strVal val="true"/>
                                      </p:to>
                                    </p:set>
                                  </p:childTnLst>
                                </p:cTn>
                              </p:par>
                            </p:childTnLst>
                          </p:cTn>
                        </p:par>
                      </p:childTnLst>
                    </p:cTn>
                  </p:par>
                  <p:par>
                    <p:cTn id="978" fill="hold">
                      <p:stCondLst>
                        <p:cond delay="indefinite"/>
                      </p:stCondLst>
                      <p:childTnLst>
                        <p:par>
                          <p:cTn id="979" fill="hold">
                            <p:stCondLst>
                              <p:cond delay="0"/>
                            </p:stCondLst>
                            <p:childTnLst>
                              <p:par>
                                <p:cTn id="980" presetID="32" presetClass="emph" presetSubtype="0" fill="hold" nodeType="clickEffect">
                                  <p:stCondLst>
                                    <p:cond delay="0"/>
                                  </p:stCondLst>
                                  <p:childTnLst>
                                    <p:animRot by="120000">
                                      <p:cBhvr>
                                        <p:cTn id="981" dur="100" fill="hold">
                                          <p:stCondLst>
                                            <p:cond delay="0"/>
                                          </p:stCondLst>
                                        </p:cTn>
                                        <p:tgtEl>
                                          <p:spTgt spid="261"/>
                                        </p:tgtEl>
                                        <p:attrNameLst>
                                          <p:attrName>r</p:attrName>
                                        </p:attrNameLst>
                                      </p:cBhvr>
                                    </p:animRot>
                                    <p:animRot by="-240000">
                                      <p:cBhvr>
                                        <p:cTn id="982" dur="200" fill="hold">
                                          <p:stCondLst>
                                            <p:cond delay="200"/>
                                          </p:stCondLst>
                                        </p:cTn>
                                        <p:tgtEl>
                                          <p:spTgt spid="261"/>
                                        </p:tgtEl>
                                        <p:attrNameLst>
                                          <p:attrName>r</p:attrName>
                                        </p:attrNameLst>
                                      </p:cBhvr>
                                    </p:animRot>
                                    <p:animRot by="240000">
                                      <p:cBhvr>
                                        <p:cTn id="983" dur="200" fill="hold">
                                          <p:stCondLst>
                                            <p:cond delay="400"/>
                                          </p:stCondLst>
                                        </p:cTn>
                                        <p:tgtEl>
                                          <p:spTgt spid="261"/>
                                        </p:tgtEl>
                                        <p:attrNameLst>
                                          <p:attrName>r</p:attrName>
                                        </p:attrNameLst>
                                      </p:cBhvr>
                                    </p:animRot>
                                    <p:animRot by="-240000">
                                      <p:cBhvr>
                                        <p:cTn id="984" dur="200" fill="hold">
                                          <p:stCondLst>
                                            <p:cond delay="600"/>
                                          </p:stCondLst>
                                        </p:cTn>
                                        <p:tgtEl>
                                          <p:spTgt spid="261"/>
                                        </p:tgtEl>
                                        <p:attrNameLst>
                                          <p:attrName>r</p:attrName>
                                        </p:attrNameLst>
                                      </p:cBhvr>
                                    </p:animRot>
                                    <p:animRot by="120000">
                                      <p:cBhvr>
                                        <p:cTn id="985" dur="200" fill="hold">
                                          <p:stCondLst>
                                            <p:cond delay="800"/>
                                          </p:stCondLst>
                                        </p:cTn>
                                        <p:tgtEl>
                                          <p:spTgt spid="261"/>
                                        </p:tgtEl>
                                        <p:attrNameLst>
                                          <p:attrName>r</p:attrName>
                                        </p:attrNameLst>
                                      </p:cBhvr>
                                    </p:animRot>
                                  </p:childTnLst>
                                </p:cTn>
                              </p:par>
                            </p:childTnLst>
                          </p:cTn>
                        </p:par>
                        <p:par>
                          <p:cTn id="986" fill="hold">
                            <p:stCondLst>
                              <p:cond delay="1000"/>
                            </p:stCondLst>
                            <p:childTnLst>
                              <p:par>
                                <p:cTn id="987" presetID="3" presetClass="emph" presetSubtype="2" fill="hold" grpId="8" nodeType="afterEffect">
                                  <p:stCondLst>
                                    <p:cond delay="0"/>
                                  </p:stCondLst>
                                  <p:childTnLst>
                                    <p:animClr clrSpc="rgb" dir="cw">
                                      <p:cBhvr override="childStyle">
                                        <p:cTn id="988" dur="500" fill="hold"/>
                                        <p:tgtEl>
                                          <p:spTgt spid="319"/>
                                        </p:tgtEl>
                                        <p:attrNameLst>
                                          <p:attrName>style.color</p:attrName>
                                        </p:attrNameLst>
                                      </p:cBhvr>
                                      <p:to>
                                        <a:srgbClr val="DBE7F9"/>
                                      </p:to>
                                    </p:animClr>
                                  </p:childTnLst>
                                </p:cTn>
                              </p:par>
                            </p:childTnLst>
                          </p:cTn>
                        </p:par>
                        <p:par>
                          <p:cTn id="989" fill="hold">
                            <p:stCondLst>
                              <p:cond delay="1500"/>
                            </p:stCondLst>
                            <p:childTnLst>
                              <p:par>
                                <p:cTn id="990" presetID="7" presetClass="emph" presetSubtype="2" fill="hold" nodeType="afterEffect">
                                  <p:stCondLst>
                                    <p:cond delay="0"/>
                                  </p:stCondLst>
                                  <p:childTnLst>
                                    <p:animClr clrSpc="rgb" dir="cw">
                                      <p:cBhvr>
                                        <p:cTn id="991" dur="500" fill="hold"/>
                                        <p:tgtEl>
                                          <p:spTgt spid="261"/>
                                        </p:tgtEl>
                                        <p:attrNameLst>
                                          <p:attrName>stroke.color</p:attrName>
                                        </p:attrNameLst>
                                      </p:cBhvr>
                                      <p:to>
                                        <a:srgbClr val="DBE7F9"/>
                                      </p:to>
                                    </p:animClr>
                                    <p:set>
                                      <p:cBhvr>
                                        <p:cTn id="992" dur="500" fill="hold"/>
                                        <p:tgtEl>
                                          <p:spTgt spid="261"/>
                                        </p:tgtEl>
                                        <p:attrNameLst>
                                          <p:attrName>stroke.on</p:attrName>
                                        </p:attrNameLst>
                                      </p:cBhvr>
                                      <p:to>
                                        <p:strVal val="true"/>
                                      </p:to>
                                    </p:set>
                                  </p:childTnLst>
                                </p:cTn>
                              </p:par>
                              <p:par>
                                <p:cTn id="993" presetID="3" presetClass="emph" presetSubtype="2" fill="hold" grpId="3" nodeType="withEffect">
                                  <p:stCondLst>
                                    <p:cond delay="0"/>
                                  </p:stCondLst>
                                  <p:childTnLst>
                                    <p:animClr clrSpc="rgb" dir="cw">
                                      <p:cBhvr override="childStyle">
                                        <p:cTn id="994" dur="500" fill="hold"/>
                                        <p:tgtEl>
                                          <p:spTgt spid="319"/>
                                        </p:tgtEl>
                                        <p:attrNameLst>
                                          <p:attrName>style.color</p:attrName>
                                        </p:attrNameLst>
                                      </p:cBhvr>
                                      <p:to>
                                        <a:srgbClr val="DBE7F9"/>
                                      </p:to>
                                    </p:animClr>
                                  </p:childTnLst>
                                </p:cTn>
                              </p:par>
                              <p:par>
                                <p:cTn id="995" presetID="22" presetClass="exit" presetSubtype="2" fill="hold" grpId="1" nodeType="withEffect">
                                  <p:stCondLst>
                                    <p:cond delay="0"/>
                                  </p:stCondLst>
                                  <p:childTnLst>
                                    <p:animEffect transition="out" filter="wipe(right)">
                                      <p:cBhvr>
                                        <p:cTn id="996" dur="1000"/>
                                        <p:tgtEl>
                                          <p:spTgt spid="273"/>
                                        </p:tgtEl>
                                      </p:cBhvr>
                                    </p:animEffect>
                                    <p:set>
                                      <p:cBhvr>
                                        <p:cTn id="997" dur="1" fill="hold">
                                          <p:stCondLst>
                                            <p:cond delay="999"/>
                                          </p:stCondLst>
                                        </p:cTn>
                                        <p:tgtEl>
                                          <p:spTgt spid="273"/>
                                        </p:tgtEl>
                                        <p:attrNameLst>
                                          <p:attrName>style.visibility</p:attrName>
                                        </p:attrNameLst>
                                      </p:cBhvr>
                                      <p:to>
                                        <p:strVal val="hidden"/>
                                      </p:to>
                                    </p:set>
                                  </p:childTnLst>
                                </p:cTn>
                              </p:par>
                              <p:par>
                                <p:cTn id="998" presetID="7" presetClass="emph" presetSubtype="2" fill="hold" nodeType="withEffect">
                                  <p:stCondLst>
                                    <p:cond delay="0"/>
                                  </p:stCondLst>
                                  <p:childTnLst>
                                    <p:animClr clrSpc="rgb" dir="cw">
                                      <p:cBhvr>
                                        <p:cTn id="999" dur="500" fill="hold"/>
                                        <p:tgtEl>
                                          <p:spTgt spid="6"/>
                                        </p:tgtEl>
                                        <p:attrNameLst>
                                          <p:attrName>stroke.color</p:attrName>
                                        </p:attrNameLst>
                                      </p:cBhvr>
                                      <p:to>
                                        <a:srgbClr val="EA7A26"/>
                                      </p:to>
                                    </p:animClr>
                                    <p:set>
                                      <p:cBhvr>
                                        <p:cTn id="1000" dur="500" fill="hold"/>
                                        <p:tgtEl>
                                          <p:spTgt spid="6"/>
                                        </p:tgtEl>
                                        <p:attrNameLst>
                                          <p:attrName>stroke.on</p:attrName>
                                        </p:attrNameLst>
                                      </p:cBhvr>
                                      <p:to>
                                        <p:strVal val="true"/>
                                      </p:to>
                                    </p:set>
                                  </p:childTnLst>
                                </p:cTn>
                              </p:par>
                            </p:childTnLst>
                          </p:cTn>
                        </p:par>
                      </p:childTnLst>
                    </p:cTn>
                  </p:par>
                  <p:par>
                    <p:cTn id="1001" fill="hold">
                      <p:stCondLst>
                        <p:cond delay="indefinite"/>
                      </p:stCondLst>
                      <p:childTnLst>
                        <p:par>
                          <p:cTn id="1002" fill="hold">
                            <p:stCondLst>
                              <p:cond delay="0"/>
                            </p:stCondLst>
                            <p:childTnLst>
                              <p:par>
                                <p:cTn id="1003" presetID="32" presetClass="emph" presetSubtype="0" fill="hold" nodeType="clickEffect">
                                  <p:stCondLst>
                                    <p:cond delay="0"/>
                                  </p:stCondLst>
                                  <p:childTnLst>
                                    <p:animRot by="120000">
                                      <p:cBhvr>
                                        <p:cTn id="1004" dur="100" fill="hold">
                                          <p:stCondLst>
                                            <p:cond delay="0"/>
                                          </p:stCondLst>
                                        </p:cTn>
                                        <p:tgtEl>
                                          <p:spTgt spid="6"/>
                                        </p:tgtEl>
                                        <p:attrNameLst>
                                          <p:attrName>r</p:attrName>
                                        </p:attrNameLst>
                                      </p:cBhvr>
                                    </p:animRot>
                                    <p:animRot by="-240000">
                                      <p:cBhvr>
                                        <p:cTn id="1005" dur="200" fill="hold">
                                          <p:stCondLst>
                                            <p:cond delay="200"/>
                                          </p:stCondLst>
                                        </p:cTn>
                                        <p:tgtEl>
                                          <p:spTgt spid="6"/>
                                        </p:tgtEl>
                                        <p:attrNameLst>
                                          <p:attrName>r</p:attrName>
                                        </p:attrNameLst>
                                      </p:cBhvr>
                                    </p:animRot>
                                    <p:animRot by="240000">
                                      <p:cBhvr>
                                        <p:cTn id="1006" dur="200" fill="hold">
                                          <p:stCondLst>
                                            <p:cond delay="400"/>
                                          </p:stCondLst>
                                        </p:cTn>
                                        <p:tgtEl>
                                          <p:spTgt spid="6"/>
                                        </p:tgtEl>
                                        <p:attrNameLst>
                                          <p:attrName>r</p:attrName>
                                        </p:attrNameLst>
                                      </p:cBhvr>
                                    </p:animRot>
                                    <p:animRot by="-240000">
                                      <p:cBhvr>
                                        <p:cTn id="1007" dur="200" fill="hold">
                                          <p:stCondLst>
                                            <p:cond delay="600"/>
                                          </p:stCondLst>
                                        </p:cTn>
                                        <p:tgtEl>
                                          <p:spTgt spid="6"/>
                                        </p:tgtEl>
                                        <p:attrNameLst>
                                          <p:attrName>r</p:attrName>
                                        </p:attrNameLst>
                                      </p:cBhvr>
                                    </p:animRot>
                                    <p:animRot by="120000">
                                      <p:cBhvr>
                                        <p:cTn id="1008" dur="200" fill="hold">
                                          <p:stCondLst>
                                            <p:cond delay="800"/>
                                          </p:stCondLst>
                                        </p:cTn>
                                        <p:tgtEl>
                                          <p:spTgt spid="6"/>
                                        </p:tgtEl>
                                        <p:attrNameLst>
                                          <p:attrName>r</p:attrName>
                                        </p:attrNameLst>
                                      </p:cBhvr>
                                    </p:animRot>
                                  </p:childTnLst>
                                </p:cTn>
                              </p:par>
                            </p:childTnLst>
                          </p:cTn>
                        </p:par>
                        <p:par>
                          <p:cTn id="1009" fill="hold">
                            <p:stCondLst>
                              <p:cond delay="1000"/>
                            </p:stCondLst>
                            <p:childTnLst>
                              <p:par>
                                <p:cTn id="1010" presetID="7" presetClass="emph" presetSubtype="2" fill="hold" nodeType="afterEffect">
                                  <p:stCondLst>
                                    <p:cond delay="0"/>
                                  </p:stCondLst>
                                  <p:childTnLst>
                                    <p:animClr clrSpc="rgb" dir="cw">
                                      <p:cBhvr>
                                        <p:cTn id="1011" dur="500" fill="hold"/>
                                        <p:tgtEl>
                                          <p:spTgt spid="6"/>
                                        </p:tgtEl>
                                        <p:attrNameLst>
                                          <p:attrName>stroke.color</p:attrName>
                                        </p:attrNameLst>
                                      </p:cBhvr>
                                      <p:to>
                                        <a:srgbClr val="DBE7F9"/>
                                      </p:to>
                                    </p:animClr>
                                    <p:set>
                                      <p:cBhvr>
                                        <p:cTn id="1012" dur="500" fill="hold"/>
                                        <p:tgtEl>
                                          <p:spTgt spid="6"/>
                                        </p:tgtEl>
                                        <p:attrNameLst>
                                          <p:attrName>stroke.on</p:attrName>
                                        </p:attrNameLst>
                                      </p:cBhvr>
                                      <p:to>
                                        <p:strVal val="true"/>
                                      </p:to>
                                    </p:set>
                                  </p:childTnLst>
                                </p:cTn>
                              </p:par>
                            </p:childTnLst>
                          </p:cTn>
                        </p:par>
                      </p:childTnLst>
                    </p:cTn>
                  </p:par>
                  <p:par>
                    <p:cTn id="1013" fill="hold">
                      <p:stCondLst>
                        <p:cond delay="indefinite"/>
                      </p:stCondLst>
                      <p:childTnLst>
                        <p:par>
                          <p:cTn id="1014" fill="hold">
                            <p:stCondLst>
                              <p:cond delay="0"/>
                            </p:stCondLst>
                            <p:childTnLst>
                              <p:par>
                                <p:cTn id="1015" presetID="7" presetClass="emph" presetSubtype="2" fill="hold" nodeType="clickEffect">
                                  <p:stCondLst>
                                    <p:cond delay="0"/>
                                  </p:stCondLst>
                                  <p:childTnLst>
                                    <p:animClr clrSpc="rgb" dir="cw">
                                      <p:cBhvr>
                                        <p:cTn id="1016" dur="1000" fill="hold"/>
                                        <p:tgtEl>
                                          <p:spTgt spid="271"/>
                                        </p:tgtEl>
                                        <p:attrNameLst>
                                          <p:attrName>stroke.color</p:attrName>
                                        </p:attrNameLst>
                                      </p:cBhvr>
                                      <p:to>
                                        <a:srgbClr val="E97132"/>
                                      </p:to>
                                    </p:animClr>
                                    <p:set>
                                      <p:cBhvr>
                                        <p:cTn id="1017" dur="1000" fill="hold"/>
                                        <p:tgtEl>
                                          <p:spTgt spid="271"/>
                                        </p:tgtEl>
                                        <p:attrNameLst>
                                          <p:attrName>stroke.on</p:attrName>
                                        </p:attrNameLst>
                                      </p:cBhvr>
                                      <p:to>
                                        <p:strVal val="true"/>
                                      </p:to>
                                    </p:set>
                                  </p:childTnLst>
                                </p:cTn>
                              </p:par>
                              <p:par>
                                <p:cTn id="1018" presetID="22" presetClass="exit" presetSubtype="8" fill="hold" nodeType="withEffect">
                                  <p:stCondLst>
                                    <p:cond delay="0"/>
                                  </p:stCondLst>
                                  <p:childTnLst>
                                    <p:animEffect transition="out" filter="wipe(left)">
                                      <p:cBhvr>
                                        <p:cTn id="1019" dur="1000"/>
                                        <p:tgtEl>
                                          <p:spTgt spid="324"/>
                                        </p:tgtEl>
                                      </p:cBhvr>
                                    </p:animEffect>
                                    <p:set>
                                      <p:cBhvr>
                                        <p:cTn id="1020" dur="1" fill="hold">
                                          <p:stCondLst>
                                            <p:cond delay="999"/>
                                          </p:stCondLst>
                                        </p:cTn>
                                        <p:tgtEl>
                                          <p:spTgt spid="324"/>
                                        </p:tgtEl>
                                        <p:attrNameLst>
                                          <p:attrName>style.visibility</p:attrName>
                                        </p:attrNameLst>
                                      </p:cBhvr>
                                      <p:to>
                                        <p:strVal val="hidden"/>
                                      </p:to>
                                    </p:set>
                                  </p:childTnLst>
                                </p:cTn>
                              </p:par>
                              <p:par>
                                <p:cTn id="1021" presetID="22" presetClass="exit" presetSubtype="4" fill="hold" nodeType="withEffect">
                                  <p:stCondLst>
                                    <p:cond delay="0"/>
                                  </p:stCondLst>
                                  <p:childTnLst>
                                    <p:animEffect transition="out" filter="wipe(down)">
                                      <p:cBhvr>
                                        <p:cTn id="1022" dur="1000"/>
                                        <p:tgtEl>
                                          <p:spTgt spid="2"/>
                                        </p:tgtEl>
                                      </p:cBhvr>
                                    </p:animEffect>
                                    <p:set>
                                      <p:cBhvr>
                                        <p:cTn id="1023" dur="1" fill="hold">
                                          <p:stCondLst>
                                            <p:cond delay="999"/>
                                          </p:stCondLst>
                                        </p:cTn>
                                        <p:tgtEl>
                                          <p:spTgt spid="2"/>
                                        </p:tgtEl>
                                        <p:attrNameLst>
                                          <p:attrName>style.visibility</p:attrName>
                                        </p:attrNameLst>
                                      </p:cBhvr>
                                      <p:to>
                                        <p:strVal val="hidden"/>
                                      </p:to>
                                    </p:set>
                                  </p:childTnLst>
                                </p:cTn>
                              </p:par>
                              <p:par>
                                <p:cTn id="1024" presetID="22" presetClass="exit" presetSubtype="8" fill="hold" nodeType="withEffect">
                                  <p:stCondLst>
                                    <p:cond delay="0"/>
                                  </p:stCondLst>
                                  <p:childTnLst>
                                    <p:animEffect transition="out" filter="wipe(left)">
                                      <p:cBhvr>
                                        <p:cTn id="1025" dur="1000"/>
                                        <p:tgtEl>
                                          <p:spTgt spid="262"/>
                                        </p:tgtEl>
                                      </p:cBhvr>
                                    </p:animEffect>
                                    <p:set>
                                      <p:cBhvr>
                                        <p:cTn id="1026" dur="1" fill="hold">
                                          <p:stCondLst>
                                            <p:cond delay="999"/>
                                          </p:stCondLst>
                                        </p:cTn>
                                        <p:tgtEl>
                                          <p:spTgt spid="262"/>
                                        </p:tgtEl>
                                        <p:attrNameLst>
                                          <p:attrName>style.visibility</p:attrName>
                                        </p:attrNameLst>
                                      </p:cBhvr>
                                      <p:to>
                                        <p:strVal val="hidden"/>
                                      </p:to>
                                    </p:set>
                                  </p:childTnLst>
                                </p:cTn>
                              </p:par>
                              <p:par>
                                <p:cTn id="1027" presetID="22" presetClass="exit" presetSubtype="8" fill="hold" nodeType="withEffect">
                                  <p:stCondLst>
                                    <p:cond delay="0"/>
                                  </p:stCondLst>
                                  <p:childTnLst>
                                    <p:animEffect transition="out" filter="wipe(left)">
                                      <p:cBhvr>
                                        <p:cTn id="1028" dur="1000"/>
                                        <p:tgtEl>
                                          <p:spTgt spid="312"/>
                                        </p:tgtEl>
                                      </p:cBhvr>
                                    </p:animEffect>
                                    <p:set>
                                      <p:cBhvr>
                                        <p:cTn id="1029" dur="1" fill="hold">
                                          <p:stCondLst>
                                            <p:cond delay="999"/>
                                          </p:stCondLst>
                                        </p:cTn>
                                        <p:tgtEl>
                                          <p:spTgt spid="312"/>
                                        </p:tgtEl>
                                        <p:attrNameLst>
                                          <p:attrName>style.visibility</p:attrName>
                                        </p:attrNameLst>
                                      </p:cBhvr>
                                      <p:to>
                                        <p:strVal val="hidden"/>
                                      </p:to>
                                    </p:set>
                                  </p:childTnLst>
                                </p:cTn>
                              </p:par>
                            </p:childTnLst>
                          </p:cTn>
                        </p:par>
                        <p:par>
                          <p:cTn id="1030" fill="hold">
                            <p:stCondLst>
                              <p:cond delay="1000"/>
                            </p:stCondLst>
                            <p:childTnLst>
                              <p:par>
                                <p:cTn id="1031" presetID="22" presetClass="entr" presetSubtype="1" fill="hold" nodeType="afterEffect">
                                  <p:stCondLst>
                                    <p:cond delay="0"/>
                                  </p:stCondLst>
                                  <p:childTnLst>
                                    <p:set>
                                      <p:cBhvr>
                                        <p:cTn id="1032" dur="1" fill="hold">
                                          <p:stCondLst>
                                            <p:cond delay="0"/>
                                          </p:stCondLst>
                                        </p:cTn>
                                        <p:tgtEl>
                                          <p:spTgt spid="288"/>
                                        </p:tgtEl>
                                        <p:attrNameLst>
                                          <p:attrName>style.visibility</p:attrName>
                                        </p:attrNameLst>
                                      </p:cBhvr>
                                      <p:to>
                                        <p:strVal val="visible"/>
                                      </p:to>
                                    </p:set>
                                    <p:animEffect transition="in" filter="wipe(up)">
                                      <p:cBhvr>
                                        <p:cTn id="1033" dur="1000"/>
                                        <p:tgtEl>
                                          <p:spTgt spid="288"/>
                                        </p:tgtEl>
                                      </p:cBhvr>
                                    </p:animEffect>
                                  </p:childTnLst>
                                </p:cTn>
                              </p:par>
                            </p:childTnLst>
                          </p:cTn>
                        </p:par>
                        <p:par>
                          <p:cTn id="1034" fill="hold">
                            <p:stCondLst>
                              <p:cond delay="2000"/>
                            </p:stCondLst>
                            <p:childTnLst>
                              <p:par>
                                <p:cTn id="1035" presetID="42" presetClass="entr" presetSubtype="0" fill="hold" nodeType="afterEffect">
                                  <p:stCondLst>
                                    <p:cond delay="0"/>
                                  </p:stCondLst>
                                  <p:childTnLst>
                                    <p:set>
                                      <p:cBhvr>
                                        <p:cTn id="1036" dur="1" fill="hold">
                                          <p:stCondLst>
                                            <p:cond delay="0"/>
                                          </p:stCondLst>
                                        </p:cTn>
                                        <p:tgtEl>
                                          <p:spTgt spid="292"/>
                                        </p:tgtEl>
                                        <p:attrNameLst>
                                          <p:attrName>style.visibility</p:attrName>
                                        </p:attrNameLst>
                                      </p:cBhvr>
                                      <p:to>
                                        <p:strVal val="visible"/>
                                      </p:to>
                                    </p:set>
                                    <p:animEffect transition="in" filter="fade">
                                      <p:cBhvr>
                                        <p:cTn id="1037" dur="1000"/>
                                        <p:tgtEl>
                                          <p:spTgt spid="292"/>
                                        </p:tgtEl>
                                      </p:cBhvr>
                                    </p:animEffect>
                                    <p:anim calcmode="lin" valueType="num">
                                      <p:cBhvr>
                                        <p:cTn id="1038" dur="1000" fill="hold"/>
                                        <p:tgtEl>
                                          <p:spTgt spid="292"/>
                                        </p:tgtEl>
                                        <p:attrNameLst>
                                          <p:attrName>ppt_x</p:attrName>
                                        </p:attrNameLst>
                                      </p:cBhvr>
                                      <p:tavLst>
                                        <p:tav tm="0">
                                          <p:val>
                                            <p:strVal val="#ppt_x"/>
                                          </p:val>
                                        </p:tav>
                                        <p:tav tm="100000">
                                          <p:val>
                                            <p:strVal val="#ppt_x"/>
                                          </p:val>
                                        </p:tav>
                                      </p:tavLst>
                                    </p:anim>
                                    <p:anim calcmode="lin" valueType="num">
                                      <p:cBhvr>
                                        <p:cTn id="1039" dur="1000" fill="hold"/>
                                        <p:tgtEl>
                                          <p:spTgt spid="292"/>
                                        </p:tgtEl>
                                        <p:attrNameLst>
                                          <p:attrName>ppt_y</p:attrName>
                                        </p:attrNameLst>
                                      </p:cBhvr>
                                      <p:tavLst>
                                        <p:tav tm="0">
                                          <p:val>
                                            <p:strVal val="#ppt_y+.1"/>
                                          </p:val>
                                        </p:tav>
                                        <p:tav tm="100000">
                                          <p:val>
                                            <p:strVal val="#ppt_y"/>
                                          </p:val>
                                        </p:tav>
                                      </p:tavLst>
                                    </p:anim>
                                  </p:childTnLst>
                                </p:cTn>
                              </p:par>
                            </p:childTnLst>
                          </p:cTn>
                        </p:par>
                        <p:par>
                          <p:cTn id="1040" fill="hold">
                            <p:stCondLst>
                              <p:cond delay="3000"/>
                            </p:stCondLst>
                            <p:childTnLst>
                              <p:par>
                                <p:cTn id="1041" presetID="7" presetClass="emph" presetSubtype="2" fill="hold" nodeType="afterEffect">
                                  <p:stCondLst>
                                    <p:cond delay="0"/>
                                  </p:stCondLst>
                                  <p:childTnLst>
                                    <p:animClr clrSpc="rgb" dir="cw">
                                      <p:cBhvr>
                                        <p:cTn id="1042" dur="2000" fill="hold"/>
                                        <p:tgtEl>
                                          <p:spTgt spid="261"/>
                                        </p:tgtEl>
                                        <p:attrNameLst>
                                          <p:attrName>stroke.color</p:attrName>
                                        </p:attrNameLst>
                                      </p:cBhvr>
                                      <p:to>
                                        <a:schemeClr val="accent2"/>
                                      </p:to>
                                    </p:animClr>
                                    <p:set>
                                      <p:cBhvr>
                                        <p:cTn id="1043" dur="2000" fill="hold"/>
                                        <p:tgtEl>
                                          <p:spTgt spid="261"/>
                                        </p:tgtEl>
                                        <p:attrNameLst>
                                          <p:attrName>stroke.on</p:attrName>
                                        </p:attrNameLst>
                                      </p:cBhvr>
                                      <p:to>
                                        <p:strVal val="true"/>
                                      </p:to>
                                    </p:set>
                                  </p:childTnLst>
                                </p:cTn>
                              </p:par>
                            </p:childTnLst>
                          </p:cTn>
                        </p:par>
                      </p:childTnLst>
                    </p:cTn>
                  </p:par>
                  <p:par>
                    <p:cTn id="1044" fill="hold">
                      <p:stCondLst>
                        <p:cond delay="indefinite"/>
                      </p:stCondLst>
                      <p:childTnLst>
                        <p:par>
                          <p:cTn id="1045" fill="hold">
                            <p:stCondLst>
                              <p:cond delay="0"/>
                            </p:stCondLst>
                            <p:childTnLst>
                              <p:par>
                                <p:cTn id="1046" presetID="32" presetClass="emph" presetSubtype="0" fill="hold" nodeType="clickEffect">
                                  <p:stCondLst>
                                    <p:cond delay="0"/>
                                  </p:stCondLst>
                                  <p:childTnLst>
                                    <p:animRot by="120000">
                                      <p:cBhvr>
                                        <p:cTn id="1047" dur="100" fill="hold">
                                          <p:stCondLst>
                                            <p:cond delay="0"/>
                                          </p:stCondLst>
                                        </p:cTn>
                                        <p:tgtEl>
                                          <p:spTgt spid="261"/>
                                        </p:tgtEl>
                                        <p:attrNameLst>
                                          <p:attrName>r</p:attrName>
                                        </p:attrNameLst>
                                      </p:cBhvr>
                                    </p:animRot>
                                    <p:animRot by="-240000">
                                      <p:cBhvr>
                                        <p:cTn id="1048" dur="200" fill="hold">
                                          <p:stCondLst>
                                            <p:cond delay="200"/>
                                          </p:stCondLst>
                                        </p:cTn>
                                        <p:tgtEl>
                                          <p:spTgt spid="261"/>
                                        </p:tgtEl>
                                        <p:attrNameLst>
                                          <p:attrName>r</p:attrName>
                                        </p:attrNameLst>
                                      </p:cBhvr>
                                    </p:animRot>
                                    <p:animRot by="240000">
                                      <p:cBhvr>
                                        <p:cTn id="1049" dur="200" fill="hold">
                                          <p:stCondLst>
                                            <p:cond delay="400"/>
                                          </p:stCondLst>
                                        </p:cTn>
                                        <p:tgtEl>
                                          <p:spTgt spid="261"/>
                                        </p:tgtEl>
                                        <p:attrNameLst>
                                          <p:attrName>r</p:attrName>
                                        </p:attrNameLst>
                                      </p:cBhvr>
                                    </p:animRot>
                                    <p:animRot by="-240000">
                                      <p:cBhvr>
                                        <p:cTn id="1050" dur="200" fill="hold">
                                          <p:stCondLst>
                                            <p:cond delay="600"/>
                                          </p:stCondLst>
                                        </p:cTn>
                                        <p:tgtEl>
                                          <p:spTgt spid="261"/>
                                        </p:tgtEl>
                                        <p:attrNameLst>
                                          <p:attrName>r</p:attrName>
                                        </p:attrNameLst>
                                      </p:cBhvr>
                                    </p:animRot>
                                    <p:animRot by="120000">
                                      <p:cBhvr>
                                        <p:cTn id="1051" dur="200" fill="hold">
                                          <p:stCondLst>
                                            <p:cond delay="800"/>
                                          </p:stCondLst>
                                        </p:cTn>
                                        <p:tgtEl>
                                          <p:spTgt spid="261"/>
                                        </p:tgtEl>
                                        <p:attrNameLst>
                                          <p:attrName>r</p:attrName>
                                        </p:attrNameLst>
                                      </p:cBhvr>
                                    </p:animRot>
                                  </p:childTnLst>
                                </p:cTn>
                              </p:par>
                            </p:childTnLst>
                          </p:cTn>
                        </p:par>
                        <p:par>
                          <p:cTn id="1052" fill="hold">
                            <p:stCondLst>
                              <p:cond delay="1000"/>
                            </p:stCondLst>
                            <p:childTnLst>
                              <p:par>
                                <p:cTn id="1053" presetID="3" presetClass="emph" presetSubtype="2" fill="hold" grpId="14" nodeType="afterEffect">
                                  <p:stCondLst>
                                    <p:cond delay="0"/>
                                  </p:stCondLst>
                                  <p:childTnLst>
                                    <p:animClr clrSpc="rgb" dir="cw">
                                      <p:cBhvr override="childStyle">
                                        <p:cTn id="1054" dur="500" fill="hold"/>
                                        <p:tgtEl>
                                          <p:spTgt spid="319"/>
                                        </p:tgtEl>
                                        <p:attrNameLst>
                                          <p:attrName>style.color</p:attrName>
                                        </p:attrNameLst>
                                      </p:cBhvr>
                                      <p:to>
                                        <a:srgbClr val="DBE9F7"/>
                                      </p:to>
                                    </p:animClr>
                                  </p:childTnLst>
                                </p:cTn>
                              </p:par>
                            </p:childTnLst>
                          </p:cTn>
                        </p:par>
                        <p:par>
                          <p:cTn id="1055" fill="hold">
                            <p:stCondLst>
                              <p:cond delay="1500"/>
                            </p:stCondLst>
                            <p:childTnLst>
                              <p:par>
                                <p:cTn id="1056" presetID="7" presetClass="emph" presetSubtype="2" fill="hold" nodeType="afterEffect">
                                  <p:stCondLst>
                                    <p:cond delay="0"/>
                                  </p:stCondLst>
                                  <p:childTnLst>
                                    <p:animClr clrSpc="rgb" dir="cw">
                                      <p:cBhvr>
                                        <p:cTn id="1057" dur="1000" fill="hold"/>
                                        <p:tgtEl>
                                          <p:spTgt spid="261"/>
                                        </p:tgtEl>
                                        <p:attrNameLst>
                                          <p:attrName>stroke.color</p:attrName>
                                        </p:attrNameLst>
                                      </p:cBhvr>
                                      <p:to>
                                        <a:srgbClr val="DBE9F7"/>
                                      </p:to>
                                    </p:animClr>
                                    <p:set>
                                      <p:cBhvr>
                                        <p:cTn id="1058" dur="1000" fill="hold"/>
                                        <p:tgtEl>
                                          <p:spTgt spid="261"/>
                                        </p:tgtEl>
                                        <p:attrNameLst>
                                          <p:attrName>stroke.on</p:attrName>
                                        </p:attrNameLst>
                                      </p:cBhvr>
                                      <p:to>
                                        <p:strVal val="true"/>
                                      </p:to>
                                    </p:set>
                                  </p:childTnLst>
                                </p:cTn>
                              </p:par>
                            </p:childTnLst>
                          </p:cTn>
                        </p:par>
                        <p:par>
                          <p:cTn id="1059" fill="hold">
                            <p:stCondLst>
                              <p:cond delay="2500"/>
                            </p:stCondLst>
                            <p:childTnLst>
                              <p:par>
                                <p:cTn id="1060" presetID="3" presetClass="emph" presetSubtype="2" fill="hold" grpId="15" nodeType="afterEffect">
                                  <p:stCondLst>
                                    <p:cond delay="0"/>
                                  </p:stCondLst>
                                  <p:childTnLst>
                                    <p:animClr clrSpc="rgb" dir="cw">
                                      <p:cBhvr override="childStyle">
                                        <p:cTn id="1061" dur="500" fill="hold"/>
                                        <p:tgtEl>
                                          <p:spTgt spid="319"/>
                                        </p:tgtEl>
                                        <p:attrNameLst>
                                          <p:attrName>style.color</p:attrName>
                                        </p:attrNameLst>
                                      </p:cBhvr>
                                      <p:to>
                                        <a:srgbClr val="DBE9F7"/>
                                      </p:to>
                                    </p:animClr>
                                  </p:childTnLst>
                                </p:cTn>
                              </p:par>
                              <p:par>
                                <p:cTn id="1062" presetID="7" presetClass="emph" presetSubtype="2" fill="hold" nodeType="withEffect">
                                  <p:stCondLst>
                                    <p:cond delay="0"/>
                                  </p:stCondLst>
                                  <p:childTnLst>
                                    <p:animClr clrSpc="rgb" dir="cw">
                                      <p:cBhvr>
                                        <p:cTn id="1063" dur="500" fill="hold"/>
                                        <p:tgtEl>
                                          <p:spTgt spid="6"/>
                                        </p:tgtEl>
                                        <p:attrNameLst>
                                          <p:attrName>stroke.color</p:attrName>
                                        </p:attrNameLst>
                                      </p:cBhvr>
                                      <p:to>
                                        <a:srgbClr val="FF0000"/>
                                      </p:to>
                                    </p:animClr>
                                    <p:set>
                                      <p:cBhvr>
                                        <p:cTn id="1064" dur="500" fill="hold"/>
                                        <p:tgtEl>
                                          <p:spTgt spid="6"/>
                                        </p:tgtEl>
                                        <p:attrNameLst>
                                          <p:attrName>stroke.on</p:attrName>
                                        </p:attrNameLst>
                                      </p:cBhvr>
                                      <p:to>
                                        <p:strVal val="true"/>
                                      </p:to>
                                    </p:set>
                                  </p:childTnLst>
                                </p:cTn>
                              </p:par>
                            </p:childTnLst>
                          </p:cTn>
                        </p:par>
                      </p:childTnLst>
                    </p:cTn>
                  </p:par>
                  <p:par>
                    <p:cTn id="1065" fill="hold">
                      <p:stCondLst>
                        <p:cond delay="indefinite"/>
                      </p:stCondLst>
                      <p:childTnLst>
                        <p:par>
                          <p:cTn id="1066" fill="hold">
                            <p:stCondLst>
                              <p:cond delay="0"/>
                            </p:stCondLst>
                            <p:childTnLst>
                              <p:par>
                                <p:cTn id="1067" presetID="32" presetClass="emph" presetSubtype="0" fill="hold" nodeType="clickEffect">
                                  <p:stCondLst>
                                    <p:cond delay="0"/>
                                  </p:stCondLst>
                                  <p:childTnLst>
                                    <p:animRot by="120000">
                                      <p:cBhvr>
                                        <p:cTn id="1068" dur="100" fill="hold">
                                          <p:stCondLst>
                                            <p:cond delay="0"/>
                                          </p:stCondLst>
                                        </p:cTn>
                                        <p:tgtEl>
                                          <p:spTgt spid="6"/>
                                        </p:tgtEl>
                                        <p:attrNameLst>
                                          <p:attrName>r</p:attrName>
                                        </p:attrNameLst>
                                      </p:cBhvr>
                                    </p:animRot>
                                    <p:animRot by="-240000">
                                      <p:cBhvr>
                                        <p:cTn id="1069" dur="200" fill="hold">
                                          <p:stCondLst>
                                            <p:cond delay="200"/>
                                          </p:stCondLst>
                                        </p:cTn>
                                        <p:tgtEl>
                                          <p:spTgt spid="6"/>
                                        </p:tgtEl>
                                        <p:attrNameLst>
                                          <p:attrName>r</p:attrName>
                                        </p:attrNameLst>
                                      </p:cBhvr>
                                    </p:animRot>
                                    <p:animRot by="240000">
                                      <p:cBhvr>
                                        <p:cTn id="1070" dur="200" fill="hold">
                                          <p:stCondLst>
                                            <p:cond delay="400"/>
                                          </p:stCondLst>
                                        </p:cTn>
                                        <p:tgtEl>
                                          <p:spTgt spid="6"/>
                                        </p:tgtEl>
                                        <p:attrNameLst>
                                          <p:attrName>r</p:attrName>
                                        </p:attrNameLst>
                                      </p:cBhvr>
                                    </p:animRot>
                                    <p:animRot by="-240000">
                                      <p:cBhvr>
                                        <p:cTn id="1071" dur="200" fill="hold">
                                          <p:stCondLst>
                                            <p:cond delay="600"/>
                                          </p:stCondLst>
                                        </p:cTn>
                                        <p:tgtEl>
                                          <p:spTgt spid="6"/>
                                        </p:tgtEl>
                                        <p:attrNameLst>
                                          <p:attrName>r</p:attrName>
                                        </p:attrNameLst>
                                      </p:cBhvr>
                                    </p:animRot>
                                    <p:animRot by="120000">
                                      <p:cBhvr>
                                        <p:cTn id="1072" dur="200" fill="hold">
                                          <p:stCondLst>
                                            <p:cond delay="800"/>
                                          </p:stCondLst>
                                        </p:cTn>
                                        <p:tgtEl>
                                          <p:spTgt spid="6"/>
                                        </p:tgtEl>
                                        <p:attrNameLst>
                                          <p:attrName>r</p:attrName>
                                        </p:attrNameLst>
                                      </p:cBhvr>
                                    </p:animRot>
                                  </p:childTnLst>
                                </p:cTn>
                              </p:par>
                            </p:childTnLst>
                          </p:cTn>
                        </p:par>
                        <p:par>
                          <p:cTn id="1073" fill="hold">
                            <p:stCondLst>
                              <p:cond delay="1000"/>
                            </p:stCondLst>
                            <p:childTnLst>
                              <p:par>
                                <p:cTn id="1074" presetID="7" presetClass="emph" presetSubtype="2" fill="hold" nodeType="afterEffect">
                                  <p:stCondLst>
                                    <p:cond delay="0"/>
                                  </p:stCondLst>
                                  <p:childTnLst>
                                    <p:animClr clrSpc="rgb" dir="cw">
                                      <p:cBhvr>
                                        <p:cTn id="1075" dur="500" fill="hold"/>
                                        <p:tgtEl>
                                          <p:spTgt spid="6"/>
                                        </p:tgtEl>
                                        <p:attrNameLst>
                                          <p:attrName>stroke.color</p:attrName>
                                        </p:attrNameLst>
                                      </p:cBhvr>
                                      <p:to>
                                        <a:srgbClr val="DBE7F9"/>
                                      </p:to>
                                    </p:animClr>
                                    <p:set>
                                      <p:cBhvr>
                                        <p:cTn id="1076" dur="500" fill="hold"/>
                                        <p:tgtEl>
                                          <p:spTgt spid="6"/>
                                        </p:tgtEl>
                                        <p:attrNameLst>
                                          <p:attrName>stroke.on</p:attrName>
                                        </p:attrNameLst>
                                      </p:cBhvr>
                                      <p:to>
                                        <p:strVal val="true"/>
                                      </p:to>
                                    </p:set>
                                  </p:childTnLst>
                                </p:cTn>
                              </p:par>
                            </p:childTnLst>
                          </p:cTn>
                        </p:par>
                      </p:childTnLst>
                    </p:cTn>
                  </p:par>
                  <p:par>
                    <p:cTn id="1077" fill="hold">
                      <p:stCondLst>
                        <p:cond delay="indefinite"/>
                      </p:stCondLst>
                      <p:childTnLst>
                        <p:par>
                          <p:cTn id="1078" fill="hold">
                            <p:stCondLst>
                              <p:cond delay="0"/>
                            </p:stCondLst>
                            <p:childTnLst>
                              <p:par>
                                <p:cTn id="1079" presetID="7" presetClass="emph" presetSubtype="2" fill="hold" nodeType="clickEffect">
                                  <p:stCondLst>
                                    <p:cond delay="0"/>
                                  </p:stCondLst>
                                  <p:childTnLst>
                                    <p:animClr clrSpc="rgb" dir="cw">
                                      <p:cBhvr>
                                        <p:cTn id="1080" dur="1000" fill="hold"/>
                                        <p:tgtEl>
                                          <p:spTgt spid="271"/>
                                        </p:tgtEl>
                                        <p:attrNameLst>
                                          <p:attrName>stroke.color</p:attrName>
                                        </p:attrNameLst>
                                      </p:cBhvr>
                                      <p:to>
                                        <a:srgbClr val="FF0000"/>
                                      </p:to>
                                    </p:animClr>
                                    <p:set>
                                      <p:cBhvr>
                                        <p:cTn id="1081" dur="1000" fill="hold"/>
                                        <p:tgtEl>
                                          <p:spTgt spid="271"/>
                                        </p:tgtEl>
                                        <p:attrNameLst>
                                          <p:attrName>stroke.on</p:attrName>
                                        </p:attrNameLst>
                                      </p:cBhvr>
                                      <p:to>
                                        <p:strVal val="true"/>
                                      </p:to>
                                    </p:set>
                                  </p:childTnLst>
                                </p:cTn>
                              </p:par>
                            </p:childTnLst>
                          </p:cTn>
                        </p:par>
                        <p:par>
                          <p:cTn id="1082" fill="hold">
                            <p:stCondLst>
                              <p:cond delay="1000"/>
                            </p:stCondLst>
                            <p:childTnLst>
                              <p:par>
                                <p:cTn id="1083" presetID="22" presetClass="exit" presetSubtype="2" fill="hold" nodeType="afterEffect">
                                  <p:stCondLst>
                                    <p:cond delay="0"/>
                                  </p:stCondLst>
                                  <p:childTnLst>
                                    <p:animEffect transition="out" filter="wipe(right)">
                                      <p:cBhvr>
                                        <p:cTn id="1084" dur="1000"/>
                                        <p:tgtEl>
                                          <p:spTgt spid="274"/>
                                        </p:tgtEl>
                                      </p:cBhvr>
                                    </p:animEffect>
                                    <p:set>
                                      <p:cBhvr>
                                        <p:cTn id="1085" dur="1" fill="hold">
                                          <p:stCondLst>
                                            <p:cond delay="999"/>
                                          </p:stCondLst>
                                        </p:cTn>
                                        <p:tgtEl>
                                          <p:spTgt spid="274"/>
                                        </p:tgtEl>
                                        <p:attrNameLst>
                                          <p:attrName>style.visibility</p:attrName>
                                        </p:attrNameLst>
                                      </p:cBhvr>
                                      <p:to>
                                        <p:strVal val="hidden"/>
                                      </p:to>
                                    </p:set>
                                  </p:childTnLst>
                                </p:cTn>
                              </p:par>
                              <p:par>
                                <p:cTn id="1086" presetID="22" presetClass="exit" presetSubtype="8" fill="hold" nodeType="withEffect">
                                  <p:stCondLst>
                                    <p:cond delay="0"/>
                                  </p:stCondLst>
                                  <p:childTnLst>
                                    <p:animEffect transition="out" filter="wipe(left)">
                                      <p:cBhvr>
                                        <p:cTn id="1087" dur="1000"/>
                                        <p:tgtEl>
                                          <p:spTgt spid="288"/>
                                        </p:tgtEl>
                                      </p:cBhvr>
                                    </p:animEffect>
                                    <p:set>
                                      <p:cBhvr>
                                        <p:cTn id="1088" dur="1" fill="hold">
                                          <p:stCondLst>
                                            <p:cond delay="999"/>
                                          </p:stCondLst>
                                        </p:cTn>
                                        <p:tgtEl>
                                          <p:spTgt spid="288"/>
                                        </p:tgtEl>
                                        <p:attrNameLst>
                                          <p:attrName>style.visibility</p:attrName>
                                        </p:attrNameLst>
                                      </p:cBhvr>
                                      <p:to>
                                        <p:strVal val="hidden"/>
                                      </p:to>
                                    </p:set>
                                  </p:childTnLst>
                                </p:cTn>
                              </p:par>
                              <p:par>
                                <p:cTn id="1089" presetID="22" presetClass="exit" presetSubtype="2" fill="hold" nodeType="withEffect">
                                  <p:stCondLst>
                                    <p:cond delay="0"/>
                                  </p:stCondLst>
                                  <p:childTnLst>
                                    <p:animEffect transition="out" filter="wipe(right)">
                                      <p:cBhvr>
                                        <p:cTn id="1090" dur="1000"/>
                                        <p:tgtEl>
                                          <p:spTgt spid="277"/>
                                        </p:tgtEl>
                                      </p:cBhvr>
                                    </p:animEffect>
                                    <p:set>
                                      <p:cBhvr>
                                        <p:cTn id="1091" dur="1" fill="hold">
                                          <p:stCondLst>
                                            <p:cond delay="999"/>
                                          </p:stCondLst>
                                        </p:cTn>
                                        <p:tgtEl>
                                          <p:spTgt spid="277"/>
                                        </p:tgtEl>
                                        <p:attrNameLst>
                                          <p:attrName>style.visibility</p:attrName>
                                        </p:attrNameLst>
                                      </p:cBhvr>
                                      <p:to>
                                        <p:strVal val="hidden"/>
                                      </p:to>
                                    </p:set>
                                  </p:childTnLst>
                                </p:cTn>
                              </p:par>
                              <p:par>
                                <p:cTn id="1092" presetID="22" presetClass="exit" presetSubtype="4" fill="hold" nodeType="withEffect">
                                  <p:stCondLst>
                                    <p:cond delay="0"/>
                                  </p:stCondLst>
                                  <p:childTnLst>
                                    <p:animEffect transition="out" filter="wipe(down)">
                                      <p:cBhvr>
                                        <p:cTn id="1093" dur="1000"/>
                                        <p:tgtEl>
                                          <p:spTgt spid="292"/>
                                        </p:tgtEl>
                                      </p:cBhvr>
                                    </p:animEffect>
                                    <p:set>
                                      <p:cBhvr>
                                        <p:cTn id="1094" dur="1" fill="hold">
                                          <p:stCondLst>
                                            <p:cond delay="999"/>
                                          </p:stCondLst>
                                        </p:cTn>
                                        <p:tgtEl>
                                          <p:spTgt spid="292"/>
                                        </p:tgtEl>
                                        <p:attrNameLst>
                                          <p:attrName>style.visibility</p:attrName>
                                        </p:attrNameLst>
                                      </p:cBhvr>
                                      <p:to>
                                        <p:strVal val="hidden"/>
                                      </p:to>
                                    </p:set>
                                  </p:childTnLst>
                                </p:cTn>
                              </p:par>
                            </p:childTnLst>
                          </p:cTn>
                        </p:par>
                        <p:par>
                          <p:cTn id="1095" fill="hold">
                            <p:stCondLst>
                              <p:cond delay="2000"/>
                            </p:stCondLst>
                            <p:childTnLst>
                              <p:par>
                                <p:cTn id="1096" presetID="22" presetClass="entr" presetSubtype="1" fill="hold" nodeType="afterEffect">
                                  <p:stCondLst>
                                    <p:cond delay="0"/>
                                  </p:stCondLst>
                                  <p:childTnLst>
                                    <p:set>
                                      <p:cBhvr>
                                        <p:cTn id="1097" dur="1" fill="hold">
                                          <p:stCondLst>
                                            <p:cond delay="0"/>
                                          </p:stCondLst>
                                        </p:cTn>
                                        <p:tgtEl>
                                          <p:spTgt spid="251"/>
                                        </p:tgtEl>
                                        <p:attrNameLst>
                                          <p:attrName>style.visibility</p:attrName>
                                        </p:attrNameLst>
                                      </p:cBhvr>
                                      <p:to>
                                        <p:strVal val="visible"/>
                                      </p:to>
                                    </p:set>
                                    <p:animEffect transition="in" filter="wipe(up)">
                                      <p:cBhvr>
                                        <p:cTn id="1098" dur="1000"/>
                                        <p:tgtEl>
                                          <p:spTgt spid="251"/>
                                        </p:tgtEl>
                                      </p:cBhvr>
                                    </p:animEffect>
                                  </p:childTnLst>
                                </p:cTn>
                              </p:par>
                            </p:childTnLst>
                          </p:cTn>
                        </p:par>
                        <p:par>
                          <p:cTn id="1099" fill="hold">
                            <p:stCondLst>
                              <p:cond delay="3000"/>
                            </p:stCondLst>
                            <p:childTnLst>
                              <p:par>
                                <p:cTn id="1100" presetID="42" presetClass="entr" presetSubtype="0" fill="hold" nodeType="afterEffect">
                                  <p:stCondLst>
                                    <p:cond delay="0"/>
                                  </p:stCondLst>
                                  <p:childTnLst>
                                    <p:set>
                                      <p:cBhvr>
                                        <p:cTn id="1101" dur="1" fill="hold">
                                          <p:stCondLst>
                                            <p:cond delay="0"/>
                                          </p:stCondLst>
                                        </p:cTn>
                                        <p:tgtEl>
                                          <p:spTgt spid="254"/>
                                        </p:tgtEl>
                                        <p:attrNameLst>
                                          <p:attrName>style.visibility</p:attrName>
                                        </p:attrNameLst>
                                      </p:cBhvr>
                                      <p:to>
                                        <p:strVal val="visible"/>
                                      </p:to>
                                    </p:set>
                                    <p:animEffect transition="in" filter="fade">
                                      <p:cBhvr>
                                        <p:cTn id="1102" dur="1000"/>
                                        <p:tgtEl>
                                          <p:spTgt spid="254"/>
                                        </p:tgtEl>
                                      </p:cBhvr>
                                    </p:animEffect>
                                    <p:anim calcmode="lin" valueType="num">
                                      <p:cBhvr>
                                        <p:cTn id="1103" dur="1000" fill="hold"/>
                                        <p:tgtEl>
                                          <p:spTgt spid="254"/>
                                        </p:tgtEl>
                                        <p:attrNameLst>
                                          <p:attrName>ppt_x</p:attrName>
                                        </p:attrNameLst>
                                      </p:cBhvr>
                                      <p:tavLst>
                                        <p:tav tm="0">
                                          <p:val>
                                            <p:strVal val="#ppt_x"/>
                                          </p:val>
                                        </p:tav>
                                        <p:tav tm="100000">
                                          <p:val>
                                            <p:strVal val="#ppt_x"/>
                                          </p:val>
                                        </p:tav>
                                      </p:tavLst>
                                    </p:anim>
                                    <p:anim calcmode="lin" valueType="num">
                                      <p:cBhvr>
                                        <p:cTn id="1104" dur="1000" fill="hold"/>
                                        <p:tgtEl>
                                          <p:spTgt spid="254"/>
                                        </p:tgtEl>
                                        <p:attrNameLst>
                                          <p:attrName>ppt_y</p:attrName>
                                        </p:attrNameLst>
                                      </p:cBhvr>
                                      <p:tavLst>
                                        <p:tav tm="0">
                                          <p:val>
                                            <p:strVal val="#ppt_y+.1"/>
                                          </p:val>
                                        </p:tav>
                                        <p:tav tm="100000">
                                          <p:val>
                                            <p:strVal val="#ppt_y"/>
                                          </p:val>
                                        </p:tav>
                                      </p:tavLst>
                                    </p:anim>
                                  </p:childTnLst>
                                </p:cTn>
                              </p:par>
                            </p:childTnLst>
                          </p:cTn>
                        </p:par>
                        <p:par>
                          <p:cTn id="1105" fill="hold">
                            <p:stCondLst>
                              <p:cond delay="4000"/>
                            </p:stCondLst>
                            <p:childTnLst>
                              <p:par>
                                <p:cTn id="1106" presetID="7" presetClass="emph" presetSubtype="2" fill="hold" nodeType="afterEffect">
                                  <p:stCondLst>
                                    <p:cond delay="0"/>
                                  </p:stCondLst>
                                  <p:childTnLst>
                                    <p:animClr clrSpc="rgb" dir="cw">
                                      <p:cBhvr>
                                        <p:cTn id="1107" dur="500" fill="hold"/>
                                        <p:tgtEl>
                                          <p:spTgt spid="261"/>
                                        </p:tgtEl>
                                        <p:attrNameLst>
                                          <p:attrName>stroke.color</p:attrName>
                                        </p:attrNameLst>
                                      </p:cBhvr>
                                      <p:to>
                                        <a:srgbClr val="FF0000"/>
                                      </p:to>
                                    </p:animClr>
                                    <p:set>
                                      <p:cBhvr>
                                        <p:cTn id="1108" dur="500" fill="hold"/>
                                        <p:tgtEl>
                                          <p:spTgt spid="261"/>
                                        </p:tgtEl>
                                        <p:attrNameLst>
                                          <p:attrName>stroke.on</p:attrName>
                                        </p:attrNameLst>
                                      </p:cBhvr>
                                      <p:to>
                                        <p:strVal val="true"/>
                                      </p:to>
                                    </p:set>
                                  </p:childTnLst>
                                </p:cTn>
                              </p:par>
                            </p:childTnLst>
                          </p:cTn>
                        </p:par>
                      </p:childTnLst>
                    </p:cTn>
                  </p:par>
                  <p:par>
                    <p:cTn id="1109" fill="hold">
                      <p:stCondLst>
                        <p:cond delay="indefinite"/>
                      </p:stCondLst>
                      <p:childTnLst>
                        <p:par>
                          <p:cTn id="1110" fill="hold">
                            <p:stCondLst>
                              <p:cond delay="0"/>
                            </p:stCondLst>
                            <p:childTnLst>
                              <p:par>
                                <p:cTn id="1111" presetID="32" presetClass="emph" presetSubtype="0" fill="hold" nodeType="clickEffect">
                                  <p:stCondLst>
                                    <p:cond delay="0"/>
                                  </p:stCondLst>
                                  <p:childTnLst>
                                    <p:animRot by="120000">
                                      <p:cBhvr>
                                        <p:cTn id="1112" dur="100" fill="hold">
                                          <p:stCondLst>
                                            <p:cond delay="0"/>
                                          </p:stCondLst>
                                        </p:cTn>
                                        <p:tgtEl>
                                          <p:spTgt spid="261"/>
                                        </p:tgtEl>
                                        <p:attrNameLst>
                                          <p:attrName>r</p:attrName>
                                        </p:attrNameLst>
                                      </p:cBhvr>
                                    </p:animRot>
                                    <p:animRot by="-240000">
                                      <p:cBhvr>
                                        <p:cTn id="1113" dur="200" fill="hold">
                                          <p:stCondLst>
                                            <p:cond delay="200"/>
                                          </p:stCondLst>
                                        </p:cTn>
                                        <p:tgtEl>
                                          <p:spTgt spid="261"/>
                                        </p:tgtEl>
                                        <p:attrNameLst>
                                          <p:attrName>r</p:attrName>
                                        </p:attrNameLst>
                                      </p:cBhvr>
                                    </p:animRot>
                                    <p:animRot by="240000">
                                      <p:cBhvr>
                                        <p:cTn id="1114" dur="200" fill="hold">
                                          <p:stCondLst>
                                            <p:cond delay="400"/>
                                          </p:stCondLst>
                                        </p:cTn>
                                        <p:tgtEl>
                                          <p:spTgt spid="261"/>
                                        </p:tgtEl>
                                        <p:attrNameLst>
                                          <p:attrName>r</p:attrName>
                                        </p:attrNameLst>
                                      </p:cBhvr>
                                    </p:animRot>
                                    <p:animRot by="-240000">
                                      <p:cBhvr>
                                        <p:cTn id="1115" dur="200" fill="hold">
                                          <p:stCondLst>
                                            <p:cond delay="600"/>
                                          </p:stCondLst>
                                        </p:cTn>
                                        <p:tgtEl>
                                          <p:spTgt spid="261"/>
                                        </p:tgtEl>
                                        <p:attrNameLst>
                                          <p:attrName>r</p:attrName>
                                        </p:attrNameLst>
                                      </p:cBhvr>
                                    </p:animRot>
                                    <p:animRot by="120000">
                                      <p:cBhvr>
                                        <p:cTn id="1116" dur="200" fill="hold">
                                          <p:stCondLst>
                                            <p:cond delay="800"/>
                                          </p:stCondLst>
                                        </p:cTn>
                                        <p:tgtEl>
                                          <p:spTgt spid="261"/>
                                        </p:tgtEl>
                                        <p:attrNameLst>
                                          <p:attrName>r</p:attrName>
                                        </p:attrNameLst>
                                      </p:cBhvr>
                                    </p:animRot>
                                  </p:childTnLst>
                                </p:cTn>
                              </p:par>
                            </p:childTnLst>
                          </p:cTn>
                        </p:par>
                        <p:par>
                          <p:cTn id="1117" fill="hold">
                            <p:stCondLst>
                              <p:cond delay="1000"/>
                            </p:stCondLst>
                            <p:childTnLst>
                              <p:par>
                                <p:cTn id="1118" presetID="63" presetClass="path" presetSubtype="0" accel="50000" decel="50000" fill="hold" grpId="1" nodeType="afterEffect">
                                  <p:stCondLst>
                                    <p:cond delay="0"/>
                                  </p:stCondLst>
                                  <p:childTnLst>
                                    <p:animMotion origin="layout" path="M -6.61114E-7 9.02569E-7 L 0.02746 -0.11062 " pathEditMode="relative" rAng="0" ptsTypes="AA">
                                      <p:cBhvr>
                                        <p:cTn id="1119" dur="1000" fill="hold"/>
                                        <p:tgtEl>
                                          <p:spTgt spid="231"/>
                                        </p:tgtEl>
                                        <p:attrNameLst>
                                          <p:attrName>ppt_x</p:attrName>
                                          <p:attrName>ppt_y</p:attrName>
                                        </p:attrNameLst>
                                      </p:cBhvr>
                                      <p:rCtr x="1366" y="-5531"/>
                                    </p:animMotion>
                                  </p:childTnLst>
                                </p:cTn>
                              </p:par>
                            </p:childTnLst>
                          </p:cTn>
                        </p:par>
                        <p:par>
                          <p:cTn id="1120" fill="hold">
                            <p:stCondLst>
                              <p:cond delay="2000"/>
                            </p:stCondLst>
                            <p:childTnLst>
                              <p:par>
                                <p:cTn id="1121" presetID="7" presetClass="emph" presetSubtype="2" fill="hold" nodeType="afterEffect">
                                  <p:stCondLst>
                                    <p:cond delay="0"/>
                                  </p:stCondLst>
                                  <p:childTnLst>
                                    <p:animClr clrSpc="rgb" dir="cw">
                                      <p:cBhvr>
                                        <p:cTn id="1122" dur="500" fill="hold"/>
                                        <p:tgtEl>
                                          <p:spTgt spid="261"/>
                                        </p:tgtEl>
                                        <p:attrNameLst>
                                          <p:attrName>stroke.color</p:attrName>
                                        </p:attrNameLst>
                                      </p:cBhvr>
                                      <p:to>
                                        <a:srgbClr val="DBE7F9"/>
                                      </p:to>
                                    </p:animClr>
                                    <p:set>
                                      <p:cBhvr>
                                        <p:cTn id="1123" dur="500" fill="hold"/>
                                        <p:tgtEl>
                                          <p:spTgt spid="261"/>
                                        </p:tgtEl>
                                        <p:attrNameLst>
                                          <p:attrName>stroke.on</p:attrName>
                                        </p:attrNameLst>
                                      </p:cBhvr>
                                      <p:to>
                                        <p:strVal val="true"/>
                                      </p:to>
                                    </p:set>
                                  </p:childTnLst>
                                </p:cTn>
                              </p:par>
                              <p:par>
                                <p:cTn id="1124" presetID="7" presetClass="emph" presetSubtype="2" fill="hold" nodeType="withEffect">
                                  <p:stCondLst>
                                    <p:cond delay="0"/>
                                  </p:stCondLst>
                                  <p:childTnLst>
                                    <p:animClr clrSpc="rgb" dir="cw">
                                      <p:cBhvr>
                                        <p:cTn id="1125" dur="500" fill="hold"/>
                                        <p:tgtEl>
                                          <p:spTgt spid="263"/>
                                        </p:tgtEl>
                                        <p:attrNameLst>
                                          <p:attrName>stroke.color</p:attrName>
                                        </p:attrNameLst>
                                      </p:cBhvr>
                                      <p:to>
                                        <a:srgbClr val="FF0000"/>
                                      </p:to>
                                    </p:animClr>
                                    <p:set>
                                      <p:cBhvr>
                                        <p:cTn id="1126" dur="500" fill="hold"/>
                                        <p:tgtEl>
                                          <p:spTgt spid="263"/>
                                        </p:tgtEl>
                                        <p:attrNameLst>
                                          <p:attrName>stroke.on</p:attrName>
                                        </p:attrNameLst>
                                      </p:cBhvr>
                                      <p:to>
                                        <p:strVal val="true"/>
                                      </p:to>
                                    </p:set>
                                  </p:childTnLst>
                                </p:cTn>
                              </p:par>
                            </p:childTnLst>
                          </p:cTn>
                        </p:par>
                      </p:childTnLst>
                    </p:cTn>
                  </p:par>
                  <p:par>
                    <p:cTn id="1127" fill="hold">
                      <p:stCondLst>
                        <p:cond delay="indefinite"/>
                      </p:stCondLst>
                      <p:childTnLst>
                        <p:par>
                          <p:cTn id="1128" fill="hold">
                            <p:stCondLst>
                              <p:cond delay="0"/>
                            </p:stCondLst>
                            <p:childTnLst>
                              <p:par>
                                <p:cTn id="1129" presetID="32" presetClass="emph" presetSubtype="0" fill="hold" nodeType="clickEffect">
                                  <p:stCondLst>
                                    <p:cond delay="0"/>
                                  </p:stCondLst>
                                  <p:childTnLst>
                                    <p:animRot by="120000">
                                      <p:cBhvr>
                                        <p:cTn id="1130" dur="100" fill="hold">
                                          <p:stCondLst>
                                            <p:cond delay="0"/>
                                          </p:stCondLst>
                                        </p:cTn>
                                        <p:tgtEl>
                                          <p:spTgt spid="263"/>
                                        </p:tgtEl>
                                        <p:attrNameLst>
                                          <p:attrName>r</p:attrName>
                                        </p:attrNameLst>
                                      </p:cBhvr>
                                    </p:animRot>
                                    <p:animRot by="-240000">
                                      <p:cBhvr>
                                        <p:cTn id="1131" dur="200" fill="hold">
                                          <p:stCondLst>
                                            <p:cond delay="200"/>
                                          </p:stCondLst>
                                        </p:cTn>
                                        <p:tgtEl>
                                          <p:spTgt spid="263"/>
                                        </p:tgtEl>
                                        <p:attrNameLst>
                                          <p:attrName>r</p:attrName>
                                        </p:attrNameLst>
                                      </p:cBhvr>
                                    </p:animRot>
                                    <p:animRot by="240000">
                                      <p:cBhvr>
                                        <p:cTn id="1132" dur="200" fill="hold">
                                          <p:stCondLst>
                                            <p:cond delay="400"/>
                                          </p:stCondLst>
                                        </p:cTn>
                                        <p:tgtEl>
                                          <p:spTgt spid="263"/>
                                        </p:tgtEl>
                                        <p:attrNameLst>
                                          <p:attrName>r</p:attrName>
                                        </p:attrNameLst>
                                      </p:cBhvr>
                                    </p:animRot>
                                    <p:animRot by="-240000">
                                      <p:cBhvr>
                                        <p:cTn id="1133" dur="200" fill="hold">
                                          <p:stCondLst>
                                            <p:cond delay="600"/>
                                          </p:stCondLst>
                                        </p:cTn>
                                        <p:tgtEl>
                                          <p:spTgt spid="263"/>
                                        </p:tgtEl>
                                        <p:attrNameLst>
                                          <p:attrName>r</p:attrName>
                                        </p:attrNameLst>
                                      </p:cBhvr>
                                    </p:animRot>
                                    <p:animRot by="120000">
                                      <p:cBhvr>
                                        <p:cTn id="1134" dur="200" fill="hold">
                                          <p:stCondLst>
                                            <p:cond delay="800"/>
                                          </p:stCondLst>
                                        </p:cTn>
                                        <p:tgtEl>
                                          <p:spTgt spid="263"/>
                                        </p:tgtEl>
                                        <p:attrNameLst>
                                          <p:attrName>r</p:attrName>
                                        </p:attrNameLst>
                                      </p:cBhvr>
                                    </p:animRot>
                                  </p:childTnLst>
                                </p:cTn>
                              </p:par>
                            </p:childTnLst>
                          </p:cTn>
                        </p:par>
                        <p:par>
                          <p:cTn id="1135" fill="hold">
                            <p:stCondLst>
                              <p:cond delay="1000"/>
                            </p:stCondLst>
                            <p:childTnLst>
                              <p:par>
                                <p:cTn id="1136" presetID="7" presetClass="emph" presetSubtype="2" fill="hold" nodeType="afterEffect">
                                  <p:stCondLst>
                                    <p:cond delay="0"/>
                                  </p:stCondLst>
                                  <p:childTnLst>
                                    <p:animClr clrSpc="rgb" dir="cw">
                                      <p:cBhvr>
                                        <p:cTn id="1137" dur="500" fill="hold"/>
                                        <p:tgtEl>
                                          <p:spTgt spid="263"/>
                                        </p:tgtEl>
                                        <p:attrNameLst>
                                          <p:attrName>stroke.color</p:attrName>
                                        </p:attrNameLst>
                                      </p:cBhvr>
                                      <p:to>
                                        <a:srgbClr val="DBE7F9"/>
                                      </p:to>
                                    </p:animClr>
                                    <p:set>
                                      <p:cBhvr>
                                        <p:cTn id="1138" dur="500" fill="hold"/>
                                        <p:tgtEl>
                                          <p:spTgt spid="263"/>
                                        </p:tgtEl>
                                        <p:attrNameLst>
                                          <p:attrName>stroke.on</p:attrName>
                                        </p:attrNameLst>
                                      </p:cBhvr>
                                      <p:to>
                                        <p:strVal val="true"/>
                                      </p:to>
                                    </p:set>
                                  </p:childTnLst>
                                </p:cTn>
                              </p:par>
                              <p:par>
                                <p:cTn id="1139" presetID="7" presetClass="emph" presetSubtype="2" fill="hold" nodeType="withEffect">
                                  <p:stCondLst>
                                    <p:cond delay="0"/>
                                  </p:stCondLst>
                                  <p:childTnLst>
                                    <p:animClr clrSpc="rgb" dir="cw">
                                      <p:cBhvr>
                                        <p:cTn id="1140" dur="500" fill="hold"/>
                                        <p:tgtEl>
                                          <p:spTgt spid="264"/>
                                        </p:tgtEl>
                                        <p:attrNameLst>
                                          <p:attrName>stroke.color</p:attrName>
                                        </p:attrNameLst>
                                      </p:cBhvr>
                                      <p:to>
                                        <a:srgbClr val="FF0000"/>
                                      </p:to>
                                    </p:animClr>
                                    <p:set>
                                      <p:cBhvr>
                                        <p:cTn id="1141" dur="500" fill="hold"/>
                                        <p:tgtEl>
                                          <p:spTgt spid="264"/>
                                        </p:tgtEl>
                                        <p:attrNameLst>
                                          <p:attrName>stroke.on</p:attrName>
                                        </p:attrNameLst>
                                      </p:cBhvr>
                                      <p:to>
                                        <p:strVal val="true"/>
                                      </p:to>
                                    </p:set>
                                  </p:childTnLst>
                                </p:cTn>
                              </p:par>
                            </p:childTnLst>
                          </p:cTn>
                        </p:par>
                      </p:childTnLst>
                    </p:cTn>
                  </p:par>
                  <p:par>
                    <p:cTn id="1142" fill="hold">
                      <p:stCondLst>
                        <p:cond delay="indefinite"/>
                      </p:stCondLst>
                      <p:childTnLst>
                        <p:par>
                          <p:cTn id="1143" fill="hold">
                            <p:stCondLst>
                              <p:cond delay="0"/>
                            </p:stCondLst>
                            <p:childTnLst>
                              <p:par>
                                <p:cTn id="1144" presetID="32" presetClass="emph" presetSubtype="0" fill="hold" nodeType="clickEffect">
                                  <p:stCondLst>
                                    <p:cond delay="0"/>
                                  </p:stCondLst>
                                  <p:childTnLst>
                                    <p:animRot by="120000">
                                      <p:cBhvr>
                                        <p:cTn id="1145" dur="100" fill="hold">
                                          <p:stCondLst>
                                            <p:cond delay="0"/>
                                          </p:stCondLst>
                                        </p:cTn>
                                        <p:tgtEl>
                                          <p:spTgt spid="264"/>
                                        </p:tgtEl>
                                        <p:attrNameLst>
                                          <p:attrName>r</p:attrName>
                                        </p:attrNameLst>
                                      </p:cBhvr>
                                    </p:animRot>
                                    <p:animRot by="-240000">
                                      <p:cBhvr>
                                        <p:cTn id="1146" dur="200" fill="hold">
                                          <p:stCondLst>
                                            <p:cond delay="200"/>
                                          </p:stCondLst>
                                        </p:cTn>
                                        <p:tgtEl>
                                          <p:spTgt spid="264"/>
                                        </p:tgtEl>
                                        <p:attrNameLst>
                                          <p:attrName>r</p:attrName>
                                        </p:attrNameLst>
                                      </p:cBhvr>
                                    </p:animRot>
                                    <p:animRot by="240000">
                                      <p:cBhvr>
                                        <p:cTn id="1147" dur="200" fill="hold">
                                          <p:stCondLst>
                                            <p:cond delay="400"/>
                                          </p:stCondLst>
                                        </p:cTn>
                                        <p:tgtEl>
                                          <p:spTgt spid="264"/>
                                        </p:tgtEl>
                                        <p:attrNameLst>
                                          <p:attrName>r</p:attrName>
                                        </p:attrNameLst>
                                      </p:cBhvr>
                                    </p:animRot>
                                    <p:animRot by="-240000">
                                      <p:cBhvr>
                                        <p:cTn id="1148" dur="200" fill="hold">
                                          <p:stCondLst>
                                            <p:cond delay="600"/>
                                          </p:stCondLst>
                                        </p:cTn>
                                        <p:tgtEl>
                                          <p:spTgt spid="264"/>
                                        </p:tgtEl>
                                        <p:attrNameLst>
                                          <p:attrName>r</p:attrName>
                                        </p:attrNameLst>
                                      </p:cBhvr>
                                    </p:animRot>
                                    <p:animRot by="120000">
                                      <p:cBhvr>
                                        <p:cTn id="1149" dur="200" fill="hold">
                                          <p:stCondLst>
                                            <p:cond delay="800"/>
                                          </p:stCondLst>
                                        </p:cTn>
                                        <p:tgtEl>
                                          <p:spTgt spid="264"/>
                                        </p:tgtEl>
                                        <p:attrNameLst>
                                          <p:attrName>r</p:attrName>
                                        </p:attrNameLst>
                                      </p:cBhvr>
                                    </p:animRot>
                                  </p:childTnLst>
                                </p:cTn>
                              </p:par>
                            </p:childTnLst>
                          </p:cTn>
                        </p:par>
                        <p:par>
                          <p:cTn id="1150" fill="hold">
                            <p:stCondLst>
                              <p:cond delay="1000"/>
                            </p:stCondLst>
                            <p:childTnLst>
                              <p:par>
                                <p:cTn id="1151" presetID="63" presetClass="path" presetSubtype="0" accel="50000" decel="50000" fill="hold" nodeType="afterEffect">
                                  <p:stCondLst>
                                    <p:cond delay="0"/>
                                  </p:stCondLst>
                                  <p:childTnLst>
                                    <p:animMotion origin="layout" path="M 3.54167E-6 -2.96296E-6 L 0.07213 -2.96296E-6 " pathEditMode="relative" rAng="0" ptsTypes="AA">
                                      <p:cBhvr>
                                        <p:cTn id="1152" dur="1000" fill="hold"/>
                                        <p:tgtEl>
                                          <p:spTgt spid="232"/>
                                        </p:tgtEl>
                                        <p:attrNameLst>
                                          <p:attrName>ppt_x</p:attrName>
                                          <p:attrName>ppt_y</p:attrName>
                                        </p:attrNameLst>
                                      </p:cBhvr>
                                      <p:rCtr x="3607" y="0"/>
                                    </p:animMotion>
                                  </p:childTnLst>
                                </p:cTn>
                              </p:par>
                              <p:par>
                                <p:cTn id="1153" presetID="42" presetClass="path" presetSubtype="0" accel="50000" decel="50000" fill="hold" nodeType="withEffect">
                                  <p:stCondLst>
                                    <p:cond delay="0"/>
                                  </p:stCondLst>
                                  <p:childTnLst>
                                    <p:animMotion origin="layout" path="M 4.94534E-6 2.04814E-6 L 0.0773 0.28257 " pathEditMode="relative" rAng="0" ptsTypes="AA">
                                      <p:cBhvr>
                                        <p:cTn id="1154" dur="1000" fill="hold"/>
                                        <p:tgtEl>
                                          <p:spTgt spid="139"/>
                                        </p:tgtEl>
                                        <p:attrNameLst>
                                          <p:attrName>ppt_x</p:attrName>
                                          <p:attrName>ppt_y</p:attrName>
                                        </p:attrNameLst>
                                      </p:cBhvr>
                                      <p:rCtr x="3865" y="14117"/>
                                    </p:animMotion>
                                  </p:childTnLst>
                                </p:cTn>
                              </p:par>
                            </p:childTnLst>
                          </p:cTn>
                        </p:par>
                        <p:par>
                          <p:cTn id="1155" fill="hold">
                            <p:stCondLst>
                              <p:cond delay="2000"/>
                            </p:stCondLst>
                            <p:childTnLst>
                              <p:par>
                                <p:cTn id="1156" presetID="22" presetClass="exit" presetSubtype="2" fill="hold" nodeType="afterEffect">
                                  <p:stCondLst>
                                    <p:cond delay="0"/>
                                  </p:stCondLst>
                                  <p:childTnLst>
                                    <p:animEffect transition="out" filter="wipe(right)">
                                      <p:cBhvr>
                                        <p:cTn id="1157" dur="500"/>
                                        <p:tgtEl>
                                          <p:spTgt spid="239"/>
                                        </p:tgtEl>
                                      </p:cBhvr>
                                    </p:animEffect>
                                    <p:set>
                                      <p:cBhvr>
                                        <p:cTn id="1158" dur="1" fill="hold">
                                          <p:stCondLst>
                                            <p:cond delay="499"/>
                                          </p:stCondLst>
                                        </p:cTn>
                                        <p:tgtEl>
                                          <p:spTgt spid="239"/>
                                        </p:tgtEl>
                                        <p:attrNameLst>
                                          <p:attrName>style.visibility</p:attrName>
                                        </p:attrNameLst>
                                      </p:cBhvr>
                                      <p:to>
                                        <p:strVal val="hidden"/>
                                      </p:to>
                                    </p:set>
                                  </p:childTnLst>
                                </p:cTn>
                              </p:par>
                            </p:childTnLst>
                          </p:cTn>
                        </p:par>
                        <p:par>
                          <p:cTn id="1159" fill="hold">
                            <p:stCondLst>
                              <p:cond delay="2500"/>
                            </p:stCondLst>
                            <p:childTnLst>
                              <p:par>
                                <p:cTn id="1160" presetID="22" presetClass="entr" presetSubtype="4" fill="hold" nodeType="afterEffect">
                                  <p:stCondLst>
                                    <p:cond delay="0"/>
                                  </p:stCondLst>
                                  <p:childTnLst>
                                    <p:set>
                                      <p:cBhvr>
                                        <p:cTn id="1161" dur="1" fill="hold">
                                          <p:stCondLst>
                                            <p:cond delay="0"/>
                                          </p:stCondLst>
                                        </p:cTn>
                                        <p:tgtEl>
                                          <p:spTgt spid="335"/>
                                        </p:tgtEl>
                                        <p:attrNameLst>
                                          <p:attrName>style.visibility</p:attrName>
                                        </p:attrNameLst>
                                      </p:cBhvr>
                                      <p:to>
                                        <p:strVal val="visible"/>
                                      </p:to>
                                    </p:set>
                                    <p:animEffect transition="in" filter="wipe(down)">
                                      <p:cBhvr>
                                        <p:cTn id="1162" dur="1000"/>
                                        <p:tgtEl>
                                          <p:spTgt spid="335"/>
                                        </p:tgtEl>
                                      </p:cBhvr>
                                    </p:animEffect>
                                  </p:childTnLst>
                                </p:cTn>
                              </p:par>
                              <p:par>
                                <p:cTn id="1163" presetID="22" presetClass="entr" presetSubtype="8" fill="hold" nodeType="withEffect">
                                  <p:stCondLst>
                                    <p:cond delay="0"/>
                                  </p:stCondLst>
                                  <p:childTnLst>
                                    <p:set>
                                      <p:cBhvr>
                                        <p:cTn id="1164" dur="1" fill="hold">
                                          <p:stCondLst>
                                            <p:cond delay="0"/>
                                          </p:stCondLst>
                                        </p:cTn>
                                        <p:tgtEl>
                                          <p:spTgt spid="329"/>
                                        </p:tgtEl>
                                        <p:attrNameLst>
                                          <p:attrName>style.visibility</p:attrName>
                                        </p:attrNameLst>
                                      </p:cBhvr>
                                      <p:to>
                                        <p:strVal val="visible"/>
                                      </p:to>
                                    </p:set>
                                    <p:animEffect transition="in" filter="wipe(left)">
                                      <p:cBhvr>
                                        <p:cTn id="1165" dur="1000"/>
                                        <p:tgtEl>
                                          <p:spTgt spid="329"/>
                                        </p:tgtEl>
                                      </p:cBhvr>
                                    </p:animEffect>
                                  </p:childTnLst>
                                </p:cTn>
                              </p:par>
                            </p:childTnLst>
                          </p:cTn>
                        </p:par>
                        <p:par>
                          <p:cTn id="1166" fill="hold">
                            <p:stCondLst>
                              <p:cond delay="3500"/>
                            </p:stCondLst>
                            <p:childTnLst>
                              <p:par>
                                <p:cTn id="1167" presetID="22" presetClass="entr" presetSubtype="1" fill="hold" grpId="0" nodeType="afterEffect">
                                  <p:stCondLst>
                                    <p:cond delay="0"/>
                                  </p:stCondLst>
                                  <p:childTnLst>
                                    <p:set>
                                      <p:cBhvr>
                                        <p:cTn id="1168" dur="1" fill="hold">
                                          <p:stCondLst>
                                            <p:cond delay="0"/>
                                          </p:stCondLst>
                                        </p:cTn>
                                        <p:tgtEl>
                                          <p:spTgt spid="333"/>
                                        </p:tgtEl>
                                        <p:attrNameLst>
                                          <p:attrName>style.visibility</p:attrName>
                                        </p:attrNameLst>
                                      </p:cBhvr>
                                      <p:to>
                                        <p:strVal val="visible"/>
                                      </p:to>
                                    </p:set>
                                    <p:animEffect transition="in" filter="wipe(up)">
                                      <p:cBhvr>
                                        <p:cTn id="1169" dur="500"/>
                                        <p:tgtEl>
                                          <p:spTgt spid="333"/>
                                        </p:tgtEl>
                                      </p:cBhvr>
                                    </p:animEffect>
                                  </p:childTnLst>
                                </p:cTn>
                              </p:par>
                              <p:par>
                                <p:cTn id="1170" presetID="22" presetClass="entr" presetSubtype="1" fill="hold" grpId="0" nodeType="withEffect">
                                  <p:stCondLst>
                                    <p:cond delay="0"/>
                                  </p:stCondLst>
                                  <p:childTnLst>
                                    <p:set>
                                      <p:cBhvr>
                                        <p:cTn id="1171" dur="1" fill="hold">
                                          <p:stCondLst>
                                            <p:cond delay="0"/>
                                          </p:stCondLst>
                                        </p:cTn>
                                        <p:tgtEl>
                                          <p:spTgt spid="334"/>
                                        </p:tgtEl>
                                        <p:attrNameLst>
                                          <p:attrName>style.visibility</p:attrName>
                                        </p:attrNameLst>
                                      </p:cBhvr>
                                      <p:to>
                                        <p:strVal val="visible"/>
                                      </p:to>
                                    </p:set>
                                    <p:animEffect transition="in" filter="wipe(up)">
                                      <p:cBhvr>
                                        <p:cTn id="1172" dur="500"/>
                                        <p:tgtEl>
                                          <p:spTgt spid="334"/>
                                        </p:tgtEl>
                                      </p:cBhvr>
                                    </p:animEffect>
                                  </p:childTnLst>
                                </p:cTn>
                              </p:par>
                            </p:childTnLst>
                          </p:cTn>
                        </p:par>
                        <p:par>
                          <p:cTn id="1173" fill="hold">
                            <p:stCondLst>
                              <p:cond delay="4000"/>
                            </p:stCondLst>
                            <p:childTnLst>
                              <p:par>
                                <p:cTn id="1174" presetID="7" presetClass="emph" presetSubtype="2" fill="hold" nodeType="afterEffect">
                                  <p:stCondLst>
                                    <p:cond delay="0"/>
                                  </p:stCondLst>
                                  <p:childTnLst>
                                    <p:animClr clrSpc="rgb" dir="cw">
                                      <p:cBhvr>
                                        <p:cTn id="1175" dur="500" fill="hold"/>
                                        <p:tgtEl>
                                          <p:spTgt spid="264"/>
                                        </p:tgtEl>
                                        <p:attrNameLst>
                                          <p:attrName>stroke.color</p:attrName>
                                        </p:attrNameLst>
                                      </p:cBhvr>
                                      <p:to>
                                        <a:srgbClr val="DBE7F9"/>
                                      </p:to>
                                    </p:animClr>
                                    <p:set>
                                      <p:cBhvr>
                                        <p:cTn id="1176" dur="500" fill="hold"/>
                                        <p:tgtEl>
                                          <p:spTgt spid="264"/>
                                        </p:tgtEl>
                                        <p:attrNameLst>
                                          <p:attrName>stroke.on</p:attrName>
                                        </p:attrNameLst>
                                      </p:cBhvr>
                                      <p:to>
                                        <p:strVal val="true"/>
                                      </p:to>
                                    </p:set>
                                  </p:childTnLst>
                                </p:cTn>
                              </p:par>
                              <p:par>
                                <p:cTn id="1177" presetID="7" presetClass="emph" presetSubtype="2" fill="hold" nodeType="withEffect">
                                  <p:stCondLst>
                                    <p:cond delay="0"/>
                                  </p:stCondLst>
                                  <p:childTnLst>
                                    <p:animClr clrSpc="rgb" dir="cw">
                                      <p:cBhvr>
                                        <p:cTn id="1178" dur="500" fill="hold"/>
                                        <p:tgtEl>
                                          <p:spTgt spid="267"/>
                                        </p:tgtEl>
                                        <p:attrNameLst>
                                          <p:attrName>stroke.color</p:attrName>
                                        </p:attrNameLst>
                                      </p:cBhvr>
                                      <p:to>
                                        <a:srgbClr val="FF0000"/>
                                      </p:to>
                                    </p:animClr>
                                    <p:set>
                                      <p:cBhvr>
                                        <p:cTn id="1179" dur="500" fill="hold"/>
                                        <p:tgtEl>
                                          <p:spTgt spid="267"/>
                                        </p:tgtEl>
                                        <p:attrNameLst>
                                          <p:attrName>stroke.on</p:attrName>
                                        </p:attrNameLst>
                                      </p:cBhvr>
                                      <p:to>
                                        <p:strVal val="true"/>
                                      </p:to>
                                    </p:set>
                                  </p:childTnLst>
                                </p:cTn>
                              </p:par>
                            </p:childTnLst>
                          </p:cTn>
                        </p:par>
                      </p:childTnLst>
                    </p:cTn>
                  </p:par>
                  <p:par>
                    <p:cTn id="1180" fill="hold">
                      <p:stCondLst>
                        <p:cond delay="indefinite"/>
                      </p:stCondLst>
                      <p:childTnLst>
                        <p:par>
                          <p:cTn id="1181" fill="hold">
                            <p:stCondLst>
                              <p:cond delay="0"/>
                            </p:stCondLst>
                            <p:childTnLst>
                              <p:par>
                                <p:cTn id="1182" presetID="32" presetClass="emph" presetSubtype="0" fill="hold" nodeType="clickEffect">
                                  <p:stCondLst>
                                    <p:cond delay="0"/>
                                  </p:stCondLst>
                                  <p:childTnLst>
                                    <p:animRot by="120000">
                                      <p:cBhvr>
                                        <p:cTn id="1183" dur="100" fill="hold">
                                          <p:stCondLst>
                                            <p:cond delay="0"/>
                                          </p:stCondLst>
                                        </p:cTn>
                                        <p:tgtEl>
                                          <p:spTgt spid="267"/>
                                        </p:tgtEl>
                                        <p:attrNameLst>
                                          <p:attrName>r</p:attrName>
                                        </p:attrNameLst>
                                      </p:cBhvr>
                                    </p:animRot>
                                    <p:animRot by="-240000">
                                      <p:cBhvr>
                                        <p:cTn id="1184" dur="200" fill="hold">
                                          <p:stCondLst>
                                            <p:cond delay="200"/>
                                          </p:stCondLst>
                                        </p:cTn>
                                        <p:tgtEl>
                                          <p:spTgt spid="267"/>
                                        </p:tgtEl>
                                        <p:attrNameLst>
                                          <p:attrName>r</p:attrName>
                                        </p:attrNameLst>
                                      </p:cBhvr>
                                    </p:animRot>
                                    <p:animRot by="240000">
                                      <p:cBhvr>
                                        <p:cTn id="1185" dur="200" fill="hold">
                                          <p:stCondLst>
                                            <p:cond delay="400"/>
                                          </p:stCondLst>
                                        </p:cTn>
                                        <p:tgtEl>
                                          <p:spTgt spid="267"/>
                                        </p:tgtEl>
                                        <p:attrNameLst>
                                          <p:attrName>r</p:attrName>
                                        </p:attrNameLst>
                                      </p:cBhvr>
                                    </p:animRot>
                                    <p:animRot by="-240000">
                                      <p:cBhvr>
                                        <p:cTn id="1186" dur="200" fill="hold">
                                          <p:stCondLst>
                                            <p:cond delay="600"/>
                                          </p:stCondLst>
                                        </p:cTn>
                                        <p:tgtEl>
                                          <p:spTgt spid="267"/>
                                        </p:tgtEl>
                                        <p:attrNameLst>
                                          <p:attrName>r</p:attrName>
                                        </p:attrNameLst>
                                      </p:cBhvr>
                                    </p:animRot>
                                    <p:animRot by="120000">
                                      <p:cBhvr>
                                        <p:cTn id="1187" dur="200" fill="hold">
                                          <p:stCondLst>
                                            <p:cond delay="800"/>
                                          </p:stCondLst>
                                        </p:cTn>
                                        <p:tgtEl>
                                          <p:spTgt spid="267"/>
                                        </p:tgtEl>
                                        <p:attrNameLst>
                                          <p:attrName>r</p:attrName>
                                        </p:attrNameLst>
                                      </p:cBhvr>
                                    </p:animRot>
                                  </p:childTnLst>
                                </p:cTn>
                              </p:par>
                            </p:childTnLst>
                          </p:cTn>
                        </p:par>
                        <p:par>
                          <p:cTn id="1188" fill="hold">
                            <p:stCondLst>
                              <p:cond delay="1000"/>
                            </p:stCondLst>
                            <p:childTnLst>
                              <p:par>
                                <p:cTn id="1189" presetID="7" presetClass="emph" presetSubtype="2" fill="hold" nodeType="afterEffect">
                                  <p:stCondLst>
                                    <p:cond delay="0"/>
                                  </p:stCondLst>
                                  <p:childTnLst>
                                    <p:animClr clrSpc="rgb" dir="cw">
                                      <p:cBhvr>
                                        <p:cTn id="1190" dur="500" fill="hold"/>
                                        <p:tgtEl>
                                          <p:spTgt spid="267"/>
                                        </p:tgtEl>
                                        <p:attrNameLst>
                                          <p:attrName>stroke.color</p:attrName>
                                        </p:attrNameLst>
                                      </p:cBhvr>
                                      <p:to>
                                        <a:srgbClr val="DBE7F9"/>
                                      </p:to>
                                    </p:animClr>
                                    <p:set>
                                      <p:cBhvr>
                                        <p:cTn id="1191" dur="500" fill="hold"/>
                                        <p:tgtEl>
                                          <p:spTgt spid="267"/>
                                        </p:tgtEl>
                                        <p:attrNameLst>
                                          <p:attrName>stroke.on</p:attrName>
                                        </p:attrNameLst>
                                      </p:cBhvr>
                                      <p:to>
                                        <p:strVal val="true"/>
                                      </p:to>
                                    </p:set>
                                  </p:childTnLst>
                                </p:cTn>
                              </p:par>
                              <p:par>
                                <p:cTn id="1192" presetID="7" presetClass="emph" presetSubtype="2" fill="hold" nodeType="withEffect">
                                  <p:stCondLst>
                                    <p:cond delay="0"/>
                                  </p:stCondLst>
                                  <p:childTnLst>
                                    <p:animClr clrSpc="rgb" dir="cw">
                                      <p:cBhvr>
                                        <p:cTn id="1193" dur="500" fill="hold"/>
                                        <p:tgtEl>
                                          <p:spTgt spid="269"/>
                                        </p:tgtEl>
                                        <p:attrNameLst>
                                          <p:attrName>stroke.color</p:attrName>
                                        </p:attrNameLst>
                                      </p:cBhvr>
                                      <p:to>
                                        <a:srgbClr val="FF0000"/>
                                      </p:to>
                                    </p:animClr>
                                    <p:set>
                                      <p:cBhvr>
                                        <p:cTn id="1194" dur="500" fill="hold"/>
                                        <p:tgtEl>
                                          <p:spTgt spid="269"/>
                                        </p:tgtEl>
                                        <p:attrNameLst>
                                          <p:attrName>stroke.on</p:attrName>
                                        </p:attrNameLst>
                                      </p:cBhvr>
                                      <p:to>
                                        <p:strVal val="true"/>
                                      </p:to>
                                    </p:set>
                                  </p:childTnLst>
                                </p:cTn>
                              </p:par>
                            </p:childTnLst>
                          </p:cTn>
                        </p:par>
                      </p:childTnLst>
                    </p:cTn>
                  </p:par>
                  <p:par>
                    <p:cTn id="1195" fill="hold">
                      <p:stCondLst>
                        <p:cond delay="indefinite"/>
                      </p:stCondLst>
                      <p:childTnLst>
                        <p:par>
                          <p:cTn id="1196" fill="hold">
                            <p:stCondLst>
                              <p:cond delay="0"/>
                            </p:stCondLst>
                            <p:childTnLst>
                              <p:par>
                                <p:cTn id="1197" presetID="32" presetClass="emph" presetSubtype="0" fill="hold" nodeType="clickEffect">
                                  <p:stCondLst>
                                    <p:cond delay="0"/>
                                  </p:stCondLst>
                                  <p:childTnLst>
                                    <p:animRot by="120000">
                                      <p:cBhvr>
                                        <p:cTn id="1198" dur="100" fill="hold">
                                          <p:stCondLst>
                                            <p:cond delay="0"/>
                                          </p:stCondLst>
                                        </p:cTn>
                                        <p:tgtEl>
                                          <p:spTgt spid="269"/>
                                        </p:tgtEl>
                                        <p:attrNameLst>
                                          <p:attrName>r</p:attrName>
                                        </p:attrNameLst>
                                      </p:cBhvr>
                                    </p:animRot>
                                    <p:animRot by="-240000">
                                      <p:cBhvr>
                                        <p:cTn id="1199" dur="200" fill="hold">
                                          <p:stCondLst>
                                            <p:cond delay="200"/>
                                          </p:stCondLst>
                                        </p:cTn>
                                        <p:tgtEl>
                                          <p:spTgt spid="269"/>
                                        </p:tgtEl>
                                        <p:attrNameLst>
                                          <p:attrName>r</p:attrName>
                                        </p:attrNameLst>
                                      </p:cBhvr>
                                    </p:animRot>
                                    <p:animRot by="240000">
                                      <p:cBhvr>
                                        <p:cTn id="1200" dur="200" fill="hold">
                                          <p:stCondLst>
                                            <p:cond delay="400"/>
                                          </p:stCondLst>
                                        </p:cTn>
                                        <p:tgtEl>
                                          <p:spTgt spid="269"/>
                                        </p:tgtEl>
                                        <p:attrNameLst>
                                          <p:attrName>r</p:attrName>
                                        </p:attrNameLst>
                                      </p:cBhvr>
                                    </p:animRot>
                                    <p:animRot by="-240000">
                                      <p:cBhvr>
                                        <p:cTn id="1201" dur="200" fill="hold">
                                          <p:stCondLst>
                                            <p:cond delay="600"/>
                                          </p:stCondLst>
                                        </p:cTn>
                                        <p:tgtEl>
                                          <p:spTgt spid="269"/>
                                        </p:tgtEl>
                                        <p:attrNameLst>
                                          <p:attrName>r</p:attrName>
                                        </p:attrNameLst>
                                      </p:cBhvr>
                                    </p:animRot>
                                    <p:animRot by="120000">
                                      <p:cBhvr>
                                        <p:cTn id="1202" dur="200" fill="hold">
                                          <p:stCondLst>
                                            <p:cond delay="800"/>
                                          </p:stCondLst>
                                        </p:cTn>
                                        <p:tgtEl>
                                          <p:spTgt spid="269"/>
                                        </p:tgtEl>
                                        <p:attrNameLst>
                                          <p:attrName>r</p:attrName>
                                        </p:attrNameLst>
                                      </p:cBhvr>
                                    </p:animRot>
                                  </p:childTnLst>
                                </p:cTn>
                              </p:par>
                            </p:childTnLst>
                          </p:cTn>
                        </p:par>
                        <p:par>
                          <p:cTn id="1203" fill="hold">
                            <p:stCondLst>
                              <p:cond delay="1000"/>
                            </p:stCondLst>
                            <p:childTnLst>
                              <p:par>
                                <p:cTn id="1204" presetID="22" presetClass="entr" presetSubtype="1" fill="hold" grpId="0" nodeType="afterEffect">
                                  <p:stCondLst>
                                    <p:cond delay="0"/>
                                  </p:stCondLst>
                                  <p:childTnLst>
                                    <p:set>
                                      <p:cBhvr>
                                        <p:cTn id="1205" dur="1" fill="hold">
                                          <p:stCondLst>
                                            <p:cond delay="0"/>
                                          </p:stCondLst>
                                        </p:cTn>
                                        <p:tgtEl>
                                          <p:spTgt spid="309"/>
                                        </p:tgtEl>
                                        <p:attrNameLst>
                                          <p:attrName>style.visibility</p:attrName>
                                        </p:attrNameLst>
                                      </p:cBhvr>
                                      <p:to>
                                        <p:strVal val="visible"/>
                                      </p:to>
                                    </p:set>
                                    <p:animEffect transition="in" filter="wipe(up)">
                                      <p:cBhvr>
                                        <p:cTn id="1206" dur="500"/>
                                        <p:tgtEl>
                                          <p:spTgt spid="309"/>
                                        </p:tgtEl>
                                      </p:cBhvr>
                                    </p:animEffect>
                                  </p:childTnLst>
                                </p:cTn>
                              </p:par>
                            </p:childTnLst>
                          </p:cTn>
                        </p:par>
                        <p:par>
                          <p:cTn id="1207" fill="hold">
                            <p:stCondLst>
                              <p:cond delay="1500"/>
                            </p:stCondLst>
                            <p:childTnLst>
                              <p:par>
                                <p:cTn id="1208" presetID="22" presetClass="exit" presetSubtype="8" fill="hold" grpId="1" nodeType="afterEffect">
                                  <p:stCondLst>
                                    <p:cond delay="0"/>
                                  </p:stCondLst>
                                  <p:childTnLst>
                                    <p:animEffect transition="out" filter="wipe(left)">
                                      <p:cBhvr>
                                        <p:cTn id="1209" dur="500"/>
                                        <p:tgtEl>
                                          <p:spTgt spid="250"/>
                                        </p:tgtEl>
                                      </p:cBhvr>
                                    </p:animEffect>
                                    <p:set>
                                      <p:cBhvr>
                                        <p:cTn id="1210" dur="1" fill="hold">
                                          <p:stCondLst>
                                            <p:cond delay="499"/>
                                          </p:stCondLst>
                                        </p:cTn>
                                        <p:tgtEl>
                                          <p:spTgt spid="250"/>
                                        </p:tgtEl>
                                        <p:attrNameLst>
                                          <p:attrName>style.visibility</p:attrName>
                                        </p:attrNameLst>
                                      </p:cBhvr>
                                      <p:to>
                                        <p:strVal val="hidden"/>
                                      </p:to>
                                    </p:set>
                                  </p:childTnLst>
                                </p:cTn>
                              </p:par>
                            </p:childTnLst>
                          </p:cTn>
                        </p:par>
                        <p:par>
                          <p:cTn id="1211" fill="hold">
                            <p:stCondLst>
                              <p:cond delay="2000"/>
                            </p:stCondLst>
                            <p:childTnLst>
                              <p:par>
                                <p:cTn id="1212" presetID="22" presetClass="entr" presetSubtype="8" fill="hold" nodeType="afterEffect">
                                  <p:stCondLst>
                                    <p:cond delay="0"/>
                                  </p:stCondLst>
                                  <p:childTnLst>
                                    <p:set>
                                      <p:cBhvr>
                                        <p:cTn id="1213" dur="1" fill="hold">
                                          <p:stCondLst>
                                            <p:cond delay="0"/>
                                          </p:stCondLst>
                                        </p:cTn>
                                        <p:tgtEl>
                                          <p:spTgt spid="338"/>
                                        </p:tgtEl>
                                        <p:attrNameLst>
                                          <p:attrName>style.visibility</p:attrName>
                                        </p:attrNameLst>
                                      </p:cBhvr>
                                      <p:to>
                                        <p:strVal val="visible"/>
                                      </p:to>
                                    </p:set>
                                    <p:animEffect transition="in" filter="wipe(left)">
                                      <p:cBhvr>
                                        <p:cTn id="1214" dur="1000"/>
                                        <p:tgtEl>
                                          <p:spTgt spid="338"/>
                                        </p:tgtEl>
                                      </p:cBhvr>
                                    </p:animEffect>
                                  </p:childTnLst>
                                </p:cTn>
                              </p:par>
                            </p:childTnLst>
                          </p:cTn>
                        </p:par>
                        <p:par>
                          <p:cTn id="1215" fill="hold">
                            <p:stCondLst>
                              <p:cond delay="3000"/>
                            </p:stCondLst>
                            <p:childTnLst>
                              <p:par>
                                <p:cTn id="1216" presetID="7" presetClass="emph" presetSubtype="2" fill="hold" nodeType="afterEffect">
                                  <p:stCondLst>
                                    <p:cond delay="0"/>
                                  </p:stCondLst>
                                  <p:childTnLst>
                                    <p:animClr clrSpc="rgb" dir="cw">
                                      <p:cBhvr>
                                        <p:cTn id="1217" dur="500" fill="hold"/>
                                        <p:tgtEl>
                                          <p:spTgt spid="269"/>
                                        </p:tgtEl>
                                        <p:attrNameLst>
                                          <p:attrName>stroke.color</p:attrName>
                                        </p:attrNameLst>
                                      </p:cBhvr>
                                      <p:to>
                                        <a:srgbClr val="DBE7F9"/>
                                      </p:to>
                                    </p:animClr>
                                    <p:set>
                                      <p:cBhvr>
                                        <p:cTn id="1218" dur="500" fill="hold"/>
                                        <p:tgtEl>
                                          <p:spTgt spid="269"/>
                                        </p:tgtEl>
                                        <p:attrNameLst>
                                          <p:attrName>stroke.on</p:attrName>
                                        </p:attrNameLst>
                                      </p:cBhvr>
                                      <p:to>
                                        <p:strVal val="true"/>
                                      </p:to>
                                    </p:set>
                                  </p:childTnLst>
                                </p:cTn>
                              </p:par>
                              <p:par>
                                <p:cTn id="1219" presetID="7" presetClass="emph" presetSubtype="2" fill="hold" nodeType="withEffect">
                                  <p:stCondLst>
                                    <p:cond delay="0"/>
                                  </p:stCondLst>
                                  <p:childTnLst>
                                    <p:animClr clrSpc="rgb" dir="cw">
                                      <p:cBhvr>
                                        <p:cTn id="1220" dur="500" fill="hold"/>
                                        <p:tgtEl>
                                          <p:spTgt spid="271"/>
                                        </p:tgtEl>
                                        <p:attrNameLst>
                                          <p:attrName>stroke.color</p:attrName>
                                        </p:attrNameLst>
                                      </p:cBhvr>
                                      <p:to>
                                        <a:srgbClr val="FF0000"/>
                                      </p:to>
                                    </p:animClr>
                                    <p:set>
                                      <p:cBhvr>
                                        <p:cTn id="1221" dur="500" fill="hold"/>
                                        <p:tgtEl>
                                          <p:spTgt spid="271"/>
                                        </p:tgtEl>
                                        <p:attrNameLst>
                                          <p:attrName>stroke.on</p:attrName>
                                        </p:attrNameLst>
                                      </p:cBhvr>
                                      <p:to>
                                        <p:strVal val="true"/>
                                      </p:to>
                                    </p:set>
                                  </p:childTnLst>
                                </p:cTn>
                              </p:par>
                            </p:childTnLst>
                          </p:cTn>
                        </p:par>
                      </p:childTnLst>
                    </p:cTn>
                  </p:par>
                  <p:par>
                    <p:cTn id="1222" fill="hold">
                      <p:stCondLst>
                        <p:cond delay="indefinite"/>
                      </p:stCondLst>
                      <p:childTnLst>
                        <p:par>
                          <p:cTn id="1223" fill="hold">
                            <p:stCondLst>
                              <p:cond delay="0"/>
                            </p:stCondLst>
                            <p:childTnLst>
                              <p:par>
                                <p:cTn id="1224" presetID="32" presetClass="emph" presetSubtype="0" fill="hold" nodeType="clickEffect">
                                  <p:stCondLst>
                                    <p:cond delay="0"/>
                                  </p:stCondLst>
                                  <p:childTnLst>
                                    <p:animRot by="120000">
                                      <p:cBhvr>
                                        <p:cTn id="1225" dur="100" fill="hold">
                                          <p:stCondLst>
                                            <p:cond delay="0"/>
                                          </p:stCondLst>
                                        </p:cTn>
                                        <p:tgtEl>
                                          <p:spTgt spid="271"/>
                                        </p:tgtEl>
                                        <p:attrNameLst>
                                          <p:attrName>r</p:attrName>
                                        </p:attrNameLst>
                                      </p:cBhvr>
                                    </p:animRot>
                                    <p:animRot by="-240000">
                                      <p:cBhvr>
                                        <p:cTn id="1226" dur="200" fill="hold">
                                          <p:stCondLst>
                                            <p:cond delay="200"/>
                                          </p:stCondLst>
                                        </p:cTn>
                                        <p:tgtEl>
                                          <p:spTgt spid="271"/>
                                        </p:tgtEl>
                                        <p:attrNameLst>
                                          <p:attrName>r</p:attrName>
                                        </p:attrNameLst>
                                      </p:cBhvr>
                                    </p:animRot>
                                    <p:animRot by="240000">
                                      <p:cBhvr>
                                        <p:cTn id="1227" dur="200" fill="hold">
                                          <p:stCondLst>
                                            <p:cond delay="400"/>
                                          </p:stCondLst>
                                        </p:cTn>
                                        <p:tgtEl>
                                          <p:spTgt spid="271"/>
                                        </p:tgtEl>
                                        <p:attrNameLst>
                                          <p:attrName>r</p:attrName>
                                        </p:attrNameLst>
                                      </p:cBhvr>
                                    </p:animRot>
                                    <p:animRot by="-240000">
                                      <p:cBhvr>
                                        <p:cTn id="1228" dur="200" fill="hold">
                                          <p:stCondLst>
                                            <p:cond delay="600"/>
                                          </p:stCondLst>
                                        </p:cTn>
                                        <p:tgtEl>
                                          <p:spTgt spid="271"/>
                                        </p:tgtEl>
                                        <p:attrNameLst>
                                          <p:attrName>r</p:attrName>
                                        </p:attrNameLst>
                                      </p:cBhvr>
                                    </p:animRot>
                                    <p:animRot by="120000">
                                      <p:cBhvr>
                                        <p:cTn id="1229" dur="200" fill="hold">
                                          <p:stCondLst>
                                            <p:cond delay="800"/>
                                          </p:stCondLst>
                                        </p:cTn>
                                        <p:tgtEl>
                                          <p:spTgt spid="271"/>
                                        </p:tgtEl>
                                        <p:attrNameLst>
                                          <p:attrName>r</p:attrName>
                                        </p:attrNameLst>
                                      </p:cBhvr>
                                    </p:animRot>
                                  </p:childTnLst>
                                </p:cTn>
                              </p:par>
                            </p:childTnLst>
                          </p:cTn>
                        </p:par>
                        <p:par>
                          <p:cTn id="1230" fill="hold">
                            <p:stCondLst>
                              <p:cond delay="1000"/>
                            </p:stCondLst>
                            <p:childTnLst>
                              <p:par>
                                <p:cTn id="1231" presetID="22" presetClass="exit" presetSubtype="4" fill="hold" nodeType="afterEffect">
                                  <p:stCondLst>
                                    <p:cond delay="0"/>
                                  </p:stCondLst>
                                  <p:childTnLst>
                                    <p:animEffect transition="out" filter="wipe(down)">
                                      <p:cBhvr>
                                        <p:cTn id="1232" dur="500"/>
                                        <p:tgtEl>
                                          <p:spTgt spid="251"/>
                                        </p:tgtEl>
                                      </p:cBhvr>
                                    </p:animEffect>
                                    <p:set>
                                      <p:cBhvr>
                                        <p:cTn id="1233" dur="1" fill="hold">
                                          <p:stCondLst>
                                            <p:cond delay="499"/>
                                          </p:stCondLst>
                                        </p:cTn>
                                        <p:tgtEl>
                                          <p:spTgt spid="251"/>
                                        </p:tgtEl>
                                        <p:attrNameLst>
                                          <p:attrName>style.visibility</p:attrName>
                                        </p:attrNameLst>
                                      </p:cBhvr>
                                      <p:to>
                                        <p:strVal val="hidden"/>
                                      </p:to>
                                    </p:set>
                                  </p:childTnLst>
                                </p:cTn>
                              </p:par>
                            </p:childTnLst>
                          </p:cTn>
                        </p:par>
                        <p:par>
                          <p:cTn id="1234" fill="hold">
                            <p:stCondLst>
                              <p:cond delay="1500"/>
                            </p:stCondLst>
                            <p:childTnLst>
                              <p:par>
                                <p:cTn id="1235" presetID="22" presetClass="entr" presetSubtype="4" fill="hold" nodeType="afterEffect">
                                  <p:stCondLst>
                                    <p:cond delay="0"/>
                                  </p:stCondLst>
                                  <p:childTnLst>
                                    <p:set>
                                      <p:cBhvr>
                                        <p:cTn id="1236" dur="1" fill="hold">
                                          <p:stCondLst>
                                            <p:cond delay="0"/>
                                          </p:stCondLst>
                                        </p:cTn>
                                        <p:tgtEl>
                                          <p:spTgt spid="339"/>
                                        </p:tgtEl>
                                        <p:attrNameLst>
                                          <p:attrName>style.visibility</p:attrName>
                                        </p:attrNameLst>
                                      </p:cBhvr>
                                      <p:to>
                                        <p:strVal val="visible"/>
                                      </p:to>
                                    </p:set>
                                    <p:animEffect transition="in" filter="wipe(down)">
                                      <p:cBhvr>
                                        <p:cTn id="1237" dur="1000"/>
                                        <p:tgtEl>
                                          <p:spTgt spid="339"/>
                                        </p:tgtEl>
                                      </p:cBhvr>
                                    </p:animEffect>
                                  </p:childTnLst>
                                </p:cTn>
                              </p:par>
                            </p:childTnLst>
                          </p:cTn>
                        </p:par>
                        <p:par>
                          <p:cTn id="1238" fill="hold">
                            <p:stCondLst>
                              <p:cond delay="2500"/>
                            </p:stCondLst>
                            <p:childTnLst>
                              <p:par>
                                <p:cTn id="1239" presetID="63" presetClass="path" presetSubtype="0" accel="50000" decel="50000" fill="hold" nodeType="afterEffect">
                                  <p:stCondLst>
                                    <p:cond delay="0"/>
                                  </p:stCondLst>
                                  <p:childTnLst>
                                    <p:animMotion origin="layout" path="M 1.45833E-6 -2.59259E-6 L 0.08255 -0.00972 " pathEditMode="relative" rAng="0" ptsTypes="AA">
                                      <p:cBhvr>
                                        <p:cTn id="1240" dur="1000" fill="hold"/>
                                        <p:tgtEl>
                                          <p:spTgt spid="254"/>
                                        </p:tgtEl>
                                        <p:attrNameLst>
                                          <p:attrName>ppt_x</p:attrName>
                                          <p:attrName>ppt_y</p:attrName>
                                        </p:attrNameLst>
                                      </p:cBhvr>
                                      <p:rCtr x="4128" y="-486"/>
                                    </p:animMotion>
                                  </p:childTnLst>
                                </p:cTn>
                              </p:par>
                              <p:par>
                                <p:cTn id="1241" presetID="7" presetClass="emph" presetSubtype="2" fill="hold" nodeType="withEffect">
                                  <p:stCondLst>
                                    <p:cond delay="0"/>
                                  </p:stCondLst>
                                  <p:childTnLst>
                                    <p:animClr clrSpc="rgb" dir="cw">
                                      <p:cBhvr>
                                        <p:cTn id="1242" dur="500" fill="hold"/>
                                        <p:tgtEl>
                                          <p:spTgt spid="260"/>
                                        </p:tgtEl>
                                        <p:attrNameLst>
                                          <p:attrName>stroke.color</p:attrName>
                                        </p:attrNameLst>
                                      </p:cBhvr>
                                      <p:to>
                                        <a:srgbClr val="EA7A26"/>
                                      </p:to>
                                    </p:animClr>
                                    <p:set>
                                      <p:cBhvr>
                                        <p:cTn id="1243" dur="500" fill="hold"/>
                                        <p:tgtEl>
                                          <p:spTgt spid="260"/>
                                        </p:tgtEl>
                                        <p:attrNameLst>
                                          <p:attrName>stroke.on</p:attrName>
                                        </p:attrNameLst>
                                      </p:cBhvr>
                                      <p:to>
                                        <p:strVal val="true"/>
                                      </p:to>
                                    </p:set>
                                  </p:childTnLst>
                                </p:cTn>
                              </p:par>
                            </p:childTnLst>
                          </p:cTn>
                        </p:par>
                      </p:childTnLst>
                    </p:cTn>
                  </p:par>
                  <p:par>
                    <p:cTn id="1244" fill="hold">
                      <p:stCondLst>
                        <p:cond delay="indefinite"/>
                      </p:stCondLst>
                      <p:childTnLst>
                        <p:par>
                          <p:cTn id="1245" fill="hold">
                            <p:stCondLst>
                              <p:cond delay="0"/>
                            </p:stCondLst>
                            <p:childTnLst>
                              <p:par>
                                <p:cTn id="1246" presetID="32" presetClass="emph" presetSubtype="0" fill="hold" nodeType="clickEffect">
                                  <p:stCondLst>
                                    <p:cond delay="0"/>
                                  </p:stCondLst>
                                  <p:childTnLst>
                                    <p:animRot by="120000">
                                      <p:cBhvr>
                                        <p:cTn id="1247" dur="100" fill="hold">
                                          <p:stCondLst>
                                            <p:cond delay="0"/>
                                          </p:stCondLst>
                                        </p:cTn>
                                        <p:tgtEl>
                                          <p:spTgt spid="260"/>
                                        </p:tgtEl>
                                        <p:attrNameLst>
                                          <p:attrName>r</p:attrName>
                                        </p:attrNameLst>
                                      </p:cBhvr>
                                    </p:animRot>
                                    <p:animRot by="-240000">
                                      <p:cBhvr>
                                        <p:cTn id="1248" dur="200" fill="hold">
                                          <p:stCondLst>
                                            <p:cond delay="200"/>
                                          </p:stCondLst>
                                        </p:cTn>
                                        <p:tgtEl>
                                          <p:spTgt spid="260"/>
                                        </p:tgtEl>
                                        <p:attrNameLst>
                                          <p:attrName>r</p:attrName>
                                        </p:attrNameLst>
                                      </p:cBhvr>
                                    </p:animRot>
                                    <p:animRot by="240000">
                                      <p:cBhvr>
                                        <p:cTn id="1249" dur="200" fill="hold">
                                          <p:stCondLst>
                                            <p:cond delay="400"/>
                                          </p:stCondLst>
                                        </p:cTn>
                                        <p:tgtEl>
                                          <p:spTgt spid="260"/>
                                        </p:tgtEl>
                                        <p:attrNameLst>
                                          <p:attrName>r</p:attrName>
                                        </p:attrNameLst>
                                      </p:cBhvr>
                                    </p:animRot>
                                    <p:animRot by="-240000">
                                      <p:cBhvr>
                                        <p:cTn id="1250" dur="200" fill="hold">
                                          <p:stCondLst>
                                            <p:cond delay="600"/>
                                          </p:stCondLst>
                                        </p:cTn>
                                        <p:tgtEl>
                                          <p:spTgt spid="260"/>
                                        </p:tgtEl>
                                        <p:attrNameLst>
                                          <p:attrName>r</p:attrName>
                                        </p:attrNameLst>
                                      </p:cBhvr>
                                    </p:animRot>
                                    <p:animRot by="120000">
                                      <p:cBhvr>
                                        <p:cTn id="1251" dur="200" fill="hold">
                                          <p:stCondLst>
                                            <p:cond delay="800"/>
                                          </p:stCondLst>
                                        </p:cTn>
                                        <p:tgtEl>
                                          <p:spTgt spid="260"/>
                                        </p:tgtEl>
                                        <p:attrNameLst>
                                          <p:attrName>r</p:attrName>
                                        </p:attrNameLst>
                                      </p:cBhvr>
                                    </p:animRot>
                                  </p:childTnLst>
                                </p:cTn>
                              </p:par>
                            </p:childTnLst>
                          </p:cTn>
                        </p:par>
                        <p:par>
                          <p:cTn id="1252" fill="hold">
                            <p:stCondLst>
                              <p:cond delay="1000"/>
                            </p:stCondLst>
                            <p:childTnLst>
                              <p:par>
                                <p:cTn id="1253" presetID="16" presetClass="entr" presetSubtype="21" fill="hold" grpId="0" nodeType="afterEffect">
                                  <p:stCondLst>
                                    <p:cond delay="0"/>
                                  </p:stCondLst>
                                  <p:childTnLst>
                                    <p:set>
                                      <p:cBhvr>
                                        <p:cTn id="1254" dur="1" fill="hold">
                                          <p:stCondLst>
                                            <p:cond delay="0"/>
                                          </p:stCondLst>
                                        </p:cTn>
                                        <p:tgtEl>
                                          <p:spTgt spid="216"/>
                                        </p:tgtEl>
                                        <p:attrNameLst>
                                          <p:attrName>style.visibility</p:attrName>
                                        </p:attrNameLst>
                                      </p:cBhvr>
                                      <p:to>
                                        <p:strVal val="visible"/>
                                      </p:to>
                                    </p:set>
                                    <p:animEffect transition="in" filter="barn(inVertical)">
                                      <p:cBhvr>
                                        <p:cTn id="1255" dur="1000"/>
                                        <p:tgtEl>
                                          <p:spTgt spid="216"/>
                                        </p:tgtEl>
                                      </p:cBhvr>
                                    </p:animEffect>
                                  </p:childTnLst>
                                </p:cTn>
                              </p:par>
                              <p:par>
                                <p:cTn id="1256" presetID="7" presetClass="emph" presetSubtype="2" fill="hold" nodeType="withEffect">
                                  <p:stCondLst>
                                    <p:cond delay="0"/>
                                  </p:stCondLst>
                                  <p:childTnLst>
                                    <p:animClr clrSpc="rgb" dir="cw">
                                      <p:cBhvr>
                                        <p:cTn id="1257" dur="500" fill="hold"/>
                                        <p:tgtEl>
                                          <p:spTgt spid="260"/>
                                        </p:tgtEl>
                                        <p:attrNameLst>
                                          <p:attrName>stroke.color</p:attrName>
                                        </p:attrNameLst>
                                      </p:cBhvr>
                                      <p:to>
                                        <a:srgbClr val="DBE7F9"/>
                                      </p:to>
                                    </p:animClr>
                                    <p:set>
                                      <p:cBhvr>
                                        <p:cTn id="1258" dur="500" fill="hold"/>
                                        <p:tgtEl>
                                          <p:spTgt spid="260"/>
                                        </p:tgtEl>
                                        <p:attrNameLst>
                                          <p:attrName>stroke.on</p:attrName>
                                        </p:attrNameLst>
                                      </p:cBhvr>
                                      <p:to>
                                        <p:strVal val="true"/>
                                      </p:to>
                                    </p:set>
                                  </p:childTnLst>
                                </p:cTn>
                              </p:par>
                              <p:par>
                                <p:cTn id="1259" presetID="7" presetClass="emph" presetSubtype="2" fill="hold" nodeType="withEffect">
                                  <p:stCondLst>
                                    <p:cond delay="0"/>
                                  </p:stCondLst>
                                  <p:childTnLst>
                                    <p:animClr clrSpc="rgb" dir="cw">
                                      <p:cBhvr>
                                        <p:cTn id="1260" dur="500" fill="hold"/>
                                        <p:tgtEl>
                                          <p:spTgt spid="261"/>
                                        </p:tgtEl>
                                        <p:attrNameLst>
                                          <p:attrName>stroke.color</p:attrName>
                                        </p:attrNameLst>
                                      </p:cBhvr>
                                      <p:to>
                                        <a:srgbClr val="EA7A26"/>
                                      </p:to>
                                    </p:animClr>
                                    <p:set>
                                      <p:cBhvr>
                                        <p:cTn id="1261" dur="500" fill="hold"/>
                                        <p:tgtEl>
                                          <p:spTgt spid="261"/>
                                        </p:tgtEl>
                                        <p:attrNameLst>
                                          <p:attrName>stroke.on</p:attrName>
                                        </p:attrNameLst>
                                      </p:cBhvr>
                                      <p:to>
                                        <p:strVal val="true"/>
                                      </p:to>
                                    </p:set>
                                  </p:childTnLst>
                                </p:cTn>
                              </p:par>
                            </p:childTnLst>
                          </p:cTn>
                        </p:par>
                      </p:childTnLst>
                    </p:cTn>
                  </p:par>
                  <p:par>
                    <p:cTn id="1262" fill="hold">
                      <p:stCondLst>
                        <p:cond delay="indefinite"/>
                      </p:stCondLst>
                      <p:childTnLst>
                        <p:par>
                          <p:cTn id="1263" fill="hold">
                            <p:stCondLst>
                              <p:cond delay="0"/>
                            </p:stCondLst>
                            <p:childTnLst>
                              <p:par>
                                <p:cTn id="1264" presetID="32" presetClass="emph" presetSubtype="0" fill="hold" nodeType="clickEffect">
                                  <p:stCondLst>
                                    <p:cond delay="0"/>
                                  </p:stCondLst>
                                  <p:childTnLst>
                                    <p:animRot by="120000">
                                      <p:cBhvr>
                                        <p:cTn id="1265" dur="100" fill="hold">
                                          <p:stCondLst>
                                            <p:cond delay="0"/>
                                          </p:stCondLst>
                                        </p:cTn>
                                        <p:tgtEl>
                                          <p:spTgt spid="261"/>
                                        </p:tgtEl>
                                        <p:attrNameLst>
                                          <p:attrName>r</p:attrName>
                                        </p:attrNameLst>
                                      </p:cBhvr>
                                    </p:animRot>
                                    <p:animRot by="-240000">
                                      <p:cBhvr>
                                        <p:cTn id="1266" dur="200" fill="hold">
                                          <p:stCondLst>
                                            <p:cond delay="200"/>
                                          </p:stCondLst>
                                        </p:cTn>
                                        <p:tgtEl>
                                          <p:spTgt spid="261"/>
                                        </p:tgtEl>
                                        <p:attrNameLst>
                                          <p:attrName>r</p:attrName>
                                        </p:attrNameLst>
                                      </p:cBhvr>
                                    </p:animRot>
                                    <p:animRot by="240000">
                                      <p:cBhvr>
                                        <p:cTn id="1267" dur="200" fill="hold">
                                          <p:stCondLst>
                                            <p:cond delay="400"/>
                                          </p:stCondLst>
                                        </p:cTn>
                                        <p:tgtEl>
                                          <p:spTgt spid="261"/>
                                        </p:tgtEl>
                                        <p:attrNameLst>
                                          <p:attrName>r</p:attrName>
                                        </p:attrNameLst>
                                      </p:cBhvr>
                                    </p:animRot>
                                    <p:animRot by="-240000">
                                      <p:cBhvr>
                                        <p:cTn id="1268" dur="200" fill="hold">
                                          <p:stCondLst>
                                            <p:cond delay="600"/>
                                          </p:stCondLst>
                                        </p:cTn>
                                        <p:tgtEl>
                                          <p:spTgt spid="261"/>
                                        </p:tgtEl>
                                        <p:attrNameLst>
                                          <p:attrName>r</p:attrName>
                                        </p:attrNameLst>
                                      </p:cBhvr>
                                    </p:animRot>
                                    <p:animRot by="120000">
                                      <p:cBhvr>
                                        <p:cTn id="1269" dur="200" fill="hold">
                                          <p:stCondLst>
                                            <p:cond delay="800"/>
                                          </p:stCondLst>
                                        </p:cTn>
                                        <p:tgtEl>
                                          <p:spTgt spid="261"/>
                                        </p:tgtEl>
                                        <p:attrNameLst>
                                          <p:attrName>r</p:attrName>
                                        </p:attrNameLst>
                                      </p:cBhvr>
                                    </p:animRot>
                                  </p:childTnLst>
                                </p:cTn>
                              </p:par>
                            </p:childTnLst>
                          </p:cTn>
                        </p:par>
                        <p:par>
                          <p:cTn id="1270" fill="hold">
                            <p:stCondLst>
                              <p:cond delay="1000"/>
                            </p:stCondLst>
                            <p:childTnLst>
                              <p:par>
                                <p:cTn id="1271" presetID="22" presetClass="entr" presetSubtype="1" fill="hold" grpId="0" nodeType="afterEffect">
                                  <p:stCondLst>
                                    <p:cond delay="0"/>
                                  </p:stCondLst>
                                  <p:childTnLst>
                                    <p:set>
                                      <p:cBhvr>
                                        <p:cTn id="1272" dur="1" fill="hold">
                                          <p:stCondLst>
                                            <p:cond delay="0"/>
                                          </p:stCondLst>
                                        </p:cTn>
                                        <p:tgtEl>
                                          <p:spTgt spid="342"/>
                                        </p:tgtEl>
                                        <p:attrNameLst>
                                          <p:attrName>style.visibility</p:attrName>
                                        </p:attrNameLst>
                                      </p:cBhvr>
                                      <p:to>
                                        <p:strVal val="visible"/>
                                      </p:to>
                                    </p:set>
                                    <p:animEffect transition="in" filter="wipe(up)">
                                      <p:cBhvr>
                                        <p:cTn id="1273" dur="1000"/>
                                        <p:tgtEl>
                                          <p:spTgt spid="342"/>
                                        </p:tgtEl>
                                      </p:cBhvr>
                                    </p:animEffect>
                                  </p:childTnLst>
                                </p:cTn>
                              </p:par>
                              <p:par>
                                <p:cTn id="1274" presetID="7" presetClass="emph" presetSubtype="2" fill="hold" nodeType="withEffect">
                                  <p:stCondLst>
                                    <p:cond delay="0"/>
                                  </p:stCondLst>
                                  <p:childTnLst>
                                    <p:animClr clrSpc="rgb" dir="cw">
                                      <p:cBhvr>
                                        <p:cTn id="1275" dur="500" fill="hold"/>
                                        <p:tgtEl>
                                          <p:spTgt spid="261"/>
                                        </p:tgtEl>
                                        <p:attrNameLst>
                                          <p:attrName>stroke.color</p:attrName>
                                        </p:attrNameLst>
                                      </p:cBhvr>
                                      <p:to>
                                        <a:srgbClr val="DBE7F9"/>
                                      </p:to>
                                    </p:animClr>
                                    <p:set>
                                      <p:cBhvr>
                                        <p:cTn id="1276" dur="500" fill="hold"/>
                                        <p:tgtEl>
                                          <p:spTgt spid="261"/>
                                        </p:tgtEl>
                                        <p:attrNameLst>
                                          <p:attrName>stroke.on</p:attrName>
                                        </p:attrNameLst>
                                      </p:cBhvr>
                                      <p:to>
                                        <p:strVal val="true"/>
                                      </p:to>
                                    </p:set>
                                  </p:childTnLst>
                                </p:cTn>
                              </p:par>
                              <p:par>
                                <p:cTn id="1277" presetID="7" presetClass="emph" presetSubtype="2" fill="hold" nodeType="withEffect">
                                  <p:stCondLst>
                                    <p:cond delay="0"/>
                                  </p:stCondLst>
                                  <p:childTnLst>
                                    <p:animClr clrSpc="rgb" dir="cw">
                                      <p:cBhvr>
                                        <p:cTn id="1278" dur="500" fill="hold"/>
                                        <p:tgtEl>
                                          <p:spTgt spid="263"/>
                                        </p:tgtEl>
                                        <p:attrNameLst>
                                          <p:attrName>stroke.color</p:attrName>
                                        </p:attrNameLst>
                                      </p:cBhvr>
                                      <p:to>
                                        <a:srgbClr val="EA7A26"/>
                                      </p:to>
                                    </p:animClr>
                                    <p:set>
                                      <p:cBhvr>
                                        <p:cTn id="1279" dur="500" fill="hold"/>
                                        <p:tgtEl>
                                          <p:spTgt spid="263"/>
                                        </p:tgtEl>
                                        <p:attrNameLst>
                                          <p:attrName>stroke.on</p:attrName>
                                        </p:attrNameLst>
                                      </p:cBhvr>
                                      <p:to>
                                        <p:strVal val="true"/>
                                      </p:to>
                                    </p:set>
                                  </p:childTnLst>
                                </p:cTn>
                              </p:par>
                            </p:childTnLst>
                          </p:cTn>
                        </p:par>
                      </p:childTnLst>
                    </p:cTn>
                  </p:par>
                  <p:par>
                    <p:cTn id="1280" fill="hold">
                      <p:stCondLst>
                        <p:cond delay="indefinite"/>
                      </p:stCondLst>
                      <p:childTnLst>
                        <p:par>
                          <p:cTn id="1281" fill="hold">
                            <p:stCondLst>
                              <p:cond delay="0"/>
                            </p:stCondLst>
                            <p:childTnLst>
                              <p:par>
                                <p:cTn id="1282" presetID="32" presetClass="emph" presetSubtype="0" fill="hold" nodeType="clickEffect">
                                  <p:stCondLst>
                                    <p:cond delay="0"/>
                                  </p:stCondLst>
                                  <p:childTnLst>
                                    <p:animRot by="120000">
                                      <p:cBhvr>
                                        <p:cTn id="1283" dur="100" fill="hold">
                                          <p:stCondLst>
                                            <p:cond delay="0"/>
                                          </p:stCondLst>
                                        </p:cTn>
                                        <p:tgtEl>
                                          <p:spTgt spid="263"/>
                                        </p:tgtEl>
                                        <p:attrNameLst>
                                          <p:attrName>r</p:attrName>
                                        </p:attrNameLst>
                                      </p:cBhvr>
                                    </p:animRot>
                                    <p:animRot by="-240000">
                                      <p:cBhvr>
                                        <p:cTn id="1284" dur="200" fill="hold">
                                          <p:stCondLst>
                                            <p:cond delay="200"/>
                                          </p:stCondLst>
                                        </p:cTn>
                                        <p:tgtEl>
                                          <p:spTgt spid="263"/>
                                        </p:tgtEl>
                                        <p:attrNameLst>
                                          <p:attrName>r</p:attrName>
                                        </p:attrNameLst>
                                      </p:cBhvr>
                                    </p:animRot>
                                    <p:animRot by="240000">
                                      <p:cBhvr>
                                        <p:cTn id="1285" dur="200" fill="hold">
                                          <p:stCondLst>
                                            <p:cond delay="400"/>
                                          </p:stCondLst>
                                        </p:cTn>
                                        <p:tgtEl>
                                          <p:spTgt spid="263"/>
                                        </p:tgtEl>
                                        <p:attrNameLst>
                                          <p:attrName>r</p:attrName>
                                        </p:attrNameLst>
                                      </p:cBhvr>
                                    </p:animRot>
                                    <p:animRot by="-240000">
                                      <p:cBhvr>
                                        <p:cTn id="1286" dur="200" fill="hold">
                                          <p:stCondLst>
                                            <p:cond delay="600"/>
                                          </p:stCondLst>
                                        </p:cTn>
                                        <p:tgtEl>
                                          <p:spTgt spid="263"/>
                                        </p:tgtEl>
                                        <p:attrNameLst>
                                          <p:attrName>r</p:attrName>
                                        </p:attrNameLst>
                                      </p:cBhvr>
                                    </p:animRot>
                                    <p:animRot by="120000">
                                      <p:cBhvr>
                                        <p:cTn id="1287" dur="200" fill="hold">
                                          <p:stCondLst>
                                            <p:cond delay="800"/>
                                          </p:stCondLst>
                                        </p:cTn>
                                        <p:tgtEl>
                                          <p:spTgt spid="263"/>
                                        </p:tgtEl>
                                        <p:attrNameLst>
                                          <p:attrName>r</p:attrName>
                                        </p:attrNameLst>
                                      </p:cBhvr>
                                    </p:animRot>
                                  </p:childTnLst>
                                </p:cTn>
                              </p:par>
                            </p:childTnLst>
                          </p:cTn>
                        </p:par>
                        <p:par>
                          <p:cTn id="1288" fill="hold">
                            <p:stCondLst>
                              <p:cond delay="1000"/>
                            </p:stCondLst>
                            <p:childTnLst>
                              <p:par>
                                <p:cTn id="1289" presetID="27" presetClass="emph" presetSubtype="0" fill="remove" grpId="2" nodeType="afterEffect">
                                  <p:stCondLst>
                                    <p:cond delay="0"/>
                                  </p:stCondLst>
                                  <p:childTnLst>
                                    <p:animClr clrSpc="rgb" dir="cw">
                                      <p:cBhvr override="childStyle">
                                        <p:cTn id="1290" dur="500" autoRev="1" fill="remove"/>
                                        <p:tgtEl>
                                          <p:spTgt spid="211"/>
                                        </p:tgtEl>
                                        <p:attrNameLst>
                                          <p:attrName>style.color</p:attrName>
                                        </p:attrNameLst>
                                      </p:cBhvr>
                                      <p:to>
                                        <a:srgbClr val="FFC000"/>
                                      </p:to>
                                    </p:animClr>
                                    <p:animClr clrSpc="rgb" dir="cw">
                                      <p:cBhvr>
                                        <p:cTn id="1291" dur="500" autoRev="1" fill="remove"/>
                                        <p:tgtEl>
                                          <p:spTgt spid="211"/>
                                        </p:tgtEl>
                                        <p:attrNameLst>
                                          <p:attrName>fillcolor</p:attrName>
                                        </p:attrNameLst>
                                      </p:cBhvr>
                                      <p:to>
                                        <a:srgbClr val="FFC000"/>
                                      </p:to>
                                    </p:animClr>
                                    <p:set>
                                      <p:cBhvr>
                                        <p:cTn id="1292" dur="500" autoRev="1" fill="remove"/>
                                        <p:tgtEl>
                                          <p:spTgt spid="211"/>
                                        </p:tgtEl>
                                        <p:attrNameLst>
                                          <p:attrName>fill.type</p:attrName>
                                        </p:attrNameLst>
                                      </p:cBhvr>
                                      <p:to>
                                        <p:strVal val="solid"/>
                                      </p:to>
                                    </p:set>
                                    <p:set>
                                      <p:cBhvr>
                                        <p:cTn id="1293" dur="500" autoRev="1" fill="remove"/>
                                        <p:tgtEl>
                                          <p:spTgt spid="211"/>
                                        </p:tgtEl>
                                        <p:attrNameLst>
                                          <p:attrName>fill.on</p:attrName>
                                        </p:attrNameLst>
                                      </p:cBhvr>
                                      <p:to>
                                        <p:strVal val="true"/>
                                      </p:to>
                                    </p:set>
                                  </p:childTnLst>
                                </p:cTn>
                              </p:par>
                              <p:par>
                                <p:cTn id="1294" presetID="7" presetClass="emph" presetSubtype="2" fill="hold" nodeType="withEffect">
                                  <p:stCondLst>
                                    <p:cond delay="0"/>
                                  </p:stCondLst>
                                  <p:childTnLst>
                                    <p:animClr clrSpc="rgb" dir="cw">
                                      <p:cBhvr>
                                        <p:cTn id="1295" dur="500" fill="hold"/>
                                        <p:tgtEl>
                                          <p:spTgt spid="263"/>
                                        </p:tgtEl>
                                        <p:attrNameLst>
                                          <p:attrName>stroke.color</p:attrName>
                                        </p:attrNameLst>
                                      </p:cBhvr>
                                      <p:to>
                                        <a:srgbClr val="DBE7F9"/>
                                      </p:to>
                                    </p:animClr>
                                    <p:set>
                                      <p:cBhvr>
                                        <p:cTn id="1296" dur="500" fill="hold"/>
                                        <p:tgtEl>
                                          <p:spTgt spid="263"/>
                                        </p:tgtEl>
                                        <p:attrNameLst>
                                          <p:attrName>stroke.on</p:attrName>
                                        </p:attrNameLst>
                                      </p:cBhvr>
                                      <p:to>
                                        <p:strVal val="true"/>
                                      </p:to>
                                    </p:set>
                                  </p:childTnLst>
                                </p:cTn>
                              </p:par>
                              <p:par>
                                <p:cTn id="1297" presetID="7" presetClass="emph" presetSubtype="2" fill="hold" nodeType="withEffect">
                                  <p:stCondLst>
                                    <p:cond delay="0"/>
                                  </p:stCondLst>
                                  <p:childTnLst>
                                    <p:animClr clrSpc="rgb" dir="cw">
                                      <p:cBhvr>
                                        <p:cTn id="1298" dur="500" fill="hold"/>
                                        <p:tgtEl>
                                          <p:spTgt spid="261"/>
                                        </p:tgtEl>
                                        <p:attrNameLst>
                                          <p:attrName>stroke.color</p:attrName>
                                        </p:attrNameLst>
                                      </p:cBhvr>
                                      <p:to>
                                        <a:srgbClr val="EA7A26"/>
                                      </p:to>
                                    </p:animClr>
                                    <p:set>
                                      <p:cBhvr>
                                        <p:cTn id="1299" dur="500" fill="hold"/>
                                        <p:tgtEl>
                                          <p:spTgt spid="261"/>
                                        </p:tgtEl>
                                        <p:attrNameLst>
                                          <p:attrName>stroke.on</p:attrName>
                                        </p:attrNameLst>
                                      </p:cBhvr>
                                      <p:to>
                                        <p:strVal val="true"/>
                                      </p:to>
                                    </p:set>
                                  </p:childTnLst>
                                </p:cTn>
                              </p:par>
                            </p:childTnLst>
                          </p:cTn>
                        </p:par>
                      </p:childTnLst>
                    </p:cTn>
                  </p:par>
                  <p:par>
                    <p:cTn id="1300" fill="hold">
                      <p:stCondLst>
                        <p:cond delay="indefinite"/>
                      </p:stCondLst>
                      <p:childTnLst>
                        <p:par>
                          <p:cTn id="1301" fill="hold">
                            <p:stCondLst>
                              <p:cond delay="0"/>
                            </p:stCondLst>
                            <p:childTnLst>
                              <p:par>
                                <p:cTn id="1302" presetID="32" presetClass="emph" presetSubtype="0" fill="hold" nodeType="clickEffect">
                                  <p:stCondLst>
                                    <p:cond delay="0"/>
                                  </p:stCondLst>
                                  <p:childTnLst>
                                    <p:animRot by="120000">
                                      <p:cBhvr>
                                        <p:cTn id="1303" dur="100" fill="hold">
                                          <p:stCondLst>
                                            <p:cond delay="0"/>
                                          </p:stCondLst>
                                        </p:cTn>
                                        <p:tgtEl>
                                          <p:spTgt spid="261"/>
                                        </p:tgtEl>
                                        <p:attrNameLst>
                                          <p:attrName>r</p:attrName>
                                        </p:attrNameLst>
                                      </p:cBhvr>
                                    </p:animRot>
                                    <p:animRot by="-240000">
                                      <p:cBhvr>
                                        <p:cTn id="1304" dur="200" fill="hold">
                                          <p:stCondLst>
                                            <p:cond delay="200"/>
                                          </p:stCondLst>
                                        </p:cTn>
                                        <p:tgtEl>
                                          <p:spTgt spid="261"/>
                                        </p:tgtEl>
                                        <p:attrNameLst>
                                          <p:attrName>r</p:attrName>
                                        </p:attrNameLst>
                                      </p:cBhvr>
                                    </p:animRot>
                                    <p:animRot by="240000">
                                      <p:cBhvr>
                                        <p:cTn id="1305" dur="200" fill="hold">
                                          <p:stCondLst>
                                            <p:cond delay="400"/>
                                          </p:stCondLst>
                                        </p:cTn>
                                        <p:tgtEl>
                                          <p:spTgt spid="261"/>
                                        </p:tgtEl>
                                        <p:attrNameLst>
                                          <p:attrName>r</p:attrName>
                                        </p:attrNameLst>
                                      </p:cBhvr>
                                    </p:animRot>
                                    <p:animRot by="-240000">
                                      <p:cBhvr>
                                        <p:cTn id="1306" dur="200" fill="hold">
                                          <p:stCondLst>
                                            <p:cond delay="600"/>
                                          </p:stCondLst>
                                        </p:cTn>
                                        <p:tgtEl>
                                          <p:spTgt spid="261"/>
                                        </p:tgtEl>
                                        <p:attrNameLst>
                                          <p:attrName>r</p:attrName>
                                        </p:attrNameLst>
                                      </p:cBhvr>
                                    </p:animRot>
                                    <p:animRot by="120000">
                                      <p:cBhvr>
                                        <p:cTn id="1307" dur="200" fill="hold">
                                          <p:stCondLst>
                                            <p:cond delay="800"/>
                                          </p:stCondLst>
                                        </p:cTn>
                                        <p:tgtEl>
                                          <p:spTgt spid="261"/>
                                        </p:tgtEl>
                                        <p:attrNameLst>
                                          <p:attrName>r</p:attrName>
                                        </p:attrNameLst>
                                      </p:cBhvr>
                                    </p:animRot>
                                  </p:childTnLst>
                                </p:cTn>
                              </p:par>
                            </p:childTnLst>
                          </p:cTn>
                        </p:par>
                        <p:par>
                          <p:cTn id="1308" fill="hold">
                            <p:stCondLst>
                              <p:cond delay="1000"/>
                            </p:stCondLst>
                            <p:childTnLst>
                              <p:par>
                                <p:cTn id="1309" presetID="3" presetClass="emph" presetSubtype="2" fill="hold" grpId="10" nodeType="afterEffect">
                                  <p:stCondLst>
                                    <p:cond delay="0"/>
                                  </p:stCondLst>
                                  <p:childTnLst>
                                    <p:animClr clrSpc="rgb" dir="cw">
                                      <p:cBhvr override="childStyle">
                                        <p:cTn id="1310" dur="500" fill="hold"/>
                                        <p:tgtEl>
                                          <p:spTgt spid="319"/>
                                        </p:tgtEl>
                                        <p:attrNameLst>
                                          <p:attrName>style.color</p:attrName>
                                        </p:attrNameLst>
                                      </p:cBhvr>
                                      <p:to>
                                        <a:srgbClr val="FF0000"/>
                                      </p:to>
                                    </p:animClr>
                                  </p:childTnLst>
                                </p:cTn>
                              </p:par>
                            </p:childTnLst>
                          </p:cTn>
                        </p:par>
                        <p:par>
                          <p:cTn id="1311" fill="hold">
                            <p:stCondLst>
                              <p:cond delay="1500"/>
                            </p:stCondLst>
                            <p:childTnLst>
                              <p:par>
                                <p:cTn id="1312" presetID="7" presetClass="emph" presetSubtype="2" fill="hold" nodeType="afterEffect">
                                  <p:stCondLst>
                                    <p:cond delay="0"/>
                                  </p:stCondLst>
                                  <p:childTnLst>
                                    <p:animClr clrSpc="rgb" dir="cw">
                                      <p:cBhvr>
                                        <p:cTn id="1313" dur="500" fill="hold"/>
                                        <p:tgtEl>
                                          <p:spTgt spid="261"/>
                                        </p:tgtEl>
                                        <p:attrNameLst>
                                          <p:attrName>stroke.color</p:attrName>
                                        </p:attrNameLst>
                                      </p:cBhvr>
                                      <p:to>
                                        <a:srgbClr val="DBE7F9"/>
                                      </p:to>
                                    </p:animClr>
                                    <p:set>
                                      <p:cBhvr>
                                        <p:cTn id="1314" dur="500" fill="hold"/>
                                        <p:tgtEl>
                                          <p:spTgt spid="261"/>
                                        </p:tgtEl>
                                        <p:attrNameLst>
                                          <p:attrName>stroke.on</p:attrName>
                                        </p:attrNameLst>
                                      </p:cBhvr>
                                      <p:to>
                                        <p:strVal val="true"/>
                                      </p:to>
                                    </p:set>
                                  </p:childTnLst>
                                </p:cTn>
                              </p:par>
                              <p:par>
                                <p:cTn id="1315" presetID="3" presetClass="emph" presetSubtype="2" fill="hold" grpId="11" nodeType="withEffect">
                                  <p:stCondLst>
                                    <p:cond delay="0"/>
                                  </p:stCondLst>
                                  <p:childTnLst>
                                    <p:animClr clrSpc="rgb" dir="cw">
                                      <p:cBhvr override="childStyle">
                                        <p:cTn id="1316" dur="500" fill="hold"/>
                                        <p:tgtEl>
                                          <p:spTgt spid="319"/>
                                        </p:tgtEl>
                                        <p:attrNameLst>
                                          <p:attrName>style.color</p:attrName>
                                        </p:attrNameLst>
                                      </p:cBhvr>
                                      <p:to>
                                        <a:schemeClr val="accent2"/>
                                      </p:to>
                                    </p:animClr>
                                  </p:childTnLst>
                                </p:cTn>
                              </p:par>
                              <p:par>
                                <p:cTn id="1317" presetID="22" presetClass="exit" presetSubtype="2" fill="hold" grpId="1" nodeType="withEffect">
                                  <p:stCondLst>
                                    <p:cond delay="0"/>
                                  </p:stCondLst>
                                  <p:childTnLst>
                                    <p:animEffect transition="out" filter="wipe(right)">
                                      <p:cBhvr>
                                        <p:cTn id="1318" dur="500"/>
                                        <p:tgtEl>
                                          <p:spTgt spid="342"/>
                                        </p:tgtEl>
                                      </p:cBhvr>
                                    </p:animEffect>
                                    <p:set>
                                      <p:cBhvr>
                                        <p:cTn id="1319" dur="1" fill="hold">
                                          <p:stCondLst>
                                            <p:cond delay="499"/>
                                          </p:stCondLst>
                                        </p:cTn>
                                        <p:tgtEl>
                                          <p:spTgt spid="342"/>
                                        </p:tgtEl>
                                        <p:attrNameLst>
                                          <p:attrName>style.visibility</p:attrName>
                                        </p:attrNameLst>
                                      </p:cBhvr>
                                      <p:to>
                                        <p:strVal val="hidden"/>
                                      </p:to>
                                    </p:set>
                                  </p:childTnLst>
                                </p:cTn>
                              </p:par>
                              <p:par>
                                <p:cTn id="1320" presetID="7" presetClass="emph" presetSubtype="2" fill="hold" nodeType="withEffect">
                                  <p:stCondLst>
                                    <p:cond delay="0"/>
                                  </p:stCondLst>
                                  <p:childTnLst>
                                    <p:animClr clrSpc="rgb" dir="cw">
                                      <p:cBhvr>
                                        <p:cTn id="1321" dur="500" fill="hold"/>
                                        <p:tgtEl>
                                          <p:spTgt spid="261"/>
                                        </p:tgtEl>
                                        <p:attrNameLst>
                                          <p:attrName>stroke.color</p:attrName>
                                        </p:attrNameLst>
                                      </p:cBhvr>
                                      <p:to>
                                        <a:srgbClr val="FF0000"/>
                                      </p:to>
                                    </p:animClr>
                                    <p:set>
                                      <p:cBhvr>
                                        <p:cTn id="1322" dur="500" fill="hold"/>
                                        <p:tgtEl>
                                          <p:spTgt spid="261"/>
                                        </p:tgtEl>
                                        <p:attrNameLst>
                                          <p:attrName>stroke.on</p:attrName>
                                        </p:attrNameLst>
                                      </p:cBhvr>
                                      <p:to>
                                        <p:strVal val="true"/>
                                      </p:to>
                                    </p:set>
                                  </p:childTnLst>
                                </p:cTn>
                              </p:par>
                            </p:childTnLst>
                          </p:cTn>
                        </p:par>
                      </p:childTnLst>
                    </p:cTn>
                  </p:par>
                  <p:par>
                    <p:cTn id="1323" fill="hold">
                      <p:stCondLst>
                        <p:cond delay="indefinite"/>
                      </p:stCondLst>
                      <p:childTnLst>
                        <p:par>
                          <p:cTn id="1324" fill="hold">
                            <p:stCondLst>
                              <p:cond delay="0"/>
                            </p:stCondLst>
                            <p:childTnLst>
                              <p:par>
                                <p:cTn id="1325" presetID="32" presetClass="emph" presetSubtype="0" fill="hold" nodeType="clickEffect">
                                  <p:stCondLst>
                                    <p:cond delay="0"/>
                                  </p:stCondLst>
                                  <p:childTnLst>
                                    <p:animRot by="120000">
                                      <p:cBhvr>
                                        <p:cTn id="1326" dur="100" fill="hold">
                                          <p:stCondLst>
                                            <p:cond delay="0"/>
                                          </p:stCondLst>
                                        </p:cTn>
                                        <p:tgtEl>
                                          <p:spTgt spid="261"/>
                                        </p:tgtEl>
                                        <p:attrNameLst>
                                          <p:attrName>r</p:attrName>
                                        </p:attrNameLst>
                                      </p:cBhvr>
                                    </p:animRot>
                                    <p:animRot by="-240000">
                                      <p:cBhvr>
                                        <p:cTn id="1327" dur="200" fill="hold">
                                          <p:stCondLst>
                                            <p:cond delay="200"/>
                                          </p:stCondLst>
                                        </p:cTn>
                                        <p:tgtEl>
                                          <p:spTgt spid="261"/>
                                        </p:tgtEl>
                                        <p:attrNameLst>
                                          <p:attrName>r</p:attrName>
                                        </p:attrNameLst>
                                      </p:cBhvr>
                                    </p:animRot>
                                    <p:animRot by="240000">
                                      <p:cBhvr>
                                        <p:cTn id="1328" dur="200" fill="hold">
                                          <p:stCondLst>
                                            <p:cond delay="400"/>
                                          </p:stCondLst>
                                        </p:cTn>
                                        <p:tgtEl>
                                          <p:spTgt spid="261"/>
                                        </p:tgtEl>
                                        <p:attrNameLst>
                                          <p:attrName>r</p:attrName>
                                        </p:attrNameLst>
                                      </p:cBhvr>
                                    </p:animRot>
                                    <p:animRot by="-240000">
                                      <p:cBhvr>
                                        <p:cTn id="1329" dur="200" fill="hold">
                                          <p:stCondLst>
                                            <p:cond delay="600"/>
                                          </p:stCondLst>
                                        </p:cTn>
                                        <p:tgtEl>
                                          <p:spTgt spid="261"/>
                                        </p:tgtEl>
                                        <p:attrNameLst>
                                          <p:attrName>r</p:attrName>
                                        </p:attrNameLst>
                                      </p:cBhvr>
                                    </p:animRot>
                                    <p:animRot by="120000">
                                      <p:cBhvr>
                                        <p:cTn id="1330" dur="200" fill="hold">
                                          <p:stCondLst>
                                            <p:cond delay="800"/>
                                          </p:stCondLst>
                                        </p:cTn>
                                        <p:tgtEl>
                                          <p:spTgt spid="261"/>
                                        </p:tgtEl>
                                        <p:attrNameLst>
                                          <p:attrName>r</p:attrName>
                                        </p:attrNameLst>
                                      </p:cBhvr>
                                    </p:animRot>
                                  </p:childTnLst>
                                </p:cTn>
                              </p:par>
                            </p:childTnLst>
                          </p:cTn>
                        </p:par>
                        <p:par>
                          <p:cTn id="1331" fill="hold">
                            <p:stCondLst>
                              <p:cond delay="1000"/>
                            </p:stCondLst>
                            <p:childTnLst>
                              <p:par>
                                <p:cTn id="1332" presetID="64" presetClass="path" presetSubtype="0" accel="50000" decel="50000" fill="hold" grpId="3" nodeType="afterEffect">
                                  <p:stCondLst>
                                    <p:cond delay="0"/>
                                  </p:stCondLst>
                                  <p:childTnLst>
                                    <p:animMotion origin="layout" path="M 0.02746 -0.11062 L 0.05518 -0.15228 " pathEditMode="relative" rAng="0" ptsTypes="AA">
                                      <p:cBhvr>
                                        <p:cTn id="1333" dur="1000" fill="hold"/>
                                        <p:tgtEl>
                                          <p:spTgt spid="231"/>
                                        </p:tgtEl>
                                        <p:attrNameLst>
                                          <p:attrName>ppt_x</p:attrName>
                                          <p:attrName>ppt_y</p:attrName>
                                        </p:attrNameLst>
                                      </p:cBhvr>
                                      <p:rCtr x="1458" y="-1898"/>
                                    </p:animMotion>
                                  </p:childTnLst>
                                </p:cTn>
                              </p:par>
                              <p:par>
                                <p:cTn id="1334" presetID="7" presetClass="emph" presetSubtype="2" fill="hold" nodeType="withEffect">
                                  <p:stCondLst>
                                    <p:cond delay="0"/>
                                  </p:stCondLst>
                                  <p:childTnLst>
                                    <p:animClr clrSpc="rgb" dir="cw">
                                      <p:cBhvr>
                                        <p:cTn id="1335" dur="500" fill="hold"/>
                                        <p:tgtEl>
                                          <p:spTgt spid="261"/>
                                        </p:tgtEl>
                                        <p:attrNameLst>
                                          <p:attrName>stroke.color</p:attrName>
                                        </p:attrNameLst>
                                      </p:cBhvr>
                                      <p:to>
                                        <a:srgbClr val="DBE7F9"/>
                                      </p:to>
                                    </p:animClr>
                                    <p:set>
                                      <p:cBhvr>
                                        <p:cTn id="1336" dur="500" fill="hold"/>
                                        <p:tgtEl>
                                          <p:spTgt spid="261"/>
                                        </p:tgtEl>
                                        <p:attrNameLst>
                                          <p:attrName>stroke.on</p:attrName>
                                        </p:attrNameLst>
                                      </p:cBhvr>
                                      <p:to>
                                        <p:strVal val="true"/>
                                      </p:to>
                                    </p:set>
                                  </p:childTnLst>
                                </p:cTn>
                              </p:par>
                              <p:par>
                                <p:cTn id="1337" presetID="7" presetClass="emph" presetSubtype="2" fill="hold" nodeType="withEffect">
                                  <p:stCondLst>
                                    <p:cond delay="0"/>
                                  </p:stCondLst>
                                  <p:childTnLst>
                                    <p:animClr clrSpc="rgb" dir="cw">
                                      <p:cBhvr>
                                        <p:cTn id="1338" dur="500" fill="hold"/>
                                        <p:tgtEl>
                                          <p:spTgt spid="263"/>
                                        </p:tgtEl>
                                        <p:attrNameLst>
                                          <p:attrName>stroke.color</p:attrName>
                                        </p:attrNameLst>
                                      </p:cBhvr>
                                      <p:to>
                                        <a:srgbClr val="FF0000"/>
                                      </p:to>
                                    </p:animClr>
                                    <p:set>
                                      <p:cBhvr>
                                        <p:cTn id="1339" dur="500" fill="hold"/>
                                        <p:tgtEl>
                                          <p:spTgt spid="263"/>
                                        </p:tgtEl>
                                        <p:attrNameLst>
                                          <p:attrName>stroke.on</p:attrName>
                                        </p:attrNameLst>
                                      </p:cBhvr>
                                      <p:to>
                                        <p:strVal val="true"/>
                                      </p:to>
                                    </p:set>
                                  </p:childTnLst>
                                </p:cTn>
                              </p:par>
                            </p:childTnLst>
                          </p:cTn>
                        </p:par>
                      </p:childTnLst>
                    </p:cTn>
                  </p:par>
                  <p:par>
                    <p:cTn id="1340" fill="hold">
                      <p:stCondLst>
                        <p:cond delay="indefinite"/>
                      </p:stCondLst>
                      <p:childTnLst>
                        <p:par>
                          <p:cTn id="1341" fill="hold">
                            <p:stCondLst>
                              <p:cond delay="0"/>
                            </p:stCondLst>
                            <p:childTnLst>
                              <p:par>
                                <p:cTn id="1342" presetID="32" presetClass="emph" presetSubtype="0" fill="hold" nodeType="clickEffect">
                                  <p:stCondLst>
                                    <p:cond delay="0"/>
                                  </p:stCondLst>
                                  <p:childTnLst>
                                    <p:animRot by="120000">
                                      <p:cBhvr>
                                        <p:cTn id="1343" dur="100" fill="hold">
                                          <p:stCondLst>
                                            <p:cond delay="0"/>
                                          </p:stCondLst>
                                        </p:cTn>
                                        <p:tgtEl>
                                          <p:spTgt spid="263"/>
                                        </p:tgtEl>
                                        <p:attrNameLst>
                                          <p:attrName>r</p:attrName>
                                        </p:attrNameLst>
                                      </p:cBhvr>
                                    </p:animRot>
                                    <p:animRot by="-240000">
                                      <p:cBhvr>
                                        <p:cTn id="1344" dur="200" fill="hold">
                                          <p:stCondLst>
                                            <p:cond delay="200"/>
                                          </p:stCondLst>
                                        </p:cTn>
                                        <p:tgtEl>
                                          <p:spTgt spid="263"/>
                                        </p:tgtEl>
                                        <p:attrNameLst>
                                          <p:attrName>r</p:attrName>
                                        </p:attrNameLst>
                                      </p:cBhvr>
                                    </p:animRot>
                                    <p:animRot by="240000">
                                      <p:cBhvr>
                                        <p:cTn id="1345" dur="200" fill="hold">
                                          <p:stCondLst>
                                            <p:cond delay="400"/>
                                          </p:stCondLst>
                                        </p:cTn>
                                        <p:tgtEl>
                                          <p:spTgt spid="263"/>
                                        </p:tgtEl>
                                        <p:attrNameLst>
                                          <p:attrName>r</p:attrName>
                                        </p:attrNameLst>
                                      </p:cBhvr>
                                    </p:animRot>
                                    <p:animRot by="-240000">
                                      <p:cBhvr>
                                        <p:cTn id="1346" dur="200" fill="hold">
                                          <p:stCondLst>
                                            <p:cond delay="600"/>
                                          </p:stCondLst>
                                        </p:cTn>
                                        <p:tgtEl>
                                          <p:spTgt spid="263"/>
                                        </p:tgtEl>
                                        <p:attrNameLst>
                                          <p:attrName>r</p:attrName>
                                        </p:attrNameLst>
                                      </p:cBhvr>
                                    </p:animRot>
                                    <p:animRot by="120000">
                                      <p:cBhvr>
                                        <p:cTn id="1347" dur="200" fill="hold">
                                          <p:stCondLst>
                                            <p:cond delay="800"/>
                                          </p:stCondLst>
                                        </p:cTn>
                                        <p:tgtEl>
                                          <p:spTgt spid="263"/>
                                        </p:tgtEl>
                                        <p:attrNameLst>
                                          <p:attrName>r</p:attrName>
                                        </p:attrNameLst>
                                      </p:cBhvr>
                                    </p:animRot>
                                  </p:childTnLst>
                                </p:cTn>
                              </p:par>
                            </p:childTnLst>
                          </p:cTn>
                        </p:par>
                        <p:par>
                          <p:cTn id="1348" fill="hold">
                            <p:stCondLst>
                              <p:cond delay="1000"/>
                            </p:stCondLst>
                            <p:childTnLst>
                              <p:par>
                                <p:cTn id="1349" presetID="7" presetClass="emph" presetSubtype="2" fill="hold" nodeType="afterEffect">
                                  <p:stCondLst>
                                    <p:cond delay="0"/>
                                  </p:stCondLst>
                                  <p:childTnLst>
                                    <p:animClr clrSpc="rgb" dir="cw">
                                      <p:cBhvr>
                                        <p:cTn id="1350" dur="500" fill="hold"/>
                                        <p:tgtEl>
                                          <p:spTgt spid="263"/>
                                        </p:tgtEl>
                                        <p:attrNameLst>
                                          <p:attrName>stroke.color</p:attrName>
                                        </p:attrNameLst>
                                      </p:cBhvr>
                                      <p:to>
                                        <a:srgbClr val="DBE7F9"/>
                                      </p:to>
                                    </p:animClr>
                                    <p:set>
                                      <p:cBhvr>
                                        <p:cTn id="1351" dur="500" fill="hold"/>
                                        <p:tgtEl>
                                          <p:spTgt spid="263"/>
                                        </p:tgtEl>
                                        <p:attrNameLst>
                                          <p:attrName>stroke.on</p:attrName>
                                        </p:attrNameLst>
                                      </p:cBhvr>
                                      <p:to>
                                        <p:strVal val="true"/>
                                      </p:to>
                                    </p:set>
                                  </p:childTnLst>
                                </p:cTn>
                              </p:par>
                              <p:par>
                                <p:cTn id="1352" presetID="7" presetClass="emph" presetSubtype="2" fill="hold" nodeType="withEffect">
                                  <p:stCondLst>
                                    <p:cond delay="0"/>
                                  </p:stCondLst>
                                  <p:childTnLst>
                                    <p:animClr clrSpc="rgb" dir="cw">
                                      <p:cBhvr>
                                        <p:cTn id="1353" dur="500" fill="hold"/>
                                        <p:tgtEl>
                                          <p:spTgt spid="264"/>
                                        </p:tgtEl>
                                        <p:attrNameLst>
                                          <p:attrName>stroke.color</p:attrName>
                                        </p:attrNameLst>
                                      </p:cBhvr>
                                      <p:to>
                                        <a:srgbClr val="FF0000"/>
                                      </p:to>
                                    </p:animClr>
                                    <p:set>
                                      <p:cBhvr>
                                        <p:cTn id="1354" dur="500" fill="hold"/>
                                        <p:tgtEl>
                                          <p:spTgt spid="264"/>
                                        </p:tgtEl>
                                        <p:attrNameLst>
                                          <p:attrName>stroke.on</p:attrName>
                                        </p:attrNameLst>
                                      </p:cBhvr>
                                      <p:to>
                                        <p:strVal val="true"/>
                                      </p:to>
                                    </p:set>
                                  </p:childTnLst>
                                </p:cTn>
                              </p:par>
                            </p:childTnLst>
                          </p:cTn>
                        </p:par>
                      </p:childTnLst>
                    </p:cTn>
                  </p:par>
                  <p:par>
                    <p:cTn id="1355" fill="hold">
                      <p:stCondLst>
                        <p:cond delay="indefinite"/>
                      </p:stCondLst>
                      <p:childTnLst>
                        <p:par>
                          <p:cTn id="1356" fill="hold">
                            <p:stCondLst>
                              <p:cond delay="0"/>
                            </p:stCondLst>
                            <p:childTnLst>
                              <p:par>
                                <p:cTn id="1357" presetID="32" presetClass="emph" presetSubtype="0" fill="hold" nodeType="clickEffect">
                                  <p:stCondLst>
                                    <p:cond delay="0"/>
                                  </p:stCondLst>
                                  <p:childTnLst>
                                    <p:animRot by="120000">
                                      <p:cBhvr>
                                        <p:cTn id="1358" dur="100" fill="hold">
                                          <p:stCondLst>
                                            <p:cond delay="0"/>
                                          </p:stCondLst>
                                        </p:cTn>
                                        <p:tgtEl>
                                          <p:spTgt spid="264"/>
                                        </p:tgtEl>
                                        <p:attrNameLst>
                                          <p:attrName>r</p:attrName>
                                        </p:attrNameLst>
                                      </p:cBhvr>
                                    </p:animRot>
                                    <p:animRot by="-240000">
                                      <p:cBhvr>
                                        <p:cTn id="1359" dur="200" fill="hold">
                                          <p:stCondLst>
                                            <p:cond delay="200"/>
                                          </p:stCondLst>
                                        </p:cTn>
                                        <p:tgtEl>
                                          <p:spTgt spid="264"/>
                                        </p:tgtEl>
                                        <p:attrNameLst>
                                          <p:attrName>r</p:attrName>
                                        </p:attrNameLst>
                                      </p:cBhvr>
                                    </p:animRot>
                                    <p:animRot by="240000">
                                      <p:cBhvr>
                                        <p:cTn id="1360" dur="200" fill="hold">
                                          <p:stCondLst>
                                            <p:cond delay="400"/>
                                          </p:stCondLst>
                                        </p:cTn>
                                        <p:tgtEl>
                                          <p:spTgt spid="264"/>
                                        </p:tgtEl>
                                        <p:attrNameLst>
                                          <p:attrName>r</p:attrName>
                                        </p:attrNameLst>
                                      </p:cBhvr>
                                    </p:animRot>
                                    <p:animRot by="-240000">
                                      <p:cBhvr>
                                        <p:cTn id="1361" dur="200" fill="hold">
                                          <p:stCondLst>
                                            <p:cond delay="600"/>
                                          </p:stCondLst>
                                        </p:cTn>
                                        <p:tgtEl>
                                          <p:spTgt spid="264"/>
                                        </p:tgtEl>
                                        <p:attrNameLst>
                                          <p:attrName>r</p:attrName>
                                        </p:attrNameLst>
                                      </p:cBhvr>
                                    </p:animRot>
                                    <p:animRot by="120000">
                                      <p:cBhvr>
                                        <p:cTn id="1362" dur="200" fill="hold">
                                          <p:stCondLst>
                                            <p:cond delay="800"/>
                                          </p:stCondLst>
                                        </p:cTn>
                                        <p:tgtEl>
                                          <p:spTgt spid="264"/>
                                        </p:tgtEl>
                                        <p:attrNameLst>
                                          <p:attrName>r</p:attrName>
                                        </p:attrNameLst>
                                      </p:cBhvr>
                                    </p:animRot>
                                  </p:childTnLst>
                                </p:cTn>
                              </p:par>
                            </p:childTnLst>
                          </p:cTn>
                        </p:par>
                        <p:par>
                          <p:cTn id="1363" fill="hold">
                            <p:stCondLst>
                              <p:cond delay="1000"/>
                            </p:stCondLst>
                            <p:childTnLst>
                              <p:par>
                                <p:cTn id="1364" presetID="63" presetClass="path" presetSubtype="0" accel="50000" decel="50000" fill="hold" nodeType="afterEffect">
                                  <p:stCondLst>
                                    <p:cond delay="0"/>
                                  </p:stCondLst>
                                  <p:childTnLst>
                                    <p:animMotion origin="layout" path="M 0.07213 -2.96296E-6 L 0.1431 -0.00046 " pathEditMode="relative" rAng="0" ptsTypes="AA">
                                      <p:cBhvr>
                                        <p:cTn id="1365" dur="1000" fill="hold"/>
                                        <p:tgtEl>
                                          <p:spTgt spid="232"/>
                                        </p:tgtEl>
                                        <p:attrNameLst>
                                          <p:attrName>ppt_x</p:attrName>
                                          <p:attrName>ppt_y</p:attrName>
                                        </p:attrNameLst>
                                      </p:cBhvr>
                                      <p:rCtr x="3542" y="-23"/>
                                    </p:animMotion>
                                  </p:childTnLst>
                                </p:cTn>
                              </p:par>
                              <p:par>
                                <p:cTn id="1366" presetID="49" presetClass="path" presetSubtype="0" accel="50000" decel="50000" fill="hold" nodeType="withEffect">
                                  <p:stCondLst>
                                    <p:cond delay="0"/>
                                  </p:stCondLst>
                                  <p:childTnLst>
                                    <p:animMotion origin="layout" path="M -4.633E-6 -2.48091E-6 L 0.14876 0.36705 " pathEditMode="relative" rAng="0" ptsTypes="AA">
                                      <p:cBhvr>
                                        <p:cTn id="1367" dur="1000" fill="hold"/>
                                        <p:tgtEl>
                                          <p:spTgt spid="128"/>
                                        </p:tgtEl>
                                        <p:attrNameLst>
                                          <p:attrName>ppt_x</p:attrName>
                                          <p:attrName>ppt_y</p:attrName>
                                        </p:attrNameLst>
                                      </p:cBhvr>
                                      <p:rCtr x="7431" y="18352"/>
                                    </p:animMotion>
                                  </p:childTnLst>
                                </p:cTn>
                              </p:par>
                            </p:childTnLst>
                          </p:cTn>
                        </p:par>
                        <p:par>
                          <p:cTn id="1368" fill="hold">
                            <p:stCondLst>
                              <p:cond delay="2000"/>
                            </p:stCondLst>
                            <p:childTnLst>
                              <p:par>
                                <p:cTn id="1369" presetID="63" presetClass="path" presetSubtype="0" accel="50000" decel="50000" fill="hold" nodeType="afterEffect">
                                  <p:stCondLst>
                                    <p:cond delay="0"/>
                                  </p:stCondLst>
                                  <p:childTnLst>
                                    <p:animMotion origin="layout" path="M -1.04167E-6 -4.07407E-6 L 0.07409 0.00139 " pathEditMode="relative" rAng="0" ptsTypes="AA">
                                      <p:cBhvr>
                                        <p:cTn id="1370" dur="1000" fill="hold"/>
                                        <p:tgtEl>
                                          <p:spTgt spid="335"/>
                                        </p:tgtEl>
                                        <p:attrNameLst>
                                          <p:attrName>ppt_x</p:attrName>
                                          <p:attrName>ppt_y</p:attrName>
                                        </p:attrNameLst>
                                      </p:cBhvr>
                                      <p:rCtr x="3698" y="69"/>
                                    </p:animMotion>
                                  </p:childTnLst>
                                </p:cTn>
                              </p:par>
                              <p:par>
                                <p:cTn id="1371" presetID="22" presetClass="entr" presetSubtype="8" fill="hold" nodeType="withEffect">
                                  <p:stCondLst>
                                    <p:cond delay="0"/>
                                  </p:stCondLst>
                                  <p:childTnLst>
                                    <p:set>
                                      <p:cBhvr>
                                        <p:cTn id="1372" dur="1" fill="hold">
                                          <p:stCondLst>
                                            <p:cond delay="0"/>
                                          </p:stCondLst>
                                        </p:cTn>
                                        <p:tgtEl>
                                          <p:spTgt spid="343"/>
                                        </p:tgtEl>
                                        <p:attrNameLst>
                                          <p:attrName>style.visibility</p:attrName>
                                        </p:attrNameLst>
                                      </p:cBhvr>
                                      <p:to>
                                        <p:strVal val="visible"/>
                                      </p:to>
                                    </p:set>
                                    <p:animEffect transition="in" filter="wipe(left)">
                                      <p:cBhvr>
                                        <p:cTn id="1373" dur="1000"/>
                                        <p:tgtEl>
                                          <p:spTgt spid="343"/>
                                        </p:tgtEl>
                                      </p:cBhvr>
                                    </p:animEffect>
                                  </p:childTnLst>
                                </p:cTn>
                              </p:par>
                            </p:childTnLst>
                          </p:cTn>
                        </p:par>
                        <p:par>
                          <p:cTn id="1374" fill="hold">
                            <p:stCondLst>
                              <p:cond delay="3000"/>
                            </p:stCondLst>
                            <p:childTnLst>
                              <p:par>
                                <p:cTn id="1375" presetID="22" presetClass="entr" presetSubtype="1" fill="hold" grpId="0" nodeType="afterEffect">
                                  <p:stCondLst>
                                    <p:cond delay="0"/>
                                  </p:stCondLst>
                                  <p:childTnLst>
                                    <p:set>
                                      <p:cBhvr>
                                        <p:cTn id="1376" dur="1" fill="hold">
                                          <p:stCondLst>
                                            <p:cond delay="0"/>
                                          </p:stCondLst>
                                        </p:cTn>
                                        <p:tgtEl>
                                          <p:spTgt spid="347"/>
                                        </p:tgtEl>
                                        <p:attrNameLst>
                                          <p:attrName>style.visibility</p:attrName>
                                        </p:attrNameLst>
                                      </p:cBhvr>
                                      <p:to>
                                        <p:strVal val="visible"/>
                                      </p:to>
                                    </p:set>
                                    <p:animEffect transition="in" filter="wipe(up)">
                                      <p:cBhvr>
                                        <p:cTn id="1377" dur="500"/>
                                        <p:tgtEl>
                                          <p:spTgt spid="347"/>
                                        </p:tgtEl>
                                      </p:cBhvr>
                                    </p:animEffect>
                                  </p:childTnLst>
                                </p:cTn>
                              </p:par>
                              <p:par>
                                <p:cTn id="1378" presetID="22" presetClass="entr" presetSubtype="1" fill="hold" grpId="0" nodeType="withEffect">
                                  <p:stCondLst>
                                    <p:cond delay="0"/>
                                  </p:stCondLst>
                                  <p:childTnLst>
                                    <p:set>
                                      <p:cBhvr>
                                        <p:cTn id="1379" dur="1" fill="hold">
                                          <p:stCondLst>
                                            <p:cond delay="0"/>
                                          </p:stCondLst>
                                        </p:cTn>
                                        <p:tgtEl>
                                          <p:spTgt spid="348"/>
                                        </p:tgtEl>
                                        <p:attrNameLst>
                                          <p:attrName>style.visibility</p:attrName>
                                        </p:attrNameLst>
                                      </p:cBhvr>
                                      <p:to>
                                        <p:strVal val="visible"/>
                                      </p:to>
                                    </p:set>
                                    <p:animEffect transition="in" filter="wipe(up)">
                                      <p:cBhvr>
                                        <p:cTn id="1380" dur="500"/>
                                        <p:tgtEl>
                                          <p:spTgt spid="348"/>
                                        </p:tgtEl>
                                      </p:cBhvr>
                                    </p:animEffect>
                                  </p:childTnLst>
                                </p:cTn>
                              </p:par>
                            </p:childTnLst>
                          </p:cTn>
                        </p:par>
                        <p:par>
                          <p:cTn id="1381" fill="hold">
                            <p:stCondLst>
                              <p:cond delay="3500"/>
                            </p:stCondLst>
                            <p:childTnLst>
                              <p:par>
                                <p:cTn id="1382" presetID="7" presetClass="emph" presetSubtype="2" fill="hold" nodeType="afterEffect">
                                  <p:stCondLst>
                                    <p:cond delay="0"/>
                                  </p:stCondLst>
                                  <p:childTnLst>
                                    <p:animClr clrSpc="rgb" dir="cw">
                                      <p:cBhvr>
                                        <p:cTn id="1383" dur="500" fill="hold"/>
                                        <p:tgtEl>
                                          <p:spTgt spid="264"/>
                                        </p:tgtEl>
                                        <p:attrNameLst>
                                          <p:attrName>stroke.color</p:attrName>
                                        </p:attrNameLst>
                                      </p:cBhvr>
                                      <p:to>
                                        <a:srgbClr val="DBE7F9"/>
                                      </p:to>
                                    </p:animClr>
                                    <p:set>
                                      <p:cBhvr>
                                        <p:cTn id="1384" dur="500" fill="hold"/>
                                        <p:tgtEl>
                                          <p:spTgt spid="264"/>
                                        </p:tgtEl>
                                        <p:attrNameLst>
                                          <p:attrName>stroke.on</p:attrName>
                                        </p:attrNameLst>
                                      </p:cBhvr>
                                      <p:to>
                                        <p:strVal val="true"/>
                                      </p:to>
                                    </p:set>
                                  </p:childTnLst>
                                </p:cTn>
                              </p:par>
                              <p:par>
                                <p:cTn id="1385" presetID="7" presetClass="emph" presetSubtype="2" fill="hold" nodeType="withEffect">
                                  <p:stCondLst>
                                    <p:cond delay="0"/>
                                  </p:stCondLst>
                                  <p:childTnLst>
                                    <p:animClr clrSpc="rgb" dir="cw">
                                      <p:cBhvr>
                                        <p:cTn id="1386" dur="500" fill="hold"/>
                                        <p:tgtEl>
                                          <p:spTgt spid="267"/>
                                        </p:tgtEl>
                                        <p:attrNameLst>
                                          <p:attrName>stroke.color</p:attrName>
                                        </p:attrNameLst>
                                      </p:cBhvr>
                                      <p:to>
                                        <a:srgbClr val="FF0000"/>
                                      </p:to>
                                    </p:animClr>
                                    <p:set>
                                      <p:cBhvr>
                                        <p:cTn id="1387" dur="500" fill="hold"/>
                                        <p:tgtEl>
                                          <p:spTgt spid="267"/>
                                        </p:tgtEl>
                                        <p:attrNameLst>
                                          <p:attrName>stroke.on</p:attrName>
                                        </p:attrNameLst>
                                      </p:cBhvr>
                                      <p:to>
                                        <p:strVal val="true"/>
                                      </p:to>
                                    </p:set>
                                  </p:childTnLst>
                                </p:cTn>
                              </p:par>
                            </p:childTnLst>
                          </p:cTn>
                        </p:par>
                      </p:childTnLst>
                    </p:cTn>
                  </p:par>
                  <p:par>
                    <p:cTn id="1388" fill="hold">
                      <p:stCondLst>
                        <p:cond delay="indefinite"/>
                      </p:stCondLst>
                      <p:childTnLst>
                        <p:par>
                          <p:cTn id="1389" fill="hold">
                            <p:stCondLst>
                              <p:cond delay="0"/>
                            </p:stCondLst>
                            <p:childTnLst>
                              <p:par>
                                <p:cTn id="1390" presetID="32" presetClass="emph" presetSubtype="0" fill="hold" nodeType="clickEffect">
                                  <p:stCondLst>
                                    <p:cond delay="0"/>
                                  </p:stCondLst>
                                  <p:childTnLst>
                                    <p:animRot by="120000">
                                      <p:cBhvr>
                                        <p:cTn id="1391" dur="100" fill="hold">
                                          <p:stCondLst>
                                            <p:cond delay="0"/>
                                          </p:stCondLst>
                                        </p:cTn>
                                        <p:tgtEl>
                                          <p:spTgt spid="267"/>
                                        </p:tgtEl>
                                        <p:attrNameLst>
                                          <p:attrName>r</p:attrName>
                                        </p:attrNameLst>
                                      </p:cBhvr>
                                    </p:animRot>
                                    <p:animRot by="-240000">
                                      <p:cBhvr>
                                        <p:cTn id="1392" dur="200" fill="hold">
                                          <p:stCondLst>
                                            <p:cond delay="200"/>
                                          </p:stCondLst>
                                        </p:cTn>
                                        <p:tgtEl>
                                          <p:spTgt spid="267"/>
                                        </p:tgtEl>
                                        <p:attrNameLst>
                                          <p:attrName>r</p:attrName>
                                        </p:attrNameLst>
                                      </p:cBhvr>
                                    </p:animRot>
                                    <p:animRot by="240000">
                                      <p:cBhvr>
                                        <p:cTn id="1393" dur="200" fill="hold">
                                          <p:stCondLst>
                                            <p:cond delay="400"/>
                                          </p:stCondLst>
                                        </p:cTn>
                                        <p:tgtEl>
                                          <p:spTgt spid="267"/>
                                        </p:tgtEl>
                                        <p:attrNameLst>
                                          <p:attrName>r</p:attrName>
                                        </p:attrNameLst>
                                      </p:cBhvr>
                                    </p:animRot>
                                    <p:animRot by="-240000">
                                      <p:cBhvr>
                                        <p:cTn id="1394" dur="200" fill="hold">
                                          <p:stCondLst>
                                            <p:cond delay="600"/>
                                          </p:stCondLst>
                                        </p:cTn>
                                        <p:tgtEl>
                                          <p:spTgt spid="267"/>
                                        </p:tgtEl>
                                        <p:attrNameLst>
                                          <p:attrName>r</p:attrName>
                                        </p:attrNameLst>
                                      </p:cBhvr>
                                    </p:animRot>
                                    <p:animRot by="120000">
                                      <p:cBhvr>
                                        <p:cTn id="1395" dur="200" fill="hold">
                                          <p:stCondLst>
                                            <p:cond delay="800"/>
                                          </p:stCondLst>
                                        </p:cTn>
                                        <p:tgtEl>
                                          <p:spTgt spid="267"/>
                                        </p:tgtEl>
                                        <p:attrNameLst>
                                          <p:attrName>r</p:attrName>
                                        </p:attrNameLst>
                                      </p:cBhvr>
                                    </p:animRot>
                                  </p:childTnLst>
                                </p:cTn>
                              </p:par>
                            </p:childTnLst>
                          </p:cTn>
                        </p:par>
                        <p:par>
                          <p:cTn id="1396" fill="hold">
                            <p:stCondLst>
                              <p:cond delay="1000"/>
                            </p:stCondLst>
                            <p:childTnLst>
                              <p:par>
                                <p:cTn id="1397" presetID="7" presetClass="emph" presetSubtype="2" fill="hold" nodeType="afterEffect">
                                  <p:stCondLst>
                                    <p:cond delay="0"/>
                                  </p:stCondLst>
                                  <p:childTnLst>
                                    <p:animClr clrSpc="rgb" dir="cw">
                                      <p:cBhvr>
                                        <p:cTn id="1398" dur="500" fill="hold"/>
                                        <p:tgtEl>
                                          <p:spTgt spid="267"/>
                                        </p:tgtEl>
                                        <p:attrNameLst>
                                          <p:attrName>stroke.color</p:attrName>
                                        </p:attrNameLst>
                                      </p:cBhvr>
                                      <p:to>
                                        <a:srgbClr val="DBE7F9"/>
                                      </p:to>
                                    </p:animClr>
                                    <p:set>
                                      <p:cBhvr>
                                        <p:cTn id="1399" dur="500" fill="hold"/>
                                        <p:tgtEl>
                                          <p:spTgt spid="267"/>
                                        </p:tgtEl>
                                        <p:attrNameLst>
                                          <p:attrName>stroke.on</p:attrName>
                                        </p:attrNameLst>
                                      </p:cBhvr>
                                      <p:to>
                                        <p:strVal val="true"/>
                                      </p:to>
                                    </p:set>
                                  </p:childTnLst>
                                </p:cTn>
                              </p:par>
                              <p:par>
                                <p:cTn id="1400" presetID="7" presetClass="emph" presetSubtype="2" fill="hold" nodeType="withEffect">
                                  <p:stCondLst>
                                    <p:cond delay="0"/>
                                  </p:stCondLst>
                                  <p:childTnLst>
                                    <p:animClr clrSpc="rgb" dir="cw">
                                      <p:cBhvr>
                                        <p:cTn id="1401" dur="500" fill="hold"/>
                                        <p:tgtEl>
                                          <p:spTgt spid="269"/>
                                        </p:tgtEl>
                                        <p:attrNameLst>
                                          <p:attrName>stroke.color</p:attrName>
                                        </p:attrNameLst>
                                      </p:cBhvr>
                                      <p:to>
                                        <a:srgbClr val="FF0000"/>
                                      </p:to>
                                    </p:animClr>
                                    <p:set>
                                      <p:cBhvr>
                                        <p:cTn id="1402" dur="500" fill="hold"/>
                                        <p:tgtEl>
                                          <p:spTgt spid="269"/>
                                        </p:tgtEl>
                                        <p:attrNameLst>
                                          <p:attrName>stroke.on</p:attrName>
                                        </p:attrNameLst>
                                      </p:cBhvr>
                                      <p:to>
                                        <p:strVal val="true"/>
                                      </p:to>
                                    </p:set>
                                  </p:childTnLst>
                                </p:cTn>
                              </p:par>
                            </p:childTnLst>
                          </p:cTn>
                        </p:par>
                      </p:childTnLst>
                    </p:cTn>
                  </p:par>
                  <p:par>
                    <p:cTn id="1403" fill="hold">
                      <p:stCondLst>
                        <p:cond delay="indefinite"/>
                      </p:stCondLst>
                      <p:childTnLst>
                        <p:par>
                          <p:cTn id="1404" fill="hold">
                            <p:stCondLst>
                              <p:cond delay="0"/>
                            </p:stCondLst>
                            <p:childTnLst>
                              <p:par>
                                <p:cTn id="1405" presetID="32" presetClass="emph" presetSubtype="0" fill="hold" nodeType="clickEffect">
                                  <p:stCondLst>
                                    <p:cond delay="0"/>
                                  </p:stCondLst>
                                  <p:childTnLst>
                                    <p:animRot by="120000">
                                      <p:cBhvr>
                                        <p:cTn id="1406" dur="100" fill="hold">
                                          <p:stCondLst>
                                            <p:cond delay="0"/>
                                          </p:stCondLst>
                                        </p:cTn>
                                        <p:tgtEl>
                                          <p:spTgt spid="269"/>
                                        </p:tgtEl>
                                        <p:attrNameLst>
                                          <p:attrName>r</p:attrName>
                                        </p:attrNameLst>
                                      </p:cBhvr>
                                    </p:animRot>
                                    <p:animRot by="-240000">
                                      <p:cBhvr>
                                        <p:cTn id="1407" dur="200" fill="hold">
                                          <p:stCondLst>
                                            <p:cond delay="200"/>
                                          </p:stCondLst>
                                        </p:cTn>
                                        <p:tgtEl>
                                          <p:spTgt spid="269"/>
                                        </p:tgtEl>
                                        <p:attrNameLst>
                                          <p:attrName>r</p:attrName>
                                        </p:attrNameLst>
                                      </p:cBhvr>
                                    </p:animRot>
                                    <p:animRot by="240000">
                                      <p:cBhvr>
                                        <p:cTn id="1408" dur="200" fill="hold">
                                          <p:stCondLst>
                                            <p:cond delay="400"/>
                                          </p:stCondLst>
                                        </p:cTn>
                                        <p:tgtEl>
                                          <p:spTgt spid="269"/>
                                        </p:tgtEl>
                                        <p:attrNameLst>
                                          <p:attrName>r</p:attrName>
                                        </p:attrNameLst>
                                      </p:cBhvr>
                                    </p:animRot>
                                    <p:animRot by="-240000">
                                      <p:cBhvr>
                                        <p:cTn id="1409" dur="200" fill="hold">
                                          <p:stCondLst>
                                            <p:cond delay="600"/>
                                          </p:stCondLst>
                                        </p:cTn>
                                        <p:tgtEl>
                                          <p:spTgt spid="269"/>
                                        </p:tgtEl>
                                        <p:attrNameLst>
                                          <p:attrName>r</p:attrName>
                                        </p:attrNameLst>
                                      </p:cBhvr>
                                    </p:animRot>
                                    <p:animRot by="120000">
                                      <p:cBhvr>
                                        <p:cTn id="1410" dur="200" fill="hold">
                                          <p:stCondLst>
                                            <p:cond delay="800"/>
                                          </p:stCondLst>
                                        </p:cTn>
                                        <p:tgtEl>
                                          <p:spTgt spid="269"/>
                                        </p:tgtEl>
                                        <p:attrNameLst>
                                          <p:attrName>r</p:attrName>
                                        </p:attrNameLst>
                                      </p:cBhvr>
                                    </p:animRot>
                                  </p:childTnLst>
                                </p:cTn>
                              </p:par>
                            </p:childTnLst>
                          </p:cTn>
                        </p:par>
                        <p:par>
                          <p:cTn id="1411" fill="hold">
                            <p:stCondLst>
                              <p:cond delay="1000"/>
                            </p:stCondLst>
                            <p:childTnLst>
                              <p:par>
                                <p:cTn id="1412" presetID="22" presetClass="entr" presetSubtype="8" fill="hold" grpId="0" nodeType="afterEffect">
                                  <p:stCondLst>
                                    <p:cond delay="0"/>
                                  </p:stCondLst>
                                  <p:childTnLst>
                                    <p:set>
                                      <p:cBhvr>
                                        <p:cTn id="1413" dur="1" fill="hold">
                                          <p:stCondLst>
                                            <p:cond delay="0"/>
                                          </p:stCondLst>
                                        </p:cTn>
                                        <p:tgtEl>
                                          <p:spTgt spid="299"/>
                                        </p:tgtEl>
                                        <p:attrNameLst>
                                          <p:attrName>style.visibility</p:attrName>
                                        </p:attrNameLst>
                                      </p:cBhvr>
                                      <p:to>
                                        <p:strVal val="visible"/>
                                      </p:to>
                                    </p:set>
                                    <p:animEffect transition="in" filter="wipe(left)">
                                      <p:cBhvr>
                                        <p:cTn id="1414" dur="500"/>
                                        <p:tgtEl>
                                          <p:spTgt spid="299"/>
                                        </p:tgtEl>
                                      </p:cBhvr>
                                    </p:animEffect>
                                  </p:childTnLst>
                                </p:cTn>
                              </p:par>
                            </p:childTnLst>
                          </p:cTn>
                        </p:par>
                        <p:par>
                          <p:cTn id="1415" fill="hold">
                            <p:stCondLst>
                              <p:cond delay="1500"/>
                            </p:stCondLst>
                            <p:childTnLst>
                              <p:par>
                                <p:cTn id="1416" presetID="22" presetClass="exit" presetSubtype="8" fill="hold" grpId="1" nodeType="afterEffect">
                                  <p:stCondLst>
                                    <p:cond delay="0"/>
                                  </p:stCondLst>
                                  <p:childTnLst>
                                    <p:animEffect transition="out" filter="wipe(left)">
                                      <p:cBhvr>
                                        <p:cTn id="1417" dur="500"/>
                                        <p:tgtEl>
                                          <p:spTgt spid="334"/>
                                        </p:tgtEl>
                                      </p:cBhvr>
                                    </p:animEffect>
                                    <p:set>
                                      <p:cBhvr>
                                        <p:cTn id="1418" dur="1" fill="hold">
                                          <p:stCondLst>
                                            <p:cond delay="499"/>
                                          </p:stCondLst>
                                        </p:cTn>
                                        <p:tgtEl>
                                          <p:spTgt spid="334"/>
                                        </p:tgtEl>
                                        <p:attrNameLst>
                                          <p:attrName>style.visibility</p:attrName>
                                        </p:attrNameLst>
                                      </p:cBhvr>
                                      <p:to>
                                        <p:strVal val="hidden"/>
                                      </p:to>
                                    </p:set>
                                  </p:childTnLst>
                                </p:cTn>
                              </p:par>
                            </p:childTnLst>
                          </p:cTn>
                        </p:par>
                        <p:par>
                          <p:cTn id="1419" fill="hold">
                            <p:stCondLst>
                              <p:cond delay="2000"/>
                            </p:stCondLst>
                            <p:childTnLst>
                              <p:par>
                                <p:cTn id="1420" presetID="22" presetClass="entr" presetSubtype="8" fill="hold" nodeType="afterEffect">
                                  <p:stCondLst>
                                    <p:cond delay="0"/>
                                  </p:stCondLst>
                                  <p:childTnLst>
                                    <p:set>
                                      <p:cBhvr>
                                        <p:cTn id="1421" dur="1" fill="hold">
                                          <p:stCondLst>
                                            <p:cond delay="0"/>
                                          </p:stCondLst>
                                        </p:cTn>
                                        <p:tgtEl>
                                          <p:spTgt spid="349"/>
                                        </p:tgtEl>
                                        <p:attrNameLst>
                                          <p:attrName>style.visibility</p:attrName>
                                        </p:attrNameLst>
                                      </p:cBhvr>
                                      <p:to>
                                        <p:strVal val="visible"/>
                                      </p:to>
                                    </p:set>
                                    <p:animEffect transition="in" filter="wipe(left)">
                                      <p:cBhvr>
                                        <p:cTn id="1422" dur="1000"/>
                                        <p:tgtEl>
                                          <p:spTgt spid="349"/>
                                        </p:tgtEl>
                                      </p:cBhvr>
                                    </p:animEffect>
                                  </p:childTnLst>
                                </p:cTn>
                              </p:par>
                            </p:childTnLst>
                          </p:cTn>
                        </p:par>
                        <p:par>
                          <p:cTn id="1423" fill="hold">
                            <p:stCondLst>
                              <p:cond delay="3000"/>
                            </p:stCondLst>
                            <p:childTnLst>
                              <p:par>
                                <p:cTn id="1424" presetID="7" presetClass="emph" presetSubtype="2" fill="hold" nodeType="afterEffect">
                                  <p:stCondLst>
                                    <p:cond delay="0"/>
                                  </p:stCondLst>
                                  <p:childTnLst>
                                    <p:animClr clrSpc="rgb" dir="cw">
                                      <p:cBhvr>
                                        <p:cTn id="1425" dur="500" fill="hold"/>
                                        <p:tgtEl>
                                          <p:spTgt spid="269"/>
                                        </p:tgtEl>
                                        <p:attrNameLst>
                                          <p:attrName>stroke.color</p:attrName>
                                        </p:attrNameLst>
                                      </p:cBhvr>
                                      <p:to>
                                        <a:srgbClr val="DBE7F9"/>
                                      </p:to>
                                    </p:animClr>
                                    <p:set>
                                      <p:cBhvr>
                                        <p:cTn id="1426" dur="500" fill="hold"/>
                                        <p:tgtEl>
                                          <p:spTgt spid="269"/>
                                        </p:tgtEl>
                                        <p:attrNameLst>
                                          <p:attrName>stroke.on</p:attrName>
                                        </p:attrNameLst>
                                      </p:cBhvr>
                                      <p:to>
                                        <p:strVal val="true"/>
                                      </p:to>
                                    </p:set>
                                  </p:childTnLst>
                                </p:cTn>
                              </p:par>
                              <p:par>
                                <p:cTn id="1427" presetID="7" presetClass="emph" presetSubtype="2" fill="hold" nodeType="withEffect">
                                  <p:stCondLst>
                                    <p:cond delay="0"/>
                                  </p:stCondLst>
                                  <p:childTnLst>
                                    <p:animClr clrSpc="rgb" dir="cw">
                                      <p:cBhvr>
                                        <p:cTn id="1428" dur="500" fill="hold"/>
                                        <p:tgtEl>
                                          <p:spTgt spid="271"/>
                                        </p:tgtEl>
                                        <p:attrNameLst>
                                          <p:attrName>stroke.color</p:attrName>
                                        </p:attrNameLst>
                                      </p:cBhvr>
                                      <p:to>
                                        <a:srgbClr val="FF0000"/>
                                      </p:to>
                                    </p:animClr>
                                    <p:set>
                                      <p:cBhvr>
                                        <p:cTn id="1429" dur="500" fill="hold"/>
                                        <p:tgtEl>
                                          <p:spTgt spid="271"/>
                                        </p:tgtEl>
                                        <p:attrNameLst>
                                          <p:attrName>stroke.on</p:attrName>
                                        </p:attrNameLst>
                                      </p:cBhvr>
                                      <p:to>
                                        <p:strVal val="true"/>
                                      </p:to>
                                    </p:set>
                                  </p:childTnLst>
                                </p:cTn>
                              </p:par>
                            </p:childTnLst>
                          </p:cTn>
                        </p:par>
                      </p:childTnLst>
                    </p:cTn>
                  </p:par>
                  <p:par>
                    <p:cTn id="1430" fill="hold">
                      <p:stCondLst>
                        <p:cond delay="indefinite"/>
                      </p:stCondLst>
                      <p:childTnLst>
                        <p:par>
                          <p:cTn id="1431" fill="hold">
                            <p:stCondLst>
                              <p:cond delay="0"/>
                            </p:stCondLst>
                            <p:childTnLst>
                              <p:par>
                                <p:cTn id="1432" presetID="32" presetClass="emph" presetSubtype="0" fill="hold" nodeType="clickEffect">
                                  <p:stCondLst>
                                    <p:cond delay="0"/>
                                  </p:stCondLst>
                                  <p:childTnLst>
                                    <p:animRot by="120000">
                                      <p:cBhvr>
                                        <p:cTn id="1433" dur="100" fill="hold">
                                          <p:stCondLst>
                                            <p:cond delay="0"/>
                                          </p:stCondLst>
                                        </p:cTn>
                                        <p:tgtEl>
                                          <p:spTgt spid="271"/>
                                        </p:tgtEl>
                                        <p:attrNameLst>
                                          <p:attrName>r</p:attrName>
                                        </p:attrNameLst>
                                      </p:cBhvr>
                                    </p:animRot>
                                    <p:animRot by="-240000">
                                      <p:cBhvr>
                                        <p:cTn id="1434" dur="200" fill="hold">
                                          <p:stCondLst>
                                            <p:cond delay="200"/>
                                          </p:stCondLst>
                                        </p:cTn>
                                        <p:tgtEl>
                                          <p:spTgt spid="271"/>
                                        </p:tgtEl>
                                        <p:attrNameLst>
                                          <p:attrName>r</p:attrName>
                                        </p:attrNameLst>
                                      </p:cBhvr>
                                    </p:animRot>
                                    <p:animRot by="240000">
                                      <p:cBhvr>
                                        <p:cTn id="1435" dur="200" fill="hold">
                                          <p:stCondLst>
                                            <p:cond delay="400"/>
                                          </p:stCondLst>
                                        </p:cTn>
                                        <p:tgtEl>
                                          <p:spTgt spid="271"/>
                                        </p:tgtEl>
                                        <p:attrNameLst>
                                          <p:attrName>r</p:attrName>
                                        </p:attrNameLst>
                                      </p:cBhvr>
                                    </p:animRot>
                                    <p:animRot by="-240000">
                                      <p:cBhvr>
                                        <p:cTn id="1436" dur="200" fill="hold">
                                          <p:stCondLst>
                                            <p:cond delay="600"/>
                                          </p:stCondLst>
                                        </p:cTn>
                                        <p:tgtEl>
                                          <p:spTgt spid="271"/>
                                        </p:tgtEl>
                                        <p:attrNameLst>
                                          <p:attrName>r</p:attrName>
                                        </p:attrNameLst>
                                      </p:cBhvr>
                                    </p:animRot>
                                    <p:animRot by="120000">
                                      <p:cBhvr>
                                        <p:cTn id="1437" dur="200" fill="hold">
                                          <p:stCondLst>
                                            <p:cond delay="800"/>
                                          </p:stCondLst>
                                        </p:cTn>
                                        <p:tgtEl>
                                          <p:spTgt spid="271"/>
                                        </p:tgtEl>
                                        <p:attrNameLst>
                                          <p:attrName>r</p:attrName>
                                        </p:attrNameLst>
                                      </p:cBhvr>
                                    </p:animRot>
                                  </p:childTnLst>
                                </p:cTn>
                              </p:par>
                            </p:childTnLst>
                          </p:cTn>
                        </p:par>
                        <p:par>
                          <p:cTn id="1438" fill="hold">
                            <p:stCondLst>
                              <p:cond delay="1000"/>
                            </p:stCondLst>
                            <p:childTnLst>
                              <p:par>
                                <p:cTn id="1439" presetID="63" presetClass="path" presetSubtype="0" accel="50000" decel="50000" fill="hold" nodeType="afterEffect">
                                  <p:stCondLst>
                                    <p:cond delay="0"/>
                                  </p:stCondLst>
                                  <p:childTnLst>
                                    <p:animMotion origin="layout" path="M 1.4784E-6 -4.15645E-6 L 0.07066 0.00209 " pathEditMode="relative" rAng="0" ptsTypes="AA">
                                      <p:cBhvr>
                                        <p:cTn id="1440" dur="1000" fill="hold"/>
                                        <p:tgtEl>
                                          <p:spTgt spid="339"/>
                                        </p:tgtEl>
                                        <p:attrNameLst>
                                          <p:attrName>ppt_x</p:attrName>
                                          <p:attrName>ppt_y</p:attrName>
                                        </p:attrNameLst>
                                      </p:cBhvr>
                                      <p:rCtr x="3527" y="93"/>
                                    </p:animMotion>
                                  </p:childTnLst>
                                </p:cTn>
                              </p:par>
                              <p:par>
                                <p:cTn id="1441" presetID="63" presetClass="path" presetSubtype="0" accel="50000" decel="50000" fill="hold" nodeType="withEffect">
                                  <p:stCondLst>
                                    <p:cond delay="0"/>
                                  </p:stCondLst>
                                  <p:childTnLst>
                                    <p:animMotion origin="layout" path="M 0.08255 -0.00972 L 0.15846 -0.00879 " pathEditMode="relative" rAng="0" ptsTypes="AA">
                                      <p:cBhvr>
                                        <p:cTn id="1442" dur="1000" fill="hold"/>
                                        <p:tgtEl>
                                          <p:spTgt spid="254"/>
                                        </p:tgtEl>
                                        <p:attrNameLst>
                                          <p:attrName>ppt_x</p:attrName>
                                          <p:attrName>ppt_y</p:attrName>
                                        </p:attrNameLst>
                                      </p:cBhvr>
                                      <p:rCtr x="3789" y="46"/>
                                    </p:animMotion>
                                  </p:childTnLst>
                                </p:cTn>
                              </p:par>
                              <p:par>
                                <p:cTn id="1443" presetID="7" presetClass="emph" presetSubtype="2" fill="hold" nodeType="withEffect">
                                  <p:stCondLst>
                                    <p:cond delay="0"/>
                                  </p:stCondLst>
                                  <p:childTnLst>
                                    <p:animClr clrSpc="rgb" dir="cw">
                                      <p:cBhvr>
                                        <p:cTn id="1444" dur="500" fill="hold"/>
                                        <p:tgtEl>
                                          <p:spTgt spid="260"/>
                                        </p:tgtEl>
                                        <p:attrNameLst>
                                          <p:attrName>stroke.color</p:attrName>
                                        </p:attrNameLst>
                                      </p:cBhvr>
                                      <p:to>
                                        <a:srgbClr val="EA7A26"/>
                                      </p:to>
                                    </p:animClr>
                                    <p:set>
                                      <p:cBhvr>
                                        <p:cTn id="1445" dur="500" fill="hold"/>
                                        <p:tgtEl>
                                          <p:spTgt spid="260"/>
                                        </p:tgtEl>
                                        <p:attrNameLst>
                                          <p:attrName>stroke.on</p:attrName>
                                        </p:attrNameLst>
                                      </p:cBhvr>
                                      <p:to>
                                        <p:strVal val="true"/>
                                      </p:to>
                                    </p:set>
                                  </p:childTnLst>
                                </p:cTn>
                              </p:par>
                            </p:childTnLst>
                          </p:cTn>
                        </p:par>
                      </p:childTnLst>
                    </p:cTn>
                  </p:par>
                  <p:par>
                    <p:cTn id="1446" fill="hold">
                      <p:stCondLst>
                        <p:cond delay="indefinite"/>
                      </p:stCondLst>
                      <p:childTnLst>
                        <p:par>
                          <p:cTn id="1447" fill="hold">
                            <p:stCondLst>
                              <p:cond delay="0"/>
                            </p:stCondLst>
                            <p:childTnLst>
                              <p:par>
                                <p:cTn id="1448" presetID="32" presetClass="emph" presetSubtype="0" fill="hold" nodeType="clickEffect">
                                  <p:stCondLst>
                                    <p:cond delay="0"/>
                                  </p:stCondLst>
                                  <p:childTnLst>
                                    <p:animRot by="120000">
                                      <p:cBhvr>
                                        <p:cTn id="1449" dur="100" fill="hold">
                                          <p:stCondLst>
                                            <p:cond delay="0"/>
                                          </p:stCondLst>
                                        </p:cTn>
                                        <p:tgtEl>
                                          <p:spTgt spid="260"/>
                                        </p:tgtEl>
                                        <p:attrNameLst>
                                          <p:attrName>r</p:attrName>
                                        </p:attrNameLst>
                                      </p:cBhvr>
                                    </p:animRot>
                                    <p:animRot by="-240000">
                                      <p:cBhvr>
                                        <p:cTn id="1450" dur="200" fill="hold">
                                          <p:stCondLst>
                                            <p:cond delay="200"/>
                                          </p:stCondLst>
                                        </p:cTn>
                                        <p:tgtEl>
                                          <p:spTgt spid="260"/>
                                        </p:tgtEl>
                                        <p:attrNameLst>
                                          <p:attrName>r</p:attrName>
                                        </p:attrNameLst>
                                      </p:cBhvr>
                                    </p:animRot>
                                    <p:animRot by="240000">
                                      <p:cBhvr>
                                        <p:cTn id="1451" dur="200" fill="hold">
                                          <p:stCondLst>
                                            <p:cond delay="400"/>
                                          </p:stCondLst>
                                        </p:cTn>
                                        <p:tgtEl>
                                          <p:spTgt spid="260"/>
                                        </p:tgtEl>
                                        <p:attrNameLst>
                                          <p:attrName>r</p:attrName>
                                        </p:attrNameLst>
                                      </p:cBhvr>
                                    </p:animRot>
                                    <p:animRot by="-240000">
                                      <p:cBhvr>
                                        <p:cTn id="1452" dur="200" fill="hold">
                                          <p:stCondLst>
                                            <p:cond delay="600"/>
                                          </p:stCondLst>
                                        </p:cTn>
                                        <p:tgtEl>
                                          <p:spTgt spid="260"/>
                                        </p:tgtEl>
                                        <p:attrNameLst>
                                          <p:attrName>r</p:attrName>
                                        </p:attrNameLst>
                                      </p:cBhvr>
                                    </p:animRot>
                                    <p:animRot by="120000">
                                      <p:cBhvr>
                                        <p:cTn id="1453" dur="200" fill="hold">
                                          <p:stCondLst>
                                            <p:cond delay="800"/>
                                          </p:stCondLst>
                                        </p:cTn>
                                        <p:tgtEl>
                                          <p:spTgt spid="260"/>
                                        </p:tgtEl>
                                        <p:attrNameLst>
                                          <p:attrName>r</p:attrName>
                                        </p:attrNameLst>
                                      </p:cBhvr>
                                    </p:animRot>
                                  </p:childTnLst>
                                </p:cTn>
                              </p:par>
                            </p:childTnLst>
                          </p:cTn>
                        </p:par>
                        <p:par>
                          <p:cTn id="1454" fill="hold">
                            <p:stCondLst>
                              <p:cond delay="1000"/>
                            </p:stCondLst>
                            <p:childTnLst>
                              <p:par>
                                <p:cTn id="1455" presetID="16" presetClass="entr" presetSubtype="21" fill="hold" grpId="0" nodeType="afterEffect">
                                  <p:stCondLst>
                                    <p:cond delay="0"/>
                                  </p:stCondLst>
                                  <p:childTnLst>
                                    <p:set>
                                      <p:cBhvr>
                                        <p:cTn id="1456" dur="1" fill="hold">
                                          <p:stCondLst>
                                            <p:cond delay="0"/>
                                          </p:stCondLst>
                                        </p:cTn>
                                        <p:tgtEl>
                                          <p:spTgt spid="217"/>
                                        </p:tgtEl>
                                        <p:attrNameLst>
                                          <p:attrName>style.visibility</p:attrName>
                                        </p:attrNameLst>
                                      </p:cBhvr>
                                      <p:to>
                                        <p:strVal val="visible"/>
                                      </p:to>
                                    </p:set>
                                    <p:animEffect transition="in" filter="barn(inVertical)">
                                      <p:cBhvr>
                                        <p:cTn id="1457" dur="500"/>
                                        <p:tgtEl>
                                          <p:spTgt spid="217"/>
                                        </p:tgtEl>
                                      </p:cBhvr>
                                    </p:animEffect>
                                  </p:childTnLst>
                                </p:cTn>
                              </p:par>
                            </p:childTnLst>
                          </p:cTn>
                        </p:par>
                        <p:par>
                          <p:cTn id="1458" fill="hold">
                            <p:stCondLst>
                              <p:cond delay="1500"/>
                            </p:stCondLst>
                            <p:childTnLst>
                              <p:par>
                                <p:cTn id="1459" presetID="7" presetClass="emph" presetSubtype="2" fill="hold" nodeType="afterEffect">
                                  <p:stCondLst>
                                    <p:cond delay="0"/>
                                  </p:stCondLst>
                                  <p:childTnLst>
                                    <p:animClr clrSpc="rgb" dir="cw">
                                      <p:cBhvr>
                                        <p:cTn id="1460" dur="500" fill="hold"/>
                                        <p:tgtEl>
                                          <p:spTgt spid="260"/>
                                        </p:tgtEl>
                                        <p:attrNameLst>
                                          <p:attrName>stroke.color</p:attrName>
                                        </p:attrNameLst>
                                      </p:cBhvr>
                                      <p:to>
                                        <a:srgbClr val="DBE7F9"/>
                                      </p:to>
                                    </p:animClr>
                                    <p:set>
                                      <p:cBhvr>
                                        <p:cTn id="1461" dur="500" fill="hold"/>
                                        <p:tgtEl>
                                          <p:spTgt spid="260"/>
                                        </p:tgtEl>
                                        <p:attrNameLst>
                                          <p:attrName>stroke.on</p:attrName>
                                        </p:attrNameLst>
                                      </p:cBhvr>
                                      <p:to>
                                        <p:strVal val="true"/>
                                      </p:to>
                                    </p:set>
                                  </p:childTnLst>
                                </p:cTn>
                              </p:par>
                              <p:par>
                                <p:cTn id="1462" presetID="7" presetClass="emph" presetSubtype="2" fill="hold" nodeType="withEffect">
                                  <p:stCondLst>
                                    <p:cond delay="0"/>
                                  </p:stCondLst>
                                  <p:childTnLst>
                                    <p:animClr clrSpc="rgb" dir="cw">
                                      <p:cBhvr>
                                        <p:cTn id="1463" dur="500" fill="hold"/>
                                        <p:tgtEl>
                                          <p:spTgt spid="261"/>
                                        </p:tgtEl>
                                        <p:attrNameLst>
                                          <p:attrName>stroke.color</p:attrName>
                                        </p:attrNameLst>
                                      </p:cBhvr>
                                      <p:to>
                                        <a:srgbClr val="EA7A26"/>
                                      </p:to>
                                    </p:animClr>
                                    <p:set>
                                      <p:cBhvr>
                                        <p:cTn id="1464" dur="500" fill="hold"/>
                                        <p:tgtEl>
                                          <p:spTgt spid="261"/>
                                        </p:tgtEl>
                                        <p:attrNameLst>
                                          <p:attrName>stroke.on</p:attrName>
                                        </p:attrNameLst>
                                      </p:cBhvr>
                                      <p:to>
                                        <p:strVal val="true"/>
                                      </p:to>
                                    </p:set>
                                  </p:childTnLst>
                                </p:cTn>
                              </p:par>
                            </p:childTnLst>
                          </p:cTn>
                        </p:par>
                      </p:childTnLst>
                    </p:cTn>
                  </p:par>
                  <p:par>
                    <p:cTn id="1465" fill="hold">
                      <p:stCondLst>
                        <p:cond delay="indefinite"/>
                      </p:stCondLst>
                      <p:childTnLst>
                        <p:par>
                          <p:cTn id="1466" fill="hold">
                            <p:stCondLst>
                              <p:cond delay="0"/>
                            </p:stCondLst>
                            <p:childTnLst>
                              <p:par>
                                <p:cTn id="1467" presetID="32" presetClass="emph" presetSubtype="0" fill="hold" nodeType="clickEffect">
                                  <p:stCondLst>
                                    <p:cond delay="0"/>
                                  </p:stCondLst>
                                  <p:childTnLst>
                                    <p:animRot by="120000">
                                      <p:cBhvr>
                                        <p:cTn id="1468" dur="100" fill="hold">
                                          <p:stCondLst>
                                            <p:cond delay="0"/>
                                          </p:stCondLst>
                                        </p:cTn>
                                        <p:tgtEl>
                                          <p:spTgt spid="261"/>
                                        </p:tgtEl>
                                        <p:attrNameLst>
                                          <p:attrName>r</p:attrName>
                                        </p:attrNameLst>
                                      </p:cBhvr>
                                    </p:animRot>
                                    <p:animRot by="-240000">
                                      <p:cBhvr>
                                        <p:cTn id="1469" dur="200" fill="hold">
                                          <p:stCondLst>
                                            <p:cond delay="200"/>
                                          </p:stCondLst>
                                        </p:cTn>
                                        <p:tgtEl>
                                          <p:spTgt spid="261"/>
                                        </p:tgtEl>
                                        <p:attrNameLst>
                                          <p:attrName>r</p:attrName>
                                        </p:attrNameLst>
                                      </p:cBhvr>
                                    </p:animRot>
                                    <p:animRot by="240000">
                                      <p:cBhvr>
                                        <p:cTn id="1470" dur="200" fill="hold">
                                          <p:stCondLst>
                                            <p:cond delay="400"/>
                                          </p:stCondLst>
                                        </p:cTn>
                                        <p:tgtEl>
                                          <p:spTgt spid="261"/>
                                        </p:tgtEl>
                                        <p:attrNameLst>
                                          <p:attrName>r</p:attrName>
                                        </p:attrNameLst>
                                      </p:cBhvr>
                                    </p:animRot>
                                    <p:animRot by="-240000">
                                      <p:cBhvr>
                                        <p:cTn id="1471" dur="200" fill="hold">
                                          <p:stCondLst>
                                            <p:cond delay="600"/>
                                          </p:stCondLst>
                                        </p:cTn>
                                        <p:tgtEl>
                                          <p:spTgt spid="261"/>
                                        </p:tgtEl>
                                        <p:attrNameLst>
                                          <p:attrName>r</p:attrName>
                                        </p:attrNameLst>
                                      </p:cBhvr>
                                    </p:animRot>
                                    <p:animRot by="120000">
                                      <p:cBhvr>
                                        <p:cTn id="1472" dur="200" fill="hold">
                                          <p:stCondLst>
                                            <p:cond delay="800"/>
                                          </p:stCondLst>
                                        </p:cTn>
                                        <p:tgtEl>
                                          <p:spTgt spid="261"/>
                                        </p:tgtEl>
                                        <p:attrNameLst>
                                          <p:attrName>r</p:attrName>
                                        </p:attrNameLst>
                                      </p:cBhvr>
                                    </p:animRot>
                                  </p:childTnLst>
                                </p:cTn>
                              </p:par>
                            </p:childTnLst>
                          </p:cTn>
                        </p:par>
                        <p:par>
                          <p:cTn id="1473" fill="hold">
                            <p:stCondLst>
                              <p:cond delay="1000"/>
                            </p:stCondLst>
                            <p:childTnLst>
                              <p:par>
                                <p:cTn id="1474" presetID="22" presetClass="entr" presetSubtype="1" fill="hold" grpId="0" nodeType="afterEffect">
                                  <p:stCondLst>
                                    <p:cond delay="0"/>
                                  </p:stCondLst>
                                  <p:childTnLst>
                                    <p:set>
                                      <p:cBhvr>
                                        <p:cTn id="1475" dur="1" fill="hold">
                                          <p:stCondLst>
                                            <p:cond delay="0"/>
                                          </p:stCondLst>
                                        </p:cTn>
                                        <p:tgtEl>
                                          <p:spTgt spid="350"/>
                                        </p:tgtEl>
                                        <p:attrNameLst>
                                          <p:attrName>style.visibility</p:attrName>
                                        </p:attrNameLst>
                                      </p:cBhvr>
                                      <p:to>
                                        <p:strVal val="visible"/>
                                      </p:to>
                                    </p:set>
                                    <p:animEffect transition="in" filter="wipe(up)">
                                      <p:cBhvr>
                                        <p:cTn id="1476" dur="1000"/>
                                        <p:tgtEl>
                                          <p:spTgt spid="350"/>
                                        </p:tgtEl>
                                      </p:cBhvr>
                                    </p:animEffect>
                                  </p:childTnLst>
                                </p:cTn>
                              </p:par>
                            </p:childTnLst>
                          </p:cTn>
                        </p:par>
                        <p:par>
                          <p:cTn id="1477" fill="hold">
                            <p:stCondLst>
                              <p:cond delay="2000"/>
                            </p:stCondLst>
                            <p:childTnLst>
                              <p:par>
                                <p:cTn id="1478" presetID="7" presetClass="emph" presetSubtype="2" fill="hold" nodeType="afterEffect">
                                  <p:stCondLst>
                                    <p:cond delay="0"/>
                                  </p:stCondLst>
                                  <p:childTnLst>
                                    <p:animClr clrSpc="rgb" dir="cw">
                                      <p:cBhvr>
                                        <p:cTn id="1479" dur="500" fill="hold"/>
                                        <p:tgtEl>
                                          <p:spTgt spid="261"/>
                                        </p:tgtEl>
                                        <p:attrNameLst>
                                          <p:attrName>stroke.color</p:attrName>
                                        </p:attrNameLst>
                                      </p:cBhvr>
                                      <p:to>
                                        <a:srgbClr val="DBE7F9"/>
                                      </p:to>
                                    </p:animClr>
                                    <p:set>
                                      <p:cBhvr>
                                        <p:cTn id="1480" dur="500" fill="hold"/>
                                        <p:tgtEl>
                                          <p:spTgt spid="261"/>
                                        </p:tgtEl>
                                        <p:attrNameLst>
                                          <p:attrName>stroke.on</p:attrName>
                                        </p:attrNameLst>
                                      </p:cBhvr>
                                      <p:to>
                                        <p:strVal val="true"/>
                                      </p:to>
                                    </p:set>
                                  </p:childTnLst>
                                </p:cTn>
                              </p:par>
                              <p:par>
                                <p:cTn id="1481" presetID="7" presetClass="emph" presetSubtype="2" fill="hold" nodeType="withEffect">
                                  <p:stCondLst>
                                    <p:cond delay="0"/>
                                  </p:stCondLst>
                                  <p:childTnLst>
                                    <p:animClr clrSpc="rgb" dir="cw">
                                      <p:cBhvr>
                                        <p:cTn id="1482" dur="500" fill="hold"/>
                                        <p:tgtEl>
                                          <p:spTgt spid="263"/>
                                        </p:tgtEl>
                                        <p:attrNameLst>
                                          <p:attrName>stroke.color</p:attrName>
                                        </p:attrNameLst>
                                      </p:cBhvr>
                                      <p:to>
                                        <a:srgbClr val="EA7A26"/>
                                      </p:to>
                                    </p:animClr>
                                    <p:set>
                                      <p:cBhvr>
                                        <p:cTn id="1483" dur="500" fill="hold"/>
                                        <p:tgtEl>
                                          <p:spTgt spid="263"/>
                                        </p:tgtEl>
                                        <p:attrNameLst>
                                          <p:attrName>stroke.on</p:attrName>
                                        </p:attrNameLst>
                                      </p:cBhvr>
                                      <p:to>
                                        <p:strVal val="true"/>
                                      </p:to>
                                    </p:set>
                                  </p:childTnLst>
                                </p:cTn>
                              </p:par>
                            </p:childTnLst>
                          </p:cTn>
                        </p:par>
                      </p:childTnLst>
                    </p:cTn>
                  </p:par>
                  <p:par>
                    <p:cTn id="1484" fill="hold">
                      <p:stCondLst>
                        <p:cond delay="indefinite"/>
                      </p:stCondLst>
                      <p:childTnLst>
                        <p:par>
                          <p:cTn id="1485" fill="hold">
                            <p:stCondLst>
                              <p:cond delay="0"/>
                            </p:stCondLst>
                            <p:childTnLst>
                              <p:par>
                                <p:cTn id="1486" presetID="32" presetClass="emph" presetSubtype="0" fill="hold" nodeType="clickEffect">
                                  <p:stCondLst>
                                    <p:cond delay="0"/>
                                  </p:stCondLst>
                                  <p:childTnLst>
                                    <p:animRot by="120000">
                                      <p:cBhvr>
                                        <p:cTn id="1487" dur="100" fill="hold">
                                          <p:stCondLst>
                                            <p:cond delay="0"/>
                                          </p:stCondLst>
                                        </p:cTn>
                                        <p:tgtEl>
                                          <p:spTgt spid="263"/>
                                        </p:tgtEl>
                                        <p:attrNameLst>
                                          <p:attrName>r</p:attrName>
                                        </p:attrNameLst>
                                      </p:cBhvr>
                                    </p:animRot>
                                    <p:animRot by="-240000">
                                      <p:cBhvr>
                                        <p:cTn id="1488" dur="200" fill="hold">
                                          <p:stCondLst>
                                            <p:cond delay="200"/>
                                          </p:stCondLst>
                                        </p:cTn>
                                        <p:tgtEl>
                                          <p:spTgt spid="263"/>
                                        </p:tgtEl>
                                        <p:attrNameLst>
                                          <p:attrName>r</p:attrName>
                                        </p:attrNameLst>
                                      </p:cBhvr>
                                    </p:animRot>
                                    <p:animRot by="240000">
                                      <p:cBhvr>
                                        <p:cTn id="1489" dur="200" fill="hold">
                                          <p:stCondLst>
                                            <p:cond delay="400"/>
                                          </p:stCondLst>
                                        </p:cTn>
                                        <p:tgtEl>
                                          <p:spTgt spid="263"/>
                                        </p:tgtEl>
                                        <p:attrNameLst>
                                          <p:attrName>r</p:attrName>
                                        </p:attrNameLst>
                                      </p:cBhvr>
                                    </p:animRot>
                                    <p:animRot by="-240000">
                                      <p:cBhvr>
                                        <p:cTn id="1490" dur="200" fill="hold">
                                          <p:stCondLst>
                                            <p:cond delay="600"/>
                                          </p:stCondLst>
                                        </p:cTn>
                                        <p:tgtEl>
                                          <p:spTgt spid="263"/>
                                        </p:tgtEl>
                                        <p:attrNameLst>
                                          <p:attrName>r</p:attrName>
                                        </p:attrNameLst>
                                      </p:cBhvr>
                                    </p:animRot>
                                    <p:animRot by="120000">
                                      <p:cBhvr>
                                        <p:cTn id="1491" dur="200" fill="hold">
                                          <p:stCondLst>
                                            <p:cond delay="800"/>
                                          </p:stCondLst>
                                        </p:cTn>
                                        <p:tgtEl>
                                          <p:spTgt spid="263"/>
                                        </p:tgtEl>
                                        <p:attrNameLst>
                                          <p:attrName>r</p:attrName>
                                        </p:attrNameLst>
                                      </p:cBhvr>
                                    </p:animRot>
                                  </p:childTnLst>
                                </p:cTn>
                              </p:par>
                            </p:childTnLst>
                          </p:cTn>
                        </p:par>
                        <p:par>
                          <p:cTn id="1492" fill="hold">
                            <p:stCondLst>
                              <p:cond delay="1000"/>
                            </p:stCondLst>
                            <p:childTnLst>
                              <p:par>
                                <p:cTn id="1493" presetID="27" presetClass="emph" presetSubtype="0" fill="remove" grpId="3" nodeType="afterEffect">
                                  <p:stCondLst>
                                    <p:cond delay="0"/>
                                  </p:stCondLst>
                                  <p:childTnLst>
                                    <p:animClr clrSpc="rgb" dir="cw">
                                      <p:cBhvr override="childStyle">
                                        <p:cTn id="1494" dur="250" autoRev="1" fill="remove"/>
                                        <p:tgtEl>
                                          <p:spTgt spid="211"/>
                                        </p:tgtEl>
                                        <p:attrNameLst>
                                          <p:attrName>style.color</p:attrName>
                                        </p:attrNameLst>
                                      </p:cBhvr>
                                      <p:to>
                                        <a:srgbClr val="FFC000"/>
                                      </p:to>
                                    </p:animClr>
                                    <p:animClr clrSpc="rgb" dir="cw">
                                      <p:cBhvr>
                                        <p:cTn id="1495" dur="250" autoRev="1" fill="remove"/>
                                        <p:tgtEl>
                                          <p:spTgt spid="211"/>
                                        </p:tgtEl>
                                        <p:attrNameLst>
                                          <p:attrName>fillcolor</p:attrName>
                                        </p:attrNameLst>
                                      </p:cBhvr>
                                      <p:to>
                                        <a:srgbClr val="FFC000"/>
                                      </p:to>
                                    </p:animClr>
                                    <p:set>
                                      <p:cBhvr>
                                        <p:cTn id="1496" dur="250" autoRev="1" fill="remove"/>
                                        <p:tgtEl>
                                          <p:spTgt spid="211"/>
                                        </p:tgtEl>
                                        <p:attrNameLst>
                                          <p:attrName>fill.type</p:attrName>
                                        </p:attrNameLst>
                                      </p:cBhvr>
                                      <p:to>
                                        <p:strVal val="solid"/>
                                      </p:to>
                                    </p:set>
                                    <p:set>
                                      <p:cBhvr>
                                        <p:cTn id="1497" dur="250" autoRev="1" fill="remove"/>
                                        <p:tgtEl>
                                          <p:spTgt spid="211"/>
                                        </p:tgtEl>
                                        <p:attrNameLst>
                                          <p:attrName>fill.on</p:attrName>
                                        </p:attrNameLst>
                                      </p:cBhvr>
                                      <p:to>
                                        <p:strVal val="true"/>
                                      </p:to>
                                    </p:set>
                                  </p:childTnLst>
                                </p:cTn>
                              </p:par>
                            </p:childTnLst>
                          </p:cTn>
                        </p:par>
                        <p:par>
                          <p:cTn id="1498" fill="hold">
                            <p:stCondLst>
                              <p:cond delay="1500"/>
                            </p:stCondLst>
                            <p:childTnLst>
                              <p:par>
                                <p:cTn id="1499" presetID="7" presetClass="emph" presetSubtype="2" fill="hold" nodeType="afterEffect">
                                  <p:stCondLst>
                                    <p:cond delay="0"/>
                                  </p:stCondLst>
                                  <p:childTnLst>
                                    <p:animClr clrSpc="rgb" dir="cw">
                                      <p:cBhvr>
                                        <p:cTn id="1500" dur="500" fill="hold"/>
                                        <p:tgtEl>
                                          <p:spTgt spid="263"/>
                                        </p:tgtEl>
                                        <p:attrNameLst>
                                          <p:attrName>stroke.color</p:attrName>
                                        </p:attrNameLst>
                                      </p:cBhvr>
                                      <p:to>
                                        <a:srgbClr val="DBE7F9"/>
                                      </p:to>
                                    </p:animClr>
                                    <p:set>
                                      <p:cBhvr>
                                        <p:cTn id="1501" dur="500" fill="hold"/>
                                        <p:tgtEl>
                                          <p:spTgt spid="263"/>
                                        </p:tgtEl>
                                        <p:attrNameLst>
                                          <p:attrName>stroke.on</p:attrName>
                                        </p:attrNameLst>
                                      </p:cBhvr>
                                      <p:to>
                                        <p:strVal val="true"/>
                                      </p:to>
                                    </p:set>
                                  </p:childTnLst>
                                </p:cTn>
                              </p:par>
                              <p:par>
                                <p:cTn id="1502" presetID="7" presetClass="emph" presetSubtype="2" fill="hold" nodeType="withEffect">
                                  <p:stCondLst>
                                    <p:cond delay="0"/>
                                  </p:stCondLst>
                                  <p:childTnLst>
                                    <p:animClr clrSpc="rgb" dir="cw">
                                      <p:cBhvr>
                                        <p:cTn id="1503" dur="500" fill="hold"/>
                                        <p:tgtEl>
                                          <p:spTgt spid="261"/>
                                        </p:tgtEl>
                                        <p:attrNameLst>
                                          <p:attrName>stroke.color</p:attrName>
                                        </p:attrNameLst>
                                      </p:cBhvr>
                                      <p:to>
                                        <a:srgbClr val="EA7A26"/>
                                      </p:to>
                                    </p:animClr>
                                    <p:set>
                                      <p:cBhvr>
                                        <p:cTn id="1504" dur="500" fill="hold"/>
                                        <p:tgtEl>
                                          <p:spTgt spid="261"/>
                                        </p:tgtEl>
                                        <p:attrNameLst>
                                          <p:attrName>stroke.on</p:attrName>
                                        </p:attrNameLst>
                                      </p:cBhvr>
                                      <p:to>
                                        <p:strVal val="true"/>
                                      </p:to>
                                    </p:set>
                                  </p:childTnLst>
                                </p:cTn>
                              </p:par>
                            </p:childTnLst>
                          </p:cTn>
                        </p:par>
                      </p:childTnLst>
                    </p:cTn>
                  </p:par>
                  <p:par>
                    <p:cTn id="1505" fill="hold">
                      <p:stCondLst>
                        <p:cond delay="indefinite"/>
                      </p:stCondLst>
                      <p:childTnLst>
                        <p:par>
                          <p:cTn id="1506" fill="hold">
                            <p:stCondLst>
                              <p:cond delay="0"/>
                            </p:stCondLst>
                            <p:childTnLst>
                              <p:par>
                                <p:cTn id="1507" presetID="32" presetClass="emph" presetSubtype="0" fill="hold" nodeType="clickEffect">
                                  <p:stCondLst>
                                    <p:cond delay="0"/>
                                  </p:stCondLst>
                                  <p:childTnLst>
                                    <p:animRot by="120000">
                                      <p:cBhvr>
                                        <p:cTn id="1508" dur="100" fill="hold">
                                          <p:stCondLst>
                                            <p:cond delay="0"/>
                                          </p:stCondLst>
                                        </p:cTn>
                                        <p:tgtEl>
                                          <p:spTgt spid="261"/>
                                        </p:tgtEl>
                                        <p:attrNameLst>
                                          <p:attrName>r</p:attrName>
                                        </p:attrNameLst>
                                      </p:cBhvr>
                                    </p:animRot>
                                    <p:animRot by="-240000">
                                      <p:cBhvr>
                                        <p:cTn id="1509" dur="200" fill="hold">
                                          <p:stCondLst>
                                            <p:cond delay="200"/>
                                          </p:stCondLst>
                                        </p:cTn>
                                        <p:tgtEl>
                                          <p:spTgt spid="261"/>
                                        </p:tgtEl>
                                        <p:attrNameLst>
                                          <p:attrName>r</p:attrName>
                                        </p:attrNameLst>
                                      </p:cBhvr>
                                    </p:animRot>
                                    <p:animRot by="240000">
                                      <p:cBhvr>
                                        <p:cTn id="1510" dur="200" fill="hold">
                                          <p:stCondLst>
                                            <p:cond delay="400"/>
                                          </p:stCondLst>
                                        </p:cTn>
                                        <p:tgtEl>
                                          <p:spTgt spid="261"/>
                                        </p:tgtEl>
                                        <p:attrNameLst>
                                          <p:attrName>r</p:attrName>
                                        </p:attrNameLst>
                                      </p:cBhvr>
                                    </p:animRot>
                                    <p:animRot by="-240000">
                                      <p:cBhvr>
                                        <p:cTn id="1511" dur="200" fill="hold">
                                          <p:stCondLst>
                                            <p:cond delay="600"/>
                                          </p:stCondLst>
                                        </p:cTn>
                                        <p:tgtEl>
                                          <p:spTgt spid="261"/>
                                        </p:tgtEl>
                                        <p:attrNameLst>
                                          <p:attrName>r</p:attrName>
                                        </p:attrNameLst>
                                      </p:cBhvr>
                                    </p:animRot>
                                    <p:animRot by="120000">
                                      <p:cBhvr>
                                        <p:cTn id="1512" dur="200" fill="hold">
                                          <p:stCondLst>
                                            <p:cond delay="800"/>
                                          </p:stCondLst>
                                        </p:cTn>
                                        <p:tgtEl>
                                          <p:spTgt spid="261"/>
                                        </p:tgtEl>
                                        <p:attrNameLst>
                                          <p:attrName>r</p:attrName>
                                        </p:attrNameLst>
                                      </p:cBhvr>
                                    </p:animRot>
                                  </p:childTnLst>
                                </p:cTn>
                              </p:par>
                            </p:childTnLst>
                          </p:cTn>
                        </p:par>
                        <p:par>
                          <p:cTn id="1513" fill="hold">
                            <p:stCondLst>
                              <p:cond delay="1000"/>
                            </p:stCondLst>
                            <p:childTnLst>
                              <p:par>
                                <p:cTn id="1514" presetID="3" presetClass="emph" presetSubtype="2" fill="hold" grpId="2" nodeType="afterEffect">
                                  <p:stCondLst>
                                    <p:cond delay="0"/>
                                  </p:stCondLst>
                                  <p:childTnLst>
                                    <p:animClr clrSpc="rgb" dir="cw">
                                      <p:cBhvr override="childStyle">
                                        <p:cTn id="1515" dur="500" fill="hold"/>
                                        <p:tgtEl>
                                          <p:spTgt spid="319"/>
                                        </p:tgtEl>
                                        <p:attrNameLst>
                                          <p:attrName>style.color</p:attrName>
                                        </p:attrNameLst>
                                      </p:cBhvr>
                                      <p:to>
                                        <a:srgbClr val="FF0000"/>
                                      </p:to>
                                    </p:animClr>
                                  </p:childTnLst>
                                </p:cTn>
                              </p:par>
                            </p:childTnLst>
                          </p:cTn>
                        </p:par>
                        <p:par>
                          <p:cTn id="1516" fill="hold">
                            <p:stCondLst>
                              <p:cond delay="1500"/>
                            </p:stCondLst>
                            <p:childTnLst>
                              <p:par>
                                <p:cTn id="1517" presetID="7" presetClass="emph" presetSubtype="2" fill="hold" nodeType="afterEffect">
                                  <p:stCondLst>
                                    <p:cond delay="0"/>
                                  </p:stCondLst>
                                  <p:childTnLst>
                                    <p:animClr clrSpc="rgb" dir="cw">
                                      <p:cBhvr>
                                        <p:cTn id="1518" dur="500" fill="hold"/>
                                        <p:tgtEl>
                                          <p:spTgt spid="261"/>
                                        </p:tgtEl>
                                        <p:attrNameLst>
                                          <p:attrName>stroke.color</p:attrName>
                                        </p:attrNameLst>
                                      </p:cBhvr>
                                      <p:to>
                                        <a:srgbClr val="DBE7F9"/>
                                      </p:to>
                                    </p:animClr>
                                    <p:set>
                                      <p:cBhvr>
                                        <p:cTn id="1519" dur="500" fill="hold"/>
                                        <p:tgtEl>
                                          <p:spTgt spid="261"/>
                                        </p:tgtEl>
                                        <p:attrNameLst>
                                          <p:attrName>stroke.on</p:attrName>
                                        </p:attrNameLst>
                                      </p:cBhvr>
                                      <p:to>
                                        <p:strVal val="true"/>
                                      </p:to>
                                    </p:set>
                                  </p:childTnLst>
                                </p:cTn>
                              </p:par>
                              <p:par>
                                <p:cTn id="1520" presetID="3" presetClass="emph" presetSubtype="2" fill="hold" grpId="9" nodeType="withEffect">
                                  <p:stCondLst>
                                    <p:cond delay="0"/>
                                  </p:stCondLst>
                                  <p:childTnLst>
                                    <p:animClr clrSpc="rgb" dir="cw">
                                      <p:cBhvr override="childStyle">
                                        <p:cTn id="1521" dur="500" fill="hold"/>
                                        <p:tgtEl>
                                          <p:spTgt spid="319"/>
                                        </p:tgtEl>
                                        <p:attrNameLst>
                                          <p:attrName>style.color</p:attrName>
                                        </p:attrNameLst>
                                      </p:cBhvr>
                                      <p:to>
                                        <a:srgbClr val="DBE7F9"/>
                                      </p:to>
                                    </p:animClr>
                                  </p:childTnLst>
                                </p:cTn>
                              </p:par>
                              <p:par>
                                <p:cTn id="1522" presetID="22" presetClass="exit" presetSubtype="2" fill="hold" grpId="1" nodeType="withEffect">
                                  <p:stCondLst>
                                    <p:cond delay="0"/>
                                  </p:stCondLst>
                                  <p:childTnLst>
                                    <p:animEffect transition="out" filter="wipe(right)">
                                      <p:cBhvr>
                                        <p:cTn id="1523" dur="500"/>
                                        <p:tgtEl>
                                          <p:spTgt spid="350"/>
                                        </p:tgtEl>
                                      </p:cBhvr>
                                    </p:animEffect>
                                    <p:set>
                                      <p:cBhvr>
                                        <p:cTn id="1524" dur="1" fill="hold">
                                          <p:stCondLst>
                                            <p:cond delay="499"/>
                                          </p:stCondLst>
                                        </p:cTn>
                                        <p:tgtEl>
                                          <p:spTgt spid="350"/>
                                        </p:tgtEl>
                                        <p:attrNameLst>
                                          <p:attrName>style.visibility</p:attrName>
                                        </p:attrNameLst>
                                      </p:cBhvr>
                                      <p:to>
                                        <p:strVal val="hidden"/>
                                      </p:to>
                                    </p:set>
                                  </p:childTnLst>
                                </p:cTn>
                              </p:par>
                            </p:childTnLst>
                          </p:cTn>
                        </p:par>
                        <p:par>
                          <p:cTn id="1525" fill="hold">
                            <p:stCondLst>
                              <p:cond delay="4000"/>
                            </p:stCondLst>
                            <p:childTnLst>
                              <p:par>
                                <p:cTn id="1526" presetID="7" presetClass="emph" presetSubtype="2" fill="hold" nodeType="afterEffect">
                                  <p:stCondLst>
                                    <p:cond delay="0"/>
                                  </p:stCondLst>
                                  <p:childTnLst>
                                    <p:animClr clrSpc="rgb" dir="cw">
                                      <p:cBhvr>
                                        <p:cTn id="1527" dur="500" fill="hold"/>
                                        <p:tgtEl>
                                          <p:spTgt spid="261"/>
                                        </p:tgtEl>
                                        <p:attrNameLst>
                                          <p:attrName>stroke.color</p:attrName>
                                        </p:attrNameLst>
                                      </p:cBhvr>
                                      <p:to>
                                        <a:srgbClr val="FF0000"/>
                                      </p:to>
                                    </p:animClr>
                                    <p:set>
                                      <p:cBhvr>
                                        <p:cTn id="1528" dur="500" fill="hold"/>
                                        <p:tgtEl>
                                          <p:spTgt spid="261"/>
                                        </p:tgtEl>
                                        <p:attrNameLst>
                                          <p:attrName>stroke.on</p:attrName>
                                        </p:attrNameLst>
                                      </p:cBhvr>
                                      <p:to>
                                        <p:strVal val="true"/>
                                      </p:to>
                                    </p:set>
                                  </p:childTnLst>
                                </p:cTn>
                              </p:par>
                            </p:childTnLst>
                          </p:cTn>
                        </p:par>
                      </p:childTnLst>
                    </p:cTn>
                  </p:par>
                  <p:par>
                    <p:cTn id="1529" fill="hold">
                      <p:stCondLst>
                        <p:cond delay="indefinite"/>
                      </p:stCondLst>
                      <p:childTnLst>
                        <p:par>
                          <p:cTn id="1530" fill="hold">
                            <p:stCondLst>
                              <p:cond delay="0"/>
                            </p:stCondLst>
                            <p:childTnLst>
                              <p:par>
                                <p:cTn id="1531" presetID="32" presetClass="emph" presetSubtype="0" fill="hold" nodeType="clickEffect">
                                  <p:stCondLst>
                                    <p:cond delay="0"/>
                                  </p:stCondLst>
                                  <p:childTnLst>
                                    <p:animRot by="120000">
                                      <p:cBhvr>
                                        <p:cTn id="1532" dur="100" fill="hold">
                                          <p:stCondLst>
                                            <p:cond delay="0"/>
                                          </p:stCondLst>
                                        </p:cTn>
                                        <p:tgtEl>
                                          <p:spTgt spid="261"/>
                                        </p:tgtEl>
                                        <p:attrNameLst>
                                          <p:attrName>r</p:attrName>
                                        </p:attrNameLst>
                                      </p:cBhvr>
                                    </p:animRot>
                                    <p:animRot by="-240000">
                                      <p:cBhvr>
                                        <p:cTn id="1533" dur="200" fill="hold">
                                          <p:stCondLst>
                                            <p:cond delay="200"/>
                                          </p:stCondLst>
                                        </p:cTn>
                                        <p:tgtEl>
                                          <p:spTgt spid="261"/>
                                        </p:tgtEl>
                                        <p:attrNameLst>
                                          <p:attrName>r</p:attrName>
                                        </p:attrNameLst>
                                      </p:cBhvr>
                                    </p:animRot>
                                    <p:animRot by="240000">
                                      <p:cBhvr>
                                        <p:cTn id="1534" dur="200" fill="hold">
                                          <p:stCondLst>
                                            <p:cond delay="400"/>
                                          </p:stCondLst>
                                        </p:cTn>
                                        <p:tgtEl>
                                          <p:spTgt spid="261"/>
                                        </p:tgtEl>
                                        <p:attrNameLst>
                                          <p:attrName>r</p:attrName>
                                        </p:attrNameLst>
                                      </p:cBhvr>
                                    </p:animRot>
                                    <p:animRot by="-240000">
                                      <p:cBhvr>
                                        <p:cTn id="1535" dur="200" fill="hold">
                                          <p:stCondLst>
                                            <p:cond delay="600"/>
                                          </p:stCondLst>
                                        </p:cTn>
                                        <p:tgtEl>
                                          <p:spTgt spid="261"/>
                                        </p:tgtEl>
                                        <p:attrNameLst>
                                          <p:attrName>r</p:attrName>
                                        </p:attrNameLst>
                                      </p:cBhvr>
                                    </p:animRot>
                                    <p:animRot by="120000">
                                      <p:cBhvr>
                                        <p:cTn id="1536" dur="200" fill="hold">
                                          <p:stCondLst>
                                            <p:cond delay="800"/>
                                          </p:stCondLst>
                                        </p:cTn>
                                        <p:tgtEl>
                                          <p:spTgt spid="261"/>
                                        </p:tgtEl>
                                        <p:attrNameLst>
                                          <p:attrName>r</p:attrName>
                                        </p:attrNameLst>
                                      </p:cBhvr>
                                    </p:animRot>
                                  </p:childTnLst>
                                </p:cTn>
                              </p:par>
                            </p:childTnLst>
                          </p:cTn>
                        </p:par>
                        <p:par>
                          <p:cTn id="1537" fill="hold">
                            <p:stCondLst>
                              <p:cond delay="1000"/>
                            </p:stCondLst>
                            <p:childTnLst>
                              <p:par>
                                <p:cTn id="1538" presetID="3" presetClass="emph" presetSubtype="2" fill="hold" grpId="12" nodeType="afterEffect">
                                  <p:stCondLst>
                                    <p:cond delay="0"/>
                                  </p:stCondLst>
                                  <p:childTnLst>
                                    <p:animClr clrSpc="rgb" dir="cw">
                                      <p:cBhvr override="childStyle">
                                        <p:cTn id="1539" dur="500" fill="hold"/>
                                        <p:tgtEl>
                                          <p:spTgt spid="319"/>
                                        </p:tgtEl>
                                        <p:attrNameLst>
                                          <p:attrName>style.color</p:attrName>
                                        </p:attrNameLst>
                                      </p:cBhvr>
                                      <p:to>
                                        <a:schemeClr val="accent2"/>
                                      </p:to>
                                    </p:animClr>
                                  </p:childTnLst>
                                </p:cTn>
                              </p:par>
                            </p:childTnLst>
                          </p:cTn>
                        </p:par>
                        <p:par>
                          <p:cTn id="1540" fill="hold">
                            <p:stCondLst>
                              <p:cond delay="1500"/>
                            </p:stCondLst>
                            <p:childTnLst>
                              <p:par>
                                <p:cTn id="1541" presetID="7" presetClass="emph" presetSubtype="2" fill="hold" nodeType="afterEffect">
                                  <p:stCondLst>
                                    <p:cond delay="0"/>
                                  </p:stCondLst>
                                  <p:childTnLst>
                                    <p:animClr clrSpc="rgb" dir="cw">
                                      <p:cBhvr>
                                        <p:cTn id="1542" dur="500" fill="hold"/>
                                        <p:tgtEl>
                                          <p:spTgt spid="261"/>
                                        </p:tgtEl>
                                        <p:attrNameLst>
                                          <p:attrName>stroke.color</p:attrName>
                                        </p:attrNameLst>
                                      </p:cBhvr>
                                      <p:to>
                                        <a:srgbClr val="DBE9F7"/>
                                      </p:to>
                                    </p:animClr>
                                    <p:set>
                                      <p:cBhvr>
                                        <p:cTn id="1543" dur="500" fill="hold"/>
                                        <p:tgtEl>
                                          <p:spTgt spid="261"/>
                                        </p:tgtEl>
                                        <p:attrNameLst>
                                          <p:attrName>stroke.on</p:attrName>
                                        </p:attrNameLst>
                                      </p:cBhvr>
                                      <p:to>
                                        <p:strVal val="true"/>
                                      </p:to>
                                    </p:set>
                                  </p:childTnLst>
                                </p:cTn>
                              </p:par>
                            </p:childTnLst>
                          </p:cTn>
                        </p:par>
                        <p:par>
                          <p:cTn id="1544" fill="hold">
                            <p:stCondLst>
                              <p:cond delay="2000"/>
                            </p:stCondLst>
                            <p:childTnLst>
                              <p:par>
                                <p:cTn id="1545" presetID="3" presetClass="emph" presetSubtype="2" fill="hold" grpId="13" nodeType="afterEffect">
                                  <p:stCondLst>
                                    <p:cond delay="0"/>
                                  </p:stCondLst>
                                  <p:childTnLst>
                                    <p:animClr clrSpc="rgb" dir="cw">
                                      <p:cBhvr override="childStyle">
                                        <p:cTn id="1546" dur="500" fill="hold"/>
                                        <p:tgtEl>
                                          <p:spTgt spid="319"/>
                                        </p:tgtEl>
                                        <p:attrNameLst>
                                          <p:attrName>style.color</p:attrName>
                                        </p:attrNameLst>
                                      </p:cBhvr>
                                      <p:to>
                                        <a:srgbClr val="DBE9F7"/>
                                      </p:to>
                                    </p:animClr>
                                  </p:childTnLst>
                                </p:cTn>
                              </p:par>
                            </p:childTnLst>
                          </p:cTn>
                        </p:par>
                        <p:par>
                          <p:cTn id="1547" fill="hold">
                            <p:stCondLst>
                              <p:cond delay="2500"/>
                            </p:stCondLst>
                            <p:childTnLst>
                              <p:par>
                                <p:cTn id="1548" presetID="22" presetClass="entr" presetSubtype="8" fill="hold" nodeType="afterEffect">
                                  <p:stCondLst>
                                    <p:cond delay="0"/>
                                  </p:stCondLst>
                                  <p:childTnLst>
                                    <p:set>
                                      <p:cBhvr>
                                        <p:cTn id="1549" dur="1" fill="hold">
                                          <p:stCondLst>
                                            <p:cond delay="0"/>
                                          </p:stCondLst>
                                        </p:cTn>
                                        <p:tgtEl>
                                          <p:spTgt spid="6"/>
                                        </p:tgtEl>
                                        <p:attrNameLst>
                                          <p:attrName>style.visibility</p:attrName>
                                        </p:attrNameLst>
                                      </p:cBhvr>
                                      <p:to>
                                        <p:strVal val="visible"/>
                                      </p:to>
                                    </p:set>
                                    <p:animEffect transition="in" filter="wipe(left)">
                                      <p:cBhvr>
                                        <p:cTn id="1550" dur="1000"/>
                                        <p:tgtEl>
                                          <p:spTgt spid="6"/>
                                        </p:tgtEl>
                                      </p:cBhvr>
                                    </p:animEffect>
                                  </p:childTnLst>
                                </p:cTn>
                              </p:par>
                            </p:childTnLst>
                          </p:cTn>
                        </p:par>
                      </p:childTnLst>
                    </p:cTn>
                  </p:par>
                  <p:par>
                    <p:cTn id="1551" fill="hold">
                      <p:stCondLst>
                        <p:cond delay="indefinite"/>
                      </p:stCondLst>
                      <p:childTnLst>
                        <p:par>
                          <p:cTn id="1552" fill="hold">
                            <p:stCondLst>
                              <p:cond delay="0"/>
                            </p:stCondLst>
                            <p:childTnLst>
                              <p:par>
                                <p:cTn id="1553" presetID="7" presetClass="emph" presetSubtype="2" fill="hold" nodeType="clickEffect">
                                  <p:stCondLst>
                                    <p:cond delay="0"/>
                                  </p:stCondLst>
                                  <p:childTnLst>
                                    <p:animClr clrSpc="rgb" dir="cw">
                                      <p:cBhvr>
                                        <p:cTn id="1554" dur="500" fill="hold"/>
                                        <p:tgtEl>
                                          <p:spTgt spid="6"/>
                                        </p:tgtEl>
                                        <p:attrNameLst>
                                          <p:attrName>stroke.color</p:attrName>
                                        </p:attrNameLst>
                                      </p:cBhvr>
                                      <p:to>
                                        <a:srgbClr val="DBE7F9"/>
                                      </p:to>
                                    </p:animClr>
                                    <p:set>
                                      <p:cBhvr>
                                        <p:cTn id="1555" dur="500" fill="hold"/>
                                        <p:tgtEl>
                                          <p:spTgt spid="6"/>
                                        </p:tgtEl>
                                        <p:attrNameLst>
                                          <p:attrName>stroke.on</p:attrName>
                                        </p:attrNameLst>
                                      </p:cBhvr>
                                      <p:to>
                                        <p:strVal val="true"/>
                                      </p:to>
                                    </p:set>
                                  </p:childTnLst>
                                </p:cTn>
                              </p:par>
                            </p:childTnLst>
                          </p:cTn>
                        </p:par>
                      </p:childTnLst>
                    </p:cTn>
                  </p:par>
                  <p:par>
                    <p:cTn id="1556" fill="hold">
                      <p:stCondLst>
                        <p:cond delay="indefinite"/>
                      </p:stCondLst>
                      <p:childTnLst>
                        <p:par>
                          <p:cTn id="1557" fill="hold">
                            <p:stCondLst>
                              <p:cond delay="0"/>
                            </p:stCondLst>
                            <p:childTnLst>
                              <p:par>
                                <p:cTn id="1558" presetID="32" presetClass="emph" presetSubtype="0" fill="hold" nodeType="clickEffect">
                                  <p:stCondLst>
                                    <p:cond delay="0"/>
                                  </p:stCondLst>
                                  <p:childTnLst>
                                    <p:animRot by="120000">
                                      <p:cBhvr>
                                        <p:cTn id="1559" dur="100" fill="hold">
                                          <p:stCondLst>
                                            <p:cond delay="0"/>
                                          </p:stCondLst>
                                        </p:cTn>
                                        <p:tgtEl>
                                          <p:spTgt spid="271"/>
                                        </p:tgtEl>
                                        <p:attrNameLst>
                                          <p:attrName>r</p:attrName>
                                        </p:attrNameLst>
                                      </p:cBhvr>
                                    </p:animRot>
                                    <p:animRot by="-240000">
                                      <p:cBhvr>
                                        <p:cTn id="1560" dur="200" fill="hold">
                                          <p:stCondLst>
                                            <p:cond delay="200"/>
                                          </p:stCondLst>
                                        </p:cTn>
                                        <p:tgtEl>
                                          <p:spTgt spid="271"/>
                                        </p:tgtEl>
                                        <p:attrNameLst>
                                          <p:attrName>r</p:attrName>
                                        </p:attrNameLst>
                                      </p:cBhvr>
                                    </p:animRot>
                                    <p:animRot by="240000">
                                      <p:cBhvr>
                                        <p:cTn id="1561" dur="200" fill="hold">
                                          <p:stCondLst>
                                            <p:cond delay="400"/>
                                          </p:stCondLst>
                                        </p:cTn>
                                        <p:tgtEl>
                                          <p:spTgt spid="271"/>
                                        </p:tgtEl>
                                        <p:attrNameLst>
                                          <p:attrName>r</p:attrName>
                                        </p:attrNameLst>
                                      </p:cBhvr>
                                    </p:animRot>
                                    <p:animRot by="-240000">
                                      <p:cBhvr>
                                        <p:cTn id="1562" dur="200" fill="hold">
                                          <p:stCondLst>
                                            <p:cond delay="600"/>
                                          </p:stCondLst>
                                        </p:cTn>
                                        <p:tgtEl>
                                          <p:spTgt spid="271"/>
                                        </p:tgtEl>
                                        <p:attrNameLst>
                                          <p:attrName>r</p:attrName>
                                        </p:attrNameLst>
                                      </p:cBhvr>
                                    </p:animRot>
                                    <p:animRot by="120000">
                                      <p:cBhvr>
                                        <p:cTn id="1563" dur="200" fill="hold">
                                          <p:stCondLst>
                                            <p:cond delay="800"/>
                                          </p:stCondLst>
                                        </p:cTn>
                                        <p:tgtEl>
                                          <p:spTgt spid="271"/>
                                        </p:tgtEl>
                                        <p:attrNameLst>
                                          <p:attrName>r</p:attrName>
                                        </p:attrNameLst>
                                      </p:cBhvr>
                                    </p:animRot>
                                  </p:childTnLst>
                                </p:cTn>
                              </p:par>
                              <p:par>
                                <p:cTn id="1564" presetID="22" presetClass="exit" presetSubtype="2" fill="hold" grpId="2" nodeType="withEffect">
                                  <p:stCondLst>
                                    <p:cond delay="0"/>
                                  </p:stCondLst>
                                  <p:childTnLst>
                                    <p:animEffect transition="out" filter="wipe(right)">
                                      <p:cBhvr>
                                        <p:cTn id="1565" dur="500"/>
                                        <p:tgtEl>
                                          <p:spTgt spid="231"/>
                                        </p:tgtEl>
                                      </p:cBhvr>
                                    </p:animEffect>
                                    <p:set>
                                      <p:cBhvr>
                                        <p:cTn id="1566" dur="1" fill="hold">
                                          <p:stCondLst>
                                            <p:cond delay="499"/>
                                          </p:stCondLst>
                                        </p:cTn>
                                        <p:tgtEl>
                                          <p:spTgt spid="231"/>
                                        </p:tgtEl>
                                        <p:attrNameLst>
                                          <p:attrName>style.visibility</p:attrName>
                                        </p:attrNameLst>
                                      </p:cBhvr>
                                      <p:to>
                                        <p:strVal val="hidden"/>
                                      </p:to>
                                    </p:set>
                                  </p:childTnLst>
                                </p:cTn>
                              </p:par>
                              <p:par>
                                <p:cTn id="1567" presetID="22" presetClass="exit" presetSubtype="2" fill="hold" nodeType="withEffect">
                                  <p:stCondLst>
                                    <p:cond delay="0"/>
                                  </p:stCondLst>
                                  <p:childTnLst>
                                    <p:animEffect transition="out" filter="wipe(right)">
                                      <p:cBhvr>
                                        <p:cTn id="1568" dur="500"/>
                                        <p:tgtEl>
                                          <p:spTgt spid="232"/>
                                        </p:tgtEl>
                                      </p:cBhvr>
                                    </p:animEffect>
                                    <p:set>
                                      <p:cBhvr>
                                        <p:cTn id="1569" dur="1" fill="hold">
                                          <p:stCondLst>
                                            <p:cond delay="499"/>
                                          </p:stCondLst>
                                        </p:cTn>
                                        <p:tgtEl>
                                          <p:spTgt spid="232"/>
                                        </p:tgtEl>
                                        <p:attrNameLst>
                                          <p:attrName>style.visibility</p:attrName>
                                        </p:attrNameLst>
                                      </p:cBhvr>
                                      <p:to>
                                        <p:strVal val="hidden"/>
                                      </p:to>
                                    </p:set>
                                  </p:childTnLst>
                                </p:cTn>
                              </p:par>
                              <p:par>
                                <p:cTn id="1570" presetID="22" presetClass="exit" presetSubtype="8" fill="hold" nodeType="withEffect">
                                  <p:stCondLst>
                                    <p:cond delay="0"/>
                                  </p:stCondLst>
                                  <p:childTnLst>
                                    <p:animEffect transition="out" filter="wipe(left)">
                                      <p:cBhvr>
                                        <p:cTn id="1571" dur="1000"/>
                                        <p:tgtEl>
                                          <p:spTgt spid="339"/>
                                        </p:tgtEl>
                                      </p:cBhvr>
                                    </p:animEffect>
                                    <p:set>
                                      <p:cBhvr>
                                        <p:cTn id="1572" dur="1" fill="hold">
                                          <p:stCondLst>
                                            <p:cond delay="999"/>
                                          </p:stCondLst>
                                        </p:cTn>
                                        <p:tgtEl>
                                          <p:spTgt spid="339"/>
                                        </p:tgtEl>
                                        <p:attrNameLst>
                                          <p:attrName>style.visibility</p:attrName>
                                        </p:attrNameLst>
                                      </p:cBhvr>
                                      <p:to>
                                        <p:strVal val="hidden"/>
                                      </p:to>
                                    </p:set>
                                  </p:childTnLst>
                                </p:cTn>
                              </p:par>
                              <p:par>
                                <p:cTn id="1573" presetID="22" presetClass="exit" presetSubtype="8" fill="hold" nodeType="withEffect">
                                  <p:stCondLst>
                                    <p:cond delay="0"/>
                                  </p:stCondLst>
                                  <p:childTnLst>
                                    <p:animEffect transition="out" filter="wipe(left)">
                                      <p:cBhvr>
                                        <p:cTn id="1574" dur="1000"/>
                                        <p:tgtEl>
                                          <p:spTgt spid="335"/>
                                        </p:tgtEl>
                                      </p:cBhvr>
                                    </p:animEffect>
                                    <p:set>
                                      <p:cBhvr>
                                        <p:cTn id="1575" dur="1" fill="hold">
                                          <p:stCondLst>
                                            <p:cond delay="999"/>
                                          </p:stCondLst>
                                        </p:cTn>
                                        <p:tgtEl>
                                          <p:spTgt spid="335"/>
                                        </p:tgtEl>
                                        <p:attrNameLst>
                                          <p:attrName>style.visibility</p:attrName>
                                        </p:attrNameLst>
                                      </p:cBhvr>
                                      <p:to>
                                        <p:strVal val="hidden"/>
                                      </p:to>
                                    </p:set>
                                  </p:childTnLst>
                                </p:cTn>
                              </p:par>
                              <p:par>
                                <p:cTn id="1576" presetID="22" presetClass="exit" presetSubtype="4" fill="hold" nodeType="withEffect">
                                  <p:stCondLst>
                                    <p:cond delay="0"/>
                                  </p:stCondLst>
                                  <p:childTnLst>
                                    <p:animEffect transition="out" filter="wipe(down)">
                                      <p:cBhvr>
                                        <p:cTn id="1577" dur="500"/>
                                        <p:tgtEl>
                                          <p:spTgt spid="254"/>
                                        </p:tgtEl>
                                      </p:cBhvr>
                                    </p:animEffect>
                                    <p:set>
                                      <p:cBhvr>
                                        <p:cTn id="1578" dur="1" fill="hold">
                                          <p:stCondLst>
                                            <p:cond delay="499"/>
                                          </p:stCondLst>
                                        </p:cTn>
                                        <p:tgtEl>
                                          <p:spTgt spid="254"/>
                                        </p:tgtEl>
                                        <p:attrNameLst>
                                          <p:attrName>style.visibility</p:attrName>
                                        </p:attrNameLst>
                                      </p:cBhvr>
                                      <p:to>
                                        <p:strVal val="hidden"/>
                                      </p:to>
                                    </p:set>
                                  </p:childTnLst>
                                </p:cTn>
                              </p:par>
                            </p:childTnLst>
                          </p:cTn>
                        </p:par>
                        <p:par>
                          <p:cTn id="1579" fill="hold">
                            <p:stCondLst>
                              <p:cond delay="1000"/>
                            </p:stCondLst>
                            <p:childTnLst>
                              <p:par>
                                <p:cTn id="1580" presetID="22" presetClass="entr" presetSubtype="1" fill="hold" nodeType="afterEffect">
                                  <p:stCondLst>
                                    <p:cond delay="0"/>
                                  </p:stCondLst>
                                  <p:childTnLst>
                                    <p:set>
                                      <p:cBhvr>
                                        <p:cTn id="1581" dur="1" fill="hold">
                                          <p:stCondLst>
                                            <p:cond delay="0"/>
                                          </p:stCondLst>
                                        </p:cTn>
                                        <p:tgtEl>
                                          <p:spTgt spid="107"/>
                                        </p:tgtEl>
                                        <p:attrNameLst>
                                          <p:attrName>style.visibility</p:attrName>
                                        </p:attrNameLst>
                                      </p:cBhvr>
                                      <p:to>
                                        <p:strVal val="visible"/>
                                      </p:to>
                                    </p:set>
                                    <p:animEffect transition="in" filter="wipe(up)">
                                      <p:cBhvr>
                                        <p:cTn id="1582" dur="1000"/>
                                        <p:tgtEl>
                                          <p:spTgt spid="107"/>
                                        </p:tgtEl>
                                      </p:cBhvr>
                                    </p:animEffect>
                                  </p:childTnLst>
                                </p:cTn>
                              </p:par>
                            </p:childTnLst>
                          </p:cTn>
                        </p:par>
                        <p:par>
                          <p:cTn id="1583" fill="hold">
                            <p:stCondLst>
                              <p:cond delay="2000"/>
                            </p:stCondLst>
                            <p:childTnLst>
                              <p:par>
                                <p:cTn id="1584" presetID="42" presetClass="entr" presetSubtype="0" fill="hold" nodeType="afterEffect">
                                  <p:stCondLst>
                                    <p:cond delay="0"/>
                                  </p:stCondLst>
                                  <p:childTnLst>
                                    <p:set>
                                      <p:cBhvr>
                                        <p:cTn id="1585" dur="1" fill="hold">
                                          <p:stCondLst>
                                            <p:cond delay="0"/>
                                          </p:stCondLst>
                                        </p:cTn>
                                        <p:tgtEl>
                                          <p:spTgt spid="203"/>
                                        </p:tgtEl>
                                        <p:attrNameLst>
                                          <p:attrName>style.visibility</p:attrName>
                                        </p:attrNameLst>
                                      </p:cBhvr>
                                      <p:to>
                                        <p:strVal val="visible"/>
                                      </p:to>
                                    </p:set>
                                    <p:animEffect transition="in" filter="fade">
                                      <p:cBhvr>
                                        <p:cTn id="1586" dur="1000"/>
                                        <p:tgtEl>
                                          <p:spTgt spid="203"/>
                                        </p:tgtEl>
                                      </p:cBhvr>
                                    </p:animEffect>
                                    <p:anim calcmode="lin" valueType="num">
                                      <p:cBhvr>
                                        <p:cTn id="1587" dur="1000" fill="hold"/>
                                        <p:tgtEl>
                                          <p:spTgt spid="203"/>
                                        </p:tgtEl>
                                        <p:attrNameLst>
                                          <p:attrName>ppt_x</p:attrName>
                                        </p:attrNameLst>
                                      </p:cBhvr>
                                      <p:tavLst>
                                        <p:tav tm="0">
                                          <p:val>
                                            <p:strVal val="#ppt_x"/>
                                          </p:val>
                                        </p:tav>
                                        <p:tav tm="100000">
                                          <p:val>
                                            <p:strVal val="#ppt_x"/>
                                          </p:val>
                                        </p:tav>
                                      </p:tavLst>
                                    </p:anim>
                                    <p:anim calcmode="lin" valueType="num">
                                      <p:cBhvr>
                                        <p:cTn id="1588" dur="1000" fill="hold"/>
                                        <p:tgtEl>
                                          <p:spTgt spid="203"/>
                                        </p:tgtEl>
                                        <p:attrNameLst>
                                          <p:attrName>ppt_y</p:attrName>
                                        </p:attrNameLst>
                                      </p:cBhvr>
                                      <p:tavLst>
                                        <p:tav tm="0">
                                          <p:val>
                                            <p:strVal val="#ppt_y+.1"/>
                                          </p:val>
                                        </p:tav>
                                        <p:tav tm="100000">
                                          <p:val>
                                            <p:strVal val="#ppt_y"/>
                                          </p:val>
                                        </p:tav>
                                      </p:tavLst>
                                    </p:anim>
                                  </p:childTnLst>
                                </p:cTn>
                              </p:par>
                            </p:childTnLst>
                          </p:cTn>
                        </p:par>
                        <p:par>
                          <p:cTn id="1589" fill="hold">
                            <p:stCondLst>
                              <p:cond delay="3000"/>
                            </p:stCondLst>
                            <p:childTnLst>
                              <p:par>
                                <p:cTn id="1590" presetID="22" presetClass="entr" presetSubtype="8" fill="hold" nodeType="afterEffect">
                                  <p:stCondLst>
                                    <p:cond delay="0"/>
                                  </p:stCondLst>
                                  <p:childTnLst>
                                    <p:set>
                                      <p:cBhvr>
                                        <p:cTn id="1591" dur="1" fill="hold">
                                          <p:stCondLst>
                                            <p:cond delay="0"/>
                                          </p:stCondLst>
                                        </p:cTn>
                                        <p:tgtEl>
                                          <p:spTgt spid="3"/>
                                        </p:tgtEl>
                                        <p:attrNameLst>
                                          <p:attrName>style.visibility</p:attrName>
                                        </p:attrNameLst>
                                      </p:cBhvr>
                                      <p:to>
                                        <p:strVal val="visible"/>
                                      </p:to>
                                    </p:set>
                                    <p:animEffect transition="in" filter="wipe(left)">
                                      <p:cBhvr>
                                        <p:cTn id="1592" dur="1000"/>
                                        <p:tgtEl>
                                          <p:spTgt spid="3"/>
                                        </p:tgtEl>
                                      </p:cBhvr>
                                    </p:animEffect>
                                  </p:childTnLst>
                                </p:cTn>
                              </p:par>
                            </p:childTnLst>
                          </p:cTn>
                        </p:par>
                      </p:childTnLst>
                    </p:cTn>
                  </p:par>
                  <p:par>
                    <p:cTn id="1593" fill="hold">
                      <p:stCondLst>
                        <p:cond delay="indefinite"/>
                      </p:stCondLst>
                      <p:childTnLst>
                        <p:par>
                          <p:cTn id="1594" fill="hold">
                            <p:stCondLst>
                              <p:cond delay="0"/>
                            </p:stCondLst>
                            <p:childTnLst>
                              <p:par>
                                <p:cTn id="1595" presetID="42" presetClass="path" presetSubtype="0" accel="50000" decel="50000" fill="hold" grpId="1" nodeType="clickEffect">
                                  <p:stCondLst>
                                    <p:cond delay="0"/>
                                  </p:stCondLst>
                                  <p:childTnLst>
                                    <p:animMotion origin="layout" path="M -1.84279E-6 -4.12173E-6 L -0.04047 0.25897 " pathEditMode="relative" rAng="0" ptsTypes="AA">
                                      <p:cBhvr>
                                        <p:cTn id="1596" dur="1000" fill="hold"/>
                                        <p:tgtEl>
                                          <p:spTgt spid="106"/>
                                        </p:tgtEl>
                                        <p:attrNameLst>
                                          <p:attrName>ppt_x</p:attrName>
                                          <p:attrName>ppt_y</p:attrName>
                                        </p:attrNameLst>
                                      </p:cBhvr>
                                      <p:rCtr x="-2030" y="12937"/>
                                    </p:animMotion>
                                  </p:childTnLst>
                                </p:cTn>
                              </p:par>
                              <p:par>
                                <p:cTn id="1597" presetID="7" presetClass="emph" presetSubtype="2" fill="hold" nodeType="withEffect">
                                  <p:stCondLst>
                                    <p:cond delay="0"/>
                                  </p:stCondLst>
                                  <p:childTnLst>
                                    <p:animClr clrSpc="rgb" dir="cw">
                                      <p:cBhvr>
                                        <p:cTn id="1598" dur="500" fill="hold"/>
                                        <p:tgtEl>
                                          <p:spTgt spid="3"/>
                                        </p:tgtEl>
                                        <p:attrNameLst>
                                          <p:attrName>stroke.color</p:attrName>
                                        </p:attrNameLst>
                                      </p:cBhvr>
                                      <p:to>
                                        <a:srgbClr val="E3F5F3"/>
                                      </p:to>
                                    </p:animClr>
                                    <p:set>
                                      <p:cBhvr>
                                        <p:cTn id="1599" dur="500" fill="hold"/>
                                        <p:tgtEl>
                                          <p:spTgt spid="3"/>
                                        </p:tgtEl>
                                        <p:attrNameLst>
                                          <p:attrName>stroke.on</p:attrName>
                                        </p:attrNameLst>
                                      </p:cBhvr>
                                      <p:to>
                                        <p:strVal val="true"/>
                                      </p:to>
                                    </p:set>
                                  </p:childTnLst>
                                </p:cTn>
                              </p:par>
                              <p:par>
                                <p:cTn id="1600" presetID="22" presetClass="entr" presetSubtype="8" fill="hold" nodeType="withEffect">
                                  <p:stCondLst>
                                    <p:cond delay="0"/>
                                  </p:stCondLst>
                                  <p:childTnLst>
                                    <p:set>
                                      <p:cBhvr>
                                        <p:cTn id="1601" dur="1" fill="hold">
                                          <p:stCondLst>
                                            <p:cond delay="0"/>
                                          </p:stCondLst>
                                        </p:cTn>
                                        <p:tgtEl>
                                          <p:spTgt spid="352"/>
                                        </p:tgtEl>
                                        <p:attrNameLst>
                                          <p:attrName>style.visibility</p:attrName>
                                        </p:attrNameLst>
                                      </p:cBhvr>
                                      <p:to>
                                        <p:strVal val="visible"/>
                                      </p:to>
                                    </p:set>
                                    <p:animEffect transition="in" filter="wipe(left)">
                                      <p:cBhvr>
                                        <p:cTn id="1602" dur="1000"/>
                                        <p:tgtEl>
                                          <p:spTgt spid="352"/>
                                        </p:tgtEl>
                                      </p:cBhvr>
                                    </p:animEffect>
                                  </p:childTnLst>
                                </p:cTn>
                              </p:par>
                            </p:childTnLst>
                          </p:cTn>
                        </p:par>
                      </p:childTnLst>
                    </p:cTn>
                  </p:par>
                  <p:par>
                    <p:cTn id="1603" fill="hold">
                      <p:stCondLst>
                        <p:cond delay="indefinite"/>
                      </p:stCondLst>
                      <p:childTnLst>
                        <p:par>
                          <p:cTn id="1604" fill="hold">
                            <p:stCondLst>
                              <p:cond delay="0"/>
                            </p:stCondLst>
                            <p:childTnLst>
                              <p:par>
                                <p:cTn id="1605" presetID="27" presetClass="emph" presetSubtype="0" fill="remove" grpId="3" nodeType="clickEffect">
                                  <p:stCondLst>
                                    <p:cond delay="0"/>
                                  </p:stCondLst>
                                  <p:childTnLst>
                                    <p:animClr clrSpc="rgb" dir="cw">
                                      <p:cBhvr override="childStyle">
                                        <p:cTn id="1606" dur="250" autoRev="1" fill="remove"/>
                                        <p:tgtEl>
                                          <p:spTgt spid="212"/>
                                        </p:tgtEl>
                                        <p:attrNameLst>
                                          <p:attrName>style.color</p:attrName>
                                        </p:attrNameLst>
                                      </p:cBhvr>
                                      <p:to>
                                        <a:srgbClr val="FFC000"/>
                                      </p:to>
                                    </p:animClr>
                                    <p:animClr clrSpc="rgb" dir="cw">
                                      <p:cBhvr>
                                        <p:cTn id="1607" dur="250" autoRev="1" fill="remove"/>
                                        <p:tgtEl>
                                          <p:spTgt spid="212"/>
                                        </p:tgtEl>
                                        <p:attrNameLst>
                                          <p:attrName>fillcolor</p:attrName>
                                        </p:attrNameLst>
                                      </p:cBhvr>
                                      <p:to>
                                        <a:srgbClr val="FFC000"/>
                                      </p:to>
                                    </p:animClr>
                                    <p:set>
                                      <p:cBhvr>
                                        <p:cTn id="1608" dur="250" autoRev="1" fill="remove"/>
                                        <p:tgtEl>
                                          <p:spTgt spid="212"/>
                                        </p:tgtEl>
                                        <p:attrNameLst>
                                          <p:attrName>fill.type</p:attrName>
                                        </p:attrNameLst>
                                      </p:cBhvr>
                                      <p:to>
                                        <p:strVal val="solid"/>
                                      </p:to>
                                    </p:set>
                                    <p:set>
                                      <p:cBhvr>
                                        <p:cTn id="1609" dur="250" autoRev="1" fill="remove"/>
                                        <p:tgtEl>
                                          <p:spTgt spid="212"/>
                                        </p:tgtEl>
                                        <p:attrNameLst>
                                          <p:attrName>fill.on</p:attrName>
                                        </p:attrNameLst>
                                      </p:cBhvr>
                                      <p:to>
                                        <p:strVal val="true"/>
                                      </p:to>
                                    </p:set>
                                  </p:childTnLst>
                                </p:cTn>
                              </p:par>
                            </p:childTnLst>
                          </p:cTn>
                        </p:par>
                        <p:par>
                          <p:cTn id="1610" fill="hold">
                            <p:stCondLst>
                              <p:cond delay="500"/>
                            </p:stCondLst>
                            <p:childTnLst>
                              <p:par>
                                <p:cTn id="1611" presetID="7" presetClass="emph" presetSubtype="2" fill="hold" nodeType="afterEffect">
                                  <p:stCondLst>
                                    <p:cond delay="0"/>
                                  </p:stCondLst>
                                  <p:childTnLst>
                                    <p:animClr clrSpc="rgb" dir="cw">
                                      <p:cBhvr>
                                        <p:cTn id="1612" dur="500" fill="hold"/>
                                        <p:tgtEl>
                                          <p:spTgt spid="352"/>
                                        </p:tgtEl>
                                        <p:attrNameLst>
                                          <p:attrName>stroke.color</p:attrName>
                                        </p:attrNameLst>
                                      </p:cBhvr>
                                      <p:to>
                                        <a:srgbClr val="E3F5F3"/>
                                      </p:to>
                                    </p:animClr>
                                    <p:set>
                                      <p:cBhvr>
                                        <p:cTn id="1613" dur="500" fill="hold"/>
                                        <p:tgtEl>
                                          <p:spTgt spid="352"/>
                                        </p:tgtEl>
                                        <p:attrNameLst>
                                          <p:attrName>stroke.on</p:attrName>
                                        </p:attrNameLst>
                                      </p:cBhvr>
                                      <p:to>
                                        <p:strVal val="true"/>
                                      </p:to>
                                    </p:set>
                                  </p:childTnLst>
                                </p:cTn>
                              </p:par>
                            </p:childTnLst>
                          </p:cTn>
                        </p:par>
                        <p:par>
                          <p:cTn id="1614" fill="hold">
                            <p:stCondLst>
                              <p:cond delay="1000"/>
                            </p:stCondLst>
                            <p:childTnLst>
                              <p:par>
                                <p:cTn id="1615" presetID="7" presetClass="emph" presetSubtype="2" fill="hold" nodeType="afterEffect">
                                  <p:stCondLst>
                                    <p:cond delay="0"/>
                                  </p:stCondLst>
                                  <p:childTnLst>
                                    <p:animClr clrSpc="rgb" dir="cw">
                                      <p:cBhvr>
                                        <p:cTn id="1616" dur="500" fill="hold"/>
                                        <p:tgtEl>
                                          <p:spTgt spid="3"/>
                                        </p:tgtEl>
                                        <p:attrNameLst>
                                          <p:attrName>stroke.color</p:attrName>
                                        </p:attrNameLst>
                                      </p:cBhvr>
                                      <p:to>
                                        <a:srgbClr val="990033"/>
                                      </p:to>
                                    </p:animClr>
                                    <p:set>
                                      <p:cBhvr>
                                        <p:cTn id="1617" dur="500" fill="hold"/>
                                        <p:tgtEl>
                                          <p:spTgt spid="3"/>
                                        </p:tgtEl>
                                        <p:attrNameLst>
                                          <p:attrName>stroke.on</p:attrName>
                                        </p:attrNameLst>
                                      </p:cBhvr>
                                      <p:to>
                                        <p:strVal val="true"/>
                                      </p:to>
                                    </p:set>
                                  </p:childTnLst>
                                </p:cTn>
                              </p:par>
                            </p:childTnLst>
                          </p:cTn>
                        </p:par>
                      </p:childTnLst>
                    </p:cTn>
                  </p:par>
                  <p:par>
                    <p:cTn id="1618" fill="hold">
                      <p:stCondLst>
                        <p:cond delay="indefinite"/>
                      </p:stCondLst>
                      <p:childTnLst>
                        <p:par>
                          <p:cTn id="1619" fill="hold">
                            <p:stCondLst>
                              <p:cond delay="0"/>
                            </p:stCondLst>
                            <p:childTnLst>
                              <p:par>
                                <p:cTn id="1620" presetID="32" presetClass="emph" presetSubtype="0" fill="hold" nodeType="clickEffect">
                                  <p:stCondLst>
                                    <p:cond delay="0"/>
                                  </p:stCondLst>
                                  <p:childTnLst>
                                    <p:animRot by="120000">
                                      <p:cBhvr>
                                        <p:cTn id="1621" dur="100" fill="hold">
                                          <p:stCondLst>
                                            <p:cond delay="0"/>
                                          </p:stCondLst>
                                        </p:cTn>
                                        <p:tgtEl>
                                          <p:spTgt spid="3"/>
                                        </p:tgtEl>
                                        <p:attrNameLst>
                                          <p:attrName>r</p:attrName>
                                        </p:attrNameLst>
                                      </p:cBhvr>
                                    </p:animRot>
                                    <p:animRot by="-240000">
                                      <p:cBhvr>
                                        <p:cTn id="1622" dur="200" fill="hold">
                                          <p:stCondLst>
                                            <p:cond delay="200"/>
                                          </p:stCondLst>
                                        </p:cTn>
                                        <p:tgtEl>
                                          <p:spTgt spid="3"/>
                                        </p:tgtEl>
                                        <p:attrNameLst>
                                          <p:attrName>r</p:attrName>
                                        </p:attrNameLst>
                                      </p:cBhvr>
                                    </p:animRot>
                                    <p:animRot by="240000">
                                      <p:cBhvr>
                                        <p:cTn id="1623" dur="200" fill="hold">
                                          <p:stCondLst>
                                            <p:cond delay="400"/>
                                          </p:stCondLst>
                                        </p:cTn>
                                        <p:tgtEl>
                                          <p:spTgt spid="3"/>
                                        </p:tgtEl>
                                        <p:attrNameLst>
                                          <p:attrName>r</p:attrName>
                                        </p:attrNameLst>
                                      </p:cBhvr>
                                    </p:animRot>
                                    <p:animRot by="-240000">
                                      <p:cBhvr>
                                        <p:cTn id="1624" dur="200" fill="hold">
                                          <p:stCondLst>
                                            <p:cond delay="600"/>
                                          </p:stCondLst>
                                        </p:cTn>
                                        <p:tgtEl>
                                          <p:spTgt spid="3"/>
                                        </p:tgtEl>
                                        <p:attrNameLst>
                                          <p:attrName>r</p:attrName>
                                        </p:attrNameLst>
                                      </p:cBhvr>
                                    </p:animRot>
                                    <p:animRot by="120000">
                                      <p:cBhvr>
                                        <p:cTn id="1625" dur="200" fill="hold">
                                          <p:stCondLst>
                                            <p:cond delay="800"/>
                                          </p:stCondLst>
                                        </p:cTn>
                                        <p:tgtEl>
                                          <p:spTgt spid="3"/>
                                        </p:tgtEl>
                                        <p:attrNameLst>
                                          <p:attrName>r</p:attrName>
                                        </p:attrNameLst>
                                      </p:cBhvr>
                                    </p:animRot>
                                  </p:childTnLst>
                                </p:cTn>
                              </p:par>
                            </p:childTnLst>
                          </p:cTn>
                        </p:par>
                        <p:par>
                          <p:cTn id="1626" fill="hold">
                            <p:stCondLst>
                              <p:cond delay="1000"/>
                            </p:stCondLst>
                            <p:childTnLst>
                              <p:par>
                                <p:cTn id="1627" presetID="63" presetClass="path" presetSubtype="0" accel="50000" decel="50000" fill="hold" grpId="2" nodeType="afterEffect">
                                  <p:stCondLst>
                                    <p:cond delay="0"/>
                                  </p:stCondLst>
                                  <p:childTnLst>
                                    <p:animMotion origin="layout" path="M -0.04049 0.25903 L 0.13412 0.32824 " pathEditMode="relative" rAng="0" ptsTypes="AA">
                                      <p:cBhvr>
                                        <p:cTn id="1628" dur="1000" fill="hold"/>
                                        <p:tgtEl>
                                          <p:spTgt spid="106"/>
                                        </p:tgtEl>
                                        <p:attrNameLst>
                                          <p:attrName>ppt_x</p:attrName>
                                          <p:attrName>ppt_y</p:attrName>
                                        </p:attrNameLst>
                                      </p:cBhvr>
                                      <p:rCtr x="8724" y="3449"/>
                                    </p:animMotion>
                                  </p:childTnLst>
                                </p:cTn>
                              </p:par>
                            </p:childTnLst>
                          </p:cTn>
                        </p:par>
                        <p:par>
                          <p:cTn id="1629" fill="hold">
                            <p:stCondLst>
                              <p:cond delay="2000"/>
                            </p:stCondLst>
                            <p:childTnLst>
                              <p:par>
                                <p:cTn id="1630" presetID="7" presetClass="emph" presetSubtype="2" fill="hold" nodeType="afterEffect">
                                  <p:stCondLst>
                                    <p:cond delay="0"/>
                                  </p:stCondLst>
                                  <p:childTnLst>
                                    <p:animClr clrSpc="rgb" dir="cw">
                                      <p:cBhvr>
                                        <p:cTn id="1631" dur="500" fill="hold"/>
                                        <p:tgtEl>
                                          <p:spTgt spid="3"/>
                                        </p:tgtEl>
                                        <p:attrNameLst>
                                          <p:attrName>stroke.color</p:attrName>
                                        </p:attrNameLst>
                                      </p:cBhvr>
                                      <p:to>
                                        <a:srgbClr val="E3F5F3"/>
                                      </p:to>
                                    </p:animClr>
                                    <p:set>
                                      <p:cBhvr>
                                        <p:cTn id="1632" dur="500" fill="hold"/>
                                        <p:tgtEl>
                                          <p:spTgt spid="3"/>
                                        </p:tgtEl>
                                        <p:attrNameLst>
                                          <p:attrName>stroke.on</p:attrName>
                                        </p:attrNameLst>
                                      </p:cBhvr>
                                      <p:to>
                                        <p:strVal val="true"/>
                                      </p:to>
                                    </p:set>
                                  </p:childTnLst>
                                </p:cTn>
                              </p:par>
                              <p:par>
                                <p:cTn id="1633" presetID="7" presetClass="emph" presetSubtype="2" fill="hold" nodeType="withEffect">
                                  <p:stCondLst>
                                    <p:cond delay="0"/>
                                  </p:stCondLst>
                                  <p:childTnLst>
                                    <p:animClr clrSpc="rgb" dir="cw">
                                      <p:cBhvr>
                                        <p:cTn id="1634" dur="500" fill="hold"/>
                                        <p:tgtEl>
                                          <p:spTgt spid="352"/>
                                        </p:tgtEl>
                                        <p:attrNameLst>
                                          <p:attrName>stroke.color</p:attrName>
                                        </p:attrNameLst>
                                      </p:cBhvr>
                                      <p:to>
                                        <a:srgbClr val="990033"/>
                                      </p:to>
                                    </p:animClr>
                                    <p:set>
                                      <p:cBhvr>
                                        <p:cTn id="1635" dur="500" fill="hold"/>
                                        <p:tgtEl>
                                          <p:spTgt spid="352"/>
                                        </p:tgtEl>
                                        <p:attrNameLst>
                                          <p:attrName>stroke.on</p:attrName>
                                        </p:attrNameLst>
                                      </p:cBhvr>
                                      <p:to>
                                        <p:strVal val="true"/>
                                      </p:to>
                                    </p:set>
                                  </p:childTnLst>
                                </p:cTn>
                              </p:par>
                            </p:childTnLst>
                          </p:cTn>
                        </p:par>
                      </p:childTnLst>
                    </p:cTn>
                  </p:par>
                  <p:par>
                    <p:cTn id="1636" fill="hold">
                      <p:stCondLst>
                        <p:cond delay="indefinite"/>
                      </p:stCondLst>
                      <p:childTnLst>
                        <p:par>
                          <p:cTn id="1637" fill="hold">
                            <p:stCondLst>
                              <p:cond delay="0"/>
                            </p:stCondLst>
                            <p:childTnLst>
                              <p:par>
                                <p:cTn id="1638" presetID="32" presetClass="emph" presetSubtype="0" fill="hold" nodeType="clickEffect">
                                  <p:stCondLst>
                                    <p:cond delay="0"/>
                                  </p:stCondLst>
                                  <p:childTnLst>
                                    <p:animRot by="120000">
                                      <p:cBhvr>
                                        <p:cTn id="1639" dur="100" fill="hold">
                                          <p:stCondLst>
                                            <p:cond delay="0"/>
                                          </p:stCondLst>
                                        </p:cTn>
                                        <p:tgtEl>
                                          <p:spTgt spid="352"/>
                                        </p:tgtEl>
                                        <p:attrNameLst>
                                          <p:attrName>r</p:attrName>
                                        </p:attrNameLst>
                                      </p:cBhvr>
                                    </p:animRot>
                                    <p:animRot by="-240000">
                                      <p:cBhvr>
                                        <p:cTn id="1640" dur="200" fill="hold">
                                          <p:stCondLst>
                                            <p:cond delay="200"/>
                                          </p:stCondLst>
                                        </p:cTn>
                                        <p:tgtEl>
                                          <p:spTgt spid="352"/>
                                        </p:tgtEl>
                                        <p:attrNameLst>
                                          <p:attrName>r</p:attrName>
                                        </p:attrNameLst>
                                      </p:cBhvr>
                                    </p:animRot>
                                    <p:animRot by="240000">
                                      <p:cBhvr>
                                        <p:cTn id="1641" dur="200" fill="hold">
                                          <p:stCondLst>
                                            <p:cond delay="400"/>
                                          </p:stCondLst>
                                        </p:cTn>
                                        <p:tgtEl>
                                          <p:spTgt spid="352"/>
                                        </p:tgtEl>
                                        <p:attrNameLst>
                                          <p:attrName>r</p:attrName>
                                        </p:attrNameLst>
                                      </p:cBhvr>
                                    </p:animRot>
                                    <p:animRot by="-240000">
                                      <p:cBhvr>
                                        <p:cTn id="1642" dur="200" fill="hold">
                                          <p:stCondLst>
                                            <p:cond delay="600"/>
                                          </p:stCondLst>
                                        </p:cTn>
                                        <p:tgtEl>
                                          <p:spTgt spid="352"/>
                                        </p:tgtEl>
                                        <p:attrNameLst>
                                          <p:attrName>r</p:attrName>
                                        </p:attrNameLst>
                                      </p:cBhvr>
                                    </p:animRot>
                                    <p:animRot by="120000">
                                      <p:cBhvr>
                                        <p:cTn id="1643" dur="200" fill="hold">
                                          <p:stCondLst>
                                            <p:cond delay="800"/>
                                          </p:stCondLst>
                                        </p:cTn>
                                        <p:tgtEl>
                                          <p:spTgt spid="352"/>
                                        </p:tgtEl>
                                        <p:attrNameLst>
                                          <p:attrName>r</p:attrName>
                                        </p:attrNameLst>
                                      </p:cBhvr>
                                    </p:animRot>
                                  </p:childTnLst>
                                </p:cTn>
                              </p:par>
                            </p:childTnLst>
                          </p:cTn>
                        </p:par>
                        <p:par>
                          <p:cTn id="1644" fill="hold">
                            <p:stCondLst>
                              <p:cond delay="1000"/>
                            </p:stCondLst>
                            <p:childTnLst>
                              <p:par>
                                <p:cTn id="1645" presetID="27" presetClass="emph" presetSubtype="0" fill="remove" grpId="3" nodeType="afterEffect">
                                  <p:stCondLst>
                                    <p:cond delay="0"/>
                                  </p:stCondLst>
                                  <p:childTnLst>
                                    <p:animClr clrSpc="rgb" dir="cw">
                                      <p:cBhvr override="childStyle">
                                        <p:cTn id="1646" dur="250" autoRev="1" fill="remove"/>
                                        <p:tgtEl>
                                          <p:spTgt spid="213"/>
                                        </p:tgtEl>
                                        <p:attrNameLst>
                                          <p:attrName>style.color</p:attrName>
                                        </p:attrNameLst>
                                      </p:cBhvr>
                                      <p:to>
                                        <a:srgbClr val="FFC000"/>
                                      </p:to>
                                    </p:animClr>
                                    <p:animClr clrSpc="rgb" dir="cw">
                                      <p:cBhvr>
                                        <p:cTn id="1647" dur="250" autoRev="1" fill="remove"/>
                                        <p:tgtEl>
                                          <p:spTgt spid="213"/>
                                        </p:tgtEl>
                                        <p:attrNameLst>
                                          <p:attrName>fillcolor</p:attrName>
                                        </p:attrNameLst>
                                      </p:cBhvr>
                                      <p:to>
                                        <a:srgbClr val="FFC000"/>
                                      </p:to>
                                    </p:animClr>
                                    <p:set>
                                      <p:cBhvr>
                                        <p:cTn id="1648" dur="250" autoRev="1" fill="remove"/>
                                        <p:tgtEl>
                                          <p:spTgt spid="213"/>
                                        </p:tgtEl>
                                        <p:attrNameLst>
                                          <p:attrName>fill.type</p:attrName>
                                        </p:attrNameLst>
                                      </p:cBhvr>
                                      <p:to>
                                        <p:strVal val="solid"/>
                                      </p:to>
                                    </p:set>
                                    <p:set>
                                      <p:cBhvr>
                                        <p:cTn id="1649" dur="250" autoRev="1" fill="remove"/>
                                        <p:tgtEl>
                                          <p:spTgt spid="213"/>
                                        </p:tgtEl>
                                        <p:attrNameLst>
                                          <p:attrName>fill.on</p:attrName>
                                        </p:attrNameLst>
                                      </p:cBhvr>
                                      <p:to>
                                        <p:strVal val="true"/>
                                      </p:to>
                                    </p:set>
                                  </p:childTnLst>
                                </p:cTn>
                              </p:par>
                            </p:childTnLst>
                          </p:cTn>
                        </p:par>
                        <p:par>
                          <p:cTn id="1650" fill="hold">
                            <p:stCondLst>
                              <p:cond delay="1500"/>
                            </p:stCondLst>
                            <p:childTnLst>
                              <p:par>
                                <p:cTn id="1651" presetID="7" presetClass="emph" presetSubtype="2" fill="hold" nodeType="afterEffect">
                                  <p:stCondLst>
                                    <p:cond delay="0"/>
                                  </p:stCondLst>
                                  <p:childTnLst>
                                    <p:animClr clrSpc="rgb" dir="cw">
                                      <p:cBhvr>
                                        <p:cTn id="1652" dur="500" fill="hold"/>
                                        <p:tgtEl>
                                          <p:spTgt spid="352"/>
                                        </p:tgtEl>
                                        <p:attrNameLst>
                                          <p:attrName>stroke.color</p:attrName>
                                        </p:attrNameLst>
                                      </p:cBhvr>
                                      <p:to>
                                        <a:srgbClr val="E3F5F3"/>
                                      </p:to>
                                    </p:animClr>
                                    <p:set>
                                      <p:cBhvr>
                                        <p:cTn id="1653" dur="500" fill="hold"/>
                                        <p:tgtEl>
                                          <p:spTgt spid="352"/>
                                        </p:tgtEl>
                                        <p:attrNameLst>
                                          <p:attrName>stroke.on</p:attrName>
                                        </p:attrNameLst>
                                      </p:cBhvr>
                                      <p:to>
                                        <p:strVal val="true"/>
                                      </p:to>
                                    </p:set>
                                  </p:childTnLst>
                                </p:cTn>
                              </p:par>
                              <p:par>
                                <p:cTn id="1654" presetID="7" presetClass="emph" presetSubtype="2" fill="hold" nodeType="withEffect">
                                  <p:stCondLst>
                                    <p:cond delay="0"/>
                                  </p:stCondLst>
                                  <p:childTnLst>
                                    <p:animClr clrSpc="rgb" dir="cw">
                                      <p:cBhvr>
                                        <p:cTn id="1655" dur="500" fill="hold"/>
                                        <p:tgtEl>
                                          <p:spTgt spid="3"/>
                                        </p:tgtEl>
                                        <p:attrNameLst>
                                          <p:attrName>stroke.color</p:attrName>
                                        </p:attrNameLst>
                                      </p:cBhvr>
                                      <p:to>
                                        <a:srgbClr val="990033"/>
                                      </p:to>
                                    </p:animClr>
                                    <p:set>
                                      <p:cBhvr>
                                        <p:cTn id="1656" dur="500" fill="hold"/>
                                        <p:tgtEl>
                                          <p:spTgt spid="3"/>
                                        </p:tgtEl>
                                        <p:attrNameLst>
                                          <p:attrName>stroke.on</p:attrName>
                                        </p:attrNameLst>
                                      </p:cBhvr>
                                      <p:to>
                                        <p:strVal val="true"/>
                                      </p:to>
                                    </p:set>
                                  </p:childTnLst>
                                </p:cTn>
                              </p:par>
                            </p:childTnLst>
                          </p:cTn>
                        </p:par>
                      </p:childTnLst>
                    </p:cTn>
                  </p:par>
                  <p:par>
                    <p:cTn id="1657" fill="hold">
                      <p:stCondLst>
                        <p:cond delay="indefinite"/>
                      </p:stCondLst>
                      <p:childTnLst>
                        <p:par>
                          <p:cTn id="1658" fill="hold">
                            <p:stCondLst>
                              <p:cond delay="0"/>
                            </p:stCondLst>
                            <p:childTnLst>
                              <p:par>
                                <p:cTn id="1659" presetID="32" presetClass="emph" presetSubtype="0" fill="hold" nodeType="clickEffect">
                                  <p:stCondLst>
                                    <p:cond delay="0"/>
                                  </p:stCondLst>
                                  <p:childTnLst>
                                    <p:animRot by="120000">
                                      <p:cBhvr>
                                        <p:cTn id="1660" dur="100" fill="hold">
                                          <p:stCondLst>
                                            <p:cond delay="0"/>
                                          </p:stCondLst>
                                        </p:cTn>
                                        <p:tgtEl>
                                          <p:spTgt spid="3"/>
                                        </p:tgtEl>
                                        <p:attrNameLst>
                                          <p:attrName>r</p:attrName>
                                        </p:attrNameLst>
                                      </p:cBhvr>
                                    </p:animRot>
                                    <p:animRot by="-240000">
                                      <p:cBhvr>
                                        <p:cTn id="1661" dur="200" fill="hold">
                                          <p:stCondLst>
                                            <p:cond delay="200"/>
                                          </p:stCondLst>
                                        </p:cTn>
                                        <p:tgtEl>
                                          <p:spTgt spid="3"/>
                                        </p:tgtEl>
                                        <p:attrNameLst>
                                          <p:attrName>r</p:attrName>
                                        </p:attrNameLst>
                                      </p:cBhvr>
                                    </p:animRot>
                                    <p:animRot by="240000">
                                      <p:cBhvr>
                                        <p:cTn id="1662" dur="200" fill="hold">
                                          <p:stCondLst>
                                            <p:cond delay="400"/>
                                          </p:stCondLst>
                                        </p:cTn>
                                        <p:tgtEl>
                                          <p:spTgt spid="3"/>
                                        </p:tgtEl>
                                        <p:attrNameLst>
                                          <p:attrName>r</p:attrName>
                                        </p:attrNameLst>
                                      </p:cBhvr>
                                    </p:animRot>
                                    <p:animRot by="-240000">
                                      <p:cBhvr>
                                        <p:cTn id="1663" dur="200" fill="hold">
                                          <p:stCondLst>
                                            <p:cond delay="600"/>
                                          </p:stCondLst>
                                        </p:cTn>
                                        <p:tgtEl>
                                          <p:spTgt spid="3"/>
                                        </p:tgtEl>
                                        <p:attrNameLst>
                                          <p:attrName>r</p:attrName>
                                        </p:attrNameLst>
                                      </p:cBhvr>
                                    </p:animRot>
                                    <p:animRot by="120000">
                                      <p:cBhvr>
                                        <p:cTn id="1664" dur="200" fill="hold">
                                          <p:stCondLst>
                                            <p:cond delay="800"/>
                                          </p:stCondLst>
                                        </p:cTn>
                                        <p:tgtEl>
                                          <p:spTgt spid="3"/>
                                        </p:tgtEl>
                                        <p:attrNameLst>
                                          <p:attrName>r</p:attrName>
                                        </p:attrNameLst>
                                      </p:cBhvr>
                                    </p:animRot>
                                  </p:childTnLst>
                                </p:cTn>
                              </p:par>
                            </p:childTnLst>
                          </p:cTn>
                        </p:par>
                        <p:par>
                          <p:cTn id="1665" fill="hold">
                            <p:stCondLst>
                              <p:cond delay="1000"/>
                            </p:stCondLst>
                            <p:childTnLst>
                              <p:par>
                                <p:cTn id="1666" presetID="64" presetClass="path" presetSubtype="0" accel="50000" decel="50000" fill="hold" grpId="3" nodeType="afterEffect">
                                  <p:stCondLst>
                                    <p:cond delay="0"/>
                                  </p:stCondLst>
                                  <p:childTnLst>
                                    <p:animMotion origin="layout" path="M 0.02603 0.04652 L 0.0695 0.04513 " pathEditMode="relative" rAng="0" ptsTypes="AA">
                                      <p:cBhvr>
                                        <p:cTn id="1667" dur="1000" fill="hold"/>
                                        <p:tgtEl>
                                          <p:spTgt spid="106"/>
                                        </p:tgtEl>
                                        <p:attrNameLst>
                                          <p:attrName>ppt_x</p:attrName>
                                          <p:attrName>ppt_y</p:attrName>
                                        </p:attrNameLst>
                                      </p:cBhvr>
                                      <p:rCtr x="2173" y="-69"/>
                                    </p:animMotion>
                                  </p:childTnLst>
                                </p:cTn>
                              </p:par>
                            </p:childTnLst>
                          </p:cTn>
                        </p:par>
                        <p:par>
                          <p:cTn id="1668" fill="hold">
                            <p:stCondLst>
                              <p:cond delay="2000"/>
                            </p:stCondLst>
                            <p:childTnLst>
                              <p:par>
                                <p:cTn id="1669" presetID="7" presetClass="emph" presetSubtype="2" fill="hold" nodeType="afterEffect">
                                  <p:stCondLst>
                                    <p:cond delay="0"/>
                                  </p:stCondLst>
                                  <p:childTnLst>
                                    <p:animClr clrSpc="rgb" dir="cw">
                                      <p:cBhvr>
                                        <p:cTn id="1670" dur="500" fill="hold"/>
                                        <p:tgtEl>
                                          <p:spTgt spid="3"/>
                                        </p:tgtEl>
                                        <p:attrNameLst>
                                          <p:attrName>stroke.color</p:attrName>
                                        </p:attrNameLst>
                                      </p:cBhvr>
                                      <p:to>
                                        <a:srgbClr val="E3F5F3"/>
                                      </p:to>
                                    </p:animClr>
                                    <p:set>
                                      <p:cBhvr>
                                        <p:cTn id="1671" dur="500" fill="hold"/>
                                        <p:tgtEl>
                                          <p:spTgt spid="3"/>
                                        </p:tgtEl>
                                        <p:attrNameLst>
                                          <p:attrName>stroke.on</p:attrName>
                                        </p:attrNameLst>
                                      </p:cBhvr>
                                      <p:to>
                                        <p:strVal val="true"/>
                                      </p:to>
                                    </p:set>
                                  </p:childTnLst>
                                </p:cTn>
                              </p:par>
                              <p:par>
                                <p:cTn id="1672" presetID="7" presetClass="emph" presetSubtype="2" fill="hold" nodeType="withEffect">
                                  <p:stCondLst>
                                    <p:cond delay="0"/>
                                  </p:stCondLst>
                                  <p:childTnLst>
                                    <p:animClr clrSpc="rgb" dir="cw">
                                      <p:cBhvr>
                                        <p:cTn id="1673" dur="500" fill="hold"/>
                                        <p:tgtEl>
                                          <p:spTgt spid="352"/>
                                        </p:tgtEl>
                                        <p:attrNameLst>
                                          <p:attrName>stroke.color</p:attrName>
                                        </p:attrNameLst>
                                      </p:cBhvr>
                                      <p:to>
                                        <a:srgbClr val="990033"/>
                                      </p:to>
                                    </p:animClr>
                                    <p:set>
                                      <p:cBhvr>
                                        <p:cTn id="1674" dur="500" fill="hold"/>
                                        <p:tgtEl>
                                          <p:spTgt spid="352"/>
                                        </p:tgtEl>
                                        <p:attrNameLst>
                                          <p:attrName>stroke.on</p:attrName>
                                        </p:attrNameLst>
                                      </p:cBhvr>
                                      <p:to>
                                        <p:strVal val="true"/>
                                      </p:to>
                                    </p:set>
                                  </p:childTnLst>
                                </p:cTn>
                              </p:par>
                            </p:childTnLst>
                          </p:cTn>
                        </p:par>
                      </p:childTnLst>
                    </p:cTn>
                  </p:par>
                  <p:par>
                    <p:cTn id="1675" fill="hold">
                      <p:stCondLst>
                        <p:cond delay="indefinite"/>
                      </p:stCondLst>
                      <p:childTnLst>
                        <p:par>
                          <p:cTn id="1676" fill="hold">
                            <p:stCondLst>
                              <p:cond delay="0"/>
                            </p:stCondLst>
                            <p:childTnLst>
                              <p:par>
                                <p:cTn id="1677" presetID="32" presetClass="emph" presetSubtype="0" fill="hold" nodeType="clickEffect">
                                  <p:stCondLst>
                                    <p:cond delay="0"/>
                                  </p:stCondLst>
                                  <p:childTnLst>
                                    <p:animRot by="120000">
                                      <p:cBhvr>
                                        <p:cTn id="1678" dur="100" fill="hold">
                                          <p:stCondLst>
                                            <p:cond delay="0"/>
                                          </p:stCondLst>
                                        </p:cTn>
                                        <p:tgtEl>
                                          <p:spTgt spid="352"/>
                                        </p:tgtEl>
                                        <p:attrNameLst>
                                          <p:attrName>r</p:attrName>
                                        </p:attrNameLst>
                                      </p:cBhvr>
                                    </p:animRot>
                                    <p:animRot by="-240000">
                                      <p:cBhvr>
                                        <p:cTn id="1679" dur="200" fill="hold">
                                          <p:stCondLst>
                                            <p:cond delay="200"/>
                                          </p:stCondLst>
                                        </p:cTn>
                                        <p:tgtEl>
                                          <p:spTgt spid="352"/>
                                        </p:tgtEl>
                                        <p:attrNameLst>
                                          <p:attrName>r</p:attrName>
                                        </p:attrNameLst>
                                      </p:cBhvr>
                                    </p:animRot>
                                    <p:animRot by="240000">
                                      <p:cBhvr>
                                        <p:cTn id="1680" dur="200" fill="hold">
                                          <p:stCondLst>
                                            <p:cond delay="400"/>
                                          </p:stCondLst>
                                        </p:cTn>
                                        <p:tgtEl>
                                          <p:spTgt spid="352"/>
                                        </p:tgtEl>
                                        <p:attrNameLst>
                                          <p:attrName>r</p:attrName>
                                        </p:attrNameLst>
                                      </p:cBhvr>
                                    </p:animRot>
                                    <p:animRot by="-240000">
                                      <p:cBhvr>
                                        <p:cTn id="1681" dur="200" fill="hold">
                                          <p:stCondLst>
                                            <p:cond delay="600"/>
                                          </p:stCondLst>
                                        </p:cTn>
                                        <p:tgtEl>
                                          <p:spTgt spid="352"/>
                                        </p:tgtEl>
                                        <p:attrNameLst>
                                          <p:attrName>r</p:attrName>
                                        </p:attrNameLst>
                                      </p:cBhvr>
                                    </p:animRot>
                                    <p:animRot by="120000">
                                      <p:cBhvr>
                                        <p:cTn id="1682" dur="200" fill="hold">
                                          <p:stCondLst>
                                            <p:cond delay="800"/>
                                          </p:stCondLst>
                                        </p:cTn>
                                        <p:tgtEl>
                                          <p:spTgt spid="352"/>
                                        </p:tgtEl>
                                        <p:attrNameLst>
                                          <p:attrName>r</p:attrName>
                                        </p:attrNameLst>
                                      </p:cBhvr>
                                    </p:animRot>
                                  </p:childTnLst>
                                </p:cTn>
                              </p:par>
                            </p:childTnLst>
                          </p:cTn>
                        </p:par>
                        <p:par>
                          <p:cTn id="1683" fill="hold">
                            <p:stCondLst>
                              <p:cond delay="1000"/>
                            </p:stCondLst>
                            <p:childTnLst>
                              <p:par>
                                <p:cTn id="1684" presetID="7" presetClass="emph" presetSubtype="2" fill="hold" nodeType="afterEffect">
                                  <p:stCondLst>
                                    <p:cond delay="0"/>
                                  </p:stCondLst>
                                  <p:childTnLst>
                                    <p:animClr clrSpc="rgb" dir="cw">
                                      <p:cBhvr>
                                        <p:cTn id="1685" dur="500" fill="hold"/>
                                        <p:tgtEl>
                                          <p:spTgt spid="352"/>
                                        </p:tgtEl>
                                        <p:attrNameLst>
                                          <p:attrName>stroke.color</p:attrName>
                                        </p:attrNameLst>
                                      </p:cBhvr>
                                      <p:to>
                                        <a:srgbClr val="E3F5F3"/>
                                      </p:to>
                                    </p:animClr>
                                    <p:set>
                                      <p:cBhvr>
                                        <p:cTn id="1686" dur="500" fill="hold"/>
                                        <p:tgtEl>
                                          <p:spTgt spid="352"/>
                                        </p:tgtEl>
                                        <p:attrNameLst>
                                          <p:attrName>stroke.on</p:attrName>
                                        </p:attrNameLst>
                                      </p:cBhvr>
                                      <p:to>
                                        <p:strVal val="true"/>
                                      </p:to>
                                    </p:set>
                                  </p:childTnLst>
                                </p:cTn>
                              </p:par>
                            </p:childTnLst>
                          </p:cTn>
                        </p:par>
                        <p:par>
                          <p:cTn id="1687" fill="hold">
                            <p:stCondLst>
                              <p:cond delay="1500"/>
                            </p:stCondLst>
                            <p:childTnLst>
                              <p:par>
                                <p:cTn id="1688" presetID="22" presetClass="entr" presetSubtype="8" fill="hold" nodeType="afterEffect">
                                  <p:stCondLst>
                                    <p:cond delay="0"/>
                                  </p:stCondLst>
                                  <p:childTnLst>
                                    <p:set>
                                      <p:cBhvr>
                                        <p:cTn id="1689" dur="1" fill="hold">
                                          <p:stCondLst>
                                            <p:cond delay="0"/>
                                          </p:stCondLst>
                                        </p:cTn>
                                        <p:tgtEl>
                                          <p:spTgt spid="354"/>
                                        </p:tgtEl>
                                        <p:attrNameLst>
                                          <p:attrName>style.visibility</p:attrName>
                                        </p:attrNameLst>
                                      </p:cBhvr>
                                      <p:to>
                                        <p:strVal val="visible"/>
                                      </p:to>
                                    </p:set>
                                    <p:animEffect transition="in" filter="wipe(left)">
                                      <p:cBhvr>
                                        <p:cTn id="1690" dur="1000"/>
                                        <p:tgtEl>
                                          <p:spTgt spid="354"/>
                                        </p:tgtEl>
                                      </p:cBhvr>
                                    </p:animEffect>
                                  </p:childTnLst>
                                </p:cTn>
                              </p:par>
                            </p:childTnLst>
                          </p:cTn>
                        </p:par>
                      </p:childTnLst>
                    </p:cTn>
                  </p:par>
                  <p:par>
                    <p:cTn id="1691" fill="hold">
                      <p:stCondLst>
                        <p:cond delay="indefinite"/>
                      </p:stCondLst>
                      <p:childTnLst>
                        <p:par>
                          <p:cTn id="1692" fill="hold">
                            <p:stCondLst>
                              <p:cond delay="0"/>
                            </p:stCondLst>
                            <p:childTnLst>
                              <p:par>
                                <p:cTn id="1693" presetID="63" presetClass="path" presetSubtype="0" accel="50000" decel="50000" fill="hold" nodeType="clickEffect">
                                  <p:stCondLst>
                                    <p:cond delay="0"/>
                                  </p:stCondLst>
                                  <p:childTnLst>
                                    <p:animMotion origin="layout" path="M -2.91667E-6 2.59259E-6 L 0.15756 0.00092 " pathEditMode="relative" rAng="0" ptsTypes="AA">
                                      <p:cBhvr>
                                        <p:cTn id="1694" dur="1000" fill="hold"/>
                                        <p:tgtEl>
                                          <p:spTgt spid="171"/>
                                        </p:tgtEl>
                                        <p:attrNameLst>
                                          <p:attrName>ppt_x</p:attrName>
                                          <p:attrName>ppt_y</p:attrName>
                                        </p:attrNameLst>
                                      </p:cBhvr>
                                      <p:rCtr x="7878" y="46"/>
                                    </p:animMotion>
                                  </p:childTnLst>
                                </p:cTn>
                              </p:par>
                              <p:par>
                                <p:cTn id="1695" presetID="49" presetClass="path" presetSubtype="0" accel="50000" decel="50000" fill="hold" nodeType="withEffect">
                                  <p:stCondLst>
                                    <p:cond delay="0"/>
                                  </p:stCondLst>
                                  <p:childTnLst>
                                    <p:animMotion origin="layout" path="M 4.48725E-6 3.24925E-6 L 0.18779 0.30895 " pathEditMode="relative" rAng="0" ptsTypes="AA">
                                      <p:cBhvr>
                                        <p:cTn id="1696" dur="1000" fill="hold"/>
                                        <p:tgtEl>
                                          <p:spTgt spid="133"/>
                                        </p:tgtEl>
                                        <p:attrNameLst>
                                          <p:attrName>ppt_x</p:attrName>
                                          <p:attrName>ppt_y</p:attrName>
                                        </p:attrNameLst>
                                      </p:cBhvr>
                                      <p:rCtr x="9383" y="15436"/>
                                    </p:animMotion>
                                  </p:childTnLst>
                                </p:cTn>
                              </p:par>
                            </p:childTnLst>
                          </p:cTn>
                        </p:par>
                        <p:par>
                          <p:cTn id="1697" fill="hold">
                            <p:stCondLst>
                              <p:cond delay="1000"/>
                            </p:stCondLst>
                            <p:childTnLst>
                              <p:par>
                                <p:cTn id="1698" presetID="22" presetClass="exit" presetSubtype="2" fill="hold" nodeType="afterEffect">
                                  <p:stCondLst>
                                    <p:cond delay="0"/>
                                  </p:stCondLst>
                                  <p:childTnLst>
                                    <p:animEffect transition="out" filter="wipe(right)">
                                      <p:cBhvr>
                                        <p:cTn id="1699" dur="500"/>
                                        <p:tgtEl>
                                          <p:spTgt spid="191"/>
                                        </p:tgtEl>
                                      </p:cBhvr>
                                    </p:animEffect>
                                    <p:set>
                                      <p:cBhvr>
                                        <p:cTn id="1700" dur="1" fill="hold">
                                          <p:stCondLst>
                                            <p:cond delay="499"/>
                                          </p:stCondLst>
                                        </p:cTn>
                                        <p:tgtEl>
                                          <p:spTgt spid="191"/>
                                        </p:tgtEl>
                                        <p:attrNameLst>
                                          <p:attrName>style.visibility</p:attrName>
                                        </p:attrNameLst>
                                      </p:cBhvr>
                                      <p:to>
                                        <p:strVal val="hidden"/>
                                      </p:to>
                                    </p:set>
                                  </p:childTnLst>
                                </p:cTn>
                              </p:par>
                              <p:par>
                                <p:cTn id="1701" presetID="22" presetClass="entr" presetSubtype="8" fill="hold" nodeType="withEffect">
                                  <p:stCondLst>
                                    <p:cond delay="0"/>
                                  </p:stCondLst>
                                  <p:childTnLst>
                                    <p:set>
                                      <p:cBhvr>
                                        <p:cTn id="1702" dur="1" fill="hold">
                                          <p:stCondLst>
                                            <p:cond delay="0"/>
                                          </p:stCondLst>
                                        </p:cTn>
                                        <p:tgtEl>
                                          <p:spTgt spid="378"/>
                                        </p:tgtEl>
                                        <p:attrNameLst>
                                          <p:attrName>style.visibility</p:attrName>
                                        </p:attrNameLst>
                                      </p:cBhvr>
                                      <p:to>
                                        <p:strVal val="visible"/>
                                      </p:to>
                                    </p:set>
                                    <p:animEffect transition="in" filter="wipe(left)">
                                      <p:cBhvr>
                                        <p:cTn id="1703" dur="1500"/>
                                        <p:tgtEl>
                                          <p:spTgt spid="378"/>
                                        </p:tgtEl>
                                      </p:cBhvr>
                                    </p:animEffect>
                                  </p:childTnLst>
                                </p:cTn>
                              </p:par>
                              <p:par>
                                <p:cTn id="1704" presetID="22" presetClass="entr" presetSubtype="8" fill="hold" nodeType="withEffect">
                                  <p:stCondLst>
                                    <p:cond delay="0"/>
                                  </p:stCondLst>
                                  <p:childTnLst>
                                    <p:set>
                                      <p:cBhvr>
                                        <p:cTn id="1705" dur="1" fill="hold">
                                          <p:stCondLst>
                                            <p:cond delay="0"/>
                                          </p:stCondLst>
                                        </p:cTn>
                                        <p:tgtEl>
                                          <p:spTgt spid="357"/>
                                        </p:tgtEl>
                                        <p:attrNameLst>
                                          <p:attrName>style.visibility</p:attrName>
                                        </p:attrNameLst>
                                      </p:cBhvr>
                                      <p:to>
                                        <p:strVal val="visible"/>
                                      </p:to>
                                    </p:set>
                                    <p:animEffect transition="in" filter="wipe(left)">
                                      <p:cBhvr>
                                        <p:cTn id="1706" dur="1000"/>
                                        <p:tgtEl>
                                          <p:spTgt spid="357"/>
                                        </p:tgtEl>
                                      </p:cBhvr>
                                    </p:animEffect>
                                  </p:childTnLst>
                                </p:cTn>
                              </p:par>
                            </p:childTnLst>
                          </p:cTn>
                        </p:par>
                        <p:par>
                          <p:cTn id="1707" fill="hold">
                            <p:stCondLst>
                              <p:cond delay="2500"/>
                            </p:stCondLst>
                            <p:childTnLst>
                              <p:par>
                                <p:cTn id="1708" presetID="22" presetClass="entr" presetSubtype="1" fill="hold" grpId="0" nodeType="afterEffect">
                                  <p:stCondLst>
                                    <p:cond delay="0"/>
                                  </p:stCondLst>
                                  <p:childTnLst>
                                    <p:set>
                                      <p:cBhvr>
                                        <p:cTn id="1709" dur="1" fill="hold">
                                          <p:stCondLst>
                                            <p:cond delay="0"/>
                                          </p:stCondLst>
                                        </p:cTn>
                                        <p:tgtEl>
                                          <p:spTgt spid="361"/>
                                        </p:tgtEl>
                                        <p:attrNameLst>
                                          <p:attrName>style.visibility</p:attrName>
                                        </p:attrNameLst>
                                      </p:cBhvr>
                                      <p:to>
                                        <p:strVal val="visible"/>
                                      </p:to>
                                    </p:set>
                                    <p:animEffect transition="in" filter="wipe(up)">
                                      <p:cBhvr>
                                        <p:cTn id="1710" dur="500"/>
                                        <p:tgtEl>
                                          <p:spTgt spid="361"/>
                                        </p:tgtEl>
                                      </p:cBhvr>
                                    </p:animEffect>
                                  </p:childTnLst>
                                </p:cTn>
                              </p:par>
                              <p:par>
                                <p:cTn id="1711" presetID="22" presetClass="entr" presetSubtype="1" fill="hold" grpId="0" nodeType="withEffect">
                                  <p:stCondLst>
                                    <p:cond delay="0"/>
                                  </p:stCondLst>
                                  <p:childTnLst>
                                    <p:set>
                                      <p:cBhvr>
                                        <p:cTn id="1712" dur="1" fill="hold">
                                          <p:stCondLst>
                                            <p:cond delay="0"/>
                                          </p:stCondLst>
                                        </p:cTn>
                                        <p:tgtEl>
                                          <p:spTgt spid="362"/>
                                        </p:tgtEl>
                                        <p:attrNameLst>
                                          <p:attrName>style.visibility</p:attrName>
                                        </p:attrNameLst>
                                      </p:cBhvr>
                                      <p:to>
                                        <p:strVal val="visible"/>
                                      </p:to>
                                    </p:set>
                                    <p:animEffect transition="in" filter="wipe(up)">
                                      <p:cBhvr>
                                        <p:cTn id="1713" dur="500"/>
                                        <p:tgtEl>
                                          <p:spTgt spid="362"/>
                                        </p:tgtEl>
                                      </p:cBhvr>
                                    </p:animEffect>
                                  </p:childTnLst>
                                </p:cTn>
                              </p:par>
                            </p:childTnLst>
                          </p:cTn>
                        </p:par>
                        <p:par>
                          <p:cTn id="1714" fill="hold">
                            <p:stCondLst>
                              <p:cond delay="3000"/>
                            </p:stCondLst>
                            <p:childTnLst>
                              <p:par>
                                <p:cTn id="1715" presetID="7" presetClass="emph" presetSubtype="2" fill="hold" nodeType="afterEffect">
                                  <p:stCondLst>
                                    <p:cond delay="0"/>
                                  </p:stCondLst>
                                  <p:childTnLst>
                                    <p:animClr clrSpc="rgb" dir="cw">
                                      <p:cBhvr>
                                        <p:cTn id="1716" dur="500" fill="hold"/>
                                        <p:tgtEl>
                                          <p:spTgt spid="354"/>
                                        </p:tgtEl>
                                        <p:attrNameLst>
                                          <p:attrName>stroke.color</p:attrName>
                                        </p:attrNameLst>
                                      </p:cBhvr>
                                      <p:to>
                                        <a:srgbClr val="E3F5F3"/>
                                      </p:to>
                                    </p:animClr>
                                    <p:set>
                                      <p:cBhvr>
                                        <p:cTn id="1717" dur="500" fill="hold"/>
                                        <p:tgtEl>
                                          <p:spTgt spid="354"/>
                                        </p:tgtEl>
                                        <p:attrNameLst>
                                          <p:attrName>stroke.on</p:attrName>
                                        </p:attrNameLst>
                                      </p:cBhvr>
                                      <p:to>
                                        <p:strVal val="true"/>
                                      </p:to>
                                    </p:set>
                                  </p:childTnLst>
                                </p:cTn>
                              </p:par>
                              <p:par>
                                <p:cTn id="1718" presetID="22" presetClass="entr" presetSubtype="8" fill="hold" nodeType="withEffect">
                                  <p:stCondLst>
                                    <p:cond delay="0"/>
                                  </p:stCondLst>
                                  <p:childTnLst>
                                    <p:set>
                                      <p:cBhvr>
                                        <p:cTn id="1719" dur="1" fill="hold">
                                          <p:stCondLst>
                                            <p:cond delay="0"/>
                                          </p:stCondLst>
                                        </p:cTn>
                                        <p:tgtEl>
                                          <p:spTgt spid="355"/>
                                        </p:tgtEl>
                                        <p:attrNameLst>
                                          <p:attrName>style.visibility</p:attrName>
                                        </p:attrNameLst>
                                      </p:cBhvr>
                                      <p:to>
                                        <p:strVal val="visible"/>
                                      </p:to>
                                    </p:set>
                                    <p:animEffect transition="in" filter="wipe(left)">
                                      <p:cBhvr>
                                        <p:cTn id="1720" dur="1000"/>
                                        <p:tgtEl>
                                          <p:spTgt spid="355"/>
                                        </p:tgtEl>
                                      </p:cBhvr>
                                    </p:animEffect>
                                  </p:childTnLst>
                                </p:cTn>
                              </p:par>
                            </p:childTnLst>
                          </p:cTn>
                        </p:par>
                      </p:childTnLst>
                    </p:cTn>
                  </p:par>
                  <p:par>
                    <p:cTn id="1721" fill="hold">
                      <p:stCondLst>
                        <p:cond delay="indefinite"/>
                      </p:stCondLst>
                      <p:childTnLst>
                        <p:par>
                          <p:cTn id="1722" fill="hold">
                            <p:stCondLst>
                              <p:cond delay="0"/>
                            </p:stCondLst>
                            <p:childTnLst>
                              <p:par>
                                <p:cTn id="1723" presetID="22" presetClass="exit" presetSubtype="8" fill="hold" grpId="1" nodeType="clickEffect">
                                  <p:stCondLst>
                                    <p:cond delay="0"/>
                                  </p:stCondLst>
                                  <p:childTnLst>
                                    <p:animEffect transition="out" filter="wipe(left)">
                                      <p:cBhvr>
                                        <p:cTn id="1724" dur="500"/>
                                        <p:tgtEl>
                                          <p:spTgt spid="198"/>
                                        </p:tgtEl>
                                      </p:cBhvr>
                                    </p:animEffect>
                                    <p:set>
                                      <p:cBhvr>
                                        <p:cTn id="1725" dur="1" fill="hold">
                                          <p:stCondLst>
                                            <p:cond delay="499"/>
                                          </p:stCondLst>
                                        </p:cTn>
                                        <p:tgtEl>
                                          <p:spTgt spid="198"/>
                                        </p:tgtEl>
                                        <p:attrNameLst>
                                          <p:attrName>style.visibility</p:attrName>
                                        </p:attrNameLst>
                                      </p:cBhvr>
                                      <p:to>
                                        <p:strVal val="hidden"/>
                                      </p:to>
                                    </p:set>
                                  </p:childTnLst>
                                </p:cTn>
                              </p:par>
                            </p:childTnLst>
                          </p:cTn>
                        </p:par>
                        <p:par>
                          <p:cTn id="1726" fill="hold">
                            <p:stCondLst>
                              <p:cond delay="500"/>
                            </p:stCondLst>
                            <p:childTnLst>
                              <p:par>
                                <p:cTn id="1727" presetID="22" presetClass="entr" presetSubtype="8" fill="hold" nodeType="afterEffect">
                                  <p:stCondLst>
                                    <p:cond delay="0"/>
                                  </p:stCondLst>
                                  <p:childTnLst>
                                    <p:set>
                                      <p:cBhvr>
                                        <p:cTn id="1728" dur="1" fill="hold">
                                          <p:stCondLst>
                                            <p:cond delay="0"/>
                                          </p:stCondLst>
                                        </p:cTn>
                                        <p:tgtEl>
                                          <p:spTgt spid="363"/>
                                        </p:tgtEl>
                                        <p:attrNameLst>
                                          <p:attrName>style.visibility</p:attrName>
                                        </p:attrNameLst>
                                      </p:cBhvr>
                                      <p:to>
                                        <p:strVal val="visible"/>
                                      </p:to>
                                    </p:set>
                                    <p:animEffect transition="in" filter="wipe(left)">
                                      <p:cBhvr>
                                        <p:cTn id="1729" dur="1000"/>
                                        <p:tgtEl>
                                          <p:spTgt spid="363"/>
                                        </p:tgtEl>
                                      </p:cBhvr>
                                    </p:animEffect>
                                  </p:childTnLst>
                                </p:cTn>
                              </p:par>
                            </p:childTnLst>
                          </p:cTn>
                        </p:par>
                        <p:par>
                          <p:cTn id="1730" fill="hold">
                            <p:stCondLst>
                              <p:cond delay="1500"/>
                            </p:stCondLst>
                            <p:childTnLst>
                              <p:par>
                                <p:cTn id="1731" presetID="7" presetClass="emph" presetSubtype="2" fill="hold" nodeType="afterEffect">
                                  <p:stCondLst>
                                    <p:cond delay="0"/>
                                  </p:stCondLst>
                                  <p:childTnLst>
                                    <p:animClr clrSpc="rgb" dir="cw">
                                      <p:cBhvr>
                                        <p:cTn id="1732" dur="500" fill="hold"/>
                                        <p:tgtEl>
                                          <p:spTgt spid="355"/>
                                        </p:tgtEl>
                                        <p:attrNameLst>
                                          <p:attrName>stroke.color</p:attrName>
                                        </p:attrNameLst>
                                      </p:cBhvr>
                                      <p:to>
                                        <a:srgbClr val="E3F5F3"/>
                                      </p:to>
                                    </p:animClr>
                                    <p:set>
                                      <p:cBhvr>
                                        <p:cTn id="1733" dur="500" fill="hold"/>
                                        <p:tgtEl>
                                          <p:spTgt spid="355"/>
                                        </p:tgtEl>
                                        <p:attrNameLst>
                                          <p:attrName>stroke.on</p:attrName>
                                        </p:attrNameLst>
                                      </p:cBhvr>
                                      <p:to>
                                        <p:strVal val="true"/>
                                      </p:to>
                                    </p:set>
                                  </p:childTnLst>
                                </p:cTn>
                              </p:par>
                              <p:par>
                                <p:cTn id="1734" presetID="22" presetClass="entr" presetSubtype="8" fill="hold" nodeType="withEffect">
                                  <p:stCondLst>
                                    <p:cond delay="0"/>
                                  </p:stCondLst>
                                  <p:childTnLst>
                                    <p:set>
                                      <p:cBhvr>
                                        <p:cTn id="1735" dur="1" fill="hold">
                                          <p:stCondLst>
                                            <p:cond delay="0"/>
                                          </p:stCondLst>
                                        </p:cTn>
                                        <p:tgtEl>
                                          <p:spTgt spid="356"/>
                                        </p:tgtEl>
                                        <p:attrNameLst>
                                          <p:attrName>style.visibility</p:attrName>
                                        </p:attrNameLst>
                                      </p:cBhvr>
                                      <p:to>
                                        <p:strVal val="visible"/>
                                      </p:to>
                                    </p:set>
                                    <p:animEffect transition="in" filter="wipe(left)">
                                      <p:cBhvr>
                                        <p:cTn id="1736" dur="1000"/>
                                        <p:tgtEl>
                                          <p:spTgt spid="356"/>
                                        </p:tgtEl>
                                      </p:cBhvr>
                                    </p:animEffect>
                                  </p:childTnLst>
                                </p:cTn>
                              </p:par>
                            </p:childTnLst>
                          </p:cTn>
                        </p:par>
                      </p:childTnLst>
                    </p:cTn>
                  </p:par>
                  <p:par>
                    <p:cTn id="1737" fill="hold">
                      <p:stCondLst>
                        <p:cond delay="indefinite"/>
                      </p:stCondLst>
                      <p:childTnLst>
                        <p:par>
                          <p:cTn id="1738" fill="hold">
                            <p:stCondLst>
                              <p:cond delay="0"/>
                            </p:stCondLst>
                            <p:childTnLst>
                              <p:par>
                                <p:cTn id="1739" presetID="16" presetClass="entr" presetSubtype="21" fill="hold" grpId="0" nodeType="clickEffect">
                                  <p:stCondLst>
                                    <p:cond delay="0"/>
                                  </p:stCondLst>
                                  <p:childTnLst>
                                    <p:set>
                                      <p:cBhvr>
                                        <p:cTn id="1740" dur="1" fill="hold">
                                          <p:stCondLst>
                                            <p:cond delay="0"/>
                                          </p:stCondLst>
                                        </p:cTn>
                                        <p:tgtEl>
                                          <p:spTgt spid="218"/>
                                        </p:tgtEl>
                                        <p:attrNameLst>
                                          <p:attrName>style.visibility</p:attrName>
                                        </p:attrNameLst>
                                      </p:cBhvr>
                                      <p:to>
                                        <p:strVal val="visible"/>
                                      </p:to>
                                    </p:set>
                                    <p:animEffect transition="in" filter="barn(inVertical)">
                                      <p:cBhvr>
                                        <p:cTn id="1741" dur="500"/>
                                        <p:tgtEl>
                                          <p:spTgt spid="218"/>
                                        </p:tgtEl>
                                      </p:cBhvr>
                                    </p:animEffect>
                                  </p:childTnLst>
                                </p:cTn>
                              </p:par>
                            </p:childTnLst>
                          </p:cTn>
                        </p:par>
                      </p:childTnLst>
                    </p:cTn>
                  </p:par>
                  <p:par>
                    <p:cTn id="1742" fill="hold">
                      <p:stCondLst>
                        <p:cond delay="indefinite"/>
                      </p:stCondLst>
                      <p:childTnLst>
                        <p:par>
                          <p:cTn id="1743" fill="hold">
                            <p:stCondLst>
                              <p:cond delay="0"/>
                            </p:stCondLst>
                            <p:childTnLst>
                              <p:par>
                                <p:cTn id="1744" presetID="42" presetClass="path" presetSubtype="0" accel="50000" decel="50000" fill="hold" nodeType="clickEffect">
                                  <p:stCondLst>
                                    <p:cond delay="0"/>
                                  </p:stCondLst>
                                  <p:childTnLst>
                                    <p:animMotion origin="layout" path="M 2.76419E-6 -3.89493E-6 L 0.1399 0.36705 " pathEditMode="relative" rAng="0" ptsTypes="AA">
                                      <p:cBhvr>
                                        <p:cTn id="1745" dur="1000" fill="hold"/>
                                        <p:tgtEl>
                                          <p:spTgt spid="134"/>
                                        </p:tgtEl>
                                        <p:attrNameLst>
                                          <p:attrName>ppt_x</p:attrName>
                                          <p:attrName>ppt_y</p:attrName>
                                        </p:attrNameLst>
                                      </p:cBhvr>
                                      <p:rCtr x="6989" y="18352"/>
                                    </p:animMotion>
                                  </p:childTnLst>
                                </p:cTn>
                              </p:par>
                              <p:par>
                                <p:cTn id="1746" presetID="22" presetClass="entr" presetSubtype="8" fill="hold" nodeType="withEffect">
                                  <p:stCondLst>
                                    <p:cond delay="0"/>
                                  </p:stCondLst>
                                  <p:childTnLst>
                                    <p:set>
                                      <p:cBhvr>
                                        <p:cTn id="1747" dur="1" fill="hold">
                                          <p:stCondLst>
                                            <p:cond delay="0"/>
                                          </p:stCondLst>
                                        </p:cTn>
                                        <p:tgtEl>
                                          <p:spTgt spid="364"/>
                                        </p:tgtEl>
                                        <p:attrNameLst>
                                          <p:attrName>style.visibility</p:attrName>
                                        </p:attrNameLst>
                                      </p:cBhvr>
                                      <p:to>
                                        <p:strVal val="visible"/>
                                      </p:to>
                                    </p:set>
                                    <p:animEffect transition="in" filter="wipe(left)">
                                      <p:cBhvr>
                                        <p:cTn id="1748" dur="1000"/>
                                        <p:tgtEl>
                                          <p:spTgt spid="364"/>
                                        </p:tgtEl>
                                      </p:cBhvr>
                                    </p:animEffect>
                                  </p:childTnLst>
                                </p:cTn>
                              </p:par>
                            </p:childTnLst>
                          </p:cTn>
                        </p:par>
                        <p:par>
                          <p:cTn id="1749" fill="hold">
                            <p:stCondLst>
                              <p:cond delay="1000"/>
                            </p:stCondLst>
                            <p:childTnLst>
                              <p:par>
                                <p:cTn id="1750" presetID="22" presetClass="entr" presetSubtype="1" fill="hold" grpId="0" nodeType="afterEffect">
                                  <p:stCondLst>
                                    <p:cond delay="0"/>
                                  </p:stCondLst>
                                  <p:childTnLst>
                                    <p:set>
                                      <p:cBhvr>
                                        <p:cTn id="1751" dur="1" fill="hold">
                                          <p:stCondLst>
                                            <p:cond delay="0"/>
                                          </p:stCondLst>
                                        </p:cTn>
                                        <p:tgtEl>
                                          <p:spTgt spid="368"/>
                                        </p:tgtEl>
                                        <p:attrNameLst>
                                          <p:attrName>style.visibility</p:attrName>
                                        </p:attrNameLst>
                                      </p:cBhvr>
                                      <p:to>
                                        <p:strVal val="visible"/>
                                      </p:to>
                                    </p:set>
                                    <p:animEffect transition="in" filter="wipe(up)">
                                      <p:cBhvr>
                                        <p:cTn id="1752" dur="500"/>
                                        <p:tgtEl>
                                          <p:spTgt spid="368"/>
                                        </p:tgtEl>
                                      </p:cBhvr>
                                    </p:animEffect>
                                  </p:childTnLst>
                                </p:cTn>
                              </p:par>
                              <p:par>
                                <p:cTn id="1753" presetID="22" presetClass="entr" presetSubtype="1" fill="hold" grpId="0" nodeType="withEffect">
                                  <p:stCondLst>
                                    <p:cond delay="0"/>
                                  </p:stCondLst>
                                  <p:childTnLst>
                                    <p:set>
                                      <p:cBhvr>
                                        <p:cTn id="1754" dur="1" fill="hold">
                                          <p:stCondLst>
                                            <p:cond delay="0"/>
                                          </p:stCondLst>
                                        </p:cTn>
                                        <p:tgtEl>
                                          <p:spTgt spid="369"/>
                                        </p:tgtEl>
                                        <p:attrNameLst>
                                          <p:attrName>style.visibility</p:attrName>
                                        </p:attrNameLst>
                                      </p:cBhvr>
                                      <p:to>
                                        <p:strVal val="visible"/>
                                      </p:to>
                                    </p:set>
                                    <p:animEffect transition="in" filter="wipe(up)">
                                      <p:cBhvr>
                                        <p:cTn id="1755" dur="500"/>
                                        <p:tgtEl>
                                          <p:spTgt spid="369"/>
                                        </p:tgtEl>
                                      </p:cBhvr>
                                    </p:animEffect>
                                  </p:childTnLst>
                                </p:cTn>
                              </p:par>
                            </p:childTnLst>
                          </p:cTn>
                        </p:par>
                        <p:par>
                          <p:cTn id="1756" fill="hold">
                            <p:stCondLst>
                              <p:cond delay="1500"/>
                            </p:stCondLst>
                            <p:childTnLst>
                              <p:par>
                                <p:cTn id="1757" presetID="22" presetClass="entr" presetSubtype="1" fill="hold" grpId="0" nodeType="afterEffect">
                                  <p:stCondLst>
                                    <p:cond delay="0"/>
                                  </p:stCondLst>
                                  <p:childTnLst>
                                    <p:set>
                                      <p:cBhvr>
                                        <p:cTn id="1758" dur="1" fill="hold">
                                          <p:stCondLst>
                                            <p:cond delay="0"/>
                                          </p:stCondLst>
                                        </p:cTn>
                                        <p:tgtEl>
                                          <p:spTgt spid="370"/>
                                        </p:tgtEl>
                                        <p:attrNameLst>
                                          <p:attrName>style.visibility</p:attrName>
                                        </p:attrNameLst>
                                      </p:cBhvr>
                                      <p:to>
                                        <p:strVal val="visible"/>
                                      </p:to>
                                    </p:set>
                                    <p:animEffect transition="in" filter="wipe(up)">
                                      <p:cBhvr>
                                        <p:cTn id="1759" dur="500"/>
                                        <p:tgtEl>
                                          <p:spTgt spid="370"/>
                                        </p:tgtEl>
                                      </p:cBhvr>
                                    </p:animEffect>
                                  </p:childTnLst>
                                </p:cTn>
                              </p:par>
                            </p:childTnLst>
                          </p:cTn>
                        </p:par>
                        <p:par>
                          <p:cTn id="1760" fill="hold">
                            <p:stCondLst>
                              <p:cond delay="2000"/>
                            </p:stCondLst>
                            <p:childTnLst>
                              <p:par>
                                <p:cTn id="1761" presetID="22" presetClass="exit" presetSubtype="1" fill="hold" grpId="1" nodeType="afterEffect">
                                  <p:stCondLst>
                                    <p:cond delay="0"/>
                                  </p:stCondLst>
                                  <p:childTnLst>
                                    <p:animEffect transition="out" filter="wipe(up)">
                                      <p:cBhvr>
                                        <p:cTn id="1762" dur="500"/>
                                        <p:tgtEl>
                                          <p:spTgt spid="361"/>
                                        </p:tgtEl>
                                      </p:cBhvr>
                                    </p:animEffect>
                                    <p:set>
                                      <p:cBhvr>
                                        <p:cTn id="1763" dur="1" fill="hold">
                                          <p:stCondLst>
                                            <p:cond delay="499"/>
                                          </p:stCondLst>
                                        </p:cTn>
                                        <p:tgtEl>
                                          <p:spTgt spid="361"/>
                                        </p:tgtEl>
                                        <p:attrNameLst>
                                          <p:attrName>style.visibility</p:attrName>
                                        </p:attrNameLst>
                                      </p:cBhvr>
                                      <p:to>
                                        <p:strVal val="hidden"/>
                                      </p:to>
                                    </p:set>
                                  </p:childTnLst>
                                </p:cTn>
                              </p:par>
                              <p:par>
                                <p:cTn id="1764" presetID="22" presetClass="entr" presetSubtype="1" fill="hold" nodeType="withEffect">
                                  <p:stCondLst>
                                    <p:cond delay="0"/>
                                  </p:stCondLst>
                                  <p:childTnLst>
                                    <p:set>
                                      <p:cBhvr>
                                        <p:cTn id="1765" dur="1" fill="hold">
                                          <p:stCondLst>
                                            <p:cond delay="0"/>
                                          </p:stCondLst>
                                        </p:cTn>
                                        <p:tgtEl>
                                          <p:spTgt spid="371"/>
                                        </p:tgtEl>
                                        <p:attrNameLst>
                                          <p:attrName>style.visibility</p:attrName>
                                        </p:attrNameLst>
                                      </p:cBhvr>
                                      <p:to>
                                        <p:strVal val="visible"/>
                                      </p:to>
                                    </p:set>
                                    <p:animEffect transition="in" filter="wipe(up)">
                                      <p:cBhvr>
                                        <p:cTn id="1766" dur="1000"/>
                                        <p:tgtEl>
                                          <p:spTgt spid="371"/>
                                        </p:tgtEl>
                                      </p:cBhvr>
                                    </p:animEffect>
                                  </p:childTnLst>
                                </p:cTn>
                              </p:par>
                            </p:childTnLst>
                          </p:cTn>
                        </p:par>
                        <p:par>
                          <p:cTn id="1767" fill="hold">
                            <p:stCondLst>
                              <p:cond delay="3000"/>
                            </p:stCondLst>
                            <p:childTnLst>
                              <p:par>
                                <p:cTn id="1768" presetID="63" presetClass="path" presetSubtype="0" accel="50000" decel="50000" fill="hold" nodeType="afterEffect">
                                  <p:stCondLst>
                                    <p:cond delay="0"/>
                                  </p:stCondLst>
                                  <p:childTnLst>
                                    <p:animMotion origin="layout" path="M 2.70833E-6 3.33333E-6 L 0.15833 0.00162 " pathEditMode="relative" rAng="0" ptsTypes="AA">
                                      <p:cBhvr>
                                        <p:cTn id="1769" dur="1000" fill="hold"/>
                                        <p:tgtEl>
                                          <p:spTgt spid="107"/>
                                        </p:tgtEl>
                                        <p:attrNameLst>
                                          <p:attrName>ppt_x</p:attrName>
                                          <p:attrName>ppt_y</p:attrName>
                                        </p:attrNameLst>
                                      </p:cBhvr>
                                      <p:rCtr x="7917" y="69"/>
                                    </p:animMotion>
                                  </p:childTnLst>
                                </p:cTn>
                              </p:par>
                            </p:childTnLst>
                          </p:cTn>
                        </p:par>
                        <p:par>
                          <p:cTn id="1770" fill="hold">
                            <p:stCondLst>
                              <p:cond delay="4000"/>
                            </p:stCondLst>
                            <p:childTnLst>
                              <p:par>
                                <p:cTn id="1771" presetID="10" presetClass="exit" presetSubtype="0" fill="hold" nodeType="afterEffect">
                                  <p:stCondLst>
                                    <p:cond delay="0"/>
                                  </p:stCondLst>
                                  <p:childTnLst>
                                    <p:animEffect transition="out" filter="fade">
                                      <p:cBhvr>
                                        <p:cTn id="1772" dur="500"/>
                                        <p:tgtEl>
                                          <p:spTgt spid="203"/>
                                        </p:tgtEl>
                                      </p:cBhvr>
                                    </p:animEffect>
                                    <p:set>
                                      <p:cBhvr>
                                        <p:cTn id="1773" dur="1" fill="hold">
                                          <p:stCondLst>
                                            <p:cond delay="499"/>
                                          </p:stCondLst>
                                        </p:cTn>
                                        <p:tgtEl>
                                          <p:spTgt spid="203"/>
                                        </p:tgtEl>
                                        <p:attrNameLst>
                                          <p:attrName>style.visibility</p:attrName>
                                        </p:attrNameLst>
                                      </p:cBhvr>
                                      <p:to>
                                        <p:strVal val="hidden"/>
                                      </p:to>
                                    </p:set>
                                  </p:childTnLst>
                                </p:cTn>
                              </p:par>
                              <p:par>
                                <p:cTn id="1774" presetID="42" presetClass="entr" presetSubtype="0" fill="hold" nodeType="withEffect">
                                  <p:stCondLst>
                                    <p:cond delay="0"/>
                                  </p:stCondLst>
                                  <p:childTnLst>
                                    <p:set>
                                      <p:cBhvr>
                                        <p:cTn id="1775" dur="1" fill="hold">
                                          <p:stCondLst>
                                            <p:cond delay="0"/>
                                          </p:stCondLst>
                                        </p:cTn>
                                        <p:tgtEl>
                                          <p:spTgt spid="9"/>
                                        </p:tgtEl>
                                        <p:attrNameLst>
                                          <p:attrName>style.visibility</p:attrName>
                                        </p:attrNameLst>
                                      </p:cBhvr>
                                      <p:to>
                                        <p:strVal val="visible"/>
                                      </p:to>
                                    </p:set>
                                    <p:animEffect transition="in" filter="fade">
                                      <p:cBhvr>
                                        <p:cTn id="1776" dur="1000"/>
                                        <p:tgtEl>
                                          <p:spTgt spid="9"/>
                                        </p:tgtEl>
                                      </p:cBhvr>
                                    </p:animEffect>
                                    <p:anim calcmode="lin" valueType="num">
                                      <p:cBhvr>
                                        <p:cTn id="1777" dur="1000" fill="hold"/>
                                        <p:tgtEl>
                                          <p:spTgt spid="9"/>
                                        </p:tgtEl>
                                        <p:attrNameLst>
                                          <p:attrName>ppt_x</p:attrName>
                                        </p:attrNameLst>
                                      </p:cBhvr>
                                      <p:tavLst>
                                        <p:tav tm="0">
                                          <p:val>
                                            <p:strVal val="#ppt_x"/>
                                          </p:val>
                                        </p:tav>
                                        <p:tav tm="100000">
                                          <p:val>
                                            <p:strVal val="#ppt_x"/>
                                          </p:val>
                                        </p:tav>
                                      </p:tavLst>
                                    </p:anim>
                                    <p:anim calcmode="lin" valueType="num">
                                      <p:cBhvr>
                                        <p:cTn id="177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79" fill="hold">
                      <p:stCondLst>
                        <p:cond delay="indefinite"/>
                      </p:stCondLst>
                      <p:childTnLst>
                        <p:par>
                          <p:cTn id="1780" fill="hold">
                            <p:stCondLst>
                              <p:cond delay="0"/>
                            </p:stCondLst>
                            <p:childTnLst>
                              <p:par>
                                <p:cTn id="1781" presetID="16" presetClass="entr" presetSubtype="21" fill="hold" grpId="0" nodeType="clickEffect">
                                  <p:stCondLst>
                                    <p:cond delay="0"/>
                                  </p:stCondLst>
                                  <p:childTnLst>
                                    <p:set>
                                      <p:cBhvr>
                                        <p:cTn id="1782" dur="1" fill="hold">
                                          <p:stCondLst>
                                            <p:cond delay="0"/>
                                          </p:stCondLst>
                                        </p:cTn>
                                        <p:tgtEl>
                                          <p:spTgt spid="220"/>
                                        </p:tgtEl>
                                        <p:attrNameLst>
                                          <p:attrName>style.visibility</p:attrName>
                                        </p:attrNameLst>
                                      </p:cBhvr>
                                      <p:to>
                                        <p:strVal val="visible"/>
                                      </p:to>
                                    </p:set>
                                    <p:animEffect transition="in" filter="barn(inVertical)">
                                      <p:cBhvr>
                                        <p:cTn id="1783" dur="500"/>
                                        <p:tgtEl>
                                          <p:spTgt spid="220"/>
                                        </p:tgtEl>
                                      </p:cBhvr>
                                    </p:animEffect>
                                  </p:childTnLst>
                                </p:cTn>
                              </p:par>
                            </p:childTnLst>
                          </p:cTn>
                        </p:par>
                      </p:childTnLst>
                    </p:cTn>
                  </p:par>
                  <p:par>
                    <p:cTn id="1784" fill="hold">
                      <p:stCondLst>
                        <p:cond delay="indefinite"/>
                      </p:stCondLst>
                      <p:childTnLst>
                        <p:par>
                          <p:cTn id="1785" fill="hold">
                            <p:stCondLst>
                              <p:cond delay="0"/>
                            </p:stCondLst>
                            <p:childTnLst>
                              <p:par>
                                <p:cTn id="1786" presetID="49" presetClass="path" presetSubtype="0" accel="50000" decel="50000" fill="hold" nodeType="clickEffect">
                                  <p:stCondLst>
                                    <p:cond delay="0"/>
                                  </p:stCondLst>
                                  <p:childTnLst>
                                    <p:animMotion origin="layout" path="M -4.10724E-6 6.20227E-7 L 0.30427 0.22958 " pathEditMode="relative" rAng="0" ptsTypes="AA">
                                      <p:cBhvr>
                                        <p:cTn id="1787" dur="1000" fill="hold"/>
                                        <p:tgtEl>
                                          <p:spTgt spid="150"/>
                                        </p:tgtEl>
                                        <p:attrNameLst>
                                          <p:attrName>ppt_x</p:attrName>
                                          <p:attrName>ppt_y</p:attrName>
                                        </p:attrNameLst>
                                      </p:cBhvr>
                                      <p:rCtr x="15213" y="11479"/>
                                    </p:animMotion>
                                  </p:childTnLst>
                                </p:cTn>
                              </p:par>
                              <p:par>
                                <p:cTn id="1788" presetID="63" presetClass="path" presetSubtype="0" accel="50000" decel="50000" fill="hold" nodeType="withEffect">
                                  <p:stCondLst>
                                    <p:cond delay="0"/>
                                  </p:stCondLst>
                                  <p:childTnLst>
                                    <p:animMotion origin="layout" path="M -3.54503E-6 4.12867E-6 L 0.27304 0.00277 " pathEditMode="relative" rAng="0" ptsTypes="AA">
                                      <p:cBhvr>
                                        <p:cTn id="1789" dur="1000" fill="hold"/>
                                        <p:tgtEl>
                                          <p:spTgt spid="171"/>
                                        </p:tgtEl>
                                        <p:attrNameLst>
                                          <p:attrName>ppt_x</p:attrName>
                                          <p:attrName>ppt_y</p:attrName>
                                        </p:attrNameLst>
                                      </p:cBhvr>
                                      <p:rCtr x="13652" y="139"/>
                                    </p:animMotion>
                                  </p:childTnLst>
                                </p:cTn>
                              </p:par>
                            </p:childTnLst>
                          </p:cTn>
                        </p:par>
                        <p:par>
                          <p:cTn id="1790" fill="hold">
                            <p:stCondLst>
                              <p:cond delay="1000"/>
                            </p:stCondLst>
                            <p:childTnLst>
                              <p:par>
                                <p:cTn id="1791" presetID="63" presetClass="path" presetSubtype="0" accel="50000" decel="50000" fill="hold" nodeType="afterEffect">
                                  <p:stCondLst>
                                    <p:cond delay="0"/>
                                  </p:stCondLst>
                                  <p:childTnLst>
                                    <p:animMotion origin="layout" path="M -1.25E-6 -2.59259E-6 L 0.0763 0.00023 " pathEditMode="relative" rAng="0" ptsTypes="AA">
                                      <p:cBhvr>
                                        <p:cTn id="1792" dur="1000" fill="hold"/>
                                        <p:tgtEl>
                                          <p:spTgt spid="378"/>
                                        </p:tgtEl>
                                        <p:attrNameLst>
                                          <p:attrName>ppt_x</p:attrName>
                                          <p:attrName>ppt_y</p:attrName>
                                        </p:attrNameLst>
                                      </p:cBhvr>
                                      <p:rCtr x="3815" y="0"/>
                                    </p:animMotion>
                                  </p:childTnLst>
                                </p:cTn>
                              </p:par>
                              <p:par>
                                <p:cTn id="1793" presetID="22" presetClass="entr" presetSubtype="8" fill="hold" nodeType="withEffect">
                                  <p:stCondLst>
                                    <p:cond delay="0"/>
                                  </p:stCondLst>
                                  <p:childTnLst>
                                    <p:set>
                                      <p:cBhvr>
                                        <p:cTn id="1794" dur="1" fill="hold">
                                          <p:stCondLst>
                                            <p:cond delay="0"/>
                                          </p:stCondLst>
                                        </p:cTn>
                                        <p:tgtEl>
                                          <p:spTgt spid="372"/>
                                        </p:tgtEl>
                                        <p:attrNameLst>
                                          <p:attrName>style.visibility</p:attrName>
                                        </p:attrNameLst>
                                      </p:cBhvr>
                                      <p:to>
                                        <p:strVal val="visible"/>
                                      </p:to>
                                    </p:set>
                                    <p:animEffect transition="in" filter="wipe(left)">
                                      <p:cBhvr>
                                        <p:cTn id="1795" dur="1000"/>
                                        <p:tgtEl>
                                          <p:spTgt spid="372"/>
                                        </p:tgtEl>
                                      </p:cBhvr>
                                    </p:animEffect>
                                  </p:childTnLst>
                                </p:cTn>
                              </p:par>
                            </p:childTnLst>
                          </p:cTn>
                        </p:par>
                        <p:par>
                          <p:cTn id="1796" fill="hold">
                            <p:stCondLst>
                              <p:cond delay="2000"/>
                            </p:stCondLst>
                            <p:childTnLst>
                              <p:par>
                                <p:cTn id="1797" presetID="22" presetClass="entr" presetSubtype="1" fill="hold" grpId="0" nodeType="afterEffect">
                                  <p:stCondLst>
                                    <p:cond delay="0"/>
                                  </p:stCondLst>
                                  <p:childTnLst>
                                    <p:set>
                                      <p:cBhvr>
                                        <p:cTn id="1798" dur="1" fill="hold">
                                          <p:stCondLst>
                                            <p:cond delay="0"/>
                                          </p:stCondLst>
                                        </p:cTn>
                                        <p:tgtEl>
                                          <p:spTgt spid="376"/>
                                        </p:tgtEl>
                                        <p:attrNameLst>
                                          <p:attrName>style.visibility</p:attrName>
                                        </p:attrNameLst>
                                      </p:cBhvr>
                                      <p:to>
                                        <p:strVal val="visible"/>
                                      </p:to>
                                    </p:set>
                                    <p:animEffect transition="in" filter="wipe(up)">
                                      <p:cBhvr>
                                        <p:cTn id="1799" dur="500"/>
                                        <p:tgtEl>
                                          <p:spTgt spid="376"/>
                                        </p:tgtEl>
                                      </p:cBhvr>
                                    </p:animEffect>
                                  </p:childTnLst>
                                </p:cTn>
                              </p:par>
                              <p:par>
                                <p:cTn id="1800" presetID="22" presetClass="entr" presetSubtype="1" fill="hold" grpId="0" nodeType="withEffect">
                                  <p:stCondLst>
                                    <p:cond delay="0"/>
                                  </p:stCondLst>
                                  <p:childTnLst>
                                    <p:set>
                                      <p:cBhvr>
                                        <p:cTn id="1801" dur="1" fill="hold">
                                          <p:stCondLst>
                                            <p:cond delay="0"/>
                                          </p:stCondLst>
                                        </p:cTn>
                                        <p:tgtEl>
                                          <p:spTgt spid="377"/>
                                        </p:tgtEl>
                                        <p:attrNameLst>
                                          <p:attrName>style.visibility</p:attrName>
                                        </p:attrNameLst>
                                      </p:cBhvr>
                                      <p:to>
                                        <p:strVal val="visible"/>
                                      </p:to>
                                    </p:set>
                                    <p:animEffect transition="in" filter="wipe(up)">
                                      <p:cBhvr>
                                        <p:cTn id="1802" dur="500"/>
                                        <p:tgtEl>
                                          <p:spTgt spid="377"/>
                                        </p:tgtEl>
                                      </p:cBhvr>
                                    </p:animEffect>
                                  </p:childTnLst>
                                </p:cTn>
                              </p:par>
                            </p:childTnLst>
                          </p:cTn>
                        </p:par>
                        <p:par>
                          <p:cTn id="1803" fill="hold">
                            <p:stCondLst>
                              <p:cond delay="2500"/>
                            </p:stCondLst>
                            <p:childTnLst>
                              <p:par>
                                <p:cTn id="1804" presetID="22" presetClass="exit" presetSubtype="8" fill="hold" grpId="1" nodeType="afterEffect">
                                  <p:stCondLst>
                                    <p:cond delay="0"/>
                                  </p:stCondLst>
                                  <p:childTnLst>
                                    <p:animEffect transition="out" filter="wipe(left)">
                                      <p:cBhvr>
                                        <p:cTn id="1805" dur="500"/>
                                        <p:tgtEl>
                                          <p:spTgt spid="362"/>
                                        </p:tgtEl>
                                      </p:cBhvr>
                                    </p:animEffect>
                                    <p:set>
                                      <p:cBhvr>
                                        <p:cTn id="1806" dur="1" fill="hold">
                                          <p:stCondLst>
                                            <p:cond delay="499"/>
                                          </p:stCondLst>
                                        </p:cTn>
                                        <p:tgtEl>
                                          <p:spTgt spid="362"/>
                                        </p:tgtEl>
                                        <p:attrNameLst>
                                          <p:attrName>style.visibility</p:attrName>
                                        </p:attrNameLst>
                                      </p:cBhvr>
                                      <p:to>
                                        <p:strVal val="hidden"/>
                                      </p:to>
                                    </p:set>
                                  </p:childTnLst>
                                </p:cTn>
                              </p:par>
                            </p:childTnLst>
                          </p:cTn>
                        </p:par>
                        <p:par>
                          <p:cTn id="1807" fill="hold">
                            <p:stCondLst>
                              <p:cond delay="3000"/>
                            </p:stCondLst>
                            <p:childTnLst>
                              <p:par>
                                <p:cTn id="1808" presetID="22" presetClass="entr" presetSubtype="8" fill="hold" nodeType="afterEffect">
                                  <p:stCondLst>
                                    <p:cond delay="0"/>
                                  </p:stCondLst>
                                  <p:childTnLst>
                                    <p:set>
                                      <p:cBhvr>
                                        <p:cTn id="1809" dur="1" fill="hold">
                                          <p:stCondLst>
                                            <p:cond delay="0"/>
                                          </p:stCondLst>
                                        </p:cTn>
                                        <p:tgtEl>
                                          <p:spTgt spid="390"/>
                                        </p:tgtEl>
                                        <p:attrNameLst>
                                          <p:attrName>style.visibility</p:attrName>
                                        </p:attrNameLst>
                                      </p:cBhvr>
                                      <p:to>
                                        <p:strVal val="visible"/>
                                      </p:to>
                                    </p:set>
                                    <p:animEffect transition="in" filter="wipe(left)">
                                      <p:cBhvr>
                                        <p:cTn id="1810" dur="1000"/>
                                        <p:tgtEl>
                                          <p:spTgt spid="390"/>
                                        </p:tgtEl>
                                      </p:cBhvr>
                                    </p:animEffect>
                                  </p:childTnLst>
                                </p:cTn>
                              </p:par>
                            </p:childTnLst>
                          </p:cTn>
                        </p:par>
                      </p:childTnLst>
                    </p:cTn>
                  </p:par>
                  <p:par>
                    <p:cTn id="1811" fill="hold">
                      <p:stCondLst>
                        <p:cond delay="indefinite"/>
                      </p:stCondLst>
                      <p:childTnLst>
                        <p:par>
                          <p:cTn id="1812" fill="hold">
                            <p:stCondLst>
                              <p:cond delay="0"/>
                            </p:stCondLst>
                            <p:childTnLst>
                              <p:par>
                                <p:cTn id="1813" presetID="16" presetClass="entr" presetSubtype="21" fill="hold" grpId="0" nodeType="clickEffect">
                                  <p:stCondLst>
                                    <p:cond delay="0"/>
                                  </p:stCondLst>
                                  <p:childTnLst>
                                    <p:set>
                                      <p:cBhvr>
                                        <p:cTn id="1814" dur="1" fill="hold">
                                          <p:stCondLst>
                                            <p:cond delay="0"/>
                                          </p:stCondLst>
                                        </p:cTn>
                                        <p:tgtEl>
                                          <p:spTgt spid="219"/>
                                        </p:tgtEl>
                                        <p:attrNameLst>
                                          <p:attrName>style.visibility</p:attrName>
                                        </p:attrNameLst>
                                      </p:cBhvr>
                                      <p:to>
                                        <p:strVal val="visible"/>
                                      </p:to>
                                    </p:set>
                                    <p:animEffect transition="in" filter="barn(inVertical)">
                                      <p:cBhvr>
                                        <p:cTn id="1815" dur="500"/>
                                        <p:tgtEl>
                                          <p:spTgt spid="219"/>
                                        </p:tgtEl>
                                      </p:cBhvr>
                                    </p:animEffect>
                                  </p:childTnLst>
                                </p:cTn>
                              </p:par>
                            </p:childTnLst>
                          </p:cTn>
                        </p:par>
                      </p:childTnLst>
                    </p:cTn>
                  </p:par>
                  <p:par>
                    <p:cTn id="1816" fill="hold">
                      <p:stCondLst>
                        <p:cond delay="indefinite"/>
                      </p:stCondLst>
                      <p:childTnLst>
                        <p:par>
                          <p:cTn id="1817" fill="hold">
                            <p:stCondLst>
                              <p:cond delay="0"/>
                            </p:stCondLst>
                            <p:childTnLst>
                              <p:par>
                                <p:cTn id="1818" presetID="49" presetClass="path" presetSubtype="0" accel="50000" decel="50000" fill="hold" nodeType="clickEffect">
                                  <p:stCondLst>
                                    <p:cond delay="0"/>
                                  </p:stCondLst>
                                  <p:childTnLst>
                                    <p:animMotion origin="layout" path="M -2.08333E-6 -4.44444E-6 L 0.22604 0.21366 " pathEditMode="relative" rAng="0" ptsTypes="AA">
                                      <p:cBhvr>
                                        <p:cTn id="1819" dur="1000" fill="hold"/>
                                        <p:tgtEl>
                                          <p:spTgt spid="153"/>
                                        </p:tgtEl>
                                        <p:attrNameLst>
                                          <p:attrName>ppt_x</p:attrName>
                                          <p:attrName>ppt_y</p:attrName>
                                        </p:attrNameLst>
                                      </p:cBhvr>
                                      <p:rCtr x="11302" y="10671"/>
                                    </p:animMotion>
                                  </p:childTnLst>
                                </p:cTn>
                              </p:par>
                              <p:par>
                                <p:cTn id="1820" presetID="22" presetClass="entr" presetSubtype="8" fill="hold" nodeType="withEffect">
                                  <p:stCondLst>
                                    <p:cond delay="0"/>
                                  </p:stCondLst>
                                  <p:childTnLst>
                                    <p:set>
                                      <p:cBhvr>
                                        <p:cTn id="1821" dur="1" fill="hold">
                                          <p:stCondLst>
                                            <p:cond delay="0"/>
                                          </p:stCondLst>
                                        </p:cTn>
                                        <p:tgtEl>
                                          <p:spTgt spid="381"/>
                                        </p:tgtEl>
                                        <p:attrNameLst>
                                          <p:attrName>style.visibility</p:attrName>
                                        </p:attrNameLst>
                                      </p:cBhvr>
                                      <p:to>
                                        <p:strVal val="visible"/>
                                      </p:to>
                                    </p:set>
                                    <p:animEffect transition="in" filter="wipe(left)">
                                      <p:cBhvr>
                                        <p:cTn id="1822" dur="1000"/>
                                        <p:tgtEl>
                                          <p:spTgt spid="381"/>
                                        </p:tgtEl>
                                      </p:cBhvr>
                                    </p:animEffect>
                                  </p:childTnLst>
                                </p:cTn>
                              </p:par>
                            </p:childTnLst>
                          </p:cTn>
                        </p:par>
                        <p:par>
                          <p:cTn id="1823" fill="hold">
                            <p:stCondLst>
                              <p:cond delay="1000"/>
                            </p:stCondLst>
                            <p:childTnLst>
                              <p:par>
                                <p:cTn id="1824" presetID="22" presetClass="entr" presetSubtype="1" fill="hold" grpId="0" nodeType="afterEffect">
                                  <p:stCondLst>
                                    <p:cond delay="0"/>
                                  </p:stCondLst>
                                  <p:childTnLst>
                                    <p:set>
                                      <p:cBhvr>
                                        <p:cTn id="1825" dur="1" fill="hold">
                                          <p:stCondLst>
                                            <p:cond delay="0"/>
                                          </p:stCondLst>
                                        </p:cTn>
                                        <p:tgtEl>
                                          <p:spTgt spid="385"/>
                                        </p:tgtEl>
                                        <p:attrNameLst>
                                          <p:attrName>style.visibility</p:attrName>
                                        </p:attrNameLst>
                                      </p:cBhvr>
                                      <p:to>
                                        <p:strVal val="visible"/>
                                      </p:to>
                                    </p:set>
                                    <p:animEffect transition="in" filter="wipe(up)">
                                      <p:cBhvr>
                                        <p:cTn id="1826" dur="500"/>
                                        <p:tgtEl>
                                          <p:spTgt spid="385"/>
                                        </p:tgtEl>
                                      </p:cBhvr>
                                    </p:animEffect>
                                  </p:childTnLst>
                                </p:cTn>
                              </p:par>
                              <p:par>
                                <p:cTn id="1827" presetID="22" presetClass="entr" presetSubtype="1" fill="hold" grpId="0" nodeType="withEffect">
                                  <p:stCondLst>
                                    <p:cond delay="0"/>
                                  </p:stCondLst>
                                  <p:childTnLst>
                                    <p:set>
                                      <p:cBhvr>
                                        <p:cTn id="1828" dur="1" fill="hold">
                                          <p:stCondLst>
                                            <p:cond delay="0"/>
                                          </p:stCondLst>
                                        </p:cTn>
                                        <p:tgtEl>
                                          <p:spTgt spid="386"/>
                                        </p:tgtEl>
                                        <p:attrNameLst>
                                          <p:attrName>style.visibility</p:attrName>
                                        </p:attrNameLst>
                                      </p:cBhvr>
                                      <p:to>
                                        <p:strVal val="visible"/>
                                      </p:to>
                                    </p:set>
                                    <p:animEffect transition="in" filter="wipe(up)">
                                      <p:cBhvr>
                                        <p:cTn id="1829" dur="500"/>
                                        <p:tgtEl>
                                          <p:spTgt spid="386"/>
                                        </p:tgtEl>
                                      </p:cBhvr>
                                    </p:animEffect>
                                  </p:childTnLst>
                                </p:cTn>
                              </p:par>
                            </p:childTnLst>
                          </p:cTn>
                        </p:par>
                        <p:par>
                          <p:cTn id="1830" fill="hold">
                            <p:stCondLst>
                              <p:cond delay="1500"/>
                            </p:stCondLst>
                            <p:childTnLst>
                              <p:par>
                                <p:cTn id="1831" presetID="22" presetClass="entr" presetSubtype="2" fill="hold" grpId="0" nodeType="afterEffect">
                                  <p:stCondLst>
                                    <p:cond delay="0"/>
                                  </p:stCondLst>
                                  <p:childTnLst>
                                    <p:set>
                                      <p:cBhvr>
                                        <p:cTn id="1832" dur="1" fill="hold">
                                          <p:stCondLst>
                                            <p:cond delay="0"/>
                                          </p:stCondLst>
                                        </p:cTn>
                                        <p:tgtEl>
                                          <p:spTgt spid="387"/>
                                        </p:tgtEl>
                                        <p:attrNameLst>
                                          <p:attrName>style.visibility</p:attrName>
                                        </p:attrNameLst>
                                      </p:cBhvr>
                                      <p:to>
                                        <p:strVal val="visible"/>
                                      </p:to>
                                    </p:set>
                                    <p:animEffect transition="in" filter="wipe(right)">
                                      <p:cBhvr>
                                        <p:cTn id="1833" dur="500"/>
                                        <p:tgtEl>
                                          <p:spTgt spid="387"/>
                                        </p:tgtEl>
                                      </p:cBhvr>
                                    </p:animEffect>
                                  </p:childTnLst>
                                </p:cTn>
                              </p:par>
                            </p:childTnLst>
                          </p:cTn>
                        </p:par>
                        <p:par>
                          <p:cTn id="1834" fill="hold">
                            <p:stCondLst>
                              <p:cond delay="2000"/>
                            </p:stCondLst>
                            <p:childTnLst>
                              <p:par>
                                <p:cTn id="1835" presetID="22" presetClass="exit" presetSubtype="1" fill="hold" grpId="1" nodeType="afterEffect">
                                  <p:stCondLst>
                                    <p:cond delay="0"/>
                                  </p:stCondLst>
                                  <p:childTnLst>
                                    <p:animEffect transition="out" filter="wipe(up)">
                                      <p:cBhvr>
                                        <p:cTn id="1836" dur="500"/>
                                        <p:tgtEl>
                                          <p:spTgt spid="376"/>
                                        </p:tgtEl>
                                      </p:cBhvr>
                                    </p:animEffect>
                                    <p:set>
                                      <p:cBhvr>
                                        <p:cTn id="1837" dur="1" fill="hold">
                                          <p:stCondLst>
                                            <p:cond delay="499"/>
                                          </p:stCondLst>
                                        </p:cTn>
                                        <p:tgtEl>
                                          <p:spTgt spid="376"/>
                                        </p:tgtEl>
                                        <p:attrNameLst>
                                          <p:attrName>style.visibility</p:attrName>
                                        </p:attrNameLst>
                                      </p:cBhvr>
                                      <p:to>
                                        <p:strVal val="hidden"/>
                                      </p:to>
                                    </p:set>
                                  </p:childTnLst>
                                </p:cTn>
                              </p:par>
                            </p:childTnLst>
                          </p:cTn>
                        </p:par>
                        <p:par>
                          <p:cTn id="1838" fill="hold">
                            <p:stCondLst>
                              <p:cond delay="2500"/>
                            </p:stCondLst>
                            <p:childTnLst>
                              <p:par>
                                <p:cTn id="1839" presetID="22" presetClass="entr" presetSubtype="1" fill="hold" nodeType="afterEffect">
                                  <p:stCondLst>
                                    <p:cond delay="0"/>
                                  </p:stCondLst>
                                  <p:childTnLst>
                                    <p:set>
                                      <p:cBhvr>
                                        <p:cTn id="1840" dur="1" fill="hold">
                                          <p:stCondLst>
                                            <p:cond delay="0"/>
                                          </p:stCondLst>
                                        </p:cTn>
                                        <p:tgtEl>
                                          <p:spTgt spid="388"/>
                                        </p:tgtEl>
                                        <p:attrNameLst>
                                          <p:attrName>style.visibility</p:attrName>
                                        </p:attrNameLst>
                                      </p:cBhvr>
                                      <p:to>
                                        <p:strVal val="visible"/>
                                      </p:to>
                                    </p:set>
                                    <p:animEffect transition="in" filter="wipe(up)">
                                      <p:cBhvr>
                                        <p:cTn id="1841" dur="1000"/>
                                        <p:tgtEl>
                                          <p:spTgt spid="388"/>
                                        </p:tgtEl>
                                      </p:cBhvr>
                                    </p:animEffect>
                                  </p:childTnLst>
                                </p:cTn>
                              </p:par>
                            </p:childTnLst>
                          </p:cTn>
                        </p:par>
                      </p:childTnLst>
                    </p:cTn>
                  </p:par>
                  <p:par>
                    <p:cTn id="1842" fill="hold">
                      <p:stCondLst>
                        <p:cond delay="indefinite"/>
                      </p:stCondLst>
                      <p:childTnLst>
                        <p:par>
                          <p:cTn id="1843" fill="hold">
                            <p:stCondLst>
                              <p:cond delay="0"/>
                            </p:stCondLst>
                            <p:childTnLst>
                              <p:par>
                                <p:cTn id="1844" presetID="16" presetClass="entr" presetSubtype="21" fill="hold" grpId="0" nodeType="clickEffect">
                                  <p:stCondLst>
                                    <p:cond delay="0"/>
                                  </p:stCondLst>
                                  <p:childTnLst>
                                    <p:set>
                                      <p:cBhvr>
                                        <p:cTn id="1845" dur="1" fill="hold">
                                          <p:stCondLst>
                                            <p:cond delay="0"/>
                                          </p:stCondLst>
                                        </p:cTn>
                                        <p:tgtEl>
                                          <p:spTgt spid="221"/>
                                        </p:tgtEl>
                                        <p:attrNameLst>
                                          <p:attrName>style.visibility</p:attrName>
                                        </p:attrNameLst>
                                      </p:cBhvr>
                                      <p:to>
                                        <p:strVal val="visible"/>
                                      </p:to>
                                    </p:set>
                                    <p:animEffect transition="in" filter="barn(inVertical)">
                                      <p:cBhvr>
                                        <p:cTn id="1846" dur="500"/>
                                        <p:tgtEl>
                                          <p:spTgt spid="221"/>
                                        </p:tgtEl>
                                      </p:cBhvr>
                                    </p:animEffect>
                                  </p:childTnLst>
                                </p:cTn>
                              </p:par>
                            </p:childTnLst>
                          </p:cTn>
                        </p:par>
                      </p:childTnLst>
                    </p:cTn>
                  </p:par>
                  <p:par>
                    <p:cTn id="1847" fill="hold">
                      <p:stCondLst>
                        <p:cond delay="indefinite"/>
                      </p:stCondLst>
                      <p:childTnLst>
                        <p:par>
                          <p:cTn id="1848" fill="hold">
                            <p:stCondLst>
                              <p:cond delay="0"/>
                            </p:stCondLst>
                            <p:childTnLst>
                              <p:par>
                                <p:cTn id="1849" presetID="49" presetClass="path" presetSubtype="0" accel="50000" decel="50000" fill="hold" nodeType="clickEffect">
                                  <p:stCondLst>
                                    <p:cond delay="0"/>
                                  </p:stCondLst>
                                  <p:childTnLst>
                                    <p:animMotion origin="layout" path="M -2.08333E-6 3.33333E-6 L 0.22526 0.34699 " pathEditMode="relative" rAng="0" ptsTypes="AA">
                                      <p:cBhvr>
                                        <p:cTn id="1850" dur="2000" fill="hold"/>
                                        <p:tgtEl>
                                          <p:spTgt spid="151"/>
                                        </p:tgtEl>
                                        <p:attrNameLst>
                                          <p:attrName>ppt_x</p:attrName>
                                          <p:attrName>ppt_y</p:attrName>
                                        </p:attrNameLst>
                                      </p:cBhvr>
                                      <p:rCtr x="11263" y="17338"/>
                                    </p:animMotion>
                                  </p:childTnLst>
                                </p:cTn>
                              </p:par>
                              <p:par>
                                <p:cTn id="1851" presetID="22" presetClass="entr" presetSubtype="8" fill="hold" nodeType="withEffect">
                                  <p:stCondLst>
                                    <p:cond delay="0"/>
                                  </p:stCondLst>
                                  <p:childTnLst>
                                    <p:set>
                                      <p:cBhvr>
                                        <p:cTn id="1852" dur="1" fill="hold">
                                          <p:stCondLst>
                                            <p:cond delay="0"/>
                                          </p:stCondLst>
                                        </p:cTn>
                                        <p:tgtEl>
                                          <p:spTgt spid="391"/>
                                        </p:tgtEl>
                                        <p:attrNameLst>
                                          <p:attrName>style.visibility</p:attrName>
                                        </p:attrNameLst>
                                      </p:cBhvr>
                                      <p:to>
                                        <p:strVal val="visible"/>
                                      </p:to>
                                    </p:set>
                                    <p:animEffect transition="in" filter="wipe(left)">
                                      <p:cBhvr>
                                        <p:cTn id="1853" dur="1000"/>
                                        <p:tgtEl>
                                          <p:spTgt spid="391"/>
                                        </p:tgtEl>
                                      </p:cBhvr>
                                    </p:animEffect>
                                  </p:childTnLst>
                                </p:cTn>
                              </p:par>
                            </p:childTnLst>
                          </p:cTn>
                        </p:par>
                        <p:par>
                          <p:cTn id="1854" fill="hold">
                            <p:stCondLst>
                              <p:cond delay="2000"/>
                            </p:stCondLst>
                            <p:childTnLst>
                              <p:par>
                                <p:cTn id="1855" presetID="22" presetClass="entr" presetSubtype="1" fill="hold" grpId="0" nodeType="afterEffect">
                                  <p:stCondLst>
                                    <p:cond delay="0"/>
                                  </p:stCondLst>
                                  <p:childTnLst>
                                    <p:set>
                                      <p:cBhvr>
                                        <p:cTn id="1856" dur="1" fill="hold">
                                          <p:stCondLst>
                                            <p:cond delay="0"/>
                                          </p:stCondLst>
                                        </p:cTn>
                                        <p:tgtEl>
                                          <p:spTgt spid="395"/>
                                        </p:tgtEl>
                                        <p:attrNameLst>
                                          <p:attrName>style.visibility</p:attrName>
                                        </p:attrNameLst>
                                      </p:cBhvr>
                                      <p:to>
                                        <p:strVal val="visible"/>
                                      </p:to>
                                    </p:set>
                                    <p:animEffect transition="in" filter="wipe(up)">
                                      <p:cBhvr>
                                        <p:cTn id="1857" dur="500"/>
                                        <p:tgtEl>
                                          <p:spTgt spid="395"/>
                                        </p:tgtEl>
                                      </p:cBhvr>
                                    </p:animEffect>
                                  </p:childTnLst>
                                </p:cTn>
                              </p:par>
                              <p:par>
                                <p:cTn id="1858" presetID="22" presetClass="entr" presetSubtype="1" fill="hold" grpId="0" nodeType="withEffect">
                                  <p:stCondLst>
                                    <p:cond delay="0"/>
                                  </p:stCondLst>
                                  <p:childTnLst>
                                    <p:set>
                                      <p:cBhvr>
                                        <p:cTn id="1859" dur="1" fill="hold">
                                          <p:stCondLst>
                                            <p:cond delay="0"/>
                                          </p:stCondLst>
                                        </p:cTn>
                                        <p:tgtEl>
                                          <p:spTgt spid="396"/>
                                        </p:tgtEl>
                                        <p:attrNameLst>
                                          <p:attrName>style.visibility</p:attrName>
                                        </p:attrNameLst>
                                      </p:cBhvr>
                                      <p:to>
                                        <p:strVal val="visible"/>
                                      </p:to>
                                    </p:set>
                                    <p:animEffect transition="in" filter="wipe(up)">
                                      <p:cBhvr>
                                        <p:cTn id="1860" dur="500"/>
                                        <p:tgtEl>
                                          <p:spTgt spid="396"/>
                                        </p:tgtEl>
                                      </p:cBhvr>
                                    </p:animEffect>
                                  </p:childTnLst>
                                </p:cTn>
                              </p:par>
                            </p:childTnLst>
                          </p:cTn>
                        </p:par>
                        <p:par>
                          <p:cTn id="1861" fill="hold">
                            <p:stCondLst>
                              <p:cond delay="2500"/>
                            </p:stCondLst>
                            <p:childTnLst>
                              <p:par>
                                <p:cTn id="1862" presetID="22" presetClass="entr" presetSubtype="1" fill="hold" grpId="0" nodeType="afterEffect">
                                  <p:stCondLst>
                                    <p:cond delay="0"/>
                                  </p:stCondLst>
                                  <p:childTnLst>
                                    <p:set>
                                      <p:cBhvr>
                                        <p:cTn id="1863" dur="1" fill="hold">
                                          <p:stCondLst>
                                            <p:cond delay="0"/>
                                          </p:stCondLst>
                                        </p:cTn>
                                        <p:tgtEl>
                                          <p:spTgt spid="397"/>
                                        </p:tgtEl>
                                        <p:attrNameLst>
                                          <p:attrName>style.visibility</p:attrName>
                                        </p:attrNameLst>
                                      </p:cBhvr>
                                      <p:to>
                                        <p:strVal val="visible"/>
                                      </p:to>
                                    </p:set>
                                    <p:animEffect transition="in" filter="wipe(up)">
                                      <p:cBhvr>
                                        <p:cTn id="1864" dur="500"/>
                                        <p:tgtEl>
                                          <p:spTgt spid="397"/>
                                        </p:tgtEl>
                                      </p:cBhvr>
                                    </p:animEffect>
                                  </p:childTnLst>
                                </p:cTn>
                              </p:par>
                            </p:childTnLst>
                          </p:cTn>
                        </p:par>
                        <p:par>
                          <p:cTn id="1865" fill="hold">
                            <p:stCondLst>
                              <p:cond delay="3000"/>
                            </p:stCondLst>
                            <p:childTnLst>
                              <p:par>
                                <p:cTn id="1866" presetID="22" presetClass="exit" presetSubtype="1" fill="hold" grpId="1" nodeType="afterEffect">
                                  <p:stCondLst>
                                    <p:cond delay="0"/>
                                  </p:stCondLst>
                                  <p:childTnLst>
                                    <p:animEffect transition="out" filter="wipe(up)">
                                      <p:cBhvr>
                                        <p:cTn id="1867" dur="500"/>
                                        <p:tgtEl>
                                          <p:spTgt spid="385"/>
                                        </p:tgtEl>
                                      </p:cBhvr>
                                    </p:animEffect>
                                    <p:set>
                                      <p:cBhvr>
                                        <p:cTn id="1868" dur="1" fill="hold">
                                          <p:stCondLst>
                                            <p:cond delay="499"/>
                                          </p:stCondLst>
                                        </p:cTn>
                                        <p:tgtEl>
                                          <p:spTgt spid="385"/>
                                        </p:tgtEl>
                                        <p:attrNameLst>
                                          <p:attrName>style.visibility</p:attrName>
                                        </p:attrNameLst>
                                      </p:cBhvr>
                                      <p:to>
                                        <p:strVal val="hidden"/>
                                      </p:to>
                                    </p:set>
                                  </p:childTnLst>
                                </p:cTn>
                              </p:par>
                            </p:childTnLst>
                          </p:cTn>
                        </p:par>
                        <p:par>
                          <p:cTn id="1869" fill="hold">
                            <p:stCondLst>
                              <p:cond delay="3500"/>
                            </p:stCondLst>
                            <p:childTnLst>
                              <p:par>
                                <p:cTn id="1870" presetID="22" presetClass="entr" presetSubtype="1" fill="hold" nodeType="afterEffect">
                                  <p:stCondLst>
                                    <p:cond delay="0"/>
                                  </p:stCondLst>
                                  <p:childTnLst>
                                    <p:set>
                                      <p:cBhvr>
                                        <p:cTn id="1871" dur="1" fill="hold">
                                          <p:stCondLst>
                                            <p:cond delay="0"/>
                                          </p:stCondLst>
                                        </p:cTn>
                                        <p:tgtEl>
                                          <p:spTgt spid="398"/>
                                        </p:tgtEl>
                                        <p:attrNameLst>
                                          <p:attrName>style.visibility</p:attrName>
                                        </p:attrNameLst>
                                      </p:cBhvr>
                                      <p:to>
                                        <p:strVal val="visible"/>
                                      </p:to>
                                    </p:set>
                                    <p:animEffect transition="in" filter="wipe(up)">
                                      <p:cBhvr>
                                        <p:cTn id="1872" dur="1000"/>
                                        <p:tgtEl>
                                          <p:spTgt spid="398"/>
                                        </p:tgtEl>
                                      </p:cBhvr>
                                    </p:animEffect>
                                  </p:childTnLst>
                                </p:cTn>
                              </p:par>
                            </p:childTnLst>
                          </p:cTn>
                        </p:par>
                      </p:childTnLst>
                    </p:cTn>
                  </p:par>
                  <p:par>
                    <p:cTn id="1873" fill="hold">
                      <p:stCondLst>
                        <p:cond delay="indefinite"/>
                      </p:stCondLst>
                      <p:childTnLst>
                        <p:par>
                          <p:cTn id="1874" fill="hold">
                            <p:stCondLst>
                              <p:cond delay="0"/>
                            </p:stCondLst>
                            <p:childTnLst>
                              <p:par>
                                <p:cTn id="1875" presetID="16" presetClass="entr" presetSubtype="21" fill="hold" grpId="0" nodeType="clickEffect">
                                  <p:stCondLst>
                                    <p:cond delay="0"/>
                                  </p:stCondLst>
                                  <p:childTnLst>
                                    <p:set>
                                      <p:cBhvr>
                                        <p:cTn id="1876" dur="1" fill="hold">
                                          <p:stCondLst>
                                            <p:cond delay="0"/>
                                          </p:stCondLst>
                                        </p:cTn>
                                        <p:tgtEl>
                                          <p:spTgt spid="223"/>
                                        </p:tgtEl>
                                        <p:attrNameLst>
                                          <p:attrName>style.visibility</p:attrName>
                                        </p:attrNameLst>
                                      </p:cBhvr>
                                      <p:to>
                                        <p:strVal val="visible"/>
                                      </p:to>
                                    </p:set>
                                    <p:animEffect transition="in" filter="barn(inVertical)">
                                      <p:cBhvr>
                                        <p:cTn id="1877" dur="500"/>
                                        <p:tgtEl>
                                          <p:spTgt spid="223"/>
                                        </p:tgtEl>
                                      </p:cBhvr>
                                    </p:animEffect>
                                  </p:childTnLst>
                                </p:cTn>
                              </p:par>
                            </p:childTnLst>
                          </p:cTn>
                        </p:par>
                      </p:childTnLst>
                    </p:cTn>
                  </p:par>
                  <p:par>
                    <p:cTn id="1878" fill="hold">
                      <p:stCondLst>
                        <p:cond delay="indefinite"/>
                      </p:stCondLst>
                      <p:childTnLst>
                        <p:par>
                          <p:cTn id="1879" fill="hold">
                            <p:stCondLst>
                              <p:cond delay="0"/>
                            </p:stCondLst>
                            <p:childTnLst>
                              <p:par>
                                <p:cTn id="1880" presetID="49" presetClass="path" presetSubtype="0" accel="50000" decel="50000" fill="hold" nodeType="clickEffect">
                                  <p:stCondLst>
                                    <p:cond delay="0"/>
                                  </p:stCondLst>
                                  <p:childTnLst>
                                    <p:animMotion origin="layout" path="M 2.70833E-6 -1.48148E-6 L 0.38021 0.21412 " pathEditMode="relative" rAng="0" ptsTypes="AA">
                                      <p:cBhvr>
                                        <p:cTn id="1881" dur="2000" fill="hold"/>
                                        <p:tgtEl>
                                          <p:spTgt spid="152"/>
                                        </p:tgtEl>
                                        <p:attrNameLst>
                                          <p:attrName>ppt_x</p:attrName>
                                          <p:attrName>ppt_y</p:attrName>
                                        </p:attrNameLst>
                                      </p:cBhvr>
                                      <p:rCtr x="19010" y="10694"/>
                                    </p:animMotion>
                                  </p:childTnLst>
                                </p:cTn>
                              </p:par>
                              <p:par>
                                <p:cTn id="1882" presetID="22" presetClass="entr" presetSubtype="8" fill="hold" nodeType="withEffect">
                                  <p:stCondLst>
                                    <p:cond delay="0"/>
                                  </p:stCondLst>
                                  <p:childTnLst>
                                    <p:set>
                                      <p:cBhvr>
                                        <p:cTn id="1883" dur="1" fill="hold">
                                          <p:stCondLst>
                                            <p:cond delay="0"/>
                                          </p:stCondLst>
                                        </p:cTn>
                                        <p:tgtEl>
                                          <p:spTgt spid="399"/>
                                        </p:tgtEl>
                                        <p:attrNameLst>
                                          <p:attrName>style.visibility</p:attrName>
                                        </p:attrNameLst>
                                      </p:cBhvr>
                                      <p:to>
                                        <p:strVal val="visible"/>
                                      </p:to>
                                    </p:set>
                                    <p:animEffect transition="in" filter="wipe(left)">
                                      <p:cBhvr>
                                        <p:cTn id="1884" dur="1000"/>
                                        <p:tgtEl>
                                          <p:spTgt spid="399"/>
                                        </p:tgtEl>
                                      </p:cBhvr>
                                    </p:animEffect>
                                  </p:childTnLst>
                                </p:cTn>
                              </p:par>
                            </p:childTnLst>
                          </p:cTn>
                        </p:par>
                        <p:par>
                          <p:cTn id="1885" fill="hold">
                            <p:stCondLst>
                              <p:cond delay="2000"/>
                            </p:stCondLst>
                            <p:childTnLst>
                              <p:par>
                                <p:cTn id="1886" presetID="22" presetClass="entr" presetSubtype="1" fill="hold" grpId="0" nodeType="afterEffect">
                                  <p:stCondLst>
                                    <p:cond delay="0"/>
                                  </p:stCondLst>
                                  <p:childTnLst>
                                    <p:set>
                                      <p:cBhvr>
                                        <p:cTn id="1887" dur="1" fill="hold">
                                          <p:stCondLst>
                                            <p:cond delay="0"/>
                                          </p:stCondLst>
                                        </p:cTn>
                                        <p:tgtEl>
                                          <p:spTgt spid="403"/>
                                        </p:tgtEl>
                                        <p:attrNameLst>
                                          <p:attrName>style.visibility</p:attrName>
                                        </p:attrNameLst>
                                      </p:cBhvr>
                                      <p:to>
                                        <p:strVal val="visible"/>
                                      </p:to>
                                    </p:set>
                                    <p:animEffect transition="in" filter="wipe(up)">
                                      <p:cBhvr>
                                        <p:cTn id="1888" dur="500"/>
                                        <p:tgtEl>
                                          <p:spTgt spid="403"/>
                                        </p:tgtEl>
                                      </p:cBhvr>
                                    </p:animEffect>
                                  </p:childTnLst>
                                </p:cTn>
                              </p:par>
                              <p:par>
                                <p:cTn id="1889" presetID="22" presetClass="entr" presetSubtype="1" fill="hold" grpId="0" nodeType="withEffect">
                                  <p:stCondLst>
                                    <p:cond delay="0"/>
                                  </p:stCondLst>
                                  <p:childTnLst>
                                    <p:set>
                                      <p:cBhvr>
                                        <p:cTn id="1890" dur="1" fill="hold">
                                          <p:stCondLst>
                                            <p:cond delay="0"/>
                                          </p:stCondLst>
                                        </p:cTn>
                                        <p:tgtEl>
                                          <p:spTgt spid="404"/>
                                        </p:tgtEl>
                                        <p:attrNameLst>
                                          <p:attrName>style.visibility</p:attrName>
                                        </p:attrNameLst>
                                      </p:cBhvr>
                                      <p:to>
                                        <p:strVal val="visible"/>
                                      </p:to>
                                    </p:set>
                                    <p:animEffect transition="in" filter="wipe(up)">
                                      <p:cBhvr>
                                        <p:cTn id="1891" dur="500"/>
                                        <p:tgtEl>
                                          <p:spTgt spid="404"/>
                                        </p:tgtEl>
                                      </p:cBhvr>
                                    </p:animEffect>
                                  </p:childTnLst>
                                </p:cTn>
                              </p:par>
                            </p:childTnLst>
                          </p:cTn>
                        </p:par>
                        <p:par>
                          <p:cTn id="1892" fill="hold">
                            <p:stCondLst>
                              <p:cond delay="2500"/>
                            </p:stCondLst>
                            <p:childTnLst>
                              <p:par>
                                <p:cTn id="1893" presetID="22" presetClass="entr" presetSubtype="8" fill="hold" grpId="0" nodeType="afterEffect">
                                  <p:stCondLst>
                                    <p:cond delay="0"/>
                                  </p:stCondLst>
                                  <p:childTnLst>
                                    <p:set>
                                      <p:cBhvr>
                                        <p:cTn id="1894" dur="1" fill="hold">
                                          <p:stCondLst>
                                            <p:cond delay="0"/>
                                          </p:stCondLst>
                                        </p:cTn>
                                        <p:tgtEl>
                                          <p:spTgt spid="405"/>
                                        </p:tgtEl>
                                        <p:attrNameLst>
                                          <p:attrName>style.visibility</p:attrName>
                                        </p:attrNameLst>
                                      </p:cBhvr>
                                      <p:to>
                                        <p:strVal val="visible"/>
                                      </p:to>
                                    </p:set>
                                    <p:animEffect transition="in" filter="wipe(left)">
                                      <p:cBhvr>
                                        <p:cTn id="1895" dur="500"/>
                                        <p:tgtEl>
                                          <p:spTgt spid="405"/>
                                        </p:tgtEl>
                                      </p:cBhvr>
                                    </p:animEffect>
                                  </p:childTnLst>
                                </p:cTn>
                              </p:par>
                            </p:childTnLst>
                          </p:cTn>
                        </p:par>
                        <p:par>
                          <p:cTn id="1896" fill="hold">
                            <p:stCondLst>
                              <p:cond delay="3000"/>
                            </p:stCondLst>
                            <p:childTnLst>
                              <p:par>
                                <p:cTn id="1897" presetID="22" presetClass="exit" presetSubtype="8" fill="hold" grpId="1" nodeType="afterEffect">
                                  <p:stCondLst>
                                    <p:cond delay="0"/>
                                  </p:stCondLst>
                                  <p:childTnLst>
                                    <p:animEffect transition="out" filter="wipe(left)">
                                      <p:cBhvr>
                                        <p:cTn id="1898" dur="500"/>
                                        <p:tgtEl>
                                          <p:spTgt spid="386"/>
                                        </p:tgtEl>
                                      </p:cBhvr>
                                    </p:animEffect>
                                    <p:set>
                                      <p:cBhvr>
                                        <p:cTn id="1899" dur="1" fill="hold">
                                          <p:stCondLst>
                                            <p:cond delay="499"/>
                                          </p:stCondLst>
                                        </p:cTn>
                                        <p:tgtEl>
                                          <p:spTgt spid="386"/>
                                        </p:tgtEl>
                                        <p:attrNameLst>
                                          <p:attrName>style.visibility</p:attrName>
                                        </p:attrNameLst>
                                      </p:cBhvr>
                                      <p:to>
                                        <p:strVal val="hidden"/>
                                      </p:to>
                                    </p:set>
                                  </p:childTnLst>
                                </p:cTn>
                              </p:par>
                            </p:childTnLst>
                          </p:cTn>
                        </p:par>
                        <p:par>
                          <p:cTn id="1900" fill="hold">
                            <p:stCondLst>
                              <p:cond delay="3500"/>
                            </p:stCondLst>
                            <p:childTnLst>
                              <p:par>
                                <p:cTn id="1901" presetID="22" presetClass="entr" presetSubtype="8" fill="hold" nodeType="afterEffect">
                                  <p:stCondLst>
                                    <p:cond delay="0"/>
                                  </p:stCondLst>
                                  <p:childTnLst>
                                    <p:set>
                                      <p:cBhvr>
                                        <p:cTn id="1902" dur="1" fill="hold">
                                          <p:stCondLst>
                                            <p:cond delay="0"/>
                                          </p:stCondLst>
                                        </p:cTn>
                                        <p:tgtEl>
                                          <p:spTgt spid="406"/>
                                        </p:tgtEl>
                                        <p:attrNameLst>
                                          <p:attrName>style.visibility</p:attrName>
                                        </p:attrNameLst>
                                      </p:cBhvr>
                                      <p:to>
                                        <p:strVal val="visible"/>
                                      </p:to>
                                    </p:set>
                                    <p:animEffect transition="in" filter="wipe(left)">
                                      <p:cBhvr>
                                        <p:cTn id="1903" dur="1000"/>
                                        <p:tgtEl>
                                          <p:spTgt spid="406"/>
                                        </p:tgtEl>
                                      </p:cBhvr>
                                    </p:animEffect>
                                  </p:childTnLst>
                                </p:cTn>
                              </p:par>
                            </p:childTnLst>
                          </p:cTn>
                        </p:par>
                      </p:childTnLst>
                    </p:cTn>
                  </p:par>
                  <p:par>
                    <p:cTn id="1904" fill="hold">
                      <p:stCondLst>
                        <p:cond delay="indefinite"/>
                      </p:stCondLst>
                      <p:childTnLst>
                        <p:par>
                          <p:cTn id="1905" fill="hold">
                            <p:stCondLst>
                              <p:cond delay="0"/>
                            </p:stCondLst>
                            <p:childTnLst>
                              <p:par>
                                <p:cTn id="1906" presetID="16" presetClass="entr" presetSubtype="21" fill="hold" grpId="0" nodeType="clickEffect">
                                  <p:stCondLst>
                                    <p:cond delay="0"/>
                                  </p:stCondLst>
                                  <p:childTnLst>
                                    <p:set>
                                      <p:cBhvr>
                                        <p:cTn id="1907" dur="1" fill="hold">
                                          <p:stCondLst>
                                            <p:cond delay="0"/>
                                          </p:stCondLst>
                                        </p:cTn>
                                        <p:tgtEl>
                                          <p:spTgt spid="222"/>
                                        </p:tgtEl>
                                        <p:attrNameLst>
                                          <p:attrName>style.visibility</p:attrName>
                                        </p:attrNameLst>
                                      </p:cBhvr>
                                      <p:to>
                                        <p:strVal val="visible"/>
                                      </p:to>
                                    </p:set>
                                    <p:animEffect transition="in" filter="barn(inVertical)">
                                      <p:cBhvr>
                                        <p:cTn id="1908" dur="500"/>
                                        <p:tgtEl>
                                          <p:spTgt spid="222"/>
                                        </p:tgtEl>
                                      </p:cBhvr>
                                    </p:animEffect>
                                  </p:childTnLst>
                                </p:cTn>
                              </p:par>
                            </p:childTnLst>
                          </p:cTn>
                        </p:par>
                      </p:childTnLst>
                    </p:cTn>
                  </p:par>
                  <p:par>
                    <p:cTn id="1909" fill="hold">
                      <p:stCondLst>
                        <p:cond delay="indefinite"/>
                      </p:stCondLst>
                      <p:childTnLst>
                        <p:par>
                          <p:cTn id="1910" fill="hold">
                            <p:stCondLst>
                              <p:cond delay="0"/>
                            </p:stCondLst>
                            <p:childTnLst>
                              <p:par>
                                <p:cTn id="1911" presetID="63" presetClass="path" presetSubtype="0" accel="50000" decel="50000" fill="hold" nodeType="clickEffect">
                                  <p:stCondLst>
                                    <p:cond delay="0"/>
                                  </p:stCondLst>
                                  <p:childTnLst>
                                    <p:animMotion origin="layout" path="M 0.15833 0.00162 L 0.27539 -0.0007 " pathEditMode="relative" rAng="0" ptsTypes="AA">
                                      <p:cBhvr>
                                        <p:cTn id="1912" dur="1000" fill="hold"/>
                                        <p:tgtEl>
                                          <p:spTgt spid="107"/>
                                        </p:tgtEl>
                                        <p:attrNameLst>
                                          <p:attrName>ppt_x</p:attrName>
                                          <p:attrName>ppt_y</p:attrName>
                                        </p:attrNameLst>
                                      </p:cBhvr>
                                      <p:rCtr x="5846" y="-116"/>
                                    </p:animMotion>
                                  </p:childTnLst>
                                </p:cTn>
                              </p:par>
                            </p:childTnLst>
                          </p:cTn>
                        </p:par>
                        <p:par>
                          <p:cTn id="1913" fill="hold">
                            <p:stCondLst>
                              <p:cond delay="1000"/>
                            </p:stCondLst>
                            <p:childTnLst>
                              <p:par>
                                <p:cTn id="1914" presetID="10" presetClass="exit" presetSubtype="0" fill="hold" nodeType="afterEffect">
                                  <p:stCondLst>
                                    <p:cond delay="0"/>
                                  </p:stCondLst>
                                  <p:childTnLst>
                                    <p:animEffect transition="out" filter="fade">
                                      <p:cBhvr>
                                        <p:cTn id="1915" dur="500"/>
                                        <p:tgtEl>
                                          <p:spTgt spid="9"/>
                                        </p:tgtEl>
                                      </p:cBhvr>
                                    </p:animEffect>
                                    <p:set>
                                      <p:cBhvr>
                                        <p:cTn id="1916" dur="1" fill="hold">
                                          <p:stCondLst>
                                            <p:cond delay="499"/>
                                          </p:stCondLst>
                                        </p:cTn>
                                        <p:tgtEl>
                                          <p:spTgt spid="9"/>
                                        </p:tgtEl>
                                        <p:attrNameLst>
                                          <p:attrName>style.visibility</p:attrName>
                                        </p:attrNameLst>
                                      </p:cBhvr>
                                      <p:to>
                                        <p:strVal val="hidden"/>
                                      </p:to>
                                    </p:set>
                                  </p:childTnLst>
                                </p:cTn>
                              </p:par>
                              <p:par>
                                <p:cTn id="1917" presetID="42" presetClass="entr" presetSubtype="0" fill="hold" nodeType="withEffect">
                                  <p:stCondLst>
                                    <p:cond delay="0"/>
                                  </p:stCondLst>
                                  <p:childTnLst>
                                    <p:set>
                                      <p:cBhvr>
                                        <p:cTn id="1918" dur="1" fill="hold">
                                          <p:stCondLst>
                                            <p:cond delay="0"/>
                                          </p:stCondLst>
                                        </p:cTn>
                                        <p:tgtEl>
                                          <p:spTgt spid="12"/>
                                        </p:tgtEl>
                                        <p:attrNameLst>
                                          <p:attrName>style.visibility</p:attrName>
                                        </p:attrNameLst>
                                      </p:cBhvr>
                                      <p:to>
                                        <p:strVal val="visible"/>
                                      </p:to>
                                    </p:set>
                                    <p:animEffect transition="in" filter="fade">
                                      <p:cBhvr>
                                        <p:cTn id="1919" dur="1000"/>
                                        <p:tgtEl>
                                          <p:spTgt spid="12"/>
                                        </p:tgtEl>
                                      </p:cBhvr>
                                    </p:animEffect>
                                    <p:anim calcmode="lin" valueType="num">
                                      <p:cBhvr>
                                        <p:cTn id="1920" dur="1000" fill="hold"/>
                                        <p:tgtEl>
                                          <p:spTgt spid="12"/>
                                        </p:tgtEl>
                                        <p:attrNameLst>
                                          <p:attrName>ppt_x</p:attrName>
                                        </p:attrNameLst>
                                      </p:cBhvr>
                                      <p:tavLst>
                                        <p:tav tm="0">
                                          <p:val>
                                            <p:strVal val="#ppt_x"/>
                                          </p:val>
                                        </p:tav>
                                        <p:tav tm="100000">
                                          <p:val>
                                            <p:strVal val="#ppt_x"/>
                                          </p:val>
                                        </p:tav>
                                      </p:tavLst>
                                    </p:anim>
                                    <p:anim calcmode="lin" valueType="num">
                                      <p:cBhvr>
                                        <p:cTn id="19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 grpId="0" animBg="1"/>
      <p:bldP spid="397" grpId="0" animBg="1"/>
      <p:bldP spid="387" grpId="0" animBg="1"/>
      <p:bldP spid="370" grpId="0" animBg="1"/>
      <p:bldP spid="259" grpId="0" animBg="1"/>
      <p:bldP spid="299" grpId="0" animBg="1"/>
      <p:bldP spid="309" grpId="0" animBg="1"/>
      <p:bldP spid="310" grpId="0" animBg="1"/>
      <p:bldP spid="287" grpId="0" animBg="1"/>
      <p:bldP spid="148" grpId="0" animBg="1"/>
      <p:bldP spid="75" grpId="0"/>
      <p:bldP spid="76" grpId="0"/>
      <p:bldP spid="91" grpId="0" uiExpand="1"/>
      <p:bldP spid="106" grpId="0" uiExpand="1"/>
      <p:bldP spid="106" grpId="1"/>
      <p:bldP spid="106" grpId="2"/>
      <p:bldP spid="106" grpId="3"/>
      <p:bldP spid="182" grpId="0" uiExpand="1" build="p" animBg="1"/>
      <p:bldP spid="110" grpId="0" uiExpand="1" build="p" animBg="1"/>
      <p:bldP spid="188" grpId="0" uiExpand="1"/>
      <p:bldP spid="188" grpId="1"/>
      <p:bldP spid="198" grpId="0" uiExpand="1"/>
      <p:bldP spid="198" grpId="1"/>
      <p:bldP spid="211" grpId="0" animBg="1"/>
      <p:bldP spid="211" grpId="1" animBg="1"/>
      <p:bldP spid="211" grpId="2" animBg="1"/>
      <p:bldP spid="211" grpId="3" animBg="1"/>
      <p:bldP spid="212" grpId="0" animBg="1"/>
      <p:bldP spid="212" grpId="1" animBg="1"/>
      <p:bldP spid="212" grpId="2" animBg="1"/>
      <p:bldP spid="212" grpId="3" animBg="1"/>
      <p:bldP spid="213" grpId="0" animBg="1"/>
      <p:bldP spid="213" grpId="1" animBg="1"/>
      <p:bldP spid="213" grpId="2" animBg="1"/>
      <p:bldP spid="213" grpId="3" animBg="1"/>
      <p:bldP spid="214" grpId="0" animBg="1"/>
      <p:bldP spid="214" grpId="1" animBg="1"/>
      <p:bldP spid="215" grpId="0" animBg="1"/>
      <p:bldP spid="216" grpId="0" animBg="1"/>
      <p:bldP spid="217" grpId="0" animBg="1"/>
      <p:bldP spid="218" grpId="0" animBg="1"/>
      <p:bldP spid="219" grpId="0" animBg="1"/>
      <p:bldP spid="220" grpId="0" animBg="1"/>
      <p:bldP spid="221" grpId="0" animBg="1"/>
      <p:bldP spid="222" grpId="0" animBg="1"/>
      <p:bldP spid="223" grpId="0" animBg="1"/>
      <p:bldP spid="225" grpId="0"/>
      <p:bldP spid="231" grpId="0" uiExpand="1"/>
      <p:bldP spid="231" grpId="1"/>
      <p:bldP spid="231" grpId="2"/>
      <p:bldP spid="231" grpId="3"/>
      <p:bldP spid="249" grpId="0" uiExpand="1"/>
      <p:bldP spid="249" grpId="1"/>
      <p:bldP spid="250" grpId="0" uiExpand="1"/>
      <p:bldP spid="250" grpId="1"/>
      <p:bldP spid="273" grpId="0" uiExpand="1"/>
      <p:bldP spid="273" grpId="1"/>
      <p:bldP spid="273" grpId="2"/>
      <p:bldP spid="284" grpId="0" uiExpand="1"/>
      <p:bldP spid="284" grpId="1"/>
      <p:bldP spid="285" grpId="0" uiExpand="1"/>
      <p:bldP spid="295" grpId="0" uiExpand="1"/>
      <p:bldP spid="295" grpId="1"/>
      <p:bldP spid="295" grpId="2"/>
      <p:bldP spid="295" grpId="3"/>
      <p:bldP spid="307" grpId="0" uiExpand="1"/>
      <p:bldP spid="308" grpId="0" uiExpand="1"/>
      <p:bldP spid="308" grpId="1"/>
      <p:bldP spid="318" grpId="0" uiExpand="1"/>
      <p:bldP spid="318" grpId="1"/>
      <p:bldP spid="318" grpId="2"/>
      <p:bldP spid="319" grpId="0"/>
      <p:bldP spid="319" grpId="1"/>
      <p:bldP spid="319" grpId="2"/>
      <p:bldP spid="319" grpId="3"/>
      <p:bldP spid="319" grpId="4"/>
      <p:bldP spid="319" grpId="5"/>
      <p:bldP spid="319" grpId="6"/>
      <p:bldP spid="319" grpId="7"/>
      <p:bldP spid="319" grpId="8"/>
      <p:bldP spid="319" grpId="9"/>
      <p:bldP spid="319" grpId="10"/>
      <p:bldP spid="319" grpId="11"/>
      <p:bldP spid="319" grpId="12"/>
      <p:bldP spid="319" grpId="13"/>
      <p:bldP spid="319" grpId="14"/>
      <p:bldP spid="319" grpId="15"/>
      <p:bldP spid="321" grpId="0" uiExpand="1"/>
      <p:bldP spid="323" grpId="0" uiExpand="1"/>
      <p:bldP spid="328" grpId="0" uiExpand="1"/>
      <p:bldP spid="328" grpId="1"/>
      <p:bldP spid="328" grpId="2"/>
      <p:bldP spid="333" grpId="0" uiExpand="1"/>
      <p:bldP spid="334" grpId="0" uiExpand="1"/>
      <p:bldP spid="334" grpId="1"/>
      <p:bldP spid="342" grpId="0" uiExpand="1"/>
      <p:bldP spid="342" grpId="1"/>
      <p:bldP spid="347" grpId="0" uiExpand="1"/>
      <p:bldP spid="348" grpId="0" uiExpand="1"/>
      <p:bldP spid="350" grpId="0" uiExpand="1"/>
      <p:bldP spid="350" grpId="1"/>
      <p:bldP spid="361" grpId="0" uiExpand="1"/>
      <p:bldP spid="361" grpId="1"/>
      <p:bldP spid="362" grpId="0" uiExpand="1"/>
      <p:bldP spid="362" grpId="1"/>
      <p:bldP spid="368" grpId="0" uiExpand="1"/>
      <p:bldP spid="369" grpId="0" uiExpand="1"/>
      <p:bldP spid="376" grpId="0" uiExpand="1"/>
      <p:bldP spid="376" grpId="1"/>
      <p:bldP spid="377" grpId="0" uiExpand="1"/>
      <p:bldP spid="385" grpId="0" uiExpand="1"/>
      <p:bldP spid="385" grpId="1"/>
      <p:bldP spid="386" grpId="0" uiExpand="1"/>
      <p:bldP spid="386" grpId="1"/>
      <p:bldP spid="395" grpId="0" uiExpand="1"/>
      <p:bldP spid="396" grpId="0" uiExpand="1"/>
      <p:bldP spid="403" grpId="0" uiExpand="1"/>
      <p:bldP spid="404" grpId="0" uiExpan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a:extLst>
              <a:ext uri="{FF2B5EF4-FFF2-40B4-BE49-F238E27FC236}">
                <a16:creationId xmlns:a16="http://schemas.microsoft.com/office/drawing/2014/main" id="{6BB348A4-3902-1632-62A3-CE3E3FE4EF8B}"/>
              </a:ext>
            </a:extLst>
          </p:cNvPr>
          <p:cNvGrpSpPr/>
          <p:nvPr/>
        </p:nvGrpSpPr>
        <p:grpSpPr>
          <a:xfrm>
            <a:off x="6542900" y="1446257"/>
            <a:ext cx="5223595" cy="2689730"/>
            <a:chOff x="6542900" y="1446257"/>
            <a:chExt cx="5223595" cy="2689730"/>
          </a:xfrm>
        </p:grpSpPr>
        <p:sp>
          <p:nvSpPr>
            <p:cNvPr id="7" name="圆角矩形 31751">
              <a:extLst>
                <a:ext uri="{FF2B5EF4-FFF2-40B4-BE49-F238E27FC236}">
                  <a16:creationId xmlns:a16="http://schemas.microsoft.com/office/drawing/2014/main" id="{71044ED9-5126-A2F7-8DA3-A4F27C494592}"/>
                </a:ext>
              </a:extLst>
            </p:cNvPr>
            <p:cNvSpPr>
              <a:spLocks noChangeArrowheads="1"/>
            </p:cNvSpPr>
            <p:nvPr/>
          </p:nvSpPr>
          <p:spPr bwMode="auto">
            <a:xfrm>
              <a:off x="6834681" y="1762744"/>
              <a:ext cx="1786415" cy="2373243"/>
            </a:xfrm>
            <a:prstGeom prst="roundRect">
              <a:avLst>
                <a:gd name="adj" fmla="val 16667"/>
              </a:avLst>
            </a:prstGeom>
            <a:solidFill>
              <a:schemeClr val="accent6">
                <a:lumMod val="20000"/>
                <a:lumOff val="80000"/>
              </a:schemeClr>
            </a:solidFill>
            <a:ln w="6350" cap="sq">
              <a:solidFill>
                <a:srgbClr val="333399"/>
              </a:solidFill>
              <a:prstDash val="lgDash"/>
              <a:round/>
              <a:headEnd type="none" w="sm" len="sm"/>
              <a:tailEnd type="none" w="sm" len="sm"/>
            </a:ln>
          </p:spPr>
          <p:txBody>
            <a:bodyPr/>
            <a:lstStyle/>
            <a:p>
              <a:endParaRPr lang="zh-CN" altLang="en-US"/>
            </a:p>
          </p:txBody>
        </p:sp>
        <p:sp>
          <p:nvSpPr>
            <p:cNvPr id="8" name="文本框 7">
              <a:extLst>
                <a:ext uri="{FF2B5EF4-FFF2-40B4-BE49-F238E27FC236}">
                  <a16:creationId xmlns:a16="http://schemas.microsoft.com/office/drawing/2014/main" id="{D17F9D15-A75C-2314-05BA-AF271971760C}"/>
                </a:ext>
              </a:extLst>
            </p:cNvPr>
            <p:cNvSpPr txBox="1"/>
            <p:nvPr/>
          </p:nvSpPr>
          <p:spPr>
            <a:xfrm>
              <a:off x="11520153" y="2219799"/>
              <a:ext cx="246342" cy="1421928"/>
            </a:xfrm>
            <a:prstGeom prst="rect">
              <a:avLst/>
            </a:prstGeom>
            <a:noFill/>
            <a:ln w="12700">
              <a:noFill/>
            </a:ln>
          </p:spPr>
          <p:txBody>
            <a:bodyPr wrap="square">
              <a:spAutoFit/>
            </a:bodyPr>
            <a:lstStyle>
              <a:defPPr>
                <a:defRPr lang="zh-CN"/>
              </a:defPPr>
              <a:lvl1pPr algn="ctr">
                <a:lnSpc>
                  <a:spcPct val="90000"/>
                </a:lnSpc>
                <a:defRPr b="1">
                  <a:effectLst/>
                  <a:latin typeface="宋体" panose="02010600030101010101" pitchFamily="2" charset="-122"/>
                  <a:ea typeface="宋体" panose="02010600030101010101" pitchFamily="2" charset="-122"/>
                </a:defRPr>
              </a:lvl1pPr>
            </a:lstStyle>
            <a:p>
              <a:r>
                <a:rPr lang="en-US" altLang="zh-CN" sz="2400" noProof="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a:t>
              </a:r>
              <a:r>
                <a:rPr lang="zh-CN" altLang="en-US" noProof="1"/>
                <a:t>其余顶点</a:t>
              </a:r>
            </a:p>
          </p:txBody>
        </p:sp>
        <p:sp>
          <p:nvSpPr>
            <p:cNvPr id="9" name="圆角矩形 31751">
              <a:extLst>
                <a:ext uri="{FF2B5EF4-FFF2-40B4-BE49-F238E27FC236}">
                  <a16:creationId xmlns:a16="http://schemas.microsoft.com/office/drawing/2014/main" id="{886633DB-5383-22DD-5770-0B024CCDAA7C}"/>
                </a:ext>
              </a:extLst>
            </p:cNvPr>
            <p:cNvSpPr>
              <a:spLocks noChangeArrowheads="1"/>
            </p:cNvSpPr>
            <p:nvPr/>
          </p:nvSpPr>
          <p:spPr bwMode="auto">
            <a:xfrm>
              <a:off x="9669291" y="1764652"/>
              <a:ext cx="1785197" cy="2371335"/>
            </a:xfrm>
            <a:prstGeom prst="roundRect">
              <a:avLst>
                <a:gd name="adj" fmla="val 16667"/>
              </a:avLst>
            </a:prstGeom>
            <a:solidFill>
              <a:srgbClr val="FCF6EA"/>
            </a:solidFill>
            <a:ln w="6350" cap="sq">
              <a:solidFill>
                <a:srgbClr val="333399"/>
              </a:solidFill>
              <a:prstDash val="lgDash"/>
              <a:round/>
              <a:headEnd type="none" w="sm" len="sm"/>
              <a:tailEnd type="none" w="sm" len="sm"/>
            </a:ln>
          </p:spPr>
          <p:txBody>
            <a:bodyPr/>
            <a:lstStyle/>
            <a:p>
              <a:endParaRPr lang="zh-CN" altLang="en-US"/>
            </a:p>
          </p:txBody>
        </p:sp>
        <p:sp>
          <p:nvSpPr>
            <p:cNvPr id="19" name="文本框 18">
              <a:extLst>
                <a:ext uri="{FF2B5EF4-FFF2-40B4-BE49-F238E27FC236}">
                  <a16:creationId xmlns:a16="http://schemas.microsoft.com/office/drawing/2014/main" id="{B4BDCB74-03B7-58BF-ADB4-0680A3EB4E62}"/>
                </a:ext>
              </a:extLst>
            </p:cNvPr>
            <p:cNvSpPr txBox="1"/>
            <p:nvPr/>
          </p:nvSpPr>
          <p:spPr>
            <a:xfrm>
              <a:off x="7504984" y="1446257"/>
              <a:ext cx="3458512" cy="341632"/>
            </a:xfrm>
            <a:prstGeom prst="rect">
              <a:avLst/>
            </a:prstGeom>
            <a:noFill/>
            <a:ln w="12700">
              <a:noFill/>
            </a:ln>
          </p:spPr>
          <p:txBody>
            <a:bodyPr wrap="square">
              <a:spAutoFit/>
            </a:bodyPr>
            <a:lstStyle>
              <a:defPPr>
                <a:defRPr lang="zh-CN"/>
              </a:defPPr>
              <a:lvl1pPr algn="ctr">
                <a:lnSpc>
                  <a:spcPct val="90000"/>
                </a:lnSpc>
                <a:defRPr sz="2000" b="1">
                  <a:effectLst/>
                  <a:latin typeface="宋体" panose="02010600030101010101" pitchFamily="2" charset="-122"/>
                  <a:ea typeface="宋体" panose="02010600030101010101" pitchFamily="2" charset="-122"/>
                </a:defRPr>
              </a:lvl1pPr>
            </a:lstStyle>
            <a:p>
              <a:r>
                <a:rPr lang="en-US" altLang="zh-CN" sz="1800" i="1" noProof="1">
                  <a:latin typeface="Times New Roman" panose="02020603050405020304" pitchFamily="18" charset="0"/>
                  <a:cs typeface="Times New Roman" panose="02020603050405020304" pitchFamily="18" charset="0"/>
                </a:rPr>
                <a:t>U</a:t>
              </a:r>
              <a:r>
                <a:rPr lang="en-US" altLang="zh-CN" sz="1800" noProof="1">
                  <a:latin typeface="Times New Roman" panose="02020603050405020304" pitchFamily="18" charset="0"/>
                  <a:cs typeface="Times New Roman" panose="02020603050405020304" pitchFamily="18" charset="0"/>
                </a:rPr>
                <a:t>           </a:t>
              </a:r>
              <a:r>
                <a:rPr lang="zh-CN" altLang="en-US" sz="1800" noProof="1">
                  <a:latin typeface="Times New Roman" panose="02020603050405020304" pitchFamily="18" charset="0"/>
                  <a:cs typeface="Times New Roman" panose="02020603050405020304" pitchFamily="18" charset="0"/>
                </a:rPr>
                <a:t>求最小权值           </a:t>
              </a:r>
              <a:r>
                <a:rPr lang="en-US" altLang="zh-CN" sz="1800" i="1" noProof="1">
                  <a:latin typeface="Times New Roman" panose="02020603050405020304" pitchFamily="18" charset="0"/>
                  <a:cs typeface="Times New Roman" panose="02020603050405020304" pitchFamily="18" charset="0"/>
                </a:rPr>
                <a:t>V-U</a:t>
              </a:r>
              <a:endParaRPr lang="zh-CN" altLang="en-US" sz="1800" i="1" noProof="1">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234A3D02-1CE5-07C1-C62D-649E103654BA}"/>
                </a:ext>
              </a:extLst>
            </p:cNvPr>
            <p:cNvSpPr txBox="1"/>
            <p:nvPr/>
          </p:nvSpPr>
          <p:spPr>
            <a:xfrm>
              <a:off x="6542900" y="2213013"/>
              <a:ext cx="213219" cy="1671227"/>
            </a:xfrm>
            <a:prstGeom prst="rect">
              <a:avLst/>
            </a:prstGeom>
            <a:noFill/>
            <a:ln w="12700">
              <a:noFill/>
            </a:ln>
          </p:spPr>
          <p:txBody>
            <a:bodyPr wrap="square">
              <a:spAutoFit/>
            </a:bodyPr>
            <a:lstStyle>
              <a:defPPr>
                <a:defRPr lang="zh-CN"/>
              </a:defPPr>
              <a:lvl1pPr algn="ctr">
                <a:lnSpc>
                  <a:spcPct val="90000"/>
                </a:lnSpc>
                <a:defRPr b="1">
                  <a:effectLst/>
                  <a:latin typeface="宋体" panose="02010600030101010101" pitchFamily="2" charset="-122"/>
                  <a:ea typeface="宋体" panose="02010600030101010101" pitchFamily="2" charset="-122"/>
                </a:defRPr>
              </a:lvl1pPr>
            </a:lstStyle>
            <a:p>
              <a:r>
                <a:rPr lang="zh-CN" altLang="en-US" noProof="1"/>
                <a:t>最小生成树</a:t>
              </a:r>
              <a:r>
                <a:rPr lang="en-US" altLang="zh-CN" sz="2400" noProof="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a:t>
              </a:r>
              <a:endParaRPr lang="zh-CN" altLang="en-US" sz="2400" noProof="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grpSp>
      <p:sp>
        <p:nvSpPr>
          <p:cNvPr id="2" name="灯片编号占位符 1">
            <a:extLst>
              <a:ext uri="{FF2B5EF4-FFF2-40B4-BE49-F238E27FC236}">
                <a16:creationId xmlns:a16="http://schemas.microsoft.com/office/drawing/2014/main" id="{538C07DF-730A-73E1-C703-39BCD8ADD7CB}"/>
              </a:ext>
            </a:extLst>
          </p:cNvPr>
          <p:cNvSpPr>
            <a:spLocks noGrp="1"/>
          </p:cNvSpPr>
          <p:nvPr>
            <p:ph type="sldNum" sz="quarter" idx="12"/>
          </p:nvPr>
        </p:nvSpPr>
        <p:spPr/>
        <p:txBody>
          <a:bodyPr/>
          <a:lstStyle/>
          <a:p>
            <a:fld id="{D7C0FE0B-717B-41AE-9FA2-CA4BF851D1C3}" type="slidenum">
              <a:rPr lang="zh-CN" altLang="en-US" smtClean="0"/>
              <a:t>19</a:t>
            </a:fld>
            <a:endParaRPr lang="zh-CN" altLang="en-US"/>
          </a:p>
        </p:txBody>
      </p:sp>
      <p:sp>
        <p:nvSpPr>
          <p:cNvPr id="3" name="Rectangle 2">
            <a:extLst>
              <a:ext uri="{FF2B5EF4-FFF2-40B4-BE49-F238E27FC236}">
                <a16:creationId xmlns:a16="http://schemas.microsoft.com/office/drawing/2014/main" id="{175B7972-3929-C7BB-CEB9-50DBD8427B2D}"/>
              </a:ext>
            </a:extLst>
          </p:cNvPr>
          <p:cNvSpPr>
            <a:spLocks noChangeArrowheads="1"/>
          </p:cNvSpPr>
          <p:nvPr/>
        </p:nvSpPr>
        <p:spPr bwMode="auto">
          <a:xfrm>
            <a:off x="380144" y="945228"/>
            <a:ext cx="5635109" cy="5468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72000" marR="0" lvl="0" indent="0" algn="just" defTabSz="914400" rtl="0" eaLnBrk="0" fontAlgn="base" latinLnBrk="0" hangingPunct="0">
              <a:lnSpc>
                <a:spcPct val="120000"/>
              </a:lnSpc>
              <a:spcBef>
                <a:spcPts val="600"/>
              </a:spcBef>
              <a:spcAft>
                <a:spcPct val="0"/>
              </a:spcAft>
              <a:buClrTx/>
              <a:buSzTx/>
              <a:buFontTx/>
              <a:buNone/>
              <a:tabLst/>
            </a:pPr>
            <a:r>
              <a:rPr kumimoji="0" lang="en-US" altLang="zh-CN" sz="2000"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1. </a:t>
            </a:r>
            <a:r>
              <a:rPr kumimoji="0" lang="zh-CN" altLang="en-US" sz="2000"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楷体" panose="02010609060101010101" pitchFamily="49" charset="-122"/>
                <a:cs typeface="Times New Roman" panose="02020603050405020304" pitchFamily="18" charset="0"/>
              </a:rPr>
              <a:t>普里姆算法</a:t>
            </a:r>
            <a:endParaRPr kumimoji="0" lang="zh-CN" altLang="en-US" sz="2000" b="1" i="0" u="none" strike="noStrike" cap="none" normalizeH="0" baseline="0" dirty="0">
              <a:ln>
                <a:noFill/>
              </a:ln>
              <a:solidFill>
                <a:srgbClr val="C00000"/>
              </a:solidFill>
              <a:effectLst>
                <a:outerShdw blurRad="38100" dist="38100" dir="2700000" algn="tl">
                  <a:srgbClr val="000000">
                    <a:alpha val="43137"/>
                  </a:srgbClr>
                </a:outerShdw>
              </a:effectLst>
              <a:latin typeface="+mn-lt"/>
            </a:endParaRPr>
          </a:p>
          <a:p>
            <a:pPr marL="72000" marR="0" lvl="0" indent="0" algn="just" defTabSz="914400" rtl="0" eaLnBrk="0" fontAlgn="base" latinLnBrk="0" hangingPunct="0">
              <a:lnSpc>
                <a:spcPct val="12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由连通带权图</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连通网</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G</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 (</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V</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E</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）构造最小生成树</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 (G</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的连通无回路子网</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，普里姆算法的基本步骤如下：</a:t>
            </a:r>
            <a:endParaRPr kumimoji="0" lang="zh-CN" altLang="en-US" b="0" i="0" u="none" strike="noStrike" cap="none" normalizeH="0" baseline="0" dirty="0">
              <a:ln>
                <a:noFill/>
              </a:ln>
              <a:solidFill>
                <a:schemeClr val="tx1"/>
              </a:solidFill>
              <a:effectLst/>
              <a:latin typeface="+mn-lt"/>
            </a:endParaRPr>
          </a:p>
          <a:p>
            <a:pPr marL="72000" marR="0" lvl="0" indent="0" algn="just" defTabSz="914400" rtl="0" eaLnBrk="0" fontAlgn="base" latinLnBrk="0" hangingPunct="0">
              <a:lnSpc>
                <a:spcPct val="12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1</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）若从</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G</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的顶点</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vi</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开始构造最小生成树，则</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初始为只包含顶点</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v</a:t>
            </a:r>
            <a:r>
              <a:rPr kumimoji="0" lang="en-US" altLang="zh-CN" b="0" i="1" u="none" strike="noStrike" cap="none" normalizeH="0" baseline="-25000" dirty="0">
                <a:ln>
                  <a:noFill/>
                </a:ln>
                <a:solidFill>
                  <a:schemeClr val="tx1"/>
                </a:solidFill>
                <a:effectLst/>
                <a:latin typeface="+mn-lt"/>
                <a:ea typeface="宋体" panose="02010600030101010101" pitchFamily="2" charset="-122"/>
                <a:cs typeface="Times New Roman" panose="02020603050405020304" pitchFamily="18" charset="0"/>
              </a:rPr>
              <a:t>i</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且无边的图，即</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v</a:t>
            </a:r>
            <a:r>
              <a:rPr kumimoji="0" lang="en-US" altLang="zh-CN" b="0" i="1" u="none" strike="noStrike" cap="none" normalizeH="0" baseline="-30000" dirty="0">
                <a:ln>
                  <a:noFill/>
                </a:ln>
                <a:solidFill>
                  <a:schemeClr val="tx1"/>
                </a:solidFill>
                <a:effectLst/>
                <a:latin typeface="+mn-lt"/>
                <a:ea typeface="宋体" panose="02010600030101010101" pitchFamily="2" charset="-122"/>
                <a:cs typeface="Times New Roman" panose="02020603050405020304" pitchFamily="18" charset="0"/>
              </a:rPr>
              <a:t>i</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mn-lt"/>
            </a:endParaRPr>
          </a:p>
          <a:p>
            <a:pPr marL="72000" marR="0" lvl="0" indent="0" algn="just" defTabSz="914400" rtl="0" eaLnBrk="0" fontAlgn="base" latinLnBrk="0" hangingPunct="0">
              <a:lnSpc>
                <a:spcPct val="12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2</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）找出集合</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U</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（已入选生成树</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的顶点集）和集合</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V</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U</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（未入选生成树的顶点集）之间权值最小的边 </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u</a:t>
            </a:r>
            <a:r>
              <a:rPr kumimoji="0" lang="en-US" altLang="zh-CN" b="0" i="1"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j</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v</a:t>
            </a:r>
            <a:r>
              <a:rPr kumimoji="0" lang="en-US" altLang="zh-CN" b="0" i="1"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k</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，其中</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u</a:t>
            </a:r>
            <a:r>
              <a:rPr kumimoji="0" lang="en-US" altLang="zh-CN" b="0" i="1"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j</a:t>
            </a:r>
            <a:r>
              <a:rPr kumimoji="0" lang="en-US" altLang="zh-CN" b="0" i="0"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U</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 </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0" i="1" u="none" strike="noStrike" cap="none" normalizeH="0" baseline="-25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k</a:t>
            </a:r>
            <a:r>
              <a:rPr kumimoji="0" lang="en-US" altLang="zh-CN" b="0" i="0"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V</a:t>
            </a:r>
            <a:r>
              <a:rPr kumimoji="0" lang="en-US" altLang="zh-CN" b="0" i="0"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U</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，简称最小边，如图</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9.17(a)</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所示，其中实线表示</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U</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中每个顶点和</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U</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之间的权值最小的边，粗实线表示这些最小边中的最小边</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u</a:t>
            </a:r>
            <a:r>
              <a:rPr kumimoji="0" lang="en-US" altLang="zh-CN" b="0" i="1" u="none" strike="noStrike" cap="none" normalizeH="0" baseline="-25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j</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0" i="1" u="none" strike="noStrike" cap="none" normalizeH="0" baseline="-25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k</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endPar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endParaRPr>
          </a:p>
          <a:p>
            <a:pPr marL="72000" marR="0" lvl="0" indent="0" algn="just" defTabSz="914400" rtl="0" eaLnBrk="0" fontAlgn="base" latinLnBrk="0" hangingPunct="0">
              <a:lnSpc>
                <a:spcPct val="12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将此边加入到</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中，并将该边仍在</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U</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的顶点</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0" i="1" u="none" strike="noStrike" cap="none" normalizeH="0" baseline="-25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k</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移入</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U</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，并分别更新</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0" i="1" u="none" strike="noStrike" cap="none" normalizeH="0" baseline="-25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k</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 </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0" i="1" u="none" strike="noStrike" cap="none" normalizeH="0" baseline="-25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k</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和</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0" i="1" u="none" strike="noStrike" cap="none" normalizeH="0" baseline="-25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k</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 </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0" i="1" u="none" strike="noStrike" cap="none" normalizeH="0" baseline="-25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k</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为</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U-V</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中顶点</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0" i="1" u="none" strike="noStrike" cap="none" normalizeH="0" baseline="-25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k</a:t>
            </a:r>
            <a:r>
              <a:rPr kumimoji="0" lang="en-US" altLang="zh-CN" b="0" i="0" u="none" strike="noStrike" cap="none" normalizeH="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和</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0" i="1" u="none" strike="noStrike" cap="none" normalizeH="0" baseline="-25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k</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与</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U</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顶点之间的最小边，结果如图</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9.17(b)</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所示。</a:t>
            </a:r>
            <a:endParaRPr kumimoji="0" lang="zh-CN" altLang="en-US" b="0" i="0" u="none" strike="noStrike" cap="none" normalizeH="0" baseline="0" dirty="0">
              <a:ln>
                <a:noFill/>
              </a:ln>
              <a:solidFill>
                <a:schemeClr val="tx1"/>
              </a:solidFill>
              <a:effectLst/>
              <a:latin typeface="+mn-lt"/>
              <a:sym typeface="Symbol" panose="05050102010706020507" pitchFamily="18" charset="2"/>
            </a:endParaRPr>
          </a:p>
          <a:p>
            <a:pPr marL="72000" indent="0" algn="just">
              <a:lnSpc>
                <a:spcPct val="120000"/>
              </a:lnSpc>
              <a:spcBef>
                <a:spcPts val="600"/>
              </a:spcBef>
            </a:pPr>
            <a:r>
              <a:rPr lang="zh-CN" altLang="en-US" dirty="0">
                <a:latin typeface="+mn-lt"/>
                <a:cs typeface="Times New Roman" panose="02020603050405020304" pitchFamily="18" charset="0"/>
              </a:rPr>
              <a:t>（</a:t>
            </a:r>
            <a:r>
              <a:rPr lang="en-US" altLang="zh-CN" dirty="0">
                <a:latin typeface="+mn-lt"/>
                <a:cs typeface="Times New Roman" panose="02020603050405020304" pitchFamily="18" charset="0"/>
              </a:rPr>
              <a:t>3</a:t>
            </a:r>
            <a:r>
              <a:rPr lang="zh-CN" altLang="en-US" dirty="0">
                <a:latin typeface="+mn-lt"/>
                <a:cs typeface="Times New Roman" panose="02020603050405020304" pitchFamily="18" charset="0"/>
              </a:rPr>
              <a:t>）重复步骤（</a:t>
            </a:r>
            <a:r>
              <a:rPr lang="en-US" altLang="zh-CN" dirty="0">
                <a:latin typeface="+mn-lt"/>
                <a:cs typeface="Times New Roman" panose="02020603050405020304" pitchFamily="18" charset="0"/>
              </a:rPr>
              <a:t>2</a:t>
            </a:r>
            <a:r>
              <a:rPr lang="zh-CN" altLang="en-US" dirty="0">
                <a:latin typeface="+mn-lt"/>
                <a:cs typeface="Times New Roman" panose="02020603050405020304" pitchFamily="18" charset="0"/>
              </a:rPr>
              <a:t>），直到</a:t>
            </a:r>
            <a:r>
              <a:rPr lang="en-US" altLang="zh-CN" i="1" dirty="0">
                <a:latin typeface="+mn-lt"/>
                <a:cs typeface="Times New Roman" panose="02020603050405020304" pitchFamily="18" charset="0"/>
              </a:rPr>
              <a:t>U</a:t>
            </a:r>
            <a:r>
              <a:rPr lang="en-US" altLang="zh-CN" dirty="0">
                <a:latin typeface="+mn-lt"/>
                <a:cs typeface="Times New Roman" panose="02020603050405020304" pitchFamily="18" charset="0"/>
              </a:rPr>
              <a:t>=</a:t>
            </a:r>
            <a:r>
              <a:rPr lang="en-US" altLang="zh-CN" i="1" dirty="0">
                <a:latin typeface="+mn-lt"/>
                <a:cs typeface="Times New Roman" panose="02020603050405020304" pitchFamily="18" charset="0"/>
              </a:rPr>
              <a:t>V</a:t>
            </a:r>
            <a:r>
              <a:rPr lang="zh-CN" altLang="en-US" dirty="0">
                <a:latin typeface="+mn-lt"/>
                <a:cs typeface="Times New Roman" panose="02020603050405020304" pitchFamily="18" charset="0"/>
              </a:rPr>
              <a:t>为止，</a:t>
            </a:r>
            <a:r>
              <a:rPr lang="en-US" altLang="zh-CN" i="1" dirty="0">
                <a:latin typeface="+mn-lt"/>
                <a:cs typeface="Times New Roman" panose="02020603050405020304" pitchFamily="18" charset="0"/>
              </a:rPr>
              <a:t>T</a:t>
            </a:r>
            <a:r>
              <a:rPr lang="zh-CN" altLang="en-US" dirty="0">
                <a:latin typeface="+mn-lt"/>
                <a:cs typeface="Times New Roman" panose="02020603050405020304" pitchFamily="18" charset="0"/>
              </a:rPr>
              <a:t>即为所求的最小生成树。</a:t>
            </a:r>
            <a:endParaRPr lang="zh-CN" altLang="en-US" dirty="0">
              <a:latin typeface="+mn-lt"/>
            </a:endParaRPr>
          </a:p>
        </p:txBody>
      </p:sp>
      <p:sp>
        <p:nvSpPr>
          <p:cNvPr id="6" name="文本框 5">
            <a:extLst>
              <a:ext uri="{FF2B5EF4-FFF2-40B4-BE49-F238E27FC236}">
                <a16:creationId xmlns:a16="http://schemas.microsoft.com/office/drawing/2014/main" id="{72EDABAA-DE32-21CD-7181-9BEB3F51C5DE}"/>
              </a:ext>
            </a:extLst>
          </p:cNvPr>
          <p:cNvSpPr txBox="1"/>
          <p:nvPr/>
        </p:nvSpPr>
        <p:spPr>
          <a:xfrm>
            <a:off x="6933365" y="4593673"/>
            <a:ext cx="4833130" cy="1077218"/>
          </a:xfrm>
          <a:prstGeom prst="rect">
            <a:avLst/>
          </a:prstGeom>
          <a:noFill/>
        </p:spPr>
        <p:txBody>
          <a:bodyPr wrap="square">
            <a:spAutoFit/>
          </a:bodyPr>
          <a:lstStyle/>
          <a:p>
            <a:pPr marL="0" marR="0" lvl="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9.17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普里姆算法的选边策略</a:t>
            </a:r>
            <a:endParaRPr kumimoji="0" lang="zh-CN" altLang="en-US" sz="1600" b="0" i="0" u="none" strike="noStrike" cap="none" normalizeH="0" baseline="0" dirty="0">
              <a:ln>
                <a:noFill/>
              </a:ln>
              <a:solidFill>
                <a:schemeClr val="tx1"/>
              </a:solidFill>
              <a:effectLst/>
            </a:endParaRP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在</a:t>
            </a:r>
            <a:r>
              <a:rPr kumimoji="0" lang="en-US" altLang="zh-CN" sz="1600"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U</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a:t>
            </a:r>
            <a:r>
              <a:rPr kumimoji="0" lang="en-US" altLang="zh-CN" sz="1600"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U-V</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之间找出最小边；</a:t>
            </a:r>
            <a:endParaRPr kumimoji="0" lang="zh-CN" altLang="en-US" sz="1600" b="0" i="0" u="none" strike="noStrike" cap="none" normalizeH="0" baseline="0" dirty="0">
              <a:ln>
                <a:noFill/>
              </a:ln>
              <a:solidFill>
                <a:schemeClr val="tx1"/>
              </a:solidFill>
              <a:effectLst/>
            </a:endParaRP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将最小边加入</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T</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600" b="0" i="1" u="none" strike="noStrike" cap="none" normalizeH="0" baseline="0" dirty="0" err="1">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vk</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加入</a:t>
            </a:r>
            <a:r>
              <a:rPr kumimoji="0" lang="en-US" altLang="zh-CN" sz="1600"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U</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）后</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分别更新</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t>
            </a:r>
            <a:r>
              <a:rPr kumimoji="0" lang="en-US" altLang="zh-CN" sz="1600" b="0" i="1" u="none" strike="noStrike" cap="none" normalizeH="0" baseline="0" dirty="0" err="1">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vk</a:t>
            </a:r>
            <a:r>
              <a:rPr kumimoji="0" lang="en-US" altLang="zh-CN" sz="1600" b="0" i="1"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t>
            </a:r>
            <a:r>
              <a:rPr kumimoji="0" lang="en-US" altLang="zh-CN" sz="1600" b="0" i="1" u="none" strike="noStrike" cap="none" normalizeH="0" baseline="-30000" dirty="0" err="1">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vk</a:t>
            </a:r>
            <a:r>
              <a:rPr kumimoji="0" lang="en-US" altLang="zh-CN" sz="1600" b="0" i="1" u="none" strike="noStrike" cap="none" normalizeH="0" baseline="-30000" dirty="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t>
            </a:r>
            <a:r>
              <a:rPr kumimoji="0" lang="en-US" altLang="zh-CN" sz="1600" b="0" i="1" u="none" strike="noStrike" cap="none" normalizeH="0" baseline="0" dirty="0" err="1">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vk</a:t>
            </a:r>
            <a:r>
              <a:rPr kumimoji="0" lang="en-US" altLang="zh-CN" sz="1600" b="0" i="1"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t>
            </a:r>
            <a:r>
              <a:rPr kumimoji="0" lang="en-US" altLang="zh-CN" sz="1600" b="0" i="1" u="none" strike="noStrike" cap="none" normalizeH="0" baseline="-30000" dirty="0" err="1">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vk</a:t>
            </a:r>
            <a:r>
              <a:rPr kumimoji="0" lang="en-US" altLang="zh-CN" sz="1600" b="0" i="1" u="none" strike="noStrike" cap="none" normalizeH="0" baseline="-30000" dirty="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为</a:t>
            </a:r>
            <a:r>
              <a:rPr kumimoji="0" lang="en-US" altLang="zh-CN" sz="1600"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U-V</a:t>
            </a:r>
            <a:r>
              <a:rPr kumimoji="0" lang="zh-CN" altLang="en-US" sz="1600" b="0" i="1"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中顶点</a:t>
            </a:r>
            <a:r>
              <a:rPr kumimoji="0" lang="en-US" altLang="zh-CN" sz="1600" b="0" i="1" u="none" strike="noStrike" cap="none" normalizeH="0" baseline="-30000" dirty="0" err="1">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vk</a:t>
            </a:r>
            <a:r>
              <a:rPr kumimoji="0" lang="en-US" altLang="zh-CN" sz="1600" b="0" i="1" u="none" strike="noStrike" cap="none" normalizeH="0" baseline="-30000" dirty="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a:t>
            </a:r>
            <a:r>
              <a:rPr kumimoji="0" lang="en-US" altLang="zh-CN" sz="1600" b="0" i="1" u="none" strike="noStrike" cap="none" normalizeH="0" baseline="-30000" dirty="0" err="1">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vk</a:t>
            </a:r>
            <a:r>
              <a:rPr kumimoji="0" lang="en-US" altLang="zh-CN" sz="1600" b="0" i="1" u="none" strike="noStrike" cap="none" normalizeH="0" baseline="-30000" dirty="0">
                <a:ln>
                  <a:noFill/>
                </a:ln>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与</a:t>
            </a:r>
            <a:r>
              <a:rPr kumimoji="0" lang="en-US" altLang="zh-CN" sz="1600"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U</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顶点之间的最小边</a:t>
            </a:r>
            <a:endParaRPr kumimoji="0" lang="zh-CN" altLang="en-US" sz="1600" b="0" i="0" u="none" strike="noStrike" cap="none" normalizeH="0" baseline="0" dirty="0">
              <a:ln>
                <a:noFill/>
              </a:ln>
              <a:solidFill>
                <a:schemeClr val="tx1"/>
              </a:solidFill>
              <a:effectLst/>
            </a:endParaRPr>
          </a:p>
        </p:txBody>
      </p:sp>
      <p:sp>
        <p:nvSpPr>
          <p:cNvPr id="10" name="直接连接符 9">
            <a:extLst>
              <a:ext uri="{FF2B5EF4-FFF2-40B4-BE49-F238E27FC236}">
                <a16:creationId xmlns:a16="http://schemas.microsoft.com/office/drawing/2014/main" id="{EB8E3180-3364-85D6-24D0-DE9714C50AAA}"/>
              </a:ext>
            </a:extLst>
          </p:cNvPr>
          <p:cNvSpPr>
            <a:spLocks noChangeShapeType="1"/>
          </p:cNvSpPr>
          <p:nvPr/>
        </p:nvSpPr>
        <p:spPr bwMode="auto">
          <a:xfrm>
            <a:off x="10541492" y="3496570"/>
            <a:ext cx="249674" cy="182740"/>
          </a:xfrm>
          <a:prstGeom prst="line">
            <a:avLst/>
          </a:prstGeom>
          <a:noFill/>
          <a:ln w="19050" cap="sq">
            <a:solidFill>
              <a:srgbClr val="0070C0"/>
            </a:solidFill>
            <a:prstDash val="lg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2" name="直接连接符 11">
            <a:extLst>
              <a:ext uri="{FF2B5EF4-FFF2-40B4-BE49-F238E27FC236}">
                <a16:creationId xmlns:a16="http://schemas.microsoft.com/office/drawing/2014/main" id="{1DDCBD25-9764-81C4-A243-6BB5C4C6E0B0}"/>
              </a:ext>
            </a:extLst>
          </p:cNvPr>
          <p:cNvSpPr>
            <a:spLocks noChangeShapeType="1"/>
          </p:cNvSpPr>
          <p:nvPr/>
        </p:nvSpPr>
        <p:spPr bwMode="auto">
          <a:xfrm>
            <a:off x="7998024" y="2067425"/>
            <a:ext cx="2560787" cy="45624"/>
          </a:xfrm>
          <a:prstGeom prst="line">
            <a:avLst/>
          </a:prstGeom>
          <a:noFill/>
          <a:ln w="19050" cap="sq">
            <a:solidFill>
              <a:srgbClr val="0070C0"/>
            </a:solidFill>
            <a:prstDash val="lg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3" name="直接连接符 12">
            <a:extLst>
              <a:ext uri="{FF2B5EF4-FFF2-40B4-BE49-F238E27FC236}">
                <a16:creationId xmlns:a16="http://schemas.microsoft.com/office/drawing/2014/main" id="{3AD0ABB5-77DA-A4E0-262B-945E1BF95419}"/>
              </a:ext>
            </a:extLst>
          </p:cNvPr>
          <p:cNvSpPr>
            <a:spLocks noChangeShapeType="1"/>
          </p:cNvSpPr>
          <p:nvPr/>
        </p:nvSpPr>
        <p:spPr bwMode="auto">
          <a:xfrm flipV="1">
            <a:off x="7509011" y="2160259"/>
            <a:ext cx="3049799" cy="309893"/>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4" name="直接连接符 13">
            <a:extLst>
              <a:ext uri="{FF2B5EF4-FFF2-40B4-BE49-F238E27FC236}">
                <a16:creationId xmlns:a16="http://schemas.microsoft.com/office/drawing/2014/main" id="{9E447D6E-7A0F-0BF8-8009-83B9EF334E87}"/>
              </a:ext>
            </a:extLst>
          </p:cNvPr>
          <p:cNvSpPr>
            <a:spLocks noChangeShapeType="1"/>
          </p:cNvSpPr>
          <p:nvPr/>
        </p:nvSpPr>
        <p:spPr bwMode="auto">
          <a:xfrm flipV="1">
            <a:off x="7648955" y="3413306"/>
            <a:ext cx="2549437" cy="266004"/>
          </a:xfrm>
          <a:prstGeom prst="line">
            <a:avLst/>
          </a:prstGeom>
          <a:noFill/>
          <a:ln w="19050" cap="sq">
            <a:solidFill>
              <a:srgbClr val="0070C0"/>
            </a:solidFill>
            <a:prstDash val="lg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5" name="直接连接符 14">
            <a:extLst>
              <a:ext uri="{FF2B5EF4-FFF2-40B4-BE49-F238E27FC236}">
                <a16:creationId xmlns:a16="http://schemas.microsoft.com/office/drawing/2014/main" id="{5F0F06AB-8787-A296-7E6E-7296D4663DB1}"/>
              </a:ext>
            </a:extLst>
          </p:cNvPr>
          <p:cNvSpPr>
            <a:spLocks noChangeShapeType="1"/>
          </p:cNvSpPr>
          <p:nvPr/>
        </p:nvSpPr>
        <p:spPr bwMode="auto">
          <a:xfrm>
            <a:off x="8142076" y="3152308"/>
            <a:ext cx="2056316" cy="184052"/>
          </a:xfrm>
          <a:prstGeom prst="line">
            <a:avLst/>
          </a:prstGeom>
          <a:noFill/>
          <a:ln w="38100" cap="sq">
            <a:solidFill>
              <a:srgbClr val="9E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6" name="直接连接符 15">
            <a:extLst>
              <a:ext uri="{FF2B5EF4-FFF2-40B4-BE49-F238E27FC236}">
                <a16:creationId xmlns:a16="http://schemas.microsoft.com/office/drawing/2014/main" id="{31084CE3-CC09-7993-781F-FC38062E34CE}"/>
              </a:ext>
            </a:extLst>
          </p:cNvPr>
          <p:cNvSpPr>
            <a:spLocks noChangeShapeType="1"/>
          </p:cNvSpPr>
          <p:nvPr/>
        </p:nvSpPr>
        <p:spPr bwMode="auto">
          <a:xfrm>
            <a:off x="7509012" y="2510563"/>
            <a:ext cx="2599646" cy="91499"/>
          </a:xfrm>
          <a:prstGeom prst="line">
            <a:avLst/>
          </a:prstGeom>
          <a:noFill/>
          <a:ln w="19050" cap="sq">
            <a:solidFill>
              <a:srgbClr val="0070C0"/>
            </a:solidFill>
            <a:prstDash val="lg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7" name="直接连接符 16">
            <a:extLst>
              <a:ext uri="{FF2B5EF4-FFF2-40B4-BE49-F238E27FC236}">
                <a16:creationId xmlns:a16="http://schemas.microsoft.com/office/drawing/2014/main" id="{1A13BBAB-30B7-C586-EDCD-D237AC147612}"/>
              </a:ext>
            </a:extLst>
          </p:cNvPr>
          <p:cNvSpPr>
            <a:spLocks noChangeShapeType="1"/>
          </p:cNvSpPr>
          <p:nvPr/>
        </p:nvSpPr>
        <p:spPr bwMode="auto">
          <a:xfrm flipV="1">
            <a:off x="8142075" y="2675103"/>
            <a:ext cx="1966582" cy="37543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1" name="直接连接符 20">
            <a:extLst>
              <a:ext uri="{FF2B5EF4-FFF2-40B4-BE49-F238E27FC236}">
                <a16:creationId xmlns:a16="http://schemas.microsoft.com/office/drawing/2014/main" id="{1BCB4961-0ECE-F8D4-1F3A-4D4BB2FE955B}"/>
              </a:ext>
            </a:extLst>
          </p:cNvPr>
          <p:cNvSpPr>
            <a:spLocks noChangeShapeType="1"/>
          </p:cNvSpPr>
          <p:nvPr/>
        </p:nvSpPr>
        <p:spPr bwMode="auto">
          <a:xfrm>
            <a:off x="10336495" y="2787842"/>
            <a:ext cx="58670" cy="383808"/>
          </a:xfrm>
          <a:prstGeom prst="line">
            <a:avLst/>
          </a:prstGeom>
          <a:noFill/>
          <a:ln w="19050" cap="sq">
            <a:solidFill>
              <a:srgbClr val="0070C0"/>
            </a:solidFill>
            <a:prstDash val="lg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grpSp>
        <p:nvGrpSpPr>
          <p:cNvPr id="34" name="组合 33">
            <a:extLst>
              <a:ext uri="{FF2B5EF4-FFF2-40B4-BE49-F238E27FC236}">
                <a16:creationId xmlns:a16="http://schemas.microsoft.com/office/drawing/2014/main" id="{759EA8F3-FA41-323A-6401-2A8CE64893B3}"/>
              </a:ext>
            </a:extLst>
          </p:cNvPr>
          <p:cNvGrpSpPr/>
          <p:nvPr/>
        </p:nvGrpSpPr>
        <p:grpSpPr>
          <a:xfrm>
            <a:off x="7120884" y="1878403"/>
            <a:ext cx="1031209" cy="1970775"/>
            <a:chOff x="7120884" y="1878403"/>
            <a:chExt cx="1031209" cy="1970775"/>
          </a:xfrm>
        </p:grpSpPr>
        <p:sp>
          <p:nvSpPr>
            <p:cNvPr id="18" name="直接连接符 17">
              <a:extLst>
                <a:ext uri="{FF2B5EF4-FFF2-40B4-BE49-F238E27FC236}">
                  <a16:creationId xmlns:a16="http://schemas.microsoft.com/office/drawing/2014/main" id="{93B70E93-CE16-E20F-6FD9-8B79217B56BC}"/>
                </a:ext>
              </a:extLst>
            </p:cNvPr>
            <p:cNvSpPr>
              <a:spLocks noChangeShapeType="1"/>
            </p:cNvSpPr>
            <p:nvPr/>
          </p:nvSpPr>
          <p:spPr bwMode="auto">
            <a:xfrm>
              <a:off x="7441441" y="2615236"/>
              <a:ext cx="396000" cy="358674"/>
            </a:xfrm>
            <a:prstGeom prst="line">
              <a:avLst/>
            </a:prstGeom>
            <a:noFill/>
            <a:ln w="38100" cap="sq">
              <a:solidFill>
                <a:srgbClr val="9E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2" name="直接连接符 21">
              <a:extLst>
                <a:ext uri="{FF2B5EF4-FFF2-40B4-BE49-F238E27FC236}">
                  <a16:creationId xmlns:a16="http://schemas.microsoft.com/office/drawing/2014/main" id="{B5208D48-F7F4-0545-1FD0-9CE5F030DDB7}"/>
                </a:ext>
              </a:extLst>
            </p:cNvPr>
            <p:cNvSpPr>
              <a:spLocks noChangeShapeType="1"/>
            </p:cNvSpPr>
            <p:nvPr/>
          </p:nvSpPr>
          <p:spPr bwMode="auto">
            <a:xfrm flipV="1">
              <a:off x="7425062" y="2173939"/>
              <a:ext cx="219300" cy="197880"/>
            </a:xfrm>
            <a:prstGeom prst="line">
              <a:avLst/>
            </a:prstGeom>
            <a:noFill/>
            <a:ln w="38100" cap="sq">
              <a:solidFill>
                <a:srgbClr val="9E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3" name="直接连接符 22">
              <a:extLst>
                <a:ext uri="{FF2B5EF4-FFF2-40B4-BE49-F238E27FC236}">
                  <a16:creationId xmlns:a16="http://schemas.microsoft.com/office/drawing/2014/main" id="{06F92423-7A50-DB3B-D3D9-CA3330946F50}"/>
                </a:ext>
              </a:extLst>
            </p:cNvPr>
            <p:cNvSpPr>
              <a:spLocks noChangeShapeType="1"/>
            </p:cNvSpPr>
            <p:nvPr/>
          </p:nvSpPr>
          <p:spPr bwMode="auto">
            <a:xfrm flipV="1">
              <a:off x="7633284" y="3240368"/>
              <a:ext cx="252770" cy="279538"/>
            </a:xfrm>
            <a:prstGeom prst="line">
              <a:avLst/>
            </a:prstGeom>
            <a:noFill/>
            <a:ln w="38100" cap="sq">
              <a:solidFill>
                <a:srgbClr val="9E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9E49D74D-ACEC-D2B6-75B6-F3DBB91B0787}"/>
                    </a:ext>
                  </a:extLst>
                </p:cNvPr>
                <p:cNvSpPr>
                  <a:spLocks noChangeArrowheads="1"/>
                </p:cNvSpPr>
                <p:nvPr/>
              </p:nvSpPr>
              <p:spPr bwMode="auto">
                <a:xfrm>
                  <a:off x="7306984" y="3453178"/>
                  <a:ext cx="396000" cy="396000"/>
                </a:xfrm>
                <a:prstGeom prst="ellipse">
                  <a:avLst/>
                </a:prstGeom>
                <a:solidFill>
                  <a:schemeClr val="accent2">
                    <a:lumMod val="20000"/>
                    <a:lumOff val="80000"/>
                  </a:schemeClr>
                </a:solidFill>
                <a:ln w="19050" cap="sq">
                  <a:solidFill>
                    <a:schemeClr val="tx1"/>
                  </a:solidFill>
                  <a:round/>
                  <a:headEnd type="none" w="sm" len="sm"/>
                  <a:tailEnd type="none" w="sm" len="sm"/>
                </a:ln>
              </p:spPr>
              <p:txBody>
                <a:bodyPr wrap="none" lIns="72000" tIns="0" anchor="ctr"/>
                <a:lstStyle/>
                <a:p>
                  <a:pPr algn="ctr"/>
                  <a14:m>
                    <m:oMathPara xmlns:m="http://schemas.openxmlformats.org/officeDocument/2006/math">
                      <m:oMathParaPr>
                        <m:jc m:val="centerGroup"/>
                      </m:oMathParaPr>
                      <m:oMath xmlns:m="http://schemas.openxmlformats.org/officeDocument/2006/math">
                        <m:sSubSup>
                          <m:sSubSupPr>
                            <m:ctrlPr>
                              <a:rPr lang="en-US" altLang="zh-CN" sz="200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ctrlPr>
                          </m:sSubSupPr>
                          <m:e>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𝑢</m:t>
                            </m:r>
                          </m:e>
                          <m:sub>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𝑗</m:t>
                            </m:r>
                          </m:sub>
                          <m:sup>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m:t>
                            </m:r>
                          </m:sup>
                        </m:sSubSup>
                      </m:oMath>
                    </m:oMathPara>
                  </a14:m>
                  <a:endParaRPr lang="en-US" altLang="zh-CN" sz="2000" b="1" i="1" baseline="-25000" dirty="0">
                    <a:latin typeface="Times New Roman" panose="02020603050405020304" pitchFamily="18" charset="0"/>
                    <a:cs typeface="Times New Roman" panose="02020603050405020304" pitchFamily="18" charset="0"/>
                  </a:endParaRPr>
                </a:p>
              </p:txBody>
            </p:sp>
          </mc:Choice>
          <mc:Fallback xmlns="">
            <p:sp>
              <p:nvSpPr>
                <p:cNvPr id="24" name="椭圆 23">
                  <a:extLst>
                    <a:ext uri="{FF2B5EF4-FFF2-40B4-BE49-F238E27FC236}">
                      <a16:creationId xmlns:a16="http://schemas.microsoft.com/office/drawing/2014/main" id="{9E49D74D-ACEC-D2B6-75B6-F3DBB91B0787}"/>
                    </a:ext>
                  </a:extLst>
                </p:cNvPr>
                <p:cNvSpPr>
                  <a:spLocks noRot="1" noChangeAspect="1" noMove="1" noResize="1" noEditPoints="1" noAdjustHandles="1" noChangeArrowheads="1" noChangeShapeType="1" noTextEdit="1"/>
                </p:cNvSpPr>
                <p:nvPr/>
              </p:nvSpPr>
              <p:spPr bwMode="auto">
                <a:xfrm>
                  <a:off x="7306984" y="3453178"/>
                  <a:ext cx="396000" cy="396000"/>
                </a:xfrm>
                <a:prstGeom prst="ellipse">
                  <a:avLst/>
                </a:prstGeom>
                <a:blipFill>
                  <a:blip r:embed="rId2"/>
                  <a:stretch>
                    <a:fillRect l="-2941" b="-14706"/>
                  </a:stretch>
                </a:blipFill>
                <a:ln w="19050" cap="sq">
                  <a:solidFill>
                    <a:schemeClr val="tx1"/>
                  </a:solidFill>
                  <a:round/>
                  <a:headEnd type="none" w="sm" len="sm"/>
                  <a:tailEnd type="none" w="sm" len="sm"/>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椭圆 24">
                  <a:extLst>
                    <a:ext uri="{FF2B5EF4-FFF2-40B4-BE49-F238E27FC236}">
                      <a16:creationId xmlns:a16="http://schemas.microsoft.com/office/drawing/2014/main" id="{F155C672-5E2A-BD19-45BF-984BC96A8799}"/>
                    </a:ext>
                  </a:extLst>
                </p:cNvPr>
                <p:cNvSpPr>
                  <a:spLocks noChangeArrowheads="1"/>
                </p:cNvSpPr>
                <p:nvPr/>
              </p:nvSpPr>
              <p:spPr bwMode="auto">
                <a:xfrm>
                  <a:off x="7756093" y="2915532"/>
                  <a:ext cx="396000" cy="396000"/>
                </a:xfrm>
                <a:prstGeom prst="ellipse">
                  <a:avLst/>
                </a:prstGeom>
                <a:solidFill>
                  <a:schemeClr val="accent2">
                    <a:lumMod val="20000"/>
                    <a:lumOff val="80000"/>
                  </a:schemeClr>
                </a:solidFill>
                <a:ln w="19050" cap="sq">
                  <a:solidFill>
                    <a:schemeClr val="tx1"/>
                  </a:solidFill>
                  <a:round/>
                  <a:headEnd type="none" w="sm" len="sm"/>
                  <a:tailEnd type="none" w="sm" len="sm"/>
                </a:ln>
              </p:spPr>
              <p:txBody>
                <a:bodyPr wrap="none" lIns="72000" tIns="0" anchor="ct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ctrlPr>
                          </m:sSubPr>
                          <m:e>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𝑢</m:t>
                            </m:r>
                          </m:e>
                          <m:sub>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𝑗</m:t>
                            </m:r>
                          </m:sub>
                        </m:sSub>
                      </m:oMath>
                    </m:oMathPara>
                  </a14:m>
                  <a:endParaRPr lang="en-US" altLang="zh-CN" sz="2000" b="1" i="1" baseline="-25000" dirty="0">
                    <a:latin typeface="Times New Roman" panose="02020603050405020304" pitchFamily="18" charset="0"/>
                    <a:cs typeface="Times New Roman" panose="02020603050405020304" pitchFamily="18" charset="0"/>
                  </a:endParaRPr>
                </a:p>
              </p:txBody>
            </p:sp>
          </mc:Choice>
          <mc:Fallback xmlns="">
            <p:sp>
              <p:nvSpPr>
                <p:cNvPr id="25" name="椭圆 24">
                  <a:extLst>
                    <a:ext uri="{FF2B5EF4-FFF2-40B4-BE49-F238E27FC236}">
                      <a16:creationId xmlns:a16="http://schemas.microsoft.com/office/drawing/2014/main" id="{F155C672-5E2A-BD19-45BF-984BC96A8799}"/>
                    </a:ext>
                  </a:extLst>
                </p:cNvPr>
                <p:cNvSpPr>
                  <a:spLocks noRot="1" noChangeAspect="1" noMove="1" noResize="1" noEditPoints="1" noAdjustHandles="1" noChangeArrowheads="1" noChangeShapeType="1" noTextEdit="1"/>
                </p:cNvSpPr>
                <p:nvPr/>
              </p:nvSpPr>
              <p:spPr bwMode="auto">
                <a:xfrm>
                  <a:off x="7756093" y="2915532"/>
                  <a:ext cx="396000" cy="396000"/>
                </a:xfrm>
                <a:prstGeom prst="ellipse">
                  <a:avLst/>
                </a:prstGeom>
                <a:blipFill>
                  <a:blip r:embed="rId3"/>
                  <a:stretch>
                    <a:fillRect l="-1471" b="-13235"/>
                  </a:stretch>
                </a:blipFill>
                <a:ln w="19050" cap="sq">
                  <a:solidFill>
                    <a:schemeClr val="tx1"/>
                  </a:solidFill>
                  <a:round/>
                  <a:headEnd type="none" w="sm" len="sm"/>
                  <a:tailEnd type="none" w="sm" len="sm"/>
                </a:ln>
              </p:spPr>
              <p:txBody>
                <a:bodyPr/>
                <a:lstStyle/>
                <a:p>
                  <a:r>
                    <a:rPr lang="zh-CN" altLang="en-US">
                      <a:noFill/>
                    </a:rPr>
                    <a:t> </a:t>
                  </a:r>
                </a:p>
              </p:txBody>
            </p:sp>
          </mc:Fallback>
        </mc:AlternateContent>
        <p:sp>
          <p:nvSpPr>
            <p:cNvPr id="26" name="椭圆 25">
              <a:extLst>
                <a:ext uri="{FF2B5EF4-FFF2-40B4-BE49-F238E27FC236}">
                  <a16:creationId xmlns:a16="http://schemas.microsoft.com/office/drawing/2014/main" id="{ABA01F2F-17DC-AD24-A082-CCA07ED26A2B}"/>
                </a:ext>
              </a:extLst>
            </p:cNvPr>
            <p:cNvSpPr>
              <a:spLocks noChangeArrowheads="1"/>
            </p:cNvSpPr>
            <p:nvPr/>
          </p:nvSpPr>
          <p:spPr bwMode="auto">
            <a:xfrm>
              <a:off x="7120884" y="2305343"/>
              <a:ext cx="388127" cy="369760"/>
            </a:xfrm>
            <a:prstGeom prst="ellipse">
              <a:avLst/>
            </a:prstGeom>
            <a:solidFill>
              <a:schemeClr val="accent2">
                <a:lumMod val="20000"/>
                <a:lumOff val="80000"/>
              </a:schemeClr>
            </a:solidFill>
            <a:ln w="19050" cap="sq">
              <a:solidFill>
                <a:schemeClr val="tx1"/>
              </a:solidFill>
              <a:round/>
              <a:headEnd type="none" w="sm" len="sm"/>
              <a:tailEnd type="none" w="sm" len="sm"/>
            </a:ln>
          </p:spPr>
          <p:txBody>
            <a:bodyPr wrap="none" lIns="72000" tIns="0" anchor="ctr"/>
            <a:lstStyle/>
            <a:p>
              <a:pPr algn="ctr"/>
              <a:endParaRPr lang="en-US" altLang="zh-CN" sz="2400" b="1" dirty="0">
                <a:latin typeface="Times New Roman" panose="02020603050405020304" pitchFamily="18" charset="0"/>
                <a:cs typeface="Times New Roman" panose="02020603050405020304" pitchFamily="18" charset="0"/>
              </a:endParaRPr>
            </a:p>
          </p:txBody>
        </p:sp>
        <p:sp>
          <p:nvSpPr>
            <p:cNvPr id="27" name="椭圆 26">
              <a:extLst>
                <a:ext uri="{FF2B5EF4-FFF2-40B4-BE49-F238E27FC236}">
                  <a16:creationId xmlns:a16="http://schemas.microsoft.com/office/drawing/2014/main" id="{68895EA6-0386-1532-577F-49747D21F5DB}"/>
                </a:ext>
              </a:extLst>
            </p:cNvPr>
            <p:cNvSpPr>
              <a:spLocks noChangeArrowheads="1"/>
            </p:cNvSpPr>
            <p:nvPr/>
          </p:nvSpPr>
          <p:spPr bwMode="auto">
            <a:xfrm>
              <a:off x="7609898" y="1878403"/>
              <a:ext cx="388127" cy="369760"/>
            </a:xfrm>
            <a:prstGeom prst="ellipse">
              <a:avLst/>
            </a:prstGeom>
            <a:solidFill>
              <a:schemeClr val="accent2">
                <a:lumMod val="20000"/>
                <a:lumOff val="80000"/>
              </a:schemeClr>
            </a:solidFill>
            <a:ln w="19050" cap="sq">
              <a:solidFill>
                <a:schemeClr val="tx1"/>
              </a:solidFill>
              <a:round/>
              <a:headEnd type="none" w="sm" len="sm"/>
              <a:tailEnd type="none" w="sm" len="sm"/>
            </a:ln>
          </p:spPr>
          <p:txBody>
            <a:bodyPr wrap="none" lIns="72000" tIns="0" anchor="ctr"/>
            <a:lstStyle/>
            <a:p>
              <a:pPr algn="ctr"/>
              <a:endParaRPr lang="en-US" altLang="zh-CN" sz="2400" b="1" dirty="0">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30" name="椭圆 29">
                <a:extLst>
                  <a:ext uri="{FF2B5EF4-FFF2-40B4-BE49-F238E27FC236}">
                    <a16:creationId xmlns:a16="http://schemas.microsoft.com/office/drawing/2014/main" id="{5557AA3C-408A-A32A-3963-3044CD05B84A}"/>
                  </a:ext>
                </a:extLst>
              </p:cNvPr>
              <p:cNvSpPr>
                <a:spLocks noChangeArrowheads="1"/>
              </p:cNvSpPr>
              <p:nvPr/>
            </p:nvSpPr>
            <p:spPr bwMode="auto">
              <a:xfrm>
                <a:off x="10198392" y="3174795"/>
                <a:ext cx="396000" cy="396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72000" tIns="0" anchor="ct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ctrlPr>
                        </m:sSubPr>
                        <m:e>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𝑣</m:t>
                          </m:r>
                        </m:e>
                        <m:sub>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𝑘</m:t>
                          </m:r>
                        </m:sub>
                      </m:sSub>
                    </m:oMath>
                  </m:oMathPara>
                </a14:m>
                <a:endParaRPr lang="en-US" altLang="zh-CN" sz="2000" b="1" i="1" baseline="-25000" dirty="0">
                  <a:latin typeface="Times New Roman" panose="02020603050405020304" pitchFamily="18" charset="0"/>
                  <a:cs typeface="Times New Roman" panose="02020603050405020304" pitchFamily="18" charset="0"/>
                </a:endParaRPr>
              </a:p>
            </p:txBody>
          </p:sp>
        </mc:Choice>
        <mc:Fallback xmlns="">
          <p:sp>
            <p:nvSpPr>
              <p:cNvPr id="30" name="椭圆 29">
                <a:extLst>
                  <a:ext uri="{FF2B5EF4-FFF2-40B4-BE49-F238E27FC236}">
                    <a16:creationId xmlns:a16="http://schemas.microsoft.com/office/drawing/2014/main" id="{5557AA3C-408A-A32A-3963-3044CD05B84A}"/>
                  </a:ext>
                </a:extLst>
              </p:cNvPr>
              <p:cNvSpPr>
                <a:spLocks noRot="1" noChangeAspect="1" noMove="1" noResize="1" noEditPoints="1" noAdjustHandles="1" noChangeArrowheads="1" noChangeShapeType="1" noTextEdit="1"/>
              </p:cNvSpPr>
              <p:nvPr/>
            </p:nvSpPr>
            <p:spPr bwMode="auto">
              <a:xfrm>
                <a:off x="10198392" y="3174795"/>
                <a:ext cx="396000" cy="396000"/>
              </a:xfrm>
              <a:prstGeom prst="ellipse">
                <a:avLst/>
              </a:prstGeom>
              <a:blipFill>
                <a:blip r:embed="rId4"/>
                <a:stretch>
                  <a:fillRect l="-7353" b="-1471"/>
                </a:stretch>
              </a:blipFill>
              <a:ln w="19050" cap="sq">
                <a:solidFill>
                  <a:schemeClr val="tx1"/>
                </a:solidFill>
                <a:round/>
                <a:headEnd type="none" w="sm" len="sm"/>
                <a:tailEnd type="none" w="sm" len="sm"/>
              </a:ln>
            </p:spPr>
            <p:txBody>
              <a:bodyPr/>
              <a:lstStyle/>
              <a:p>
                <a:r>
                  <a:rPr lang="zh-CN" altLang="en-US">
                    <a:noFill/>
                  </a:rPr>
                  <a:t> </a:t>
                </a:r>
              </a:p>
            </p:txBody>
          </p:sp>
        </mc:Fallback>
      </mc:AlternateContent>
      <p:grpSp>
        <p:nvGrpSpPr>
          <p:cNvPr id="35" name="组合 34">
            <a:extLst>
              <a:ext uri="{FF2B5EF4-FFF2-40B4-BE49-F238E27FC236}">
                <a16:creationId xmlns:a16="http://schemas.microsoft.com/office/drawing/2014/main" id="{5F88DB42-5BA6-4320-8DCE-6811E4CBE0EC}"/>
              </a:ext>
            </a:extLst>
          </p:cNvPr>
          <p:cNvGrpSpPr/>
          <p:nvPr/>
        </p:nvGrpSpPr>
        <p:grpSpPr>
          <a:xfrm>
            <a:off x="10108657" y="1935350"/>
            <a:ext cx="1017010" cy="2020775"/>
            <a:chOff x="10108657" y="1935350"/>
            <a:chExt cx="1017010" cy="2020775"/>
          </a:xfrm>
        </p:grpSpPr>
        <p:sp>
          <p:nvSpPr>
            <p:cNvPr id="11" name="直接连接符 10">
              <a:extLst>
                <a:ext uri="{FF2B5EF4-FFF2-40B4-BE49-F238E27FC236}">
                  <a16:creationId xmlns:a16="http://schemas.microsoft.com/office/drawing/2014/main" id="{D3FD5032-1795-7738-D959-C6F4A005C194}"/>
                </a:ext>
              </a:extLst>
            </p:cNvPr>
            <p:cNvSpPr>
              <a:spLocks noChangeShapeType="1"/>
            </p:cNvSpPr>
            <p:nvPr/>
          </p:nvSpPr>
          <p:spPr bwMode="auto">
            <a:xfrm flipH="1">
              <a:off x="10434972" y="2261638"/>
              <a:ext cx="188999" cy="228518"/>
            </a:xfrm>
            <a:prstGeom prst="line">
              <a:avLst/>
            </a:prstGeom>
            <a:noFill/>
            <a:ln w="19050" cap="sq">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mc:AlternateContent xmlns:mc="http://schemas.openxmlformats.org/markup-compatibility/2006" xmlns:a14="http://schemas.microsoft.com/office/drawing/2010/main">
          <mc:Choice Requires="a14">
            <p:sp>
              <p:nvSpPr>
                <p:cNvPr id="28" name="椭圆 27">
                  <a:extLst>
                    <a:ext uri="{FF2B5EF4-FFF2-40B4-BE49-F238E27FC236}">
                      <a16:creationId xmlns:a16="http://schemas.microsoft.com/office/drawing/2014/main" id="{0EF281BB-2708-08FB-D5E8-52CC72DE4C3A}"/>
                    </a:ext>
                  </a:extLst>
                </p:cNvPr>
                <p:cNvSpPr>
                  <a:spLocks noChangeArrowheads="1"/>
                </p:cNvSpPr>
                <p:nvPr/>
              </p:nvSpPr>
              <p:spPr bwMode="auto">
                <a:xfrm>
                  <a:off x="10108657" y="2401689"/>
                  <a:ext cx="396000" cy="396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14:m>
                    <m:oMathPara xmlns:m="http://schemas.openxmlformats.org/officeDocument/2006/math">
                      <m:oMathParaPr>
                        <m:jc m:val="centerGroup"/>
                      </m:oMathParaPr>
                      <m:oMath xmlns:m="http://schemas.openxmlformats.org/officeDocument/2006/math">
                        <m:sSubSup>
                          <m:sSubSupPr>
                            <m:ctrlPr>
                              <a:rPr lang="en-US" altLang="zh-CN" sz="200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ctrlPr>
                          </m:sSubSupPr>
                          <m:e>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𝑣</m:t>
                            </m:r>
                          </m:e>
                          <m:sub>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𝑘</m:t>
                            </m:r>
                          </m:sub>
                          <m:sup>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m:t>
                            </m:r>
                          </m:sup>
                        </m:sSubSup>
                      </m:oMath>
                    </m:oMathPara>
                  </a14:m>
                  <a:endParaRPr lang="en-US" altLang="zh-CN" sz="2000" b="1" i="1" baseline="-25000" dirty="0">
                    <a:latin typeface="Times New Roman" panose="02020603050405020304" pitchFamily="18" charset="0"/>
                    <a:cs typeface="Times New Roman" panose="02020603050405020304" pitchFamily="18" charset="0"/>
                  </a:endParaRPr>
                </a:p>
              </p:txBody>
            </p:sp>
          </mc:Choice>
          <mc:Fallback xmlns="">
            <p:sp>
              <p:nvSpPr>
                <p:cNvPr id="28" name="椭圆 27">
                  <a:extLst>
                    <a:ext uri="{FF2B5EF4-FFF2-40B4-BE49-F238E27FC236}">
                      <a16:creationId xmlns:a16="http://schemas.microsoft.com/office/drawing/2014/main" id="{0EF281BB-2708-08FB-D5E8-52CC72DE4C3A}"/>
                    </a:ext>
                  </a:extLst>
                </p:cNvPr>
                <p:cNvSpPr>
                  <a:spLocks noRot="1" noChangeAspect="1" noMove="1" noResize="1" noEditPoints="1" noAdjustHandles="1" noChangeArrowheads="1" noChangeShapeType="1" noTextEdit="1"/>
                </p:cNvSpPr>
                <p:nvPr/>
              </p:nvSpPr>
              <p:spPr bwMode="auto">
                <a:xfrm>
                  <a:off x="10108657" y="2401689"/>
                  <a:ext cx="396000" cy="396000"/>
                </a:xfrm>
                <a:prstGeom prst="ellipse">
                  <a:avLst/>
                </a:prstGeom>
                <a:blipFill>
                  <a:blip r:embed="rId5"/>
                  <a:stretch>
                    <a:fillRect l="-5882" b="-2941"/>
                  </a:stretch>
                </a:blipFill>
                <a:ln w="19050" cap="sq">
                  <a:solidFill>
                    <a:schemeClr val="tx1"/>
                  </a:solidFill>
                  <a:round/>
                  <a:headEnd type="none" w="sm" len="sm"/>
                  <a:tailEnd type="none" w="sm" len="sm"/>
                </a:ln>
              </p:spPr>
              <p:txBody>
                <a:bodyPr/>
                <a:lstStyle/>
                <a:p>
                  <a:r>
                    <a:rPr lang="zh-CN" altLang="en-US">
                      <a:noFill/>
                    </a:rPr>
                    <a:t> </a:t>
                  </a:r>
                </a:p>
              </p:txBody>
            </p:sp>
          </mc:Fallback>
        </mc:AlternateContent>
        <p:sp>
          <p:nvSpPr>
            <p:cNvPr id="29" name="椭圆 28">
              <a:extLst>
                <a:ext uri="{FF2B5EF4-FFF2-40B4-BE49-F238E27FC236}">
                  <a16:creationId xmlns:a16="http://schemas.microsoft.com/office/drawing/2014/main" id="{45E1F39E-9A02-9A92-5E5B-8AC516731E61}"/>
                </a:ext>
              </a:extLst>
            </p:cNvPr>
            <p:cNvSpPr>
              <a:spLocks noChangeArrowheads="1"/>
            </p:cNvSpPr>
            <p:nvPr/>
          </p:nvSpPr>
          <p:spPr bwMode="auto">
            <a:xfrm>
              <a:off x="10558812" y="1935350"/>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endParaRPr lang="en-US" altLang="zh-CN"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 name="椭圆 30">
                  <a:extLst>
                    <a:ext uri="{FF2B5EF4-FFF2-40B4-BE49-F238E27FC236}">
                      <a16:creationId xmlns:a16="http://schemas.microsoft.com/office/drawing/2014/main" id="{693E3E83-39BF-1272-C1D0-109F15AEAE54}"/>
                    </a:ext>
                  </a:extLst>
                </p:cNvPr>
                <p:cNvSpPr>
                  <a:spLocks noChangeArrowheads="1"/>
                </p:cNvSpPr>
                <p:nvPr/>
              </p:nvSpPr>
              <p:spPr bwMode="auto">
                <a:xfrm>
                  <a:off x="10737540" y="3586365"/>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14:m>
                    <m:oMathPara xmlns:m="http://schemas.openxmlformats.org/officeDocument/2006/math">
                      <m:oMathParaPr>
                        <m:jc m:val="centerGroup"/>
                      </m:oMathParaPr>
                      <m:oMath xmlns:m="http://schemas.openxmlformats.org/officeDocument/2006/math">
                        <m:sSubSup>
                          <m:sSubSupPr>
                            <m:ctrlPr>
                              <a:rPr lang="en-US" altLang="zh-CN" sz="200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ctrlPr>
                          </m:sSubSupPr>
                          <m:e>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𝑣</m:t>
                            </m:r>
                          </m:e>
                          <m:sub>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𝑘</m:t>
                            </m:r>
                          </m:sub>
                          <m:sup>
                            <m:r>
                              <a:rPr lang="en-US" altLang="zh-CN" sz="2000" b="0" i="1" smtClean="0">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m:t>
                            </m:r>
                            <m:r>
                              <a:rPr lang="en-US" altLang="zh-CN" sz="2000" i="1">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m:t>
                            </m:r>
                          </m:sup>
                        </m:sSubSup>
                      </m:oMath>
                    </m:oMathPara>
                  </a14:m>
                  <a:endParaRPr lang="en-US" altLang="zh-CN" sz="2000" b="1" dirty="0">
                    <a:latin typeface="Times New Roman" panose="02020603050405020304" pitchFamily="18" charset="0"/>
                    <a:cs typeface="Times New Roman" panose="02020603050405020304" pitchFamily="18" charset="0"/>
                  </a:endParaRPr>
                </a:p>
              </p:txBody>
            </p:sp>
          </mc:Choice>
          <mc:Fallback xmlns="">
            <p:sp>
              <p:nvSpPr>
                <p:cNvPr id="31" name="椭圆 30">
                  <a:extLst>
                    <a:ext uri="{FF2B5EF4-FFF2-40B4-BE49-F238E27FC236}">
                      <a16:creationId xmlns:a16="http://schemas.microsoft.com/office/drawing/2014/main" id="{693E3E83-39BF-1272-C1D0-109F15AEAE54}"/>
                    </a:ext>
                  </a:extLst>
                </p:cNvPr>
                <p:cNvSpPr>
                  <a:spLocks noRot="1" noChangeAspect="1" noMove="1" noResize="1" noEditPoints="1" noAdjustHandles="1" noChangeArrowheads="1" noChangeShapeType="1" noTextEdit="1"/>
                </p:cNvSpPr>
                <p:nvPr/>
              </p:nvSpPr>
              <p:spPr bwMode="auto">
                <a:xfrm>
                  <a:off x="10737540" y="3586365"/>
                  <a:ext cx="388127" cy="369760"/>
                </a:xfrm>
                <a:prstGeom prst="ellipse">
                  <a:avLst/>
                </a:prstGeom>
                <a:blipFill>
                  <a:blip r:embed="rId6"/>
                  <a:stretch>
                    <a:fillRect l="-13433" b="-6250"/>
                  </a:stretch>
                </a:blipFill>
                <a:ln w="19050" cap="sq">
                  <a:solidFill>
                    <a:schemeClr val="tx1"/>
                  </a:solidFill>
                  <a:round/>
                  <a:headEnd type="none" w="sm" len="sm"/>
                  <a:tailEnd type="none" w="sm" len="sm"/>
                </a:ln>
              </p:spPr>
              <p:txBody>
                <a:bodyPr/>
                <a:lstStyle/>
                <a:p>
                  <a:r>
                    <a:rPr lang="zh-CN" altLang="en-US">
                      <a:noFill/>
                    </a:rPr>
                    <a:t> </a:t>
                  </a:r>
                </a:p>
              </p:txBody>
            </p:sp>
          </mc:Fallback>
        </mc:AlternateContent>
      </p:grpSp>
      <p:sp>
        <p:nvSpPr>
          <p:cNvPr id="32" name="文本框 31">
            <a:extLst>
              <a:ext uri="{FF2B5EF4-FFF2-40B4-BE49-F238E27FC236}">
                <a16:creationId xmlns:a16="http://schemas.microsoft.com/office/drawing/2014/main" id="{A9F82135-7ACD-C15D-836C-98C0F5E2A6A9}"/>
              </a:ext>
            </a:extLst>
          </p:cNvPr>
          <p:cNvSpPr txBox="1"/>
          <p:nvPr/>
        </p:nvSpPr>
        <p:spPr>
          <a:xfrm>
            <a:off x="1356189" y="270714"/>
            <a:ext cx="2820003" cy="461665"/>
          </a:xfrm>
          <a:prstGeom prst="rect">
            <a:avLst/>
          </a:prstGeom>
          <a:noFill/>
        </p:spPr>
        <p:txBody>
          <a:bodyPr wrap="none" rtlCol="0">
            <a:spAutoFit/>
          </a:bodyPr>
          <a:lstStyle/>
          <a:p>
            <a:r>
              <a:rPr lang="en-US" altLang="zh-CN" sz="2400" b="1" dirty="0">
                <a:solidFill>
                  <a:srgbClr val="041ABC"/>
                </a:solidFill>
                <a:effectLst>
                  <a:outerShdw blurRad="38100" dist="38100" dir="2700000" algn="tl">
                    <a:srgbClr val="000000">
                      <a:alpha val="43137"/>
                    </a:srgbClr>
                  </a:outerShdw>
                </a:effectLst>
                <a:latin typeface="+mj-ea"/>
                <a:ea typeface="+mj-ea"/>
              </a:rPr>
              <a:t>7.4.3  </a:t>
            </a:r>
            <a:r>
              <a:rPr lang="zh-CN" altLang="en-US" sz="2400" b="1" dirty="0">
                <a:solidFill>
                  <a:srgbClr val="041ABC"/>
                </a:solidFill>
                <a:effectLst>
                  <a:outerShdw blurRad="38100" dist="38100" dir="2700000" algn="tl">
                    <a:srgbClr val="000000">
                      <a:alpha val="43137"/>
                    </a:srgbClr>
                  </a:outerShdw>
                </a:effectLst>
                <a:latin typeface="+mj-ea"/>
                <a:ea typeface="+mj-ea"/>
              </a:rPr>
              <a:t>最小生成树</a:t>
            </a:r>
          </a:p>
        </p:txBody>
      </p:sp>
      <p:sp>
        <p:nvSpPr>
          <p:cNvPr id="36" name="直接连接符 35">
            <a:extLst>
              <a:ext uri="{FF2B5EF4-FFF2-40B4-BE49-F238E27FC236}">
                <a16:creationId xmlns:a16="http://schemas.microsoft.com/office/drawing/2014/main" id="{4ABF907E-7166-9442-02BC-224A424A1B24}"/>
              </a:ext>
            </a:extLst>
          </p:cNvPr>
          <p:cNvSpPr>
            <a:spLocks noChangeShapeType="1"/>
          </p:cNvSpPr>
          <p:nvPr/>
        </p:nvSpPr>
        <p:spPr bwMode="auto">
          <a:xfrm>
            <a:off x="7702984" y="3712668"/>
            <a:ext cx="351402" cy="39318"/>
          </a:xfrm>
          <a:prstGeom prst="line">
            <a:avLst/>
          </a:prstGeom>
          <a:noFill/>
          <a:ln w="19050" cap="sq">
            <a:solidFill>
              <a:srgbClr val="0070C0"/>
            </a:solidFill>
            <a:prstDash val="lg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37" name="直接连接符 36">
            <a:extLst>
              <a:ext uri="{FF2B5EF4-FFF2-40B4-BE49-F238E27FC236}">
                <a16:creationId xmlns:a16="http://schemas.microsoft.com/office/drawing/2014/main" id="{069267C5-CAC5-2D1C-7504-88FC1C564B27}"/>
              </a:ext>
            </a:extLst>
          </p:cNvPr>
          <p:cNvSpPr>
            <a:spLocks noChangeShapeType="1"/>
          </p:cNvSpPr>
          <p:nvPr/>
        </p:nvSpPr>
        <p:spPr bwMode="auto">
          <a:xfrm flipV="1">
            <a:off x="8415155" y="2755167"/>
            <a:ext cx="1759166" cy="924142"/>
          </a:xfrm>
          <a:prstGeom prst="line">
            <a:avLst/>
          </a:prstGeom>
          <a:noFill/>
          <a:ln w="19050" cap="sq">
            <a:solidFill>
              <a:srgbClr val="0070C0"/>
            </a:solidFill>
            <a:prstDash val="lg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38" name="直接连接符 37">
            <a:extLst>
              <a:ext uri="{FF2B5EF4-FFF2-40B4-BE49-F238E27FC236}">
                <a16:creationId xmlns:a16="http://schemas.microsoft.com/office/drawing/2014/main" id="{13863A12-95C2-56BB-1F5A-FFACE6729D4F}"/>
              </a:ext>
            </a:extLst>
          </p:cNvPr>
          <p:cNvSpPr>
            <a:spLocks noChangeShapeType="1"/>
          </p:cNvSpPr>
          <p:nvPr/>
        </p:nvSpPr>
        <p:spPr bwMode="auto">
          <a:xfrm flipV="1">
            <a:off x="8459570" y="3781083"/>
            <a:ext cx="2277970" cy="12439"/>
          </a:xfrm>
          <a:prstGeom prst="line">
            <a:avLst/>
          </a:prstGeom>
          <a:noFill/>
          <a:ln w="19050" cap="sq">
            <a:solidFill>
              <a:srgbClr val="0070C0"/>
            </a:solidFill>
            <a:prstDash val="lg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39" name="直接连接符 38">
            <a:extLst>
              <a:ext uri="{FF2B5EF4-FFF2-40B4-BE49-F238E27FC236}">
                <a16:creationId xmlns:a16="http://schemas.microsoft.com/office/drawing/2014/main" id="{BB5FC540-6CF2-42D3-5D74-9B1EA063DC08}"/>
              </a:ext>
            </a:extLst>
          </p:cNvPr>
          <p:cNvSpPr>
            <a:spLocks noChangeShapeType="1"/>
          </p:cNvSpPr>
          <p:nvPr/>
        </p:nvSpPr>
        <p:spPr bwMode="auto">
          <a:xfrm>
            <a:off x="8041018" y="3292627"/>
            <a:ext cx="134269" cy="319201"/>
          </a:xfrm>
          <a:prstGeom prst="line">
            <a:avLst/>
          </a:prstGeom>
          <a:noFill/>
          <a:ln w="38100" cap="sq">
            <a:solidFill>
              <a:srgbClr val="9E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Tree>
    <p:extLst>
      <p:ext uri="{BB962C8B-B14F-4D97-AF65-F5344CB8AC3E}">
        <p14:creationId xmlns:p14="http://schemas.microsoft.com/office/powerpoint/2010/main" val="375318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16" presetClass="entr" presetSubtype="37" fill="hold" nodeType="after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barn(outVertical)">
                                      <p:cBhvr>
                                        <p:cTn id="25" dur="5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1000"/>
                                        <p:tgtEl>
                                          <p:spTgt spid="3">
                                            <p:txEl>
                                              <p:pRg st="3" end="3"/>
                                            </p:txEl>
                                          </p:spTgt>
                                        </p:tgtEl>
                                      </p:cBhvr>
                                    </p:animEffect>
                                    <p:anim calcmode="lin" valueType="num">
                                      <p:cBhvr>
                                        <p:cTn id="3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1000"/>
                                        <p:tgtEl>
                                          <p:spTgt spid="34"/>
                                        </p:tgtEl>
                                      </p:cBhvr>
                                    </p:animEffect>
                                    <p:anim calcmode="lin" valueType="num">
                                      <p:cBhvr>
                                        <p:cTn id="38" dur="1000" fill="hold"/>
                                        <p:tgtEl>
                                          <p:spTgt spid="34"/>
                                        </p:tgtEl>
                                        <p:attrNameLst>
                                          <p:attrName>ppt_x</p:attrName>
                                        </p:attrNameLst>
                                      </p:cBhvr>
                                      <p:tavLst>
                                        <p:tav tm="0">
                                          <p:val>
                                            <p:strVal val="#ppt_x"/>
                                          </p:val>
                                        </p:tav>
                                        <p:tav tm="100000">
                                          <p:val>
                                            <p:strVal val="#ppt_x"/>
                                          </p:val>
                                        </p:tav>
                                      </p:tavLst>
                                    </p:anim>
                                    <p:anim calcmode="lin" valueType="num">
                                      <p:cBhvr>
                                        <p:cTn id="39" dur="1000" fill="hold"/>
                                        <p:tgtEl>
                                          <p:spTgt spid="34"/>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1000"/>
                                        <p:tgtEl>
                                          <p:spTgt spid="35"/>
                                        </p:tgtEl>
                                      </p:cBhvr>
                                    </p:animEffect>
                                    <p:anim calcmode="lin" valueType="num">
                                      <p:cBhvr>
                                        <p:cTn id="43" dur="1000" fill="hold"/>
                                        <p:tgtEl>
                                          <p:spTgt spid="35"/>
                                        </p:tgtEl>
                                        <p:attrNameLst>
                                          <p:attrName>ppt_x</p:attrName>
                                        </p:attrNameLst>
                                      </p:cBhvr>
                                      <p:tavLst>
                                        <p:tav tm="0">
                                          <p:val>
                                            <p:strVal val="#ppt_x"/>
                                          </p:val>
                                        </p:tav>
                                        <p:tav tm="100000">
                                          <p:val>
                                            <p:strVal val="#ppt_x"/>
                                          </p:val>
                                        </p:tav>
                                      </p:tavLst>
                                    </p:anim>
                                    <p:anim calcmode="lin" valueType="num">
                                      <p:cBhvr>
                                        <p:cTn id="44" dur="1000" fill="hold"/>
                                        <p:tgtEl>
                                          <p:spTgt spid="3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1000"/>
                                        <p:tgtEl>
                                          <p:spTgt spid="30"/>
                                        </p:tgtEl>
                                      </p:cBhvr>
                                    </p:animEffect>
                                    <p:anim calcmode="lin" valueType="num">
                                      <p:cBhvr>
                                        <p:cTn id="48" dur="1000" fill="hold"/>
                                        <p:tgtEl>
                                          <p:spTgt spid="30"/>
                                        </p:tgtEl>
                                        <p:attrNameLst>
                                          <p:attrName>ppt_x</p:attrName>
                                        </p:attrNameLst>
                                      </p:cBhvr>
                                      <p:tavLst>
                                        <p:tav tm="0">
                                          <p:val>
                                            <p:strVal val="#ppt_x"/>
                                          </p:val>
                                        </p:tav>
                                        <p:tav tm="100000">
                                          <p:val>
                                            <p:strVal val="#ppt_x"/>
                                          </p:val>
                                        </p:tav>
                                      </p:tavLst>
                                    </p:anim>
                                    <p:anim calcmode="lin" valueType="num">
                                      <p:cBhvr>
                                        <p:cTn id="49" dur="1000" fill="hold"/>
                                        <p:tgtEl>
                                          <p:spTgt spid="30"/>
                                        </p:tgtEl>
                                        <p:attrNameLst>
                                          <p:attrName>ppt_y</p:attrName>
                                        </p:attrNameLst>
                                      </p:cBhvr>
                                      <p:tavLst>
                                        <p:tav tm="0">
                                          <p:val>
                                            <p:strVal val="#ppt_y+.1"/>
                                          </p:val>
                                        </p:tav>
                                        <p:tav tm="100000">
                                          <p:val>
                                            <p:strVal val="#ppt_y"/>
                                          </p:val>
                                        </p:tav>
                                      </p:tavLst>
                                    </p:anim>
                                  </p:childTnLst>
                                </p:cTn>
                              </p:par>
                              <p:par>
                                <p:cTn id="50" presetID="22" presetClass="entr" presetSubtype="4"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down)">
                                      <p:cBhvr>
                                        <p:cTn id="52" dur="1000"/>
                                        <p:tgtEl>
                                          <p:spTgt spid="21"/>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down)">
                                      <p:cBhvr>
                                        <p:cTn id="55" dur="10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grpId="0"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right)">
                                      <p:cBhvr>
                                        <p:cTn id="60" dur="1000"/>
                                        <p:tgtEl>
                                          <p:spTgt spid="12"/>
                                        </p:tgtEl>
                                      </p:cBhvr>
                                    </p:animEffect>
                                  </p:childTnLst>
                                </p:cTn>
                              </p:par>
                              <p:par>
                                <p:cTn id="61" presetID="22" presetClass="entr" presetSubtype="2"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right)">
                                      <p:cBhvr>
                                        <p:cTn id="63" dur="1000"/>
                                        <p:tgtEl>
                                          <p:spTgt spid="13"/>
                                        </p:tgtEl>
                                      </p:cBhvr>
                                    </p:animEffect>
                                  </p:childTnLst>
                                </p:cTn>
                              </p:par>
                              <p:par>
                                <p:cTn id="64" presetID="22" presetClass="entr" presetSubtype="2"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wipe(right)">
                                      <p:cBhvr>
                                        <p:cTn id="66" dur="1000"/>
                                        <p:tgtEl>
                                          <p:spTgt spid="16"/>
                                        </p:tgtEl>
                                      </p:cBhvr>
                                    </p:animEffect>
                                  </p:childTnLst>
                                </p:cTn>
                              </p:par>
                              <p:par>
                                <p:cTn id="67" presetID="22" presetClass="entr" presetSubtype="2"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right)">
                                      <p:cBhvr>
                                        <p:cTn id="69" dur="1000"/>
                                        <p:tgtEl>
                                          <p:spTgt spid="17"/>
                                        </p:tgtEl>
                                      </p:cBhvr>
                                    </p:animEffect>
                                  </p:childTnLst>
                                </p:cTn>
                              </p:par>
                              <p:par>
                                <p:cTn id="70" presetID="22" presetClass="entr" presetSubtype="2"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wipe(right)">
                                      <p:cBhvr>
                                        <p:cTn id="72" dur="1000"/>
                                        <p:tgtEl>
                                          <p:spTgt spid="15"/>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right)">
                                      <p:cBhvr>
                                        <p:cTn id="75" dur="1000"/>
                                        <p:tgtEl>
                                          <p:spTgt spid="14"/>
                                        </p:tgtEl>
                                      </p:cBhvr>
                                    </p:animEffect>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3">
                                            <p:txEl>
                                              <p:pRg st="4" end="4"/>
                                            </p:txEl>
                                          </p:spTgt>
                                        </p:tgtEl>
                                        <p:attrNameLst>
                                          <p:attrName>style.visibility</p:attrName>
                                        </p:attrNameLst>
                                      </p:cBhvr>
                                      <p:to>
                                        <p:strVal val="visible"/>
                                      </p:to>
                                    </p:set>
                                    <p:animEffect transition="in" filter="fade">
                                      <p:cBhvr>
                                        <p:cTn id="80" dur="1000"/>
                                        <p:tgtEl>
                                          <p:spTgt spid="3">
                                            <p:txEl>
                                              <p:pRg st="4" end="4"/>
                                            </p:txEl>
                                          </p:spTgt>
                                        </p:tgtEl>
                                      </p:cBhvr>
                                    </p:animEffect>
                                    <p:anim calcmode="lin" valueType="num">
                                      <p:cBhvr>
                                        <p:cTn id="8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8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35" presetClass="path" presetSubtype="0" accel="50000" decel="50000" fill="hold" grpId="1" nodeType="clickEffect">
                                  <p:stCondLst>
                                    <p:cond delay="0"/>
                                  </p:stCondLst>
                                  <p:childTnLst>
                                    <p:animMotion origin="layout" path="M -4.375E-6 3.33333E-6 L -0.17669 0.06157 " pathEditMode="relative" rAng="0" ptsTypes="AA">
                                      <p:cBhvr>
                                        <p:cTn id="86" dur="1500" fill="hold"/>
                                        <p:tgtEl>
                                          <p:spTgt spid="30"/>
                                        </p:tgtEl>
                                        <p:attrNameLst>
                                          <p:attrName>ppt_x</p:attrName>
                                          <p:attrName>ppt_y</p:attrName>
                                        </p:attrNameLst>
                                      </p:cBhvr>
                                      <p:rCtr x="-8841" y="3079"/>
                                    </p:animMotion>
                                  </p:childTnLst>
                                </p:cTn>
                              </p:par>
                              <p:par>
                                <p:cTn id="87" presetID="1" presetClass="emph" presetSubtype="2" fill="hold" nodeType="withEffect">
                                  <p:stCondLst>
                                    <p:cond delay="1000"/>
                                  </p:stCondLst>
                                  <p:childTnLst>
                                    <p:animClr clrSpc="rgb" dir="cw">
                                      <p:cBhvr>
                                        <p:cTn id="88" dur="500" fill="hold"/>
                                        <p:tgtEl>
                                          <p:spTgt spid="30"/>
                                        </p:tgtEl>
                                        <p:attrNameLst>
                                          <p:attrName>fillcolor</p:attrName>
                                        </p:attrNameLst>
                                      </p:cBhvr>
                                      <p:to>
                                        <a:srgbClr val="FAE2D6"/>
                                      </p:to>
                                    </p:animClr>
                                    <p:set>
                                      <p:cBhvr>
                                        <p:cTn id="89" dur="500" fill="hold"/>
                                        <p:tgtEl>
                                          <p:spTgt spid="30"/>
                                        </p:tgtEl>
                                        <p:attrNameLst>
                                          <p:attrName>fill.type</p:attrName>
                                        </p:attrNameLst>
                                      </p:cBhvr>
                                      <p:to>
                                        <p:strVal val="solid"/>
                                      </p:to>
                                    </p:set>
                                    <p:set>
                                      <p:cBhvr>
                                        <p:cTn id="90" dur="500" fill="hold"/>
                                        <p:tgtEl>
                                          <p:spTgt spid="30"/>
                                        </p:tgtEl>
                                        <p:attrNameLst>
                                          <p:attrName>fill.on</p:attrName>
                                        </p:attrNameLst>
                                      </p:cBhvr>
                                      <p:to>
                                        <p:strVal val="true"/>
                                      </p:to>
                                    </p:set>
                                  </p:childTnLst>
                                </p:cTn>
                              </p:par>
                              <p:par>
                                <p:cTn id="91" presetID="22" presetClass="exit" presetSubtype="2" fill="hold" grpId="1" nodeType="withEffect">
                                  <p:stCondLst>
                                    <p:cond delay="0"/>
                                  </p:stCondLst>
                                  <p:childTnLst>
                                    <p:animEffect transition="out" filter="wipe(right)">
                                      <p:cBhvr>
                                        <p:cTn id="92" dur="1000"/>
                                        <p:tgtEl>
                                          <p:spTgt spid="14"/>
                                        </p:tgtEl>
                                      </p:cBhvr>
                                    </p:animEffect>
                                    <p:set>
                                      <p:cBhvr>
                                        <p:cTn id="93" dur="1" fill="hold">
                                          <p:stCondLst>
                                            <p:cond delay="999"/>
                                          </p:stCondLst>
                                        </p:cTn>
                                        <p:tgtEl>
                                          <p:spTgt spid="14"/>
                                        </p:tgtEl>
                                        <p:attrNameLst>
                                          <p:attrName>style.visibility</p:attrName>
                                        </p:attrNameLst>
                                      </p:cBhvr>
                                      <p:to>
                                        <p:strVal val="hidden"/>
                                      </p:to>
                                    </p:set>
                                  </p:childTnLst>
                                </p:cTn>
                              </p:par>
                              <p:par>
                                <p:cTn id="94" presetID="10" presetClass="entr" presetSubtype="0" fill="hold" grpId="0" nodeType="withEffect">
                                  <p:stCondLst>
                                    <p:cond delay="100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500"/>
                                        <p:tgtEl>
                                          <p:spTgt spid="36"/>
                                        </p:tgtEl>
                                      </p:cBhvr>
                                    </p:animEffect>
                                  </p:childTnLst>
                                </p:cTn>
                              </p:par>
                              <p:par>
                                <p:cTn id="97" presetID="10" presetClass="exit" presetSubtype="0" fill="hold" grpId="1" nodeType="withEffect">
                                  <p:stCondLst>
                                    <p:cond delay="0"/>
                                  </p:stCondLst>
                                  <p:childTnLst>
                                    <p:animEffect transition="out" filter="fade">
                                      <p:cBhvr>
                                        <p:cTn id="98" dur="500"/>
                                        <p:tgtEl>
                                          <p:spTgt spid="21"/>
                                        </p:tgtEl>
                                      </p:cBhvr>
                                    </p:animEffect>
                                    <p:set>
                                      <p:cBhvr>
                                        <p:cTn id="99" dur="1" fill="hold">
                                          <p:stCondLst>
                                            <p:cond delay="499"/>
                                          </p:stCondLst>
                                        </p:cTn>
                                        <p:tgtEl>
                                          <p:spTgt spid="21"/>
                                        </p:tgtEl>
                                        <p:attrNameLst>
                                          <p:attrName>style.visibility</p:attrName>
                                        </p:attrNameLst>
                                      </p:cBhvr>
                                      <p:to>
                                        <p:strVal val="hidden"/>
                                      </p:to>
                                    </p:set>
                                  </p:childTnLst>
                                </p:cTn>
                              </p:par>
                              <p:par>
                                <p:cTn id="100" presetID="22" presetClass="entr" presetSubtype="2" fill="hold" grpId="0" nodeType="withEffect">
                                  <p:stCondLst>
                                    <p:cond delay="250"/>
                                  </p:stCondLst>
                                  <p:childTnLst>
                                    <p:set>
                                      <p:cBhvr>
                                        <p:cTn id="101" dur="1" fill="hold">
                                          <p:stCondLst>
                                            <p:cond delay="0"/>
                                          </p:stCondLst>
                                        </p:cTn>
                                        <p:tgtEl>
                                          <p:spTgt spid="37"/>
                                        </p:tgtEl>
                                        <p:attrNameLst>
                                          <p:attrName>style.visibility</p:attrName>
                                        </p:attrNameLst>
                                      </p:cBhvr>
                                      <p:to>
                                        <p:strVal val="visible"/>
                                      </p:to>
                                    </p:set>
                                    <p:animEffect transition="in" filter="wipe(right)">
                                      <p:cBhvr>
                                        <p:cTn id="102" dur="1000"/>
                                        <p:tgtEl>
                                          <p:spTgt spid="37"/>
                                        </p:tgtEl>
                                      </p:cBhvr>
                                    </p:animEffect>
                                  </p:childTnLst>
                                </p:cTn>
                              </p:par>
                              <p:par>
                                <p:cTn id="103" presetID="10" presetClass="exit" presetSubtype="0" fill="hold" grpId="1" nodeType="withEffect">
                                  <p:stCondLst>
                                    <p:cond delay="0"/>
                                  </p:stCondLst>
                                  <p:childTnLst>
                                    <p:animEffect transition="out" filter="fade">
                                      <p:cBhvr>
                                        <p:cTn id="104" dur="500"/>
                                        <p:tgtEl>
                                          <p:spTgt spid="10"/>
                                        </p:tgtEl>
                                      </p:cBhvr>
                                    </p:animEffect>
                                    <p:set>
                                      <p:cBhvr>
                                        <p:cTn id="105" dur="1" fill="hold">
                                          <p:stCondLst>
                                            <p:cond delay="499"/>
                                          </p:stCondLst>
                                        </p:cTn>
                                        <p:tgtEl>
                                          <p:spTgt spid="10"/>
                                        </p:tgtEl>
                                        <p:attrNameLst>
                                          <p:attrName>style.visibility</p:attrName>
                                        </p:attrNameLst>
                                      </p:cBhvr>
                                      <p:to>
                                        <p:strVal val="hidden"/>
                                      </p:to>
                                    </p:set>
                                  </p:childTnLst>
                                </p:cTn>
                              </p:par>
                              <p:par>
                                <p:cTn id="106" presetID="22" presetClass="entr" presetSubtype="2" fill="hold" grpId="0" nodeType="withEffect">
                                  <p:stCondLst>
                                    <p:cond delay="250"/>
                                  </p:stCondLst>
                                  <p:childTnLst>
                                    <p:set>
                                      <p:cBhvr>
                                        <p:cTn id="107" dur="1" fill="hold">
                                          <p:stCondLst>
                                            <p:cond delay="0"/>
                                          </p:stCondLst>
                                        </p:cTn>
                                        <p:tgtEl>
                                          <p:spTgt spid="38"/>
                                        </p:tgtEl>
                                        <p:attrNameLst>
                                          <p:attrName>style.visibility</p:attrName>
                                        </p:attrNameLst>
                                      </p:cBhvr>
                                      <p:to>
                                        <p:strVal val="visible"/>
                                      </p:to>
                                    </p:set>
                                    <p:animEffect transition="in" filter="wipe(right)">
                                      <p:cBhvr>
                                        <p:cTn id="108" dur="1000"/>
                                        <p:tgtEl>
                                          <p:spTgt spid="38"/>
                                        </p:tgtEl>
                                      </p:cBhvr>
                                    </p:animEffect>
                                  </p:childTnLst>
                                </p:cTn>
                              </p:par>
                              <p:par>
                                <p:cTn id="109" presetID="22" presetClass="exit" presetSubtype="4" fill="hold" grpId="1" nodeType="withEffect">
                                  <p:stCondLst>
                                    <p:cond delay="250"/>
                                  </p:stCondLst>
                                  <p:childTnLst>
                                    <p:animEffect transition="out" filter="wipe(down)">
                                      <p:cBhvr>
                                        <p:cTn id="110" dur="500"/>
                                        <p:tgtEl>
                                          <p:spTgt spid="15"/>
                                        </p:tgtEl>
                                      </p:cBhvr>
                                    </p:animEffect>
                                    <p:set>
                                      <p:cBhvr>
                                        <p:cTn id="111" dur="1" fill="hold">
                                          <p:stCondLst>
                                            <p:cond delay="499"/>
                                          </p:stCondLst>
                                        </p:cTn>
                                        <p:tgtEl>
                                          <p:spTgt spid="15"/>
                                        </p:tgtEl>
                                        <p:attrNameLst>
                                          <p:attrName>style.visibility</p:attrName>
                                        </p:attrNameLst>
                                      </p:cBhvr>
                                      <p:to>
                                        <p:strVal val="hidden"/>
                                      </p:to>
                                    </p:set>
                                  </p:childTnLst>
                                </p:cTn>
                              </p:par>
                              <p:par>
                                <p:cTn id="112" presetID="10" presetClass="entr" presetSubtype="0" fill="hold" grpId="0" nodeType="withEffect">
                                  <p:stCondLst>
                                    <p:cond delay="100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750"/>
                                        <p:tgtEl>
                                          <p:spTgt spid="39"/>
                                        </p:tgtEl>
                                      </p:cBhvr>
                                    </p:animEffect>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3">
                                            <p:txEl>
                                              <p:pRg st="5" end="5"/>
                                            </p:txEl>
                                          </p:spTgt>
                                        </p:tgtEl>
                                        <p:attrNameLst>
                                          <p:attrName>style.visibility</p:attrName>
                                        </p:attrNameLst>
                                      </p:cBhvr>
                                      <p:to>
                                        <p:strVal val="visible"/>
                                      </p:to>
                                    </p:set>
                                    <p:animEffect transition="in" filter="fade">
                                      <p:cBhvr>
                                        <p:cTn id="119" dur="1000"/>
                                        <p:tgtEl>
                                          <p:spTgt spid="3">
                                            <p:txEl>
                                              <p:pRg st="5" end="5"/>
                                            </p:txEl>
                                          </p:spTgt>
                                        </p:tgtEl>
                                      </p:cBhvr>
                                    </p:animEffect>
                                    <p:anim calcmode="lin" valueType="num">
                                      <p:cBhvr>
                                        <p:cTn id="12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2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animBg="1"/>
      <p:bldP spid="10" grpId="1" animBg="1"/>
      <p:bldP spid="12" grpId="0" animBg="1"/>
      <p:bldP spid="13" grpId="0" animBg="1"/>
      <p:bldP spid="14" grpId="0" animBg="1"/>
      <p:bldP spid="14" grpId="1" animBg="1"/>
      <p:bldP spid="15" grpId="0" animBg="1"/>
      <p:bldP spid="15" grpId="1" animBg="1"/>
      <p:bldP spid="16" grpId="0" animBg="1"/>
      <p:bldP spid="17" grpId="0" animBg="1"/>
      <p:bldP spid="21" grpId="0" animBg="1"/>
      <p:bldP spid="21" grpId="1" animBg="1"/>
      <p:bldP spid="30" grpId="0" animBg="1"/>
      <p:bldP spid="30" grpId="1" animBg="1"/>
      <p:bldP spid="36" grpId="0" animBg="1"/>
      <p:bldP spid="37" grpId="0" animBg="1"/>
      <p:bldP spid="38" grpId="0" animBg="1"/>
      <p:bldP spid="3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11AA9E9-DCAF-4CCA-49C6-5C268A36F4F1}"/>
              </a:ext>
            </a:extLst>
          </p:cNvPr>
          <p:cNvSpPr>
            <a:spLocks noGrp="1"/>
          </p:cNvSpPr>
          <p:nvPr>
            <p:ph type="sldNum" sz="quarter" idx="12"/>
          </p:nvPr>
        </p:nvSpPr>
        <p:spPr/>
        <p:txBody>
          <a:bodyPr/>
          <a:lstStyle/>
          <a:p>
            <a:fld id="{D7C0FE0B-717B-41AE-9FA2-CA4BF851D1C3}" type="slidenum">
              <a:rPr lang="zh-CN" altLang="en-US" smtClean="0"/>
              <a:t>20</a:t>
            </a:fld>
            <a:endParaRPr lang="zh-CN" altLang="en-US"/>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658707F-748B-2F8C-C577-190DD6E7F040}"/>
                  </a:ext>
                </a:extLst>
              </p:cNvPr>
              <p:cNvSpPr txBox="1"/>
              <p:nvPr/>
            </p:nvSpPr>
            <p:spPr>
              <a:xfrm>
                <a:off x="672665" y="775391"/>
                <a:ext cx="10846670" cy="5920082"/>
              </a:xfrm>
              <a:prstGeom prst="rect">
                <a:avLst/>
              </a:prstGeom>
              <a:noFill/>
            </p:spPr>
            <p:txBody>
              <a:bodyPr wrap="square">
                <a:spAutoFit/>
              </a:bodyPr>
              <a:lstStyle/>
              <a:p>
                <a:pPr marL="72000" algn="just">
                  <a:lnSpc>
                    <a:spcPct val="115000"/>
                  </a:lnSpc>
                  <a:buNone/>
                </a:pP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普里姆算法的关键步骤是快速找出最小边。引入一维数组</a:t>
                </a:r>
                <a:r>
                  <a:rPr lang="en-US" altLang="zh-CN" b="1" kern="100" dirty="0" err="1">
                    <a:solidFill>
                      <a:srgbClr val="041ABC"/>
                    </a:solidFill>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typedef struct {</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adjInd</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U</a:t>
                </a:r>
                <a:r>
                  <a:rPr lang="zh-CN" altLang="zh-CN"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中顶点的位序</a:t>
                </a:r>
                <a:endParaRPr lang="zh-CN" altLang="zh-CN"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72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lowcost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边的权值</a:t>
                </a:r>
              </a:p>
              <a:p>
                <a:pPr marL="72000"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ClosedgeInfo</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V-U</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的顶点和当前</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U</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之间的最小边信息类型</a:t>
                </a:r>
              </a:p>
              <a:p>
                <a:pPr marL="72000" algn="just">
                  <a:buNone/>
                </a:pP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ClosedgeInfo</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solidFill>
                      <a:srgbClr val="041ABC"/>
                    </a:solidFill>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41ABC"/>
                    </a:solidFill>
                    <a:latin typeface="Courier New" panose="02070309020205020404" pitchFamily="49" charset="0"/>
                    <a:ea typeface="宋体" panose="02010600030101010101" pitchFamily="2" charset="-122"/>
                    <a:cs typeface="Times New Roman" panose="02020603050405020304" pitchFamily="18" charset="0"/>
                  </a:rPr>
                  <a:t>MAX_VEX_NUM</a:t>
                </a: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全局数组</a:t>
                </a:r>
                <a:endParaRPr lang="en-US" altLang="zh-CN"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72000" algn="just">
                  <a:buNone/>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int </a:t>
                </a:r>
                <a:r>
                  <a:rPr lang="en-US" altLang="zh-CN"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solidFill>
                      <a:srgbClr val="041ABC"/>
                    </a:solidFill>
                    <a:latin typeface="Courier New" panose="02070309020205020404" pitchFamily="49" charset="0"/>
                    <a:ea typeface="宋体" panose="02010600030101010101" pitchFamily="2" charset="-122"/>
                    <a:cs typeface="Times New Roman" panose="02020603050405020304" pitchFamily="18" charset="0"/>
                  </a:rPr>
                  <a:t>hpos</a:t>
                </a:r>
                <a:r>
                  <a:rPr lang="en-US" altLang="zh-CN" b="1" kern="100" dirty="0">
                    <a:solidFill>
                      <a:srgbClr val="041ABC"/>
                    </a:solidFill>
                    <a:latin typeface="Courier New" panose="02070309020205020404" pitchFamily="49" charset="0"/>
                    <a:cs typeface="Times New Roman" panose="02020603050405020304" pitchFamily="18" charset="0"/>
                  </a:rPr>
                  <a:t>[</a:t>
                </a:r>
                <a:r>
                  <a:rPr lang="en-US" altLang="zh-CN" b="1" kern="100" dirty="0" err="1">
                    <a:solidFill>
                      <a:srgbClr val="041ABC"/>
                    </a:solidFill>
                    <a:latin typeface="Courier New" panose="02070309020205020404" pitchFamily="49" charset="0"/>
                    <a:cs typeface="Times New Roman" panose="02020603050405020304" pitchFamily="18" charset="0"/>
                  </a:rPr>
                  <a:t>MAX_VEX_NUM</a:t>
                </a:r>
                <a:r>
                  <a:rPr lang="en-US" altLang="zh-CN" b="1" kern="100" dirty="0">
                    <a:solidFill>
                      <a:srgbClr val="041ABC"/>
                    </a:solidFill>
                    <a:latin typeface="Courier New" panose="02070309020205020404" pitchFamily="49" charset="0"/>
                    <a:cs typeface="Times New Roman" panose="02020603050405020304" pitchFamily="18" charset="0"/>
                  </a:rPr>
                  <a:t>]</a:t>
                </a:r>
                <a:r>
                  <a:rPr lang="en-US" altLang="zh-CN" kern="100" dirty="0">
                    <a:latin typeface="Courier New" panose="02070309020205020404" pitchFamily="49" charset="0"/>
                    <a:cs typeface="Times New Roman" panose="02020603050405020304" pitchFamily="18" charset="0"/>
                  </a:rPr>
                  <a:t>;              //</a:t>
                </a:r>
                <a:r>
                  <a:rPr lang="zh-CN" altLang="en-US" kern="100" dirty="0">
                    <a:latin typeface="Courier New" panose="02070309020205020404" pitchFamily="49" charset="0"/>
                    <a:cs typeface="Times New Roman" panose="02020603050405020304" pitchFamily="18" charset="0"/>
                  </a:rPr>
                  <a:t> 全局数组，存储顶点在堆中位置（下标）</a:t>
                </a:r>
                <a:endParaRPr lang="en-US" altLang="zh-CN" kern="100" dirty="0">
                  <a:latin typeface="Courier New" panose="02070309020205020404" pitchFamily="49" charset="0"/>
                  <a:ea typeface="宋体" panose="02010600030101010101" pitchFamily="2" charset="-122"/>
                  <a:cs typeface="Times New Roman" panose="02020603050405020304" pitchFamily="18" charset="0"/>
                </a:endParaRPr>
              </a:p>
              <a:p>
                <a:pPr marL="72000" algn="just">
                  <a:spcBef>
                    <a:spcPts val="600"/>
                  </a:spcBef>
                  <a:buNone/>
                </a:pP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对于集合</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中的每个顶点</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存储该顶点与集合</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之间的最小边信息。在数组中按</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lowcost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域找到的最小值即为最小边的权值。顶点</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0</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加入集合</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时，将</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lowcost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置为</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0</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algn="just">
                  <a:lnSpc>
                    <a:spcPct val="115000"/>
                  </a:lnSpc>
                  <a:buNone/>
                </a:pPr>
                <a:r>
                  <a:rPr lang="zh-CN"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普里姆算法</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的步骤如下。</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algn="just">
                  <a:lnSpc>
                    <a:spcPct val="115000"/>
                  </a:lnSpc>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假设从顶点</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𝑣</m:t>
                        </m:r>
                      </m:e>
                      <m:sub>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𝑖</m:t>
                        </m:r>
                      </m:sub>
                    </m:sSub>
                  </m:oMath>
                </a14:m>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出发构造成最小生成树，初始子图</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只包含顶点</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𝑣</m:t>
                        </m:r>
                      </m:e>
                      <m:sub>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𝑖</m:t>
                        </m:r>
                      </m:sub>
                    </m:sSub>
                  </m:oMath>
                </a14:m>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lowcost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0    </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𝑣</m:t>
                        </m:r>
                      </m:e>
                      <m:sub>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𝑖</m:t>
                        </m:r>
                      </m:sub>
                    </m:sSub>
                  </m:oMath>
                </a14:m>
                <a:r>
                  <a:rPr lang="en-US" altLang="zh-CN" kern="100" dirty="0">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U</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algn="just">
                  <a:buNone/>
                </a:pP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[j] =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w</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ij</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𝑣</m:t>
                        </m:r>
                      </m:e>
                      <m:sub>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𝑗</m:t>
                        </m:r>
                      </m:sub>
                    </m:sSub>
                  </m:oMath>
                </a14:m>
                <a:r>
                  <a:rPr lang="en-US" altLang="zh-CN" kern="100" dirty="0">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V-U</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algn="just">
                  <a:lnSpc>
                    <a:spcPct val="115000"/>
                  </a:lnSpc>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选择其余</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n-1</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个顶点，重复执行以下步骤</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lvl="0" algn="just"/>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1)</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在</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数组中按</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lowcost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域找到最小值</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[k]</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k</a:t>
                </a:r>
                <a:r>
                  <a:rPr lang="en-US" altLang="zh-CN"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i="1" kern="100" dirty="0" err="1">
                    <a:effectLst/>
                    <a:latin typeface="Times New Roman" panose="02020603050405020304" pitchFamily="18" charset="0"/>
                    <a:ea typeface="宋体" panose="02010600030101010101" pitchFamily="2" charset="-122"/>
                    <a:cs typeface="Times New Roman" panose="02020603050405020304" pitchFamily="18" charset="0"/>
                  </a:rPr>
                  <a:t>V-U</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，则最小边为</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k,closedge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[k].</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adjInd</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，将</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𝑣</m:t>
                        </m:r>
                      </m:e>
                      <m:sub>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加入到集合</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，即置</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[k].</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lowcost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0</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，并将</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k</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顶点和边</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k,closedge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[k].</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adjInd</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）加入到子图</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中。</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lvl="0" algn="just"/>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2)</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更新</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数组。由于集合</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U</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中新加入顶点</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𝑣</m:t>
                        </m:r>
                      </m:e>
                      <m:sub>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，须判断集合</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V-U</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中所有顶点和顶点</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𝑣</m:t>
                        </m:r>
                      </m:e>
                      <m:sub>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的边的权值是否有更小的，若有则更新</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数组的相应值，即若</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w</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ij</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&lt;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[j].</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lowcost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，则</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[j](</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𝑣</m:t>
                        </m:r>
                      </m:e>
                      <m:sub>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𝑗</m:t>
                        </m:r>
                      </m:sub>
                    </m:sSub>
                  </m:oMath>
                </a14:m>
                <a:r>
                  <a:rPr lang="en-US" altLang="zh-CN" kern="100" dirty="0">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i="1" kern="100" dirty="0">
                    <a:effectLst/>
                    <a:latin typeface="Times New Roman" panose="02020603050405020304" pitchFamily="18" charset="0"/>
                    <a:ea typeface="宋体" panose="02010600030101010101" pitchFamily="2" charset="-122"/>
                    <a:cs typeface="Times New Roman" panose="02020603050405020304" pitchFamily="18" charset="0"/>
                  </a:rPr>
                  <a:t>V-U</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k,w</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kj</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，否则不变。</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B658707F-748B-2F8C-C577-190DD6E7F040}"/>
                  </a:ext>
                </a:extLst>
              </p:cNvPr>
              <p:cNvSpPr txBox="1">
                <a:spLocks noRot="1" noChangeAspect="1" noMove="1" noResize="1" noEditPoints="1" noAdjustHandles="1" noChangeArrowheads="1" noChangeShapeType="1" noTextEdit="1"/>
              </p:cNvSpPr>
              <p:nvPr/>
            </p:nvSpPr>
            <p:spPr>
              <a:xfrm>
                <a:off x="672665" y="775391"/>
                <a:ext cx="10846670" cy="5920082"/>
              </a:xfrm>
              <a:prstGeom prst="rect">
                <a:avLst/>
              </a:prstGeom>
              <a:blipFill>
                <a:blip r:embed="rId2"/>
                <a:stretch>
                  <a:fillRect t="-515" r="-449" b="-72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EB4B761A-BB81-AC0E-5D74-38A6A91B6BDC}"/>
              </a:ext>
            </a:extLst>
          </p:cNvPr>
          <p:cNvSpPr txBox="1"/>
          <p:nvPr/>
        </p:nvSpPr>
        <p:spPr>
          <a:xfrm>
            <a:off x="1255970" y="239471"/>
            <a:ext cx="3316029" cy="493148"/>
          </a:xfrm>
          <a:prstGeom prst="rect">
            <a:avLst/>
          </a:prstGeom>
          <a:noFill/>
        </p:spPr>
        <p:txBody>
          <a:bodyPr wrap="square">
            <a:spAutoFit/>
          </a:bodyPr>
          <a:lstStyle/>
          <a:p>
            <a:pPr marL="72000" marR="0" lvl="0" indent="0" algn="just" defTabSz="914400" rtl="0" eaLnBrk="0" fontAlgn="base" latinLnBrk="0" hangingPunct="0">
              <a:lnSpc>
                <a:spcPct val="120000"/>
              </a:lnSpc>
              <a:spcBef>
                <a:spcPts val="600"/>
              </a:spcBef>
              <a:spcAft>
                <a:spcPct val="0"/>
              </a:spcAft>
              <a:buClrTx/>
              <a:buSzTx/>
              <a:buFontTx/>
              <a:buNone/>
              <a:tabLst/>
            </a:pPr>
            <a:r>
              <a:rPr kumimoji="0" lang="en-US" altLang="zh-CN" sz="2400"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1. </a:t>
            </a:r>
            <a:r>
              <a:rPr kumimoji="0" lang="zh-CN" altLang="en-US" sz="2400"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楷体" panose="02010609060101010101" pitchFamily="49" charset="-122"/>
                <a:cs typeface="Times New Roman" panose="02020603050405020304" pitchFamily="18" charset="0"/>
              </a:rPr>
              <a:t>普里姆算法（续）</a:t>
            </a:r>
            <a:endParaRPr kumimoji="0" lang="zh-CN" altLang="en-US" sz="2400" b="1" i="0" u="none" strike="noStrike" cap="none" normalizeH="0" baseline="0" dirty="0">
              <a:ln>
                <a:noFill/>
              </a:ln>
              <a:solidFill>
                <a:srgbClr val="C00000"/>
              </a:solidFill>
              <a:effectLst>
                <a:outerShdw blurRad="38100" dist="38100" dir="2700000" algn="tl">
                  <a:srgbClr val="000000">
                    <a:alpha val="43137"/>
                  </a:srgbClr>
                </a:outerShdw>
              </a:effectLst>
              <a:latin typeface="+mn-lt"/>
            </a:endParaRPr>
          </a:p>
        </p:txBody>
      </p:sp>
    </p:spTree>
    <p:extLst>
      <p:ext uri="{BB962C8B-B14F-4D97-AF65-F5344CB8AC3E}">
        <p14:creationId xmlns:p14="http://schemas.microsoft.com/office/powerpoint/2010/main" val="257277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1000"/>
                                        <p:tgtEl>
                                          <p:spTgt spid="4">
                                            <p:txEl>
                                              <p:pRg st="4" end="4"/>
                                            </p:txEl>
                                          </p:spTgt>
                                        </p:tgtEl>
                                      </p:cBhvr>
                                    </p:animEffect>
                                    <p:anim calcmode="lin" valueType="num">
                                      <p:cBhvr>
                                        <p:cTn id="2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1000"/>
                                        <p:tgtEl>
                                          <p:spTgt spid="4">
                                            <p:txEl>
                                              <p:pRg st="5" end="5"/>
                                            </p:txEl>
                                          </p:spTgt>
                                        </p:tgtEl>
                                      </p:cBhvr>
                                    </p:animEffect>
                                    <p:anim calcmode="lin" valueType="num">
                                      <p:cBhvr>
                                        <p:cTn id="3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1000"/>
                                        <p:tgtEl>
                                          <p:spTgt spid="4">
                                            <p:txEl>
                                              <p:pRg st="6" end="6"/>
                                            </p:txEl>
                                          </p:spTgt>
                                        </p:tgtEl>
                                      </p:cBhvr>
                                    </p:animEffect>
                                    <p:anim calcmode="lin" valueType="num">
                                      <p:cBhvr>
                                        <p:cTn id="3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4">
                                            <p:txEl>
                                              <p:pRg st="7" end="7"/>
                                            </p:txEl>
                                          </p:spTgt>
                                        </p:tgtEl>
                                        <p:attrNameLst>
                                          <p:attrName>style.visibility</p:attrName>
                                        </p:attrNameLst>
                                      </p:cBhvr>
                                      <p:to>
                                        <p:strVal val="visible"/>
                                      </p:to>
                                    </p:set>
                                    <p:animEffect transition="in" filter="fade">
                                      <p:cBhvr>
                                        <p:cTn id="44" dur="1000"/>
                                        <p:tgtEl>
                                          <p:spTgt spid="4">
                                            <p:txEl>
                                              <p:pRg st="7" end="7"/>
                                            </p:txEl>
                                          </p:spTgt>
                                        </p:tgtEl>
                                      </p:cBhvr>
                                    </p:animEffect>
                                    <p:anim calcmode="lin" valueType="num">
                                      <p:cBhvr>
                                        <p:cTn id="4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animEffect transition="in" filter="fade">
                                      <p:cBhvr>
                                        <p:cTn id="51" dur="1000"/>
                                        <p:tgtEl>
                                          <p:spTgt spid="4">
                                            <p:txEl>
                                              <p:pRg st="8" end="8"/>
                                            </p:txEl>
                                          </p:spTgt>
                                        </p:tgtEl>
                                      </p:cBhvr>
                                    </p:animEffect>
                                    <p:anim calcmode="lin" valueType="num">
                                      <p:cBhvr>
                                        <p:cTn id="5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animEffect transition="in" filter="fade">
                                      <p:cBhvr>
                                        <p:cTn id="56" dur="1000"/>
                                        <p:tgtEl>
                                          <p:spTgt spid="4">
                                            <p:txEl>
                                              <p:pRg st="9" end="9"/>
                                            </p:txEl>
                                          </p:spTgt>
                                        </p:tgtEl>
                                      </p:cBhvr>
                                    </p:animEffect>
                                    <p:anim calcmode="lin" valueType="num">
                                      <p:cBhvr>
                                        <p:cTn id="5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fade">
                                      <p:cBhvr>
                                        <p:cTn id="61" dur="1000"/>
                                        <p:tgtEl>
                                          <p:spTgt spid="4">
                                            <p:txEl>
                                              <p:pRg st="10" end="10"/>
                                            </p:txEl>
                                          </p:spTgt>
                                        </p:tgtEl>
                                      </p:cBhvr>
                                    </p:animEffect>
                                    <p:anim calcmode="lin" valueType="num">
                                      <p:cBhvr>
                                        <p:cTn id="6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4">
                                            <p:txEl>
                                              <p:pRg st="11" end="11"/>
                                            </p:txEl>
                                          </p:spTgt>
                                        </p:tgtEl>
                                        <p:attrNameLst>
                                          <p:attrName>style.visibility</p:attrName>
                                        </p:attrNameLst>
                                      </p:cBhvr>
                                      <p:to>
                                        <p:strVal val="visible"/>
                                      </p:to>
                                    </p:set>
                                    <p:animEffect transition="in" filter="fade">
                                      <p:cBhvr>
                                        <p:cTn id="66" dur="1000"/>
                                        <p:tgtEl>
                                          <p:spTgt spid="4">
                                            <p:txEl>
                                              <p:pRg st="11" end="11"/>
                                            </p:txEl>
                                          </p:spTgt>
                                        </p:tgtEl>
                                      </p:cBhvr>
                                    </p:animEffect>
                                    <p:anim calcmode="lin" valueType="num">
                                      <p:cBhvr>
                                        <p:cTn id="67"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animEffect transition="in" filter="fade">
                                      <p:cBhvr>
                                        <p:cTn id="73" dur="1000"/>
                                        <p:tgtEl>
                                          <p:spTgt spid="4">
                                            <p:txEl>
                                              <p:pRg st="12" end="12"/>
                                            </p:txEl>
                                          </p:spTgt>
                                        </p:tgtEl>
                                      </p:cBhvr>
                                    </p:animEffect>
                                    <p:anim calcmode="lin" valueType="num">
                                      <p:cBhvr>
                                        <p:cTn id="74"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5"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4">
                                            <p:txEl>
                                              <p:pRg st="13" end="13"/>
                                            </p:txEl>
                                          </p:spTgt>
                                        </p:tgtEl>
                                        <p:attrNameLst>
                                          <p:attrName>style.visibility</p:attrName>
                                        </p:attrNameLst>
                                      </p:cBhvr>
                                      <p:to>
                                        <p:strVal val="visible"/>
                                      </p:to>
                                    </p:set>
                                    <p:animEffect transition="in" filter="fade">
                                      <p:cBhvr>
                                        <p:cTn id="78" dur="1000"/>
                                        <p:tgtEl>
                                          <p:spTgt spid="4">
                                            <p:txEl>
                                              <p:pRg st="13" end="13"/>
                                            </p:txEl>
                                          </p:spTgt>
                                        </p:tgtEl>
                                      </p:cBhvr>
                                    </p:animEffect>
                                    <p:anim calcmode="lin" valueType="num">
                                      <p:cBhvr>
                                        <p:cTn id="79"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80"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4">
                                            <p:txEl>
                                              <p:pRg st="14" end="14"/>
                                            </p:txEl>
                                          </p:spTgt>
                                        </p:tgtEl>
                                        <p:attrNameLst>
                                          <p:attrName>style.visibility</p:attrName>
                                        </p:attrNameLst>
                                      </p:cBhvr>
                                      <p:to>
                                        <p:strVal val="visible"/>
                                      </p:to>
                                    </p:set>
                                    <p:animEffect transition="in" filter="fade">
                                      <p:cBhvr>
                                        <p:cTn id="85" dur="1000"/>
                                        <p:tgtEl>
                                          <p:spTgt spid="4">
                                            <p:txEl>
                                              <p:pRg st="14" end="14"/>
                                            </p:txEl>
                                          </p:spTgt>
                                        </p:tgtEl>
                                      </p:cBhvr>
                                    </p:animEffect>
                                    <p:anim calcmode="lin" valueType="num">
                                      <p:cBhvr>
                                        <p:cTn id="86"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87" dur="100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F56020-FCA7-16B7-069C-5722D07601B5}"/>
              </a:ext>
            </a:extLst>
          </p:cNvPr>
          <p:cNvSpPr txBox="1"/>
          <p:nvPr/>
        </p:nvSpPr>
        <p:spPr>
          <a:xfrm>
            <a:off x="525990" y="951325"/>
            <a:ext cx="10613204" cy="3785652"/>
          </a:xfrm>
          <a:prstGeom prst="rect">
            <a:avLst/>
          </a:prstGeom>
          <a:noFill/>
        </p:spPr>
        <p:txBody>
          <a:bodyPr wrap="square">
            <a:spAutoFit/>
          </a:bodyPr>
          <a:lstStyle/>
          <a:p>
            <a:pPr marL="72000" marR="26670" algn="just">
              <a:buNone/>
            </a:pP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MGraph</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MiniSpanTree_PRIM</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MGraph</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G, </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VexType</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u) </a:t>
            </a:r>
            <a:r>
              <a:rPr lang="en-US" altLang="zh-CN" sz="1600" b="1"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普里姆算法</a:t>
            </a:r>
            <a:r>
              <a:rPr lang="en-US" altLang="zh-CN" sz="1600" kern="100" spc="-1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  </a:t>
            </a:r>
            <a:r>
              <a:rPr lang="zh-CN" altLang="en-US" sz="1600" b="1" kern="100" spc="-10" dirty="0">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算法</a:t>
            </a:r>
            <a:r>
              <a:rPr lang="en-US" altLang="zh-CN" sz="1600" b="1" kern="100" spc="-10" dirty="0">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7.9</a:t>
            </a:r>
            <a:endParaRPr lang="zh-CN" altLang="zh-CN" sz="1600" b="1" kern="100" dirty="0">
              <a:solidFill>
                <a:srgbClr val="C00000"/>
              </a:solidFill>
              <a:effectLst/>
              <a:latin typeface="等线" panose="02010600030101010101" pitchFamily="2" charset="-122"/>
              <a:ea typeface="等线" panose="02010600030101010101" pitchFamily="2" charset="-122"/>
              <a:cs typeface="Times New Roman" panose="02020603050405020304" pitchFamily="18" charset="0"/>
            </a:endParaRPr>
          </a:p>
          <a:p>
            <a:pPr marL="72000" marR="26670" algn="just">
              <a:buNone/>
            </a:pP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从顶点</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u</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出发构造并返回网</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的最小生成树</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，使用优先队列（堆）和辅助数组</a:t>
            </a:r>
          </a:p>
          <a:p>
            <a:pPr marL="72000" marR="26670" algn="just">
              <a:buNone/>
            </a:pPr>
            <a:r>
              <a:rPr lang="en-US" altLang="zh-CN" sz="1600" kern="100" spc="-10" dirty="0">
                <a:latin typeface="Courier New" panose="02070309020205020404" pitchFamily="49" charset="0"/>
                <a:cs typeface="Times New Roman" panose="02020603050405020304" pitchFamily="18" charset="0"/>
              </a:rPr>
              <a:t>  </a:t>
            </a:r>
            <a:r>
              <a:rPr lang="en-US" altLang="zh-CN" sz="1600" kern="100" spc="-10" dirty="0" err="1">
                <a:latin typeface="Courier New" panose="02070309020205020404" pitchFamily="49" charset="0"/>
                <a:cs typeface="Times New Roman" panose="02020603050405020304" pitchFamily="18" charset="0"/>
              </a:rPr>
              <a:t>MGraph</a:t>
            </a:r>
            <a:r>
              <a:rPr lang="en-US" altLang="zh-CN" sz="1600" kern="100" spc="-10" dirty="0">
                <a:latin typeface="Courier New" panose="02070309020205020404" pitchFamily="49" charset="0"/>
                <a:cs typeface="Times New Roman" panose="02020603050405020304" pitchFamily="18" charset="0"/>
              </a:rPr>
              <a:t> T = </a:t>
            </a:r>
            <a:r>
              <a:rPr lang="en-US" altLang="zh-CN" sz="1600" kern="100" spc="-10" dirty="0" err="1">
                <a:latin typeface="Courier New" panose="02070309020205020404" pitchFamily="49" charset="0"/>
                <a:cs typeface="Times New Roman" panose="02020603050405020304" pitchFamily="18" charset="0"/>
              </a:rPr>
              <a:t>InitMGraph</a:t>
            </a:r>
            <a:r>
              <a:rPr lang="en-US" altLang="zh-CN" sz="1600" kern="100" spc="-10" dirty="0">
                <a:latin typeface="Courier New" panose="02070309020205020404" pitchFamily="49" charset="0"/>
                <a:cs typeface="Times New Roman" panose="02020603050405020304" pitchFamily="18" charset="0"/>
              </a:rPr>
              <a:t>(G-&gt;</a:t>
            </a:r>
            <a:r>
              <a:rPr lang="en-US" altLang="zh-CN" sz="1600" kern="100" spc="-10" dirty="0" err="1">
                <a:latin typeface="Courier New" panose="02070309020205020404" pitchFamily="49" charset="0"/>
                <a:cs typeface="Times New Roman" panose="02020603050405020304" pitchFamily="18" charset="0"/>
              </a:rPr>
              <a:t>vexs</a:t>
            </a:r>
            <a:r>
              <a:rPr lang="en-US" altLang="zh-CN" sz="1600" kern="100" spc="-10" dirty="0">
                <a:latin typeface="Courier New" panose="02070309020205020404" pitchFamily="49" charset="0"/>
                <a:cs typeface="Times New Roman" panose="02020603050405020304" pitchFamily="18" charset="0"/>
              </a:rPr>
              <a:t>, G-&gt;n, </a:t>
            </a:r>
            <a:r>
              <a:rPr lang="en-US" altLang="zh-CN" sz="1600" kern="100" spc="-10" dirty="0" err="1">
                <a:latin typeface="Courier New" panose="02070309020205020404" pitchFamily="49" charset="0"/>
                <a:cs typeface="Times New Roman" panose="02020603050405020304" pitchFamily="18" charset="0"/>
              </a:rPr>
              <a:t>UDN</a:t>
            </a:r>
            <a:r>
              <a:rPr lang="en-US" altLang="zh-CN" sz="1600" kern="100" spc="-10" dirty="0">
                <a:latin typeface="Courier New" panose="02070309020205020404" pitchFamily="49" charset="0"/>
                <a:cs typeface="Times New Roman" panose="02020603050405020304" pitchFamily="18" charset="0"/>
              </a:rPr>
              <a:t>); </a:t>
            </a:r>
            <a:r>
              <a:rPr lang="en-US" altLang="zh-CN" sz="1600" kern="100" spc="-10" dirty="0">
                <a:solidFill>
                  <a:schemeClr val="accent6">
                    <a:lumMod val="75000"/>
                  </a:schemeClr>
                </a:solidFill>
                <a:latin typeface="Courier New" panose="02070309020205020404" pitchFamily="49" charset="0"/>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cs typeface="Times New Roman" panose="02020603050405020304" pitchFamily="18" charset="0"/>
              </a:rPr>
              <a:t>初建仅含</a:t>
            </a:r>
            <a:r>
              <a:rPr lang="en-US" altLang="zh-CN" sz="1600" kern="100" spc="-10" dirty="0">
                <a:solidFill>
                  <a:schemeClr val="accent6">
                    <a:lumMod val="75000"/>
                  </a:schemeClr>
                </a:solidFill>
                <a:latin typeface="Courier New" panose="02070309020205020404" pitchFamily="49" charset="0"/>
                <a:cs typeface="Times New Roman" panose="02020603050405020304" pitchFamily="18" charset="0"/>
              </a:rPr>
              <a:t>G</a:t>
            </a:r>
            <a:r>
              <a:rPr lang="zh-CN" altLang="zh-CN" sz="1600" kern="100" spc="-10" dirty="0">
                <a:solidFill>
                  <a:schemeClr val="accent6">
                    <a:lumMod val="75000"/>
                  </a:schemeClr>
                </a:solidFill>
                <a:latin typeface="Courier New" panose="02070309020205020404" pitchFamily="49" charset="0"/>
                <a:cs typeface="Times New Roman" panose="02020603050405020304" pitchFamily="18" charset="0"/>
              </a:rPr>
              <a:t>的顶点但无边的最小生成树</a:t>
            </a:r>
            <a:r>
              <a:rPr lang="en-US" altLang="zh-CN" sz="1600" kern="100" spc="-10" dirty="0">
                <a:solidFill>
                  <a:schemeClr val="accent6">
                    <a:lumMod val="75000"/>
                  </a:schemeClr>
                </a:solidFill>
                <a:latin typeface="Courier New" panose="02070309020205020404" pitchFamily="49" charset="0"/>
                <a:cs typeface="Times New Roman" panose="02020603050405020304" pitchFamily="18" charset="0"/>
              </a:rPr>
              <a:t>T</a:t>
            </a:r>
          </a:p>
          <a:p>
            <a:pPr marL="72000" marR="26670" algn="just">
              <a:buNone/>
            </a:pP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Heap H = </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InitHeap</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(G-&gt;n);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初始化建容量为</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的顶点个数的空堆</a:t>
            </a:r>
          </a:p>
          <a:p>
            <a:pPr marL="72000" marR="26670" algn="just">
              <a:buNone/>
            </a:pPr>
            <a:r>
              <a:rPr lang="en-US" altLang="zh-CN" sz="1600" b="1" kern="100" spc="-10" dirty="0">
                <a:effectLst/>
                <a:latin typeface="Courier New" panose="02070309020205020404" pitchFamily="49" charset="0"/>
                <a:ea typeface="宋体" panose="02010600030101010101" pitchFamily="2" charset="-122"/>
                <a:cs typeface="Times New Roman" panose="02020603050405020304" pitchFamily="18" charset="0"/>
              </a:rPr>
              <a:t>  int</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j, k = </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LocateVex</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 G, u );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确定起始顶点的序号</a:t>
            </a:r>
          </a:p>
          <a:p>
            <a:pPr marL="72000" marR="26670" algn="just">
              <a:buNone/>
            </a:pP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 j=0; j&lt;G-&gt;n; ++j ) </a:t>
            </a:r>
            <a:r>
              <a:rPr lang="en-US" altLang="zh-CN" sz="1600" b="1"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记录从顶点集</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U</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到</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V</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U</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的代价最小的边的辅助数组初始化</a:t>
            </a:r>
          </a:p>
          <a:p>
            <a:pPr marL="72000" marR="26670" algn="just">
              <a:buNone/>
            </a:pP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(j</a:t>
            </a:r>
            <a:r>
              <a:rPr lang="en-US" altLang="zh-CN" sz="1600" b="1"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=k) </a:t>
            </a:r>
            <a:r>
              <a:rPr lang="en-US" altLang="zh-CN" sz="1600" b="1"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初始顶点</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u</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的信息不加入辅助数组和堆</a:t>
            </a:r>
          </a:p>
          <a:p>
            <a:pPr marL="72000" marR="26670" algn="just">
              <a:buNone/>
            </a:pP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[j].</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adjIdx</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 k;   </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closedge</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[j].</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lowcost</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 G-&gt;arcs[k][j].adj;</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lgn="just">
              <a:buNone/>
            </a:pP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Insert(H, j);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j</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插入最小堆</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H</a:t>
            </a:r>
            <a:endPar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72000" marR="26670" algn="just">
              <a:buNone/>
            </a:pP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lgn="just">
              <a:buNone/>
            </a:pP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lgn="just">
              <a:buNone/>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 /* </a:t>
            </a:r>
            <a:r>
              <a:rPr lang="zh-CN" altLang="en-US" sz="1600" kern="100" spc="-1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构造最小生成树</a:t>
            </a:r>
            <a:r>
              <a:rPr lang="en-US" altLang="zh-CN" sz="1600" kern="100" spc="-1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T</a:t>
            </a:r>
            <a:r>
              <a:rPr lang="zh-CN" altLang="en-US" sz="1600" kern="100" spc="-1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a:t>
            </a:r>
          </a:p>
          <a:p>
            <a:pPr marL="72000" marR="26670" algn="just">
              <a:buNone/>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p>
          <a:p>
            <a:pPr marL="72000" marR="26670" algn="just">
              <a:buNone/>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FreeHeap</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(H);</a:t>
            </a:r>
          </a:p>
          <a:p>
            <a:pPr marL="72000" marR="26670" algn="just">
              <a:buNone/>
            </a:pPr>
            <a:r>
              <a:rPr lang="en-US" altLang="zh-CN" sz="1600" b="1" kern="100" spc="-10" dirty="0">
                <a:latin typeface="Courier New" panose="02070309020205020404" pitchFamily="49" charset="0"/>
                <a:ea typeface="宋体" panose="02010600030101010101" pitchFamily="2" charset="-122"/>
                <a:cs typeface="Times New Roman" panose="02020603050405020304" pitchFamily="18" charset="0"/>
              </a:rPr>
              <a:t>}</a:t>
            </a:r>
          </a:p>
        </p:txBody>
      </p:sp>
      <p:sp>
        <p:nvSpPr>
          <p:cNvPr id="61" name="矩形 60">
            <a:extLst>
              <a:ext uri="{FF2B5EF4-FFF2-40B4-BE49-F238E27FC236}">
                <a16:creationId xmlns:a16="http://schemas.microsoft.com/office/drawing/2014/main" id="{89D6DEF7-424A-AFB7-C671-2054C40AF284}"/>
              </a:ext>
            </a:extLst>
          </p:cNvPr>
          <p:cNvSpPr/>
          <p:nvPr/>
        </p:nvSpPr>
        <p:spPr>
          <a:xfrm>
            <a:off x="1170584" y="3940629"/>
            <a:ext cx="9714216" cy="2829048"/>
          </a:xfrm>
          <a:prstGeom prst="rect">
            <a:avLst/>
          </a:prstGeom>
          <a:solidFill>
            <a:srgbClr val="FCF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2FBC95E8-E1BB-C606-B9E3-D559DC99B3BD}"/>
              </a:ext>
            </a:extLst>
          </p:cNvPr>
          <p:cNvSpPr>
            <a:spLocks noGrp="1"/>
          </p:cNvSpPr>
          <p:nvPr>
            <p:ph type="sldNum" sz="quarter" idx="12"/>
          </p:nvPr>
        </p:nvSpPr>
        <p:spPr/>
        <p:txBody>
          <a:bodyPr/>
          <a:lstStyle/>
          <a:p>
            <a:fld id="{D7C0FE0B-717B-41AE-9FA2-CA4BF851D1C3}" type="slidenum">
              <a:rPr lang="zh-CN" altLang="en-US" smtClean="0"/>
              <a:t>21</a:t>
            </a:fld>
            <a:endParaRPr lang="zh-CN" altLang="en-US"/>
          </a:p>
        </p:txBody>
      </p:sp>
      <p:sp>
        <p:nvSpPr>
          <p:cNvPr id="3" name="文本框 2">
            <a:extLst>
              <a:ext uri="{FF2B5EF4-FFF2-40B4-BE49-F238E27FC236}">
                <a16:creationId xmlns:a16="http://schemas.microsoft.com/office/drawing/2014/main" id="{09A3F493-7F07-BE24-7C78-9E0990A03D3C}"/>
              </a:ext>
            </a:extLst>
          </p:cNvPr>
          <p:cNvSpPr txBox="1"/>
          <p:nvPr/>
        </p:nvSpPr>
        <p:spPr>
          <a:xfrm>
            <a:off x="1255970" y="239471"/>
            <a:ext cx="3316029" cy="493148"/>
          </a:xfrm>
          <a:prstGeom prst="rect">
            <a:avLst/>
          </a:prstGeom>
          <a:noFill/>
        </p:spPr>
        <p:txBody>
          <a:bodyPr wrap="square">
            <a:spAutoFit/>
          </a:bodyPr>
          <a:lstStyle/>
          <a:p>
            <a:pPr marL="72000" marR="0" lvl="0" indent="0" algn="just" defTabSz="914400" rtl="0" eaLnBrk="0" fontAlgn="base" latinLnBrk="0" hangingPunct="0">
              <a:lnSpc>
                <a:spcPct val="120000"/>
              </a:lnSpc>
              <a:spcBef>
                <a:spcPts val="600"/>
              </a:spcBef>
              <a:spcAft>
                <a:spcPct val="0"/>
              </a:spcAft>
              <a:buClrTx/>
              <a:buSzTx/>
              <a:buFontTx/>
              <a:buNone/>
              <a:tabLst/>
            </a:pPr>
            <a:r>
              <a:rPr kumimoji="0" lang="en-US" altLang="zh-CN" sz="2400"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1. </a:t>
            </a:r>
            <a:r>
              <a:rPr kumimoji="0" lang="zh-CN" altLang="en-US" sz="2400"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楷体" panose="02010609060101010101" pitchFamily="49" charset="-122"/>
                <a:cs typeface="Times New Roman" panose="02020603050405020304" pitchFamily="18" charset="0"/>
              </a:rPr>
              <a:t>普里姆算法（续）</a:t>
            </a:r>
            <a:endParaRPr kumimoji="0" lang="zh-CN" altLang="en-US" sz="2400" b="1" i="0" u="none" strike="noStrike" cap="none" normalizeH="0" baseline="0" dirty="0">
              <a:ln>
                <a:noFill/>
              </a:ln>
              <a:solidFill>
                <a:srgbClr val="C00000"/>
              </a:solidFill>
              <a:effectLst>
                <a:outerShdw blurRad="38100" dist="38100" dir="2700000" algn="tl">
                  <a:srgbClr val="000000">
                    <a:alpha val="43137"/>
                  </a:srgbClr>
                </a:outerShdw>
              </a:effectLst>
              <a:latin typeface="+mn-lt"/>
            </a:endParaRPr>
          </a:p>
        </p:txBody>
      </p:sp>
      <p:grpSp>
        <p:nvGrpSpPr>
          <p:cNvPr id="6" name="组合 5">
            <a:extLst>
              <a:ext uri="{FF2B5EF4-FFF2-40B4-BE49-F238E27FC236}">
                <a16:creationId xmlns:a16="http://schemas.microsoft.com/office/drawing/2014/main" id="{BF9B7B46-F1FA-09B2-6BFC-17F7568E626A}"/>
              </a:ext>
            </a:extLst>
          </p:cNvPr>
          <p:cNvGrpSpPr/>
          <p:nvPr/>
        </p:nvGrpSpPr>
        <p:grpSpPr>
          <a:xfrm>
            <a:off x="6782735" y="4224728"/>
            <a:ext cx="3926070" cy="1398811"/>
            <a:chOff x="-26113" y="4703940"/>
            <a:chExt cx="3926070" cy="1398811"/>
          </a:xfrm>
        </p:grpSpPr>
        <p:sp>
          <p:nvSpPr>
            <p:cNvPr id="7" name="矩形 6">
              <a:extLst>
                <a:ext uri="{FF2B5EF4-FFF2-40B4-BE49-F238E27FC236}">
                  <a16:creationId xmlns:a16="http://schemas.microsoft.com/office/drawing/2014/main" id="{B7A359FB-816C-64B2-E0D6-32812399AFF4}"/>
                </a:ext>
              </a:extLst>
            </p:cNvPr>
            <p:cNvSpPr/>
            <p:nvPr/>
          </p:nvSpPr>
          <p:spPr>
            <a:xfrm>
              <a:off x="1301067" y="5244598"/>
              <a:ext cx="359464" cy="854805"/>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noFill/>
              </a:endParaRPr>
            </a:p>
          </p:txBody>
        </p:sp>
        <p:sp>
          <p:nvSpPr>
            <p:cNvPr id="8" name="矩形 7">
              <a:extLst>
                <a:ext uri="{FF2B5EF4-FFF2-40B4-BE49-F238E27FC236}">
                  <a16:creationId xmlns:a16="http://schemas.microsoft.com/office/drawing/2014/main" id="{820394AB-1332-988F-B377-60C8EDBCCAC1}"/>
                </a:ext>
              </a:extLst>
            </p:cNvPr>
            <p:cNvSpPr/>
            <p:nvPr/>
          </p:nvSpPr>
          <p:spPr>
            <a:xfrm>
              <a:off x="1671106" y="5248211"/>
              <a:ext cx="359464" cy="854368"/>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noFill/>
              </a:endParaRPr>
            </a:p>
          </p:txBody>
        </p:sp>
        <p:sp>
          <p:nvSpPr>
            <p:cNvPr id="9" name="矩形 8">
              <a:extLst>
                <a:ext uri="{FF2B5EF4-FFF2-40B4-BE49-F238E27FC236}">
                  <a16:creationId xmlns:a16="http://schemas.microsoft.com/office/drawing/2014/main" id="{963E3E68-755D-99F5-2842-6E869DEDF601}"/>
                </a:ext>
              </a:extLst>
            </p:cNvPr>
            <p:cNvSpPr/>
            <p:nvPr/>
          </p:nvSpPr>
          <p:spPr>
            <a:xfrm>
              <a:off x="2030230" y="5248383"/>
              <a:ext cx="357605" cy="854368"/>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noFill/>
              </a:endParaRPr>
            </a:p>
          </p:txBody>
        </p:sp>
        <p:sp>
          <p:nvSpPr>
            <p:cNvPr id="10" name="矩形 9">
              <a:extLst>
                <a:ext uri="{FF2B5EF4-FFF2-40B4-BE49-F238E27FC236}">
                  <a16:creationId xmlns:a16="http://schemas.microsoft.com/office/drawing/2014/main" id="{EADA23BB-8A8A-9F89-3C9A-92A238826A26}"/>
                </a:ext>
              </a:extLst>
            </p:cNvPr>
            <p:cNvSpPr/>
            <p:nvPr/>
          </p:nvSpPr>
          <p:spPr>
            <a:xfrm>
              <a:off x="2389732" y="5248383"/>
              <a:ext cx="359464" cy="854368"/>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noFill/>
              </a:endParaRPr>
            </a:p>
          </p:txBody>
        </p:sp>
        <p:sp>
          <p:nvSpPr>
            <p:cNvPr id="11" name="矩形 10">
              <a:extLst>
                <a:ext uri="{FF2B5EF4-FFF2-40B4-BE49-F238E27FC236}">
                  <a16:creationId xmlns:a16="http://schemas.microsoft.com/office/drawing/2014/main" id="{6C8A2CE6-8CB2-857E-14BE-579274101DC8}"/>
                </a:ext>
              </a:extLst>
            </p:cNvPr>
            <p:cNvSpPr/>
            <p:nvPr/>
          </p:nvSpPr>
          <p:spPr>
            <a:xfrm>
              <a:off x="2747275" y="5247288"/>
              <a:ext cx="359464" cy="854368"/>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noFill/>
              </a:endParaRPr>
            </a:p>
          </p:txBody>
        </p:sp>
        <p:sp>
          <p:nvSpPr>
            <p:cNvPr id="12" name="文本框 11">
              <a:extLst>
                <a:ext uri="{FF2B5EF4-FFF2-40B4-BE49-F238E27FC236}">
                  <a16:creationId xmlns:a16="http://schemas.microsoft.com/office/drawing/2014/main" id="{0FE92B8E-7014-74F0-05D6-C193C1869B86}"/>
                </a:ext>
              </a:extLst>
            </p:cNvPr>
            <p:cNvSpPr txBox="1"/>
            <p:nvPr/>
          </p:nvSpPr>
          <p:spPr>
            <a:xfrm>
              <a:off x="-26113" y="4703940"/>
              <a:ext cx="3926070" cy="525080"/>
            </a:xfrm>
            <a:prstGeom prst="rect">
              <a:avLst/>
            </a:prstGeom>
            <a:noFill/>
          </p:spPr>
          <p:txBody>
            <a:bodyPr wrap="square" lIns="36000" tIns="0" rIns="36000" bIns="0" rtlCol="0" anchor="b" anchorCtr="0">
              <a:spAutoFit/>
            </a:bodyPr>
            <a:lstStyle/>
            <a:p>
              <a:pPr>
                <a:lnSpc>
                  <a:spcPts val="2000"/>
                </a:lnSpc>
              </a:pPr>
              <a:r>
                <a:rPr lang="en-US" altLang="zh-CN" sz="2000" b="1" dirty="0" err="1">
                  <a:latin typeface="Courier New" panose="02070309020205020404" pitchFamily="49" charset="0"/>
                  <a:cs typeface="Courier New" panose="02070309020205020404" pitchFamily="49" charset="0"/>
                </a:rPr>
                <a:t>closedge</a:t>
              </a:r>
              <a:r>
                <a:rPr lang="en-US" altLang="zh-CN" sz="2000" b="1" dirty="0"/>
                <a:t>   0    1   </a:t>
              </a:r>
              <a:r>
                <a:rPr lang="en-US" altLang="zh-CN" sz="1400" b="1" dirty="0"/>
                <a:t> </a:t>
              </a:r>
              <a:r>
                <a:rPr lang="en-US" altLang="zh-CN" sz="2000" b="1" dirty="0"/>
                <a:t>2   </a:t>
              </a:r>
              <a:r>
                <a:rPr lang="en-US" altLang="zh-CN" sz="1400" b="1" dirty="0"/>
                <a:t> </a:t>
              </a:r>
              <a:r>
                <a:rPr lang="en-US" altLang="zh-CN" sz="2000" b="1" dirty="0"/>
                <a:t>3   </a:t>
              </a:r>
              <a:r>
                <a:rPr lang="en-US" altLang="zh-CN" sz="1000" b="1" dirty="0"/>
                <a:t> </a:t>
              </a:r>
              <a:r>
                <a:rPr lang="en-US" altLang="zh-CN" sz="2000" b="1" dirty="0"/>
                <a:t>4   </a:t>
              </a:r>
              <a:r>
                <a:rPr lang="en-US" altLang="zh-CN" sz="1400" b="1" dirty="0"/>
                <a:t> </a:t>
              </a:r>
              <a:r>
                <a:rPr lang="en-US" altLang="zh-CN" sz="2000" b="1" dirty="0"/>
                <a:t>5</a:t>
              </a:r>
            </a:p>
            <a:p>
              <a:pPr>
                <a:lnSpc>
                  <a:spcPts val="2000"/>
                </a:lnSpc>
              </a:pPr>
              <a:r>
                <a:rPr lang="en-US" altLang="zh-CN" sz="2000" b="1" dirty="0"/>
                <a:t>                      </a:t>
              </a:r>
              <a:r>
                <a:rPr lang="en-US" altLang="zh-CN" sz="2000" b="1" dirty="0">
                  <a:solidFill>
                    <a:schemeClr val="accent4">
                      <a:lumMod val="75000"/>
                    </a:schemeClr>
                  </a:solidFill>
                  <a:latin typeface="Times New Roman" panose="02020603050405020304" pitchFamily="18" charset="0"/>
                  <a:cs typeface="Times New Roman" panose="02020603050405020304" pitchFamily="18" charset="0"/>
                </a:rPr>
                <a:t>A</a:t>
              </a:r>
              <a:r>
                <a:rPr lang="en-US" altLang="zh-CN" sz="2000" b="1" dirty="0">
                  <a:latin typeface="Times New Roman" panose="02020603050405020304" pitchFamily="18" charset="0"/>
                  <a:cs typeface="Times New Roman" panose="02020603050405020304" pitchFamily="18" charset="0"/>
                </a:rPr>
                <a:t>   </a:t>
              </a:r>
              <a:r>
                <a:rPr lang="en-US" altLang="zh-CN" sz="2000" b="1" dirty="0">
                  <a:solidFill>
                    <a:srgbClr val="0070C0"/>
                  </a:solidFill>
                  <a:latin typeface="Times New Roman" panose="02020603050405020304" pitchFamily="18" charset="0"/>
                  <a:cs typeface="Times New Roman" panose="02020603050405020304" pitchFamily="18" charset="0"/>
                </a:rPr>
                <a:t>B   C   D   E   F  </a:t>
              </a:r>
              <a:r>
                <a:rPr lang="en-US" altLang="zh-CN" sz="2000" b="1" dirty="0"/>
                <a:t>  </a:t>
              </a:r>
              <a:r>
                <a:rPr lang="en-US" altLang="zh-CN" sz="2000" b="1" dirty="0">
                  <a:latin typeface="Courier New" panose="02070309020205020404" pitchFamily="49" charset="0"/>
                  <a:cs typeface="Courier New" panose="02070309020205020404" pitchFamily="49" charset="0"/>
                </a:rPr>
                <a:t>k</a:t>
              </a:r>
            </a:p>
          </p:txBody>
        </p:sp>
        <p:sp>
          <p:nvSpPr>
            <p:cNvPr id="13" name="文本框 12">
              <a:extLst>
                <a:ext uri="{FF2B5EF4-FFF2-40B4-BE49-F238E27FC236}">
                  <a16:creationId xmlns:a16="http://schemas.microsoft.com/office/drawing/2014/main" id="{E5B69B95-71F4-8787-B24F-62494EEEB302}"/>
                </a:ext>
              </a:extLst>
            </p:cNvPr>
            <p:cNvSpPr txBox="1"/>
            <p:nvPr/>
          </p:nvSpPr>
          <p:spPr>
            <a:xfrm>
              <a:off x="159013" y="5135256"/>
              <a:ext cx="1122427" cy="938719"/>
            </a:xfrm>
            <a:prstGeom prst="rect">
              <a:avLst/>
            </a:prstGeom>
            <a:noFill/>
            <a:ln>
              <a:noFill/>
            </a:ln>
          </p:spPr>
          <p:txBody>
            <a:bodyPr wrap="square" lIns="0" tIns="0" rIns="0" bIns="0" rtlCol="0" anchor="ctr" anchorCtr="1">
              <a:spAutoFit/>
            </a:bodyPr>
            <a:lstStyle/>
            <a:p>
              <a:pPr algn="r">
                <a:lnSpc>
                  <a:spcPct val="160000"/>
                </a:lnSpc>
              </a:pPr>
              <a:r>
                <a:rPr lang="en-US" altLang="zh-CN" sz="2000" b="1" dirty="0" err="1">
                  <a:latin typeface="Courier New" panose="02070309020205020404" pitchFamily="49" charset="0"/>
                  <a:cs typeface="Courier New" panose="02070309020205020404" pitchFamily="49" charset="0"/>
                </a:rPr>
                <a:t>adjIdx</a:t>
              </a:r>
              <a:endParaRPr lang="en-US" altLang="zh-CN" sz="2000" b="1" dirty="0">
                <a:latin typeface="Courier New" panose="02070309020205020404" pitchFamily="49" charset="0"/>
                <a:cs typeface="Courier New" panose="02070309020205020404" pitchFamily="49" charset="0"/>
              </a:endParaRPr>
            </a:p>
            <a:p>
              <a:pPr algn="r">
                <a:lnSpc>
                  <a:spcPct val="160000"/>
                </a:lnSpc>
              </a:pPr>
              <a:r>
                <a:rPr lang="en-US" altLang="zh-CN" sz="2000" b="1" dirty="0" err="1">
                  <a:latin typeface="Courier New" panose="02070309020205020404" pitchFamily="49" charset="0"/>
                  <a:cs typeface="Courier New" panose="02070309020205020404" pitchFamily="49" charset="0"/>
                </a:rPr>
                <a:t>lowcost</a:t>
              </a:r>
              <a:endParaRPr lang="zh-CN" altLang="en-US" sz="2000" b="1" dirty="0">
                <a:latin typeface="Courier New" panose="02070309020205020404" pitchFamily="49" charset="0"/>
                <a:cs typeface="Courier New" panose="02070309020205020404" pitchFamily="49" charset="0"/>
              </a:endParaRPr>
            </a:p>
          </p:txBody>
        </p:sp>
        <p:sp>
          <p:nvSpPr>
            <p:cNvPr id="14" name="矩形 13">
              <a:extLst>
                <a:ext uri="{FF2B5EF4-FFF2-40B4-BE49-F238E27FC236}">
                  <a16:creationId xmlns:a16="http://schemas.microsoft.com/office/drawing/2014/main" id="{C39EEEDC-DE4D-ADF5-BD34-CC6924FC2789}"/>
                </a:ext>
              </a:extLst>
            </p:cNvPr>
            <p:cNvSpPr/>
            <p:nvPr/>
          </p:nvSpPr>
          <p:spPr>
            <a:xfrm>
              <a:off x="3106485" y="5246302"/>
              <a:ext cx="359464" cy="854368"/>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noFill/>
              </a:endParaRPr>
            </a:p>
          </p:txBody>
        </p:sp>
        <p:sp>
          <p:nvSpPr>
            <p:cNvPr id="15" name="矩形 14">
              <a:extLst>
                <a:ext uri="{FF2B5EF4-FFF2-40B4-BE49-F238E27FC236}">
                  <a16:creationId xmlns:a16="http://schemas.microsoft.com/office/drawing/2014/main" id="{45B74B1D-95E5-48DF-F970-E178B4EBDADA}"/>
                </a:ext>
              </a:extLst>
            </p:cNvPr>
            <p:cNvSpPr/>
            <p:nvPr/>
          </p:nvSpPr>
          <p:spPr>
            <a:xfrm>
              <a:off x="3540493" y="5248383"/>
              <a:ext cx="359464" cy="446429"/>
            </a:xfrm>
            <a:prstGeom prst="rect">
              <a:avLst/>
            </a:prstGeom>
            <a:solidFill>
              <a:schemeClr val="accent2">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noFill/>
              </a:endParaRPr>
            </a:p>
          </p:txBody>
        </p:sp>
        <p:cxnSp>
          <p:nvCxnSpPr>
            <p:cNvPr id="16" name="直接连接符 15">
              <a:extLst>
                <a:ext uri="{FF2B5EF4-FFF2-40B4-BE49-F238E27FC236}">
                  <a16:creationId xmlns:a16="http://schemas.microsoft.com/office/drawing/2014/main" id="{B59BB30D-48D9-723A-A373-89A67C57619C}"/>
                </a:ext>
              </a:extLst>
            </p:cNvPr>
            <p:cNvCxnSpPr>
              <a:cxnSpLocks/>
            </p:cNvCxnSpPr>
            <p:nvPr/>
          </p:nvCxnSpPr>
          <p:spPr>
            <a:xfrm>
              <a:off x="1301067" y="5784953"/>
              <a:ext cx="2175371" cy="2140"/>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grpSp>
      <p:grpSp>
        <p:nvGrpSpPr>
          <p:cNvPr id="63" name="组合 62">
            <a:extLst>
              <a:ext uri="{FF2B5EF4-FFF2-40B4-BE49-F238E27FC236}">
                <a16:creationId xmlns:a16="http://schemas.microsoft.com/office/drawing/2014/main" id="{7E49392F-9316-5F62-B6BB-7F4E4D4D31E6}"/>
              </a:ext>
            </a:extLst>
          </p:cNvPr>
          <p:cNvGrpSpPr/>
          <p:nvPr/>
        </p:nvGrpSpPr>
        <p:grpSpPr>
          <a:xfrm>
            <a:off x="4300929" y="4224728"/>
            <a:ext cx="2146948" cy="2312071"/>
            <a:chOff x="4300929" y="4224728"/>
            <a:chExt cx="2146948" cy="2312071"/>
          </a:xfrm>
        </p:grpSpPr>
        <p:sp>
          <p:nvSpPr>
            <p:cNvPr id="17" name="圆角矩形 31751">
              <a:extLst>
                <a:ext uri="{FF2B5EF4-FFF2-40B4-BE49-F238E27FC236}">
                  <a16:creationId xmlns:a16="http://schemas.microsoft.com/office/drawing/2014/main" id="{9FD84295-7CC2-645B-638A-5F6D28FC18DE}"/>
                </a:ext>
              </a:extLst>
            </p:cNvPr>
            <p:cNvSpPr>
              <a:spLocks noChangeArrowheads="1"/>
            </p:cNvSpPr>
            <p:nvPr/>
          </p:nvSpPr>
          <p:spPr bwMode="auto">
            <a:xfrm>
              <a:off x="4300929" y="4587633"/>
              <a:ext cx="2146948" cy="1949166"/>
            </a:xfrm>
            <a:prstGeom prst="roundRect">
              <a:avLst>
                <a:gd name="adj" fmla="val 16667"/>
              </a:avLst>
            </a:prstGeom>
            <a:solidFill>
              <a:schemeClr val="bg1">
                <a:lumMod val="95000"/>
              </a:schemeClr>
            </a:solidFill>
            <a:ln w="6350" cap="sq">
              <a:solidFill>
                <a:srgbClr val="333399"/>
              </a:solidFill>
              <a:prstDash val="lgDash"/>
              <a:round/>
              <a:headEnd type="none" w="sm" len="sm"/>
              <a:tailEnd type="none" w="sm" len="sm"/>
            </a:ln>
          </p:spPr>
          <p:txBody>
            <a:bodyPr/>
            <a:lstStyle/>
            <a:p>
              <a:endParaRPr lang="zh-CN" altLang="en-US"/>
            </a:p>
          </p:txBody>
        </p:sp>
        <p:sp>
          <p:nvSpPr>
            <p:cNvPr id="18" name="直接连接符 17">
              <a:extLst>
                <a:ext uri="{FF2B5EF4-FFF2-40B4-BE49-F238E27FC236}">
                  <a16:creationId xmlns:a16="http://schemas.microsoft.com/office/drawing/2014/main" id="{18AC464A-3776-DAAC-772B-FC56E04B1ADE}"/>
                </a:ext>
              </a:extLst>
            </p:cNvPr>
            <p:cNvSpPr>
              <a:spLocks noChangeShapeType="1"/>
            </p:cNvSpPr>
            <p:nvPr/>
          </p:nvSpPr>
          <p:spPr bwMode="auto">
            <a:xfrm flipH="1">
              <a:off x="5406588" y="5030528"/>
              <a:ext cx="10554" cy="46036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9" name="直接连接符 18">
              <a:extLst>
                <a:ext uri="{FF2B5EF4-FFF2-40B4-BE49-F238E27FC236}">
                  <a16:creationId xmlns:a16="http://schemas.microsoft.com/office/drawing/2014/main" id="{77683426-BE49-675D-C150-8BCE5AB65825}"/>
                </a:ext>
              </a:extLst>
            </p:cNvPr>
            <p:cNvSpPr>
              <a:spLocks noChangeShapeType="1"/>
            </p:cNvSpPr>
            <p:nvPr/>
          </p:nvSpPr>
          <p:spPr bwMode="auto">
            <a:xfrm>
              <a:off x="5087567" y="6249706"/>
              <a:ext cx="584406" cy="69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0" name="直接连接符 19">
              <a:extLst>
                <a:ext uri="{FF2B5EF4-FFF2-40B4-BE49-F238E27FC236}">
                  <a16:creationId xmlns:a16="http://schemas.microsoft.com/office/drawing/2014/main" id="{95807B6E-2087-E8BA-2966-23C08B3A28C6}"/>
                </a:ext>
              </a:extLst>
            </p:cNvPr>
            <p:cNvSpPr>
              <a:spLocks noChangeShapeType="1"/>
            </p:cNvSpPr>
            <p:nvPr/>
          </p:nvSpPr>
          <p:spPr bwMode="auto">
            <a:xfrm flipV="1">
              <a:off x="4807299" y="4952877"/>
              <a:ext cx="438290" cy="29360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1" name="直接连接符 20">
              <a:extLst>
                <a:ext uri="{FF2B5EF4-FFF2-40B4-BE49-F238E27FC236}">
                  <a16:creationId xmlns:a16="http://schemas.microsoft.com/office/drawing/2014/main" id="{8D616C25-3591-BCC8-4780-5DA00C6E00D0}"/>
                </a:ext>
              </a:extLst>
            </p:cNvPr>
            <p:cNvSpPr>
              <a:spLocks noChangeShapeType="1"/>
            </p:cNvSpPr>
            <p:nvPr/>
          </p:nvSpPr>
          <p:spPr bwMode="auto">
            <a:xfrm>
              <a:off x="4700479" y="5527064"/>
              <a:ext cx="132518" cy="51378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2" name="直接连接符 21">
              <a:extLst>
                <a:ext uri="{FF2B5EF4-FFF2-40B4-BE49-F238E27FC236}">
                  <a16:creationId xmlns:a16="http://schemas.microsoft.com/office/drawing/2014/main" id="{1983C0AA-6655-27D8-A5CA-7E947252E241}"/>
                </a:ext>
              </a:extLst>
            </p:cNvPr>
            <p:cNvSpPr>
              <a:spLocks noChangeShapeType="1"/>
            </p:cNvSpPr>
            <p:nvPr/>
          </p:nvSpPr>
          <p:spPr bwMode="auto">
            <a:xfrm flipH="1">
              <a:off x="5064557" y="5830249"/>
              <a:ext cx="203169" cy="25346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3" name="直接连接符 22">
              <a:extLst>
                <a:ext uri="{FF2B5EF4-FFF2-40B4-BE49-F238E27FC236}">
                  <a16:creationId xmlns:a16="http://schemas.microsoft.com/office/drawing/2014/main" id="{65F3A2E6-6C75-A846-0BAD-06631B049732}"/>
                </a:ext>
              </a:extLst>
            </p:cNvPr>
            <p:cNvSpPr>
              <a:spLocks noChangeShapeType="1"/>
            </p:cNvSpPr>
            <p:nvPr/>
          </p:nvSpPr>
          <p:spPr bwMode="auto">
            <a:xfrm>
              <a:off x="4836294" y="5362134"/>
              <a:ext cx="438290" cy="21121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4" name="直接连接符 23">
              <a:extLst>
                <a:ext uri="{FF2B5EF4-FFF2-40B4-BE49-F238E27FC236}">
                  <a16:creationId xmlns:a16="http://schemas.microsoft.com/office/drawing/2014/main" id="{1D5CCE1B-646D-B0D2-79C8-2B18AC59F3B5}"/>
                </a:ext>
              </a:extLst>
            </p:cNvPr>
            <p:cNvSpPr>
              <a:spLocks noChangeShapeType="1"/>
            </p:cNvSpPr>
            <p:nvPr/>
          </p:nvSpPr>
          <p:spPr bwMode="auto">
            <a:xfrm flipV="1">
              <a:off x="5560859" y="5402910"/>
              <a:ext cx="351935" cy="16445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5" name="直接连接符 24">
              <a:extLst>
                <a:ext uri="{FF2B5EF4-FFF2-40B4-BE49-F238E27FC236}">
                  <a16:creationId xmlns:a16="http://schemas.microsoft.com/office/drawing/2014/main" id="{A48B5086-E75F-2D7A-E4AC-37E984550E61}"/>
                </a:ext>
              </a:extLst>
            </p:cNvPr>
            <p:cNvSpPr>
              <a:spLocks noChangeShapeType="1"/>
            </p:cNvSpPr>
            <p:nvPr/>
          </p:nvSpPr>
          <p:spPr bwMode="auto">
            <a:xfrm>
              <a:off x="5480952" y="5848077"/>
              <a:ext cx="243882" cy="240929"/>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6" name="直接连接符 25">
              <a:extLst>
                <a:ext uri="{FF2B5EF4-FFF2-40B4-BE49-F238E27FC236}">
                  <a16:creationId xmlns:a16="http://schemas.microsoft.com/office/drawing/2014/main" id="{B37F731C-D913-E69B-F790-461BBABFAC69}"/>
                </a:ext>
              </a:extLst>
            </p:cNvPr>
            <p:cNvSpPr>
              <a:spLocks noChangeShapeType="1"/>
            </p:cNvSpPr>
            <p:nvPr/>
          </p:nvSpPr>
          <p:spPr bwMode="auto">
            <a:xfrm flipH="1">
              <a:off x="5912794" y="5501332"/>
              <a:ext cx="147305" cy="564485"/>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7" name="直接连接符 26">
              <a:extLst>
                <a:ext uri="{FF2B5EF4-FFF2-40B4-BE49-F238E27FC236}">
                  <a16:creationId xmlns:a16="http://schemas.microsoft.com/office/drawing/2014/main" id="{EFFA2FF9-F129-3302-FD15-4A497FD58C92}"/>
                </a:ext>
              </a:extLst>
            </p:cNvPr>
            <p:cNvSpPr>
              <a:spLocks noChangeShapeType="1"/>
            </p:cNvSpPr>
            <p:nvPr/>
          </p:nvSpPr>
          <p:spPr bwMode="auto">
            <a:xfrm>
              <a:off x="5564763" y="4944270"/>
              <a:ext cx="416444" cy="24530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8" name="文本框 27">
              <a:extLst>
                <a:ext uri="{FF2B5EF4-FFF2-40B4-BE49-F238E27FC236}">
                  <a16:creationId xmlns:a16="http://schemas.microsoft.com/office/drawing/2014/main" id="{6C90F814-3955-857D-D554-D3E2224A978C}"/>
                </a:ext>
              </a:extLst>
            </p:cNvPr>
            <p:cNvSpPr txBox="1">
              <a:spLocks noChangeArrowheads="1"/>
            </p:cNvSpPr>
            <p:nvPr/>
          </p:nvSpPr>
          <p:spPr bwMode="auto">
            <a:xfrm>
              <a:off x="4953739" y="5188328"/>
              <a:ext cx="3292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1</a:t>
              </a:r>
            </a:p>
          </p:txBody>
        </p:sp>
        <p:sp>
          <p:nvSpPr>
            <p:cNvPr id="29" name="文本框 28">
              <a:extLst>
                <a:ext uri="{FF2B5EF4-FFF2-40B4-BE49-F238E27FC236}">
                  <a16:creationId xmlns:a16="http://schemas.microsoft.com/office/drawing/2014/main" id="{DCF0C3F2-BEAD-D77C-CE0C-23ADF730E6A9}"/>
                </a:ext>
              </a:extLst>
            </p:cNvPr>
            <p:cNvSpPr txBox="1">
              <a:spLocks noChangeArrowheads="1"/>
            </p:cNvSpPr>
            <p:nvPr/>
          </p:nvSpPr>
          <p:spPr bwMode="auto">
            <a:xfrm>
              <a:off x="4809212" y="4790343"/>
              <a:ext cx="388127" cy="369332"/>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r>
                <a:rPr lang="en-US" altLang="zh-CN" sz="2000" dirty="0"/>
                <a:t>5</a:t>
              </a:r>
            </a:p>
          </p:txBody>
        </p:sp>
        <p:sp>
          <p:nvSpPr>
            <p:cNvPr id="30" name="文本框 29">
              <a:extLst>
                <a:ext uri="{FF2B5EF4-FFF2-40B4-BE49-F238E27FC236}">
                  <a16:creationId xmlns:a16="http://schemas.microsoft.com/office/drawing/2014/main" id="{B14C23F5-4CA6-A00B-BEF7-4499F74F459B}"/>
                </a:ext>
              </a:extLst>
            </p:cNvPr>
            <p:cNvSpPr txBox="1">
              <a:spLocks noChangeArrowheads="1"/>
            </p:cNvSpPr>
            <p:nvPr/>
          </p:nvSpPr>
          <p:spPr bwMode="auto">
            <a:xfrm>
              <a:off x="5578141" y="5160080"/>
              <a:ext cx="3597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4</a:t>
              </a:r>
            </a:p>
          </p:txBody>
        </p:sp>
        <p:sp>
          <p:nvSpPr>
            <p:cNvPr id="31" name="文本框 30">
              <a:extLst>
                <a:ext uri="{FF2B5EF4-FFF2-40B4-BE49-F238E27FC236}">
                  <a16:creationId xmlns:a16="http://schemas.microsoft.com/office/drawing/2014/main" id="{90F6EB73-C6CE-58C3-B952-254FBC720313}"/>
                </a:ext>
              </a:extLst>
            </p:cNvPr>
            <p:cNvSpPr txBox="1">
              <a:spLocks noChangeArrowheads="1"/>
            </p:cNvSpPr>
            <p:nvPr/>
          </p:nvSpPr>
          <p:spPr bwMode="auto">
            <a:xfrm>
              <a:off x="5516539" y="5722118"/>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400"/>
              </a:lvl1pPr>
            </a:lstStyle>
            <a:p>
              <a:r>
                <a:rPr lang="en-US" altLang="zh-CN" sz="2000" dirty="0"/>
                <a:t>6</a:t>
              </a:r>
            </a:p>
          </p:txBody>
        </p:sp>
        <p:sp>
          <p:nvSpPr>
            <p:cNvPr id="32" name="文本框 31">
              <a:extLst>
                <a:ext uri="{FF2B5EF4-FFF2-40B4-BE49-F238E27FC236}">
                  <a16:creationId xmlns:a16="http://schemas.microsoft.com/office/drawing/2014/main" id="{8E1D8A27-C80E-383A-91D9-F0E375FAAC5D}"/>
                </a:ext>
              </a:extLst>
            </p:cNvPr>
            <p:cNvSpPr txBox="1">
              <a:spLocks noChangeArrowheads="1"/>
            </p:cNvSpPr>
            <p:nvPr/>
          </p:nvSpPr>
          <p:spPr bwMode="auto">
            <a:xfrm>
              <a:off x="5680167" y="4782758"/>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2</a:t>
              </a:r>
            </a:p>
          </p:txBody>
        </p:sp>
        <p:sp>
          <p:nvSpPr>
            <p:cNvPr id="33" name="文本框 32">
              <a:extLst>
                <a:ext uri="{FF2B5EF4-FFF2-40B4-BE49-F238E27FC236}">
                  <a16:creationId xmlns:a16="http://schemas.microsoft.com/office/drawing/2014/main" id="{A357A3AE-A4AF-E72E-9430-9A8BCE0F45BC}"/>
                </a:ext>
              </a:extLst>
            </p:cNvPr>
            <p:cNvSpPr txBox="1">
              <a:spLocks noChangeArrowheads="1"/>
            </p:cNvSpPr>
            <p:nvPr/>
          </p:nvSpPr>
          <p:spPr bwMode="auto">
            <a:xfrm>
              <a:off x="4905474" y="5746065"/>
              <a:ext cx="349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5</a:t>
              </a:r>
            </a:p>
          </p:txBody>
        </p:sp>
        <p:sp>
          <p:nvSpPr>
            <p:cNvPr id="34" name="文本框 33">
              <a:extLst>
                <a:ext uri="{FF2B5EF4-FFF2-40B4-BE49-F238E27FC236}">
                  <a16:creationId xmlns:a16="http://schemas.microsoft.com/office/drawing/2014/main" id="{551680EE-029B-B8F0-E54F-7B242AFE4B9F}"/>
                </a:ext>
              </a:extLst>
            </p:cNvPr>
            <p:cNvSpPr txBox="1">
              <a:spLocks noChangeArrowheads="1"/>
            </p:cNvSpPr>
            <p:nvPr/>
          </p:nvSpPr>
          <p:spPr bwMode="auto">
            <a:xfrm>
              <a:off x="5232664" y="6207872"/>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3</a:t>
              </a:r>
            </a:p>
          </p:txBody>
        </p:sp>
        <p:sp>
          <p:nvSpPr>
            <p:cNvPr id="35" name="文本框 34">
              <a:extLst>
                <a:ext uri="{FF2B5EF4-FFF2-40B4-BE49-F238E27FC236}">
                  <a16:creationId xmlns:a16="http://schemas.microsoft.com/office/drawing/2014/main" id="{4DD29ABC-5709-28C6-AAAC-6E74F9E6BD5E}"/>
                </a:ext>
              </a:extLst>
            </p:cNvPr>
            <p:cNvSpPr txBox="1">
              <a:spLocks noChangeArrowheads="1"/>
            </p:cNvSpPr>
            <p:nvPr/>
          </p:nvSpPr>
          <p:spPr bwMode="auto">
            <a:xfrm>
              <a:off x="4545406" y="5726579"/>
              <a:ext cx="29782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6</a:t>
              </a:r>
            </a:p>
          </p:txBody>
        </p:sp>
        <p:sp>
          <p:nvSpPr>
            <p:cNvPr id="36" name="文本框 35">
              <a:extLst>
                <a:ext uri="{FF2B5EF4-FFF2-40B4-BE49-F238E27FC236}">
                  <a16:creationId xmlns:a16="http://schemas.microsoft.com/office/drawing/2014/main" id="{54ACFC38-E8C2-DC08-22F9-BE157916B08D}"/>
                </a:ext>
              </a:extLst>
            </p:cNvPr>
            <p:cNvSpPr txBox="1">
              <a:spLocks noChangeArrowheads="1"/>
            </p:cNvSpPr>
            <p:nvPr/>
          </p:nvSpPr>
          <p:spPr bwMode="auto">
            <a:xfrm>
              <a:off x="5912794" y="5648043"/>
              <a:ext cx="3543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6</a:t>
              </a:r>
            </a:p>
          </p:txBody>
        </p:sp>
        <p:sp>
          <p:nvSpPr>
            <p:cNvPr id="37" name="椭圆 36">
              <a:extLst>
                <a:ext uri="{FF2B5EF4-FFF2-40B4-BE49-F238E27FC236}">
                  <a16:creationId xmlns:a16="http://schemas.microsoft.com/office/drawing/2014/main" id="{BA976EEC-9819-894D-06FD-1F954E13D20D}"/>
                </a:ext>
              </a:extLst>
            </p:cNvPr>
            <p:cNvSpPr>
              <a:spLocks noChangeArrowheads="1"/>
            </p:cNvSpPr>
            <p:nvPr/>
          </p:nvSpPr>
          <p:spPr bwMode="auto">
            <a:xfrm>
              <a:off x="5223735" y="4669140"/>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r>
                <a:rPr lang="en-US" altLang="zh-CN" sz="2400" b="1" dirty="0">
                  <a:latin typeface="Times New Roman" panose="02020603050405020304" pitchFamily="18" charset="0"/>
                  <a:cs typeface="Times New Roman" panose="02020603050405020304" pitchFamily="18" charset="0"/>
                </a:rPr>
                <a:t>D</a:t>
              </a:r>
            </a:p>
          </p:txBody>
        </p:sp>
        <p:sp>
          <p:nvSpPr>
            <p:cNvPr id="38" name="椭圆 37">
              <a:extLst>
                <a:ext uri="{FF2B5EF4-FFF2-40B4-BE49-F238E27FC236}">
                  <a16:creationId xmlns:a16="http://schemas.microsoft.com/office/drawing/2014/main" id="{4D3F8AC1-B641-5113-94FD-6C29B642BCD4}"/>
                </a:ext>
              </a:extLst>
            </p:cNvPr>
            <p:cNvSpPr>
              <a:spLocks noChangeArrowheads="1"/>
            </p:cNvSpPr>
            <p:nvPr/>
          </p:nvSpPr>
          <p:spPr bwMode="auto">
            <a:xfrm>
              <a:off x="5912999" y="5145112"/>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r>
                <a:rPr lang="en-US" altLang="zh-CN" sz="2400" b="1">
                  <a:latin typeface="Times New Roman" panose="02020603050405020304" pitchFamily="18" charset="0"/>
                  <a:cs typeface="Times New Roman" panose="02020603050405020304" pitchFamily="18" charset="0"/>
                </a:rPr>
                <a:t>F</a:t>
              </a:r>
              <a:endParaRPr lang="en-US" altLang="zh-CN" sz="2400" b="1" dirty="0">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BB0FE79C-316F-3E9B-B762-019DE57B3341}"/>
                </a:ext>
              </a:extLst>
            </p:cNvPr>
            <p:cNvSpPr txBox="1">
              <a:spLocks noChangeArrowheads="1"/>
            </p:cNvSpPr>
            <p:nvPr/>
          </p:nvSpPr>
          <p:spPr bwMode="auto">
            <a:xfrm>
              <a:off x="5354487" y="5047945"/>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5</a:t>
              </a:r>
            </a:p>
          </p:txBody>
        </p:sp>
        <p:sp>
          <p:nvSpPr>
            <p:cNvPr id="40" name="椭圆 39">
              <a:extLst>
                <a:ext uri="{FF2B5EF4-FFF2-40B4-BE49-F238E27FC236}">
                  <a16:creationId xmlns:a16="http://schemas.microsoft.com/office/drawing/2014/main" id="{66A8E9FD-A36E-5473-1BBB-E345AEA8B29E}"/>
                </a:ext>
              </a:extLst>
            </p:cNvPr>
            <p:cNvSpPr>
              <a:spLocks noChangeArrowheads="1"/>
            </p:cNvSpPr>
            <p:nvPr/>
          </p:nvSpPr>
          <p:spPr bwMode="auto">
            <a:xfrm>
              <a:off x="5671973" y="6047634"/>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r>
                <a:rPr lang="en-US" altLang="zh-CN" sz="2400" b="1">
                  <a:latin typeface="Times New Roman" panose="02020603050405020304" pitchFamily="18" charset="0"/>
                  <a:cs typeface="Times New Roman" panose="02020603050405020304" pitchFamily="18" charset="0"/>
                </a:rPr>
                <a:t>E</a:t>
              </a:r>
              <a:endParaRPr lang="en-US" altLang="zh-CN" sz="2400" b="1" dirty="0">
                <a:latin typeface="Times New Roman" panose="02020603050405020304" pitchFamily="18" charset="0"/>
                <a:cs typeface="Times New Roman" panose="02020603050405020304" pitchFamily="18" charset="0"/>
              </a:endParaRPr>
            </a:p>
          </p:txBody>
        </p:sp>
        <p:sp>
          <p:nvSpPr>
            <p:cNvPr id="41" name="椭圆 40">
              <a:extLst>
                <a:ext uri="{FF2B5EF4-FFF2-40B4-BE49-F238E27FC236}">
                  <a16:creationId xmlns:a16="http://schemas.microsoft.com/office/drawing/2014/main" id="{258849BB-1F5B-844F-8202-CFDD9B5E7D61}"/>
                </a:ext>
              </a:extLst>
            </p:cNvPr>
            <p:cNvSpPr>
              <a:spLocks noChangeArrowheads="1"/>
            </p:cNvSpPr>
            <p:nvPr/>
          </p:nvSpPr>
          <p:spPr bwMode="auto">
            <a:xfrm>
              <a:off x="5209397" y="5483314"/>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r>
                <a:rPr lang="en-US" altLang="zh-CN" sz="2400" b="1" dirty="0">
                  <a:latin typeface="Times New Roman" panose="02020603050405020304" pitchFamily="18" charset="0"/>
                  <a:cs typeface="Times New Roman" panose="02020603050405020304" pitchFamily="18" charset="0"/>
                </a:rPr>
                <a:t>C</a:t>
              </a:r>
            </a:p>
          </p:txBody>
        </p:sp>
        <p:sp>
          <p:nvSpPr>
            <p:cNvPr id="42" name="椭圆 41">
              <a:extLst>
                <a:ext uri="{FF2B5EF4-FFF2-40B4-BE49-F238E27FC236}">
                  <a16:creationId xmlns:a16="http://schemas.microsoft.com/office/drawing/2014/main" id="{E4482271-5B7A-D6B5-4BF7-AF08C1FD0E6F}"/>
                </a:ext>
              </a:extLst>
            </p:cNvPr>
            <p:cNvSpPr>
              <a:spLocks noChangeArrowheads="1"/>
            </p:cNvSpPr>
            <p:nvPr/>
          </p:nvSpPr>
          <p:spPr bwMode="auto">
            <a:xfrm>
              <a:off x="4701537" y="6047486"/>
              <a:ext cx="398001" cy="392842"/>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r>
                <a:rPr lang="en-US" altLang="zh-CN" sz="2400" b="1" dirty="0">
                  <a:latin typeface="Times New Roman" panose="02020603050405020304" pitchFamily="18" charset="0"/>
                  <a:cs typeface="Times New Roman" panose="02020603050405020304" pitchFamily="18" charset="0"/>
                </a:rPr>
                <a:t>B</a:t>
              </a:r>
            </a:p>
          </p:txBody>
        </p:sp>
        <p:sp>
          <p:nvSpPr>
            <p:cNvPr id="43" name="椭圆 42">
              <a:extLst>
                <a:ext uri="{FF2B5EF4-FFF2-40B4-BE49-F238E27FC236}">
                  <a16:creationId xmlns:a16="http://schemas.microsoft.com/office/drawing/2014/main" id="{A5FA1DFC-7402-56B9-FAE3-474934B7BC56}"/>
                </a:ext>
              </a:extLst>
            </p:cNvPr>
            <p:cNvSpPr>
              <a:spLocks noChangeArrowheads="1"/>
            </p:cNvSpPr>
            <p:nvPr/>
          </p:nvSpPr>
          <p:spPr bwMode="auto">
            <a:xfrm>
              <a:off x="4448631" y="5143956"/>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72000" tIns="0" anchor="ctr"/>
            <a:lstStyle/>
            <a:p>
              <a:pPr algn="ctr"/>
              <a:r>
                <a:rPr lang="en-US" altLang="zh-CN" sz="2400" b="1" dirty="0">
                  <a:latin typeface="Times New Roman" panose="02020603050405020304" pitchFamily="18" charset="0"/>
                  <a:cs typeface="Times New Roman" panose="02020603050405020304" pitchFamily="18" charset="0"/>
                </a:rPr>
                <a:t>A</a:t>
              </a:r>
            </a:p>
          </p:txBody>
        </p:sp>
        <p:sp>
          <p:nvSpPr>
            <p:cNvPr id="44" name="文本框 43">
              <a:extLst>
                <a:ext uri="{FF2B5EF4-FFF2-40B4-BE49-F238E27FC236}">
                  <a16:creationId xmlns:a16="http://schemas.microsoft.com/office/drawing/2014/main" id="{3C34D296-A188-E879-2487-22CE4C6F3A4B}"/>
                </a:ext>
              </a:extLst>
            </p:cNvPr>
            <p:cNvSpPr txBox="1"/>
            <p:nvPr/>
          </p:nvSpPr>
          <p:spPr>
            <a:xfrm>
              <a:off x="4840055" y="4224728"/>
              <a:ext cx="1257140" cy="341632"/>
            </a:xfrm>
            <a:prstGeom prst="rect">
              <a:avLst/>
            </a:prstGeom>
            <a:noFill/>
            <a:ln w="12700">
              <a:noFill/>
            </a:ln>
          </p:spPr>
          <p:txBody>
            <a:bodyPr wrap="square">
              <a:spAutoFit/>
            </a:bodyPr>
            <a:lstStyle>
              <a:defPPr>
                <a:defRPr lang="zh-CN"/>
              </a:defPPr>
              <a:lvl1pPr algn="ctr">
                <a:lnSpc>
                  <a:spcPct val="90000"/>
                </a:lnSpc>
                <a:defRPr sz="2000" b="1">
                  <a:effectLst/>
                  <a:latin typeface="宋体" panose="02010600030101010101" pitchFamily="2" charset="-122"/>
                  <a:ea typeface="宋体" panose="02010600030101010101" pitchFamily="2" charset="-122"/>
                </a:defRPr>
              </a:lvl1pPr>
            </a:lstStyle>
            <a:p>
              <a:r>
                <a:rPr lang="zh-CN" altLang="en-US" sz="1800" noProof="1"/>
                <a:t>无向网</a:t>
              </a:r>
              <a:r>
                <a:rPr lang="en-US" altLang="zh-CN" sz="1800" noProof="1">
                  <a:latin typeface="Courier New" panose="02070309020205020404" pitchFamily="49" charset="0"/>
                  <a:cs typeface="Courier New" panose="02070309020205020404" pitchFamily="49" charset="0"/>
                </a:rPr>
                <a:t>G</a:t>
              </a:r>
              <a:endParaRPr lang="zh-CN" altLang="en-US" sz="1800" noProof="1">
                <a:latin typeface="Courier New" panose="02070309020205020404" pitchFamily="49" charset="0"/>
                <a:cs typeface="Courier New" panose="02070309020205020404" pitchFamily="49" charset="0"/>
              </a:endParaRPr>
            </a:p>
          </p:txBody>
        </p:sp>
      </p:grpSp>
      <p:sp>
        <p:nvSpPr>
          <p:cNvPr id="45" name="文本框 44">
            <a:extLst>
              <a:ext uri="{FF2B5EF4-FFF2-40B4-BE49-F238E27FC236}">
                <a16:creationId xmlns:a16="http://schemas.microsoft.com/office/drawing/2014/main" id="{DF8EE5E4-0E2C-F10D-4B74-6C94A00A9F83}"/>
              </a:ext>
            </a:extLst>
          </p:cNvPr>
          <p:cNvSpPr txBox="1"/>
          <p:nvPr/>
        </p:nvSpPr>
        <p:spPr>
          <a:xfrm>
            <a:off x="1531306" y="4354131"/>
            <a:ext cx="142668" cy="307777"/>
          </a:xfrm>
          <a:prstGeom prst="rect">
            <a:avLst/>
          </a:prstGeom>
          <a:noFill/>
        </p:spPr>
        <p:txBody>
          <a:bodyPr wrap="none" lIns="0" tIns="0" rIns="0" bIns="0" rtlCol="0" anchor="ctr" anchorCtr="1">
            <a:spAutoFit/>
          </a:bodyPr>
          <a:lstStyle/>
          <a:p>
            <a:r>
              <a:rPr lang="en-US" altLang="zh-CN" sz="2000" b="1" dirty="0">
                <a:solidFill>
                  <a:srgbClr val="C00000"/>
                </a:solidFill>
              </a:rPr>
              <a:t>0</a:t>
            </a:r>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C2B9B242-C379-9B7D-572F-67D31D5F37F4}"/>
                  </a:ext>
                </a:extLst>
              </p:cNvPr>
              <p:cNvSpPr txBox="1"/>
              <p:nvPr/>
            </p:nvSpPr>
            <p:spPr>
              <a:xfrm>
                <a:off x="1459047" y="5078140"/>
                <a:ext cx="2456973" cy="1458541"/>
              </a:xfrm>
              <a:prstGeom prst="rect">
                <a:avLst/>
              </a:prstGeom>
              <a:solidFill>
                <a:schemeClr val="tx2">
                  <a:lumMod val="10000"/>
                  <a:lumOff val="9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m>
                            <m:mPr>
                              <m:mcs>
                                <m:mc>
                                  <m:mcPr>
                                    <m:count m:val="2"/>
                                    <m:mcJc m:val="center"/>
                                  </m:mcPr>
                                </m:mc>
                              </m:mcs>
                              <m:ctrlPr>
                                <a:rPr lang="en-US" altLang="zh-CN" i="1" smtClean="0">
                                  <a:latin typeface="Cambria Math" panose="02040503050406030204" pitchFamily="18" charset="0"/>
                                </a:rPr>
                              </m:ctrlPr>
                            </m:mPr>
                            <m:mr>
                              <m:e>
                                <m:r>
                                  <m:rPr>
                                    <m:brk m:alnAt="7"/>
                                  </m:rPr>
                                  <a:rPr lang="en-US" altLang="zh-CN" i="1" smtClean="0">
                                    <a:latin typeface="Cambria Math" panose="02040503050406030204" pitchFamily="18" charset="0"/>
                                  </a:rPr>
                                  <m:t>∞</m:t>
                                </m:r>
                              </m:e>
                              <m:e>
                                <m:r>
                                  <a:rPr lang="en-US" altLang="zh-CN" b="0" i="1" smtClean="0">
                                    <a:latin typeface="Cambria Math" panose="02040503050406030204" pitchFamily="18" charset="0"/>
                                  </a:rPr>
                                  <m:t> </m:t>
                                </m:r>
                                <m:m>
                                  <m:mPr>
                                    <m:mcs>
                                      <m:mc>
                                        <m:mcPr>
                                          <m:count m:val="3"/>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6</m:t>
                                      </m:r>
                                    </m:e>
                                    <m:e>
                                      <m:r>
                                        <a:rPr lang="en-US" altLang="zh-CN" b="0" i="1" smtClean="0">
                                          <a:latin typeface="Cambria Math" panose="02040503050406030204" pitchFamily="18" charset="0"/>
                                        </a:rPr>
                                        <m:t>  1</m:t>
                                      </m:r>
                                    </m:e>
                                    <m:e>
                                      <m:m>
                                        <m:mPr>
                                          <m:mcs>
                                            <m:mc>
                                              <m:mcPr>
                                                <m:count m:val="3"/>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 </m:t>
                                            </m:r>
                                            <m:r>
                                              <a:rPr lang="en-US" altLang="zh-CN" b="0" i="1" smtClean="0">
                                                <a:latin typeface="Cambria Math" panose="02040503050406030204" pitchFamily="18" charset="0"/>
                                              </a:rPr>
                                              <m:t> 5</m:t>
                                            </m:r>
                                          </m:e>
                                          <m:e>
                                            <m:r>
                                              <m:rPr>
                                                <m:brk m:alnAt="7"/>
                                              </m:rPr>
                                              <a:rPr lang="en-US" altLang="zh-CN" i="1">
                                                <a:latin typeface="Cambria Math" panose="02040503050406030204" pitchFamily="18" charset="0"/>
                                              </a:rPr>
                                              <m:t>∞</m:t>
                                            </m:r>
                                          </m:e>
                                          <m:e>
                                            <m:r>
                                              <m:rPr>
                                                <m:brk m:alnAt="7"/>
                                              </m:rPr>
                                              <a:rPr lang="en-US" altLang="zh-CN" i="1">
                                                <a:latin typeface="Cambria Math" panose="02040503050406030204" pitchFamily="18" charset="0"/>
                                              </a:rPr>
                                              <m:t>∞</m:t>
                                            </m:r>
                                          </m:e>
                                        </m:mr>
                                      </m:m>
                                    </m:e>
                                  </m:mr>
                                </m:m>
                              </m:e>
                            </m:mr>
                            <m:m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6</m:t>
                                      </m:r>
                                    </m:e>
                                  </m:mr>
                                  <m:m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1</m:t>
                                            </m:r>
                                          </m:e>
                                        </m:mr>
                                        <m:mr>
                                          <m:e>
                                            <m:r>
                                              <a:rPr lang="en-US" altLang="zh-CN" b="0" i="1" smtClean="0">
                                                <a:latin typeface="Cambria Math" panose="02040503050406030204" pitchFamily="18" charset="0"/>
                                              </a:rPr>
                                              <m:t>5</m:t>
                                            </m:r>
                                          </m:e>
                                        </m:mr>
                                        <m:mr>
                                          <m:e>
                                            <m:m>
                                              <m:mPr>
                                                <m:mcs>
                                                  <m:mc>
                                                    <m:mcPr>
                                                      <m:count m:val="1"/>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m:t>
                                                  </m:r>
                                                </m:e>
                                              </m:mr>
                                              <m:mr>
                                                <m:e>
                                                  <m:r>
                                                    <m:rPr>
                                                      <m:brk m:alnAt="7"/>
                                                    </m:rPr>
                                                    <a:rPr lang="en-US" altLang="zh-CN" i="1">
                                                      <a:latin typeface="Cambria Math" panose="02040503050406030204" pitchFamily="18" charset="0"/>
                                                    </a:rPr>
                                                    <m:t>∞</m:t>
                                                  </m:r>
                                                </m:e>
                                              </m:mr>
                                            </m:m>
                                          </m:e>
                                        </m:mr>
                                      </m:m>
                                    </m:e>
                                  </m:mr>
                                </m:m>
                              </m:e>
                              <m:e>
                                <m:m>
                                  <m:mPr>
                                    <m:mcs>
                                      <m:mc>
                                        <m:mcPr>
                                          <m:count m:val="1"/>
                                          <m:mcJc m:val="center"/>
                                        </m:mcPr>
                                      </m:mc>
                                    </m:mcs>
                                    <m:ctrlPr>
                                      <a:rPr lang="en-US" altLang="zh-CN" i="1" smtClean="0">
                                        <a:latin typeface="Cambria Math" panose="02040503050406030204" pitchFamily="18" charset="0"/>
                                      </a:rPr>
                                    </m:ctrlPr>
                                  </m:mPr>
                                  <m:mr>
                                    <m:e>
                                      <m:m>
                                        <m:mPr>
                                          <m:mcs>
                                            <m:mc>
                                              <m:mcPr>
                                                <m:count m:val="3"/>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m:t>
                                            </m:r>
                                          </m:e>
                                          <m:e>
                                            <m:r>
                                              <a:rPr lang="en-US" altLang="zh-CN" b="0" i="1" smtClean="0">
                                                <a:latin typeface="Cambria Math" panose="02040503050406030204" pitchFamily="18" charset="0"/>
                                              </a:rPr>
                                              <m:t> 5</m:t>
                                            </m:r>
                                          </m:e>
                                          <m:e>
                                            <m:m>
                                              <m:mPr>
                                                <m:mcs>
                                                  <m:mc>
                                                    <m:mcPr>
                                                      <m:count m:val="3"/>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 </m:t>
                                                  </m:r>
                                                  <m:r>
                                                    <a:rPr lang="en-US" altLang="zh-CN" i="1">
                                                      <a:latin typeface="Cambria Math" panose="02040503050406030204" pitchFamily="18" charset="0"/>
                                                    </a:rPr>
                                                    <m:t>∞</m:t>
                                                  </m:r>
                                                </m:e>
                                                <m:e>
                                                  <m:r>
                                                    <a:rPr lang="en-US" altLang="zh-CN" b="0" i="1" smtClean="0">
                                                      <a:latin typeface="Cambria Math" panose="02040503050406030204" pitchFamily="18" charset="0"/>
                                                    </a:rPr>
                                                    <m:t>3</m:t>
                                                  </m:r>
                                                </m:e>
                                                <m:e>
                                                  <m:r>
                                                    <a:rPr lang="en-US" altLang="zh-CN" b="0" i="1" smtClean="0">
                                                      <a:latin typeface="Cambria Math" panose="02040503050406030204" pitchFamily="18" charset="0"/>
                                                    </a:rPr>
                                                    <m:t> </m:t>
                                                  </m:r>
                                                  <m:r>
                                                    <m:rPr>
                                                      <m:brk m:alnAt="7"/>
                                                    </m:rPr>
                                                    <a:rPr lang="en-US" altLang="zh-CN" i="1">
                                                      <a:latin typeface="Cambria Math" panose="02040503050406030204" pitchFamily="18" charset="0"/>
                                                    </a:rPr>
                                                    <m:t>∞</m:t>
                                                  </m:r>
                                                </m:e>
                                              </m:mr>
                                            </m:m>
                                          </m:e>
                                        </m:mr>
                                      </m:m>
                                    </m:e>
                                  </m:mr>
                                  <m:mr>
                                    <m:e>
                                      <m:m>
                                        <m:mPr>
                                          <m:mcs>
                                            <m:mc>
                                              <m:mcPr>
                                                <m:count m:val="3"/>
                                                <m:mcJc m:val="center"/>
                                              </m:mcPr>
                                            </m:mc>
                                          </m:mcs>
                                          <m:ctrlPr>
                                            <a:rPr lang="en-US" altLang="zh-CN" i="1" smtClean="0">
                                              <a:latin typeface="Cambria Math" panose="02040503050406030204" pitchFamily="18" charset="0"/>
                                            </a:rPr>
                                          </m:ctrlPr>
                                        </m:mPr>
                                        <m:mr>
                                          <m:e>
                                            <m:m>
                                              <m:mPr>
                                                <m:mcs>
                                                  <m:mc>
                                                    <m:mcPr>
                                                      <m:count m:val="3"/>
                                                      <m:mcJc m:val="center"/>
                                                    </m:mcPr>
                                                  </m:mc>
                                                </m:mcs>
                                                <m:ctrlPr>
                                                  <a:rPr lang="en-US" altLang="zh-CN" i="1" smtClean="0">
                                                    <a:latin typeface="Cambria Math" panose="02040503050406030204" pitchFamily="18" charset="0"/>
                                                  </a:rPr>
                                                </m:ctrlPr>
                                              </m:mPr>
                                              <m:m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5</m:t>
                                                        </m:r>
                                                      </m:e>
                                                    </m:mr>
                                                    <m:mr>
                                                      <m:e>
                                                        <m:r>
                                                          <a:rPr lang="en-US" altLang="zh-CN" b="0" i="1" smtClean="0">
                                                            <a:latin typeface="Cambria Math" panose="02040503050406030204" pitchFamily="18" charset="0"/>
                                                          </a:rPr>
                                                          <m:t> </m:t>
                                                        </m:r>
                                                        <m:r>
                                                          <m:rPr>
                                                            <m:brk m:alnAt="7"/>
                                                          </m:rPr>
                                                          <a:rPr lang="en-US" altLang="zh-CN" i="1">
                                                            <a:latin typeface="Cambria Math" panose="02040503050406030204" pitchFamily="18" charset="0"/>
                                                          </a:rPr>
                                                          <m:t>∞</m:t>
                                                        </m:r>
                                                      </m:e>
                                                    </m:mr>
                                                    <m:m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 </m:t>
                                                              </m:r>
                                                              <m:r>
                                                                <a:rPr lang="en-US" altLang="zh-CN" b="0" i="1" smtClean="0">
                                                                  <a:latin typeface="Cambria Math" panose="02040503050406030204" pitchFamily="18" charset="0"/>
                                                                </a:rPr>
                                                                <m:t>3</m:t>
                                                              </m:r>
                                                            </m:e>
                                                          </m:mr>
                                                          <m:mr>
                                                            <m:e>
                                                              <m:r>
                                                                <a:rPr lang="en-US" altLang="zh-CN" b="0" i="1" smtClean="0">
                                                                  <a:latin typeface="Cambria Math" panose="02040503050406030204" pitchFamily="18" charset="0"/>
                                                                </a:rPr>
                                                                <m:t> </m:t>
                                                              </m:r>
                                                              <m:r>
                                                                <m:rPr>
                                                                  <m:brk m:alnAt="7"/>
                                                                </m:rPr>
                                                                <a:rPr lang="en-US" altLang="zh-CN" i="1">
                                                                  <a:latin typeface="Cambria Math" panose="02040503050406030204" pitchFamily="18" charset="0"/>
                                                                </a:rPr>
                                                                <m:t>∞</m:t>
                                                              </m:r>
                                                            </m:e>
                                                          </m:mr>
                                                        </m:m>
                                                      </m:e>
                                                    </m:mr>
                                                  </m:m>
                                                </m:e>
                                                <m:e>
                                                  <m:m>
                                                    <m:mPr>
                                                      <m:mcs>
                                                        <m:mc>
                                                          <m:mcPr>
                                                            <m:count m:val="1"/>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m:t>
                                                        </m:r>
                                                      </m:e>
                                                    </m:mr>
                                                    <m:mr>
                                                      <m:e>
                                                        <m:r>
                                                          <a:rPr lang="en-US" altLang="zh-CN" b="0" i="1" smtClean="0">
                                                            <a:latin typeface="Cambria Math" panose="02040503050406030204" pitchFamily="18" charset="0"/>
                                                          </a:rPr>
                                                          <m:t>5</m:t>
                                                        </m:r>
                                                      </m:e>
                                                    </m:mr>
                                                    <m:m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6</m:t>
                                                              </m:r>
                                                            </m:e>
                                                          </m:mr>
                                                          <m:mr>
                                                            <m:e>
                                                              <m:r>
                                                                <a:rPr lang="en-US" altLang="zh-CN" b="0" i="1" smtClean="0">
                                                                  <a:latin typeface="Cambria Math" panose="02040503050406030204" pitchFamily="18" charset="0"/>
                                                                </a:rPr>
                                                                <m:t>4</m:t>
                                                              </m:r>
                                                            </m:e>
                                                          </m:mr>
                                                        </m:m>
                                                      </m:e>
                                                    </m:mr>
                                                  </m:m>
                                                </m:e>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5</m:t>
                                                        </m:r>
                                                      </m:e>
                                                    </m:mr>
                                                    <m:mr>
                                                      <m:e>
                                                        <m:r>
                                                          <m:rPr>
                                                            <m:brk m:alnAt="7"/>
                                                          </m:rPr>
                                                          <a:rPr lang="en-US" altLang="zh-CN" i="1">
                                                            <a:latin typeface="Cambria Math" panose="02040503050406030204" pitchFamily="18" charset="0"/>
                                                          </a:rPr>
                                                          <m:t>∞</m:t>
                                                        </m:r>
                                                      </m:e>
                                                    </m:mr>
                                                    <m:mr>
                                                      <m:e>
                                                        <m:m>
                                                          <m:mPr>
                                                            <m:mcs>
                                                              <m:mc>
                                                                <m:mcPr>
                                                                  <m:count m:val="1"/>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m:t>
                                                              </m:r>
                                                            </m:e>
                                                          </m:mr>
                                                          <m:mr>
                                                            <m:e>
                                                              <m:r>
                                                                <a:rPr lang="en-US" altLang="zh-CN" b="0" i="1" smtClean="0">
                                                                  <a:latin typeface="Cambria Math" panose="02040503050406030204" pitchFamily="18" charset="0"/>
                                                                </a:rPr>
                                                                <m:t>2</m:t>
                                                              </m:r>
                                                            </m:e>
                                                          </m:mr>
                                                        </m:m>
                                                      </m:e>
                                                    </m:mr>
                                                  </m:m>
                                                </m:e>
                                              </m:mr>
                                            </m:m>
                                          </m:e>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6</m:t>
                                                  </m:r>
                                                </m:e>
                                              </m:mr>
                                              <m:mr>
                                                <m:e>
                                                  <m:r>
                                                    <m:rPr>
                                                      <m:brk m:alnAt="7"/>
                                                    </m:rPr>
                                                    <a:rPr lang="en-US" altLang="zh-CN" i="1">
                                                      <a:latin typeface="Cambria Math" panose="02040503050406030204" pitchFamily="18" charset="0"/>
                                                    </a:rPr>
                                                    <m:t>∞</m:t>
                                                  </m:r>
                                                </m:e>
                                              </m:mr>
                                              <m:mr>
                                                <m:e>
                                                  <m:m>
                                                    <m:mPr>
                                                      <m:mcs>
                                                        <m:mc>
                                                          <m:mcPr>
                                                            <m:count m:val="1"/>
                                                            <m:mcJc m:val="center"/>
                                                          </m:mcPr>
                                                        </m:mc>
                                                      </m:mcs>
                                                      <m:ctrlPr>
                                                        <a:rPr lang="en-US" altLang="zh-CN" i="1" smtClean="0">
                                                          <a:latin typeface="Cambria Math" panose="02040503050406030204" pitchFamily="18" charset="0"/>
                                                        </a:rPr>
                                                      </m:ctrlPr>
                                                    </m:mPr>
                                                    <m:mr>
                                                      <m:e>
                                                        <m:r>
                                                          <m:rPr>
                                                            <m:brk m:alnAt="7"/>
                                                          </m:rPr>
                                                          <a:rPr lang="en-US" altLang="zh-CN" i="1">
                                                            <a:latin typeface="Cambria Math" panose="02040503050406030204" pitchFamily="18" charset="0"/>
                                                          </a:rPr>
                                                          <m:t>∞</m:t>
                                                        </m:r>
                                                      </m:e>
                                                    </m:mr>
                                                    <m:mr>
                                                      <m:e>
                                                        <m:r>
                                                          <a:rPr lang="en-US" altLang="zh-CN" b="0" i="1" smtClean="0">
                                                            <a:latin typeface="Cambria Math" panose="02040503050406030204" pitchFamily="18" charset="0"/>
                                                          </a:rPr>
                                                          <m:t>6</m:t>
                                                        </m:r>
                                                      </m:e>
                                                    </m:mr>
                                                  </m:m>
                                                </m:e>
                                              </m:mr>
                                            </m:m>
                                          </m:e>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4</m:t>
                                                  </m:r>
                                                </m:e>
                                              </m:mr>
                                              <m:mr>
                                                <m:e>
                                                  <m:r>
                                                    <a:rPr lang="en-US" altLang="zh-CN" b="0" i="1" smtClean="0">
                                                      <a:latin typeface="Cambria Math" panose="02040503050406030204" pitchFamily="18" charset="0"/>
                                                    </a:rPr>
                                                    <m:t>2</m:t>
                                                  </m:r>
                                                </m:e>
                                              </m:mr>
                                              <m:m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6</m:t>
                                                        </m:r>
                                                      </m:e>
                                                    </m:mr>
                                                    <m:mr>
                                                      <m:e>
                                                        <m:r>
                                                          <m:rPr>
                                                            <m:brk m:alnAt="7"/>
                                                          </m:rPr>
                                                          <a:rPr lang="en-US" altLang="zh-CN" i="1">
                                                            <a:latin typeface="Cambria Math" panose="02040503050406030204" pitchFamily="18" charset="0"/>
                                                          </a:rPr>
                                                          <m:t>∞</m:t>
                                                        </m:r>
                                                      </m:e>
                                                    </m:mr>
                                                  </m:m>
                                                </m:e>
                                              </m:mr>
                                            </m:m>
                                          </m:e>
                                        </m:mr>
                                      </m:m>
                                    </m:e>
                                  </m:mr>
                                </m:m>
                              </m:e>
                            </m:mr>
                          </m:m>
                        </m:e>
                      </m:d>
                    </m:oMath>
                  </m:oMathPara>
                </a14:m>
                <a:endParaRPr lang="en-US" altLang="zh-CN" dirty="0"/>
              </a:p>
            </p:txBody>
          </p:sp>
        </mc:Choice>
        <mc:Fallback xmlns="">
          <p:sp>
            <p:nvSpPr>
              <p:cNvPr id="54" name="文本框 53">
                <a:extLst>
                  <a:ext uri="{FF2B5EF4-FFF2-40B4-BE49-F238E27FC236}">
                    <a16:creationId xmlns:a16="http://schemas.microsoft.com/office/drawing/2014/main" id="{C2B9B242-C379-9B7D-572F-67D31D5F37F4}"/>
                  </a:ext>
                </a:extLst>
              </p:cNvPr>
              <p:cNvSpPr txBox="1">
                <a:spLocks noRot="1" noChangeAspect="1" noMove="1" noResize="1" noEditPoints="1" noAdjustHandles="1" noChangeArrowheads="1" noChangeShapeType="1" noTextEdit="1"/>
              </p:cNvSpPr>
              <p:nvPr/>
            </p:nvSpPr>
            <p:spPr>
              <a:xfrm>
                <a:off x="1459047" y="5078140"/>
                <a:ext cx="2456973" cy="1458541"/>
              </a:xfrm>
              <a:prstGeom prst="rect">
                <a:avLst/>
              </a:prstGeom>
              <a:blipFill>
                <a:blip r:embed="rId2"/>
                <a:stretch>
                  <a:fillRect r="-2481"/>
                </a:stretch>
              </a:blipFill>
            </p:spPr>
            <p:txBody>
              <a:bodyPr/>
              <a:lstStyle/>
              <a:p>
                <a:r>
                  <a:rPr lang="zh-CN" altLang="en-US">
                    <a:noFill/>
                  </a:rPr>
                  <a:t> </a:t>
                </a:r>
              </a:p>
            </p:txBody>
          </p:sp>
        </mc:Fallback>
      </mc:AlternateContent>
      <p:graphicFrame>
        <p:nvGraphicFramePr>
          <p:cNvPr id="55" name="表格 23">
            <a:extLst>
              <a:ext uri="{FF2B5EF4-FFF2-40B4-BE49-F238E27FC236}">
                <a16:creationId xmlns:a16="http://schemas.microsoft.com/office/drawing/2014/main" id="{D24229DE-CAF0-17AD-FECA-467B05C250E2}"/>
              </a:ext>
            </a:extLst>
          </p:cNvPr>
          <p:cNvGraphicFramePr>
            <a:graphicFrameLocks noGrp="1"/>
          </p:cNvGraphicFramePr>
          <p:nvPr>
            <p:extLst>
              <p:ext uri="{D42A27DB-BD31-4B8C-83A1-F6EECF244321}">
                <p14:modId xmlns:p14="http://schemas.microsoft.com/office/powerpoint/2010/main" val="3554518807"/>
              </p:ext>
            </p:extLst>
          </p:nvPr>
        </p:nvGraphicFramePr>
        <p:xfrm>
          <a:off x="1398744" y="4345958"/>
          <a:ext cx="2577577" cy="670560"/>
        </p:xfrm>
        <a:graphic>
          <a:graphicData uri="http://schemas.openxmlformats.org/drawingml/2006/table">
            <a:tbl>
              <a:tblPr firstRow="1" bandRow="1">
                <a:tableStyleId>{5C22544A-7EE6-4342-B048-85BDC9FD1C3A}</a:tableStyleId>
              </a:tblPr>
              <a:tblGrid>
                <a:gridCol w="406286">
                  <a:extLst>
                    <a:ext uri="{9D8B030D-6E8A-4147-A177-3AD203B41FA5}">
                      <a16:colId xmlns:a16="http://schemas.microsoft.com/office/drawing/2014/main" val="66193535"/>
                    </a:ext>
                  </a:extLst>
                </a:gridCol>
                <a:gridCol w="452907">
                  <a:extLst>
                    <a:ext uri="{9D8B030D-6E8A-4147-A177-3AD203B41FA5}">
                      <a16:colId xmlns:a16="http://schemas.microsoft.com/office/drawing/2014/main" val="3063659661"/>
                    </a:ext>
                  </a:extLst>
                </a:gridCol>
                <a:gridCol w="429596">
                  <a:extLst>
                    <a:ext uri="{9D8B030D-6E8A-4147-A177-3AD203B41FA5}">
                      <a16:colId xmlns:a16="http://schemas.microsoft.com/office/drawing/2014/main" val="2915637025"/>
                    </a:ext>
                  </a:extLst>
                </a:gridCol>
                <a:gridCol w="429596">
                  <a:extLst>
                    <a:ext uri="{9D8B030D-6E8A-4147-A177-3AD203B41FA5}">
                      <a16:colId xmlns:a16="http://schemas.microsoft.com/office/drawing/2014/main" val="3540990174"/>
                    </a:ext>
                  </a:extLst>
                </a:gridCol>
                <a:gridCol w="429596">
                  <a:extLst>
                    <a:ext uri="{9D8B030D-6E8A-4147-A177-3AD203B41FA5}">
                      <a16:colId xmlns:a16="http://schemas.microsoft.com/office/drawing/2014/main" val="1260520005"/>
                    </a:ext>
                  </a:extLst>
                </a:gridCol>
                <a:gridCol w="429596">
                  <a:extLst>
                    <a:ext uri="{9D8B030D-6E8A-4147-A177-3AD203B41FA5}">
                      <a16:colId xmlns:a16="http://schemas.microsoft.com/office/drawing/2014/main" val="3645444890"/>
                    </a:ext>
                  </a:extLst>
                </a:gridCol>
              </a:tblGrid>
              <a:tr h="311051">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0</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1</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2</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3</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4</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5</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1276233"/>
                  </a:ext>
                </a:extLst>
              </a:tr>
              <a:tr h="311051">
                <a:tc>
                  <a:txBody>
                    <a:bodyPr/>
                    <a:lstStyle/>
                    <a:p>
                      <a:pPr algn="ctr"/>
                      <a:r>
                        <a:rPr lang="en-US" altLang="zh-CN" sz="1600" b="1" dirty="0">
                          <a:solidFill>
                            <a:schemeClr val="tx1"/>
                          </a:solidFill>
                          <a:latin typeface="Courier New" panose="02070309020205020404" pitchFamily="49" charset="0"/>
                          <a:cs typeface="Courier New" panose="02070309020205020404" pitchFamily="49" charset="0"/>
                        </a:rPr>
                        <a:t>A</a:t>
                      </a:r>
                      <a:endParaRPr lang="zh-CN" altLang="en-US" sz="16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1" dirty="0">
                          <a:solidFill>
                            <a:schemeClr val="tx1"/>
                          </a:solidFill>
                          <a:latin typeface="Courier New" panose="02070309020205020404" pitchFamily="49" charset="0"/>
                          <a:cs typeface="Courier New" panose="02070309020205020404" pitchFamily="49" charset="0"/>
                        </a:rPr>
                        <a:t>B</a:t>
                      </a:r>
                      <a:endParaRPr lang="zh-CN" altLang="en-US" sz="16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1" dirty="0">
                          <a:solidFill>
                            <a:schemeClr val="tx1"/>
                          </a:solidFill>
                          <a:latin typeface="Courier New" panose="02070309020205020404" pitchFamily="49" charset="0"/>
                          <a:cs typeface="Courier New" panose="02070309020205020404" pitchFamily="49" charset="0"/>
                        </a:rPr>
                        <a:t>C</a:t>
                      </a:r>
                      <a:endParaRPr lang="zh-CN" altLang="en-US" sz="16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1" dirty="0">
                          <a:solidFill>
                            <a:schemeClr val="tx1"/>
                          </a:solidFill>
                          <a:latin typeface="Courier New" panose="02070309020205020404" pitchFamily="49" charset="0"/>
                          <a:cs typeface="Courier New" panose="02070309020205020404" pitchFamily="49" charset="0"/>
                        </a:rPr>
                        <a:t>D</a:t>
                      </a:r>
                      <a:endParaRPr lang="zh-CN" altLang="en-US" sz="16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1" dirty="0">
                          <a:solidFill>
                            <a:schemeClr val="tx1"/>
                          </a:solidFill>
                          <a:latin typeface="Courier New" panose="02070309020205020404" pitchFamily="49" charset="0"/>
                          <a:cs typeface="Courier New" panose="02070309020205020404" pitchFamily="49" charset="0"/>
                        </a:rPr>
                        <a:t>E</a:t>
                      </a:r>
                      <a:endParaRPr lang="zh-CN" altLang="en-US" sz="16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1" dirty="0">
                          <a:solidFill>
                            <a:schemeClr val="tx1"/>
                          </a:solidFill>
                          <a:latin typeface="Courier New" panose="02070309020205020404" pitchFamily="49" charset="0"/>
                          <a:cs typeface="Courier New" panose="02070309020205020404" pitchFamily="49" charset="0"/>
                        </a:rPr>
                        <a:t>F</a:t>
                      </a:r>
                      <a:endParaRPr lang="zh-CN" altLang="en-US" sz="16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26021274"/>
                  </a:ext>
                </a:extLst>
              </a:tr>
            </a:tbl>
          </a:graphicData>
        </a:graphic>
      </p:graphicFrame>
      <p:sp>
        <p:nvSpPr>
          <p:cNvPr id="56" name="文本框 55">
            <a:extLst>
              <a:ext uri="{FF2B5EF4-FFF2-40B4-BE49-F238E27FC236}">
                <a16:creationId xmlns:a16="http://schemas.microsoft.com/office/drawing/2014/main" id="{021A1DEF-B743-FE09-0CA5-A7377460CD1D}"/>
              </a:ext>
            </a:extLst>
          </p:cNvPr>
          <p:cNvSpPr txBox="1"/>
          <p:nvPr/>
        </p:nvSpPr>
        <p:spPr>
          <a:xfrm>
            <a:off x="8820013" y="4838130"/>
            <a:ext cx="412407" cy="483770"/>
          </a:xfrm>
          <a:prstGeom prst="rect">
            <a:avLst/>
          </a:prstGeom>
          <a:noFill/>
        </p:spPr>
        <p:txBody>
          <a:bodyPr wrap="square" lIns="0" tIns="0" rIns="0" bIns="0" rtlCol="0" anchor="ctr" anchorCtr="1">
            <a:spAutoFit/>
          </a:bodyPr>
          <a:lstStyle>
            <a:defPPr>
              <a:defRPr lang="zh-CN"/>
            </a:defPPr>
            <a:lvl1pPr algn="ctr">
              <a:defRPr sz="2400" b="1">
                <a:solidFill>
                  <a:srgbClr val="C00000"/>
                </a:solidFill>
                <a:latin typeface="Courier New" panose="02070309020205020404" pitchFamily="49" charset="0"/>
                <a:cs typeface="Courier New" panose="02070309020205020404" pitchFamily="49" charset="0"/>
              </a:defRPr>
            </a:lvl1pPr>
          </a:lstStyle>
          <a:p>
            <a:pPr>
              <a:lnSpc>
                <a:spcPts val="1800"/>
              </a:lnSpc>
            </a:pPr>
            <a:r>
              <a:rPr lang="en-US" altLang="zh-CN" sz="2000" dirty="0"/>
              <a:t>0</a:t>
            </a:r>
          </a:p>
          <a:p>
            <a:pPr>
              <a:lnSpc>
                <a:spcPts val="1800"/>
              </a:lnSpc>
            </a:pPr>
            <a:r>
              <a:rPr lang="en-US" altLang="zh-CN" sz="2000" dirty="0"/>
              <a:t>A</a:t>
            </a:r>
          </a:p>
        </p:txBody>
      </p:sp>
      <p:sp>
        <p:nvSpPr>
          <p:cNvPr id="57" name="文本框 56">
            <a:extLst>
              <a:ext uri="{FF2B5EF4-FFF2-40B4-BE49-F238E27FC236}">
                <a16:creationId xmlns:a16="http://schemas.microsoft.com/office/drawing/2014/main" id="{3BC177A5-81B8-88AE-2189-83FEAE1FE1AE}"/>
              </a:ext>
            </a:extLst>
          </p:cNvPr>
          <p:cNvSpPr txBox="1"/>
          <p:nvPr/>
        </p:nvSpPr>
        <p:spPr>
          <a:xfrm>
            <a:off x="9273732" y="4841919"/>
            <a:ext cx="216837" cy="488595"/>
          </a:xfrm>
          <a:prstGeom prst="rect">
            <a:avLst/>
          </a:prstGeom>
          <a:noFill/>
        </p:spPr>
        <p:txBody>
          <a:bodyPr wrap="square" lIns="0" tIns="0" rIns="0" bIns="0" rtlCol="0" anchor="ctr" anchorCtr="1">
            <a:spAutoFit/>
          </a:bodyPr>
          <a:lstStyle>
            <a:defPPr>
              <a:defRPr lang="zh-CN"/>
            </a:defPPr>
            <a:lvl1pPr algn="ctr">
              <a:defRPr sz="2400" b="1">
                <a:solidFill>
                  <a:srgbClr val="C00000"/>
                </a:solidFill>
                <a:latin typeface="Courier New" panose="02070309020205020404" pitchFamily="49" charset="0"/>
                <a:cs typeface="Courier New" panose="02070309020205020404" pitchFamily="49" charset="0"/>
              </a:defRPr>
            </a:lvl1pPr>
          </a:lstStyle>
          <a:p>
            <a:pPr>
              <a:lnSpc>
                <a:spcPts val="1800"/>
              </a:lnSpc>
            </a:pPr>
            <a:r>
              <a:rPr lang="en-US" altLang="zh-CN" sz="2000" dirty="0"/>
              <a:t>0A</a:t>
            </a:r>
          </a:p>
        </p:txBody>
      </p:sp>
      <p:sp>
        <p:nvSpPr>
          <p:cNvPr id="58" name="文本框 57">
            <a:extLst>
              <a:ext uri="{FF2B5EF4-FFF2-40B4-BE49-F238E27FC236}">
                <a16:creationId xmlns:a16="http://schemas.microsoft.com/office/drawing/2014/main" id="{6128AD99-689D-EBD4-E770-179AA8E1B56B}"/>
              </a:ext>
            </a:extLst>
          </p:cNvPr>
          <p:cNvSpPr txBox="1"/>
          <p:nvPr/>
        </p:nvSpPr>
        <p:spPr>
          <a:xfrm>
            <a:off x="8493692" y="4841155"/>
            <a:ext cx="328948" cy="480901"/>
          </a:xfrm>
          <a:prstGeom prst="rect">
            <a:avLst/>
          </a:prstGeom>
          <a:noFill/>
        </p:spPr>
        <p:txBody>
          <a:bodyPr wrap="square" lIns="0" tIns="0" rIns="0" bIns="0" rtlCol="0" anchor="ctr" anchorCtr="1">
            <a:spAutoFit/>
          </a:bodyPr>
          <a:lstStyle>
            <a:defPPr>
              <a:defRPr lang="zh-CN"/>
            </a:defPPr>
            <a:lvl1pPr algn="ctr">
              <a:defRPr sz="2400" b="1">
                <a:solidFill>
                  <a:srgbClr val="C00000"/>
                </a:solidFill>
                <a:latin typeface="Courier New" panose="02070309020205020404" pitchFamily="49" charset="0"/>
                <a:cs typeface="Courier New" panose="02070309020205020404" pitchFamily="49" charset="0"/>
              </a:defRPr>
            </a:lvl1pPr>
          </a:lstStyle>
          <a:p>
            <a:pPr>
              <a:lnSpc>
                <a:spcPts val="1800"/>
              </a:lnSpc>
            </a:pPr>
            <a:r>
              <a:rPr lang="en-US" altLang="zh-CN" sz="2000" dirty="0"/>
              <a:t>0</a:t>
            </a:r>
          </a:p>
          <a:p>
            <a:pPr>
              <a:lnSpc>
                <a:spcPts val="1800"/>
              </a:lnSpc>
            </a:pPr>
            <a:r>
              <a:rPr lang="en-US" altLang="zh-CN" sz="2000" dirty="0"/>
              <a:t>A</a:t>
            </a:r>
          </a:p>
        </p:txBody>
      </p:sp>
      <p:sp>
        <p:nvSpPr>
          <p:cNvPr id="59" name="文本框 58">
            <a:extLst>
              <a:ext uri="{FF2B5EF4-FFF2-40B4-BE49-F238E27FC236}">
                <a16:creationId xmlns:a16="http://schemas.microsoft.com/office/drawing/2014/main" id="{0C67692B-F946-8B49-9AA1-400E3BAB961B}"/>
              </a:ext>
            </a:extLst>
          </p:cNvPr>
          <p:cNvSpPr txBox="1"/>
          <p:nvPr/>
        </p:nvSpPr>
        <p:spPr>
          <a:xfrm>
            <a:off x="9563152" y="4838129"/>
            <a:ext cx="328948" cy="480901"/>
          </a:xfrm>
          <a:prstGeom prst="rect">
            <a:avLst/>
          </a:prstGeom>
          <a:noFill/>
        </p:spPr>
        <p:txBody>
          <a:bodyPr wrap="square" lIns="0" tIns="0" rIns="0" bIns="0" rtlCol="0" anchor="ctr" anchorCtr="1">
            <a:spAutoFit/>
          </a:bodyPr>
          <a:lstStyle>
            <a:defPPr>
              <a:defRPr lang="zh-CN"/>
            </a:defPPr>
            <a:lvl1pPr algn="ctr">
              <a:defRPr sz="2400" b="1">
                <a:solidFill>
                  <a:srgbClr val="C00000"/>
                </a:solidFill>
                <a:latin typeface="Courier New" panose="02070309020205020404" pitchFamily="49" charset="0"/>
                <a:cs typeface="Courier New" panose="02070309020205020404" pitchFamily="49" charset="0"/>
              </a:defRPr>
            </a:lvl1pPr>
          </a:lstStyle>
          <a:p>
            <a:pPr>
              <a:lnSpc>
                <a:spcPts val="1800"/>
              </a:lnSpc>
            </a:pPr>
            <a:r>
              <a:rPr lang="en-US" altLang="zh-CN" sz="2000" dirty="0"/>
              <a:t>0</a:t>
            </a:r>
          </a:p>
          <a:p>
            <a:pPr>
              <a:lnSpc>
                <a:spcPts val="1800"/>
              </a:lnSpc>
            </a:pPr>
            <a:r>
              <a:rPr lang="en-US" altLang="zh-CN" sz="2000" dirty="0"/>
              <a:t>A</a:t>
            </a:r>
          </a:p>
        </p:txBody>
      </p:sp>
      <p:sp>
        <p:nvSpPr>
          <p:cNvPr id="60" name="文本框 59">
            <a:extLst>
              <a:ext uri="{FF2B5EF4-FFF2-40B4-BE49-F238E27FC236}">
                <a16:creationId xmlns:a16="http://schemas.microsoft.com/office/drawing/2014/main" id="{0BCD5326-54BB-CB30-570C-23F7866BD908}"/>
              </a:ext>
            </a:extLst>
          </p:cNvPr>
          <p:cNvSpPr txBox="1"/>
          <p:nvPr/>
        </p:nvSpPr>
        <p:spPr>
          <a:xfrm>
            <a:off x="9929109" y="4840315"/>
            <a:ext cx="328948" cy="480901"/>
          </a:xfrm>
          <a:prstGeom prst="rect">
            <a:avLst/>
          </a:prstGeom>
          <a:noFill/>
        </p:spPr>
        <p:txBody>
          <a:bodyPr wrap="square" lIns="0" tIns="0" rIns="0" bIns="0" rtlCol="0" anchor="ctr" anchorCtr="1">
            <a:spAutoFit/>
          </a:bodyPr>
          <a:lstStyle>
            <a:defPPr>
              <a:defRPr lang="zh-CN"/>
            </a:defPPr>
            <a:lvl1pPr algn="ctr">
              <a:defRPr sz="2400" b="1">
                <a:solidFill>
                  <a:srgbClr val="C00000"/>
                </a:solidFill>
                <a:latin typeface="Courier New" panose="02070309020205020404" pitchFamily="49" charset="0"/>
                <a:cs typeface="Courier New" panose="02070309020205020404" pitchFamily="49" charset="0"/>
              </a:defRPr>
            </a:lvl1pPr>
          </a:lstStyle>
          <a:p>
            <a:pPr>
              <a:lnSpc>
                <a:spcPts val="1800"/>
              </a:lnSpc>
            </a:pPr>
            <a:r>
              <a:rPr lang="en-US" altLang="zh-CN" sz="2000" dirty="0"/>
              <a:t>0</a:t>
            </a:r>
          </a:p>
          <a:p>
            <a:pPr>
              <a:lnSpc>
                <a:spcPts val="1800"/>
              </a:lnSpc>
            </a:pPr>
            <a:r>
              <a:rPr lang="en-US" altLang="zh-CN" sz="2000" dirty="0"/>
              <a:t>A</a:t>
            </a:r>
          </a:p>
        </p:txBody>
      </p:sp>
      <p:sp>
        <p:nvSpPr>
          <p:cNvPr id="62" name="文本框 61">
            <a:extLst>
              <a:ext uri="{FF2B5EF4-FFF2-40B4-BE49-F238E27FC236}">
                <a16:creationId xmlns:a16="http://schemas.microsoft.com/office/drawing/2014/main" id="{45E82B76-0AA7-7D70-3341-921571FD18F8}"/>
              </a:ext>
            </a:extLst>
          </p:cNvPr>
          <p:cNvSpPr txBox="1"/>
          <p:nvPr/>
        </p:nvSpPr>
        <p:spPr>
          <a:xfrm>
            <a:off x="4326680" y="291999"/>
            <a:ext cx="3222357" cy="400110"/>
          </a:xfrm>
          <a:prstGeom prst="rect">
            <a:avLst/>
          </a:prstGeom>
          <a:noFill/>
        </p:spPr>
        <p:txBody>
          <a:bodyPr wrap="none" rtlCol="0">
            <a:spAutoFit/>
          </a:bodyPr>
          <a:lstStyle/>
          <a:p>
            <a:r>
              <a:rPr lang="zh-CN" altLang="en-US" sz="2000" b="1" dirty="0">
                <a:solidFill>
                  <a:srgbClr val="333DFF"/>
                </a:solidFill>
                <a:effectLst>
                  <a:outerShdw blurRad="38100" dist="38100" dir="2700000" algn="tl">
                    <a:srgbClr val="000000">
                      <a:alpha val="43137"/>
                    </a:srgbClr>
                  </a:outerShdw>
                </a:effectLst>
              </a:rPr>
              <a:t>第一步：构建辅助小顶堆</a:t>
            </a:r>
            <a:r>
              <a:rPr lang="en-US" altLang="zh-CN" sz="2000" b="1" dirty="0">
                <a:solidFill>
                  <a:srgbClr val="333DFF"/>
                </a:solidFill>
                <a:effectLst>
                  <a:outerShdw blurRad="38100" dist="38100" dir="2700000" algn="tl">
                    <a:srgbClr val="000000">
                      <a:alpha val="43137"/>
                    </a:srgbClr>
                  </a:outerShdw>
                </a:effectLst>
              </a:rPr>
              <a:t>H</a:t>
            </a:r>
            <a:endParaRPr lang="zh-CN" altLang="en-US" sz="2000" b="1" dirty="0">
              <a:solidFill>
                <a:srgbClr val="333DFF"/>
              </a:solidFill>
              <a:effectLst>
                <a:outerShdw blurRad="38100" dist="38100" dir="2700000" algn="tl">
                  <a:srgbClr val="000000">
                    <a:alpha val="43137"/>
                  </a:srgbClr>
                </a:outerShdw>
              </a:effectLst>
            </a:endParaRPr>
          </a:p>
        </p:txBody>
      </p:sp>
      <p:sp>
        <p:nvSpPr>
          <p:cNvPr id="64" name="文本框 63">
            <a:extLst>
              <a:ext uri="{FF2B5EF4-FFF2-40B4-BE49-F238E27FC236}">
                <a16:creationId xmlns:a16="http://schemas.microsoft.com/office/drawing/2014/main" id="{ACF4589C-BC16-9F2D-0379-87A222F2F890}"/>
              </a:ext>
            </a:extLst>
          </p:cNvPr>
          <p:cNvSpPr txBox="1"/>
          <p:nvPr/>
        </p:nvSpPr>
        <p:spPr>
          <a:xfrm>
            <a:off x="1866164" y="4051803"/>
            <a:ext cx="1526380" cy="369332"/>
          </a:xfrm>
          <a:prstGeom prst="rect">
            <a:avLst/>
          </a:prstGeom>
          <a:noFill/>
        </p:spPr>
        <p:txBody>
          <a:bodyPr wrap="none" rtlCol="0">
            <a:spAutoFit/>
          </a:bodyPr>
          <a:lstStyle/>
          <a:p>
            <a:r>
              <a:rPr lang="en-US" altLang="zh-CN" b="1" dirty="0">
                <a:solidFill>
                  <a:srgbClr val="041ABC"/>
                </a:solidFill>
                <a:effectLst>
                  <a:outerShdw blurRad="38100" dist="38100" dir="2700000" algn="tl">
                    <a:srgbClr val="000000">
                      <a:alpha val="43137"/>
                    </a:srgbClr>
                  </a:outerShdw>
                </a:effectLst>
              </a:rPr>
              <a:t>G</a:t>
            </a:r>
            <a:r>
              <a:rPr lang="zh-CN" altLang="en-US" b="1" dirty="0">
                <a:solidFill>
                  <a:srgbClr val="041ABC"/>
                </a:solidFill>
                <a:effectLst>
                  <a:outerShdw blurRad="38100" dist="38100" dir="2700000" algn="tl">
                    <a:srgbClr val="000000">
                      <a:alpha val="43137"/>
                    </a:srgbClr>
                  </a:outerShdw>
                </a:effectLst>
              </a:rPr>
              <a:t>的邻接矩阵</a:t>
            </a:r>
          </a:p>
        </p:txBody>
      </p:sp>
      <p:sp>
        <p:nvSpPr>
          <p:cNvPr id="65" name="文本框 64">
            <a:extLst>
              <a:ext uri="{FF2B5EF4-FFF2-40B4-BE49-F238E27FC236}">
                <a16:creationId xmlns:a16="http://schemas.microsoft.com/office/drawing/2014/main" id="{98D0DF51-FA5F-E113-C59C-2BC8C970086A}"/>
              </a:ext>
            </a:extLst>
          </p:cNvPr>
          <p:cNvSpPr txBox="1"/>
          <p:nvPr/>
        </p:nvSpPr>
        <p:spPr>
          <a:xfrm>
            <a:off x="5663644" y="732189"/>
            <a:ext cx="574464" cy="400110"/>
          </a:xfrm>
          <a:prstGeom prst="rect">
            <a:avLst/>
          </a:prstGeom>
          <a:noFill/>
        </p:spPr>
        <p:txBody>
          <a:bodyPr wrap="square" rtlCol="0">
            <a:spAutoFit/>
          </a:bodyPr>
          <a:lstStyle/>
          <a:p>
            <a:pPr algn="ctr"/>
            <a:r>
              <a:rPr lang="en-US" altLang="zh-CN" sz="2000" b="1" dirty="0">
                <a:solidFill>
                  <a:srgbClr val="C00000"/>
                </a:solidFill>
              </a:rPr>
              <a:t>'A'</a:t>
            </a:r>
            <a:endParaRPr lang="zh-CN" altLang="en-US" sz="2000" b="1" dirty="0">
              <a:solidFill>
                <a:srgbClr val="C00000"/>
              </a:solidFill>
            </a:endParaRPr>
          </a:p>
        </p:txBody>
      </p:sp>
      <p:sp>
        <p:nvSpPr>
          <p:cNvPr id="66" name="椭圆 65">
            <a:extLst>
              <a:ext uri="{FF2B5EF4-FFF2-40B4-BE49-F238E27FC236}">
                <a16:creationId xmlns:a16="http://schemas.microsoft.com/office/drawing/2014/main" id="{22E26645-924D-E403-38D9-4B9CD2FB55C9}"/>
              </a:ext>
            </a:extLst>
          </p:cNvPr>
          <p:cNvSpPr>
            <a:spLocks noChangeArrowheads="1"/>
          </p:cNvSpPr>
          <p:nvPr/>
        </p:nvSpPr>
        <p:spPr bwMode="auto">
          <a:xfrm>
            <a:off x="4449579" y="5141189"/>
            <a:ext cx="388127" cy="369760"/>
          </a:xfrm>
          <a:prstGeom prst="ellipse">
            <a:avLst/>
          </a:prstGeom>
          <a:solidFill>
            <a:schemeClr val="accent2">
              <a:lumMod val="20000"/>
              <a:lumOff val="80000"/>
            </a:schemeClr>
          </a:solidFill>
          <a:ln w="19050" cap="sq">
            <a:solidFill>
              <a:schemeClr val="tx1"/>
            </a:solidFill>
            <a:round/>
            <a:headEnd type="none" w="sm" len="sm"/>
            <a:tailEnd type="none" w="sm" len="sm"/>
          </a:ln>
        </p:spPr>
        <p:txBody>
          <a:bodyPr wrap="none" lIns="72000" tIns="0" anchor="ctr"/>
          <a:lstStyle/>
          <a:p>
            <a:pPr algn="ctr"/>
            <a:r>
              <a:rPr lang="en-US" altLang="zh-CN" sz="2400" b="1" dirty="0">
                <a:solidFill>
                  <a:srgbClr val="C00000"/>
                </a:solidFill>
                <a:latin typeface="Times New Roman" panose="02020603050405020304" pitchFamily="18" charset="0"/>
                <a:cs typeface="Times New Roman" panose="02020603050405020304" pitchFamily="18" charset="0"/>
              </a:rPr>
              <a:t>A</a:t>
            </a:r>
          </a:p>
        </p:txBody>
      </p:sp>
      <p:graphicFrame>
        <p:nvGraphicFramePr>
          <p:cNvPr id="67" name="表格 23">
            <a:extLst>
              <a:ext uri="{FF2B5EF4-FFF2-40B4-BE49-F238E27FC236}">
                <a16:creationId xmlns:a16="http://schemas.microsoft.com/office/drawing/2014/main" id="{9267CEB8-B1E2-1147-92F3-101C6B0D7EE3}"/>
              </a:ext>
            </a:extLst>
          </p:cNvPr>
          <p:cNvGraphicFramePr>
            <a:graphicFrameLocks noGrp="1"/>
          </p:cNvGraphicFramePr>
          <p:nvPr>
            <p:extLst>
              <p:ext uri="{D42A27DB-BD31-4B8C-83A1-F6EECF244321}">
                <p14:modId xmlns:p14="http://schemas.microsoft.com/office/powerpoint/2010/main" val="338616446"/>
              </p:ext>
            </p:extLst>
          </p:nvPr>
        </p:nvGraphicFramePr>
        <p:xfrm>
          <a:off x="8090287" y="5581272"/>
          <a:ext cx="2167770" cy="707291"/>
        </p:xfrm>
        <a:graphic>
          <a:graphicData uri="http://schemas.openxmlformats.org/drawingml/2006/table">
            <a:tbl>
              <a:tblPr firstRow="1" bandRow="1">
                <a:tableStyleId>{5C22544A-7EE6-4342-B048-85BDC9FD1C3A}</a:tableStyleId>
              </a:tblPr>
              <a:tblGrid>
                <a:gridCol w="341690">
                  <a:extLst>
                    <a:ext uri="{9D8B030D-6E8A-4147-A177-3AD203B41FA5}">
                      <a16:colId xmlns:a16="http://schemas.microsoft.com/office/drawing/2014/main" val="66193535"/>
                    </a:ext>
                  </a:extLst>
                </a:gridCol>
                <a:gridCol w="380900">
                  <a:extLst>
                    <a:ext uri="{9D8B030D-6E8A-4147-A177-3AD203B41FA5}">
                      <a16:colId xmlns:a16="http://schemas.microsoft.com/office/drawing/2014/main" val="3063659661"/>
                    </a:ext>
                  </a:extLst>
                </a:gridCol>
                <a:gridCol w="361295">
                  <a:extLst>
                    <a:ext uri="{9D8B030D-6E8A-4147-A177-3AD203B41FA5}">
                      <a16:colId xmlns:a16="http://schemas.microsoft.com/office/drawing/2014/main" val="2915637025"/>
                    </a:ext>
                  </a:extLst>
                </a:gridCol>
                <a:gridCol w="361295">
                  <a:extLst>
                    <a:ext uri="{9D8B030D-6E8A-4147-A177-3AD203B41FA5}">
                      <a16:colId xmlns:a16="http://schemas.microsoft.com/office/drawing/2014/main" val="3540990174"/>
                    </a:ext>
                  </a:extLst>
                </a:gridCol>
                <a:gridCol w="361295">
                  <a:extLst>
                    <a:ext uri="{9D8B030D-6E8A-4147-A177-3AD203B41FA5}">
                      <a16:colId xmlns:a16="http://schemas.microsoft.com/office/drawing/2014/main" val="1260520005"/>
                    </a:ext>
                  </a:extLst>
                </a:gridCol>
                <a:gridCol w="361295">
                  <a:extLst>
                    <a:ext uri="{9D8B030D-6E8A-4147-A177-3AD203B41FA5}">
                      <a16:colId xmlns:a16="http://schemas.microsoft.com/office/drawing/2014/main" val="3645444890"/>
                    </a:ext>
                  </a:extLst>
                </a:gridCol>
              </a:tblGrid>
              <a:tr h="311051">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0</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1</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2</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3</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4</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5</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1276233"/>
                  </a:ext>
                </a:extLst>
              </a:tr>
              <a:tr h="311051">
                <a:tc>
                  <a:txBody>
                    <a:bodyPr/>
                    <a:lstStyle/>
                    <a:p>
                      <a:pPr algn="ctr"/>
                      <a:endParaRPr lang="zh-CN" altLang="en-US" sz="20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CN" altLang="en-US" sz="20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endParaRPr lang="zh-CN" altLang="en-US" sz="20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endParaRPr lang="zh-CN" altLang="en-US" sz="20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endParaRPr lang="zh-CN" altLang="en-US" sz="20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endParaRPr lang="zh-CN" altLang="en-US" sz="20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6021274"/>
                  </a:ext>
                </a:extLst>
              </a:tr>
            </a:tbl>
          </a:graphicData>
        </a:graphic>
      </p:graphicFrame>
      <p:sp>
        <p:nvSpPr>
          <p:cNvPr id="69" name="文本框 68">
            <a:extLst>
              <a:ext uri="{FF2B5EF4-FFF2-40B4-BE49-F238E27FC236}">
                <a16:creationId xmlns:a16="http://schemas.microsoft.com/office/drawing/2014/main" id="{44A8F0CA-B975-6DAE-4F54-D76C15C01669}"/>
              </a:ext>
            </a:extLst>
          </p:cNvPr>
          <p:cNvSpPr txBox="1"/>
          <p:nvPr/>
        </p:nvSpPr>
        <p:spPr>
          <a:xfrm>
            <a:off x="7490772" y="5893582"/>
            <a:ext cx="654115" cy="400110"/>
          </a:xfrm>
          <a:prstGeom prst="rect">
            <a:avLst/>
          </a:prstGeom>
          <a:noFill/>
        </p:spPr>
        <p:txBody>
          <a:bodyPr wrap="square">
            <a:spAutoFit/>
          </a:bodyPr>
          <a:lstStyle/>
          <a:p>
            <a:r>
              <a:rPr lang="en-US" altLang="zh-CN" sz="2000" b="1" dirty="0">
                <a:solidFill>
                  <a:srgbClr val="7030A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H-&gt;</a:t>
            </a:r>
            <a:endParaRPr lang="zh-CN" altLang="en-US" sz="2000" dirty="0">
              <a:solidFill>
                <a:srgbClr val="7030A0"/>
              </a:solidFill>
              <a:effectLst>
                <a:outerShdw blurRad="38100" dist="38100" dir="2700000" algn="tl">
                  <a:srgbClr val="000000">
                    <a:alpha val="43137"/>
                  </a:srgbClr>
                </a:outerShdw>
              </a:effectLst>
            </a:endParaRPr>
          </a:p>
        </p:txBody>
      </p:sp>
      <p:cxnSp>
        <p:nvCxnSpPr>
          <p:cNvPr id="71" name="直接连接符 70">
            <a:extLst>
              <a:ext uri="{FF2B5EF4-FFF2-40B4-BE49-F238E27FC236}">
                <a16:creationId xmlns:a16="http://schemas.microsoft.com/office/drawing/2014/main" id="{2510182C-F6D2-C385-4C95-B131C5EC413E}"/>
              </a:ext>
            </a:extLst>
          </p:cNvPr>
          <p:cNvCxnSpPr/>
          <p:nvPr/>
        </p:nvCxnSpPr>
        <p:spPr>
          <a:xfrm>
            <a:off x="1504507" y="1985920"/>
            <a:ext cx="2333846"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2" name="直接连接符 71">
            <a:extLst>
              <a:ext uri="{FF2B5EF4-FFF2-40B4-BE49-F238E27FC236}">
                <a16:creationId xmlns:a16="http://schemas.microsoft.com/office/drawing/2014/main" id="{70F34BA0-3F7D-164C-47E5-1E5C89891545}"/>
              </a:ext>
            </a:extLst>
          </p:cNvPr>
          <p:cNvCxnSpPr>
            <a:cxnSpLocks/>
          </p:cNvCxnSpPr>
          <p:nvPr/>
        </p:nvCxnSpPr>
        <p:spPr>
          <a:xfrm>
            <a:off x="2114785" y="2226643"/>
            <a:ext cx="2692514"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4" name="直接连接符 73">
            <a:extLst>
              <a:ext uri="{FF2B5EF4-FFF2-40B4-BE49-F238E27FC236}">
                <a16:creationId xmlns:a16="http://schemas.microsoft.com/office/drawing/2014/main" id="{DFC57431-51E3-3EE0-0882-74C9EB01D470}"/>
              </a:ext>
            </a:extLst>
          </p:cNvPr>
          <p:cNvCxnSpPr>
            <a:cxnSpLocks/>
          </p:cNvCxnSpPr>
          <p:nvPr/>
        </p:nvCxnSpPr>
        <p:spPr>
          <a:xfrm>
            <a:off x="864412" y="2477756"/>
            <a:ext cx="3167261"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76" name="文本框 75">
            <a:extLst>
              <a:ext uri="{FF2B5EF4-FFF2-40B4-BE49-F238E27FC236}">
                <a16:creationId xmlns:a16="http://schemas.microsoft.com/office/drawing/2014/main" id="{38BF8D6B-CBE3-E371-BA88-CACE3CB8F2BA}"/>
              </a:ext>
            </a:extLst>
          </p:cNvPr>
          <p:cNvSpPr txBox="1"/>
          <p:nvPr/>
        </p:nvSpPr>
        <p:spPr>
          <a:xfrm>
            <a:off x="1520282" y="2131648"/>
            <a:ext cx="338554"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j</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77" name="直接连接符 76">
            <a:extLst>
              <a:ext uri="{FF2B5EF4-FFF2-40B4-BE49-F238E27FC236}">
                <a16:creationId xmlns:a16="http://schemas.microsoft.com/office/drawing/2014/main" id="{216EA0BE-D2C4-1848-2D50-A03FC3F4B4EF}"/>
              </a:ext>
            </a:extLst>
          </p:cNvPr>
          <p:cNvCxnSpPr>
            <a:cxnSpLocks/>
          </p:cNvCxnSpPr>
          <p:nvPr/>
        </p:nvCxnSpPr>
        <p:spPr>
          <a:xfrm>
            <a:off x="1103901" y="2728870"/>
            <a:ext cx="1344141"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9" name="直接连接符 78">
            <a:extLst>
              <a:ext uri="{FF2B5EF4-FFF2-40B4-BE49-F238E27FC236}">
                <a16:creationId xmlns:a16="http://schemas.microsoft.com/office/drawing/2014/main" id="{7F340A8B-0B57-6EDA-A793-4F6AA53EB169}"/>
              </a:ext>
            </a:extLst>
          </p:cNvPr>
          <p:cNvCxnSpPr>
            <a:cxnSpLocks/>
          </p:cNvCxnSpPr>
          <p:nvPr/>
        </p:nvCxnSpPr>
        <p:spPr>
          <a:xfrm>
            <a:off x="1377964" y="2962665"/>
            <a:ext cx="2835551"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1" name="直接连接符 80">
            <a:extLst>
              <a:ext uri="{FF2B5EF4-FFF2-40B4-BE49-F238E27FC236}">
                <a16:creationId xmlns:a16="http://schemas.microsoft.com/office/drawing/2014/main" id="{15C34585-25F0-73E7-F331-E26D57BD43B5}"/>
              </a:ext>
            </a:extLst>
          </p:cNvPr>
          <p:cNvCxnSpPr>
            <a:cxnSpLocks/>
          </p:cNvCxnSpPr>
          <p:nvPr/>
        </p:nvCxnSpPr>
        <p:spPr>
          <a:xfrm>
            <a:off x="4520083" y="2962665"/>
            <a:ext cx="488369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52" name="文本框 51">
            <a:extLst>
              <a:ext uri="{FF2B5EF4-FFF2-40B4-BE49-F238E27FC236}">
                <a16:creationId xmlns:a16="http://schemas.microsoft.com/office/drawing/2014/main" id="{8F7DCA49-C01B-8A57-31D1-CA52077A84A7}"/>
              </a:ext>
            </a:extLst>
          </p:cNvPr>
          <p:cNvSpPr txBox="1"/>
          <p:nvPr/>
        </p:nvSpPr>
        <p:spPr>
          <a:xfrm>
            <a:off x="1978678" y="5033945"/>
            <a:ext cx="169918" cy="338554"/>
          </a:xfrm>
          <a:prstGeom prst="rect">
            <a:avLst/>
          </a:prstGeom>
          <a:noFill/>
        </p:spPr>
        <p:txBody>
          <a:bodyPr wrap="none" lIns="0" tIns="0" rIns="0" bIns="0" rtlCol="0" anchor="ctr" anchorCtr="1">
            <a:spAutoFit/>
          </a:bodyPr>
          <a:lstStyle/>
          <a:p>
            <a:r>
              <a:rPr lang="en-US" altLang="zh-CN" sz="2200" b="1" dirty="0">
                <a:latin typeface="Courier New" panose="02070309020205020404" pitchFamily="49" charset="0"/>
                <a:cs typeface="Courier New" panose="02070309020205020404" pitchFamily="49" charset="0"/>
              </a:rPr>
              <a:t>6</a:t>
            </a:r>
          </a:p>
        </p:txBody>
      </p:sp>
      <p:sp>
        <p:nvSpPr>
          <p:cNvPr id="48" name="文本框 47">
            <a:extLst>
              <a:ext uri="{FF2B5EF4-FFF2-40B4-BE49-F238E27FC236}">
                <a16:creationId xmlns:a16="http://schemas.microsoft.com/office/drawing/2014/main" id="{E327EA74-7E30-3B30-07B8-6D307158634A}"/>
              </a:ext>
            </a:extLst>
          </p:cNvPr>
          <p:cNvSpPr txBox="1"/>
          <p:nvPr/>
        </p:nvSpPr>
        <p:spPr>
          <a:xfrm>
            <a:off x="2447852" y="5039176"/>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t>1</a:t>
            </a:r>
          </a:p>
        </p:txBody>
      </p:sp>
      <p:sp>
        <p:nvSpPr>
          <p:cNvPr id="50" name="文本框 49">
            <a:extLst>
              <a:ext uri="{FF2B5EF4-FFF2-40B4-BE49-F238E27FC236}">
                <a16:creationId xmlns:a16="http://schemas.microsoft.com/office/drawing/2014/main" id="{72E12352-B6CC-CD86-1FB0-0A7394C18C4F}"/>
              </a:ext>
            </a:extLst>
          </p:cNvPr>
          <p:cNvSpPr txBox="1"/>
          <p:nvPr/>
        </p:nvSpPr>
        <p:spPr>
          <a:xfrm>
            <a:off x="3724617" y="5030528"/>
            <a:ext cx="20197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ym typeface="Symbol" panose="05050102010706020507" pitchFamily="18" charset="2"/>
              </a:rPr>
              <a:t></a:t>
            </a:r>
            <a:endParaRPr lang="en-US" altLang="zh-CN" dirty="0"/>
          </a:p>
        </p:txBody>
      </p:sp>
      <p:sp>
        <p:nvSpPr>
          <p:cNvPr id="51" name="文本框 50">
            <a:extLst>
              <a:ext uri="{FF2B5EF4-FFF2-40B4-BE49-F238E27FC236}">
                <a16:creationId xmlns:a16="http://schemas.microsoft.com/office/drawing/2014/main" id="{7EF82A88-3A3A-AF78-0530-80DCC8F39CFD}"/>
              </a:ext>
            </a:extLst>
          </p:cNvPr>
          <p:cNvSpPr txBox="1"/>
          <p:nvPr/>
        </p:nvSpPr>
        <p:spPr>
          <a:xfrm>
            <a:off x="2875296" y="5038900"/>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t>5</a:t>
            </a:r>
          </a:p>
        </p:txBody>
      </p:sp>
      <p:sp>
        <p:nvSpPr>
          <p:cNvPr id="53" name="文本框 52">
            <a:extLst>
              <a:ext uri="{FF2B5EF4-FFF2-40B4-BE49-F238E27FC236}">
                <a16:creationId xmlns:a16="http://schemas.microsoft.com/office/drawing/2014/main" id="{42F992E8-37C9-9628-DD44-D3735BF14B1F}"/>
              </a:ext>
            </a:extLst>
          </p:cNvPr>
          <p:cNvSpPr txBox="1"/>
          <p:nvPr/>
        </p:nvSpPr>
        <p:spPr>
          <a:xfrm>
            <a:off x="3282236" y="5030528"/>
            <a:ext cx="20197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ym typeface="Symbol" panose="05050102010706020507" pitchFamily="18" charset="2"/>
              </a:rPr>
              <a:t></a:t>
            </a:r>
            <a:endParaRPr lang="en-US" altLang="zh-CN" dirty="0"/>
          </a:p>
        </p:txBody>
      </p:sp>
      <p:cxnSp>
        <p:nvCxnSpPr>
          <p:cNvPr id="83" name="直接连接符 82">
            <a:extLst>
              <a:ext uri="{FF2B5EF4-FFF2-40B4-BE49-F238E27FC236}">
                <a16:creationId xmlns:a16="http://schemas.microsoft.com/office/drawing/2014/main" id="{28F2FB2D-C8DA-C42C-61F5-9E0F9A7F9328}"/>
              </a:ext>
            </a:extLst>
          </p:cNvPr>
          <p:cNvCxnSpPr>
            <a:cxnSpLocks/>
          </p:cNvCxnSpPr>
          <p:nvPr/>
        </p:nvCxnSpPr>
        <p:spPr>
          <a:xfrm>
            <a:off x="1391313" y="3213780"/>
            <a:ext cx="1627247"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85" name="文本框 84">
            <a:extLst>
              <a:ext uri="{FF2B5EF4-FFF2-40B4-BE49-F238E27FC236}">
                <a16:creationId xmlns:a16="http://schemas.microsoft.com/office/drawing/2014/main" id="{C87ADAE6-C630-99D2-FB7D-87E9082DAF8A}"/>
              </a:ext>
            </a:extLst>
          </p:cNvPr>
          <p:cNvSpPr txBox="1"/>
          <p:nvPr/>
        </p:nvSpPr>
        <p:spPr>
          <a:xfrm>
            <a:off x="8591284" y="4184854"/>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olidFill>
                  <a:srgbClr val="041ABC"/>
                </a:solidFill>
              </a:rPr>
              <a:t>1</a:t>
            </a:r>
          </a:p>
        </p:txBody>
      </p:sp>
      <p:sp>
        <p:nvSpPr>
          <p:cNvPr id="87" name="文本框 86">
            <a:extLst>
              <a:ext uri="{FF2B5EF4-FFF2-40B4-BE49-F238E27FC236}">
                <a16:creationId xmlns:a16="http://schemas.microsoft.com/office/drawing/2014/main" id="{6BF3332B-ED09-E8C5-8F68-C8FF019597F1}"/>
              </a:ext>
            </a:extLst>
          </p:cNvPr>
          <p:cNvSpPr txBox="1"/>
          <p:nvPr/>
        </p:nvSpPr>
        <p:spPr>
          <a:xfrm>
            <a:off x="7262261" y="6287890"/>
            <a:ext cx="773038" cy="380480"/>
          </a:xfrm>
          <a:prstGeom prst="rect">
            <a:avLst/>
          </a:prstGeom>
          <a:noFill/>
        </p:spPr>
        <p:txBody>
          <a:bodyPr wrap="square" lIns="0" tIns="36000" rIns="0" bIns="36000">
            <a:spAutoFit/>
          </a:bodyPr>
          <a:lstStyle/>
          <a:p>
            <a:pPr algn="r"/>
            <a:r>
              <a:rPr lang="en-US" altLang="zh-CN" sz="2000" b="1" dirty="0" err="1">
                <a:solidFill>
                  <a:srgbClr val="7030A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hpos</a:t>
            </a:r>
            <a:endParaRPr lang="zh-CN" altLang="en-US" sz="2000" dirty="0">
              <a:solidFill>
                <a:srgbClr val="7030A0"/>
              </a:solidFill>
              <a:effectLst>
                <a:outerShdw blurRad="38100" dist="38100" dir="2700000" algn="tl">
                  <a:srgbClr val="000000">
                    <a:alpha val="43137"/>
                  </a:srgbClr>
                </a:outerShdw>
              </a:effectLst>
            </a:endParaRPr>
          </a:p>
        </p:txBody>
      </p:sp>
      <p:graphicFrame>
        <p:nvGraphicFramePr>
          <p:cNvPr id="88" name="表格 87">
            <a:extLst>
              <a:ext uri="{FF2B5EF4-FFF2-40B4-BE49-F238E27FC236}">
                <a16:creationId xmlns:a16="http://schemas.microsoft.com/office/drawing/2014/main" id="{490E8AC3-7DFD-0DA9-241E-441216B27E92}"/>
              </a:ext>
            </a:extLst>
          </p:cNvPr>
          <p:cNvGraphicFramePr>
            <a:graphicFrameLocks noGrp="1"/>
          </p:cNvGraphicFramePr>
          <p:nvPr>
            <p:extLst>
              <p:ext uri="{D42A27DB-BD31-4B8C-83A1-F6EECF244321}">
                <p14:modId xmlns:p14="http://schemas.microsoft.com/office/powerpoint/2010/main" val="3342356456"/>
              </p:ext>
            </p:extLst>
          </p:nvPr>
        </p:nvGraphicFramePr>
        <p:xfrm>
          <a:off x="8090287" y="6360132"/>
          <a:ext cx="2198274" cy="324000"/>
        </p:xfrm>
        <a:graphic>
          <a:graphicData uri="http://schemas.openxmlformats.org/drawingml/2006/table">
            <a:tbl>
              <a:tblPr firstRow="1" bandRow="1">
                <a:tableStyleId>{5940675A-B579-460E-94D1-54222C63F5DA}</a:tableStyleId>
              </a:tblPr>
              <a:tblGrid>
                <a:gridCol w="366379">
                  <a:extLst>
                    <a:ext uri="{9D8B030D-6E8A-4147-A177-3AD203B41FA5}">
                      <a16:colId xmlns:a16="http://schemas.microsoft.com/office/drawing/2014/main" val="3550348888"/>
                    </a:ext>
                  </a:extLst>
                </a:gridCol>
                <a:gridCol w="366379">
                  <a:extLst>
                    <a:ext uri="{9D8B030D-6E8A-4147-A177-3AD203B41FA5}">
                      <a16:colId xmlns:a16="http://schemas.microsoft.com/office/drawing/2014/main" val="2140502741"/>
                    </a:ext>
                  </a:extLst>
                </a:gridCol>
                <a:gridCol w="366379">
                  <a:extLst>
                    <a:ext uri="{9D8B030D-6E8A-4147-A177-3AD203B41FA5}">
                      <a16:colId xmlns:a16="http://schemas.microsoft.com/office/drawing/2014/main" val="3958994279"/>
                    </a:ext>
                  </a:extLst>
                </a:gridCol>
                <a:gridCol w="366379">
                  <a:extLst>
                    <a:ext uri="{9D8B030D-6E8A-4147-A177-3AD203B41FA5}">
                      <a16:colId xmlns:a16="http://schemas.microsoft.com/office/drawing/2014/main" val="3565008668"/>
                    </a:ext>
                  </a:extLst>
                </a:gridCol>
                <a:gridCol w="366379">
                  <a:extLst>
                    <a:ext uri="{9D8B030D-6E8A-4147-A177-3AD203B41FA5}">
                      <a16:colId xmlns:a16="http://schemas.microsoft.com/office/drawing/2014/main" val="2917778974"/>
                    </a:ext>
                  </a:extLst>
                </a:gridCol>
                <a:gridCol w="366379">
                  <a:extLst>
                    <a:ext uri="{9D8B030D-6E8A-4147-A177-3AD203B41FA5}">
                      <a16:colId xmlns:a16="http://schemas.microsoft.com/office/drawing/2014/main" val="2610947440"/>
                    </a:ext>
                  </a:extLst>
                </a:gridCol>
              </a:tblGrid>
              <a:tr h="324000">
                <a:tc>
                  <a:txBody>
                    <a:bodyPr/>
                    <a:lstStyle/>
                    <a:p>
                      <a:endParaRPr lang="zh-CN" altLang="en-US" sz="1200"/>
                    </a:p>
                  </a:txBody>
                  <a:tcPr anchor="ctr">
                    <a:solidFill>
                      <a:srgbClr val="E7FFFF"/>
                    </a:solidFill>
                  </a:tcPr>
                </a:tc>
                <a:tc>
                  <a:txBody>
                    <a:bodyPr/>
                    <a:lstStyle/>
                    <a:p>
                      <a:endParaRPr lang="zh-CN" altLang="en-US" sz="1200"/>
                    </a:p>
                  </a:txBody>
                  <a:tcPr anchor="ctr">
                    <a:solidFill>
                      <a:srgbClr val="E7FFFF"/>
                    </a:solidFill>
                  </a:tcPr>
                </a:tc>
                <a:tc>
                  <a:txBody>
                    <a:bodyPr/>
                    <a:lstStyle/>
                    <a:p>
                      <a:endParaRPr lang="zh-CN" altLang="en-US" sz="1200" dirty="0"/>
                    </a:p>
                  </a:txBody>
                  <a:tcPr anchor="ctr">
                    <a:solidFill>
                      <a:srgbClr val="E7FFFF"/>
                    </a:solidFill>
                  </a:tcPr>
                </a:tc>
                <a:tc>
                  <a:txBody>
                    <a:bodyPr/>
                    <a:lstStyle/>
                    <a:p>
                      <a:endParaRPr lang="zh-CN" altLang="en-US" sz="1200"/>
                    </a:p>
                  </a:txBody>
                  <a:tcPr anchor="ctr">
                    <a:solidFill>
                      <a:srgbClr val="E7FFFF"/>
                    </a:solidFill>
                  </a:tcPr>
                </a:tc>
                <a:tc>
                  <a:txBody>
                    <a:bodyPr/>
                    <a:lstStyle/>
                    <a:p>
                      <a:endParaRPr lang="zh-CN" altLang="en-US" sz="1200"/>
                    </a:p>
                  </a:txBody>
                  <a:tcPr anchor="ctr">
                    <a:solidFill>
                      <a:srgbClr val="E7FFFF"/>
                    </a:solidFill>
                  </a:tcPr>
                </a:tc>
                <a:tc>
                  <a:txBody>
                    <a:bodyPr/>
                    <a:lstStyle/>
                    <a:p>
                      <a:endParaRPr lang="zh-CN" altLang="en-US" sz="1200" dirty="0"/>
                    </a:p>
                  </a:txBody>
                  <a:tcPr anchor="ctr">
                    <a:solidFill>
                      <a:srgbClr val="E7FFFF"/>
                    </a:solidFill>
                  </a:tcPr>
                </a:tc>
                <a:extLst>
                  <a:ext uri="{0D108BD9-81ED-4DB2-BD59-A6C34878D82A}">
                    <a16:rowId xmlns:a16="http://schemas.microsoft.com/office/drawing/2014/main" val="2970230282"/>
                  </a:ext>
                </a:extLst>
              </a:tr>
            </a:tbl>
          </a:graphicData>
        </a:graphic>
      </p:graphicFrame>
      <p:sp>
        <p:nvSpPr>
          <p:cNvPr id="89" name="文本框 88">
            <a:extLst>
              <a:ext uri="{FF2B5EF4-FFF2-40B4-BE49-F238E27FC236}">
                <a16:creationId xmlns:a16="http://schemas.microsoft.com/office/drawing/2014/main" id="{149BB5E0-022D-C79B-6F26-C602606B7612}"/>
              </a:ext>
            </a:extLst>
          </p:cNvPr>
          <p:cNvSpPr txBox="1"/>
          <p:nvPr/>
        </p:nvSpPr>
        <p:spPr>
          <a:xfrm>
            <a:off x="8563575" y="5608146"/>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olidFill>
                  <a:schemeClr val="accent2">
                    <a:lumMod val="50000"/>
                  </a:schemeClr>
                </a:solidFill>
              </a:rPr>
              <a:t>1</a:t>
            </a:r>
          </a:p>
        </p:txBody>
      </p:sp>
      <p:cxnSp>
        <p:nvCxnSpPr>
          <p:cNvPr id="90" name="直接连接符 89">
            <a:extLst>
              <a:ext uri="{FF2B5EF4-FFF2-40B4-BE49-F238E27FC236}">
                <a16:creationId xmlns:a16="http://schemas.microsoft.com/office/drawing/2014/main" id="{47B81170-C848-4242-FA36-49CB7B4B82C6}"/>
              </a:ext>
            </a:extLst>
          </p:cNvPr>
          <p:cNvCxnSpPr>
            <a:cxnSpLocks/>
          </p:cNvCxnSpPr>
          <p:nvPr/>
        </p:nvCxnSpPr>
        <p:spPr>
          <a:xfrm flipH="1">
            <a:off x="1007157" y="2531758"/>
            <a:ext cx="12407" cy="752051"/>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92" name="文本框 91">
            <a:extLst>
              <a:ext uri="{FF2B5EF4-FFF2-40B4-BE49-F238E27FC236}">
                <a16:creationId xmlns:a16="http://schemas.microsoft.com/office/drawing/2014/main" id="{3652B75A-E4B1-940F-67E7-7F61067F2BF7}"/>
              </a:ext>
            </a:extLst>
          </p:cNvPr>
          <p:cNvSpPr txBox="1"/>
          <p:nvPr/>
        </p:nvSpPr>
        <p:spPr>
          <a:xfrm>
            <a:off x="8953551" y="4175164"/>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olidFill>
                  <a:srgbClr val="041ABC"/>
                </a:solidFill>
              </a:rPr>
              <a:t>2</a:t>
            </a:r>
          </a:p>
        </p:txBody>
      </p:sp>
      <p:sp>
        <p:nvSpPr>
          <p:cNvPr id="93" name="文本框 92">
            <a:extLst>
              <a:ext uri="{FF2B5EF4-FFF2-40B4-BE49-F238E27FC236}">
                <a16:creationId xmlns:a16="http://schemas.microsoft.com/office/drawing/2014/main" id="{4FB71A12-ED38-7861-EBCC-17202F695054}"/>
              </a:ext>
            </a:extLst>
          </p:cNvPr>
          <p:cNvSpPr txBox="1"/>
          <p:nvPr/>
        </p:nvSpPr>
        <p:spPr>
          <a:xfrm>
            <a:off x="8928225" y="5608146"/>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olidFill>
                  <a:schemeClr val="accent2">
                    <a:lumMod val="50000"/>
                  </a:schemeClr>
                </a:solidFill>
              </a:rPr>
              <a:t>2</a:t>
            </a:r>
          </a:p>
        </p:txBody>
      </p:sp>
      <p:sp>
        <p:nvSpPr>
          <p:cNvPr id="94" name="文本框 93">
            <a:extLst>
              <a:ext uri="{FF2B5EF4-FFF2-40B4-BE49-F238E27FC236}">
                <a16:creationId xmlns:a16="http://schemas.microsoft.com/office/drawing/2014/main" id="{9DD49DD3-3356-EF14-F101-294E83A670E0}"/>
              </a:ext>
            </a:extLst>
          </p:cNvPr>
          <p:cNvSpPr txBox="1"/>
          <p:nvPr/>
        </p:nvSpPr>
        <p:spPr>
          <a:xfrm>
            <a:off x="9315342" y="4196899"/>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olidFill>
                  <a:srgbClr val="041ABC"/>
                </a:solidFill>
              </a:rPr>
              <a:t>3</a:t>
            </a:r>
          </a:p>
        </p:txBody>
      </p:sp>
      <p:sp>
        <p:nvSpPr>
          <p:cNvPr id="95" name="文本框 94">
            <a:extLst>
              <a:ext uri="{FF2B5EF4-FFF2-40B4-BE49-F238E27FC236}">
                <a16:creationId xmlns:a16="http://schemas.microsoft.com/office/drawing/2014/main" id="{9B775A1C-F0A9-217A-4F17-D0D06BCCE74E}"/>
              </a:ext>
            </a:extLst>
          </p:cNvPr>
          <p:cNvSpPr txBox="1"/>
          <p:nvPr/>
        </p:nvSpPr>
        <p:spPr>
          <a:xfrm>
            <a:off x="9287633" y="5620191"/>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olidFill>
                  <a:schemeClr val="accent2">
                    <a:lumMod val="50000"/>
                  </a:schemeClr>
                </a:solidFill>
              </a:rPr>
              <a:t>3</a:t>
            </a:r>
          </a:p>
        </p:txBody>
      </p:sp>
      <p:sp>
        <p:nvSpPr>
          <p:cNvPr id="98" name="文本框 97">
            <a:extLst>
              <a:ext uri="{FF2B5EF4-FFF2-40B4-BE49-F238E27FC236}">
                <a16:creationId xmlns:a16="http://schemas.microsoft.com/office/drawing/2014/main" id="{6E0408B8-1965-6386-F98B-AC7F96241039}"/>
              </a:ext>
            </a:extLst>
          </p:cNvPr>
          <p:cNvSpPr txBox="1"/>
          <p:nvPr/>
        </p:nvSpPr>
        <p:spPr>
          <a:xfrm>
            <a:off x="9677133" y="4190924"/>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olidFill>
                  <a:srgbClr val="041ABC"/>
                </a:solidFill>
              </a:rPr>
              <a:t>4</a:t>
            </a:r>
          </a:p>
        </p:txBody>
      </p:sp>
      <p:sp>
        <p:nvSpPr>
          <p:cNvPr id="99" name="文本框 98">
            <a:extLst>
              <a:ext uri="{FF2B5EF4-FFF2-40B4-BE49-F238E27FC236}">
                <a16:creationId xmlns:a16="http://schemas.microsoft.com/office/drawing/2014/main" id="{FC8DBA0A-351D-EAC3-8F63-3F57CE8F0C87}"/>
              </a:ext>
            </a:extLst>
          </p:cNvPr>
          <p:cNvSpPr txBox="1"/>
          <p:nvPr/>
        </p:nvSpPr>
        <p:spPr>
          <a:xfrm>
            <a:off x="9664096" y="5617810"/>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olidFill>
                  <a:schemeClr val="accent2">
                    <a:lumMod val="50000"/>
                  </a:schemeClr>
                </a:solidFill>
              </a:rPr>
              <a:t>4</a:t>
            </a:r>
          </a:p>
        </p:txBody>
      </p:sp>
      <p:sp>
        <p:nvSpPr>
          <p:cNvPr id="100" name="文本框 99">
            <a:extLst>
              <a:ext uri="{FF2B5EF4-FFF2-40B4-BE49-F238E27FC236}">
                <a16:creationId xmlns:a16="http://schemas.microsoft.com/office/drawing/2014/main" id="{3B41C84E-5B20-E904-29A2-262DE69ECF09}"/>
              </a:ext>
            </a:extLst>
          </p:cNvPr>
          <p:cNvSpPr txBox="1"/>
          <p:nvPr/>
        </p:nvSpPr>
        <p:spPr>
          <a:xfrm>
            <a:off x="10037196" y="4188909"/>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olidFill>
                  <a:srgbClr val="041ABC"/>
                </a:solidFill>
              </a:rPr>
              <a:t>5</a:t>
            </a:r>
          </a:p>
        </p:txBody>
      </p:sp>
      <p:sp>
        <p:nvSpPr>
          <p:cNvPr id="101" name="文本框 100">
            <a:extLst>
              <a:ext uri="{FF2B5EF4-FFF2-40B4-BE49-F238E27FC236}">
                <a16:creationId xmlns:a16="http://schemas.microsoft.com/office/drawing/2014/main" id="{90194885-7A53-6580-CF79-0863274B160D}"/>
              </a:ext>
            </a:extLst>
          </p:cNvPr>
          <p:cNvSpPr txBox="1"/>
          <p:nvPr/>
        </p:nvSpPr>
        <p:spPr>
          <a:xfrm>
            <a:off x="10026710" y="5617810"/>
            <a:ext cx="169918" cy="338554"/>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dirty="0">
                <a:solidFill>
                  <a:schemeClr val="accent2">
                    <a:lumMod val="50000"/>
                  </a:schemeClr>
                </a:solidFill>
              </a:rPr>
              <a:t>5</a:t>
            </a:r>
          </a:p>
        </p:txBody>
      </p:sp>
      <p:sp>
        <p:nvSpPr>
          <p:cNvPr id="103" name="文本框 102">
            <a:extLst>
              <a:ext uri="{FF2B5EF4-FFF2-40B4-BE49-F238E27FC236}">
                <a16:creationId xmlns:a16="http://schemas.microsoft.com/office/drawing/2014/main" id="{E80526B9-A163-0BC5-5E7F-BAB1D2B31CE1}"/>
              </a:ext>
            </a:extLst>
          </p:cNvPr>
          <p:cNvSpPr txBox="1"/>
          <p:nvPr/>
        </p:nvSpPr>
        <p:spPr>
          <a:xfrm>
            <a:off x="8110463" y="4386932"/>
            <a:ext cx="277586" cy="400110"/>
          </a:xfrm>
          <a:prstGeom prst="rect">
            <a:avLst/>
          </a:prstGeom>
          <a:noFill/>
        </p:spPr>
        <p:txBody>
          <a:bodyPr wrap="square">
            <a:spAutoFit/>
          </a:bodyPr>
          <a:lstStyle/>
          <a:p>
            <a:r>
              <a:rPr lang="en-US" altLang="zh-CN" sz="2000" b="1" dirty="0">
                <a:solidFill>
                  <a:srgbClr val="C00000"/>
                </a:solidFill>
                <a:latin typeface="Times New Roman" panose="02020603050405020304" pitchFamily="18" charset="0"/>
                <a:cs typeface="Times New Roman" panose="02020603050405020304" pitchFamily="18" charset="0"/>
              </a:rPr>
              <a:t>A</a:t>
            </a:r>
            <a:endParaRPr lang="zh-CN" altLang="en-US" sz="2000" dirty="0">
              <a:solidFill>
                <a:srgbClr val="C00000"/>
              </a:solidFill>
            </a:endParaRPr>
          </a:p>
        </p:txBody>
      </p:sp>
      <p:sp>
        <p:nvSpPr>
          <p:cNvPr id="105" name="文本框 104">
            <a:extLst>
              <a:ext uri="{FF2B5EF4-FFF2-40B4-BE49-F238E27FC236}">
                <a16:creationId xmlns:a16="http://schemas.microsoft.com/office/drawing/2014/main" id="{84CB285B-EE33-FB52-1B55-D9287C8A3993}"/>
              </a:ext>
            </a:extLst>
          </p:cNvPr>
          <p:cNvSpPr txBox="1"/>
          <p:nvPr/>
        </p:nvSpPr>
        <p:spPr>
          <a:xfrm>
            <a:off x="8137980" y="4128741"/>
            <a:ext cx="251128" cy="400110"/>
          </a:xfrm>
          <a:prstGeom prst="rect">
            <a:avLst/>
          </a:prstGeom>
          <a:noFill/>
        </p:spPr>
        <p:txBody>
          <a:bodyPr wrap="square">
            <a:spAutoFit/>
          </a:bodyPr>
          <a:lstStyle/>
          <a:p>
            <a:r>
              <a:rPr lang="en-US" altLang="zh-CN" sz="2000" b="1" dirty="0">
                <a:solidFill>
                  <a:srgbClr val="C00000"/>
                </a:solidFill>
              </a:rPr>
              <a:t>0</a:t>
            </a:r>
            <a:endParaRPr lang="zh-CN" altLang="en-US" sz="2000" b="1" dirty="0">
              <a:solidFill>
                <a:srgbClr val="C00000"/>
              </a:solidFill>
            </a:endParaRPr>
          </a:p>
        </p:txBody>
      </p:sp>
    </p:spTree>
    <p:extLst>
      <p:ext uri="{BB962C8B-B14F-4D97-AF65-F5344CB8AC3E}">
        <p14:creationId xmlns:p14="http://schemas.microsoft.com/office/powerpoint/2010/main" val="3128887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1000"/>
                                        <p:tgtEl>
                                          <p:spTgt spid="63"/>
                                        </p:tgtEl>
                                      </p:cBhvr>
                                    </p:animEffect>
                                    <p:anim calcmode="lin" valueType="num">
                                      <p:cBhvr>
                                        <p:cTn id="13" dur="1000" fill="hold"/>
                                        <p:tgtEl>
                                          <p:spTgt spid="63"/>
                                        </p:tgtEl>
                                        <p:attrNameLst>
                                          <p:attrName>ppt_x</p:attrName>
                                        </p:attrNameLst>
                                      </p:cBhvr>
                                      <p:tavLst>
                                        <p:tav tm="0">
                                          <p:val>
                                            <p:strVal val="#ppt_x"/>
                                          </p:val>
                                        </p:tav>
                                        <p:tav tm="100000">
                                          <p:val>
                                            <p:strVal val="#ppt_x"/>
                                          </p:val>
                                        </p:tav>
                                      </p:tavLst>
                                    </p:anim>
                                    <p:anim calcmode="lin" valueType="num">
                                      <p:cBhvr>
                                        <p:cTn id="14" dur="1000" fill="hold"/>
                                        <p:tgtEl>
                                          <p:spTgt spid="6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22" presetClass="entr" presetSubtype="8" fill="hold" grpId="0" nodeType="with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wipe(left)">
                                      <p:cBhvr>
                                        <p:cTn id="22" dur="500"/>
                                        <p:tgtEl>
                                          <p:spTgt spid="87"/>
                                        </p:tgtEl>
                                      </p:cBhvr>
                                    </p:animEffect>
                                  </p:childTnLst>
                                </p:cTn>
                              </p:par>
                              <p:par>
                                <p:cTn id="23" presetID="22" presetClass="entr" presetSubtype="8" fill="hold" nodeType="withEffect">
                                  <p:stCondLst>
                                    <p:cond delay="500"/>
                                  </p:stCondLst>
                                  <p:childTnLst>
                                    <p:set>
                                      <p:cBhvr>
                                        <p:cTn id="24" dur="1" fill="hold">
                                          <p:stCondLst>
                                            <p:cond delay="0"/>
                                          </p:stCondLst>
                                        </p:cTn>
                                        <p:tgtEl>
                                          <p:spTgt spid="88"/>
                                        </p:tgtEl>
                                        <p:attrNameLst>
                                          <p:attrName>style.visibility</p:attrName>
                                        </p:attrNameLst>
                                      </p:cBhvr>
                                      <p:to>
                                        <p:strVal val="visible"/>
                                      </p:to>
                                    </p:set>
                                    <p:animEffect transition="in" filter="wipe(left)">
                                      <p:cBhvr>
                                        <p:cTn id="25" dur="1000"/>
                                        <p:tgtEl>
                                          <p:spTgt spid="88"/>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fade">
                                      <p:cBhvr>
                                        <p:cTn id="30" dur="1000"/>
                                        <p:tgtEl>
                                          <p:spTgt spid="54"/>
                                        </p:tgtEl>
                                      </p:cBhvr>
                                    </p:animEffect>
                                    <p:anim calcmode="lin" valueType="num">
                                      <p:cBhvr>
                                        <p:cTn id="31" dur="1000" fill="hold"/>
                                        <p:tgtEl>
                                          <p:spTgt spid="54"/>
                                        </p:tgtEl>
                                        <p:attrNameLst>
                                          <p:attrName>ppt_x</p:attrName>
                                        </p:attrNameLst>
                                      </p:cBhvr>
                                      <p:tavLst>
                                        <p:tav tm="0">
                                          <p:val>
                                            <p:strVal val="#ppt_x"/>
                                          </p:val>
                                        </p:tav>
                                        <p:tav tm="100000">
                                          <p:val>
                                            <p:strVal val="#ppt_x"/>
                                          </p:val>
                                        </p:tav>
                                      </p:tavLst>
                                    </p:anim>
                                    <p:anim calcmode="lin" valueType="num">
                                      <p:cBhvr>
                                        <p:cTn id="32" dur="1000" fill="hold"/>
                                        <p:tgtEl>
                                          <p:spTgt spid="54"/>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1000"/>
                                        <p:tgtEl>
                                          <p:spTgt spid="55"/>
                                        </p:tgtEl>
                                      </p:cBhvr>
                                    </p:animEffect>
                                    <p:anim calcmode="lin" valueType="num">
                                      <p:cBhvr>
                                        <p:cTn id="36" dur="1000" fill="hold"/>
                                        <p:tgtEl>
                                          <p:spTgt spid="55"/>
                                        </p:tgtEl>
                                        <p:attrNameLst>
                                          <p:attrName>ppt_x</p:attrName>
                                        </p:attrNameLst>
                                      </p:cBhvr>
                                      <p:tavLst>
                                        <p:tav tm="0">
                                          <p:val>
                                            <p:strVal val="#ppt_x"/>
                                          </p:val>
                                        </p:tav>
                                        <p:tav tm="100000">
                                          <p:val>
                                            <p:strVal val="#ppt_x"/>
                                          </p:val>
                                        </p:tav>
                                      </p:tavLst>
                                    </p:anim>
                                    <p:anim calcmode="lin" valueType="num">
                                      <p:cBhvr>
                                        <p:cTn id="37" dur="1000" fill="hold"/>
                                        <p:tgtEl>
                                          <p:spTgt spid="55"/>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fade">
                                      <p:cBhvr>
                                        <p:cTn id="40" dur="1000"/>
                                        <p:tgtEl>
                                          <p:spTgt spid="64"/>
                                        </p:tgtEl>
                                      </p:cBhvr>
                                    </p:animEffect>
                                    <p:anim calcmode="lin" valueType="num">
                                      <p:cBhvr>
                                        <p:cTn id="41" dur="1000" fill="hold"/>
                                        <p:tgtEl>
                                          <p:spTgt spid="64"/>
                                        </p:tgtEl>
                                        <p:attrNameLst>
                                          <p:attrName>ppt_x</p:attrName>
                                        </p:attrNameLst>
                                      </p:cBhvr>
                                      <p:tavLst>
                                        <p:tav tm="0">
                                          <p:val>
                                            <p:strVal val="#ppt_x"/>
                                          </p:val>
                                        </p:tav>
                                        <p:tav tm="100000">
                                          <p:val>
                                            <p:strVal val="#ppt_x"/>
                                          </p:val>
                                        </p:tav>
                                      </p:tavLst>
                                    </p:anim>
                                    <p:anim calcmode="lin" valueType="num">
                                      <p:cBhvr>
                                        <p:cTn id="42"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7" presetClass="entr" presetSubtype="0" fill="hold" grpId="0" nodeType="clickEffect">
                                  <p:stCondLst>
                                    <p:cond delay="0"/>
                                  </p:stCondLst>
                                  <p:childTnLst>
                                    <p:set>
                                      <p:cBhvr>
                                        <p:cTn id="46" dur="1" fill="hold">
                                          <p:stCondLst>
                                            <p:cond delay="0"/>
                                          </p:stCondLst>
                                        </p:cTn>
                                        <p:tgtEl>
                                          <p:spTgt spid="65"/>
                                        </p:tgtEl>
                                        <p:attrNameLst>
                                          <p:attrName>style.visibility</p:attrName>
                                        </p:attrNameLst>
                                      </p:cBhvr>
                                      <p:to>
                                        <p:strVal val="visible"/>
                                      </p:to>
                                    </p:set>
                                    <p:animEffect transition="in" filter="fade">
                                      <p:cBhvr>
                                        <p:cTn id="47" dur="1000"/>
                                        <p:tgtEl>
                                          <p:spTgt spid="65"/>
                                        </p:tgtEl>
                                      </p:cBhvr>
                                    </p:animEffect>
                                    <p:anim calcmode="lin" valueType="num">
                                      <p:cBhvr>
                                        <p:cTn id="48" dur="1000" fill="hold"/>
                                        <p:tgtEl>
                                          <p:spTgt spid="65"/>
                                        </p:tgtEl>
                                        <p:attrNameLst>
                                          <p:attrName>ppt_x</p:attrName>
                                        </p:attrNameLst>
                                      </p:cBhvr>
                                      <p:tavLst>
                                        <p:tav tm="0">
                                          <p:val>
                                            <p:strVal val="#ppt_x"/>
                                          </p:val>
                                        </p:tav>
                                        <p:tav tm="100000">
                                          <p:val>
                                            <p:strVal val="#ppt_x"/>
                                          </p:val>
                                        </p:tav>
                                      </p:tavLst>
                                    </p:anim>
                                    <p:anim calcmode="lin" valueType="num">
                                      <p:cBhvr>
                                        <p:cTn id="49" dur="1000" fill="hold"/>
                                        <p:tgtEl>
                                          <p:spTgt spid="65"/>
                                        </p:tgtEl>
                                        <p:attrNameLst>
                                          <p:attrName>ppt_y</p:attrName>
                                        </p:attrNameLst>
                                      </p:cBhvr>
                                      <p:tavLst>
                                        <p:tav tm="0">
                                          <p:val>
                                            <p:strVal val="#ppt_y-.1"/>
                                          </p:val>
                                        </p:tav>
                                        <p:tav tm="100000">
                                          <p:val>
                                            <p:strVal val="#ppt_y"/>
                                          </p:val>
                                        </p:tav>
                                      </p:tavLst>
                                    </p:anim>
                                  </p:childTnLst>
                                </p:cTn>
                              </p:par>
                            </p:childTnLst>
                          </p:cTn>
                        </p:par>
                        <p:par>
                          <p:cTn id="50" fill="hold">
                            <p:stCondLst>
                              <p:cond delay="1000"/>
                            </p:stCondLst>
                            <p:childTnLst>
                              <p:par>
                                <p:cTn id="51" presetID="31" presetClass="entr" presetSubtype="0" fill="hold" grpId="0" nodeType="afterEffect">
                                  <p:stCondLst>
                                    <p:cond delay="0"/>
                                  </p:stCondLst>
                                  <p:childTnLst>
                                    <p:set>
                                      <p:cBhvr>
                                        <p:cTn id="52" dur="1" fill="hold">
                                          <p:stCondLst>
                                            <p:cond delay="0"/>
                                          </p:stCondLst>
                                        </p:cTn>
                                        <p:tgtEl>
                                          <p:spTgt spid="66">
                                            <p:bg/>
                                          </p:spTgt>
                                        </p:tgtEl>
                                        <p:attrNameLst>
                                          <p:attrName>style.visibility</p:attrName>
                                        </p:attrNameLst>
                                      </p:cBhvr>
                                      <p:to>
                                        <p:strVal val="visible"/>
                                      </p:to>
                                    </p:set>
                                    <p:anim calcmode="lin" valueType="num">
                                      <p:cBhvr>
                                        <p:cTn id="53" dur="1000" fill="hold"/>
                                        <p:tgtEl>
                                          <p:spTgt spid="66">
                                            <p:bg/>
                                          </p:spTgt>
                                        </p:tgtEl>
                                        <p:attrNameLst>
                                          <p:attrName>ppt_w</p:attrName>
                                        </p:attrNameLst>
                                      </p:cBhvr>
                                      <p:tavLst>
                                        <p:tav tm="0">
                                          <p:val>
                                            <p:fltVal val="0"/>
                                          </p:val>
                                        </p:tav>
                                        <p:tav tm="100000">
                                          <p:val>
                                            <p:strVal val="#ppt_w"/>
                                          </p:val>
                                        </p:tav>
                                      </p:tavLst>
                                    </p:anim>
                                    <p:anim calcmode="lin" valueType="num">
                                      <p:cBhvr>
                                        <p:cTn id="54" dur="1000" fill="hold"/>
                                        <p:tgtEl>
                                          <p:spTgt spid="66">
                                            <p:bg/>
                                          </p:spTgt>
                                        </p:tgtEl>
                                        <p:attrNameLst>
                                          <p:attrName>ppt_h</p:attrName>
                                        </p:attrNameLst>
                                      </p:cBhvr>
                                      <p:tavLst>
                                        <p:tav tm="0">
                                          <p:val>
                                            <p:fltVal val="0"/>
                                          </p:val>
                                        </p:tav>
                                        <p:tav tm="100000">
                                          <p:val>
                                            <p:strVal val="#ppt_h"/>
                                          </p:val>
                                        </p:tav>
                                      </p:tavLst>
                                    </p:anim>
                                    <p:anim calcmode="lin" valueType="num">
                                      <p:cBhvr>
                                        <p:cTn id="55" dur="1000" fill="hold"/>
                                        <p:tgtEl>
                                          <p:spTgt spid="66">
                                            <p:bg/>
                                          </p:spTgt>
                                        </p:tgtEl>
                                        <p:attrNameLst>
                                          <p:attrName>style.rotation</p:attrName>
                                        </p:attrNameLst>
                                      </p:cBhvr>
                                      <p:tavLst>
                                        <p:tav tm="0">
                                          <p:val>
                                            <p:fltVal val="90"/>
                                          </p:val>
                                        </p:tav>
                                        <p:tav tm="100000">
                                          <p:val>
                                            <p:fltVal val="0"/>
                                          </p:val>
                                        </p:tav>
                                      </p:tavLst>
                                    </p:anim>
                                    <p:animEffect transition="in" filter="fade">
                                      <p:cBhvr>
                                        <p:cTn id="56" dur="1000"/>
                                        <p:tgtEl>
                                          <p:spTgt spid="66">
                                            <p:bg/>
                                          </p:spTgt>
                                        </p:tgtEl>
                                      </p:cBhvr>
                                    </p:animEffect>
                                  </p:childTnLst>
                                </p:cTn>
                              </p:par>
                            </p:childTnLst>
                          </p:cTn>
                        </p:par>
                        <p:par>
                          <p:cTn id="57" fill="hold">
                            <p:stCondLst>
                              <p:cond delay="2000"/>
                            </p:stCondLst>
                            <p:childTnLst>
                              <p:par>
                                <p:cTn id="58" presetID="31" presetClass="entr" presetSubtype="0" fill="hold" grpId="0" nodeType="afterEffect">
                                  <p:stCondLst>
                                    <p:cond delay="0"/>
                                  </p:stCondLst>
                                  <p:childTnLst>
                                    <p:set>
                                      <p:cBhvr>
                                        <p:cTn id="59" dur="1" fill="hold">
                                          <p:stCondLst>
                                            <p:cond delay="0"/>
                                          </p:stCondLst>
                                        </p:cTn>
                                        <p:tgtEl>
                                          <p:spTgt spid="105"/>
                                        </p:tgtEl>
                                        <p:attrNameLst>
                                          <p:attrName>style.visibility</p:attrName>
                                        </p:attrNameLst>
                                      </p:cBhvr>
                                      <p:to>
                                        <p:strVal val="visible"/>
                                      </p:to>
                                    </p:set>
                                    <p:anim calcmode="lin" valueType="num">
                                      <p:cBhvr>
                                        <p:cTn id="60" dur="1000" fill="hold"/>
                                        <p:tgtEl>
                                          <p:spTgt spid="105"/>
                                        </p:tgtEl>
                                        <p:attrNameLst>
                                          <p:attrName>ppt_w</p:attrName>
                                        </p:attrNameLst>
                                      </p:cBhvr>
                                      <p:tavLst>
                                        <p:tav tm="0">
                                          <p:val>
                                            <p:fltVal val="0"/>
                                          </p:val>
                                        </p:tav>
                                        <p:tav tm="100000">
                                          <p:val>
                                            <p:strVal val="#ppt_w"/>
                                          </p:val>
                                        </p:tav>
                                      </p:tavLst>
                                    </p:anim>
                                    <p:anim calcmode="lin" valueType="num">
                                      <p:cBhvr>
                                        <p:cTn id="61" dur="1000" fill="hold"/>
                                        <p:tgtEl>
                                          <p:spTgt spid="105"/>
                                        </p:tgtEl>
                                        <p:attrNameLst>
                                          <p:attrName>ppt_h</p:attrName>
                                        </p:attrNameLst>
                                      </p:cBhvr>
                                      <p:tavLst>
                                        <p:tav tm="0">
                                          <p:val>
                                            <p:fltVal val="0"/>
                                          </p:val>
                                        </p:tav>
                                        <p:tav tm="100000">
                                          <p:val>
                                            <p:strVal val="#ppt_h"/>
                                          </p:val>
                                        </p:tav>
                                      </p:tavLst>
                                    </p:anim>
                                    <p:anim calcmode="lin" valueType="num">
                                      <p:cBhvr>
                                        <p:cTn id="62" dur="1000" fill="hold"/>
                                        <p:tgtEl>
                                          <p:spTgt spid="105"/>
                                        </p:tgtEl>
                                        <p:attrNameLst>
                                          <p:attrName>style.rotation</p:attrName>
                                        </p:attrNameLst>
                                      </p:cBhvr>
                                      <p:tavLst>
                                        <p:tav tm="0">
                                          <p:val>
                                            <p:fltVal val="90"/>
                                          </p:val>
                                        </p:tav>
                                        <p:tav tm="100000">
                                          <p:val>
                                            <p:fltVal val="0"/>
                                          </p:val>
                                        </p:tav>
                                      </p:tavLst>
                                    </p:anim>
                                    <p:animEffect transition="in" filter="fade">
                                      <p:cBhvr>
                                        <p:cTn id="63" dur="1000"/>
                                        <p:tgtEl>
                                          <p:spTgt spid="105"/>
                                        </p:tgtEl>
                                      </p:cBhvr>
                                    </p:animEffect>
                                  </p:childTnLst>
                                </p:cTn>
                              </p:par>
                              <p:par>
                                <p:cTn id="64" presetID="31" presetClass="entr" presetSubtype="0" fill="hold" grpId="0" nodeType="withEffect">
                                  <p:stCondLst>
                                    <p:cond delay="0"/>
                                  </p:stCondLst>
                                  <p:childTnLst>
                                    <p:set>
                                      <p:cBhvr>
                                        <p:cTn id="65" dur="1" fill="hold">
                                          <p:stCondLst>
                                            <p:cond delay="0"/>
                                          </p:stCondLst>
                                        </p:cTn>
                                        <p:tgtEl>
                                          <p:spTgt spid="103"/>
                                        </p:tgtEl>
                                        <p:attrNameLst>
                                          <p:attrName>style.visibility</p:attrName>
                                        </p:attrNameLst>
                                      </p:cBhvr>
                                      <p:to>
                                        <p:strVal val="visible"/>
                                      </p:to>
                                    </p:set>
                                    <p:anim calcmode="lin" valueType="num">
                                      <p:cBhvr>
                                        <p:cTn id="66" dur="1000" fill="hold"/>
                                        <p:tgtEl>
                                          <p:spTgt spid="103"/>
                                        </p:tgtEl>
                                        <p:attrNameLst>
                                          <p:attrName>ppt_w</p:attrName>
                                        </p:attrNameLst>
                                      </p:cBhvr>
                                      <p:tavLst>
                                        <p:tav tm="0">
                                          <p:val>
                                            <p:fltVal val="0"/>
                                          </p:val>
                                        </p:tav>
                                        <p:tav tm="100000">
                                          <p:val>
                                            <p:strVal val="#ppt_w"/>
                                          </p:val>
                                        </p:tav>
                                      </p:tavLst>
                                    </p:anim>
                                    <p:anim calcmode="lin" valueType="num">
                                      <p:cBhvr>
                                        <p:cTn id="67" dur="1000" fill="hold"/>
                                        <p:tgtEl>
                                          <p:spTgt spid="103"/>
                                        </p:tgtEl>
                                        <p:attrNameLst>
                                          <p:attrName>ppt_h</p:attrName>
                                        </p:attrNameLst>
                                      </p:cBhvr>
                                      <p:tavLst>
                                        <p:tav tm="0">
                                          <p:val>
                                            <p:fltVal val="0"/>
                                          </p:val>
                                        </p:tav>
                                        <p:tav tm="100000">
                                          <p:val>
                                            <p:strVal val="#ppt_h"/>
                                          </p:val>
                                        </p:tav>
                                      </p:tavLst>
                                    </p:anim>
                                    <p:anim calcmode="lin" valueType="num">
                                      <p:cBhvr>
                                        <p:cTn id="68" dur="1000" fill="hold"/>
                                        <p:tgtEl>
                                          <p:spTgt spid="103"/>
                                        </p:tgtEl>
                                        <p:attrNameLst>
                                          <p:attrName>style.rotation</p:attrName>
                                        </p:attrNameLst>
                                      </p:cBhvr>
                                      <p:tavLst>
                                        <p:tav tm="0">
                                          <p:val>
                                            <p:fltVal val="90"/>
                                          </p:val>
                                        </p:tav>
                                        <p:tav tm="100000">
                                          <p:val>
                                            <p:fltVal val="0"/>
                                          </p:val>
                                        </p:tav>
                                      </p:tavLst>
                                    </p:anim>
                                    <p:animEffect transition="in" filter="fade">
                                      <p:cBhvr>
                                        <p:cTn id="69" dur="1000"/>
                                        <p:tgtEl>
                                          <p:spTgt spid="103"/>
                                        </p:tgtEl>
                                      </p:cBhvr>
                                    </p:animEffect>
                                  </p:childTnLst>
                                </p:cTn>
                              </p:par>
                              <p:par>
                                <p:cTn id="70" presetID="31" presetClass="entr" presetSubtype="0" fill="hold" grpId="0" nodeType="withEffect">
                                  <p:stCondLst>
                                    <p:cond delay="0"/>
                                  </p:stCondLst>
                                  <p:childTnLst>
                                    <p:set>
                                      <p:cBhvr>
                                        <p:cTn id="71" dur="1" fill="hold">
                                          <p:stCondLst>
                                            <p:cond delay="0"/>
                                          </p:stCondLst>
                                        </p:cTn>
                                        <p:tgtEl>
                                          <p:spTgt spid="66">
                                            <p:txEl>
                                              <p:pRg st="0" end="0"/>
                                            </p:txEl>
                                          </p:spTgt>
                                        </p:tgtEl>
                                        <p:attrNameLst>
                                          <p:attrName>style.visibility</p:attrName>
                                        </p:attrNameLst>
                                      </p:cBhvr>
                                      <p:to>
                                        <p:strVal val="visible"/>
                                      </p:to>
                                    </p:set>
                                    <p:anim calcmode="lin" valueType="num">
                                      <p:cBhvr>
                                        <p:cTn id="72" dur="1000" fill="hold"/>
                                        <p:tgtEl>
                                          <p:spTgt spid="66">
                                            <p:txEl>
                                              <p:pRg st="0" end="0"/>
                                            </p:txEl>
                                          </p:spTgt>
                                        </p:tgtEl>
                                        <p:attrNameLst>
                                          <p:attrName>ppt_w</p:attrName>
                                        </p:attrNameLst>
                                      </p:cBhvr>
                                      <p:tavLst>
                                        <p:tav tm="0">
                                          <p:val>
                                            <p:fltVal val="0"/>
                                          </p:val>
                                        </p:tav>
                                        <p:tav tm="100000">
                                          <p:val>
                                            <p:strVal val="#ppt_w"/>
                                          </p:val>
                                        </p:tav>
                                      </p:tavLst>
                                    </p:anim>
                                    <p:anim calcmode="lin" valueType="num">
                                      <p:cBhvr>
                                        <p:cTn id="73" dur="1000" fill="hold"/>
                                        <p:tgtEl>
                                          <p:spTgt spid="66">
                                            <p:txEl>
                                              <p:pRg st="0" end="0"/>
                                            </p:txEl>
                                          </p:spTgt>
                                        </p:tgtEl>
                                        <p:attrNameLst>
                                          <p:attrName>ppt_h</p:attrName>
                                        </p:attrNameLst>
                                      </p:cBhvr>
                                      <p:tavLst>
                                        <p:tav tm="0">
                                          <p:val>
                                            <p:fltVal val="0"/>
                                          </p:val>
                                        </p:tav>
                                        <p:tav tm="100000">
                                          <p:val>
                                            <p:strVal val="#ppt_h"/>
                                          </p:val>
                                        </p:tav>
                                      </p:tavLst>
                                    </p:anim>
                                    <p:anim calcmode="lin" valueType="num">
                                      <p:cBhvr>
                                        <p:cTn id="74" dur="1000" fill="hold"/>
                                        <p:tgtEl>
                                          <p:spTgt spid="66">
                                            <p:txEl>
                                              <p:pRg st="0" end="0"/>
                                            </p:txEl>
                                          </p:spTgt>
                                        </p:tgtEl>
                                        <p:attrNameLst>
                                          <p:attrName>style.rotation</p:attrName>
                                        </p:attrNameLst>
                                      </p:cBhvr>
                                      <p:tavLst>
                                        <p:tav tm="0">
                                          <p:val>
                                            <p:fltVal val="90"/>
                                          </p:val>
                                        </p:tav>
                                        <p:tav tm="100000">
                                          <p:val>
                                            <p:fltVal val="0"/>
                                          </p:val>
                                        </p:tav>
                                      </p:tavLst>
                                    </p:anim>
                                    <p:animEffect transition="in" filter="fade">
                                      <p:cBhvr>
                                        <p:cTn id="75" dur="1000"/>
                                        <p:tgtEl>
                                          <p:spTgt spid="66">
                                            <p:txEl>
                                              <p:pRg st="0" end="0"/>
                                            </p:txEl>
                                          </p:spTgt>
                                        </p:tgtEl>
                                      </p:cBhvr>
                                    </p:animEffect>
                                  </p:childTnLst>
                                </p:cTn>
                              </p:par>
                            </p:childTnLst>
                          </p:cTn>
                        </p:par>
                        <p:par>
                          <p:cTn id="76" fill="hold">
                            <p:stCondLst>
                              <p:cond delay="3000"/>
                            </p:stCondLst>
                            <p:childTnLst>
                              <p:par>
                                <p:cTn id="77" presetID="22" presetClass="entr" presetSubtype="8" fill="hold" nodeType="afterEffect">
                                  <p:stCondLst>
                                    <p:cond delay="0"/>
                                  </p:stCondLst>
                                  <p:childTnLst>
                                    <p:set>
                                      <p:cBhvr>
                                        <p:cTn id="78" dur="1" fill="hold">
                                          <p:stCondLst>
                                            <p:cond delay="0"/>
                                          </p:stCondLst>
                                        </p:cTn>
                                        <p:tgtEl>
                                          <p:spTgt spid="71"/>
                                        </p:tgtEl>
                                        <p:attrNameLst>
                                          <p:attrName>style.visibility</p:attrName>
                                        </p:attrNameLst>
                                      </p:cBhvr>
                                      <p:to>
                                        <p:strVal val="visible"/>
                                      </p:to>
                                    </p:set>
                                    <p:animEffect transition="in" filter="wipe(left)">
                                      <p:cBhvr>
                                        <p:cTn id="79" dur="1000"/>
                                        <p:tgtEl>
                                          <p:spTgt spid="71"/>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67"/>
                                        </p:tgtEl>
                                        <p:attrNameLst>
                                          <p:attrName>style.visibility</p:attrName>
                                        </p:attrNameLst>
                                      </p:cBhvr>
                                      <p:to>
                                        <p:strVal val="visible"/>
                                      </p:to>
                                    </p:set>
                                    <p:animEffect transition="in" filter="wipe(left)">
                                      <p:cBhvr>
                                        <p:cTn id="84" dur="500"/>
                                        <p:tgtEl>
                                          <p:spTgt spid="67"/>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69"/>
                                        </p:tgtEl>
                                        <p:attrNameLst>
                                          <p:attrName>style.visibility</p:attrName>
                                        </p:attrNameLst>
                                      </p:cBhvr>
                                      <p:to>
                                        <p:strVal val="visible"/>
                                      </p:to>
                                    </p:set>
                                    <p:animEffect transition="in" filter="wipe(left)">
                                      <p:cBhvr>
                                        <p:cTn id="87" dur="500"/>
                                        <p:tgtEl>
                                          <p:spTgt spid="69"/>
                                        </p:tgtEl>
                                      </p:cBhvr>
                                    </p:animEffect>
                                  </p:childTnLst>
                                </p:cTn>
                              </p:par>
                            </p:childTnLst>
                          </p:cTn>
                        </p:par>
                        <p:par>
                          <p:cTn id="88" fill="hold">
                            <p:stCondLst>
                              <p:cond delay="500"/>
                            </p:stCondLst>
                            <p:childTnLst>
                              <p:par>
                                <p:cTn id="89" presetID="22" presetClass="exit" presetSubtype="1" fill="hold" nodeType="afterEffect">
                                  <p:stCondLst>
                                    <p:cond delay="0"/>
                                  </p:stCondLst>
                                  <p:childTnLst>
                                    <p:animEffect transition="out" filter="wipe(up)">
                                      <p:cBhvr>
                                        <p:cTn id="90" dur="1000"/>
                                        <p:tgtEl>
                                          <p:spTgt spid="71"/>
                                        </p:tgtEl>
                                      </p:cBhvr>
                                    </p:animEffect>
                                    <p:set>
                                      <p:cBhvr>
                                        <p:cTn id="91" dur="1" fill="hold">
                                          <p:stCondLst>
                                            <p:cond delay="999"/>
                                          </p:stCondLst>
                                        </p:cTn>
                                        <p:tgtEl>
                                          <p:spTgt spid="71"/>
                                        </p:tgtEl>
                                        <p:attrNameLst>
                                          <p:attrName>style.visibility</p:attrName>
                                        </p:attrNameLst>
                                      </p:cBhvr>
                                      <p:to>
                                        <p:strVal val="hidden"/>
                                      </p:to>
                                    </p:set>
                                  </p:childTnLst>
                                </p:cTn>
                              </p:par>
                            </p:childTnLst>
                          </p:cTn>
                        </p:par>
                        <p:par>
                          <p:cTn id="92" fill="hold">
                            <p:stCondLst>
                              <p:cond delay="1500"/>
                            </p:stCondLst>
                            <p:childTnLst>
                              <p:par>
                                <p:cTn id="93" presetID="22" presetClass="entr" presetSubtype="8" fill="hold" nodeType="afterEffect">
                                  <p:stCondLst>
                                    <p:cond delay="0"/>
                                  </p:stCondLst>
                                  <p:childTnLst>
                                    <p:set>
                                      <p:cBhvr>
                                        <p:cTn id="94" dur="1" fill="hold">
                                          <p:stCondLst>
                                            <p:cond delay="0"/>
                                          </p:stCondLst>
                                        </p:cTn>
                                        <p:tgtEl>
                                          <p:spTgt spid="72"/>
                                        </p:tgtEl>
                                        <p:attrNameLst>
                                          <p:attrName>style.visibility</p:attrName>
                                        </p:attrNameLst>
                                      </p:cBhvr>
                                      <p:to>
                                        <p:strVal val="visible"/>
                                      </p:to>
                                    </p:set>
                                    <p:animEffect transition="in" filter="wipe(left)">
                                      <p:cBhvr>
                                        <p:cTn id="95" dur="1000"/>
                                        <p:tgtEl>
                                          <p:spTgt spid="72"/>
                                        </p:tgtEl>
                                      </p:cBhvr>
                                    </p:animEffect>
                                  </p:childTnLst>
                                </p:cTn>
                              </p:par>
                            </p:childTnLst>
                          </p:cTn>
                        </p:par>
                      </p:childTnLst>
                    </p:cTn>
                  </p:par>
                  <p:par>
                    <p:cTn id="96" fill="hold">
                      <p:stCondLst>
                        <p:cond delay="indefinite"/>
                      </p:stCondLst>
                      <p:childTnLst>
                        <p:par>
                          <p:cTn id="97" fill="hold">
                            <p:stCondLst>
                              <p:cond delay="0"/>
                            </p:stCondLst>
                            <p:childTnLst>
                              <p:par>
                                <p:cTn id="98" presetID="31" presetClass="entr" presetSubtype="0" fill="hold" grpId="0" nodeType="clickEffect">
                                  <p:stCondLst>
                                    <p:cond delay="0"/>
                                  </p:stCondLst>
                                  <p:childTnLst>
                                    <p:set>
                                      <p:cBhvr>
                                        <p:cTn id="99" dur="1" fill="hold">
                                          <p:stCondLst>
                                            <p:cond delay="0"/>
                                          </p:stCondLst>
                                        </p:cTn>
                                        <p:tgtEl>
                                          <p:spTgt spid="45"/>
                                        </p:tgtEl>
                                        <p:attrNameLst>
                                          <p:attrName>style.visibility</p:attrName>
                                        </p:attrNameLst>
                                      </p:cBhvr>
                                      <p:to>
                                        <p:strVal val="visible"/>
                                      </p:to>
                                    </p:set>
                                    <p:anim calcmode="lin" valueType="num">
                                      <p:cBhvr>
                                        <p:cTn id="100" dur="1000" fill="hold"/>
                                        <p:tgtEl>
                                          <p:spTgt spid="45"/>
                                        </p:tgtEl>
                                        <p:attrNameLst>
                                          <p:attrName>ppt_w</p:attrName>
                                        </p:attrNameLst>
                                      </p:cBhvr>
                                      <p:tavLst>
                                        <p:tav tm="0">
                                          <p:val>
                                            <p:fltVal val="0"/>
                                          </p:val>
                                        </p:tav>
                                        <p:tav tm="100000">
                                          <p:val>
                                            <p:strVal val="#ppt_w"/>
                                          </p:val>
                                        </p:tav>
                                      </p:tavLst>
                                    </p:anim>
                                    <p:anim calcmode="lin" valueType="num">
                                      <p:cBhvr>
                                        <p:cTn id="101" dur="1000" fill="hold"/>
                                        <p:tgtEl>
                                          <p:spTgt spid="45"/>
                                        </p:tgtEl>
                                        <p:attrNameLst>
                                          <p:attrName>ppt_h</p:attrName>
                                        </p:attrNameLst>
                                      </p:cBhvr>
                                      <p:tavLst>
                                        <p:tav tm="0">
                                          <p:val>
                                            <p:fltVal val="0"/>
                                          </p:val>
                                        </p:tav>
                                        <p:tav tm="100000">
                                          <p:val>
                                            <p:strVal val="#ppt_h"/>
                                          </p:val>
                                        </p:tav>
                                      </p:tavLst>
                                    </p:anim>
                                    <p:anim calcmode="lin" valueType="num">
                                      <p:cBhvr>
                                        <p:cTn id="102" dur="1000" fill="hold"/>
                                        <p:tgtEl>
                                          <p:spTgt spid="45"/>
                                        </p:tgtEl>
                                        <p:attrNameLst>
                                          <p:attrName>style.rotation</p:attrName>
                                        </p:attrNameLst>
                                      </p:cBhvr>
                                      <p:tavLst>
                                        <p:tav tm="0">
                                          <p:val>
                                            <p:fltVal val="90"/>
                                          </p:val>
                                        </p:tav>
                                        <p:tav tm="100000">
                                          <p:val>
                                            <p:fltVal val="0"/>
                                          </p:val>
                                        </p:tav>
                                      </p:tavLst>
                                    </p:anim>
                                    <p:animEffect transition="in" filter="fade">
                                      <p:cBhvr>
                                        <p:cTn id="103" dur="1000"/>
                                        <p:tgtEl>
                                          <p:spTgt spid="45"/>
                                        </p:tgtEl>
                                      </p:cBhvr>
                                    </p:animEffect>
                                  </p:childTnLst>
                                </p:cTn>
                              </p:par>
                            </p:childTnLst>
                          </p:cTn>
                        </p:par>
                        <p:par>
                          <p:cTn id="104" fill="hold">
                            <p:stCondLst>
                              <p:cond delay="1000"/>
                            </p:stCondLst>
                            <p:childTnLst>
                              <p:par>
                                <p:cTn id="105" presetID="63" presetClass="path" presetSubtype="0" accel="50000" decel="50000" fill="hold" grpId="1" nodeType="afterEffect">
                                  <p:stCondLst>
                                    <p:cond delay="0"/>
                                  </p:stCondLst>
                                  <p:childTnLst>
                                    <p:animMotion origin="layout" path="M -2.08333E-7 2.59259E-6 L 0.73281 0.07199 " pathEditMode="relative" rAng="0" ptsTypes="AA">
                                      <p:cBhvr>
                                        <p:cTn id="106" dur="1500" fill="hold"/>
                                        <p:tgtEl>
                                          <p:spTgt spid="45"/>
                                        </p:tgtEl>
                                        <p:attrNameLst>
                                          <p:attrName>ppt_x</p:attrName>
                                          <p:attrName>ppt_y</p:attrName>
                                        </p:attrNameLst>
                                      </p:cBhvr>
                                      <p:rCtr x="36641" y="3588"/>
                                    </p:animMotion>
                                  </p:childTnLst>
                                </p:cTn>
                              </p:par>
                            </p:childTnLst>
                          </p:cTn>
                        </p:par>
                        <p:par>
                          <p:cTn id="107" fill="hold">
                            <p:stCondLst>
                              <p:cond delay="2500"/>
                            </p:stCondLst>
                            <p:childTnLst>
                              <p:par>
                                <p:cTn id="108" presetID="22" presetClass="exit" presetSubtype="1" fill="hold" nodeType="afterEffect">
                                  <p:stCondLst>
                                    <p:cond delay="0"/>
                                  </p:stCondLst>
                                  <p:childTnLst>
                                    <p:animEffect transition="out" filter="wipe(up)">
                                      <p:cBhvr>
                                        <p:cTn id="109" dur="1000"/>
                                        <p:tgtEl>
                                          <p:spTgt spid="72"/>
                                        </p:tgtEl>
                                      </p:cBhvr>
                                    </p:animEffect>
                                    <p:set>
                                      <p:cBhvr>
                                        <p:cTn id="110" dur="1" fill="hold">
                                          <p:stCondLst>
                                            <p:cond delay="999"/>
                                          </p:stCondLst>
                                        </p:cTn>
                                        <p:tgtEl>
                                          <p:spTgt spid="72"/>
                                        </p:tgtEl>
                                        <p:attrNameLst>
                                          <p:attrName>style.visibility</p:attrName>
                                        </p:attrNameLst>
                                      </p:cBhvr>
                                      <p:to>
                                        <p:strVal val="hidden"/>
                                      </p:to>
                                    </p:set>
                                  </p:childTnLst>
                                </p:cTn>
                              </p:par>
                            </p:childTnLst>
                          </p:cTn>
                        </p:par>
                        <p:par>
                          <p:cTn id="111" fill="hold">
                            <p:stCondLst>
                              <p:cond delay="3500"/>
                            </p:stCondLst>
                            <p:childTnLst>
                              <p:par>
                                <p:cTn id="112" presetID="22" presetClass="entr" presetSubtype="8" fill="hold" nodeType="afterEffect">
                                  <p:stCondLst>
                                    <p:cond delay="0"/>
                                  </p:stCondLst>
                                  <p:childTnLst>
                                    <p:set>
                                      <p:cBhvr>
                                        <p:cTn id="113" dur="1" fill="hold">
                                          <p:stCondLst>
                                            <p:cond delay="0"/>
                                          </p:stCondLst>
                                        </p:cTn>
                                        <p:tgtEl>
                                          <p:spTgt spid="74"/>
                                        </p:tgtEl>
                                        <p:attrNameLst>
                                          <p:attrName>style.visibility</p:attrName>
                                        </p:attrNameLst>
                                      </p:cBhvr>
                                      <p:to>
                                        <p:strVal val="visible"/>
                                      </p:to>
                                    </p:set>
                                    <p:animEffect transition="in" filter="wipe(left)">
                                      <p:cBhvr>
                                        <p:cTn id="114" dur="500"/>
                                        <p:tgtEl>
                                          <p:spTgt spid="74"/>
                                        </p:tgtEl>
                                      </p:cBhvr>
                                    </p:animEffect>
                                  </p:childTnLst>
                                </p:cTn>
                              </p:par>
                            </p:childTnLst>
                          </p:cTn>
                        </p:par>
                      </p:childTnLst>
                    </p:cTn>
                  </p:par>
                  <p:par>
                    <p:cTn id="115" fill="hold">
                      <p:stCondLst>
                        <p:cond delay="indefinite"/>
                      </p:stCondLst>
                      <p:childTnLst>
                        <p:par>
                          <p:cTn id="116" fill="hold">
                            <p:stCondLst>
                              <p:cond delay="0"/>
                            </p:stCondLst>
                            <p:childTnLst>
                              <p:par>
                                <p:cTn id="117" presetID="31" presetClass="entr" presetSubtype="0" fill="hold" grpId="0" nodeType="clickEffect">
                                  <p:stCondLst>
                                    <p:cond delay="0"/>
                                  </p:stCondLst>
                                  <p:childTnLst>
                                    <p:set>
                                      <p:cBhvr>
                                        <p:cTn id="118" dur="1" fill="hold">
                                          <p:stCondLst>
                                            <p:cond delay="0"/>
                                          </p:stCondLst>
                                        </p:cTn>
                                        <p:tgtEl>
                                          <p:spTgt spid="76"/>
                                        </p:tgtEl>
                                        <p:attrNameLst>
                                          <p:attrName>style.visibility</p:attrName>
                                        </p:attrNameLst>
                                      </p:cBhvr>
                                      <p:to>
                                        <p:strVal val="visible"/>
                                      </p:to>
                                    </p:set>
                                    <p:anim calcmode="lin" valueType="num">
                                      <p:cBhvr>
                                        <p:cTn id="119" dur="1000" fill="hold"/>
                                        <p:tgtEl>
                                          <p:spTgt spid="76"/>
                                        </p:tgtEl>
                                        <p:attrNameLst>
                                          <p:attrName>ppt_w</p:attrName>
                                        </p:attrNameLst>
                                      </p:cBhvr>
                                      <p:tavLst>
                                        <p:tav tm="0">
                                          <p:val>
                                            <p:fltVal val="0"/>
                                          </p:val>
                                        </p:tav>
                                        <p:tav tm="100000">
                                          <p:val>
                                            <p:strVal val="#ppt_w"/>
                                          </p:val>
                                        </p:tav>
                                      </p:tavLst>
                                    </p:anim>
                                    <p:anim calcmode="lin" valueType="num">
                                      <p:cBhvr>
                                        <p:cTn id="120" dur="1000" fill="hold"/>
                                        <p:tgtEl>
                                          <p:spTgt spid="76"/>
                                        </p:tgtEl>
                                        <p:attrNameLst>
                                          <p:attrName>ppt_h</p:attrName>
                                        </p:attrNameLst>
                                      </p:cBhvr>
                                      <p:tavLst>
                                        <p:tav tm="0">
                                          <p:val>
                                            <p:fltVal val="0"/>
                                          </p:val>
                                        </p:tav>
                                        <p:tav tm="100000">
                                          <p:val>
                                            <p:strVal val="#ppt_h"/>
                                          </p:val>
                                        </p:tav>
                                      </p:tavLst>
                                    </p:anim>
                                    <p:anim calcmode="lin" valueType="num">
                                      <p:cBhvr>
                                        <p:cTn id="121" dur="1000" fill="hold"/>
                                        <p:tgtEl>
                                          <p:spTgt spid="76"/>
                                        </p:tgtEl>
                                        <p:attrNameLst>
                                          <p:attrName>style.rotation</p:attrName>
                                        </p:attrNameLst>
                                      </p:cBhvr>
                                      <p:tavLst>
                                        <p:tav tm="0">
                                          <p:val>
                                            <p:fltVal val="90"/>
                                          </p:val>
                                        </p:tav>
                                        <p:tav tm="100000">
                                          <p:val>
                                            <p:fltVal val="0"/>
                                          </p:val>
                                        </p:tav>
                                      </p:tavLst>
                                    </p:anim>
                                    <p:animEffect transition="in" filter="fade">
                                      <p:cBhvr>
                                        <p:cTn id="122" dur="1000"/>
                                        <p:tgtEl>
                                          <p:spTgt spid="76"/>
                                        </p:tgtEl>
                                      </p:cBhvr>
                                    </p:animEffect>
                                  </p:childTnLst>
                                </p:cTn>
                              </p:par>
                            </p:childTnLst>
                          </p:cTn>
                        </p:par>
                        <p:par>
                          <p:cTn id="123" fill="hold">
                            <p:stCondLst>
                              <p:cond delay="1000"/>
                            </p:stCondLst>
                            <p:childTnLst>
                              <p:par>
                                <p:cTn id="124" presetID="63" presetClass="path" presetSubtype="0" accel="50000" decel="50000" fill="hold" grpId="1" nodeType="afterEffect">
                                  <p:stCondLst>
                                    <p:cond delay="0"/>
                                  </p:stCondLst>
                                  <p:childTnLst>
                                    <p:animMotion origin="layout" path="M -1.66667E-6 3.7037E-6 L 0.54115 0.29189 " pathEditMode="relative" rAng="0" ptsTypes="AA">
                                      <p:cBhvr>
                                        <p:cTn id="125" dur="1500" fill="hold"/>
                                        <p:tgtEl>
                                          <p:spTgt spid="76"/>
                                        </p:tgtEl>
                                        <p:attrNameLst>
                                          <p:attrName>ppt_x</p:attrName>
                                          <p:attrName>ppt_y</p:attrName>
                                        </p:attrNameLst>
                                      </p:cBhvr>
                                      <p:rCtr x="27057" y="14583"/>
                                    </p:animMotion>
                                  </p:childTnLst>
                                </p:cTn>
                              </p:par>
                            </p:childTnLst>
                          </p:cTn>
                        </p:par>
                        <p:par>
                          <p:cTn id="126" fill="hold">
                            <p:stCondLst>
                              <p:cond delay="2500"/>
                            </p:stCondLst>
                            <p:childTnLst>
                              <p:par>
                                <p:cTn id="127" presetID="22" presetClass="exit" presetSubtype="1" fill="hold" nodeType="afterEffect">
                                  <p:stCondLst>
                                    <p:cond delay="0"/>
                                  </p:stCondLst>
                                  <p:childTnLst>
                                    <p:animEffect transition="out" filter="wipe(up)">
                                      <p:cBhvr>
                                        <p:cTn id="128" dur="500"/>
                                        <p:tgtEl>
                                          <p:spTgt spid="74"/>
                                        </p:tgtEl>
                                      </p:cBhvr>
                                    </p:animEffect>
                                    <p:set>
                                      <p:cBhvr>
                                        <p:cTn id="129" dur="1" fill="hold">
                                          <p:stCondLst>
                                            <p:cond delay="499"/>
                                          </p:stCondLst>
                                        </p:cTn>
                                        <p:tgtEl>
                                          <p:spTgt spid="74"/>
                                        </p:tgtEl>
                                        <p:attrNameLst>
                                          <p:attrName>style.visibility</p:attrName>
                                        </p:attrNameLst>
                                      </p:cBhvr>
                                      <p:to>
                                        <p:strVal val="hidden"/>
                                      </p:to>
                                    </p:set>
                                  </p:childTnLst>
                                </p:cTn>
                              </p:par>
                            </p:childTnLst>
                          </p:cTn>
                        </p:par>
                        <p:par>
                          <p:cTn id="130" fill="hold">
                            <p:stCondLst>
                              <p:cond delay="3000"/>
                            </p:stCondLst>
                            <p:childTnLst>
                              <p:par>
                                <p:cTn id="131" presetID="22" presetClass="entr" presetSubtype="8" fill="hold" nodeType="afterEffect">
                                  <p:stCondLst>
                                    <p:cond delay="0"/>
                                  </p:stCondLst>
                                  <p:childTnLst>
                                    <p:set>
                                      <p:cBhvr>
                                        <p:cTn id="132" dur="1" fill="hold">
                                          <p:stCondLst>
                                            <p:cond delay="0"/>
                                          </p:stCondLst>
                                        </p:cTn>
                                        <p:tgtEl>
                                          <p:spTgt spid="77"/>
                                        </p:tgtEl>
                                        <p:attrNameLst>
                                          <p:attrName>style.visibility</p:attrName>
                                        </p:attrNameLst>
                                      </p:cBhvr>
                                      <p:to>
                                        <p:strVal val="visible"/>
                                      </p:to>
                                    </p:set>
                                    <p:animEffect transition="in" filter="wipe(left)">
                                      <p:cBhvr>
                                        <p:cTn id="133" dur="1000"/>
                                        <p:tgtEl>
                                          <p:spTgt spid="77"/>
                                        </p:tgtEl>
                                      </p:cBhvr>
                                    </p:animEffect>
                                  </p:childTnLst>
                                </p:cTn>
                              </p:par>
                            </p:childTnLst>
                          </p:cTn>
                        </p:par>
                      </p:childTnLst>
                    </p:cTn>
                  </p:par>
                  <p:par>
                    <p:cTn id="134" fill="hold">
                      <p:stCondLst>
                        <p:cond delay="indefinite"/>
                      </p:stCondLst>
                      <p:childTnLst>
                        <p:par>
                          <p:cTn id="135" fill="hold">
                            <p:stCondLst>
                              <p:cond delay="0"/>
                            </p:stCondLst>
                            <p:childTnLst>
                              <p:par>
                                <p:cTn id="136" presetID="32" presetClass="emph" presetSubtype="0" fill="hold" nodeType="clickEffect">
                                  <p:stCondLst>
                                    <p:cond delay="0"/>
                                  </p:stCondLst>
                                  <p:childTnLst>
                                    <p:animRot by="120000">
                                      <p:cBhvr>
                                        <p:cTn id="137" dur="100" fill="hold">
                                          <p:stCondLst>
                                            <p:cond delay="0"/>
                                          </p:stCondLst>
                                        </p:cTn>
                                        <p:tgtEl>
                                          <p:spTgt spid="77"/>
                                        </p:tgtEl>
                                        <p:attrNameLst>
                                          <p:attrName>r</p:attrName>
                                        </p:attrNameLst>
                                      </p:cBhvr>
                                    </p:animRot>
                                    <p:animRot by="-240000">
                                      <p:cBhvr>
                                        <p:cTn id="138" dur="200" fill="hold">
                                          <p:stCondLst>
                                            <p:cond delay="200"/>
                                          </p:stCondLst>
                                        </p:cTn>
                                        <p:tgtEl>
                                          <p:spTgt spid="77"/>
                                        </p:tgtEl>
                                        <p:attrNameLst>
                                          <p:attrName>r</p:attrName>
                                        </p:attrNameLst>
                                      </p:cBhvr>
                                    </p:animRot>
                                    <p:animRot by="240000">
                                      <p:cBhvr>
                                        <p:cTn id="139" dur="200" fill="hold">
                                          <p:stCondLst>
                                            <p:cond delay="400"/>
                                          </p:stCondLst>
                                        </p:cTn>
                                        <p:tgtEl>
                                          <p:spTgt spid="77"/>
                                        </p:tgtEl>
                                        <p:attrNameLst>
                                          <p:attrName>r</p:attrName>
                                        </p:attrNameLst>
                                      </p:cBhvr>
                                    </p:animRot>
                                    <p:animRot by="-240000">
                                      <p:cBhvr>
                                        <p:cTn id="140" dur="200" fill="hold">
                                          <p:stCondLst>
                                            <p:cond delay="600"/>
                                          </p:stCondLst>
                                        </p:cTn>
                                        <p:tgtEl>
                                          <p:spTgt spid="77"/>
                                        </p:tgtEl>
                                        <p:attrNameLst>
                                          <p:attrName>r</p:attrName>
                                        </p:attrNameLst>
                                      </p:cBhvr>
                                    </p:animRot>
                                    <p:animRot by="120000">
                                      <p:cBhvr>
                                        <p:cTn id="141" dur="200" fill="hold">
                                          <p:stCondLst>
                                            <p:cond delay="800"/>
                                          </p:stCondLst>
                                        </p:cTn>
                                        <p:tgtEl>
                                          <p:spTgt spid="77"/>
                                        </p:tgtEl>
                                        <p:attrNameLst>
                                          <p:attrName>r</p:attrName>
                                        </p:attrNameLst>
                                      </p:cBhvr>
                                    </p:animRot>
                                  </p:childTnLst>
                                </p:cTn>
                              </p:par>
                            </p:childTnLst>
                          </p:cTn>
                        </p:par>
                        <p:par>
                          <p:cTn id="142" fill="hold">
                            <p:stCondLst>
                              <p:cond delay="1000"/>
                            </p:stCondLst>
                            <p:childTnLst>
                              <p:par>
                                <p:cTn id="143" presetID="22" presetClass="exit" presetSubtype="4" fill="hold" nodeType="afterEffect">
                                  <p:stCondLst>
                                    <p:cond delay="0"/>
                                  </p:stCondLst>
                                  <p:childTnLst>
                                    <p:animEffect transition="out" filter="wipe(down)">
                                      <p:cBhvr>
                                        <p:cTn id="144" dur="500"/>
                                        <p:tgtEl>
                                          <p:spTgt spid="77"/>
                                        </p:tgtEl>
                                      </p:cBhvr>
                                    </p:animEffect>
                                    <p:set>
                                      <p:cBhvr>
                                        <p:cTn id="145" dur="1" fill="hold">
                                          <p:stCondLst>
                                            <p:cond delay="499"/>
                                          </p:stCondLst>
                                        </p:cTn>
                                        <p:tgtEl>
                                          <p:spTgt spid="77"/>
                                        </p:tgtEl>
                                        <p:attrNameLst>
                                          <p:attrName>style.visibility</p:attrName>
                                        </p:attrNameLst>
                                      </p:cBhvr>
                                      <p:to>
                                        <p:strVal val="hidden"/>
                                      </p:to>
                                    </p:set>
                                  </p:childTnLst>
                                </p:cTn>
                              </p:par>
                            </p:childTnLst>
                          </p:cTn>
                        </p:par>
                        <p:par>
                          <p:cTn id="146" fill="hold">
                            <p:stCondLst>
                              <p:cond delay="1500"/>
                            </p:stCondLst>
                            <p:childTnLst>
                              <p:par>
                                <p:cTn id="147" presetID="22" presetClass="entr" presetSubtype="8" fill="hold" nodeType="afterEffect">
                                  <p:stCondLst>
                                    <p:cond delay="0"/>
                                  </p:stCondLst>
                                  <p:childTnLst>
                                    <p:set>
                                      <p:cBhvr>
                                        <p:cTn id="148" dur="1" fill="hold">
                                          <p:stCondLst>
                                            <p:cond delay="0"/>
                                          </p:stCondLst>
                                        </p:cTn>
                                        <p:tgtEl>
                                          <p:spTgt spid="74"/>
                                        </p:tgtEl>
                                        <p:attrNameLst>
                                          <p:attrName>style.visibility</p:attrName>
                                        </p:attrNameLst>
                                      </p:cBhvr>
                                      <p:to>
                                        <p:strVal val="visible"/>
                                      </p:to>
                                    </p:set>
                                    <p:animEffect transition="in" filter="wipe(left)">
                                      <p:cBhvr>
                                        <p:cTn id="149" dur="1000"/>
                                        <p:tgtEl>
                                          <p:spTgt spid="74"/>
                                        </p:tgtEl>
                                      </p:cBhvr>
                                    </p:animEffect>
                                  </p:childTnLst>
                                </p:cTn>
                              </p:par>
                            </p:childTnLst>
                          </p:cTn>
                        </p:par>
                      </p:childTnLst>
                    </p:cTn>
                  </p:par>
                  <p:par>
                    <p:cTn id="150" fill="hold">
                      <p:stCondLst>
                        <p:cond delay="indefinite"/>
                      </p:stCondLst>
                      <p:childTnLst>
                        <p:par>
                          <p:cTn id="151" fill="hold">
                            <p:stCondLst>
                              <p:cond delay="0"/>
                            </p:stCondLst>
                            <p:childTnLst>
                              <p:par>
                                <p:cTn id="152" presetID="63" presetClass="path" presetSubtype="0" accel="50000" decel="50000" fill="hold" grpId="2" nodeType="clickEffect">
                                  <p:stCondLst>
                                    <p:cond delay="0"/>
                                  </p:stCondLst>
                                  <p:childTnLst>
                                    <p:animMotion origin="layout" path="M 0.54115 0.29189 L 0.57305 0.29351 " pathEditMode="relative" rAng="0" ptsTypes="AA">
                                      <p:cBhvr>
                                        <p:cTn id="153" dur="1500" fill="hold"/>
                                        <p:tgtEl>
                                          <p:spTgt spid="76"/>
                                        </p:tgtEl>
                                        <p:attrNameLst>
                                          <p:attrName>ppt_x</p:attrName>
                                          <p:attrName>ppt_y</p:attrName>
                                        </p:attrNameLst>
                                      </p:cBhvr>
                                      <p:rCtr x="1589" y="69"/>
                                    </p:animMotion>
                                  </p:childTnLst>
                                </p:cTn>
                              </p:par>
                            </p:childTnLst>
                          </p:cTn>
                        </p:par>
                        <p:par>
                          <p:cTn id="154" fill="hold">
                            <p:stCondLst>
                              <p:cond delay="1500"/>
                            </p:stCondLst>
                            <p:childTnLst>
                              <p:par>
                                <p:cTn id="155" presetID="22" presetClass="exit" presetSubtype="1" fill="hold" nodeType="afterEffect">
                                  <p:stCondLst>
                                    <p:cond delay="0"/>
                                  </p:stCondLst>
                                  <p:childTnLst>
                                    <p:animEffect transition="out" filter="wipe(up)">
                                      <p:cBhvr>
                                        <p:cTn id="156" dur="500"/>
                                        <p:tgtEl>
                                          <p:spTgt spid="74"/>
                                        </p:tgtEl>
                                      </p:cBhvr>
                                    </p:animEffect>
                                    <p:set>
                                      <p:cBhvr>
                                        <p:cTn id="157" dur="1" fill="hold">
                                          <p:stCondLst>
                                            <p:cond delay="499"/>
                                          </p:stCondLst>
                                        </p:cTn>
                                        <p:tgtEl>
                                          <p:spTgt spid="74"/>
                                        </p:tgtEl>
                                        <p:attrNameLst>
                                          <p:attrName>style.visibility</p:attrName>
                                        </p:attrNameLst>
                                      </p:cBhvr>
                                      <p:to>
                                        <p:strVal val="hidden"/>
                                      </p:to>
                                    </p:set>
                                  </p:childTnLst>
                                </p:cTn>
                              </p:par>
                            </p:childTnLst>
                          </p:cTn>
                        </p:par>
                        <p:par>
                          <p:cTn id="158" fill="hold">
                            <p:stCondLst>
                              <p:cond delay="2000"/>
                            </p:stCondLst>
                            <p:childTnLst>
                              <p:par>
                                <p:cTn id="159" presetID="22" presetClass="entr" presetSubtype="8" fill="hold" nodeType="afterEffect">
                                  <p:stCondLst>
                                    <p:cond delay="0"/>
                                  </p:stCondLst>
                                  <p:childTnLst>
                                    <p:set>
                                      <p:cBhvr>
                                        <p:cTn id="160" dur="1" fill="hold">
                                          <p:stCondLst>
                                            <p:cond delay="0"/>
                                          </p:stCondLst>
                                        </p:cTn>
                                        <p:tgtEl>
                                          <p:spTgt spid="77"/>
                                        </p:tgtEl>
                                        <p:attrNameLst>
                                          <p:attrName>style.visibility</p:attrName>
                                        </p:attrNameLst>
                                      </p:cBhvr>
                                      <p:to>
                                        <p:strVal val="visible"/>
                                      </p:to>
                                    </p:set>
                                    <p:animEffect transition="in" filter="wipe(left)">
                                      <p:cBhvr>
                                        <p:cTn id="161" dur="1000"/>
                                        <p:tgtEl>
                                          <p:spTgt spid="77"/>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xit" presetSubtype="1" fill="hold" nodeType="clickEffect">
                                  <p:stCondLst>
                                    <p:cond delay="0"/>
                                  </p:stCondLst>
                                  <p:childTnLst>
                                    <p:animEffect transition="out" filter="wipe(up)">
                                      <p:cBhvr>
                                        <p:cTn id="165" dur="500"/>
                                        <p:tgtEl>
                                          <p:spTgt spid="77"/>
                                        </p:tgtEl>
                                      </p:cBhvr>
                                    </p:animEffect>
                                    <p:set>
                                      <p:cBhvr>
                                        <p:cTn id="166" dur="1" fill="hold">
                                          <p:stCondLst>
                                            <p:cond delay="499"/>
                                          </p:stCondLst>
                                        </p:cTn>
                                        <p:tgtEl>
                                          <p:spTgt spid="77"/>
                                        </p:tgtEl>
                                        <p:attrNameLst>
                                          <p:attrName>style.visibility</p:attrName>
                                        </p:attrNameLst>
                                      </p:cBhvr>
                                      <p:to>
                                        <p:strVal val="hidden"/>
                                      </p:to>
                                    </p:set>
                                  </p:childTnLst>
                                </p:cTn>
                              </p:par>
                            </p:childTnLst>
                          </p:cTn>
                        </p:par>
                        <p:par>
                          <p:cTn id="167" fill="hold">
                            <p:stCondLst>
                              <p:cond delay="500"/>
                            </p:stCondLst>
                            <p:childTnLst>
                              <p:par>
                                <p:cTn id="168" presetID="22" presetClass="entr" presetSubtype="8" fill="hold" nodeType="afterEffect">
                                  <p:stCondLst>
                                    <p:cond delay="0"/>
                                  </p:stCondLst>
                                  <p:childTnLst>
                                    <p:set>
                                      <p:cBhvr>
                                        <p:cTn id="169" dur="1" fill="hold">
                                          <p:stCondLst>
                                            <p:cond delay="0"/>
                                          </p:stCondLst>
                                        </p:cTn>
                                        <p:tgtEl>
                                          <p:spTgt spid="79"/>
                                        </p:tgtEl>
                                        <p:attrNameLst>
                                          <p:attrName>style.visibility</p:attrName>
                                        </p:attrNameLst>
                                      </p:cBhvr>
                                      <p:to>
                                        <p:strVal val="visible"/>
                                      </p:to>
                                    </p:set>
                                    <p:animEffect transition="in" filter="wipe(left)">
                                      <p:cBhvr>
                                        <p:cTn id="170" dur="1000"/>
                                        <p:tgtEl>
                                          <p:spTgt spid="79"/>
                                        </p:tgtEl>
                                      </p:cBhvr>
                                    </p:animEffect>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grpId="0" nodeType="clickEffect">
                                  <p:stCondLst>
                                    <p:cond delay="0"/>
                                  </p:stCondLst>
                                  <p:childTnLst>
                                    <p:set>
                                      <p:cBhvr>
                                        <p:cTn id="174" dur="1" fill="hold">
                                          <p:stCondLst>
                                            <p:cond delay="0"/>
                                          </p:stCondLst>
                                        </p:cTn>
                                        <p:tgtEl>
                                          <p:spTgt spid="58"/>
                                        </p:tgtEl>
                                        <p:attrNameLst>
                                          <p:attrName>style.visibility</p:attrName>
                                        </p:attrNameLst>
                                      </p:cBhvr>
                                      <p:to>
                                        <p:strVal val="visible"/>
                                      </p:to>
                                    </p:set>
                                    <p:animEffect transition="in" filter="fade">
                                      <p:cBhvr>
                                        <p:cTn id="175" dur="1000"/>
                                        <p:tgtEl>
                                          <p:spTgt spid="58"/>
                                        </p:tgtEl>
                                      </p:cBhvr>
                                    </p:animEffect>
                                    <p:anim calcmode="lin" valueType="num">
                                      <p:cBhvr>
                                        <p:cTn id="176" dur="1000" fill="hold"/>
                                        <p:tgtEl>
                                          <p:spTgt spid="58"/>
                                        </p:tgtEl>
                                        <p:attrNameLst>
                                          <p:attrName>ppt_x</p:attrName>
                                        </p:attrNameLst>
                                      </p:cBhvr>
                                      <p:tavLst>
                                        <p:tav tm="0">
                                          <p:val>
                                            <p:strVal val="#ppt_x"/>
                                          </p:val>
                                        </p:tav>
                                        <p:tav tm="100000">
                                          <p:val>
                                            <p:strVal val="#ppt_x"/>
                                          </p:val>
                                        </p:tav>
                                      </p:tavLst>
                                    </p:anim>
                                    <p:anim calcmode="lin" valueType="num">
                                      <p:cBhvr>
                                        <p:cTn id="177" dur="1000" fill="hold"/>
                                        <p:tgtEl>
                                          <p:spTgt spid="58"/>
                                        </p:tgtEl>
                                        <p:attrNameLst>
                                          <p:attrName>ppt_y</p:attrName>
                                        </p:attrNameLst>
                                      </p:cBhvr>
                                      <p:tavLst>
                                        <p:tav tm="0">
                                          <p:val>
                                            <p:strVal val="#ppt_y+.1"/>
                                          </p:val>
                                        </p:tav>
                                        <p:tav tm="100000">
                                          <p:val>
                                            <p:strVal val="#ppt_y"/>
                                          </p:val>
                                        </p:tav>
                                      </p:tavLst>
                                    </p:anim>
                                  </p:childTnLst>
                                </p:cTn>
                              </p:par>
                            </p:childTnLst>
                          </p:cTn>
                        </p:par>
                        <p:par>
                          <p:cTn id="178" fill="hold">
                            <p:stCondLst>
                              <p:cond delay="1000"/>
                            </p:stCondLst>
                            <p:childTnLst>
                              <p:par>
                                <p:cTn id="179" presetID="22" presetClass="exit" presetSubtype="1" fill="hold" nodeType="afterEffect">
                                  <p:stCondLst>
                                    <p:cond delay="0"/>
                                  </p:stCondLst>
                                  <p:childTnLst>
                                    <p:animEffect transition="out" filter="wipe(up)">
                                      <p:cBhvr>
                                        <p:cTn id="180" dur="1000"/>
                                        <p:tgtEl>
                                          <p:spTgt spid="79"/>
                                        </p:tgtEl>
                                      </p:cBhvr>
                                    </p:animEffect>
                                    <p:set>
                                      <p:cBhvr>
                                        <p:cTn id="181" dur="1" fill="hold">
                                          <p:stCondLst>
                                            <p:cond delay="999"/>
                                          </p:stCondLst>
                                        </p:cTn>
                                        <p:tgtEl>
                                          <p:spTgt spid="79"/>
                                        </p:tgtEl>
                                        <p:attrNameLst>
                                          <p:attrName>style.visibility</p:attrName>
                                        </p:attrNameLst>
                                      </p:cBhvr>
                                      <p:to>
                                        <p:strVal val="hidden"/>
                                      </p:to>
                                    </p:set>
                                  </p:childTnLst>
                                </p:cTn>
                              </p:par>
                            </p:childTnLst>
                          </p:cTn>
                        </p:par>
                        <p:par>
                          <p:cTn id="182" fill="hold">
                            <p:stCondLst>
                              <p:cond delay="2000"/>
                            </p:stCondLst>
                            <p:childTnLst>
                              <p:par>
                                <p:cTn id="183" presetID="22" presetClass="entr" presetSubtype="8" fill="hold" nodeType="afterEffect">
                                  <p:stCondLst>
                                    <p:cond delay="0"/>
                                  </p:stCondLst>
                                  <p:childTnLst>
                                    <p:set>
                                      <p:cBhvr>
                                        <p:cTn id="184" dur="1" fill="hold">
                                          <p:stCondLst>
                                            <p:cond delay="0"/>
                                          </p:stCondLst>
                                        </p:cTn>
                                        <p:tgtEl>
                                          <p:spTgt spid="81"/>
                                        </p:tgtEl>
                                        <p:attrNameLst>
                                          <p:attrName>style.visibility</p:attrName>
                                        </p:attrNameLst>
                                      </p:cBhvr>
                                      <p:to>
                                        <p:strVal val="visible"/>
                                      </p:to>
                                    </p:set>
                                    <p:animEffect transition="in" filter="wipe(left)">
                                      <p:cBhvr>
                                        <p:cTn id="185" dur="1000"/>
                                        <p:tgtEl>
                                          <p:spTgt spid="81"/>
                                        </p:tgtEl>
                                      </p:cBhvr>
                                    </p:animEffect>
                                  </p:childTnLst>
                                </p:cTn>
                              </p:par>
                            </p:childTnLst>
                          </p:cTn>
                        </p:par>
                      </p:childTnLst>
                    </p:cTn>
                  </p:par>
                  <p:par>
                    <p:cTn id="186" fill="hold">
                      <p:stCondLst>
                        <p:cond delay="indefinite"/>
                      </p:stCondLst>
                      <p:childTnLst>
                        <p:par>
                          <p:cTn id="187" fill="hold">
                            <p:stCondLst>
                              <p:cond delay="0"/>
                            </p:stCondLst>
                            <p:childTnLst>
                              <p:par>
                                <p:cTn id="188" presetID="31" presetClass="entr" presetSubtype="0" fill="hold" grpId="0" nodeType="clickEffect">
                                  <p:stCondLst>
                                    <p:cond delay="0"/>
                                  </p:stCondLst>
                                  <p:childTnLst>
                                    <p:set>
                                      <p:cBhvr>
                                        <p:cTn id="189" dur="1" fill="hold">
                                          <p:stCondLst>
                                            <p:cond delay="0"/>
                                          </p:stCondLst>
                                        </p:cTn>
                                        <p:tgtEl>
                                          <p:spTgt spid="52"/>
                                        </p:tgtEl>
                                        <p:attrNameLst>
                                          <p:attrName>style.visibility</p:attrName>
                                        </p:attrNameLst>
                                      </p:cBhvr>
                                      <p:to>
                                        <p:strVal val="visible"/>
                                      </p:to>
                                    </p:set>
                                    <p:anim calcmode="lin" valueType="num">
                                      <p:cBhvr>
                                        <p:cTn id="190" dur="1000" fill="hold"/>
                                        <p:tgtEl>
                                          <p:spTgt spid="52"/>
                                        </p:tgtEl>
                                        <p:attrNameLst>
                                          <p:attrName>ppt_w</p:attrName>
                                        </p:attrNameLst>
                                      </p:cBhvr>
                                      <p:tavLst>
                                        <p:tav tm="0">
                                          <p:val>
                                            <p:fltVal val="0"/>
                                          </p:val>
                                        </p:tav>
                                        <p:tav tm="100000">
                                          <p:val>
                                            <p:strVal val="#ppt_w"/>
                                          </p:val>
                                        </p:tav>
                                      </p:tavLst>
                                    </p:anim>
                                    <p:anim calcmode="lin" valueType="num">
                                      <p:cBhvr>
                                        <p:cTn id="191" dur="1000" fill="hold"/>
                                        <p:tgtEl>
                                          <p:spTgt spid="52"/>
                                        </p:tgtEl>
                                        <p:attrNameLst>
                                          <p:attrName>ppt_h</p:attrName>
                                        </p:attrNameLst>
                                      </p:cBhvr>
                                      <p:tavLst>
                                        <p:tav tm="0">
                                          <p:val>
                                            <p:fltVal val="0"/>
                                          </p:val>
                                        </p:tav>
                                        <p:tav tm="100000">
                                          <p:val>
                                            <p:strVal val="#ppt_h"/>
                                          </p:val>
                                        </p:tav>
                                      </p:tavLst>
                                    </p:anim>
                                    <p:anim calcmode="lin" valueType="num">
                                      <p:cBhvr>
                                        <p:cTn id="192" dur="1000" fill="hold"/>
                                        <p:tgtEl>
                                          <p:spTgt spid="52"/>
                                        </p:tgtEl>
                                        <p:attrNameLst>
                                          <p:attrName>style.rotation</p:attrName>
                                        </p:attrNameLst>
                                      </p:cBhvr>
                                      <p:tavLst>
                                        <p:tav tm="0">
                                          <p:val>
                                            <p:fltVal val="90"/>
                                          </p:val>
                                        </p:tav>
                                        <p:tav tm="100000">
                                          <p:val>
                                            <p:fltVal val="0"/>
                                          </p:val>
                                        </p:tav>
                                      </p:tavLst>
                                    </p:anim>
                                    <p:animEffect transition="in" filter="fade">
                                      <p:cBhvr>
                                        <p:cTn id="193" dur="1000"/>
                                        <p:tgtEl>
                                          <p:spTgt spid="52"/>
                                        </p:tgtEl>
                                      </p:cBhvr>
                                    </p:animEffect>
                                  </p:childTnLst>
                                </p:cTn>
                              </p:par>
                            </p:childTnLst>
                          </p:cTn>
                        </p:par>
                        <p:par>
                          <p:cTn id="194" fill="hold">
                            <p:stCondLst>
                              <p:cond delay="1000"/>
                            </p:stCondLst>
                            <p:childTnLst>
                              <p:par>
                                <p:cTn id="195" presetID="63" presetClass="path" presetSubtype="0" accel="50000" decel="50000" fill="hold" grpId="1" nodeType="afterEffect">
                                  <p:stCondLst>
                                    <p:cond delay="0"/>
                                  </p:stCondLst>
                                  <p:childTnLst>
                                    <p:animMotion origin="layout" path="M -6.25E-7 -4.81481E-6 L 0.5405 0.04144 " pathEditMode="relative" rAng="0" ptsTypes="AA">
                                      <p:cBhvr>
                                        <p:cTn id="196" dur="1500" fill="hold"/>
                                        <p:tgtEl>
                                          <p:spTgt spid="52"/>
                                        </p:tgtEl>
                                        <p:attrNameLst>
                                          <p:attrName>ppt_x</p:attrName>
                                          <p:attrName>ppt_y</p:attrName>
                                        </p:attrNameLst>
                                      </p:cBhvr>
                                      <p:rCtr x="27018" y="2060"/>
                                    </p:animMotion>
                                  </p:childTnLst>
                                </p:cTn>
                              </p:par>
                            </p:childTnLst>
                          </p:cTn>
                        </p:par>
                        <p:par>
                          <p:cTn id="197" fill="hold">
                            <p:stCondLst>
                              <p:cond delay="2500"/>
                            </p:stCondLst>
                            <p:childTnLst>
                              <p:par>
                                <p:cTn id="198" presetID="22" presetClass="exit" presetSubtype="1" fill="hold" nodeType="afterEffect">
                                  <p:stCondLst>
                                    <p:cond delay="0"/>
                                  </p:stCondLst>
                                  <p:childTnLst>
                                    <p:animEffect transition="out" filter="wipe(up)">
                                      <p:cBhvr>
                                        <p:cTn id="199" dur="1000"/>
                                        <p:tgtEl>
                                          <p:spTgt spid="81"/>
                                        </p:tgtEl>
                                      </p:cBhvr>
                                    </p:animEffect>
                                    <p:set>
                                      <p:cBhvr>
                                        <p:cTn id="200" dur="1" fill="hold">
                                          <p:stCondLst>
                                            <p:cond delay="999"/>
                                          </p:stCondLst>
                                        </p:cTn>
                                        <p:tgtEl>
                                          <p:spTgt spid="81"/>
                                        </p:tgtEl>
                                        <p:attrNameLst>
                                          <p:attrName>style.visibility</p:attrName>
                                        </p:attrNameLst>
                                      </p:cBhvr>
                                      <p:to>
                                        <p:strVal val="hidden"/>
                                      </p:to>
                                    </p:set>
                                  </p:childTnLst>
                                </p:cTn>
                              </p:par>
                            </p:childTnLst>
                          </p:cTn>
                        </p:par>
                        <p:par>
                          <p:cTn id="201" fill="hold">
                            <p:stCondLst>
                              <p:cond delay="3500"/>
                            </p:stCondLst>
                            <p:childTnLst>
                              <p:par>
                                <p:cTn id="202" presetID="22" presetClass="entr" presetSubtype="8" fill="hold" nodeType="afterEffect">
                                  <p:stCondLst>
                                    <p:cond delay="0"/>
                                  </p:stCondLst>
                                  <p:childTnLst>
                                    <p:set>
                                      <p:cBhvr>
                                        <p:cTn id="203" dur="1" fill="hold">
                                          <p:stCondLst>
                                            <p:cond delay="0"/>
                                          </p:stCondLst>
                                        </p:cTn>
                                        <p:tgtEl>
                                          <p:spTgt spid="83"/>
                                        </p:tgtEl>
                                        <p:attrNameLst>
                                          <p:attrName>style.visibility</p:attrName>
                                        </p:attrNameLst>
                                      </p:cBhvr>
                                      <p:to>
                                        <p:strVal val="visible"/>
                                      </p:to>
                                    </p:set>
                                    <p:animEffect transition="in" filter="wipe(left)">
                                      <p:cBhvr>
                                        <p:cTn id="204" dur="1000"/>
                                        <p:tgtEl>
                                          <p:spTgt spid="83"/>
                                        </p:tgtEl>
                                      </p:cBhvr>
                                    </p:animEffect>
                                  </p:childTnLst>
                                </p:cTn>
                              </p:par>
                            </p:childTnLst>
                          </p:cTn>
                        </p:par>
                      </p:childTnLst>
                    </p:cTn>
                  </p:par>
                  <p:par>
                    <p:cTn id="205" fill="hold">
                      <p:stCondLst>
                        <p:cond delay="indefinite"/>
                      </p:stCondLst>
                      <p:childTnLst>
                        <p:par>
                          <p:cTn id="206" fill="hold">
                            <p:stCondLst>
                              <p:cond delay="0"/>
                            </p:stCondLst>
                            <p:childTnLst>
                              <p:par>
                                <p:cTn id="207" presetID="31" presetClass="entr" presetSubtype="0" fill="hold" grpId="0" nodeType="clickEffect">
                                  <p:stCondLst>
                                    <p:cond delay="0"/>
                                  </p:stCondLst>
                                  <p:childTnLst>
                                    <p:set>
                                      <p:cBhvr>
                                        <p:cTn id="208" dur="1" fill="hold">
                                          <p:stCondLst>
                                            <p:cond delay="0"/>
                                          </p:stCondLst>
                                        </p:cTn>
                                        <p:tgtEl>
                                          <p:spTgt spid="85"/>
                                        </p:tgtEl>
                                        <p:attrNameLst>
                                          <p:attrName>style.visibility</p:attrName>
                                        </p:attrNameLst>
                                      </p:cBhvr>
                                      <p:to>
                                        <p:strVal val="visible"/>
                                      </p:to>
                                    </p:set>
                                    <p:anim calcmode="lin" valueType="num">
                                      <p:cBhvr>
                                        <p:cTn id="209" dur="1000" fill="hold"/>
                                        <p:tgtEl>
                                          <p:spTgt spid="85"/>
                                        </p:tgtEl>
                                        <p:attrNameLst>
                                          <p:attrName>ppt_w</p:attrName>
                                        </p:attrNameLst>
                                      </p:cBhvr>
                                      <p:tavLst>
                                        <p:tav tm="0">
                                          <p:val>
                                            <p:fltVal val="0"/>
                                          </p:val>
                                        </p:tav>
                                        <p:tav tm="100000">
                                          <p:val>
                                            <p:strVal val="#ppt_w"/>
                                          </p:val>
                                        </p:tav>
                                      </p:tavLst>
                                    </p:anim>
                                    <p:anim calcmode="lin" valueType="num">
                                      <p:cBhvr>
                                        <p:cTn id="210" dur="1000" fill="hold"/>
                                        <p:tgtEl>
                                          <p:spTgt spid="85"/>
                                        </p:tgtEl>
                                        <p:attrNameLst>
                                          <p:attrName>ppt_h</p:attrName>
                                        </p:attrNameLst>
                                      </p:cBhvr>
                                      <p:tavLst>
                                        <p:tav tm="0">
                                          <p:val>
                                            <p:fltVal val="0"/>
                                          </p:val>
                                        </p:tav>
                                        <p:tav tm="100000">
                                          <p:val>
                                            <p:strVal val="#ppt_h"/>
                                          </p:val>
                                        </p:tav>
                                      </p:tavLst>
                                    </p:anim>
                                    <p:anim calcmode="lin" valueType="num">
                                      <p:cBhvr>
                                        <p:cTn id="211" dur="1000" fill="hold"/>
                                        <p:tgtEl>
                                          <p:spTgt spid="85"/>
                                        </p:tgtEl>
                                        <p:attrNameLst>
                                          <p:attrName>style.rotation</p:attrName>
                                        </p:attrNameLst>
                                      </p:cBhvr>
                                      <p:tavLst>
                                        <p:tav tm="0">
                                          <p:val>
                                            <p:fltVal val="90"/>
                                          </p:val>
                                        </p:tav>
                                        <p:tav tm="100000">
                                          <p:val>
                                            <p:fltVal val="0"/>
                                          </p:val>
                                        </p:tav>
                                      </p:tavLst>
                                    </p:anim>
                                    <p:animEffect transition="in" filter="fade">
                                      <p:cBhvr>
                                        <p:cTn id="212" dur="1000"/>
                                        <p:tgtEl>
                                          <p:spTgt spid="85"/>
                                        </p:tgtEl>
                                      </p:cBhvr>
                                    </p:animEffect>
                                  </p:childTnLst>
                                </p:cTn>
                              </p:par>
                            </p:childTnLst>
                          </p:cTn>
                        </p:par>
                        <p:par>
                          <p:cTn id="213" fill="hold">
                            <p:stCondLst>
                              <p:cond delay="1000"/>
                            </p:stCondLst>
                            <p:childTnLst>
                              <p:par>
                                <p:cTn id="214" presetID="42" presetClass="path" presetSubtype="0" accel="50000" decel="50000" fill="hold" grpId="1" nodeType="afterEffect">
                                  <p:stCondLst>
                                    <p:cond delay="0"/>
                                  </p:stCondLst>
                                  <p:childTnLst>
                                    <p:animMotion origin="layout" path="M 1.45833E-6 -2.22222E-6 L -0.00378 0.25857 " pathEditMode="relative" rAng="0" ptsTypes="AA">
                                      <p:cBhvr>
                                        <p:cTn id="215" dur="1500" fill="hold"/>
                                        <p:tgtEl>
                                          <p:spTgt spid="85"/>
                                        </p:tgtEl>
                                        <p:attrNameLst>
                                          <p:attrName>ppt_x</p:attrName>
                                          <p:attrName>ppt_y</p:attrName>
                                        </p:attrNameLst>
                                      </p:cBhvr>
                                      <p:rCtr x="-195" y="12917"/>
                                    </p:animMotion>
                                  </p:childTnLst>
                                </p:cTn>
                              </p:par>
                            </p:childTnLst>
                          </p:cTn>
                        </p:par>
                        <p:par>
                          <p:cTn id="216" fill="hold">
                            <p:stCondLst>
                              <p:cond delay="2500"/>
                            </p:stCondLst>
                            <p:childTnLst>
                              <p:par>
                                <p:cTn id="217" presetID="31" presetClass="entr" presetSubtype="0" fill="hold" grpId="0" nodeType="afterEffect">
                                  <p:stCondLst>
                                    <p:cond delay="0"/>
                                  </p:stCondLst>
                                  <p:childTnLst>
                                    <p:set>
                                      <p:cBhvr>
                                        <p:cTn id="218" dur="1" fill="hold">
                                          <p:stCondLst>
                                            <p:cond delay="0"/>
                                          </p:stCondLst>
                                        </p:cTn>
                                        <p:tgtEl>
                                          <p:spTgt spid="89"/>
                                        </p:tgtEl>
                                        <p:attrNameLst>
                                          <p:attrName>style.visibility</p:attrName>
                                        </p:attrNameLst>
                                      </p:cBhvr>
                                      <p:to>
                                        <p:strVal val="visible"/>
                                      </p:to>
                                    </p:set>
                                    <p:anim calcmode="lin" valueType="num">
                                      <p:cBhvr>
                                        <p:cTn id="219" dur="1000" fill="hold"/>
                                        <p:tgtEl>
                                          <p:spTgt spid="89"/>
                                        </p:tgtEl>
                                        <p:attrNameLst>
                                          <p:attrName>ppt_w</p:attrName>
                                        </p:attrNameLst>
                                      </p:cBhvr>
                                      <p:tavLst>
                                        <p:tav tm="0">
                                          <p:val>
                                            <p:fltVal val="0"/>
                                          </p:val>
                                        </p:tav>
                                        <p:tav tm="100000">
                                          <p:val>
                                            <p:strVal val="#ppt_w"/>
                                          </p:val>
                                        </p:tav>
                                      </p:tavLst>
                                    </p:anim>
                                    <p:anim calcmode="lin" valueType="num">
                                      <p:cBhvr>
                                        <p:cTn id="220" dur="1000" fill="hold"/>
                                        <p:tgtEl>
                                          <p:spTgt spid="89"/>
                                        </p:tgtEl>
                                        <p:attrNameLst>
                                          <p:attrName>ppt_h</p:attrName>
                                        </p:attrNameLst>
                                      </p:cBhvr>
                                      <p:tavLst>
                                        <p:tav tm="0">
                                          <p:val>
                                            <p:fltVal val="0"/>
                                          </p:val>
                                        </p:tav>
                                        <p:tav tm="100000">
                                          <p:val>
                                            <p:strVal val="#ppt_h"/>
                                          </p:val>
                                        </p:tav>
                                      </p:tavLst>
                                    </p:anim>
                                    <p:anim calcmode="lin" valueType="num">
                                      <p:cBhvr>
                                        <p:cTn id="221" dur="1000" fill="hold"/>
                                        <p:tgtEl>
                                          <p:spTgt spid="89"/>
                                        </p:tgtEl>
                                        <p:attrNameLst>
                                          <p:attrName>style.rotation</p:attrName>
                                        </p:attrNameLst>
                                      </p:cBhvr>
                                      <p:tavLst>
                                        <p:tav tm="0">
                                          <p:val>
                                            <p:fltVal val="90"/>
                                          </p:val>
                                        </p:tav>
                                        <p:tav tm="100000">
                                          <p:val>
                                            <p:fltVal val="0"/>
                                          </p:val>
                                        </p:tav>
                                      </p:tavLst>
                                    </p:anim>
                                    <p:animEffect transition="in" filter="fade">
                                      <p:cBhvr>
                                        <p:cTn id="222" dur="1000"/>
                                        <p:tgtEl>
                                          <p:spTgt spid="89"/>
                                        </p:tgtEl>
                                      </p:cBhvr>
                                    </p:animEffect>
                                  </p:childTnLst>
                                </p:cTn>
                              </p:par>
                            </p:childTnLst>
                          </p:cTn>
                        </p:par>
                        <p:par>
                          <p:cTn id="223" fill="hold">
                            <p:stCondLst>
                              <p:cond delay="3500"/>
                            </p:stCondLst>
                            <p:childTnLst>
                              <p:par>
                                <p:cTn id="224" presetID="42" presetClass="path" presetSubtype="0" accel="50000" decel="50000" fill="hold" grpId="1" nodeType="afterEffect">
                                  <p:stCondLst>
                                    <p:cond delay="0"/>
                                  </p:stCondLst>
                                  <p:childTnLst>
                                    <p:animMotion origin="layout" path="M -4.79167E-6 -1.11111E-6 L -0.00104 0.11227 " pathEditMode="relative" rAng="0" ptsTypes="AA">
                                      <p:cBhvr>
                                        <p:cTn id="225" dur="1500" fill="hold"/>
                                        <p:tgtEl>
                                          <p:spTgt spid="89"/>
                                        </p:tgtEl>
                                        <p:attrNameLst>
                                          <p:attrName>ppt_x</p:attrName>
                                          <p:attrName>ppt_y</p:attrName>
                                        </p:attrNameLst>
                                      </p:cBhvr>
                                      <p:rCtr x="-52" y="5602"/>
                                    </p:animMotion>
                                  </p:childTnLst>
                                </p:cTn>
                              </p:par>
                            </p:childTnLst>
                          </p:cTn>
                        </p:par>
                        <p:par>
                          <p:cTn id="226" fill="hold">
                            <p:stCondLst>
                              <p:cond delay="5000"/>
                            </p:stCondLst>
                            <p:childTnLst>
                              <p:par>
                                <p:cTn id="227" presetID="22" presetClass="exit" presetSubtype="1" fill="hold" nodeType="afterEffect">
                                  <p:stCondLst>
                                    <p:cond delay="0"/>
                                  </p:stCondLst>
                                  <p:childTnLst>
                                    <p:animEffect transition="out" filter="wipe(up)">
                                      <p:cBhvr>
                                        <p:cTn id="228" dur="1000"/>
                                        <p:tgtEl>
                                          <p:spTgt spid="83"/>
                                        </p:tgtEl>
                                      </p:cBhvr>
                                    </p:animEffect>
                                    <p:set>
                                      <p:cBhvr>
                                        <p:cTn id="229" dur="1" fill="hold">
                                          <p:stCondLst>
                                            <p:cond delay="999"/>
                                          </p:stCondLst>
                                        </p:cTn>
                                        <p:tgtEl>
                                          <p:spTgt spid="83"/>
                                        </p:tgtEl>
                                        <p:attrNameLst>
                                          <p:attrName>style.visibility</p:attrName>
                                        </p:attrNameLst>
                                      </p:cBhvr>
                                      <p:to>
                                        <p:strVal val="hidden"/>
                                      </p:to>
                                    </p:set>
                                  </p:childTnLst>
                                </p:cTn>
                              </p:par>
                            </p:childTnLst>
                          </p:cTn>
                        </p:par>
                        <p:par>
                          <p:cTn id="230" fill="hold">
                            <p:stCondLst>
                              <p:cond delay="6000"/>
                            </p:stCondLst>
                            <p:childTnLst>
                              <p:par>
                                <p:cTn id="231" presetID="22" presetClass="entr" presetSubtype="8" fill="hold" nodeType="afterEffect">
                                  <p:stCondLst>
                                    <p:cond delay="0"/>
                                  </p:stCondLst>
                                  <p:childTnLst>
                                    <p:set>
                                      <p:cBhvr>
                                        <p:cTn id="232" dur="1" fill="hold">
                                          <p:stCondLst>
                                            <p:cond delay="0"/>
                                          </p:stCondLst>
                                        </p:cTn>
                                        <p:tgtEl>
                                          <p:spTgt spid="74"/>
                                        </p:tgtEl>
                                        <p:attrNameLst>
                                          <p:attrName>style.visibility</p:attrName>
                                        </p:attrNameLst>
                                      </p:cBhvr>
                                      <p:to>
                                        <p:strVal val="visible"/>
                                      </p:to>
                                    </p:set>
                                    <p:animEffect transition="in" filter="wipe(left)">
                                      <p:cBhvr>
                                        <p:cTn id="233" dur="1000"/>
                                        <p:tgtEl>
                                          <p:spTgt spid="74"/>
                                        </p:tgtEl>
                                      </p:cBhvr>
                                    </p:animEffect>
                                  </p:childTnLst>
                                </p:cTn>
                              </p:par>
                            </p:childTnLst>
                          </p:cTn>
                        </p:par>
                      </p:childTnLst>
                    </p:cTn>
                  </p:par>
                  <p:par>
                    <p:cTn id="234" fill="hold">
                      <p:stCondLst>
                        <p:cond delay="indefinite"/>
                      </p:stCondLst>
                      <p:childTnLst>
                        <p:par>
                          <p:cTn id="235" fill="hold">
                            <p:stCondLst>
                              <p:cond delay="0"/>
                            </p:stCondLst>
                            <p:childTnLst>
                              <p:par>
                                <p:cTn id="236" presetID="63" presetClass="path" presetSubtype="0" accel="50000" decel="50000" fill="hold" grpId="3" nodeType="clickEffect">
                                  <p:stCondLst>
                                    <p:cond delay="0"/>
                                  </p:stCondLst>
                                  <p:childTnLst>
                                    <p:animMotion origin="layout" path="M 0.57305 0.29351 L 0.603 0.29351 " pathEditMode="relative" rAng="0" ptsTypes="AA">
                                      <p:cBhvr>
                                        <p:cTn id="237" dur="2000" fill="hold"/>
                                        <p:tgtEl>
                                          <p:spTgt spid="76"/>
                                        </p:tgtEl>
                                        <p:attrNameLst>
                                          <p:attrName>ppt_x</p:attrName>
                                          <p:attrName>ppt_y</p:attrName>
                                        </p:attrNameLst>
                                      </p:cBhvr>
                                      <p:rCtr x="1497" y="0"/>
                                    </p:animMotion>
                                  </p:childTnLst>
                                </p:cTn>
                              </p:par>
                            </p:childTnLst>
                          </p:cTn>
                        </p:par>
                        <p:par>
                          <p:cTn id="238" fill="hold">
                            <p:stCondLst>
                              <p:cond delay="2000"/>
                            </p:stCondLst>
                            <p:childTnLst>
                              <p:par>
                                <p:cTn id="239" presetID="22" presetClass="entr" presetSubtype="1" fill="hold" nodeType="afterEffect">
                                  <p:stCondLst>
                                    <p:cond delay="0"/>
                                  </p:stCondLst>
                                  <p:childTnLst>
                                    <p:set>
                                      <p:cBhvr>
                                        <p:cTn id="240" dur="1" fill="hold">
                                          <p:stCondLst>
                                            <p:cond delay="0"/>
                                          </p:stCondLst>
                                        </p:cTn>
                                        <p:tgtEl>
                                          <p:spTgt spid="90"/>
                                        </p:tgtEl>
                                        <p:attrNameLst>
                                          <p:attrName>style.visibility</p:attrName>
                                        </p:attrNameLst>
                                      </p:cBhvr>
                                      <p:to>
                                        <p:strVal val="visible"/>
                                      </p:to>
                                    </p:set>
                                    <p:animEffect transition="in" filter="wipe(up)">
                                      <p:cBhvr>
                                        <p:cTn id="241" dur="1000"/>
                                        <p:tgtEl>
                                          <p:spTgt spid="90"/>
                                        </p:tgtEl>
                                      </p:cBhvr>
                                    </p:animEffect>
                                  </p:childTnLst>
                                </p:cTn>
                              </p:par>
                            </p:childTnLst>
                          </p:cTn>
                        </p:par>
                      </p:childTnLst>
                    </p:cTn>
                  </p:par>
                  <p:par>
                    <p:cTn id="242" fill="hold">
                      <p:stCondLst>
                        <p:cond delay="indefinite"/>
                      </p:stCondLst>
                      <p:childTnLst>
                        <p:par>
                          <p:cTn id="243" fill="hold">
                            <p:stCondLst>
                              <p:cond delay="0"/>
                            </p:stCondLst>
                            <p:childTnLst>
                              <p:par>
                                <p:cTn id="244" presetID="42" presetClass="entr" presetSubtype="0" fill="hold" grpId="0" nodeType="clickEffect">
                                  <p:stCondLst>
                                    <p:cond delay="0"/>
                                  </p:stCondLst>
                                  <p:childTnLst>
                                    <p:set>
                                      <p:cBhvr>
                                        <p:cTn id="245" dur="1" fill="hold">
                                          <p:stCondLst>
                                            <p:cond delay="0"/>
                                          </p:stCondLst>
                                        </p:cTn>
                                        <p:tgtEl>
                                          <p:spTgt spid="56"/>
                                        </p:tgtEl>
                                        <p:attrNameLst>
                                          <p:attrName>style.visibility</p:attrName>
                                        </p:attrNameLst>
                                      </p:cBhvr>
                                      <p:to>
                                        <p:strVal val="visible"/>
                                      </p:to>
                                    </p:set>
                                    <p:animEffect transition="in" filter="fade">
                                      <p:cBhvr>
                                        <p:cTn id="246" dur="1000"/>
                                        <p:tgtEl>
                                          <p:spTgt spid="56"/>
                                        </p:tgtEl>
                                      </p:cBhvr>
                                    </p:animEffect>
                                    <p:anim calcmode="lin" valueType="num">
                                      <p:cBhvr>
                                        <p:cTn id="247" dur="1000" fill="hold"/>
                                        <p:tgtEl>
                                          <p:spTgt spid="56"/>
                                        </p:tgtEl>
                                        <p:attrNameLst>
                                          <p:attrName>ppt_x</p:attrName>
                                        </p:attrNameLst>
                                      </p:cBhvr>
                                      <p:tavLst>
                                        <p:tav tm="0">
                                          <p:val>
                                            <p:strVal val="#ppt_x"/>
                                          </p:val>
                                        </p:tav>
                                        <p:tav tm="100000">
                                          <p:val>
                                            <p:strVal val="#ppt_x"/>
                                          </p:val>
                                        </p:tav>
                                      </p:tavLst>
                                    </p:anim>
                                    <p:anim calcmode="lin" valueType="num">
                                      <p:cBhvr>
                                        <p:cTn id="248" dur="1000" fill="hold"/>
                                        <p:tgtEl>
                                          <p:spTgt spid="56"/>
                                        </p:tgtEl>
                                        <p:attrNameLst>
                                          <p:attrName>ppt_y</p:attrName>
                                        </p:attrNameLst>
                                      </p:cBhvr>
                                      <p:tavLst>
                                        <p:tav tm="0">
                                          <p:val>
                                            <p:strVal val="#ppt_y+.1"/>
                                          </p:val>
                                        </p:tav>
                                        <p:tav tm="100000">
                                          <p:val>
                                            <p:strVal val="#ppt_y"/>
                                          </p:val>
                                        </p:tav>
                                      </p:tavLst>
                                    </p:anim>
                                  </p:childTnLst>
                                </p:cTn>
                              </p:par>
                            </p:childTnLst>
                          </p:cTn>
                        </p:par>
                        <p:par>
                          <p:cTn id="249" fill="hold">
                            <p:stCondLst>
                              <p:cond delay="1000"/>
                            </p:stCondLst>
                            <p:childTnLst>
                              <p:par>
                                <p:cTn id="250" presetID="31" presetClass="entr" presetSubtype="0" fill="hold" grpId="0" nodeType="afterEffect">
                                  <p:stCondLst>
                                    <p:cond delay="0"/>
                                  </p:stCondLst>
                                  <p:childTnLst>
                                    <p:set>
                                      <p:cBhvr>
                                        <p:cTn id="251" dur="1" fill="hold">
                                          <p:stCondLst>
                                            <p:cond delay="0"/>
                                          </p:stCondLst>
                                        </p:cTn>
                                        <p:tgtEl>
                                          <p:spTgt spid="48"/>
                                        </p:tgtEl>
                                        <p:attrNameLst>
                                          <p:attrName>style.visibility</p:attrName>
                                        </p:attrNameLst>
                                      </p:cBhvr>
                                      <p:to>
                                        <p:strVal val="visible"/>
                                      </p:to>
                                    </p:set>
                                    <p:anim calcmode="lin" valueType="num">
                                      <p:cBhvr>
                                        <p:cTn id="252" dur="1000" fill="hold"/>
                                        <p:tgtEl>
                                          <p:spTgt spid="48"/>
                                        </p:tgtEl>
                                        <p:attrNameLst>
                                          <p:attrName>ppt_w</p:attrName>
                                        </p:attrNameLst>
                                      </p:cBhvr>
                                      <p:tavLst>
                                        <p:tav tm="0">
                                          <p:val>
                                            <p:fltVal val="0"/>
                                          </p:val>
                                        </p:tav>
                                        <p:tav tm="100000">
                                          <p:val>
                                            <p:strVal val="#ppt_w"/>
                                          </p:val>
                                        </p:tav>
                                      </p:tavLst>
                                    </p:anim>
                                    <p:anim calcmode="lin" valueType="num">
                                      <p:cBhvr>
                                        <p:cTn id="253" dur="1000" fill="hold"/>
                                        <p:tgtEl>
                                          <p:spTgt spid="48"/>
                                        </p:tgtEl>
                                        <p:attrNameLst>
                                          <p:attrName>ppt_h</p:attrName>
                                        </p:attrNameLst>
                                      </p:cBhvr>
                                      <p:tavLst>
                                        <p:tav tm="0">
                                          <p:val>
                                            <p:fltVal val="0"/>
                                          </p:val>
                                        </p:tav>
                                        <p:tav tm="100000">
                                          <p:val>
                                            <p:strVal val="#ppt_h"/>
                                          </p:val>
                                        </p:tav>
                                      </p:tavLst>
                                    </p:anim>
                                    <p:anim calcmode="lin" valueType="num">
                                      <p:cBhvr>
                                        <p:cTn id="254" dur="1000" fill="hold"/>
                                        <p:tgtEl>
                                          <p:spTgt spid="48"/>
                                        </p:tgtEl>
                                        <p:attrNameLst>
                                          <p:attrName>style.rotation</p:attrName>
                                        </p:attrNameLst>
                                      </p:cBhvr>
                                      <p:tavLst>
                                        <p:tav tm="0">
                                          <p:val>
                                            <p:fltVal val="90"/>
                                          </p:val>
                                        </p:tav>
                                        <p:tav tm="100000">
                                          <p:val>
                                            <p:fltVal val="0"/>
                                          </p:val>
                                        </p:tav>
                                      </p:tavLst>
                                    </p:anim>
                                    <p:animEffect transition="in" filter="fade">
                                      <p:cBhvr>
                                        <p:cTn id="255" dur="1000"/>
                                        <p:tgtEl>
                                          <p:spTgt spid="48"/>
                                        </p:tgtEl>
                                      </p:cBhvr>
                                    </p:animEffect>
                                  </p:childTnLst>
                                </p:cTn>
                              </p:par>
                            </p:childTnLst>
                          </p:cTn>
                        </p:par>
                        <p:par>
                          <p:cTn id="256" fill="hold">
                            <p:stCondLst>
                              <p:cond delay="2000"/>
                            </p:stCondLst>
                            <p:childTnLst>
                              <p:par>
                                <p:cTn id="257" presetID="63" presetClass="path" presetSubtype="0" accel="50000" decel="50000" fill="hold" grpId="1" nodeType="afterEffect">
                                  <p:stCondLst>
                                    <p:cond delay="0"/>
                                  </p:stCondLst>
                                  <p:childTnLst>
                                    <p:animMotion origin="layout" path="M -2.29167E-6 -7.40741E-7 L 0.53242 0.03935 " pathEditMode="relative" rAng="0" ptsTypes="AA">
                                      <p:cBhvr>
                                        <p:cTn id="258" dur="1500" fill="hold"/>
                                        <p:tgtEl>
                                          <p:spTgt spid="48"/>
                                        </p:tgtEl>
                                        <p:attrNameLst>
                                          <p:attrName>ppt_x</p:attrName>
                                          <p:attrName>ppt_y</p:attrName>
                                        </p:attrNameLst>
                                      </p:cBhvr>
                                      <p:rCtr x="26615" y="1968"/>
                                    </p:animMotion>
                                  </p:childTnLst>
                                </p:cTn>
                              </p:par>
                            </p:childTnLst>
                          </p:cTn>
                        </p:par>
                        <p:par>
                          <p:cTn id="259" fill="hold">
                            <p:stCondLst>
                              <p:cond delay="3500"/>
                            </p:stCondLst>
                            <p:childTnLst>
                              <p:par>
                                <p:cTn id="260" presetID="31" presetClass="entr" presetSubtype="0" fill="hold" grpId="0" nodeType="afterEffect">
                                  <p:stCondLst>
                                    <p:cond delay="0"/>
                                  </p:stCondLst>
                                  <p:childTnLst>
                                    <p:set>
                                      <p:cBhvr>
                                        <p:cTn id="261" dur="1" fill="hold">
                                          <p:stCondLst>
                                            <p:cond delay="0"/>
                                          </p:stCondLst>
                                        </p:cTn>
                                        <p:tgtEl>
                                          <p:spTgt spid="92"/>
                                        </p:tgtEl>
                                        <p:attrNameLst>
                                          <p:attrName>style.visibility</p:attrName>
                                        </p:attrNameLst>
                                      </p:cBhvr>
                                      <p:to>
                                        <p:strVal val="visible"/>
                                      </p:to>
                                    </p:set>
                                    <p:anim calcmode="lin" valueType="num">
                                      <p:cBhvr>
                                        <p:cTn id="262" dur="1000" fill="hold"/>
                                        <p:tgtEl>
                                          <p:spTgt spid="92"/>
                                        </p:tgtEl>
                                        <p:attrNameLst>
                                          <p:attrName>ppt_w</p:attrName>
                                        </p:attrNameLst>
                                      </p:cBhvr>
                                      <p:tavLst>
                                        <p:tav tm="0">
                                          <p:val>
                                            <p:fltVal val="0"/>
                                          </p:val>
                                        </p:tav>
                                        <p:tav tm="100000">
                                          <p:val>
                                            <p:strVal val="#ppt_w"/>
                                          </p:val>
                                        </p:tav>
                                      </p:tavLst>
                                    </p:anim>
                                    <p:anim calcmode="lin" valueType="num">
                                      <p:cBhvr>
                                        <p:cTn id="263" dur="1000" fill="hold"/>
                                        <p:tgtEl>
                                          <p:spTgt spid="92"/>
                                        </p:tgtEl>
                                        <p:attrNameLst>
                                          <p:attrName>ppt_h</p:attrName>
                                        </p:attrNameLst>
                                      </p:cBhvr>
                                      <p:tavLst>
                                        <p:tav tm="0">
                                          <p:val>
                                            <p:fltVal val="0"/>
                                          </p:val>
                                        </p:tav>
                                        <p:tav tm="100000">
                                          <p:val>
                                            <p:strVal val="#ppt_h"/>
                                          </p:val>
                                        </p:tav>
                                      </p:tavLst>
                                    </p:anim>
                                    <p:anim calcmode="lin" valueType="num">
                                      <p:cBhvr>
                                        <p:cTn id="264" dur="1000" fill="hold"/>
                                        <p:tgtEl>
                                          <p:spTgt spid="92"/>
                                        </p:tgtEl>
                                        <p:attrNameLst>
                                          <p:attrName>style.rotation</p:attrName>
                                        </p:attrNameLst>
                                      </p:cBhvr>
                                      <p:tavLst>
                                        <p:tav tm="0">
                                          <p:val>
                                            <p:fltVal val="90"/>
                                          </p:val>
                                        </p:tav>
                                        <p:tav tm="100000">
                                          <p:val>
                                            <p:fltVal val="0"/>
                                          </p:val>
                                        </p:tav>
                                      </p:tavLst>
                                    </p:anim>
                                    <p:animEffect transition="in" filter="fade">
                                      <p:cBhvr>
                                        <p:cTn id="265" dur="1000"/>
                                        <p:tgtEl>
                                          <p:spTgt spid="92"/>
                                        </p:tgtEl>
                                      </p:cBhvr>
                                    </p:animEffect>
                                  </p:childTnLst>
                                </p:cTn>
                              </p:par>
                            </p:childTnLst>
                          </p:cTn>
                        </p:par>
                        <p:par>
                          <p:cTn id="266" fill="hold">
                            <p:stCondLst>
                              <p:cond delay="4500"/>
                            </p:stCondLst>
                            <p:childTnLst>
                              <p:par>
                                <p:cTn id="267" presetID="42" presetClass="path" presetSubtype="0" accel="50000" decel="50000" fill="hold" grpId="1" nodeType="afterEffect">
                                  <p:stCondLst>
                                    <p:cond delay="0"/>
                                  </p:stCondLst>
                                  <p:childTnLst>
                                    <p:animMotion origin="layout" path="M 3.95833E-6 -3.33333E-6 L -0.00209 0.25926 " pathEditMode="relative" rAng="0" ptsTypes="AA">
                                      <p:cBhvr>
                                        <p:cTn id="268" dur="1500" fill="hold"/>
                                        <p:tgtEl>
                                          <p:spTgt spid="92"/>
                                        </p:tgtEl>
                                        <p:attrNameLst>
                                          <p:attrName>ppt_x</p:attrName>
                                          <p:attrName>ppt_y</p:attrName>
                                        </p:attrNameLst>
                                      </p:cBhvr>
                                      <p:rCtr x="-104" y="12963"/>
                                    </p:animMotion>
                                  </p:childTnLst>
                                </p:cTn>
                              </p:par>
                            </p:childTnLst>
                          </p:cTn>
                        </p:par>
                        <p:par>
                          <p:cTn id="269" fill="hold">
                            <p:stCondLst>
                              <p:cond delay="6000"/>
                            </p:stCondLst>
                            <p:childTnLst>
                              <p:par>
                                <p:cTn id="270" presetID="31" presetClass="entr" presetSubtype="0" fill="hold" grpId="0" nodeType="afterEffect">
                                  <p:stCondLst>
                                    <p:cond delay="0"/>
                                  </p:stCondLst>
                                  <p:childTnLst>
                                    <p:set>
                                      <p:cBhvr>
                                        <p:cTn id="271" dur="1" fill="hold">
                                          <p:stCondLst>
                                            <p:cond delay="0"/>
                                          </p:stCondLst>
                                        </p:cTn>
                                        <p:tgtEl>
                                          <p:spTgt spid="93"/>
                                        </p:tgtEl>
                                        <p:attrNameLst>
                                          <p:attrName>style.visibility</p:attrName>
                                        </p:attrNameLst>
                                      </p:cBhvr>
                                      <p:to>
                                        <p:strVal val="visible"/>
                                      </p:to>
                                    </p:set>
                                    <p:anim calcmode="lin" valueType="num">
                                      <p:cBhvr>
                                        <p:cTn id="272" dur="1000" fill="hold"/>
                                        <p:tgtEl>
                                          <p:spTgt spid="93"/>
                                        </p:tgtEl>
                                        <p:attrNameLst>
                                          <p:attrName>ppt_w</p:attrName>
                                        </p:attrNameLst>
                                      </p:cBhvr>
                                      <p:tavLst>
                                        <p:tav tm="0">
                                          <p:val>
                                            <p:fltVal val="0"/>
                                          </p:val>
                                        </p:tav>
                                        <p:tav tm="100000">
                                          <p:val>
                                            <p:strVal val="#ppt_w"/>
                                          </p:val>
                                        </p:tav>
                                      </p:tavLst>
                                    </p:anim>
                                    <p:anim calcmode="lin" valueType="num">
                                      <p:cBhvr>
                                        <p:cTn id="273" dur="1000" fill="hold"/>
                                        <p:tgtEl>
                                          <p:spTgt spid="93"/>
                                        </p:tgtEl>
                                        <p:attrNameLst>
                                          <p:attrName>ppt_h</p:attrName>
                                        </p:attrNameLst>
                                      </p:cBhvr>
                                      <p:tavLst>
                                        <p:tav tm="0">
                                          <p:val>
                                            <p:fltVal val="0"/>
                                          </p:val>
                                        </p:tav>
                                        <p:tav tm="100000">
                                          <p:val>
                                            <p:strVal val="#ppt_h"/>
                                          </p:val>
                                        </p:tav>
                                      </p:tavLst>
                                    </p:anim>
                                    <p:anim calcmode="lin" valueType="num">
                                      <p:cBhvr>
                                        <p:cTn id="274" dur="1000" fill="hold"/>
                                        <p:tgtEl>
                                          <p:spTgt spid="93"/>
                                        </p:tgtEl>
                                        <p:attrNameLst>
                                          <p:attrName>style.rotation</p:attrName>
                                        </p:attrNameLst>
                                      </p:cBhvr>
                                      <p:tavLst>
                                        <p:tav tm="0">
                                          <p:val>
                                            <p:fltVal val="90"/>
                                          </p:val>
                                        </p:tav>
                                        <p:tav tm="100000">
                                          <p:val>
                                            <p:fltVal val="0"/>
                                          </p:val>
                                        </p:tav>
                                      </p:tavLst>
                                    </p:anim>
                                    <p:animEffect transition="in" filter="fade">
                                      <p:cBhvr>
                                        <p:cTn id="275" dur="1000"/>
                                        <p:tgtEl>
                                          <p:spTgt spid="93"/>
                                        </p:tgtEl>
                                      </p:cBhvr>
                                    </p:animEffect>
                                  </p:childTnLst>
                                </p:cTn>
                              </p:par>
                            </p:childTnLst>
                          </p:cTn>
                        </p:par>
                        <p:par>
                          <p:cTn id="276" fill="hold">
                            <p:stCondLst>
                              <p:cond delay="7000"/>
                            </p:stCondLst>
                            <p:childTnLst>
                              <p:par>
                                <p:cTn id="277" presetID="42" presetClass="path" presetSubtype="0" accel="50000" decel="50000" fill="hold" grpId="1" nodeType="afterEffect">
                                  <p:stCondLst>
                                    <p:cond delay="0"/>
                                  </p:stCondLst>
                                  <p:childTnLst>
                                    <p:animMotion origin="layout" path="M -2.70833E-6 -1.11111E-6 L -0.00104 0.11227 " pathEditMode="relative" rAng="0" ptsTypes="AA">
                                      <p:cBhvr>
                                        <p:cTn id="278" dur="1500" fill="hold"/>
                                        <p:tgtEl>
                                          <p:spTgt spid="93"/>
                                        </p:tgtEl>
                                        <p:attrNameLst>
                                          <p:attrName>ppt_x</p:attrName>
                                          <p:attrName>ppt_y</p:attrName>
                                        </p:attrNameLst>
                                      </p:cBhvr>
                                      <p:rCtr x="-52" y="5602"/>
                                    </p:animMotion>
                                  </p:childTnLst>
                                </p:cTn>
                              </p:par>
                            </p:childTnLst>
                          </p:cTn>
                        </p:par>
                        <p:par>
                          <p:cTn id="279" fill="hold">
                            <p:stCondLst>
                              <p:cond delay="8500"/>
                            </p:stCondLst>
                            <p:childTnLst>
                              <p:par>
                                <p:cTn id="280" presetID="63" presetClass="path" presetSubtype="0" accel="50000" decel="50000" fill="hold" grpId="2" nodeType="afterEffect">
                                  <p:stCondLst>
                                    <p:cond delay="0"/>
                                  </p:stCondLst>
                                  <p:childTnLst>
                                    <p:animMotion origin="layout" path="M -0.00378 0.25857 L 0.02669 0.25857 " pathEditMode="relative" rAng="0" ptsTypes="AA">
                                      <p:cBhvr>
                                        <p:cTn id="281" dur="1500" fill="hold"/>
                                        <p:tgtEl>
                                          <p:spTgt spid="85"/>
                                        </p:tgtEl>
                                        <p:attrNameLst>
                                          <p:attrName>ppt_x</p:attrName>
                                          <p:attrName>ppt_y</p:attrName>
                                        </p:attrNameLst>
                                      </p:cBhvr>
                                      <p:rCtr x="1523" y="0"/>
                                    </p:animMotion>
                                  </p:childTnLst>
                                </p:cTn>
                              </p:par>
                              <p:par>
                                <p:cTn id="282" presetID="35" presetClass="path" presetSubtype="0" accel="50000" decel="50000" fill="hold" grpId="2" nodeType="withEffect">
                                  <p:stCondLst>
                                    <p:cond delay="0"/>
                                  </p:stCondLst>
                                  <p:childTnLst>
                                    <p:animMotion origin="layout" path="M -0.00209 0.25926 L -0.03346 0.25995 " pathEditMode="relative" rAng="0" ptsTypes="AA">
                                      <p:cBhvr>
                                        <p:cTn id="283" dur="1500" fill="hold"/>
                                        <p:tgtEl>
                                          <p:spTgt spid="92"/>
                                        </p:tgtEl>
                                        <p:attrNameLst>
                                          <p:attrName>ppt_x</p:attrName>
                                          <p:attrName>ppt_y</p:attrName>
                                        </p:attrNameLst>
                                      </p:cBhvr>
                                      <p:rCtr x="-1471" y="-255"/>
                                    </p:animMotion>
                                  </p:childTnLst>
                                </p:cTn>
                              </p:par>
                            </p:childTnLst>
                          </p:cTn>
                        </p:par>
                        <p:par>
                          <p:cTn id="284" fill="hold">
                            <p:stCondLst>
                              <p:cond delay="10000"/>
                            </p:stCondLst>
                            <p:childTnLst>
                              <p:par>
                                <p:cTn id="285" presetID="63" presetClass="path" presetSubtype="0" accel="50000" decel="50000" fill="hold" grpId="2" nodeType="afterEffect">
                                  <p:stCondLst>
                                    <p:cond delay="0"/>
                                  </p:stCondLst>
                                  <p:childTnLst>
                                    <p:animMotion origin="layout" path="M -0.00104 0.11227 L 0.02917 0.11088 " pathEditMode="relative" rAng="0" ptsTypes="AA">
                                      <p:cBhvr>
                                        <p:cTn id="286" dur="1000" fill="hold"/>
                                        <p:tgtEl>
                                          <p:spTgt spid="89"/>
                                        </p:tgtEl>
                                        <p:attrNameLst>
                                          <p:attrName>ppt_x</p:attrName>
                                          <p:attrName>ppt_y</p:attrName>
                                        </p:attrNameLst>
                                      </p:cBhvr>
                                      <p:rCtr x="1510" y="-69"/>
                                    </p:animMotion>
                                  </p:childTnLst>
                                </p:cTn>
                              </p:par>
                              <p:par>
                                <p:cTn id="287" presetID="35" presetClass="path" presetSubtype="0" accel="50000" decel="50000" fill="hold" grpId="2" nodeType="withEffect">
                                  <p:stCondLst>
                                    <p:cond delay="0"/>
                                  </p:stCondLst>
                                  <p:childTnLst>
                                    <p:animMotion origin="layout" path="M -0.00104 0.11227 L -0.03099 0.11227 " pathEditMode="relative" rAng="0" ptsTypes="AA">
                                      <p:cBhvr>
                                        <p:cTn id="288" dur="1000" fill="hold"/>
                                        <p:tgtEl>
                                          <p:spTgt spid="93"/>
                                        </p:tgtEl>
                                        <p:attrNameLst>
                                          <p:attrName>ppt_x</p:attrName>
                                          <p:attrName>ppt_y</p:attrName>
                                        </p:attrNameLst>
                                      </p:cBhvr>
                                      <p:rCtr x="-1484" y="-69"/>
                                    </p:animMotion>
                                  </p:childTnLst>
                                </p:cTn>
                              </p:par>
                            </p:childTnLst>
                          </p:cTn>
                        </p:par>
                      </p:childTnLst>
                    </p:cTn>
                  </p:par>
                  <p:par>
                    <p:cTn id="289" fill="hold">
                      <p:stCondLst>
                        <p:cond delay="indefinite"/>
                      </p:stCondLst>
                      <p:childTnLst>
                        <p:par>
                          <p:cTn id="290" fill="hold">
                            <p:stCondLst>
                              <p:cond delay="0"/>
                            </p:stCondLst>
                            <p:childTnLst>
                              <p:par>
                                <p:cTn id="291" presetID="32" presetClass="emph" presetSubtype="0" fill="hold" nodeType="clickEffect">
                                  <p:stCondLst>
                                    <p:cond delay="0"/>
                                  </p:stCondLst>
                                  <p:childTnLst>
                                    <p:animRot by="120000">
                                      <p:cBhvr>
                                        <p:cTn id="292" dur="100" fill="hold">
                                          <p:stCondLst>
                                            <p:cond delay="0"/>
                                          </p:stCondLst>
                                        </p:cTn>
                                        <p:tgtEl>
                                          <p:spTgt spid="74"/>
                                        </p:tgtEl>
                                        <p:attrNameLst>
                                          <p:attrName>r</p:attrName>
                                        </p:attrNameLst>
                                      </p:cBhvr>
                                    </p:animRot>
                                    <p:animRot by="-240000">
                                      <p:cBhvr>
                                        <p:cTn id="293" dur="200" fill="hold">
                                          <p:stCondLst>
                                            <p:cond delay="200"/>
                                          </p:stCondLst>
                                        </p:cTn>
                                        <p:tgtEl>
                                          <p:spTgt spid="74"/>
                                        </p:tgtEl>
                                        <p:attrNameLst>
                                          <p:attrName>r</p:attrName>
                                        </p:attrNameLst>
                                      </p:cBhvr>
                                    </p:animRot>
                                    <p:animRot by="240000">
                                      <p:cBhvr>
                                        <p:cTn id="294" dur="200" fill="hold">
                                          <p:stCondLst>
                                            <p:cond delay="400"/>
                                          </p:stCondLst>
                                        </p:cTn>
                                        <p:tgtEl>
                                          <p:spTgt spid="74"/>
                                        </p:tgtEl>
                                        <p:attrNameLst>
                                          <p:attrName>r</p:attrName>
                                        </p:attrNameLst>
                                      </p:cBhvr>
                                    </p:animRot>
                                    <p:animRot by="-240000">
                                      <p:cBhvr>
                                        <p:cTn id="295" dur="200" fill="hold">
                                          <p:stCondLst>
                                            <p:cond delay="600"/>
                                          </p:stCondLst>
                                        </p:cTn>
                                        <p:tgtEl>
                                          <p:spTgt spid="74"/>
                                        </p:tgtEl>
                                        <p:attrNameLst>
                                          <p:attrName>r</p:attrName>
                                        </p:attrNameLst>
                                      </p:cBhvr>
                                    </p:animRot>
                                    <p:animRot by="120000">
                                      <p:cBhvr>
                                        <p:cTn id="296" dur="200" fill="hold">
                                          <p:stCondLst>
                                            <p:cond delay="800"/>
                                          </p:stCondLst>
                                        </p:cTn>
                                        <p:tgtEl>
                                          <p:spTgt spid="74"/>
                                        </p:tgtEl>
                                        <p:attrNameLst>
                                          <p:attrName>r</p:attrName>
                                        </p:attrNameLst>
                                      </p:cBhvr>
                                    </p:animRot>
                                  </p:childTnLst>
                                </p:cTn>
                              </p:par>
                            </p:childTnLst>
                          </p:cTn>
                        </p:par>
                        <p:par>
                          <p:cTn id="297" fill="hold">
                            <p:stCondLst>
                              <p:cond delay="1000"/>
                            </p:stCondLst>
                            <p:childTnLst>
                              <p:par>
                                <p:cTn id="298" presetID="63" presetClass="path" presetSubtype="0" accel="50000" decel="50000" fill="hold" grpId="4" nodeType="afterEffect">
                                  <p:stCondLst>
                                    <p:cond delay="0"/>
                                  </p:stCondLst>
                                  <p:childTnLst>
                                    <p:animMotion origin="layout" path="M 0.603 0.29351 L 0.63281 0.29236 " pathEditMode="relative" rAng="0" ptsTypes="AA">
                                      <p:cBhvr>
                                        <p:cTn id="299" dur="2000" fill="hold"/>
                                        <p:tgtEl>
                                          <p:spTgt spid="76"/>
                                        </p:tgtEl>
                                        <p:attrNameLst>
                                          <p:attrName>ppt_x</p:attrName>
                                          <p:attrName>ppt_y</p:attrName>
                                        </p:attrNameLst>
                                      </p:cBhvr>
                                      <p:rCtr x="1484" y="-69"/>
                                    </p:animMotion>
                                  </p:childTnLst>
                                </p:cTn>
                              </p:par>
                            </p:childTnLst>
                          </p:cTn>
                        </p:par>
                      </p:childTnLst>
                    </p:cTn>
                  </p:par>
                  <p:par>
                    <p:cTn id="300" fill="hold">
                      <p:stCondLst>
                        <p:cond delay="indefinite"/>
                      </p:stCondLst>
                      <p:childTnLst>
                        <p:par>
                          <p:cTn id="301" fill="hold">
                            <p:stCondLst>
                              <p:cond delay="0"/>
                            </p:stCondLst>
                            <p:childTnLst>
                              <p:par>
                                <p:cTn id="302" presetID="32" presetClass="emph" presetSubtype="0" fill="hold" nodeType="clickEffect">
                                  <p:stCondLst>
                                    <p:cond delay="0"/>
                                  </p:stCondLst>
                                  <p:childTnLst>
                                    <p:animRot by="120000">
                                      <p:cBhvr>
                                        <p:cTn id="303" dur="100" fill="hold">
                                          <p:stCondLst>
                                            <p:cond delay="0"/>
                                          </p:stCondLst>
                                        </p:cTn>
                                        <p:tgtEl>
                                          <p:spTgt spid="90"/>
                                        </p:tgtEl>
                                        <p:attrNameLst>
                                          <p:attrName>r</p:attrName>
                                        </p:attrNameLst>
                                      </p:cBhvr>
                                    </p:animRot>
                                    <p:animRot by="-240000">
                                      <p:cBhvr>
                                        <p:cTn id="304" dur="200" fill="hold">
                                          <p:stCondLst>
                                            <p:cond delay="200"/>
                                          </p:stCondLst>
                                        </p:cTn>
                                        <p:tgtEl>
                                          <p:spTgt spid="90"/>
                                        </p:tgtEl>
                                        <p:attrNameLst>
                                          <p:attrName>r</p:attrName>
                                        </p:attrNameLst>
                                      </p:cBhvr>
                                    </p:animRot>
                                    <p:animRot by="240000">
                                      <p:cBhvr>
                                        <p:cTn id="305" dur="200" fill="hold">
                                          <p:stCondLst>
                                            <p:cond delay="400"/>
                                          </p:stCondLst>
                                        </p:cTn>
                                        <p:tgtEl>
                                          <p:spTgt spid="90"/>
                                        </p:tgtEl>
                                        <p:attrNameLst>
                                          <p:attrName>r</p:attrName>
                                        </p:attrNameLst>
                                      </p:cBhvr>
                                    </p:animRot>
                                    <p:animRot by="-240000">
                                      <p:cBhvr>
                                        <p:cTn id="306" dur="200" fill="hold">
                                          <p:stCondLst>
                                            <p:cond delay="600"/>
                                          </p:stCondLst>
                                        </p:cTn>
                                        <p:tgtEl>
                                          <p:spTgt spid="90"/>
                                        </p:tgtEl>
                                        <p:attrNameLst>
                                          <p:attrName>r</p:attrName>
                                        </p:attrNameLst>
                                      </p:cBhvr>
                                    </p:animRot>
                                    <p:animRot by="120000">
                                      <p:cBhvr>
                                        <p:cTn id="307" dur="200" fill="hold">
                                          <p:stCondLst>
                                            <p:cond delay="800"/>
                                          </p:stCondLst>
                                        </p:cTn>
                                        <p:tgtEl>
                                          <p:spTgt spid="90"/>
                                        </p:tgtEl>
                                        <p:attrNameLst>
                                          <p:attrName>r</p:attrName>
                                        </p:attrNameLst>
                                      </p:cBhvr>
                                    </p:animRot>
                                  </p:childTnLst>
                                </p:cTn>
                              </p:par>
                              <p:par>
                                <p:cTn id="308" presetID="42" presetClass="entr" presetSubtype="0" fill="hold" grpId="0" nodeType="withEffect">
                                  <p:stCondLst>
                                    <p:cond delay="0"/>
                                  </p:stCondLst>
                                  <p:childTnLst>
                                    <p:set>
                                      <p:cBhvr>
                                        <p:cTn id="309" dur="1" fill="hold">
                                          <p:stCondLst>
                                            <p:cond delay="0"/>
                                          </p:stCondLst>
                                        </p:cTn>
                                        <p:tgtEl>
                                          <p:spTgt spid="57"/>
                                        </p:tgtEl>
                                        <p:attrNameLst>
                                          <p:attrName>style.visibility</p:attrName>
                                        </p:attrNameLst>
                                      </p:cBhvr>
                                      <p:to>
                                        <p:strVal val="visible"/>
                                      </p:to>
                                    </p:set>
                                    <p:animEffect transition="in" filter="fade">
                                      <p:cBhvr>
                                        <p:cTn id="310" dur="1000"/>
                                        <p:tgtEl>
                                          <p:spTgt spid="57"/>
                                        </p:tgtEl>
                                      </p:cBhvr>
                                    </p:animEffect>
                                    <p:anim calcmode="lin" valueType="num">
                                      <p:cBhvr>
                                        <p:cTn id="311" dur="1000" fill="hold"/>
                                        <p:tgtEl>
                                          <p:spTgt spid="57"/>
                                        </p:tgtEl>
                                        <p:attrNameLst>
                                          <p:attrName>ppt_x</p:attrName>
                                        </p:attrNameLst>
                                      </p:cBhvr>
                                      <p:tavLst>
                                        <p:tav tm="0">
                                          <p:val>
                                            <p:strVal val="#ppt_x"/>
                                          </p:val>
                                        </p:tav>
                                        <p:tav tm="100000">
                                          <p:val>
                                            <p:strVal val="#ppt_x"/>
                                          </p:val>
                                        </p:tav>
                                      </p:tavLst>
                                    </p:anim>
                                    <p:anim calcmode="lin" valueType="num">
                                      <p:cBhvr>
                                        <p:cTn id="312" dur="1000" fill="hold"/>
                                        <p:tgtEl>
                                          <p:spTgt spid="57"/>
                                        </p:tgtEl>
                                        <p:attrNameLst>
                                          <p:attrName>ppt_y</p:attrName>
                                        </p:attrNameLst>
                                      </p:cBhvr>
                                      <p:tavLst>
                                        <p:tav tm="0">
                                          <p:val>
                                            <p:strVal val="#ppt_y+.1"/>
                                          </p:val>
                                        </p:tav>
                                        <p:tav tm="100000">
                                          <p:val>
                                            <p:strVal val="#ppt_y"/>
                                          </p:val>
                                        </p:tav>
                                      </p:tavLst>
                                    </p:anim>
                                  </p:childTnLst>
                                </p:cTn>
                              </p:par>
                              <p:par>
                                <p:cTn id="313" presetID="31" presetClass="entr" presetSubtype="0" fill="hold" grpId="0" nodeType="withEffect">
                                  <p:stCondLst>
                                    <p:cond delay="0"/>
                                  </p:stCondLst>
                                  <p:childTnLst>
                                    <p:set>
                                      <p:cBhvr>
                                        <p:cTn id="314" dur="1" fill="hold">
                                          <p:stCondLst>
                                            <p:cond delay="0"/>
                                          </p:stCondLst>
                                        </p:cTn>
                                        <p:tgtEl>
                                          <p:spTgt spid="51"/>
                                        </p:tgtEl>
                                        <p:attrNameLst>
                                          <p:attrName>style.visibility</p:attrName>
                                        </p:attrNameLst>
                                      </p:cBhvr>
                                      <p:to>
                                        <p:strVal val="visible"/>
                                      </p:to>
                                    </p:set>
                                    <p:anim calcmode="lin" valueType="num">
                                      <p:cBhvr>
                                        <p:cTn id="315" dur="1000" fill="hold"/>
                                        <p:tgtEl>
                                          <p:spTgt spid="51"/>
                                        </p:tgtEl>
                                        <p:attrNameLst>
                                          <p:attrName>ppt_w</p:attrName>
                                        </p:attrNameLst>
                                      </p:cBhvr>
                                      <p:tavLst>
                                        <p:tav tm="0">
                                          <p:val>
                                            <p:fltVal val="0"/>
                                          </p:val>
                                        </p:tav>
                                        <p:tav tm="100000">
                                          <p:val>
                                            <p:strVal val="#ppt_w"/>
                                          </p:val>
                                        </p:tav>
                                      </p:tavLst>
                                    </p:anim>
                                    <p:anim calcmode="lin" valueType="num">
                                      <p:cBhvr>
                                        <p:cTn id="316" dur="1000" fill="hold"/>
                                        <p:tgtEl>
                                          <p:spTgt spid="51"/>
                                        </p:tgtEl>
                                        <p:attrNameLst>
                                          <p:attrName>ppt_h</p:attrName>
                                        </p:attrNameLst>
                                      </p:cBhvr>
                                      <p:tavLst>
                                        <p:tav tm="0">
                                          <p:val>
                                            <p:fltVal val="0"/>
                                          </p:val>
                                        </p:tav>
                                        <p:tav tm="100000">
                                          <p:val>
                                            <p:strVal val="#ppt_h"/>
                                          </p:val>
                                        </p:tav>
                                      </p:tavLst>
                                    </p:anim>
                                    <p:anim calcmode="lin" valueType="num">
                                      <p:cBhvr>
                                        <p:cTn id="317" dur="1000" fill="hold"/>
                                        <p:tgtEl>
                                          <p:spTgt spid="51"/>
                                        </p:tgtEl>
                                        <p:attrNameLst>
                                          <p:attrName>style.rotation</p:attrName>
                                        </p:attrNameLst>
                                      </p:cBhvr>
                                      <p:tavLst>
                                        <p:tav tm="0">
                                          <p:val>
                                            <p:fltVal val="90"/>
                                          </p:val>
                                        </p:tav>
                                        <p:tav tm="100000">
                                          <p:val>
                                            <p:fltVal val="0"/>
                                          </p:val>
                                        </p:tav>
                                      </p:tavLst>
                                    </p:anim>
                                    <p:animEffect transition="in" filter="fade">
                                      <p:cBhvr>
                                        <p:cTn id="318" dur="1000"/>
                                        <p:tgtEl>
                                          <p:spTgt spid="51"/>
                                        </p:tgtEl>
                                      </p:cBhvr>
                                    </p:animEffect>
                                  </p:childTnLst>
                                </p:cTn>
                              </p:par>
                              <p:par>
                                <p:cTn id="319" presetID="63" presetClass="path" presetSubtype="0" accel="50000" decel="50000" fill="hold" grpId="1" nodeType="withEffect">
                                  <p:stCondLst>
                                    <p:cond delay="0"/>
                                  </p:stCondLst>
                                  <p:childTnLst>
                                    <p:animMotion origin="layout" path="M 1.66667E-6 7.40741E-7 L 0.52669 0.04051 " pathEditMode="relative" rAng="0" ptsTypes="AA">
                                      <p:cBhvr>
                                        <p:cTn id="320" dur="1500" fill="hold"/>
                                        <p:tgtEl>
                                          <p:spTgt spid="51"/>
                                        </p:tgtEl>
                                        <p:attrNameLst>
                                          <p:attrName>ppt_x</p:attrName>
                                          <p:attrName>ppt_y</p:attrName>
                                        </p:attrNameLst>
                                      </p:cBhvr>
                                      <p:rCtr x="26328" y="2014"/>
                                    </p:animMotion>
                                  </p:childTnLst>
                                </p:cTn>
                              </p:par>
                            </p:childTnLst>
                          </p:cTn>
                        </p:par>
                        <p:par>
                          <p:cTn id="321" fill="hold">
                            <p:stCondLst>
                              <p:cond delay="1500"/>
                            </p:stCondLst>
                            <p:childTnLst>
                              <p:par>
                                <p:cTn id="322" presetID="31" presetClass="entr" presetSubtype="0" fill="hold" grpId="0" nodeType="afterEffect">
                                  <p:stCondLst>
                                    <p:cond delay="0"/>
                                  </p:stCondLst>
                                  <p:childTnLst>
                                    <p:set>
                                      <p:cBhvr>
                                        <p:cTn id="323" dur="1" fill="hold">
                                          <p:stCondLst>
                                            <p:cond delay="0"/>
                                          </p:stCondLst>
                                        </p:cTn>
                                        <p:tgtEl>
                                          <p:spTgt spid="94"/>
                                        </p:tgtEl>
                                        <p:attrNameLst>
                                          <p:attrName>style.visibility</p:attrName>
                                        </p:attrNameLst>
                                      </p:cBhvr>
                                      <p:to>
                                        <p:strVal val="visible"/>
                                      </p:to>
                                    </p:set>
                                    <p:anim calcmode="lin" valueType="num">
                                      <p:cBhvr>
                                        <p:cTn id="324" dur="1000" fill="hold"/>
                                        <p:tgtEl>
                                          <p:spTgt spid="94"/>
                                        </p:tgtEl>
                                        <p:attrNameLst>
                                          <p:attrName>ppt_w</p:attrName>
                                        </p:attrNameLst>
                                      </p:cBhvr>
                                      <p:tavLst>
                                        <p:tav tm="0">
                                          <p:val>
                                            <p:fltVal val="0"/>
                                          </p:val>
                                        </p:tav>
                                        <p:tav tm="100000">
                                          <p:val>
                                            <p:strVal val="#ppt_w"/>
                                          </p:val>
                                        </p:tav>
                                      </p:tavLst>
                                    </p:anim>
                                    <p:anim calcmode="lin" valueType="num">
                                      <p:cBhvr>
                                        <p:cTn id="325" dur="1000" fill="hold"/>
                                        <p:tgtEl>
                                          <p:spTgt spid="94"/>
                                        </p:tgtEl>
                                        <p:attrNameLst>
                                          <p:attrName>ppt_h</p:attrName>
                                        </p:attrNameLst>
                                      </p:cBhvr>
                                      <p:tavLst>
                                        <p:tav tm="0">
                                          <p:val>
                                            <p:fltVal val="0"/>
                                          </p:val>
                                        </p:tav>
                                        <p:tav tm="100000">
                                          <p:val>
                                            <p:strVal val="#ppt_h"/>
                                          </p:val>
                                        </p:tav>
                                      </p:tavLst>
                                    </p:anim>
                                    <p:anim calcmode="lin" valueType="num">
                                      <p:cBhvr>
                                        <p:cTn id="326" dur="1000" fill="hold"/>
                                        <p:tgtEl>
                                          <p:spTgt spid="94"/>
                                        </p:tgtEl>
                                        <p:attrNameLst>
                                          <p:attrName>style.rotation</p:attrName>
                                        </p:attrNameLst>
                                      </p:cBhvr>
                                      <p:tavLst>
                                        <p:tav tm="0">
                                          <p:val>
                                            <p:fltVal val="90"/>
                                          </p:val>
                                        </p:tav>
                                        <p:tav tm="100000">
                                          <p:val>
                                            <p:fltVal val="0"/>
                                          </p:val>
                                        </p:tav>
                                      </p:tavLst>
                                    </p:anim>
                                    <p:animEffect transition="in" filter="fade">
                                      <p:cBhvr>
                                        <p:cTn id="327" dur="1000"/>
                                        <p:tgtEl>
                                          <p:spTgt spid="94"/>
                                        </p:tgtEl>
                                      </p:cBhvr>
                                    </p:animEffect>
                                  </p:childTnLst>
                                </p:cTn>
                              </p:par>
                            </p:childTnLst>
                          </p:cTn>
                        </p:par>
                        <p:par>
                          <p:cTn id="328" fill="hold">
                            <p:stCondLst>
                              <p:cond delay="2500"/>
                            </p:stCondLst>
                            <p:childTnLst>
                              <p:par>
                                <p:cTn id="329" presetID="42" presetClass="path" presetSubtype="0" accel="50000" decel="50000" fill="hold" grpId="1" nodeType="afterEffect">
                                  <p:stCondLst>
                                    <p:cond delay="0"/>
                                  </p:stCondLst>
                                  <p:childTnLst>
                                    <p:animMotion origin="layout" path="M -3.54167E-6 -4.07407E-6 L -0.00208 0.25926 " pathEditMode="relative" rAng="0" ptsTypes="AA">
                                      <p:cBhvr>
                                        <p:cTn id="330" dur="1500" fill="hold"/>
                                        <p:tgtEl>
                                          <p:spTgt spid="94"/>
                                        </p:tgtEl>
                                        <p:attrNameLst>
                                          <p:attrName>ppt_x</p:attrName>
                                          <p:attrName>ppt_y</p:attrName>
                                        </p:attrNameLst>
                                      </p:cBhvr>
                                      <p:rCtr x="-104" y="12963"/>
                                    </p:animMotion>
                                  </p:childTnLst>
                                </p:cTn>
                              </p:par>
                            </p:childTnLst>
                          </p:cTn>
                        </p:par>
                        <p:par>
                          <p:cTn id="331" fill="hold">
                            <p:stCondLst>
                              <p:cond delay="4000"/>
                            </p:stCondLst>
                            <p:childTnLst>
                              <p:par>
                                <p:cTn id="332" presetID="31" presetClass="entr" presetSubtype="0" fill="hold" grpId="0" nodeType="afterEffect">
                                  <p:stCondLst>
                                    <p:cond delay="0"/>
                                  </p:stCondLst>
                                  <p:childTnLst>
                                    <p:set>
                                      <p:cBhvr>
                                        <p:cTn id="333" dur="1" fill="hold">
                                          <p:stCondLst>
                                            <p:cond delay="0"/>
                                          </p:stCondLst>
                                        </p:cTn>
                                        <p:tgtEl>
                                          <p:spTgt spid="95"/>
                                        </p:tgtEl>
                                        <p:attrNameLst>
                                          <p:attrName>style.visibility</p:attrName>
                                        </p:attrNameLst>
                                      </p:cBhvr>
                                      <p:to>
                                        <p:strVal val="visible"/>
                                      </p:to>
                                    </p:set>
                                    <p:anim calcmode="lin" valueType="num">
                                      <p:cBhvr>
                                        <p:cTn id="334" dur="1000" fill="hold"/>
                                        <p:tgtEl>
                                          <p:spTgt spid="95"/>
                                        </p:tgtEl>
                                        <p:attrNameLst>
                                          <p:attrName>ppt_w</p:attrName>
                                        </p:attrNameLst>
                                      </p:cBhvr>
                                      <p:tavLst>
                                        <p:tav tm="0">
                                          <p:val>
                                            <p:fltVal val="0"/>
                                          </p:val>
                                        </p:tav>
                                        <p:tav tm="100000">
                                          <p:val>
                                            <p:strVal val="#ppt_w"/>
                                          </p:val>
                                        </p:tav>
                                      </p:tavLst>
                                    </p:anim>
                                    <p:anim calcmode="lin" valueType="num">
                                      <p:cBhvr>
                                        <p:cTn id="335" dur="1000" fill="hold"/>
                                        <p:tgtEl>
                                          <p:spTgt spid="95"/>
                                        </p:tgtEl>
                                        <p:attrNameLst>
                                          <p:attrName>ppt_h</p:attrName>
                                        </p:attrNameLst>
                                      </p:cBhvr>
                                      <p:tavLst>
                                        <p:tav tm="0">
                                          <p:val>
                                            <p:fltVal val="0"/>
                                          </p:val>
                                        </p:tav>
                                        <p:tav tm="100000">
                                          <p:val>
                                            <p:strVal val="#ppt_h"/>
                                          </p:val>
                                        </p:tav>
                                      </p:tavLst>
                                    </p:anim>
                                    <p:anim calcmode="lin" valueType="num">
                                      <p:cBhvr>
                                        <p:cTn id="336" dur="1000" fill="hold"/>
                                        <p:tgtEl>
                                          <p:spTgt spid="95"/>
                                        </p:tgtEl>
                                        <p:attrNameLst>
                                          <p:attrName>style.rotation</p:attrName>
                                        </p:attrNameLst>
                                      </p:cBhvr>
                                      <p:tavLst>
                                        <p:tav tm="0">
                                          <p:val>
                                            <p:fltVal val="90"/>
                                          </p:val>
                                        </p:tav>
                                        <p:tav tm="100000">
                                          <p:val>
                                            <p:fltVal val="0"/>
                                          </p:val>
                                        </p:tav>
                                      </p:tavLst>
                                    </p:anim>
                                    <p:animEffect transition="in" filter="fade">
                                      <p:cBhvr>
                                        <p:cTn id="337" dur="1000"/>
                                        <p:tgtEl>
                                          <p:spTgt spid="95"/>
                                        </p:tgtEl>
                                      </p:cBhvr>
                                    </p:animEffect>
                                  </p:childTnLst>
                                </p:cTn>
                              </p:par>
                            </p:childTnLst>
                          </p:cTn>
                        </p:par>
                        <p:par>
                          <p:cTn id="338" fill="hold">
                            <p:stCondLst>
                              <p:cond delay="5000"/>
                            </p:stCondLst>
                            <p:childTnLst>
                              <p:par>
                                <p:cTn id="339" presetID="42" presetClass="path" presetSubtype="0" accel="50000" decel="50000" fill="hold" grpId="1" nodeType="afterEffect">
                                  <p:stCondLst>
                                    <p:cond delay="0"/>
                                  </p:stCondLst>
                                  <p:childTnLst>
                                    <p:animMotion origin="layout" path="M 1.11022E-16 -2.96296E-6 L -0.00104 0.11227 " pathEditMode="relative" rAng="0" ptsTypes="AA">
                                      <p:cBhvr>
                                        <p:cTn id="340" dur="1500" fill="hold"/>
                                        <p:tgtEl>
                                          <p:spTgt spid="95"/>
                                        </p:tgtEl>
                                        <p:attrNameLst>
                                          <p:attrName>ppt_x</p:attrName>
                                          <p:attrName>ppt_y</p:attrName>
                                        </p:attrNameLst>
                                      </p:cBhvr>
                                      <p:rCtr x="-52" y="5602"/>
                                    </p:animMotion>
                                  </p:childTnLst>
                                </p:cTn>
                              </p:par>
                            </p:childTnLst>
                          </p:cTn>
                        </p:par>
                      </p:childTnLst>
                    </p:cTn>
                  </p:par>
                  <p:par>
                    <p:cTn id="341" fill="hold">
                      <p:stCondLst>
                        <p:cond delay="indefinite"/>
                      </p:stCondLst>
                      <p:childTnLst>
                        <p:par>
                          <p:cTn id="342" fill="hold">
                            <p:stCondLst>
                              <p:cond delay="0"/>
                            </p:stCondLst>
                            <p:childTnLst>
                              <p:par>
                                <p:cTn id="343" presetID="32" presetClass="emph" presetSubtype="0" fill="hold" nodeType="clickEffect">
                                  <p:stCondLst>
                                    <p:cond delay="0"/>
                                  </p:stCondLst>
                                  <p:childTnLst>
                                    <p:animRot by="120000">
                                      <p:cBhvr>
                                        <p:cTn id="344" dur="100" fill="hold">
                                          <p:stCondLst>
                                            <p:cond delay="0"/>
                                          </p:stCondLst>
                                        </p:cTn>
                                        <p:tgtEl>
                                          <p:spTgt spid="74"/>
                                        </p:tgtEl>
                                        <p:attrNameLst>
                                          <p:attrName>r</p:attrName>
                                        </p:attrNameLst>
                                      </p:cBhvr>
                                    </p:animRot>
                                    <p:animRot by="-240000">
                                      <p:cBhvr>
                                        <p:cTn id="345" dur="200" fill="hold">
                                          <p:stCondLst>
                                            <p:cond delay="200"/>
                                          </p:stCondLst>
                                        </p:cTn>
                                        <p:tgtEl>
                                          <p:spTgt spid="74"/>
                                        </p:tgtEl>
                                        <p:attrNameLst>
                                          <p:attrName>r</p:attrName>
                                        </p:attrNameLst>
                                      </p:cBhvr>
                                    </p:animRot>
                                    <p:animRot by="240000">
                                      <p:cBhvr>
                                        <p:cTn id="346" dur="200" fill="hold">
                                          <p:stCondLst>
                                            <p:cond delay="400"/>
                                          </p:stCondLst>
                                        </p:cTn>
                                        <p:tgtEl>
                                          <p:spTgt spid="74"/>
                                        </p:tgtEl>
                                        <p:attrNameLst>
                                          <p:attrName>r</p:attrName>
                                        </p:attrNameLst>
                                      </p:cBhvr>
                                    </p:animRot>
                                    <p:animRot by="-240000">
                                      <p:cBhvr>
                                        <p:cTn id="347" dur="200" fill="hold">
                                          <p:stCondLst>
                                            <p:cond delay="600"/>
                                          </p:stCondLst>
                                        </p:cTn>
                                        <p:tgtEl>
                                          <p:spTgt spid="74"/>
                                        </p:tgtEl>
                                        <p:attrNameLst>
                                          <p:attrName>r</p:attrName>
                                        </p:attrNameLst>
                                      </p:cBhvr>
                                    </p:animRot>
                                    <p:animRot by="120000">
                                      <p:cBhvr>
                                        <p:cTn id="348" dur="200" fill="hold">
                                          <p:stCondLst>
                                            <p:cond delay="800"/>
                                          </p:stCondLst>
                                        </p:cTn>
                                        <p:tgtEl>
                                          <p:spTgt spid="74"/>
                                        </p:tgtEl>
                                        <p:attrNameLst>
                                          <p:attrName>r</p:attrName>
                                        </p:attrNameLst>
                                      </p:cBhvr>
                                    </p:animRot>
                                  </p:childTnLst>
                                </p:cTn>
                              </p:par>
                            </p:childTnLst>
                          </p:cTn>
                        </p:par>
                        <p:par>
                          <p:cTn id="349" fill="hold">
                            <p:stCondLst>
                              <p:cond delay="1000"/>
                            </p:stCondLst>
                            <p:childTnLst>
                              <p:par>
                                <p:cTn id="350" presetID="63" presetClass="path" presetSubtype="0" accel="50000" decel="50000" fill="hold" grpId="5" nodeType="afterEffect">
                                  <p:stCondLst>
                                    <p:cond delay="0"/>
                                  </p:stCondLst>
                                  <p:childTnLst>
                                    <p:animMotion origin="layout" path="M 0.63281 0.29236 L 0.66224 0.29189 " pathEditMode="relative" rAng="0" ptsTypes="AA">
                                      <p:cBhvr>
                                        <p:cTn id="351" dur="1500" fill="hold"/>
                                        <p:tgtEl>
                                          <p:spTgt spid="76"/>
                                        </p:tgtEl>
                                        <p:attrNameLst>
                                          <p:attrName>ppt_x</p:attrName>
                                          <p:attrName>ppt_y</p:attrName>
                                        </p:attrNameLst>
                                      </p:cBhvr>
                                      <p:rCtr x="1471" y="-23"/>
                                    </p:animMotion>
                                  </p:childTnLst>
                                </p:cTn>
                              </p:par>
                            </p:childTnLst>
                          </p:cTn>
                        </p:par>
                      </p:childTnLst>
                    </p:cTn>
                  </p:par>
                  <p:par>
                    <p:cTn id="352" fill="hold">
                      <p:stCondLst>
                        <p:cond delay="indefinite"/>
                      </p:stCondLst>
                      <p:childTnLst>
                        <p:par>
                          <p:cTn id="353" fill="hold">
                            <p:stCondLst>
                              <p:cond delay="0"/>
                            </p:stCondLst>
                            <p:childTnLst>
                              <p:par>
                                <p:cTn id="354" presetID="32" presetClass="emph" presetSubtype="0" fill="hold" nodeType="clickEffect">
                                  <p:stCondLst>
                                    <p:cond delay="0"/>
                                  </p:stCondLst>
                                  <p:childTnLst>
                                    <p:animRot by="120000">
                                      <p:cBhvr>
                                        <p:cTn id="355" dur="100" fill="hold">
                                          <p:stCondLst>
                                            <p:cond delay="0"/>
                                          </p:stCondLst>
                                        </p:cTn>
                                        <p:tgtEl>
                                          <p:spTgt spid="90"/>
                                        </p:tgtEl>
                                        <p:attrNameLst>
                                          <p:attrName>r</p:attrName>
                                        </p:attrNameLst>
                                      </p:cBhvr>
                                    </p:animRot>
                                    <p:animRot by="-240000">
                                      <p:cBhvr>
                                        <p:cTn id="356" dur="200" fill="hold">
                                          <p:stCondLst>
                                            <p:cond delay="200"/>
                                          </p:stCondLst>
                                        </p:cTn>
                                        <p:tgtEl>
                                          <p:spTgt spid="90"/>
                                        </p:tgtEl>
                                        <p:attrNameLst>
                                          <p:attrName>r</p:attrName>
                                        </p:attrNameLst>
                                      </p:cBhvr>
                                    </p:animRot>
                                    <p:animRot by="240000">
                                      <p:cBhvr>
                                        <p:cTn id="357" dur="200" fill="hold">
                                          <p:stCondLst>
                                            <p:cond delay="400"/>
                                          </p:stCondLst>
                                        </p:cTn>
                                        <p:tgtEl>
                                          <p:spTgt spid="90"/>
                                        </p:tgtEl>
                                        <p:attrNameLst>
                                          <p:attrName>r</p:attrName>
                                        </p:attrNameLst>
                                      </p:cBhvr>
                                    </p:animRot>
                                    <p:animRot by="-240000">
                                      <p:cBhvr>
                                        <p:cTn id="358" dur="200" fill="hold">
                                          <p:stCondLst>
                                            <p:cond delay="600"/>
                                          </p:stCondLst>
                                        </p:cTn>
                                        <p:tgtEl>
                                          <p:spTgt spid="90"/>
                                        </p:tgtEl>
                                        <p:attrNameLst>
                                          <p:attrName>r</p:attrName>
                                        </p:attrNameLst>
                                      </p:cBhvr>
                                    </p:animRot>
                                    <p:animRot by="120000">
                                      <p:cBhvr>
                                        <p:cTn id="359" dur="200" fill="hold">
                                          <p:stCondLst>
                                            <p:cond delay="800"/>
                                          </p:stCondLst>
                                        </p:cTn>
                                        <p:tgtEl>
                                          <p:spTgt spid="90"/>
                                        </p:tgtEl>
                                        <p:attrNameLst>
                                          <p:attrName>r</p:attrName>
                                        </p:attrNameLst>
                                      </p:cBhvr>
                                    </p:animRot>
                                  </p:childTnLst>
                                </p:cTn>
                              </p:par>
                              <p:par>
                                <p:cTn id="360" presetID="42" presetClass="entr" presetSubtype="0" fill="hold" grpId="0" nodeType="withEffect">
                                  <p:stCondLst>
                                    <p:cond delay="0"/>
                                  </p:stCondLst>
                                  <p:childTnLst>
                                    <p:set>
                                      <p:cBhvr>
                                        <p:cTn id="361" dur="1" fill="hold">
                                          <p:stCondLst>
                                            <p:cond delay="0"/>
                                          </p:stCondLst>
                                        </p:cTn>
                                        <p:tgtEl>
                                          <p:spTgt spid="59"/>
                                        </p:tgtEl>
                                        <p:attrNameLst>
                                          <p:attrName>style.visibility</p:attrName>
                                        </p:attrNameLst>
                                      </p:cBhvr>
                                      <p:to>
                                        <p:strVal val="visible"/>
                                      </p:to>
                                    </p:set>
                                    <p:animEffect transition="in" filter="fade">
                                      <p:cBhvr>
                                        <p:cTn id="362" dur="1000"/>
                                        <p:tgtEl>
                                          <p:spTgt spid="59"/>
                                        </p:tgtEl>
                                      </p:cBhvr>
                                    </p:animEffect>
                                    <p:anim calcmode="lin" valueType="num">
                                      <p:cBhvr>
                                        <p:cTn id="363" dur="1000" fill="hold"/>
                                        <p:tgtEl>
                                          <p:spTgt spid="59"/>
                                        </p:tgtEl>
                                        <p:attrNameLst>
                                          <p:attrName>ppt_x</p:attrName>
                                        </p:attrNameLst>
                                      </p:cBhvr>
                                      <p:tavLst>
                                        <p:tav tm="0">
                                          <p:val>
                                            <p:strVal val="#ppt_x"/>
                                          </p:val>
                                        </p:tav>
                                        <p:tav tm="100000">
                                          <p:val>
                                            <p:strVal val="#ppt_x"/>
                                          </p:val>
                                        </p:tav>
                                      </p:tavLst>
                                    </p:anim>
                                    <p:anim calcmode="lin" valueType="num">
                                      <p:cBhvr>
                                        <p:cTn id="364" dur="1000" fill="hold"/>
                                        <p:tgtEl>
                                          <p:spTgt spid="59"/>
                                        </p:tgtEl>
                                        <p:attrNameLst>
                                          <p:attrName>ppt_y</p:attrName>
                                        </p:attrNameLst>
                                      </p:cBhvr>
                                      <p:tavLst>
                                        <p:tav tm="0">
                                          <p:val>
                                            <p:strVal val="#ppt_y+.1"/>
                                          </p:val>
                                        </p:tav>
                                        <p:tav tm="100000">
                                          <p:val>
                                            <p:strVal val="#ppt_y"/>
                                          </p:val>
                                        </p:tav>
                                      </p:tavLst>
                                    </p:anim>
                                  </p:childTnLst>
                                </p:cTn>
                              </p:par>
                            </p:childTnLst>
                          </p:cTn>
                        </p:par>
                        <p:par>
                          <p:cTn id="365" fill="hold">
                            <p:stCondLst>
                              <p:cond delay="1000"/>
                            </p:stCondLst>
                            <p:childTnLst>
                              <p:par>
                                <p:cTn id="366" presetID="31" presetClass="entr" presetSubtype="0" fill="hold" grpId="0" nodeType="afterEffect">
                                  <p:stCondLst>
                                    <p:cond delay="0"/>
                                  </p:stCondLst>
                                  <p:childTnLst>
                                    <p:set>
                                      <p:cBhvr>
                                        <p:cTn id="367" dur="1" fill="hold">
                                          <p:stCondLst>
                                            <p:cond delay="0"/>
                                          </p:stCondLst>
                                        </p:cTn>
                                        <p:tgtEl>
                                          <p:spTgt spid="53"/>
                                        </p:tgtEl>
                                        <p:attrNameLst>
                                          <p:attrName>style.visibility</p:attrName>
                                        </p:attrNameLst>
                                      </p:cBhvr>
                                      <p:to>
                                        <p:strVal val="visible"/>
                                      </p:to>
                                    </p:set>
                                    <p:anim calcmode="lin" valueType="num">
                                      <p:cBhvr>
                                        <p:cTn id="368" dur="1000" fill="hold"/>
                                        <p:tgtEl>
                                          <p:spTgt spid="53"/>
                                        </p:tgtEl>
                                        <p:attrNameLst>
                                          <p:attrName>ppt_w</p:attrName>
                                        </p:attrNameLst>
                                      </p:cBhvr>
                                      <p:tavLst>
                                        <p:tav tm="0">
                                          <p:val>
                                            <p:fltVal val="0"/>
                                          </p:val>
                                        </p:tav>
                                        <p:tav tm="100000">
                                          <p:val>
                                            <p:strVal val="#ppt_w"/>
                                          </p:val>
                                        </p:tav>
                                      </p:tavLst>
                                    </p:anim>
                                    <p:anim calcmode="lin" valueType="num">
                                      <p:cBhvr>
                                        <p:cTn id="369" dur="1000" fill="hold"/>
                                        <p:tgtEl>
                                          <p:spTgt spid="53"/>
                                        </p:tgtEl>
                                        <p:attrNameLst>
                                          <p:attrName>ppt_h</p:attrName>
                                        </p:attrNameLst>
                                      </p:cBhvr>
                                      <p:tavLst>
                                        <p:tav tm="0">
                                          <p:val>
                                            <p:fltVal val="0"/>
                                          </p:val>
                                        </p:tav>
                                        <p:tav tm="100000">
                                          <p:val>
                                            <p:strVal val="#ppt_h"/>
                                          </p:val>
                                        </p:tav>
                                      </p:tavLst>
                                    </p:anim>
                                    <p:anim calcmode="lin" valueType="num">
                                      <p:cBhvr>
                                        <p:cTn id="370" dur="1000" fill="hold"/>
                                        <p:tgtEl>
                                          <p:spTgt spid="53"/>
                                        </p:tgtEl>
                                        <p:attrNameLst>
                                          <p:attrName>style.rotation</p:attrName>
                                        </p:attrNameLst>
                                      </p:cBhvr>
                                      <p:tavLst>
                                        <p:tav tm="0">
                                          <p:val>
                                            <p:fltVal val="90"/>
                                          </p:val>
                                        </p:tav>
                                        <p:tav tm="100000">
                                          <p:val>
                                            <p:fltVal val="0"/>
                                          </p:val>
                                        </p:tav>
                                      </p:tavLst>
                                    </p:anim>
                                    <p:animEffect transition="in" filter="fade">
                                      <p:cBhvr>
                                        <p:cTn id="371" dur="1000"/>
                                        <p:tgtEl>
                                          <p:spTgt spid="53"/>
                                        </p:tgtEl>
                                      </p:cBhvr>
                                    </p:animEffect>
                                  </p:childTnLst>
                                </p:cTn>
                              </p:par>
                            </p:childTnLst>
                          </p:cTn>
                        </p:par>
                        <p:par>
                          <p:cTn id="372" fill="hold">
                            <p:stCondLst>
                              <p:cond delay="2000"/>
                            </p:stCondLst>
                            <p:childTnLst>
                              <p:par>
                                <p:cTn id="373" presetID="63" presetClass="path" presetSubtype="0" accel="50000" decel="50000" fill="hold" grpId="1" nodeType="afterEffect">
                                  <p:stCondLst>
                                    <p:cond delay="0"/>
                                  </p:stCondLst>
                                  <p:childTnLst>
                                    <p:animMotion origin="layout" path="M -3.95833E-6 -1.85185E-6 L 0.52136 0.03681 " pathEditMode="relative" rAng="0" ptsTypes="AA">
                                      <p:cBhvr>
                                        <p:cTn id="374" dur="1500" fill="hold"/>
                                        <p:tgtEl>
                                          <p:spTgt spid="53"/>
                                        </p:tgtEl>
                                        <p:attrNameLst>
                                          <p:attrName>ppt_x</p:attrName>
                                          <p:attrName>ppt_y</p:attrName>
                                        </p:attrNameLst>
                                      </p:cBhvr>
                                      <p:rCtr x="26068" y="1829"/>
                                    </p:animMotion>
                                  </p:childTnLst>
                                </p:cTn>
                              </p:par>
                            </p:childTnLst>
                          </p:cTn>
                        </p:par>
                        <p:par>
                          <p:cTn id="375" fill="hold">
                            <p:stCondLst>
                              <p:cond delay="3500"/>
                            </p:stCondLst>
                            <p:childTnLst>
                              <p:par>
                                <p:cTn id="376" presetID="31" presetClass="entr" presetSubtype="0" fill="hold" grpId="0" nodeType="afterEffect">
                                  <p:stCondLst>
                                    <p:cond delay="0"/>
                                  </p:stCondLst>
                                  <p:childTnLst>
                                    <p:set>
                                      <p:cBhvr>
                                        <p:cTn id="377" dur="1" fill="hold">
                                          <p:stCondLst>
                                            <p:cond delay="0"/>
                                          </p:stCondLst>
                                        </p:cTn>
                                        <p:tgtEl>
                                          <p:spTgt spid="98"/>
                                        </p:tgtEl>
                                        <p:attrNameLst>
                                          <p:attrName>style.visibility</p:attrName>
                                        </p:attrNameLst>
                                      </p:cBhvr>
                                      <p:to>
                                        <p:strVal val="visible"/>
                                      </p:to>
                                    </p:set>
                                    <p:anim calcmode="lin" valueType="num">
                                      <p:cBhvr>
                                        <p:cTn id="378" dur="1000" fill="hold"/>
                                        <p:tgtEl>
                                          <p:spTgt spid="98"/>
                                        </p:tgtEl>
                                        <p:attrNameLst>
                                          <p:attrName>ppt_w</p:attrName>
                                        </p:attrNameLst>
                                      </p:cBhvr>
                                      <p:tavLst>
                                        <p:tav tm="0">
                                          <p:val>
                                            <p:fltVal val="0"/>
                                          </p:val>
                                        </p:tav>
                                        <p:tav tm="100000">
                                          <p:val>
                                            <p:strVal val="#ppt_w"/>
                                          </p:val>
                                        </p:tav>
                                      </p:tavLst>
                                    </p:anim>
                                    <p:anim calcmode="lin" valueType="num">
                                      <p:cBhvr>
                                        <p:cTn id="379" dur="1000" fill="hold"/>
                                        <p:tgtEl>
                                          <p:spTgt spid="98"/>
                                        </p:tgtEl>
                                        <p:attrNameLst>
                                          <p:attrName>ppt_h</p:attrName>
                                        </p:attrNameLst>
                                      </p:cBhvr>
                                      <p:tavLst>
                                        <p:tav tm="0">
                                          <p:val>
                                            <p:fltVal val="0"/>
                                          </p:val>
                                        </p:tav>
                                        <p:tav tm="100000">
                                          <p:val>
                                            <p:strVal val="#ppt_h"/>
                                          </p:val>
                                        </p:tav>
                                      </p:tavLst>
                                    </p:anim>
                                    <p:anim calcmode="lin" valueType="num">
                                      <p:cBhvr>
                                        <p:cTn id="380" dur="1000" fill="hold"/>
                                        <p:tgtEl>
                                          <p:spTgt spid="98"/>
                                        </p:tgtEl>
                                        <p:attrNameLst>
                                          <p:attrName>style.rotation</p:attrName>
                                        </p:attrNameLst>
                                      </p:cBhvr>
                                      <p:tavLst>
                                        <p:tav tm="0">
                                          <p:val>
                                            <p:fltVal val="90"/>
                                          </p:val>
                                        </p:tav>
                                        <p:tav tm="100000">
                                          <p:val>
                                            <p:fltVal val="0"/>
                                          </p:val>
                                        </p:tav>
                                      </p:tavLst>
                                    </p:anim>
                                    <p:animEffect transition="in" filter="fade">
                                      <p:cBhvr>
                                        <p:cTn id="381" dur="1000"/>
                                        <p:tgtEl>
                                          <p:spTgt spid="98"/>
                                        </p:tgtEl>
                                      </p:cBhvr>
                                    </p:animEffect>
                                  </p:childTnLst>
                                </p:cTn>
                              </p:par>
                            </p:childTnLst>
                          </p:cTn>
                        </p:par>
                        <p:par>
                          <p:cTn id="382" fill="hold">
                            <p:stCondLst>
                              <p:cond delay="4500"/>
                            </p:stCondLst>
                            <p:childTnLst>
                              <p:par>
                                <p:cTn id="383" presetID="42" presetClass="path" presetSubtype="0" accel="50000" decel="50000" fill="hold" grpId="1" nodeType="afterEffect">
                                  <p:stCondLst>
                                    <p:cond delay="0"/>
                                  </p:stCondLst>
                                  <p:childTnLst>
                                    <p:animMotion origin="layout" path="M -1.04167E-6 1.85185E-6 L -0.00208 0.25926 " pathEditMode="relative" rAng="0" ptsTypes="AA">
                                      <p:cBhvr>
                                        <p:cTn id="384" dur="1500" fill="hold"/>
                                        <p:tgtEl>
                                          <p:spTgt spid="98"/>
                                        </p:tgtEl>
                                        <p:attrNameLst>
                                          <p:attrName>ppt_x</p:attrName>
                                          <p:attrName>ppt_y</p:attrName>
                                        </p:attrNameLst>
                                      </p:cBhvr>
                                      <p:rCtr x="-104" y="12963"/>
                                    </p:animMotion>
                                  </p:childTnLst>
                                </p:cTn>
                              </p:par>
                            </p:childTnLst>
                          </p:cTn>
                        </p:par>
                        <p:par>
                          <p:cTn id="385" fill="hold">
                            <p:stCondLst>
                              <p:cond delay="6000"/>
                            </p:stCondLst>
                            <p:childTnLst>
                              <p:par>
                                <p:cTn id="386" presetID="31" presetClass="entr" presetSubtype="0" fill="hold" grpId="0" nodeType="afterEffect">
                                  <p:stCondLst>
                                    <p:cond delay="0"/>
                                  </p:stCondLst>
                                  <p:childTnLst>
                                    <p:set>
                                      <p:cBhvr>
                                        <p:cTn id="387" dur="1" fill="hold">
                                          <p:stCondLst>
                                            <p:cond delay="0"/>
                                          </p:stCondLst>
                                        </p:cTn>
                                        <p:tgtEl>
                                          <p:spTgt spid="99"/>
                                        </p:tgtEl>
                                        <p:attrNameLst>
                                          <p:attrName>style.visibility</p:attrName>
                                        </p:attrNameLst>
                                      </p:cBhvr>
                                      <p:to>
                                        <p:strVal val="visible"/>
                                      </p:to>
                                    </p:set>
                                    <p:anim calcmode="lin" valueType="num">
                                      <p:cBhvr>
                                        <p:cTn id="388" dur="1000" fill="hold"/>
                                        <p:tgtEl>
                                          <p:spTgt spid="99"/>
                                        </p:tgtEl>
                                        <p:attrNameLst>
                                          <p:attrName>ppt_w</p:attrName>
                                        </p:attrNameLst>
                                      </p:cBhvr>
                                      <p:tavLst>
                                        <p:tav tm="0">
                                          <p:val>
                                            <p:fltVal val="0"/>
                                          </p:val>
                                        </p:tav>
                                        <p:tav tm="100000">
                                          <p:val>
                                            <p:strVal val="#ppt_w"/>
                                          </p:val>
                                        </p:tav>
                                      </p:tavLst>
                                    </p:anim>
                                    <p:anim calcmode="lin" valueType="num">
                                      <p:cBhvr>
                                        <p:cTn id="389" dur="1000" fill="hold"/>
                                        <p:tgtEl>
                                          <p:spTgt spid="99"/>
                                        </p:tgtEl>
                                        <p:attrNameLst>
                                          <p:attrName>ppt_h</p:attrName>
                                        </p:attrNameLst>
                                      </p:cBhvr>
                                      <p:tavLst>
                                        <p:tav tm="0">
                                          <p:val>
                                            <p:fltVal val="0"/>
                                          </p:val>
                                        </p:tav>
                                        <p:tav tm="100000">
                                          <p:val>
                                            <p:strVal val="#ppt_h"/>
                                          </p:val>
                                        </p:tav>
                                      </p:tavLst>
                                    </p:anim>
                                    <p:anim calcmode="lin" valueType="num">
                                      <p:cBhvr>
                                        <p:cTn id="390" dur="1000" fill="hold"/>
                                        <p:tgtEl>
                                          <p:spTgt spid="99"/>
                                        </p:tgtEl>
                                        <p:attrNameLst>
                                          <p:attrName>style.rotation</p:attrName>
                                        </p:attrNameLst>
                                      </p:cBhvr>
                                      <p:tavLst>
                                        <p:tav tm="0">
                                          <p:val>
                                            <p:fltVal val="90"/>
                                          </p:val>
                                        </p:tav>
                                        <p:tav tm="100000">
                                          <p:val>
                                            <p:fltVal val="0"/>
                                          </p:val>
                                        </p:tav>
                                      </p:tavLst>
                                    </p:anim>
                                    <p:animEffect transition="in" filter="fade">
                                      <p:cBhvr>
                                        <p:cTn id="391" dur="1000"/>
                                        <p:tgtEl>
                                          <p:spTgt spid="99"/>
                                        </p:tgtEl>
                                      </p:cBhvr>
                                    </p:animEffect>
                                  </p:childTnLst>
                                </p:cTn>
                              </p:par>
                            </p:childTnLst>
                          </p:cTn>
                        </p:par>
                        <p:par>
                          <p:cTn id="392" fill="hold">
                            <p:stCondLst>
                              <p:cond delay="7000"/>
                            </p:stCondLst>
                            <p:childTnLst>
                              <p:par>
                                <p:cTn id="393" presetID="42" presetClass="path" presetSubtype="0" accel="50000" decel="50000" fill="hold" grpId="1" nodeType="afterEffect">
                                  <p:stCondLst>
                                    <p:cond delay="0"/>
                                  </p:stCondLst>
                                  <p:childTnLst>
                                    <p:animMotion origin="layout" path="M 6.25E-7 1.11022E-16 L -0.00104 0.11227 " pathEditMode="relative" rAng="0" ptsTypes="AA">
                                      <p:cBhvr>
                                        <p:cTn id="394" dur="1500" fill="hold"/>
                                        <p:tgtEl>
                                          <p:spTgt spid="99"/>
                                        </p:tgtEl>
                                        <p:attrNameLst>
                                          <p:attrName>ppt_x</p:attrName>
                                          <p:attrName>ppt_y</p:attrName>
                                        </p:attrNameLst>
                                      </p:cBhvr>
                                      <p:rCtr x="-52" y="5602"/>
                                    </p:animMotion>
                                  </p:childTnLst>
                                </p:cTn>
                              </p:par>
                            </p:childTnLst>
                          </p:cTn>
                        </p:par>
                      </p:childTnLst>
                    </p:cTn>
                  </p:par>
                  <p:par>
                    <p:cTn id="395" fill="hold">
                      <p:stCondLst>
                        <p:cond delay="indefinite"/>
                      </p:stCondLst>
                      <p:childTnLst>
                        <p:par>
                          <p:cTn id="396" fill="hold">
                            <p:stCondLst>
                              <p:cond delay="0"/>
                            </p:stCondLst>
                            <p:childTnLst>
                              <p:par>
                                <p:cTn id="397" presetID="32" presetClass="emph" presetSubtype="0" fill="hold" nodeType="clickEffect">
                                  <p:stCondLst>
                                    <p:cond delay="0"/>
                                  </p:stCondLst>
                                  <p:childTnLst>
                                    <p:animRot by="120000">
                                      <p:cBhvr>
                                        <p:cTn id="398" dur="100" fill="hold">
                                          <p:stCondLst>
                                            <p:cond delay="0"/>
                                          </p:stCondLst>
                                        </p:cTn>
                                        <p:tgtEl>
                                          <p:spTgt spid="74"/>
                                        </p:tgtEl>
                                        <p:attrNameLst>
                                          <p:attrName>r</p:attrName>
                                        </p:attrNameLst>
                                      </p:cBhvr>
                                    </p:animRot>
                                    <p:animRot by="-240000">
                                      <p:cBhvr>
                                        <p:cTn id="399" dur="200" fill="hold">
                                          <p:stCondLst>
                                            <p:cond delay="200"/>
                                          </p:stCondLst>
                                        </p:cTn>
                                        <p:tgtEl>
                                          <p:spTgt spid="74"/>
                                        </p:tgtEl>
                                        <p:attrNameLst>
                                          <p:attrName>r</p:attrName>
                                        </p:attrNameLst>
                                      </p:cBhvr>
                                    </p:animRot>
                                    <p:animRot by="240000">
                                      <p:cBhvr>
                                        <p:cTn id="400" dur="200" fill="hold">
                                          <p:stCondLst>
                                            <p:cond delay="400"/>
                                          </p:stCondLst>
                                        </p:cTn>
                                        <p:tgtEl>
                                          <p:spTgt spid="74"/>
                                        </p:tgtEl>
                                        <p:attrNameLst>
                                          <p:attrName>r</p:attrName>
                                        </p:attrNameLst>
                                      </p:cBhvr>
                                    </p:animRot>
                                    <p:animRot by="-240000">
                                      <p:cBhvr>
                                        <p:cTn id="401" dur="200" fill="hold">
                                          <p:stCondLst>
                                            <p:cond delay="600"/>
                                          </p:stCondLst>
                                        </p:cTn>
                                        <p:tgtEl>
                                          <p:spTgt spid="74"/>
                                        </p:tgtEl>
                                        <p:attrNameLst>
                                          <p:attrName>r</p:attrName>
                                        </p:attrNameLst>
                                      </p:cBhvr>
                                    </p:animRot>
                                    <p:animRot by="120000">
                                      <p:cBhvr>
                                        <p:cTn id="402" dur="200" fill="hold">
                                          <p:stCondLst>
                                            <p:cond delay="800"/>
                                          </p:stCondLst>
                                        </p:cTn>
                                        <p:tgtEl>
                                          <p:spTgt spid="74"/>
                                        </p:tgtEl>
                                        <p:attrNameLst>
                                          <p:attrName>r</p:attrName>
                                        </p:attrNameLst>
                                      </p:cBhvr>
                                    </p:animRot>
                                  </p:childTnLst>
                                </p:cTn>
                              </p:par>
                            </p:childTnLst>
                          </p:cTn>
                        </p:par>
                        <p:par>
                          <p:cTn id="403" fill="hold">
                            <p:stCondLst>
                              <p:cond delay="1000"/>
                            </p:stCondLst>
                            <p:childTnLst>
                              <p:par>
                                <p:cTn id="404" presetID="63" presetClass="path" presetSubtype="0" accel="50000" decel="50000" fill="hold" grpId="6" nodeType="afterEffect">
                                  <p:stCondLst>
                                    <p:cond delay="0"/>
                                  </p:stCondLst>
                                  <p:childTnLst>
                                    <p:animMotion origin="layout" path="M 0.66224 0.29189 L 0.69128 0.29213 " pathEditMode="relative" rAng="0" ptsTypes="AA">
                                      <p:cBhvr>
                                        <p:cTn id="405" dur="1500" fill="hold"/>
                                        <p:tgtEl>
                                          <p:spTgt spid="76"/>
                                        </p:tgtEl>
                                        <p:attrNameLst>
                                          <p:attrName>ppt_x</p:attrName>
                                          <p:attrName>ppt_y</p:attrName>
                                        </p:attrNameLst>
                                      </p:cBhvr>
                                      <p:rCtr x="1445" y="0"/>
                                    </p:animMotion>
                                  </p:childTnLst>
                                </p:cTn>
                              </p:par>
                            </p:childTnLst>
                          </p:cTn>
                        </p:par>
                      </p:childTnLst>
                    </p:cTn>
                  </p:par>
                  <p:par>
                    <p:cTn id="406" fill="hold">
                      <p:stCondLst>
                        <p:cond delay="indefinite"/>
                      </p:stCondLst>
                      <p:childTnLst>
                        <p:par>
                          <p:cTn id="407" fill="hold">
                            <p:stCondLst>
                              <p:cond delay="0"/>
                            </p:stCondLst>
                            <p:childTnLst>
                              <p:par>
                                <p:cTn id="408" presetID="32" presetClass="emph" presetSubtype="0" fill="hold" nodeType="clickEffect">
                                  <p:stCondLst>
                                    <p:cond delay="0"/>
                                  </p:stCondLst>
                                  <p:childTnLst>
                                    <p:animRot by="120000">
                                      <p:cBhvr>
                                        <p:cTn id="409" dur="100" fill="hold">
                                          <p:stCondLst>
                                            <p:cond delay="0"/>
                                          </p:stCondLst>
                                        </p:cTn>
                                        <p:tgtEl>
                                          <p:spTgt spid="90"/>
                                        </p:tgtEl>
                                        <p:attrNameLst>
                                          <p:attrName>r</p:attrName>
                                        </p:attrNameLst>
                                      </p:cBhvr>
                                    </p:animRot>
                                    <p:animRot by="-240000">
                                      <p:cBhvr>
                                        <p:cTn id="410" dur="200" fill="hold">
                                          <p:stCondLst>
                                            <p:cond delay="200"/>
                                          </p:stCondLst>
                                        </p:cTn>
                                        <p:tgtEl>
                                          <p:spTgt spid="90"/>
                                        </p:tgtEl>
                                        <p:attrNameLst>
                                          <p:attrName>r</p:attrName>
                                        </p:attrNameLst>
                                      </p:cBhvr>
                                    </p:animRot>
                                    <p:animRot by="240000">
                                      <p:cBhvr>
                                        <p:cTn id="411" dur="200" fill="hold">
                                          <p:stCondLst>
                                            <p:cond delay="400"/>
                                          </p:stCondLst>
                                        </p:cTn>
                                        <p:tgtEl>
                                          <p:spTgt spid="90"/>
                                        </p:tgtEl>
                                        <p:attrNameLst>
                                          <p:attrName>r</p:attrName>
                                        </p:attrNameLst>
                                      </p:cBhvr>
                                    </p:animRot>
                                    <p:animRot by="-240000">
                                      <p:cBhvr>
                                        <p:cTn id="412" dur="200" fill="hold">
                                          <p:stCondLst>
                                            <p:cond delay="600"/>
                                          </p:stCondLst>
                                        </p:cTn>
                                        <p:tgtEl>
                                          <p:spTgt spid="90"/>
                                        </p:tgtEl>
                                        <p:attrNameLst>
                                          <p:attrName>r</p:attrName>
                                        </p:attrNameLst>
                                      </p:cBhvr>
                                    </p:animRot>
                                    <p:animRot by="120000">
                                      <p:cBhvr>
                                        <p:cTn id="413" dur="200" fill="hold">
                                          <p:stCondLst>
                                            <p:cond delay="800"/>
                                          </p:stCondLst>
                                        </p:cTn>
                                        <p:tgtEl>
                                          <p:spTgt spid="90"/>
                                        </p:tgtEl>
                                        <p:attrNameLst>
                                          <p:attrName>r</p:attrName>
                                        </p:attrNameLst>
                                      </p:cBhvr>
                                    </p:animRot>
                                  </p:childTnLst>
                                </p:cTn>
                              </p:par>
                            </p:childTnLst>
                          </p:cTn>
                        </p:par>
                        <p:par>
                          <p:cTn id="414" fill="hold">
                            <p:stCondLst>
                              <p:cond delay="1000"/>
                            </p:stCondLst>
                            <p:childTnLst>
                              <p:par>
                                <p:cTn id="415" presetID="42" presetClass="entr" presetSubtype="0" fill="hold" grpId="0" nodeType="afterEffect">
                                  <p:stCondLst>
                                    <p:cond delay="0"/>
                                  </p:stCondLst>
                                  <p:childTnLst>
                                    <p:set>
                                      <p:cBhvr>
                                        <p:cTn id="416" dur="1" fill="hold">
                                          <p:stCondLst>
                                            <p:cond delay="0"/>
                                          </p:stCondLst>
                                        </p:cTn>
                                        <p:tgtEl>
                                          <p:spTgt spid="60"/>
                                        </p:tgtEl>
                                        <p:attrNameLst>
                                          <p:attrName>style.visibility</p:attrName>
                                        </p:attrNameLst>
                                      </p:cBhvr>
                                      <p:to>
                                        <p:strVal val="visible"/>
                                      </p:to>
                                    </p:set>
                                    <p:animEffect transition="in" filter="fade">
                                      <p:cBhvr>
                                        <p:cTn id="417" dur="1000"/>
                                        <p:tgtEl>
                                          <p:spTgt spid="60"/>
                                        </p:tgtEl>
                                      </p:cBhvr>
                                    </p:animEffect>
                                    <p:anim calcmode="lin" valueType="num">
                                      <p:cBhvr>
                                        <p:cTn id="418" dur="1000" fill="hold"/>
                                        <p:tgtEl>
                                          <p:spTgt spid="60"/>
                                        </p:tgtEl>
                                        <p:attrNameLst>
                                          <p:attrName>ppt_x</p:attrName>
                                        </p:attrNameLst>
                                      </p:cBhvr>
                                      <p:tavLst>
                                        <p:tav tm="0">
                                          <p:val>
                                            <p:strVal val="#ppt_x"/>
                                          </p:val>
                                        </p:tav>
                                        <p:tav tm="100000">
                                          <p:val>
                                            <p:strVal val="#ppt_x"/>
                                          </p:val>
                                        </p:tav>
                                      </p:tavLst>
                                    </p:anim>
                                    <p:anim calcmode="lin" valueType="num">
                                      <p:cBhvr>
                                        <p:cTn id="419" dur="1000" fill="hold"/>
                                        <p:tgtEl>
                                          <p:spTgt spid="60"/>
                                        </p:tgtEl>
                                        <p:attrNameLst>
                                          <p:attrName>ppt_y</p:attrName>
                                        </p:attrNameLst>
                                      </p:cBhvr>
                                      <p:tavLst>
                                        <p:tav tm="0">
                                          <p:val>
                                            <p:strVal val="#ppt_y+.1"/>
                                          </p:val>
                                        </p:tav>
                                        <p:tav tm="100000">
                                          <p:val>
                                            <p:strVal val="#ppt_y"/>
                                          </p:val>
                                        </p:tav>
                                      </p:tavLst>
                                    </p:anim>
                                  </p:childTnLst>
                                </p:cTn>
                              </p:par>
                            </p:childTnLst>
                          </p:cTn>
                        </p:par>
                        <p:par>
                          <p:cTn id="420" fill="hold">
                            <p:stCondLst>
                              <p:cond delay="2000"/>
                            </p:stCondLst>
                            <p:childTnLst>
                              <p:par>
                                <p:cTn id="421" presetID="31" presetClass="entr" presetSubtype="0" fill="hold" grpId="0" nodeType="afterEffect">
                                  <p:stCondLst>
                                    <p:cond delay="0"/>
                                  </p:stCondLst>
                                  <p:childTnLst>
                                    <p:set>
                                      <p:cBhvr>
                                        <p:cTn id="422" dur="1" fill="hold">
                                          <p:stCondLst>
                                            <p:cond delay="0"/>
                                          </p:stCondLst>
                                        </p:cTn>
                                        <p:tgtEl>
                                          <p:spTgt spid="50"/>
                                        </p:tgtEl>
                                        <p:attrNameLst>
                                          <p:attrName>style.visibility</p:attrName>
                                        </p:attrNameLst>
                                      </p:cBhvr>
                                      <p:to>
                                        <p:strVal val="visible"/>
                                      </p:to>
                                    </p:set>
                                    <p:anim calcmode="lin" valueType="num">
                                      <p:cBhvr>
                                        <p:cTn id="423" dur="1000" fill="hold"/>
                                        <p:tgtEl>
                                          <p:spTgt spid="50"/>
                                        </p:tgtEl>
                                        <p:attrNameLst>
                                          <p:attrName>ppt_w</p:attrName>
                                        </p:attrNameLst>
                                      </p:cBhvr>
                                      <p:tavLst>
                                        <p:tav tm="0">
                                          <p:val>
                                            <p:fltVal val="0"/>
                                          </p:val>
                                        </p:tav>
                                        <p:tav tm="100000">
                                          <p:val>
                                            <p:strVal val="#ppt_w"/>
                                          </p:val>
                                        </p:tav>
                                      </p:tavLst>
                                    </p:anim>
                                    <p:anim calcmode="lin" valueType="num">
                                      <p:cBhvr>
                                        <p:cTn id="424" dur="1000" fill="hold"/>
                                        <p:tgtEl>
                                          <p:spTgt spid="50"/>
                                        </p:tgtEl>
                                        <p:attrNameLst>
                                          <p:attrName>ppt_h</p:attrName>
                                        </p:attrNameLst>
                                      </p:cBhvr>
                                      <p:tavLst>
                                        <p:tav tm="0">
                                          <p:val>
                                            <p:fltVal val="0"/>
                                          </p:val>
                                        </p:tav>
                                        <p:tav tm="100000">
                                          <p:val>
                                            <p:strVal val="#ppt_h"/>
                                          </p:val>
                                        </p:tav>
                                      </p:tavLst>
                                    </p:anim>
                                    <p:anim calcmode="lin" valueType="num">
                                      <p:cBhvr>
                                        <p:cTn id="425" dur="1000" fill="hold"/>
                                        <p:tgtEl>
                                          <p:spTgt spid="50"/>
                                        </p:tgtEl>
                                        <p:attrNameLst>
                                          <p:attrName>style.rotation</p:attrName>
                                        </p:attrNameLst>
                                      </p:cBhvr>
                                      <p:tavLst>
                                        <p:tav tm="0">
                                          <p:val>
                                            <p:fltVal val="90"/>
                                          </p:val>
                                        </p:tav>
                                        <p:tav tm="100000">
                                          <p:val>
                                            <p:fltVal val="0"/>
                                          </p:val>
                                        </p:tav>
                                      </p:tavLst>
                                    </p:anim>
                                    <p:animEffect transition="in" filter="fade">
                                      <p:cBhvr>
                                        <p:cTn id="426" dur="1000"/>
                                        <p:tgtEl>
                                          <p:spTgt spid="50"/>
                                        </p:tgtEl>
                                      </p:cBhvr>
                                    </p:animEffect>
                                  </p:childTnLst>
                                </p:cTn>
                              </p:par>
                            </p:childTnLst>
                          </p:cTn>
                        </p:par>
                        <p:par>
                          <p:cTn id="427" fill="hold">
                            <p:stCondLst>
                              <p:cond delay="3000"/>
                            </p:stCondLst>
                            <p:childTnLst>
                              <p:par>
                                <p:cTn id="428" presetID="63" presetClass="path" presetSubtype="0" accel="50000" decel="50000" fill="hold" grpId="1" nodeType="afterEffect">
                                  <p:stCondLst>
                                    <p:cond delay="0"/>
                                  </p:stCondLst>
                                  <p:childTnLst>
                                    <p:animMotion origin="layout" path="M -1.875E-6 -1.85185E-6 L 0.51537 0.03773 " pathEditMode="relative" rAng="0" ptsTypes="AA">
                                      <p:cBhvr>
                                        <p:cTn id="429" dur="1500" fill="hold"/>
                                        <p:tgtEl>
                                          <p:spTgt spid="50"/>
                                        </p:tgtEl>
                                        <p:attrNameLst>
                                          <p:attrName>ppt_x</p:attrName>
                                          <p:attrName>ppt_y</p:attrName>
                                        </p:attrNameLst>
                                      </p:cBhvr>
                                      <p:rCtr x="25768" y="1875"/>
                                    </p:animMotion>
                                  </p:childTnLst>
                                </p:cTn>
                              </p:par>
                            </p:childTnLst>
                          </p:cTn>
                        </p:par>
                        <p:par>
                          <p:cTn id="430" fill="hold">
                            <p:stCondLst>
                              <p:cond delay="4500"/>
                            </p:stCondLst>
                            <p:childTnLst>
                              <p:par>
                                <p:cTn id="431" presetID="31" presetClass="entr" presetSubtype="0" fill="hold" grpId="0" nodeType="afterEffect">
                                  <p:stCondLst>
                                    <p:cond delay="0"/>
                                  </p:stCondLst>
                                  <p:childTnLst>
                                    <p:set>
                                      <p:cBhvr>
                                        <p:cTn id="432" dur="1" fill="hold">
                                          <p:stCondLst>
                                            <p:cond delay="0"/>
                                          </p:stCondLst>
                                        </p:cTn>
                                        <p:tgtEl>
                                          <p:spTgt spid="100"/>
                                        </p:tgtEl>
                                        <p:attrNameLst>
                                          <p:attrName>style.visibility</p:attrName>
                                        </p:attrNameLst>
                                      </p:cBhvr>
                                      <p:to>
                                        <p:strVal val="visible"/>
                                      </p:to>
                                    </p:set>
                                    <p:anim calcmode="lin" valueType="num">
                                      <p:cBhvr>
                                        <p:cTn id="433" dur="1000" fill="hold"/>
                                        <p:tgtEl>
                                          <p:spTgt spid="100"/>
                                        </p:tgtEl>
                                        <p:attrNameLst>
                                          <p:attrName>ppt_w</p:attrName>
                                        </p:attrNameLst>
                                      </p:cBhvr>
                                      <p:tavLst>
                                        <p:tav tm="0">
                                          <p:val>
                                            <p:fltVal val="0"/>
                                          </p:val>
                                        </p:tav>
                                        <p:tav tm="100000">
                                          <p:val>
                                            <p:strVal val="#ppt_w"/>
                                          </p:val>
                                        </p:tav>
                                      </p:tavLst>
                                    </p:anim>
                                    <p:anim calcmode="lin" valueType="num">
                                      <p:cBhvr>
                                        <p:cTn id="434" dur="1000" fill="hold"/>
                                        <p:tgtEl>
                                          <p:spTgt spid="100"/>
                                        </p:tgtEl>
                                        <p:attrNameLst>
                                          <p:attrName>ppt_h</p:attrName>
                                        </p:attrNameLst>
                                      </p:cBhvr>
                                      <p:tavLst>
                                        <p:tav tm="0">
                                          <p:val>
                                            <p:fltVal val="0"/>
                                          </p:val>
                                        </p:tav>
                                        <p:tav tm="100000">
                                          <p:val>
                                            <p:strVal val="#ppt_h"/>
                                          </p:val>
                                        </p:tav>
                                      </p:tavLst>
                                    </p:anim>
                                    <p:anim calcmode="lin" valueType="num">
                                      <p:cBhvr>
                                        <p:cTn id="435" dur="1000" fill="hold"/>
                                        <p:tgtEl>
                                          <p:spTgt spid="100"/>
                                        </p:tgtEl>
                                        <p:attrNameLst>
                                          <p:attrName>style.rotation</p:attrName>
                                        </p:attrNameLst>
                                      </p:cBhvr>
                                      <p:tavLst>
                                        <p:tav tm="0">
                                          <p:val>
                                            <p:fltVal val="90"/>
                                          </p:val>
                                        </p:tav>
                                        <p:tav tm="100000">
                                          <p:val>
                                            <p:fltVal val="0"/>
                                          </p:val>
                                        </p:tav>
                                      </p:tavLst>
                                    </p:anim>
                                    <p:animEffect transition="in" filter="fade">
                                      <p:cBhvr>
                                        <p:cTn id="436" dur="1000"/>
                                        <p:tgtEl>
                                          <p:spTgt spid="100"/>
                                        </p:tgtEl>
                                      </p:cBhvr>
                                    </p:animEffect>
                                  </p:childTnLst>
                                </p:cTn>
                              </p:par>
                            </p:childTnLst>
                          </p:cTn>
                        </p:par>
                        <p:par>
                          <p:cTn id="437" fill="hold">
                            <p:stCondLst>
                              <p:cond delay="5500"/>
                            </p:stCondLst>
                            <p:childTnLst>
                              <p:par>
                                <p:cTn id="438" presetID="42" presetClass="path" presetSubtype="0" accel="50000" decel="50000" fill="hold" grpId="1" nodeType="afterEffect">
                                  <p:stCondLst>
                                    <p:cond delay="0"/>
                                  </p:stCondLst>
                                  <p:childTnLst>
                                    <p:animMotion origin="layout" path="M 1.66667E-6 3.33333E-6 L -0.00208 0.25926 " pathEditMode="relative" rAng="0" ptsTypes="AA">
                                      <p:cBhvr>
                                        <p:cTn id="439" dur="1500" fill="hold"/>
                                        <p:tgtEl>
                                          <p:spTgt spid="100"/>
                                        </p:tgtEl>
                                        <p:attrNameLst>
                                          <p:attrName>ppt_x</p:attrName>
                                          <p:attrName>ppt_y</p:attrName>
                                        </p:attrNameLst>
                                      </p:cBhvr>
                                      <p:rCtr x="-104" y="12963"/>
                                    </p:animMotion>
                                  </p:childTnLst>
                                </p:cTn>
                              </p:par>
                            </p:childTnLst>
                          </p:cTn>
                        </p:par>
                        <p:par>
                          <p:cTn id="440" fill="hold">
                            <p:stCondLst>
                              <p:cond delay="7000"/>
                            </p:stCondLst>
                            <p:childTnLst>
                              <p:par>
                                <p:cTn id="441" presetID="31" presetClass="entr" presetSubtype="0" fill="hold" grpId="0" nodeType="afterEffect">
                                  <p:stCondLst>
                                    <p:cond delay="0"/>
                                  </p:stCondLst>
                                  <p:childTnLst>
                                    <p:set>
                                      <p:cBhvr>
                                        <p:cTn id="442" dur="1" fill="hold">
                                          <p:stCondLst>
                                            <p:cond delay="0"/>
                                          </p:stCondLst>
                                        </p:cTn>
                                        <p:tgtEl>
                                          <p:spTgt spid="101"/>
                                        </p:tgtEl>
                                        <p:attrNameLst>
                                          <p:attrName>style.visibility</p:attrName>
                                        </p:attrNameLst>
                                      </p:cBhvr>
                                      <p:to>
                                        <p:strVal val="visible"/>
                                      </p:to>
                                    </p:set>
                                    <p:anim calcmode="lin" valueType="num">
                                      <p:cBhvr>
                                        <p:cTn id="443" dur="1000" fill="hold"/>
                                        <p:tgtEl>
                                          <p:spTgt spid="101"/>
                                        </p:tgtEl>
                                        <p:attrNameLst>
                                          <p:attrName>ppt_w</p:attrName>
                                        </p:attrNameLst>
                                      </p:cBhvr>
                                      <p:tavLst>
                                        <p:tav tm="0">
                                          <p:val>
                                            <p:fltVal val="0"/>
                                          </p:val>
                                        </p:tav>
                                        <p:tav tm="100000">
                                          <p:val>
                                            <p:strVal val="#ppt_w"/>
                                          </p:val>
                                        </p:tav>
                                      </p:tavLst>
                                    </p:anim>
                                    <p:anim calcmode="lin" valueType="num">
                                      <p:cBhvr>
                                        <p:cTn id="444" dur="1000" fill="hold"/>
                                        <p:tgtEl>
                                          <p:spTgt spid="101"/>
                                        </p:tgtEl>
                                        <p:attrNameLst>
                                          <p:attrName>ppt_h</p:attrName>
                                        </p:attrNameLst>
                                      </p:cBhvr>
                                      <p:tavLst>
                                        <p:tav tm="0">
                                          <p:val>
                                            <p:fltVal val="0"/>
                                          </p:val>
                                        </p:tav>
                                        <p:tav tm="100000">
                                          <p:val>
                                            <p:strVal val="#ppt_h"/>
                                          </p:val>
                                        </p:tav>
                                      </p:tavLst>
                                    </p:anim>
                                    <p:anim calcmode="lin" valueType="num">
                                      <p:cBhvr>
                                        <p:cTn id="445" dur="1000" fill="hold"/>
                                        <p:tgtEl>
                                          <p:spTgt spid="101"/>
                                        </p:tgtEl>
                                        <p:attrNameLst>
                                          <p:attrName>style.rotation</p:attrName>
                                        </p:attrNameLst>
                                      </p:cBhvr>
                                      <p:tavLst>
                                        <p:tav tm="0">
                                          <p:val>
                                            <p:fltVal val="90"/>
                                          </p:val>
                                        </p:tav>
                                        <p:tav tm="100000">
                                          <p:val>
                                            <p:fltVal val="0"/>
                                          </p:val>
                                        </p:tav>
                                      </p:tavLst>
                                    </p:anim>
                                    <p:animEffect transition="in" filter="fade">
                                      <p:cBhvr>
                                        <p:cTn id="446" dur="1000"/>
                                        <p:tgtEl>
                                          <p:spTgt spid="101"/>
                                        </p:tgtEl>
                                      </p:cBhvr>
                                    </p:animEffect>
                                  </p:childTnLst>
                                </p:cTn>
                              </p:par>
                            </p:childTnLst>
                          </p:cTn>
                        </p:par>
                        <p:par>
                          <p:cTn id="447" fill="hold">
                            <p:stCondLst>
                              <p:cond delay="8000"/>
                            </p:stCondLst>
                            <p:childTnLst>
                              <p:par>
                                <p:cTn id="448" presetID="42" presetClass="path" presetSubtype="0" accel="50000" decel="50000" fill="hold" grpId="1" nodeType="afterEffect">
                                  <p:stCondLst>
                                    <p:cond delay="0"/>
                                  </p:stCondLst>
                                  <p:childTnLst>
                                    <p:animMotion origin="layout" path="M 3.125E-6 1.11022E-16 L -0.00104 0.11227 " pathEditMode="relative" rAng="0" ptsTypes="AA">
                                      <p:cBhvr>
                                        <p:cTn id="449" dur="1500" fill="hold"/>
                                        <p:tgtEl>
                                          <p:spTgt spid="101"/>
                                        </p:tgtEl>
                                        <p:attrNameLst>
                                          <p:attrName>ppt_x</p:attrName>
                                          <p:attrName>ppt_y</p:attrName>
                                        </p:attrNameLst>
                                      </p:cBhvr>
                                      <p:rCtr x="-52" y="560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45" grpId="0"/>
      <p:bldP spid="45" grpId="1"/>
      <p:bldP spid="54" grpId="0" animBg="1"/>
      <p:bldP spid="56" grpId="0"/>
      <p:bldP spid="57" grpId="0"/>
      <p:bldP spid="58" grpId="0"/>
      <p:bldP spid="59" grpId="0"/>
      <p:bldP spid="60" grpId="0"/>
      <p:bldP spid="64" grpId="0"/>
      <p:bldP spid="65" grpId="0"/>
      <p:bldP spid="66" grpId="0" uiExpand="1" build="allAtOnce" animBg="1"/>
      <p:bldP spid="69" grpId="0"/>
      <p:bldP spid="76" grpId="0"/>
      <p:bldP spid="76" grpId="1"/>
      <p:bldP spid="76" grpId="2"/>
      <p:bldP spid="76" grpId="3"/>
      <p:bldP spid="76" grpId="4"/>
      <p:bldP spid="76" grpId="5"/>
      <p:bldP spid="76" grpId="6"/>
      <p:bldP spid="52" grpId="0"/>
      <p:bldP spid="52" grpId="1"/>
      <p:bldP spid="48" grpId="0"/>
      <p:bldP spid="48" grpId="1"/>
      <p:bldP spid="50" grpId="0"/>
      <p:bldP spid="50" grpId="1"/>
      <p:bldP spid="51" grpId="0"/>
      <p:bldP spid="51" grpId="1"/>
      <p:bldP spid="53" grpId="0"/>
      <p:bldP spid="53" grpId="1"/>
      <p:bldP spid="85" grpId="0"/>
      <p:bldP spid="85" grpId="1"/>
      <p:bldP spid="85" grpId="2"/>
      <p:bldP spid="87" grpId="0"/>
      <p:bldP spid="89" grpId="0"/>
      <p:bldP spid="89" grpId="1"/>
      <p:bldP spid="89" grpId="2"/>
      <p:bldP spid="92" grpId="0"/>
      <p:bldP spid="92" grpId="1"/>
      <p:bldP spid="92" grpId="2"/>
      <p:bldP spid="93" grpId="0"/>
      <p:bldP spid="93" grpId="1"/>
      <p:bldP spid="93" grpId="2"/>
      <p:bldP spid="94" grpId="0"/>
      <p:bldP spid="94" grpId="1"/>
      <p:bldP spid="95" grpId="0"/>
      <p:bldP spid="95" grpId="1"/>
      <p:bldP spid="98" grpId="0"/>
      <p:bldP spid="98" grpId="1"/>
      <p:bldP spid="99" grpId="0"/>
      <p:bldP spid="99" grpId="1"/>
      <p:bldP spid="100" grpId="0"/>
      <p:bldP spid="100" grpId="1"/>
      <p:bldP spid="101" grpId="0"/>
      <p:bldP spid="101" grpId="1"/>
      <p:bldP spid="103" grpId="0"/>
      <p:bldP spid="10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AF56020-FCA7-16B7-069C-5722D07601B5}"/>
              </a:ext>
            </a:extLst>
          </p:cNvPr>
          <p:cNvSpPr txBox="1"/>
          <p:nvPr/>
        </p:nvSpPr>
        <p:spPr>
          <a:xfrm>
            <a:off x="685985" y="696986"/>
            <a:ext cx="10847924" cy="401956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2000" marR="26670" algn="just">
              <a:lnSpc>
                <a:spcPct val="90000"/>
              </a:lnSpc>
              <a:buNone/>
            </a:pPr>
            <a:r>
              <a:rPr lang="en-US" altLang="zh-CN" sz="1600" kern="100" spc="-10" dirty="0">
                <a:solidFill>
                  <a:srgbClr val="C00000"/>
                </a:solidFill>
                <a:latin typeface="Courier New" panose="02070309020205020404" pitchFamily="49" charset="0"/>
                <a:cs typeface="Times New Roman" panose="02020603050405020304" pitchFamily="18" charset="0"/>
              </a:rPr>
              <a:t>  •••••• /* </a:t>
            </a:r>
            <a:r>
              <a:rPr lang="zh-CN" altLang="en-US" sz="1600" kern="100" spc="-10" dirty="0">
                <a:solidFill>
                  <a:srgbClr val="C00000"/>
                </a:solidFill>
                <a:latin typeface="Courier New" panose="02070309020205020404" pitchFamily="49" charset="0"/>
                <a:cs typeface="Times New Roman" panose="02020603050405020304" pitchFamily="18" charset="0"/>
              </a:rPr>
              <a:t>第一步：构造小顶堆</a:t>
            </a:r>
            <a:r>
              <a:rPr lang="en-US" altLang="zh-CN" sz="1600" kern="100" spc="-10" dirty="0">
                <a:solidFill>
                  <a:srgbClr val="C00000"/>
                </a:solidFill>
                <a:latin typeface="Courier New" panose="02070309020205020404" pitchFamily="49" charset="0"/>
                <a:cs typeface="Times New Roman" panose="02020603050405020304" pitchFamily="18" charset="0"/>
              </a:rPr>
              <a:t>H</a:t>
            </a:r>
            <a:r>
              <a:rPr lang="zh-CN" altLang="en-US" sz="1600" kern="100" spc="-10" dirty="0">
                <a:solidFill>
                  <a:srgbClr val="C00000"/>
                </a:solidFill>
                <a:latin typeface="Courier New" panose="02070309020205020404" pitchFamily="49" charset="0"/>
                <a:cs typeface="Times New Roman" panose="02020603050405020304" pitchFamily="18" charset="0"/>
              </a:rPr>
              <a:t> </a:t>
            </a:r>
            <a:r>
              <a:rPr lang="en-US" altLang="zh-CN" sz="1600" kern="100" spc="-10" dirty="0">
                <a:solidFill>
                  <a:srgbClr val="C00000"/>
                </a:solidFill>
                <a:latin typeface="Courier New" panose="02070309020205020404" pitchFamily="49" charset="0"/>
                <a:cs typeface="Times New Roman" panose="02020603050405020304" pitchFamily="18" charset="0"/>
              </a:rPr>
              <a:t>*/</a:t>
            </a:r>
          </a:p>
          <a:p>
            <a:pPr marL="72000" marR="26670" algn="just">
              <a:lnSpc>
                <a:spcPct val="90000"/>
              </a:lnSpc>
              <a:buNone/>
            </a:pP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MGraph</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T = </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InitMGraph</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(G-&gt;</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vexs</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G-&gt;n, </a:t>
            </a:r>
            <a:r>
              <a:rPr lang="en-US" altLang="zh-CN" sz="1600" kern="100" spc="-10" dirty="0" err="1">
                <a:effectLst/>
                <a:latin typeface="Courier New" panose="02070309020205020404" pitchFamily="49" charset="0"/>
                <a:ea typeface="宋体" panose="02010600030101010101" pitchFamily="2" charset="-122"/>
                <a:cs typeface="Times New Roman" panose="02020603050405020304" pitchFamily="18" charset="0"/>
              </a:rPr>
              <a:t>UDN</a:t>
            </a:r>
            <a:r>
              <a:rPr lang="en-US" altLang="zh-CN" sz="16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初始顶点</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u</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加入</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p>
          <a:p>
            <a:pPr marL="72000" marR="26670" algn="just">
              <a:lnSpc>
                <a:spcPct val="90000"/>
              </a:lnSpc>
              <a:buNone/>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=1;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&lt;G-&gt;n;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选择其余</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G-&gt;</a:t>
            </a:r>
            <a:r>
              <a:rPr lang="en-US" altLang="zh-CN" sz="1600" kern="100" spc="-1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vexnum</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个顶点</a:t>
            </a: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k = </a:t>
            </a:r>
            <a:r>
              <a:rPr lang="en-US" altLang="zh-CN" sz="1600" b="1" kern="100" spc="-10" dirty="0" err="1">
                <a:solidFill>
                  <a:srgbClr val="C00000"/>
                </a:solidFill>
                <a:latin typeface="Courier New" panose="02070309020205020404" pitchFamily="49" charset="0"/>
                <a:ea typeface="宋体" panose="02010600030101010101" pitchFamily="2" charset="-122"/>
                <a:cs typeface="Times New Roman" panose="02020603050405020304" pitchFamily="18" charset="0"/>
              </a:rPr>
              <a:t>DelTop</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(H);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删除并获取堆顶（距离最小）的顶点序号，求出</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的下一个顶点：第</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k</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顶点</a:t>
            </a: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closedge</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[k].</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lowcost</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 INFINITY)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break</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若无边可选，退出循环</a:t>
            </a: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T-&gt;arcs[k][</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closedge</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[k].</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adjIdx</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 T-&gt;arcs[</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closedge</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[k].</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adjIdx</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][k]</a:t>
            </a:r>
            <a:endParaRPr lang="zh-CN" altLang="zh-CN" sz="1600" kern="100" spc="-10" dirty="0">
              <a:latin typeface="Courier New" panose="02070309020205020404" pitchFamily="49" charset="0"/>
              <a:ea typeface="宋体" panose="02010600030101010101" pitchFamily="2" charset="-122"/>
              <a:cs typeface="Times New Roman" panose="02020603050405020304" pitchFamily="18" charset="0"/>
            </a:endParaRP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 G-&gt;arcs[k][</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closedge</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[k].</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adjIdx</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在</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中新增一条边</a:t>
            </a: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T-&gt;a++;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T</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的边数增</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endPar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(j=0; j&lt;G-&gt;n; ++j)</a:t>
            </a: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hpos</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[j]&lt;=H-&gt;</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len</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spc="-10" dirty="0">
              <a:latin typeface="Courier New" panose="02070309020205020404" pitchFamily="49" charset="0"/>
              <a:ea typeface="宋体" panose="02010600030101010101" pitchFamily="2" charset="-122"/>
              <a:cs typeface="Times New Roman" panose="02020603050405020304" pitchFamily="18" charset="0"/>
            </a:endParaRP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(G-&gt;arcs[k][j].adj &lt;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closedge</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[j].</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lowcost</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用邻接矩阵</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k</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行刷新当前最小边</a:t>
            </a: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closedge</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[j].</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adjIdx</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 k;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closedge</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[j].</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lowcost</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 G-&gt;arcs[k][j].adj;</a:t>
            </a:r>
            <a:endParaRPr lang="zh-CN" altLang="zh-CN" sz="1600" kern="100" spc="-10" dirty="0">
              <a:latin typeface="Courier New" panose="02070309020205020404" pitchFamily="49" charset="0"/>
              <a:ea typeface="宋体" panose="02010600030101010101" pitchFamily="2" charset="-122"/>
              <a:cs typeface="Times New Roman" panose="02020603050405020304" pitchFamily="18" charset="0"/>
            </a:endParaRP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err="1">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SiftUp</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(H,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hpos</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[j]);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类似</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Insert</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中的向上调整，与</a:t>
            </a:r>
            <a:r>
              <a:rPr lang="en-US" altLang="zh-CN" sz="1600" kern="100" spc="-1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SiftDown</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方向相反</a:t>
            </a:r>
          </a:p>
          <a:p>
            <a:pPr marL="72000" marR="26670" algn="just">
              <a:lnSpc>
                <a:spcPct val="8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marL="72000" marR="26670" algn="just">
              <a:lnSpc>
                <a:spcPct val="8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FreeHeap</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(H);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(T-&gt;a &lt; G-&gt;n-1) </a:t>
            </a:r>
            <a:r>
              <a:rPr lang="en-US" altLang="zh-CN" sz="1600" kern="100" spc="-10" dirty="0" err="1">
                <a:latin typeface="Courier New" panose="02070309020205020404" pitchFamily="49" charset="0"/>
                <a:ea typeface="宋体" panose="02010600030101010101" pitchFamily="2" charset="-122"/>
                <a:cs typeface="Times New Roman" panose="02020603050405020304" pitchFamily="18" charset="0"/>
              </a:rPr>
              <a:t>printf</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(“G is not connected!”);  </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a:t>
            </a:r>
            <a:r>
              <a:rPr lang="zh-CN" altLang="en-US"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非</a:t>
            </a:r>
            <a:r>
              <a:rPr lang="zh-CN" altLang="zh-CN" sz="1600"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联通，显示信息</a:t>
            </a:r>
          </a:p>
          <a:p>
            <a:pPr marL="72000" marR="26670" algn="just">
              <a:lnSpc>
                <a:spcPct val="90000"/>
              </a:lnSpc>
            </a:pP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600" kern="100" spc="-10" dirty="0">
                <a:latin typeface="Courier New" panose="02070309020205020404" pitchFamily="49" charset="0"/>
                <a:ea typeface="宋体" panose="02010600030101010101" pitchFamily="2" charset="-122"/>
                <a:cs typeface="Times New Roman" panose="02020603050405020304" pitchFamily="18" charset="0"/>
              </a:rPr>
              <a:t> T;</a:t>
            </a:r>
          </a:p>
          <a:p>
            <a:pPr marL="72000" marR="26670" algn="just">
              <a:lnSpc>
                <a:spcPct val="80000"/>
              </a:lnSpc>
              <a:buNone/>
            </a:pPr>
            <a:r>
              <a:rPr lang="en-US" altLang="zh-CN" sz="1600" b="1" kern="100" spc="-1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p>
        </p:txBody>
      </p:sp>
      <p:sp>
        <p:nvSpPr>
          <p:cNvPr id="60" name="矩形 59">
            <a:extLst>
              <a:ext uri="{FF2B5EF4-FFF2-40B4-BE49-F238E27FC236}">
                <a16:creationId xmlns:a16="http://schemas.microsoft.com/office/drawing/2014/main" id="{A309FA02-C4CF-4227-5B56-C481AA5D78C3}"/>
              </a:ext>
            </a:extLst>
          </p:cNvPr>
          <p:cNvSpPr/>
          <p:nvPr/>
        </p:nvSpPr>
        <p:spPr>
          <a:xfrm>
            <a:off x="1188099" y="4563425"/>
            <a:ext cx="9714216" cy="2158049"/>
          </a:xfrm>
          <a:prstGeom prst="rect">
            <a:avLst/>
          </a:prstGeom>
          <a:solidFill>
            <a:srgbClr val="FCF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57241C5-C724-B5F9-E0D2-16DA6811E2BF}"/>
              </a:ext>
            </a:extLst>
          </p:cNvPr>
          <p:cNvSpPr>
            <a:spLocks noGrp="1"/>
          </p:cNvSpPr>
          <p:nvPr>
            <p:ph type="sldNum" sz="quarter" idx="12"/>
          </p:nvPr>
        </p:nvSpPr>
        <p:spPr/>
        <p:txBody>
          <a:bodyPr/>
          <a:lstStyle/>
          <a:p>
            <a:fld id="{D7C0FE0B-717B-41AE-9FA2-CA4BF851D1C3}" type="slidenum">
              <a:rPr lang="zh-CN" altLang="en-US" smtClean="0"/>
              <a:t>22</a:t>
            </a:fld>
            <a:endParaRPr lang="zh-CN" altLang="en-US"/>
          </a:p>
        </p:txBody>
      </p:sp>
      <p:sp>
        <p:nvSpPr>
          <p:cNvPr id="3" name="文本框 2">
            <a:extLst>
              <a:ext uri="{FF2B5EF4-FFF2-40B4-BE49-F238E27FC236}">
                <a16:creationId xmlns:a16="http://schemas.microsoft.com/office/drawing/2014/main" id="{61F70DF9-69F0-AF51-D23B-095084528408}"/>
              </a:ext>
            </a:extLst>
          </p:cNvPr>
          <p:cNvSpPr txBox="1"/>
          <p:nvPr/>
        </p:nvSpPr>
        <p:spPr>
          <a:xfrm>
            <a:off x="1255970" y="239471"/>
            <a:ext cx="3043887" cy="493148"/>
          </a:xfrm>
          <a:prstGeom prst="rect">
            <a:avLst/>
          </a:prstGeom>
          <a:noFill/>
        </p:spPr>
        <p:txBody>
          <a:bodyPr wrap="square">
            <a:spAutoFit/>
          </a:bodyPr>
          <a:lstStyle/>
          <a:p>
            <a:pPr marL="72000" marR="0" lvl="0" indent="0" algn="just" defTabSz="914400" rtl="0" eaLnBrk="0" fontAlgn="base" latinLnBrk="0" hangingPunct="0">
              <a:lnSpc>
                <a:spcPct val="120000"/>
              </a:lnSpc>
              <a:spcBef>
                <a:spcPts val="600"/>
              </a:spcBef>
              <a:spcAft>
                <a:spcPct val="0"/>
              </a:spcAft>
              <a:buClrTx/>
              <a:buSzTx/>
              <a:buFontTx/>
              <a:buNone/>
              <a:tabLst/>
            </a:pPr>
            <a:r>
              <a:rPr kumimoji="0" lang="en-US" altLang="zh-CN" sz="2400"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1. </a:t>
            </a:r>
            <a:r>
              <a:rPr kumimoji="0" lang="zh-CN" altLang="en-US" sz="2400"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楷体" panose="02010609060101010101" pitchFamily="49" charset="-122"/>
                <a:cs typeface="Times New Roman" panose="02020603050405020304" pitchFamily="18" charset="0"/>
              </a:rPr>
              <a:t>普里姆算法（续）</a:t>
            </a:r>
            <a:endParaRPr kumimoji="0" lang="zh-CN" altLang="en-US" sz="2400" b="1" i="0" u="none" strike="noStrike" cap="none" normalizeH="0" baseline="0" dirty="0">
              <a:ln>
                <a:noFill/>
              </a:ln>
              <a:solidFill>
                <a:srgbClr val="C00000"/>
              </a:solidFill>
              <a:effectLst>
                <a:outerShdw blurRad="38100" dist="38100" dir="2700000" algn="tl">
                  <a:srgbClr val="000000">
                    <a:alpha val="43137"/>
                  </a:srgbClr>
                </a:outerShdw>
              </a:effectLst>
              <a:latin typeface="+mn-lt"/>
            </a:endParaRPr>
          </a:p>
        </p:txBody>
      </p:sp>
      <p:sp>
        <p:nvSpPr>
          <p:cNvPr id="4" name="文本框 61">
            <a:extLst>
              <a:ext uri="{FF2B5EF4-FFF2-40B4-BE49-F238E27FC236}">
                <a16:creationId xmlns:a16="http://schemas.microsoft.com/office/drawing/2014/main" id="{45E82B76-0AA7-7D70-3341-921571FD18F8}"/>
              </a:ext>
            </a:extLst>
          </p:cNvPr>
          <p:cNvSpPr txBox="1"/>
          <p:nvPr/>
        </p:nvSpPr>
        <p:spPr>
          <a:xfrm>
            <a:off x="4484821" y="296876"/>
            <a:ext cx="5007522"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rgbClr val="333DFF"/>
                </a:solidFill>
                <a:effectLst>
                  <a:outerShdw blurRad="38100" dist="38100" dir="2700000" algn="tl">
                    <a:srgbClr val="000000">
                      <a:alpha val="43137"/>
                    </a:srgbClr>
                  </a:outerShdw>
                </a:effectLst>
              </a:rPr>
              <a:t>第二步：由小顶堆</a:t>
            </a:r>
            <a:r>
              <a:rPr lang="en-US" altLang="zh-CN" sz="2000" b="1" dirty="0">
                <a:solidFill>
                  <a:srgbClr val="333DFF"/>
                </a:solidFill>
                <a:effectLst>
                  <a:outerShdw blurRad="38100" dist="38100" dir="2700000" algn="tl">
                    <a:srgbClr val="000000">
                      <a:alpha val="43137"/>
                    </a:srgbClr>
                  </a:outerShdw>
                </a:effectLst>
              </a:rPr>
              <a:t>H</a:t>
            </a:r>
            <a:r>
              <a:rPr lang="zh-CN" altLang="en-US" sz="2000" b="1" dirty="0">
                <a:solidFill>
                  <a:srgbClr val="333DFF"/>
                </a:solidFill>
                <a:effectLst>
                  <a:outerShdw blurRad="38100" dist="38100" dir="2700000" algn="tl">
                    <a:srgbClr val="000000">
                      <a:alpha val="43137"/>
                    </a:srgbClr>
                  </a:outerShdw>
                </a:effectLst>
              </a:rPr>
              <a:t>辅助构建</a:t>
            </a:r>
            <a:r>
              <a:rPr lang="zh-CN" altLang="en-US" sz="2000" b="1" dirty="0">
                <a:solidFill>
                  <a:srgbClr val="C00000"/>
                </a:solidFill>
                <a:effectLst>
                  <a:outerShdw blurRad="38100" dist="38100" dir="2700000" algn="tl">
                    <a:srgbClr val="000000">
                      <a:alpha val="43137"/>
                    </a:srgbClr>
                  </a:outerShdw>
                </a:effectLst>
              </a:rPr>
              <a:t>最小生成树</a:t>
            </a:r>
            <a:r>
              <a:rPr lang="en-US" altLang="zh-CN" sz="2000" b="1" dirty="0">
                <a:solidFill>
                  <a:srgbClr val="C00000"/>
                </a:solidFill>
                <a:effectLst>
                  <a:outerShdw blurRad="38100" dist="38100" dir="2700000" algn="tl">
                    <a:srgbClr val="000000">
                      <a:alpha val="43137"/>
                    </a:srgbClr>
                  </a:outerShdw>
                </a:effectLst>
              </a:rPr>
              <a:t>T</a:t>
            </a:r>
            <a:endParaRPr lang="zh-CN" altLang="en-US" sz="2000" b="1" dirty="0">
              <a:solidFill>
                <a:srgbClr val="C00000"/>
              </a:solidFill>
              <a:effectLst>
                <a:outerShdw blurRad="38100" dist="38100" dir="2700000" algn="tl">
                  <a:srgbClr val="000000">
                    <a:alpha val="43137"/>
                  </a:srgbClr>
                </a:outerShdw>
              </a:effectLst>
            </a:endParaRPr>
          </a:p>
        </p:txBody>
      </p:sp>
      <p:sp>
        <p:nvSpPr>
          <p:cNvPr id="6" name="文本框 90">
            <a:extLst>
              <a:ext uri="{FF2B5EF4-FFF2-40B4-BE49-F238E27FC236}">
                <a16:creationId xmlns:a16="http://schemas.microsoft.com/office/drawing/2014/main" id="{30AD44D3-CE20-434F-B48C-2304A732D9CC}"/>
              </a:ext>
            </a:extLst>
          </p:cNvPr>
          <p:cNvSpPr txBox="1"/>
          <p:nvPr/>
        </p:nvSpPr>
        <p:spPr>
          <a:xfrm>
            <a:off x="2305498" y="4612859"/>
            <a:ext cx="3458512" cy="341632"/>
          </a:xfrm>
          <a:prstGeom prst="rect">
            <a:avLst/>
          </a:prstGeom>
          <a:noFill/>
          <a:ln w="12700">
            <a:noFill/>
          </a:ln>
        </p:spPr>
        <p:txBody>
          <a:bodyPr wrap="square">
            <a:spAutoFit/>
          </a:bodyPr>
          <a:lstStyle>
            <a:defPPr>
              <a:defRPr lang="zh-CN"/>
            </a:defPPr>
            <a:lvl1pPr marL="0" algn="ctr" defTabSz="914400" rtl="0" eaLnBrk="1" latinLnBrk="0" hangingPunct="1">
              <a:lnSpc>
                <a:spcPct val="90000"/>
              </a:lnSpc>
              <a:defRPr sz="2000" b="1" kern="1200">
                <a:solidFill>
                  <a:schemeClr val="tx1"/>
                </a:solidFill>
                <a:effectLst/>
                <a:latin typeface="宋体" panose="02010600030101010101" pitchFamily="2" charset="-122"/>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noProof="1">
                <a:latin typeface="Times New Roman" panose="02020603050405020304" pitchFamily="18" charset="0"/>
                <a:cs typeface="Times New Roman" panose="02020603050405020304" pitchFamily="18" charset="0"/>
              </a:rPr>
              <a:t>U          </a:t>
            </a:r>
            <a:r>
              <a:rPr lang="zh-CN" altLang="en-US" sz="1800" noProof="1">
                <a:latin typeface="Times New Roman" panose="02020603050405020304" pitchFamily="18" charset="0"/>
                <a:cs typeface="Times New Roman" panose="02020603050405020304" pitchFamily="18" charset="0"/>
              </a:rPr>
              <a:t>求最小权值          </a:t>
            </a:r>
            <a:r>
              <a:rPr lang="en-US" altLang="zh-CN" sz="1800" noProof="1">
                <a:latin typeface="Times New Roman" panose="02020603050405020304" pitchFamily="18" charset="0"/>
                <a:cs typeface="Times New Roman" panose="02020603050405020304" pitchFamily="18" charset="0"/>
              </a:rPr>
              <a:t>V-U</a:t>
            </a:r>
            <a:endParaRPr lang="zh-CN" altLang="en-US" sz="1800" noProof="1">
              <a:latin typeface="Times New Roman" panose="02020603050405020304" pitchFamily="18" charset="0"/>
              <a:cs typeface="Times New Roman" panose="02020603050405020304" pitchFamily="18" charset="0"/>
            </a:endParaRPr>
          </a:p>
        </p:txBody>
      </p:sp>
      <p:sp>
        <p:nvSpPr>
          <p:cNvPr id="7" name="圆角矩形 31751">
            <a:extLst>
              <a:ext uri="{FF2B5EF4-FFF2-40B4-BE49-F238E27FC236}">
                <a16:creationId xmlns:a16="http://schemas.microsoft.com/office/drawing/2014/main" id="{99082887-85F5-4DFD-A2FB-F1563EC927E2}"/>
              </a:ext>
            </a:extLst>
          </p:cNvPr>
          <p:cNvSpPr>
            <a:spLocks noChangeArrowheads="1"/>
          </p:cNvSpPr>
          <p:nvPr/>
        </p:nvSpPr>
        <p:spPr bwMode="auto">
          <a:xfrm>
            <a:off x="1690844" y="4915140"/>
            <a:ext cx="1919842" cy="1669917"/>
          </a:xfrm>
          <a:prstGeom prst="roundRect">
            <a:avLst>
              <a:gd name="adj" fmla="val 16667"/>
            </a:avLst>
          </a:prstGeom>
          <a:solidFill>
            <a:schemeClr val="accent6">
              <a:lumMod val="20000"/>
              <a:lumOff val="80000"/>
            </a:schemeClr>
          </a:solidFill>
          <a:ln w="6350" cap="sq">
            <a:solidFill>
              <a:srgbClr val="333399"/>
            </a:solidFill>
            <a:prstDash val="lgDash"/>
            <a:round/>
            <a:headEnd type="none" w="sm" len="sm"/>
            <a:tailEnd type="none" w="sm" len="sm"/>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 name="文本框 153">
            <a:extLst>
              <a:ext uri="{FF2B5EF4-FFF2-40B4-BE49-F238E27FC236}">
                <a16:creationId xmlns:a16="http://schemas.microsoft.com/office/drawing/2014/main" id="{5EECCF65-7934-42B3-93AC-3658F5623E8D}"/>
              </a:ext>
            </a:extLst>
          </p:cNvPr>
          <p:cNvSpPr txBox="1"/>
          <p:nvPr/>
        </p:nvSpPr>
        <p:spPr>
          <a:xfrm>
            <a:off x="6337608" y="5116487"/>
            <a:ext cx="246342" cy="1366528"/>
          </a:xfrm>
          <a:prstGeom prst="rect">
            <a:avLst/>
          </a:prstGeom>
          <a:noFill/>
          <a:ln w="12700">
            <a:noFill/>
          </a:ln>
        </p:spPr>
        <p:txBody>
          <a:bodyPr wrap="square">
            <a:spAutoFit/>
          </a:bodyPr>
          <a:lstStyle>
            <a:defPPr>
              <a:defRPr lang="zh-CN"/>
            </a:defPPr>
            <a:lvl1pPr marL="0" algn="ctr" defTabSz="914400" rtl="0" eaLnBrk="1" latinLnBrk="0" hangingPunct="1">
              <a:lnSpc>
                <a:spcPct val="90000"/>
              </a:lnSpc>
              <a:defRPr sz="2000" kern="1200">
                <a:solidFill>
                  <a:schemeClr val="tx1"/>
                </a:solidFill>
                <a:effectLst>
                  <a:outerShdw blurRad="38100" dist="38100" dir="2700000">
                    <a:srgbClr val="000000"/>
                  </a:outerShdw>
                </a:effectLst>
                <a:latin typeface="宋体" panose="02010600030101010101" pitchFamily="2" charset="-122"/>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noProof="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a:t>
            </a:r>
            <a:r>
              <a:rPr lang="zh-CN" altLang="en-US" sz="1800" b="1" noProof="1">
                <a:effectLst/>
              </a:rPr>
              <a:t>其余顶点</a:t>
            </a:r>
          </a:p>
        </p:txBody>
      </p:sp>
      <p:grpSp>
        <p:nvGrpSpPr>
          <p:cNvPr id="9" name="组合 8">
            <a:extLst>
              <a:ext uri="{FF2B5EF4-FFF2-40B4-BE49-F238E27FC236}">
                <a16:creationId xmlns:a16="http://schemas.microsoft.com/office/drawing/2014/main" id="{0AAD522D-67B2-46BF-826F-27640658FAA3}"/>
              </a:ext>
            </a:extLst>
          </p:cNvPr>
          <p:cNvGrpSpPr/>
          <p:nvPr/>
        </p:nvGrpSpPr>
        <p:grpSpPr>
          <a:xfrm>
            <a:off x="6739947" y="4600660"/>
            <a:ext cx="3916091" cy="1213892"/>
            <a:chOff x="-26113" y="4700670"/>
            <a:chExt cx="3916091" cy="1245473"/>
          </a:xfrm>
        </p:grpSpPr>
        <p:sp>
          <p:nvSpPr>
            <p:cNvPr id="50" name="矩形 49">
              <a:extLst>
                <a:ext uri="{FF2B5EF4-FFF2-40B4-BE49-F238E27FC236}">
                  <a16:creationId xmlns:a16="http://schemas.microsoft.com/office/drawing/2014/main" id="{D465F91F-0A2A-45AF-A3D1-221E322EB4E6}"/>
                </a:ext>
              </a:extLst>
            </p:cNvPr>
            <p:cNvSpPr/>
            <p:nvPr/>
          </p:nvSpPr>
          <p:spPr>
            <a:xfrm>
              <a:off x="1313593" y="5193288"/>
              <a:ext cx="359464" cy="704393"/>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noFill/>
              </a:endParaRPr>
            </a:p>
          </p:txBody>
        </p:sp>
        <p:sp>
          <p:nvSpPr>
            <p:cNvPr id="51" name="矩形 50">
              <a:extLst>
                <a:ext uri="{FF2B5EF4-FFF2-40B4-BE49-F238E27FC236}">
                  <a16:creationId xmlns:a16="http://schemas.microsoft.com/office/drawing/2014/main" id="{E3DC5D28-A45C-41BC-9357-DFF47A2C1443}"/>
                </a:ext>
              </a:extLst>
            </p:cNvPr>
            <p:cNvSpPr/>
            <p:nvPr/>
          </p:nvSpPr>
          <p:spPr>
            <a:xfrm>
              <a:off x="1671106" y="5193288"/>
              <a:ext cx="359464" cy="704393"/>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noFill/>
              </a:endParaRPr>
            </a:p>
          </p:txBody>
        </p:sp>
        <p:sp>
          <p:nvSpPr>
            <p:cNvPr id="52" name="矩形 51">
              <a:extLst>
                <a:ext uri="{FF2B5EF4-FFF2-40B4-BE49-F238E27FC236}">
                  <a16:creationId xmlns:a16="http://schemas.microsoft.com/office/drawing/2014/main" id="{3B665780-E71D-4041-B853-441A04C4F80F}"/>
                </a:ext>
              </a:extLst>
            </p:cNvPr>
            <p:cNvSpPr/>
            <p:nvPr/>
          </p:nvSpPr>
          <p:spPr>
            <a:xfrm>
              <a:off x="2030230" y="5193288"/>
              <a:ext cx="357605" cy="704394"/>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noFill/>
              </a:endParaRPr>
            </a:p>
          </p:txBody>
        </p:sp>
        <p:sp>
          <p:nvSpPr>
            <p:cNvPr id="53" name="矩形 52">
              <a:extLst>
                <a:ext uri="{FF2B5EF4-FFF2-40B4-BE49-F238E27FC236}">
                  <a16:creationId xmlns:a16="http://schemas.microsoft.com/office/drawing/2014/main" id="{97D3730A-83F5-4A53-9D41-5A5490BD38C1}"/>
                </a:ext>
              </a:extLst>
            </p:cNvPr>
            <p:cNvSpPr/>
            <p:nvPr/>
          </p:nvSpPr>
          <p:spPr>
            <a:xfrm>
              <a:off x="2389732" y="5193285"/>
              <a:ext cx="359464" cy="704396"/>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noFill/>
              </a:endParaRPr>
            </a:p>
          </p:txBody>
        </p:sp>
        <p:sp>
          <p:nvSpPr>
            <p:cNvPr id="54" name="矩形 53">
              <a:extLst>
                <a:ext uri="{FF2B5EF4-FFF2-40B4-BE49-F238E27FC236}">
                  <a16:creationId xmlns:a16="http://schemas.microsoft.com/office/drawing/2014/main" id="{3FF1D7CC-52CA-4C4D-A00D-1973E019DE0C}"/>
                </a:ext>
              </a:extLst>
            </p:cNvPr>
            <p:cNvSpPr/>
            <p:nvPr/>
          </p:nvSpPr>
          <p:spPr>
            <a:xfrm>
              <a:off x="2747275" y="5192192"/>
              <a:ext cx="359464" cy="705489"/>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noFill/>
              </a:endParaRPr>
            </a:p>
          </p:txBody>
        </p:sp>
        <p:sp>
          <p:nvSpPr>
            <p:cNvPr id="55" name="文本框 251">
              <a:extLst>
                <a:ext uri="{FF2B5EF4-FFF2-40B4-BE49-F238E27FC236}">
                  <a16:creationId xmlns:a16="http://schemas.microsoft.com/office/drawing/2014/main" id="{300BDDFE-D20D-403C-8D0B-F77556B13BA7}"/>
                </a:ext>
              </a:extLst>
            </p:cNvPr>
            <p:cNvSpPr txBox="1"/>
            <p:nvPr/>
          </p:nvSpPr>
          <p:spPr>
            <a:xfrm>
              <a:off x="-26113" y="4700670"/>
              <a:ext cx="3872250" cy="528350"/>
            </a:xfrm>
            <a:prstGeom prst="rect">
              <a:avLst/>
            </a:prstGeom>
            <a:noFill/>
          </p:spPr>
          <p:txBody>
            <a:bodyPr wrap="square" lIns="36000" tIns="0" rIns="36000" bIns="0" rtlCol="0" anchor="b"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00"/>
                </a:lnSpc>
              </a:pPr>
              <a:r>
                <a:rPr lang="en-US" altLang="zh-CN" sz="2000" b="1" dirty="0" err="1">
                  <a:latin typeface="Courier New" panose="02070309020205020404" pitchFamily="49" charset="0"/>
                  <a:cs typeface="Courier New" panose="02070309020205020404" pitchFamily="49" charset="0"/>
                </a:rPr>
                <a:t>closedge</a:t>
              </a:r>
              <a:r>
                <a:rPr lang="en-US" altLang="zh-CN" sz="2000" b="1" dirty="0"/>
                <a:t>   </a:t>
              </a:r>
              <a:r>
                <a:rPr lang="en-US" altLang="zh-CN" sz="2000" b="1" dirty="0">
                  <a:solidFill>
                    <a:srgbClr val="C00000"/>
                  </a:solidFill>
                </a:rPr>
                <a:t>0</a:t>
              </a:r>
              <a:r>
                <a:rPr lang="en-US" altLang="zh-CN" sz="2000" b="1" dirty="0"/>
                <a:t>   </a:t>
              </a:r>
              <a:r>
                <a:rPr lang="en-US" altLang="zh-CN" sz="1400" b="1" dirty="0"/>
                <a:t> </a:t>
              </a:r>
              <a:r>
                <a:rPr lang="en-US" altLang="zh-CN" sz="2000" b="1" dirty="0"/>
                <a:t>1   </a:t>
              </a:r>
              <a:r>
                <a:rPr lang="en-US" altLang="zh-CN" sz="1400" b="1" dirty="0"/>
                <a:t> </a:t>
              </a:r>
              <a:r>
                <a:rPr lang="en-US" altLang="zh-CN" sz="2000" b="1" dirty="0"/>
                <a:t>2   </a:t>
              </a:r>
              <a:r>
                <a:rPr lang="en-US" altLang="zh-CN" sz="1400" b="1" dirty="0"/>
                <a:t> </a:t>
              </a:r>
              <a:r>
                <a:rPr lang="en-US" altLang="zh-CN" sz="2000" b="1" dirty="0"/>
                <a:t>3   </a:t>
              </a:r>
              <a:r>
                <a:rPr lang="en-US" altLang="zh-CN" sz="1400" b="1" dirty="0"/>
                <a:t> </a:t>
              </a:r>
              <a:r>
                <a:rPr lang="en-US" altLang="zh-CN" sz="2000" b="1" dirty="0"/>
                <a:t>4   </a:t>
              </a:r>
              <a:r>
                <a:rPr lang="en-US" altLang="zh-CN" sz="1400" b="1" dirty="0"/>
                <a:t> </a:t>
              </a:r>
              <a:r>
                <a:rPr lang="en-US" altLang="zh-CN" sz="2000" b="1" dirty="0"/>
                <a:t>5</a:t>
              </a:r>
            </a:p>
            <a:p>
              <a:pPr>
                <a:lnSpc>
                  <a:spcPts val="1800"/>
                </a:lnSpc>
              </a:pPr>
              <a:r>
                <a:rPr lang="en-US" altLang="zh-CN" sz="2000" b="1" dirty="0"/>
                <a:t>                      </a:t>
              </a:r>
              <a:r>
                <a:rPr lang="en-US" altLang="zh-CN" sz="2000" b="1" dirty="0">
                  <a:solidFill>
                    <a:srgbClr val="C00000"/>
                  </a:solidFill>
                  <a:latin typeface="Times New Roman" panose="02020603050405020304" pitchFamily="18" charset="0"/>
                  <a:cs typeface="Times New Roman" panose="02020603050405020304" pitchFamily="18" charset="0"/>
                </a:rPr>
                <a:t>A</a:t>
              </a:r>
              <a:r>
                <a:rPr lang="en-US" altLang="zh-CN" sz="2000" b="1" dirty="0">
                  <a:latin typeface="Times New Roman" panose="02020603050405020304" pitchFamily="18" charset="0"/>
                  <a:cs typeface="Times New Roman" panose="02020603050405020304" pitchFamily="18" charset="0"/>
                </a:rPr>
                <a:t>   </a:t>
              </a:r>
              <a:r>
                <a:rPr lang="en-US" altLang="zh-CN" sz="2000" b="1" dirty="0">
                  <a:solidFill>
                    <a:srgbClr val="0070C0"/>
                  </a:solidFill>
                  <a:latin typeface="Times New Roman" panose="02020603050405020304" pitchFamily="18" charset="0"/>
                  <a:cs typeface="Times New Roman" panose="02020603050405020304" pitchFamily="18" charset="0"/>
                </a:rPr>
                <a:t>B   C   D</a:t>
              </a:r>
              <a:r>
                <a:rPr lang="en-US" altLang="zh-CN" sz="2400" b="1" dirty="0">
                  <a:solidFill>
                    <a:srgbClr val="0070C0"/>
                  </a:solidFill>
                  <a:latin typeface="Times New Roman" panose="02020603050405020304" pitchFamily="18" charset="0"/>
                  <a:cs typeface="Times New Roman" panose="02020603050405020304" pitchFamily="18" charset="0"/>
                </a:rPr>
                <a:t>  </a:t>
              </a:r>
              <a:r>
                <a:rPr lang="en-US" altLang="zh-CN" sz="2000" b="1" dirty="0">
                  <a:solidFill>
                    <a:srgbClr val="0070C0"/>
                  </a:solidFill>
                  <a:latin typeface="Times New Roman" panose="02020603050405020304" pitchFamily="18" charset="0"/>
                  <a:cs typeface="Times New Roman" panose="02020603050405020304" pitchFamily="18" charset="0"/>
                </a:rPr>
                <a:t>E   F   </a:t>
              </a:r>
              <a:r>
                <a:rPr lang="en-US" altLang="zh-CN" sz="2000" b="1" dirty="0"/>
                <a:t> </a:t>
              </a:r>
              <a:r>
                <a:rPr lang="en-US" altLang="zh-CN" sz="1200" b="1" dirty="0"/>
                <a:t> </a:t>
              </a:r>
              <a:r>
                <a:rPr lang="en-US" altLang="zh-CN" sz="2000" b="1" dirty="0">
                  <a:latin typeface="Courier New" panose="02070309020205020404" pitchFamily="49" charset="0"/>
                  <a:cs typeface="Courier New" panose="02070309020205020404" pitchFamily="49" charset="0"/>
                </a:rPr>
                <a:t>k</a:t>
              </a:r>
            </a:p>
          </p:txBody>
        </p:sp>
        <p:sp>
          <p:nvSpPr>
            <p:cNvPr id="56" name="文本框 252">
              <a:extLst>
                <a:ext uri="{FF2B5EF4-FFF2-40B4-BE49-F238E27FC236}">
                  <a16:creationId xmlns:a16="http://schemas.microsoft.com/office/drawing/2014/main" id="{98357316-4EE0-45F8-92E4-B80FA6779016}"/>
                </a:ext>
              </a:extLst>
            </p:cNvPr>
            <p:cNvSpPr txBox="1"/>
            <p:nvPr/>
          </p:nvSpPr>
          <p:spPr>
            <a:xfrm>
              <a:off x="208737" y="5178789"/>
              <a:ext cx="1067034" cy="767354"/>
            </a:xfrm>
            <a:prstGeom prst="rect">
              <a:avLst/>
            </a:prstGeom>
            <a:noFill/>
            <a:ln>
              <a:noFill/>
            </a:ln>
          </p:spPr>
          <p:txBody>
            <a:bodyPr wrap="square" lIns="0" tIns="0" rIns="0" bIns="0" rtlCol="0" anchor="ctr" anchorCtr="1">
              <a:spAutoFit/>
            </a:bodyPr>
            <a:lstStyle>
              <a:defPPr>
                <a:defRPr lang="zh-CN"/>
              </a:defPPr>
              <a:lvl1pPr marL="0" algn="r" defTabSz="914400" rtl="0" eaLnBrk="1" latinLnBrk="0" hangingPunct="1">
                <a:lnSpc>
                  <a:spcPct val="160000"/>
                </a:lnSpc>
                <a:defRPr sz="1800" b="1" kern="1200">
                  <a:solidFill>
                    <a:schemeClr val="tx1"/>
                  </a:solidFill>
                  <a:latin typeface="Courier New" panose="02070309020205020404" pitchFamily="49" charset="0"/>
                  <a:ea typeface="+mn-ea"/>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40000"/>
                </a:lnSpc>
              </a:pPr>
              <a:r>
                <a:rPr lang="en-US" altLang="zh-CN" dirty="0" err="1"/>
                <a:t>adjIdx</a:t>
              </a:r>
              <a:endParaRPr lang="en-US" altLang="zh-CN" dirty="0"/>
            </a:p>
            <a:p>
              <a:pPr>
                <a:lnSpc>
                  <a:spcPct val="140000"/>
                </a:lnSpc>
              </a:pPr>
              <a:r>
                <a:rPr lang="en-US" altLang="zh-CN" dirty="0" err="1"/>
                <a:t>lowcost</a:t>
              </a:r>
              <a:endParaRPr lang="zh-CN" altLang="en-US" dirty="0"/>
            </a:p>
          </p:txBody>
        </p:sp>
        <p:sp>
          <p:nvSpPr>
            <p:cNvPr id="57" name="矩形 56">
              <a:extLst>
                <a:ext uri="{FF2B5EF4-FFF2-40B4-BE49-F238E27FC236}">
                  <a16:creationId xmlns:a16="http://schemas.microsoft.com/office/drawing/2014/main" id="{95C4DADB-6A03-48F5-ADA9-45915686D66B}"/>
                </a:ext>
              </a:extLst>
            </p:cNvPr>
            <p:cNvSpPr/>
            <p:nvPr/>
          </p:nvSpPr>
          <p:spPr>
            <a:xfrm>
              <a:off x="3106485" y="5192192"/>
              <a:ext cx="350547" cy="705489"/>
            </a:xfrm>
            <a:prstGeom prst="rect">
              <a:avLst/>
            </a:prstGeom>
            <a:solidFill>
              <a:schemeClr val="accent6">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noFill/>
              </a:endParaRPr>
            </a:p>
          </p:txBody>
        </p:sp>
        <p:sp>
          <p:nvSpPr>
            <p:cNvPr id="58" name="矩形 57">
              <a:extLst>
                <a:ext uri="{FF2B5EF4-FFF2-40B4-BE49-F238E27FC236}">
                  <a16:creationId xmlns:a16="http://schemas.microsoft.com/office/drawing/2014/main" id="{502CDDFF-C7B2-483B-943A-AF2A977C3797}"/>
                </a:ext>
              </a:extLst>
            </p:cNvPr>
            <p:cNvSpPr/>
            <p:nvPr/>
          </p:nvSpPr>
          <p:spPr>
            <a:xfrm>
              <a:off x="3530514" y="5192191"/>
              <a:ext cx="359464" cy="394612"/>
            </a:xfrm>
            <a:prstGeom prst="rect">
              <a:avLst/>
            </a:prstGeom>
            <a:solidFill>
              <a:schemeClr val="accent2">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noFill/>
              </a:endParaRPr>
            </a:p>
          </p:txBody>
        </p:sp>
        <p:cxnSp>
          <p:nvCxnSpPr>
            <p:cNvPr id="59" name="直接连接符 58">
              <a:extLst>
                <a:ext uri="{FF2B5EF4-FFF2-40B4-BE49-F238E27FC236}">
                  <a16:creationId xmlns:a16="http://schemas.microsoft.com/office/drawing/2014/main" id="{D0F2FA16-D070-401E-A19C-2A432387B8EB}"/>
                </a:ext>
              </a:extLst>
            </p:cNvPr>
            <p:cNvCxnSpPr>
              <a:cxnSpLocks/>
            </p:cNvCxnSpPr>
            <p:nvPr/>
          </p:nvCxnSpPr>
          <p:spPr>
            <a:xfrm flipV="1">
              <a:off x="1313593" y="5625563"/>
              <a:ext cx="2143439" cy="548"/>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grpSp>
      <p:sp>
        <p:nvSpPr>
          <p:cNvPr id="17" name="圆角矩形 31751">
            <a:extLst>
              <a:ext uri="{FF2B5EF4-FFF2-40B4-BE49-F238E27FC236}">
                <a16:creationId xmlns:a16="http://schemas.microsoft.com/office/drawing/2014/main" id="{FFFC49F0-B538-41CA-B2FB-7CF281BF0C24}"/>
              </a:ext>
            </a:extLst>
          </p:cNvPr>
          <p:cNvSpPr>
            <a:spLocks noChangeArrowheads="1"/>
          </p:cNvSpPr>
          <p:nvPr/>
        </p:nvSpPr>
        <p:spPr bwMode="auto">
          <a:xfrm>
            <a:off x="4275683" y="4936563"/>
            <a:ext cx="1988489" cy="1669917"/>
          </a:xfrm>
          <a:prstGeom prst="roundRect">
            <a:avLst>
              <a:gd name="adj" fmla="val 16667"/>
            </a:avLst>
          </a:prstGeom>
          <a:solidFill>
            <a:schemeClr val="bg1">
              <a:lumMod val="85000"/>
            </a:schemeClr>
          </a:solidFill>
          <a:ln w="6350" cap="sq">
            <a:solidFill>
              <a:srgbClr val="333399"/>
            </a:solidFill>
            <a:prstDash val="lgDash"/>
            <a:round/>
            <a:headEnd type="none" w="sm" len="sm"/>
            <a:tailEnd type="none" w="sm" len="sm"/>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97" name="组合 96">
            <a:extLst>
              <a:ext uri="{FF2B5EF4-FFF2-40B4-BE49-F238E27FC236}">
                <a16:creationId xmlns:a16="http://schemas.microsoft.com/office/drawing/2014/main" id="{D67FB273-20EF-7AC9-1A22-02E15EA69830}"/>
              </a:ext>
            </a:extLst>
          </p:cNvPr>
          <p:cNvGrpSpPr/>
          <p:nvPr/>
        </p:nvGrpSpPr>
        <p:grpSpPr>
          <a:xfrm>
            <a:off x="4486572" y="4987607"/>
            <a:ext cx="1649937" cy="1538599"/>
            <a:chOff x="4511230" y="5127044"/>
            <a:chExt cx="1649937" cy="1538599"/>
          </a:xfrm>
        </p:grpSpPr>
        <p:sp>
          <p:nvSpPr>
            <p:cNvPr id="18" name="直接连接符 17">
              <a:extLst>
                <a:ext uri="{FF2B5EF4-FFF2-40B4-BE49-F238E27FC236}">
                  <a16:creationId xmlns:a16="http://schemas.microsoft.com/office/drawing/2014/main" id="{21BFAEDF-2A40-48B6-961D-3100BD339C47}"/>
                </a:ext>
              </a:extLst>
            </p:cNvPr>
            <p:cNvSpPr>
              <a:spLocks noChangeShapeType="1"/>
            </p:cNvSpPr>
            <p:nvPr/>
          </p:nvSpPr>
          <p:spPr bwMode="auto">
            <a:xfrm flipH="1">
              <a:off x="5260150" y="5299328"/>
              <a:ext cx="7498" cy="464246"/>
            </a:xfrm>
            <a:prstGeom prst="line">
              <a:avLst/>
            </a:prstGeom>
            <a:noFill/>
            <a:ln w="1905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 name="直接连接符 18">
              <a:extLst>
                <a:ext uri="{FF2B5EF4-FFF2-40B4-BE49-F238E27FC236}">
                  <a16:creationId xmlns:a16="http://schemas.microsoft.com/office/drawing/2014/main" id="{754BA2A6-F968-4A7E-9088-1F9B8CFC9278}"/>
                </a:ext>
              </a:extLst>
            </p:cNvPr>
            <p:cNvSpPr>
              <a:spLocks noChangeShapeType="1"/>
            </p:cNvSpPr>
            <p:nvPr/>
          </p:nvSpPr>
          <p:spPr bwMode="auto">
            <a:xfrm>
              <a:off x="4976174" y="6415089"/>
              <a:ext cx="584406" cy="6988"/>
            </a:xfrm>
            <a:prstGeom prst="line">
              <a:avLst/>
            </a:prstGeom>
            <a:noFill/>
            <a:ln w="1905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直接连接符 19">
              <a:extLst>
                <a:ext uri="{FF2B5EF4-FFF2-40B4-BE49-F238E27FC236}">
                  <a16:creationId xmlns:a16="http://schemas.microsoft.com/office/drawing/2014/main" id="{8380FCB2-4594-448A-A89A-1BE58EC66560}"/>
                </a:ext>
              </a:extLst>
            </p:cNvPr>
            <p:cNvSpPr>
              <a:spLocks noChangeShapeType="1"/>
            </p:cNvSpPr>
            <p:nvPr/>
          </p:nvSpPr>
          <p:spPr bwMode="auto">
            <a:xfrm flipH="1">
              <a:off x="4953164" y="6050062"/>
              <a:ext cx="203169" cy="253468"/>
            </a:xfrm>
            <a:prstGeom prst="line">
              <a:avLst/>
            </a:prstGeom>
            <a:noFill/>
            <a:ln w="1905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直接连接符 20">
              <a:extLst>
                <a:ext uri="{FF2B5EF4-FFF2-40B4-BE49-F238E27FC236}">
                  <a16:creationId xmlns:a16="http://schemas.microsoft.com/office/drawing/2014/main" id="{0A8F3DB1-321A-4925-9F3A-39B37E73C49E}"/>
                </a:ext>
              </a:extLst>
            </p:cNvPr>
            <p:cNvSpPr>
              <a:spLocks noChangeShapeType="1"/>
            </p:cNvSpPr>
            <p:nvPr/>
          </p:nvSpPr>
          <p:spPr bwMode="auto">
            <a:xfrm flipV="1">
              <a:off x="5399982" y="5671708"/>
              <a:ext cx="401419" cy="205786"/>
            </a:xfrm>
            <a:prstGeom prst="line">
              <a:avLst/>
            </a:prstGeom>
            <a:noFill/>
            <a:ln w="1905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直接连接符 21">
              <a:extLst>
                <a:ext uri="{FF2B5EF4-FFF2-40B4-BE49-F238E27FC236}">
                  <a16:creationId xmlns:a16="http://schemas.microsoft.com/office/drawing/2014/main" id="{CA987E90-A551-4471-B1E4-132C8C1BA309}"/>
                </a:ext>
              </a:extLst>
            </p:cNvPr>
            <p:cNvSpPr>
              <a:spLocks noChangeShapeType="1"/>
            </p:cNvSpPr>
            <p:nvPr/>
          </p:nvSpPr>
          <p:spPr bwMode="auto">
            <a:xfrm>
              <a:off x="5369559" y="6067890"/>
              <a:ext cx="243882" cy="240929"/>
            </a:xfrm>
            <a:prstGeom prst="line">
              <a:avLst/>
            </a:prstGeom>
            <a:noFill/>
            <a:ln w="1905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直接连接符 22">
              <a:extLst>
                <a:ext uri="{FF2B5EF4-FFF2-40B4-BE49-F238E27FC236}">
                  <a16:creationId xmlns:a16="http://schemas.microsoft.com/office/drawing/2014/main" id="{EC660CB8-9FC5-47C5-8D2E-64BA58F73845}"/>
                </a:ext>
              </a:extLst>
            </p:cNvPr>
            <p:cNvSpPr>
              <a:spLocks noChangeShapeType="1"/>
            </p:cNvSpPr>
            <p:nvPr/>
          </p:nvSpPr>
          <p:spPr bwMode="auto">
            <a:xfrm flipH="1">
              <a:off x="5789778" y="5740814"/>
              <a:ext cx="147305" cy="564485"/>
            </a:xfrm>
            <a:prstGeom prst="line">
              <a:avLst/>
            </a:prstGeom>
            <a:noFill/>
            <a:ln w="1905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直接连接符 23">
              <a:extLst>
                <a:ext uri="{FF2B5EF4-FFF2-40B4-BE49-F238E27FC236}">
                  <a16:creationId xmlns:a16="http://schemas.microsoft.com/office/drawing/2014/main" id="{B69CA0ED-126B-4C15-A3FB-59E16F1484EA}"/>
                </a:ext>
              </a:extLst>
            </p:cNvPr>
            <p:cNvSpPr>
              <a:spLocks noChangeShapeType="1"/>
            </p:cNvSpPr>
            <p:nvPr/>
          </p:nvSpPr>
          <p:spPr bwMode="auto">
            <a:xfrm>
              <a:off x="5404753" y="5336166"/>
              <a:ext cx="442428" cy="199101"/>
            </a:xfrm>
            <a:prstGeom prst="line">
              <a:avLst/>
            </a:prstGeom>
            <a:noFill/>
            <a:ln w="1905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文本框 291">
              <a:extLst>
                <a:ext uri="{FF2B5EF4-FFF2-40B4-BE49-F238E27FC236}">
                  <a16:creationId xmlns:a16="http://schemas.microsoft.com/office/drawing/2014/main" id="{34F1546B-F764-4C22-9F7F-C8A9E22BE2A4}"/>
                </a:ext>
              </a:extLst>
            </p:cNvPr>
            <p:cNvSpPr txBox="1">
              <a:spLocks noChangeArrowheads="1"/>
            </p:cNvSpPr>
            <p:nvPr/>
          </p:nvSpPr>
          <p:spPr bwMode="auto">
            <a:xfrm>
              <a:off x="4856596" y="5514721"/>
              <a:ext cx="3292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1</a:t>
              </a:r>
            </a:p>
          </p:txBody>
        </p:sp>
        <p:sp>
          <p:nvSpPr>
            <p:cNvPr id="26" name="文本框 292">
              <a:extLst>
                <a:ext uri="{FF2B5EF4-FFF2-40B4-BE49-F238E27FC236}">
                  <a16:creationId xmlns:a16="http://schemas.microsoft.com/office/drawing/2014/main" id="{F97D9794-021D-4269-B13C-9218E2D6BB37}"/>
                </a:ext>
              </a:extLst>
            </p:cNvPr>
            <p:cNvSpPr txBox="1">
              <a:spLocks noChangeArrowheads="1"/>
            </p:cNvSpPr>
            <p:nvPr/>
          </p:nvSpPr>
          <p:spPr bwMode="auto">
            <a:xfrm>
              <a:off x="4764622" y="5143819"/>
              <a:ext cx="388127" cy="369332"/>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5</a:t>
              </a:r>
            </a:p>
          </p:txBody>
        </p:sp>
        <p:sp>
          <p:nvSpPr>
            <p:cNvPr id="27" name="文本框 293">
              <a:extLst>
                <a:ext uri="{FF2B5EF4-FFF2-40B4-BE49-F238E27FC236}">
                  <a16:creationId xmlns:a16="http://schemas.microsoft.com/office/drawing/2014/main" id="{0B768A07-6C50-4B44-86D3-F8FBA953C648}"/>
                </a:ext>
              </a:extLst>
            </p:cNvPr>
            <p:cNvSpPr txBox="1">
              <a:spLocks noChangeArrowheads="1"/>
            </p:cNvSpPr>
            <p:nvPr/>
          </p:nvSpPr>
          <p:spPr bwMode="auto">
            <a:xfrm>
              <a:off x="5418612" y="5520671"/>
              <a:ext cx="35971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4</a:t>
              </a:r>
            </a:p>
          </p:txBody>
        </p:sp>
        <p:sp>
          <p:nvSpPr>
            <p:cNvPr id="28" name="文本框 294">
              <a:extLst>
                <a:ext uri="{FF2B5EF4-FFF2-40B4-BE49-F238E27FC236}">
                  <a16:creationId xmlns:a16="http://schemas.microsoft.com/office/drawing/2014/main" id="{7D4F3265-B79A-43A7-941C-39DD274B7615}"/>
                </a:ext>
              </a:extLst>
            </p:cNvPr>
            <p:cNvSpPr txBox="1">
              <a:spLocks noChangeArrowheads="1"/>
            </p:cNvSpPr>
            <p:nvPr/>
          </p:nvSpPr>
          <p:spPr bwMode="auto">
            <a:xfrm>
              <a:off x="5405146" y="5957320"/>
              <a:ext cx="2942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6</a:t>
              </a:r>
            </a:p>
          </p:txBody>
        </p:sp>
        <p:sp>
          <p:nvSpPr>
            <p:cNvPr id="29" name="文本框 295">
              <a:extLst>
                <a:ext uri="{FF2B5EF4-FFF2-40B4-BE49-F238E27FC236}">
                  <a16:creationId xmlns:a16="http://schemas.microsoft.com/office/drawing/2014/main" id="{96DEED0F-9000-4150-817D-7098A76E9EC3}"/>
                </a:ext>
              </a:extLst>
            </p:cNvPr>
            <p:cNvSpPr txBox="1">
              <a:spLocks noChangeArrowheads="1"/>
            </p:cNvSpPr>
            <p:nvPr/>
          </p:nvSpPr>
          <p:spPr bwMode="auto">
            <a:xfrm>
              <a:off x="5524113" y="5197666"/>
              <a:ext cx="2942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2</a:t>
              </a:r>
            </a:p>
          </p:txBody>
        </p:sp>
        <p:sp>
          <p:nvSpPr>
            <p:cNvPr id="30" name="文本框 296">
              <a:extLst>
                <a:ext uri="{FF2B5EF4-FFF2-40B4-BE49-F238E27FC236}">
                  <a16:creationId xmlns:a16="http://schemas.microsoft.com/office/drawing/2014/main" id="{0CB40DBF-1E5B-435B-B77E-CFCFD2FDB7FA}"/>
                </a:ext>
              </a:extLst>
            </p:cNvPr>
            <p:cNvSpPr txBox="1">
              <a:spLocks noChangeArrowheads="1"/>
            </p:cNvSpPr>
            <p:nvPr/>
          </p:nvSpPr>
          <p:spPr bwMode="auto">
            <a:xfrm>
              <a:off x="4801720" y="5966664"/>
              <a:ext cx="363816" cy="28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5</a:t>
              </a:r>
            </a:p>
          </p:txBody>
        </p:sp>
        <p:sp>
          <p:nvSpPr>
            <p:cNvPr id="31" name="文本框 297">
              <a:extLst>
                <a:ext uri="{FF2B5EF4-FFF2-40B4-BE49-F238E27FC236}">
                  <a16:creationId xmlns:a16="http://schemas.microsoft.com/office/drawing/2014/main" id="{CC7AF97A-CBB0-43CB-9CBD-CC1A53B2B10B}"/>
                </a:ext>
              </a:extLst>
            </p:cNvPr>
            <p:cNvSpPr txBox="1">
              <a:spLocks noChangeArrowheads="1"/>
            </p:cNvSpPr>
            <p:nvPr/>
          </p:nvSpPr>
          <p:spPr bwMode="auto">
            <a:xfrm>
              <a:off x="5121271" y="6388644"/>
              <a:ext cx="2942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3</a:t>
              </a:r>
            </a:p>
          </p:txBody>
        </p:sp>
        <p:sp>
          <p:nvSpPr>
            <p:cNvPr id="32" name="文本框 298">
              <a:extLst>
                <a:ext uri="{FF2B5EF4-FFF2-40B4-BE49-F238E27FC236}">
                  <a16:creationId xmlns:a16="http://schemas.microsoft.com/office/drawing/2014/main" id="{CC4E77AF-0EAB-4098-8A3D-4C050814F1CE}"/>
                </a:ext>
              </a:extLst>
            </p:cNvPr>
            <p:cNvSpPr txBox="1">
              <a:spLocks noChangeArrowheads="1"/>
            </p:cNvSpPr>
            <p:nvPr/>
          </p:nvSpPr>
          <p:spPr bwMode="auto">
            <a:xfrm>
              <a:off x="4511230" y="5916487"/>
              <a:ext cx="29782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6</a:t>
              </a:r>
            </a:p>
          </p:txBody>
        </p:sp>
        <p:sp>
          <p:nvSpPr>
            <p:cNvPr id="33" name="文本框 299">
              <a:extLst>
                <a:ext uri="{FF2B5EF4-FFF2-40B4-BE49-F238E27FC236}">
                  <a16:creationId xmlns:a16="http://schemas.microsoft.com/office/drawing/2014/main" id="{6FC335AE-F6D1-4887-B814-9CF1702DC4E5}"/>
                </a:ext>
              </a:extLst>
            </p:cNvPr>
            <p:cNvSpPr txBox="1">
              <a:spLocks noChangeArrowheads="1"/>
            </p:cNvSpPr>
            <p:nvPr/>
          </p:nvSpPr>
          <p:spPr bwMode="auto">
            <a:xfrm>
              <a:off x="5806813" y="5849084"/>
              <a:ext cx="3543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6</a:t>
              </a:r>
            </a:p>
          </p:txBody>
        </p:sp>
        <p:sp>
          <p:nvSpPr>
            <p:cNvPr id="34" name="椭圆 33">
              <a:extLst>
                <a:ext uri="{FF2B5EF4-FFF2-40B4-BE49-F238E27FC236}">
                  <a16:creationId xmlns:a16="http://schemas.microsoft.com/office/drawing/2014/main" id="{EA2CFCA8-4359-4D9C-8F30-EE3A2458CA3E}"/>
                </a:ext>
              </a:extLst>
            </p:cNvPr>
            <p:cNvSpPr>
              <a:spLocks noChangeArrowheads="1"/>
            </p:cNvSpPr>
            <p:nvPr/>
          </p:nvSpPr>
          <p:spPr bwMode="auto">
            <a:xfrm>
              <a:off x="5773511" y="5436622"/>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36000" rIns="3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F</a:t>
              </a:r>
            </a:p>
          </p:txBody>
        </p:sp>
        <p:sp>
          <p:nvSpPr>
            <p:cNvPr id="35" name="文本框 302">
              <a:extLst>
                <a:ext uri="{FF2B5EF4-FFF2-40B4-BE49-F238E27FC236}">
                  <a16:creationId xmlns:a16="http://schemas.microsoft.com/office/drawing/2014/main" id="{658FECE2-4B1A-4C7E-B7A4-B4685EAF2679}"/>
                </a:ext>
              </a:extLst>
            </p:cNvPr>
            <p:cNvSpPr txBox="1">
              <a:spLocks noChangeArrowheads="1"/>
            </p:cNvSpPr>
            <p:nvPr/>
          </p:nvSpPr>
          <p:spPr bwMode="auto">
            <a:xfrm>
              <a:off x="5186732" y="5472148"/>
              <a:ext cx="2942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5</a:t>
              </a:r>
            </a:p>
          </p:txBody>
        </p:sp>
        <p:sp>
          <p:nvSpPr>
            <p:cNvPr id="36" name="椭圆 35">
              <a:extLst>
                <a:ext uri="{FF2B5EF4-FFF2-40B4-BE49-F238E27FC236}">
                  <a16:creationId xmlns:a16="http://schemas.microsoft.com/office/drawing/2014/main" id="{33967657-D8A1-4D3B-9BC7-13D9F13A15B0}"/>
                </a:ext>
              </a:extLst>
            </p:cNvPr>
            <p:cNvSpPr>
              <a:spLocks noChangeArrowheads="1"/>
            </p:cNvSpPr>
            <p:nvPr/>
          </p:nvSpPr>
          <p:spPr bwMode="auto">
            <a:xfrm>
              <a:off x="5574917" y="6240141"/>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E</a:t>
              </a:r>
            </a:p>
          </p:txBody>
        </p:sp>
        <p:sp>
          <p:nvSpPr>
            <p:cNvPr id="37" name="直接连接符 36">
              <a:extLst>
                <a:ext uri="{FF2B5EF4-FFF2-40B4-BE49-F238E27FC236}">
                  <a16:creationId xmlns:a16="http://schemas.microsoft.com/office/drawing/2014/main" id="{CA63916F-59BC-4698-995E-85E155751D7E}"/>
                </a:ext>
              </a:extLst>
            </p:cNvPr>
            <p:cNvSpPr>
              <a:spLocks noChangeShapeType="1"/>
            </p:cNvSpPr>
            <p:nvPr/>
          </p:nvSpPr>
          <p:spPr bwMode="auto">
            <a:xfrm flipV="1">
              <a:off x="4807407" y="5368677"/>
              <a:ext cx="320568" cy="139121"/>
            </a:xfrm>
            <a:prstGeom prst="line">
              <a:avLst/>
            </a:prstGeom>
            <a:noFill/>
            <a:ln w="1905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直接连接符 37">
              <a:extLst>
                <a:ext uri="{FF2B5EF4-FFF2-40B4-BE49-F238E27FC236}">
                  <a16:creationId xmlns:a16="http://schemas.microsoft.com/office/drawing/2014/main" id="{0965E4E5-8D3D-4928-8B4F-FF388CA270DF}"/>
                </a:ext>
              </a:extLst>
            </p:cNvPr>
            <p:cNvSpPr>
              <a:spLocks noChangeShapeType="1"/>
            </p:cNvSpPr>
            <p:nvPr/>
          </p:nvSpPr>
          <p:spPr bwMode="auto">
            <a:xfrm>
              <a:off x="4705351" y="5736951"/>
              <a:ext cx="118542" cy="510137"/>
            </a:xfrm>
            <a:prstGeom prst="line">
              <a:avLst/>
            </a:prstGeom>
            <a:noFill/>
            <a:ln w="1905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直接连接符 38">
              <a:extLst>
                <a:ext uri="{FF2B5EF4-FFF2-40B4-BE49-F238E27FC236}">
                  <a16:creationId xmlns:a16="http://schemas.microsoft.com/office/drawing/2014/main" id="{0102BF82-D9E9-45DB-BB4A-FDFBC1003B17}"/>
                </a:ext>
              </a:extLst>
            </p:cNvPr>
            <p:cNvSpPr>
              <a:spLocks noChangeShapeType="1"/>
            </p:cNvSpPr>
            <p:nvPr/>
          </p:nvSpPr>
          <p:spPr bwMode="auto">
            <a:xfrm>
              <a:off x="4782144" y="5664214"/>
              <a:ext cx="318924" cy="167159"/>
            </a:xfrm>
            <a:prstGeom prst="line">
              <a:avLst/>
            </a:prstGeom>
            <a:noFill/>
            <a:ln w="19050" cap="sq">
              <a:solidFill>
                <a:schemeClr val="accent6">
                  <a:lumMod val="75000"/>
                </a:schemeClr>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椭圆 39">
              <a:extLst>
                <a:ext uri="{FF2B5EF4-FFF2-40B4-BE49-F238E27FC236}">
                  <a16:creationId xmlns:a16="http://schemas.microsoft.com/office/drawing/2014/main" id="{E6544780-3CC9-43D8-AEC5-378018DC2D3A}"/>
                </a:ext>
              </a:extLst>
            </p:cNvPr>
            <p:cNvSpPr>
              <a:spLocks noChangeArrowheads="1"/>
            </p:cNvSpPr>
            <p:nvPr/>
          </p:nvSpPr>
          <p:spPr bwMode="auto">
            <a:xfrm>
              <a:off x="5101649" y="5127044"/>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D</a:t>
              </a:r>
            </a:p>
          </p:txBody>
        </p:sp>
        <p:sp>
          <p:nvSpPr>
            <p:cNvPr id="41" name="椭圆 40">
              <a:extLst>
                <a:ext uri="{FF2B5EF4-FFF2-40B4-BE49-F238E27FC236}">
                  <a16:creationId xmlns:a16="http://schemas.microsoft.com/office/drawing/2014/main" id="{499E45B9-813B-49FE-8166-F55B5FE12B57}"/>
                </a:ext>
              </a:extLst>
            </p:cNvPr>
            <p:cNvSpPr>
              <a:spLocks noChangeArrowheads="1"/>
            </p:cNvSpPr>
            <p:nvPr/>
          </p:nvSpPr>
          <p:spPr bwMode="auto">
            <a:xfrm>
              <a:off x="5098004" y="5752114"/>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C</a:t>
              </a:r>
            </a:p>
          </p:txBody>
        </p:sp>
        <p:sp>
          <p:nvSpPr>
            <p:cNvPr id="42" name="椭圆 41">
              <a:extLst>
                <a:ext uri="{FF2B5EF4-FFF2-40B4-BE49-F238E27FC236}">
                  <a16:creationId xmlns:a16="http://schemas.microsoft.com/office/drawing/2014/main" id="{9A69090C-CA37-4C46-9AD8-E6E1D7109953}"/>
                </a:ext>
              </a:extLst>
            </p:cNvPr>
            <p:cNvSpPr>
              <a:spLocks noChangeArrowheads="1"/>
            </p:cNvSpPr>
            <p:nvPr/>
          </p:nvSpPr>
          <p:spPr bwMode="auto">
            <a:xfrm>
              <a:off x="4763021" y="6240141"/>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B</a:t>
              </a:r>
            </a:p>
          </p:txBody>
        </p:sp>
        <p:sp>
          <p:nvSpPr>
            <p:cNvPr id="43" name="椭圆 42">
              <a:extLst>
                <a:ext uri="{FF2B5EF4-FFF2-40B4-BE49-F238E27FC236}">
                  <a16:creationId xmlns:a16="http://schemas.microsoft.com/office/drawing/2014/main" id="{B8D0A891-60E2-4B31-991C-68D804BF9A55}"/>
                </a:ext>
              </a:extLst>
            </p:cNvPr>
            <p:cNvSpPr>
              <a:spLocks noChangeArrowheads="1"/>
            </p:cNvSpPr>
            <p:nvPr/>
          </p:nvSpPr>
          <p:spPr bwMode="auto">
            <a:xfrm>
              <a:off x="4521148" y="5431139"/>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A</a:t>
              </a:r>
            </a:p>
          </p:txBody>
        </p:sp>
      </p:grpSp>
      <p:sp>
        <p:nvSpPr>
          <p:cNvPr id="44" name="文本框 121">
            <a:extLst>
              <a:ext uri="{FF2B5EF4-FFF2-40B4-BE49-F238E27FC236}">
                <a16:creationId xmlns:a16="http://schemas.microsoft.com/office/drawing/2014/main" id="{E4EB8F99-9F91-49EE-BFC1-3901C77F4481}"/>
              </a:ext>
            </a:extLst>
          </p:cNvPr>
          <p:cNvSpPr txBox="1"/>
          <p:nvPr/>
        </p:nvSpPr>
        <p:spPr>
          <a:xfrm>
            <a:off x="1419326" y="4935213"/>
            <a:ext cx="213219" cy="1623521"/>
          </a:xfrm>
          <a:prstGeom prst="rect">
            <a:avLst/>
          </a:prstGeom>
          <a:noFill/>
          <a:ln w="12700">
            <a:noFill/>
          </a:ln>
        </p:spPr>
        <p:txBody>
          <a:bodyPr wrap="square">
            <a:spAutoFit/>
          </a:bodyPr>
          <a:lstStyle>
            <a:defPPr>
              <a:defRPr lang="zh-CN"/>
            </a:defPPr>
            <a:lvl1pPr marL="0" algn="ctr" defTabSz="914400" rtl="0" eaLnBrk="1" latinLnBrk="0" hangingPunct="1">
              <a:lnSpc>
                <a:spcPct val="90000"/>
              </a:lnSpc>
              <a:defRPr sz="1800" b="1" kern="1200">
                <a:solidFill>
                  <a:schemeClr val="tx1"/>
                </a:solidFill>
                <a:effectLst/>
                <a:latin typeface="宋体" panose="02010600030101010101" pitchFamily="2" charset="-122"/>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noProof="1"/>
              <a:t>最小生成树  </a:t>
            </a:r>
            <a:r>
              <a:rPr lang="en-US" altLang="zh-CN" sz="2000" noProof="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a:t>
            </a:r>
            <a:endParaRPr lang="zh-CN" altLang="en-US" sz="2000" noProof="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5" name="文本框 123">
            <a:extLst>
              <a:ext uri="{FF2B5EF4-FFF2-40B4-BE49-F238E27FC236}">
                <a16:creationId xmlns:a16="http://schemas.microsoft.com/office/drawing/2014/main" id="{9EFD7DD5-D9FC-4AFE-B5D6-A512A33AD4AC}"/>
              </a:ext>
            </a:extLst>
          </p:cNvPr>
          <p:cNvSpPr txBox="1"/>
          <p:nvPr/>
        </p:nvSpPr>
        <p:spPr>
          <a:xfrm>
            <a:off x="8802041" y="5147895"/>
            <a:ext cx="328948" cy="391133"/>
          </a:xfrm>
          <a:prstGeom prst="rect">
            <a:avLst/>
          </a:prstGeom>
          <a:noFill/>
        </p:spPr>
        <p:txBody>
          <a:bodyPr wrap="square" lIns="0" tIns="0" rIns="0" bIns="0" rtlCol="0" anchor="ctr" anchorCtr="1">
            <a:spAutoFit/>
          </a:bodyPr>
          <a:lstStyle>
            <a:defPPr>
              <a:defRPr lang="zh-CN"/>
            </a:defPPr>
            <a:lvl1pPr algn="ctr">
              <a:lnSpc>
                <a:spcPts val="1400"/>
              </a:lnSpc>
              <a:defRPr sz="2000" b="1">
                <a:solidFill>
                  <a:srgbClr val="C00000"/>
                </a:solidFill>
                <a:latin typeface="Courier New" panose="02070309020205020404" pitchFamily="49" charset="0"/>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0</a:t>
            </a:r>
          </a:p>
          <a:p>
            <a:r>
              <a:rPr lang="en-US" altLang="zh-CN" dirty="0"/>
              <a:t>A</a:t>
            </a:r>
          </a:p>
        </p:txBody>
      </p:sp>
      <p:sp>
        <p:nvSpPr>
          <p:cNvPr id="46" name="文本框 124">
            <a:extLst>
              <a:ext uri="{FF2B5EF4-FFF2-40B4-BE49-F238E27FC236}">
                <a16:creationId xmlns:a16="http://schemas.microsoft.com/office/drawing/2014/main" id="{1463C81D-13DD-4817-97D6-0599A4B5BE8C}"/>
              </a:ext>
            </a:extLst>
          </p:cNvPr>
          <p:cNvSpPr txBox="1"/>
          <p:nvPr/>
        </p:nvSpPr>
        <p:spPr>
          <a:xfrm>
            <a:off x="9224937" y="5148816"/>
            <a:ext cx="216837" cy="398827"/>
          </a:xfrm>
          <a:prstGeom prst="rect">
            <a:avLst/>
          </a:prstGeom>
          <a:noFill/>
        </p:spPr>
        <p:txBody>
          <a:bodyPr wrap="square" lIns="0" tIns="0" rIns="0" bIns="0" rtlCol="0" anchor="ctr" anchorCtr="1">
            <a:spAutoFit/>
          </a:bodyPr>
          <a:lstStyle>
            <a:defPPr>
              <a:defRPr lang="zh-CN"/>
            </a:defPPr>
            <a:lvl1pPr algn="ctr">
              <a:lnSpc>
                <a:spcPts val="1400"/>
              </a:lnSpc>
              <a:defRPr sz="2000" b="1">
                <a:solidFill>
                  <a:srgbClr val="C00000"/>
                </a:solidFill>
                <a:latin typeface="Courier New" panose="02070309020205020404" pitchFamily="49" charset="0"/>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0A</a:t>
            </a:r>
          </a:p>
        </p:txBody>
      </p:sp>
      <p:sp>
        <p:nvSpPr>
          <p:cNvPr id="47" name="文本框 127">
            <a:extLst>
              <a:ext uri="{FF2B5EF4-FFF2-40B4-BE49-F238E27FC236}">
                <a16:creationId xmlns:a16="http://schemas.microsoft.com/office/drawing/2014/main" id="{B659E05C-DEFF-479A-818A-B42E6A9E0F52}"/>
              </a:ext>
            </a:extLst>
          </p:cNvPr>
          <p:cNvSpPr txBox="1"/>
          <p:nvPr/>
        </p:nvSpPr>
        <p:spPr>
          <a:xfrm>
            <a:off x="8465445" y="5150433"/>
            <a:ext cx="328948" cy="391133"/>
          </a:xfrm>
          <a:prstGeom prst="rect">
            <a:avLst/>
          </a:prstGeom>
          <a:noFill/>
        </p:spPr>
        <p:txBody>
          <a:bodyPr wrap="square" lIns="0" tIns="0" rIns="0" bIns="0" rtlCol="0" anchor="ctr" anchorCtr="1">
            <a:spAutoFit/>
          </a:bodyPr>
          <a:lstStyle>
            <a:defPPr>
              <a:defRPr lang="zh-CN"/>
            </a:defPPr>
            <a:lvl1pPr marL="0" algn="ctr" defTabSz="914400" rtl="0" eaLnBrk="1" latinLnBrk="0" hangingPunct="1">
              <a:defRPr sz="2400" b="1" kern="1200">
                <a:solidFill>
                  <a:srgbClr val="C00000"/>
                </a:solidFill>
                <a:latin typeface="Courier New" panose="02070309020205020404" pitchFamily="49" charset="0"/>
                <a:ea typeface="+mn-ea"/>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400"/>
              </a:lnSpc>
            </a:pPr>
            <a:r>
              <a:rPr lang="en-US" altLang="zh-CN" sz="2000" dirty="0"/>
              <a:t>0</a:t>
            </a:r>
          </a:p>
          <a:p>
            <a:pPr>
              <a:lnSpc>
                <a:spcPts val="1400"/>
              </a:lnSpc>
            </a:pPr>
            <a:r>
              <a:rPr lang="en-US" altLang="zh-CN" sz="2000" dirty="0"/>
              <a:t>A</a:t>
            </a:r>
          </a:p>
        </p:txBody>
      </p:sp>
      <p:sp>
        <p:nvSpPr>
          <p:cNvPr id="48" name="文本框 129">
            <a:extLst>
              <a:ext uri="{FF2B5EF4-FFF2-40B4-BE49-F238E27FC236}">
                <a16:creationId xmlns:a16="http://schemas.microsoft.com/office/drawing/2014/main" id="{0055FDCB-C248-4C70-B5CF-1454DED0A0C0}"/>
              </a:ext>
            </a:extLst>
          </p:cNvPr>
          <p:cNvSpPr txBox="1"/>
          <p:nvPr/>
        </p:nvSpPr>
        <p:spPr>
          <a:xfrm>
            <a:off x="9524631" y="5147407"/>
            <a:ext cx="328948" cy="391133"/>
          </a:xfrm>
          <a:prstGeom prst="rect">
            <a:avLst/>
          </a:prstGeom>
          <a:noFill/>
        </p:spPr>
        <p:txBody>
          <a:bodyPr wrap="square" lIns="0" tIns="0" rIns="0" bIns="0" rtlCol="0" anchor="ctr" anchorCtr="1">
            <a:spAutoFit/>
          </a:bodyPr>
          <a:lstStyle>
            <a:defPPr>
              <a:defRPr lang="zh-CN"/>
            </a:defPPr>
            <a:lvl1pPr algn="ctr">
              <a:lnSpc>
                <a:spcPts val="1400"/>
              </a:lnSpc>
              <a:defRPr sz="2000" b="1">
                <a:solidFill>
                  <a:srgbClr val="C00000"/>
                </a:solidFill>
                <a:latin typeface="Courier New" panose="02070309020205020404" pitchFamily="49" charset="0"/>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0</a:t>
            </a:r>
          </a:p>
          <a:p>
            <a:r>
              <a:rPr lang="en-US" altLang="zh-CN" dirty="0"/>
              <a:t>A</a:t>
            </a:r>
          </a:p>
        </p:txBody>
      </p:sp>
      <p:sp>
        <p:nvSpPr>
          <p:cNvPr id="49" name="文本框 130">
            <a:extLst>
              <a:ext uri="{FF2B5EF4-FFF2-40B4-BE49-F238E27FC236}">
                <a16:creationId xmlns:a16="http://schemas.microsoft.com/office/drawing/2014/main" id="{B6431B5E-3C19-432D-9E4B-57534150F605}"/>
              </a:ext>
            </a:extLst>
          </p:cNvPr>
          <p:cNvSpPr txBox="1"/>
          <p:nvPr/>
        </p:nvSpPr>
        <p:spPr>
          <a:xfrm>
            <a:off x="9900862" y="5149788"/>
            <a:ext cx="278282" cy="392569"/>
          </a:xfrm>
          <a:prstGeom prst="rect">
            <a:avLst/>
          </a:prstGeom>
          <a:noFill/>
        </p:spPr>
        <p:txBody>
          <a:bodyPr wrap="square" lIns="0" tIns="0" rIns="0" bIns="0" rtlCol="0" anchor="t" anchorCtr="0">
            <a:spAutoFit/>
          </a:bodyPr>
          <a:lstStyle>
            <a:defPPr>
              <a:defRPr lang="zh-CN"/>
            </a:defPPr>
            <a:lvl1pPr algn="ctr">
              <a:lnSpc>
                <a:spcPts val="1400"/>
              </a:lnSpc>
              <a:defRPr sz="2000" b="1">
                <a:solidFill>
                  <a:srgbClr val="C00000"/>
                </a:solidFill>
                <a:latin typeface="Courier New" panose="02070309020205020404" pitchFamily="49" charset="0"/>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0</a:t>
            </a:r>
          </a:p>
          <a:p>
            <a:r>
              <a:rPr lang="en-US" altLang="zh-CN" dirty="0"/>
              <a:t>A</a:t>
            </a:r>
          </a:p>
        </p:txBody>
      </p:sp>
      <p:sp>
        <p:nvSpPr>
          <p:cNvPr id="76" name="文本框 75">
            <a:extLst>
              <a:ext uri="{FF2B5EF4-FFF2-40B4-BE49-F238E27FC236}">
                <a16:creationId xmlns:a16="http://schemas.microsoft.com/office/drawing/2014/main" id="{3CFD716C-9E22-D268-A911-34C67BE146CB}"/>
              </a:ext>
            </a:extLst>
          </p:cNvPr>
          <p:cNvSpPr txBox="1"/>
          <p:nvPr/>
        </p:nvSpPr>
        <p:spPr>
          <a:xfrm>
            <a:off x="7497455" y="5960772"/>
            <a:ext cx="654115" cy="400110"/>
          </a:xfrm>
          <a:prstGeom prst="rect">
            <a:avLst/>
          </a:prstGeom>
          <a:noFill/>
        </p:spPr>
        <p:txBody>
          <a:bodyPr wrap="square">
            <a:spAutoFit/>
          </a:bodyPr>
          <a:lstStyle/>
          <a:p>
            <a:r>
              <a:rPr lang="en-US" altLang="zh-CN" sz="2000" b="1" dirty="0">
                <a:solidFill>
                  <a:srgbClr val="7030A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H-&gt;</a:t>
            </a:r>
            <a:endParaRPr lang="zh-CN" altLang="en-US" sz="2000" dirty="0">
              <a:solidFill>
                <a:srgbClr val="7030A0"/>
              </a:solidFill>
              <a:effectLst>
                <a:outerShdw blurRad="38100" dist="38100" dir="2700000" algn="tl">
                  <a:srgbClr val="000000">
                    <a:alpha val="43137"/>
                  </a:srgbClr>
                </a:outerShdw>
              </a:effectLst>
            </a:endParaRPr>
          </a:p>
        </p:txBody>
      </p:sp>
      <p:sp>
        <p:nvSpPr>
          <p:cNvPr id="77" name="文本框 76">
            <a:extLst>
              <a:ext uri="{FF2B5EF4-FFF2-40B4-BE49-F238E27FC236}">
                <a16:creationId xmlns:a16="http://schemas.microsoft.com/office/drawing/2014/main" id="{93EDD7DD-FC19-8EC7-97FB-C953F529967D}"/>
              </a:ext>
            </a:extLst>
          </p:cNvPr>
          <p:cNvSpPr txBox="1"/>
          <p:nvPr/>
        </p:nvSpPr>
        <p:spPr>
          <a:xfrm>
            <a:off x="7259427" y="6265723"/>
            <a:ext cx="773038" cy="380480"/>
          </a:xfrm>
          <a:prstGeom prst="rect">
            <a:avLst/>
          </a:prstGeom>
          <a:noFill/>
        </p:spPr>
        <p:txBody>
          <a:bodyPr wrap="square" lIns="0" tIns="36000" rIns="0" bIns="36000">
            <a:spAutoFit/>
          </a:bodyPr>
          <a:lstStyle/>
          <a:p>
            <a:pPr algn="r"/>
            <a:r>
              <a:rPr lang="en-US" altLang="zh-CN" sz="2000" b="1" dirty="0" err="1">
                <a:solidFill>
                  <a:srgbClr val="7030A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hpos</a:t>
            </a:r>
            <a:endParaRPr lang="zh-CN" altLang="en-US" sz="2000" dirty="0">
              <a:solidFill>
                <a:srgbClr val="7030A0"/>
              </a:solidFill>
              <a:effectLst>
                <a:outerShdw blurRad="38100" dist="38100" dir="2700000" algn="tl">
                  <a:srgbClr val="000000">
                    <a:alpha val="43137"/>
                  </a:srgbClr>
                </a:outerShdw>
              </a:effectLst>
            </a:endParaRPr>
          </a:p>
        </p:txBody>
      </p:sp>
      <p:graphicFrame>
        <p:nvGraphicFramePr>
          <p:cNvPr id="78" name="表格 77">
            <a:extLst>
              <a:ext uri="{FF2B5EF4-FFF2-40B4-BE49-F238E27FC236}">
                <a16:creationId xmlns:a16="http://schemas.microsoft.com/office/drawing/2014/main" id="{C5780D52-34A7-D9F3-1BA2-42F38CB2FF75}"/>
              </a:ext>
            </a:extLst>
          </p:cNvPr>
          <p:cNvGraphicFramePr>
            <a:graphicFrameLocks noGrp="1"/>
          </p:cNvGraphicFramePr>
          <p:nvPr>
            <p:extLst>
              <p:ext uri="{D42A27DB-BD31-4B8C-83A1-F6EECF244321}">
                <p14:modId xmlns:p14="http://schemas.microsoft.com/office/powerpoint/2010/main" val="3380488823"/>
              </p:ext>
            </p:extLst>
          </p:nvPr>
        </p:nvGraphicFramePr>
        <p:xfrm>
          <a:off x="8063393" y="6339790"/>
          <a:ext cx="2159700" cy="310328"/>
        </p:xfrm>
        <a:graphic>
          <a:graphicData uri="http://schemas.openxmlformats.org/drawingml/2006/table">
            <a:tbl>
              <a:tblPr firstRow="1" bandRow="1">
                <a:tableStyleId>{5940675A-B579-460E-94D1-54222C63F5DA}</a:tableStyleId>
              </a:tblPr>
              <a:tblGrid>
                <a:gridCol w="359950">
                  <a:extLst>
                    <a:ext uri="{9D8B030D-6E8A-4147-A177-3AD203B41FA5}">
                      <a16:colId xmlns:a16="http://schemas.microsoft.com/office/drawing/2014/main" val="3550348888"/>
                    </a:ext>
                  </a:extLst>
                </a:gridCol>
                <a:gridCol w="359950">
                  <a:extLst>
                    <a:ext uri="{9D8B030D-6E8A-4147-A177-3AD203B41FA5}">
                      <a16:colId xmlns:a16="http://schemas.microsoft.com/office/drawing/2014/main" val="2140502741"/>
                    </a:ext>
                  </a:extLst>
                </a:gridCol>
                <a:gridCol w="359950">
                  <a:extLst>
                    <a:ext uri="{9D8B030D-6E8A-4147-A177-3AD203B41FA5}">
                      <a16:colId xmlns:a16="http://schemas.microsoft.com/office/drawing/2014/main" val="3958994279"/>
                    </a:ext>
                  </a:extLst>
                </a:gridCol>
                <a:gridCol w="359950">
                  <a:extLst>
                    <a:ext uri="{9D8B030D-6E8A-4147-A177-3AD203B41FA5}">
                      <a16:colId xmlns:a16="http://schemas.microsoft.com/office/drawing/2014/main" val="3565008668"/>
                    </a:ext>
                  </a:extLst>
                </a:gridCol>
                <a:gridCol w="359950">
                  <a:extLst>
                    <a:ext uri="{9D8B030D-6E8A-4147-A177-3AD203B41FA5}">
                      <a16:colId xmlns:a16="http://schemas.microsoft.com/office/drawing/2014/main" val="2917778974"/>
                    </a:ext>
                  </a:extLst>
                </a:gridCol>
                <a:gridCol w="359950">
                  <a:extLst>
                    <a:ext uri="{9D8B030D-6E8A-4147-A177-3AD203B41FA5}">
                      <a16:colId xmlns:a16="http://schemas.microsoft.com/office/drawing/2014/main" val="2610947440"/>
                    </a:ext>
                  </a:extLst>
                </a:gridCol>
              </a:tblGrid>
              <a:tr h="310328">
                <a:tc>
                  <a:txBody>
                    <a:bodyPr/>
                    <a:lstStyle/>
                    <a:p>
                      <a:endParaRPr lang="zh-CN" altLang="en-US" sz="1000" dirty="0"/>
                    </a:p>
                  </a:txBody>
                  <a:tcPr anchor="ctr">
                    <a:solidFill>
                      <a:schemeClr val="bg2">
                        <a:lumMod val="90000"/>
                      </a:schemeClr>
                    </a:solidFill>
                  </a:tcPr>
                </a:tc>
                <a:tc>
                  <a:txBody>
                    <a:bodyPr/>
                    <a:lstStyle/>
                    <a:p>
                      <a:endParaRPr lang="zh-CN" altLang="en-US" sz="1000" dirty="0"/>
                    </a:p>
                  </a:txBody>
                  <a:tcPr anchor="ctr">
                    <a:solidFill>
                      <a:srgbClr val="E7FFFF"/>
                    </a:solidFill>
                  </a:tcPr>
                </a:tc>
                <a:tc>
                  <a:txBody>
                    <a:bodyPr/>
                    <a:lstStyle/>
                    <a:p>
                      <a:endParaRPr lang="zh-CN" altLang="en-US" sz="1000" dirty="0"/>
                    </a:p>
                  </a:txBody>
                  <a:tcPr anchor="ctr">
                    <a:solidFill>
                      <a:srgbClr val="E7FFFF"/>
                    </a:solidFill>
                  </a:tcPr>
                </a:tc>
                <a:tc>
                  <a:txBody>
                    <a:bodyPr/>
                    <a:lstStyle/>
                    <a:p>
                      <a:endParaRPr lang="zh-CN" altLang="en-US" sz="1000"/>
                    </a:p>
                  </a:txBody>
                  <a:tcPr anchor="ctr">
                    <a:solidFill>
                      <a:srgbClr val="E7FFFF"/>
                    </a:solidFill>
                  </a:tcPr>
                </a:tc>
                <a:tc>
                  <a:txBody>
                    <a:bodyPr/>
                    <a:lstStyle/>
                    <a:p>
                      <a:endParaRPr lang="zh-CN" altLang="en-US" sz="1000"/>
                    </a:p>
                  </a:txBody>
                  <a:tcPr anchor="ctr">
                    <a:solidFill>
                      <a:srgbClr val="E7FFFF"/>
                    </a:solidFill>
                  </a:tcPr>
                </a:tc>
                <a:tc>
                  <a:txBody>
                    <a:bodyPr/>
                    <a:lstStyle/>
                    <a:p>
                      <a:endParaRPr lang="zh-CN" altLang="en-US" sz="1000" dirty="0"/>
                    </a:p>
                  </a:txBody>
                  <a:tcPr anchor="ctr">
                    <a:solidFill>
                      <a:srgbClr val="E7FFFF"/>
                    </a:solidFill>
                  </a:tcPr>
                </a:tc>
                <a:extLst>
                  <a:ext uri="{0D108BD9-81ED-4DB2-BD59-A6C34878D82A}">
                    <a16:rowId xmlns:a16="http://schemas.microsoft.com/office/drawing/2014/main" val="2970230282"/>
                  </a:ext>
                </a:extLst>
              </a:tr>
            </a:tbl>
          </a:graphicData>
        </a:graphic>
      </p:graphicFrame>
      <p:sp>
        <p:nvSpPr>
          <p:cNvPr id="79" name="文本框 78">
            <a:extLst>
              <a:ext uri="{FF2B5EF4-FFF2-40B4-BE49-F238E27FC236}">
                <a16:creationId xmlns:a16="http://schemas.microsoft.com/office/drawing/2014/main" id="{BB772C90-ABAB-5DD4-8A08-EF418D6F7CA1}"/>
              </a:ext>
            </a:extLst>
          </p:cNvPr>
          <p:cNvSpPr txBox="1"/>
          <p:nvPr/>
        </p:nvSpPr>
        <p:spPr>
          <a:xfrm>
            <a:off x="8531919" y="6359259"/>
            <a:ext cx="137858" cy="276999"/>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sz="1800" dirty="0">
                <a:solidFill>
                  <a:schemeClr val="accent2">
                    <a:lumMod val="50000"/>
                  </a:schemeClr>
                </a:solidFill>
              </a:rPr>
              <a:t>2</a:t>
            </a:r>
          </a:p>
        </p:txBody>
      </p:sp>
      <p:sp>
        <p:nvSpPr>
          <p:cNvPr id="80" name="文本框 79">
            <a:extLst>
              <a:ext uri="{FF2B5EF4-FFF2-40B4-BE49-F238E27FC236}">
                <a16:creationId xmlns:a16="http://schemas.microsoft.com/office/drawing/2014/main" id="{5F1F72F6-7A0E-F8E9-60AC-F4F14B6F28E2}"/>
              </a:ext>
            </a:extLst>
          </p:cNvPr>
          <p:cNvSpPr txBox="1"/>
          <p:nvPr/>
        </p:nvSpPr>
        <p:spPr>
          <a:xfrm>
            <a:off x="8896569" y="6359259"/>
            <a:ext cx="137858" cy="276999"/>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sz="1800" dirty="0">
                <a:solidFill>
                  <a:schemeClr val="accent2">
                    <a:lumMod val="50000"/>
                  </a:schemeClr>
                </a:solidFill>
              </a:rPr>
              <a:t>1</a:t>
            </a:r>
          </a:p>
        </p:txBody>
      </p:sp>
      <p:sp>
        <p:nvSpPr>
          <p:cNvPr id="81" name="文本框 80">
            <a:extLst>
              <a:ext uri="{FF2B5EF4-FFF2-40B4-BE49-F238E27FC236}">
                <a16:creationId xmlns:a16="http://schemas.microsoft.com/office/drawing/2014/main" id="{4EF71C2B-7C38-EEAA-B4F7-8FFB1B7FA138}"/>
              </a:ext>
            </a:extLst>
          </p:cNvPr>
          <p:cNvSpPr txBox="1"/>
          <p:nvPr/>
        </p:nvSpPr>
        <p:spPr>
          <a:xfrm>
            <a:off x="9255977" y="6371304"/>
            <a:ext cx="137858" cy="276999"/>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sz="1800" dirty="0">
                <a:solidFill>
                  <a:schemeClr val="accent2">
                    <a:lumMod val="50000"/>
                  </a:schemeClr>
                </a:solidFill>
              </a:rPr>
              <a:t>3</a:t>
            </a:r>
          </a:p>
        </p:txBody>
      </p:sp>
      <p:sp>
        <p:nvSpPr>
          <p:cNvPr id="82" name="文本框 81">
            <a:extLst>
              <a:ext uri="{FF2B5EF4-FFF2-40B4-BE49-F238E27FC236}">
                <a16:creationId xmlns:a16="http://schemas.microsoft.com/office/drawing/2014/main" id="{3F71863E-007D-0464-BBA1-37CC24D1B0EE}"/>
              </a:ext>
            </a:extLst>
          </p:cNvPr>
          <p:cNvSpPr txBox="1"/>
          <p:nvPr/>
        </p:nvSpPr>
        <p:spPr>
          <a:xfrm>
            <a:off x="9632440" y="6368923"/>
            <a:ext cx="137858" cy="276999"/>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sz="1800" dirty="0">
                <a:solidFill>
                  <a:schemeClr val="accent2">
                    <a:lumMod val="50000"/>
                  </a:schemeClr>
                </a:solidFill>
              </a:rPr>
              <a:t>4</a:t>
            </a:r>
          </a:p>
        </p:txBody>
      </p:sp>
      <p:sp>
        <p:nvSpPr>
          <p:cNvPr id="83" name="文本框 82">
            <a:extLst>
              <a:ext uri="{FF2B5EF4-FFF2-40B4-BE49-F238E27FC236}">
                <a16:creationId xmlns:a16="http://schemas.microsoft.com/office/drawing/2014/main" id="{A821C51E-66E8-3C96-37C2-C5F091A52FF3}"/>
              </a:ext>
            </a:extLst>
          </p:cNvPr>
          <p:cNvSpPr txBox="1"/>
          <p:nvPr/>
        </p:nvSpPr>
        <p:spPr>
          <a:xfrm>
            <a:off x="9995054" y="6368923"/>
            <a:ext cx="137858" cy="276999"/>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sz="1800" dirty="0">
                <a:solidFill>
                  <a:schemeClr val="accent2">
                    <a:lumMod val="50000"/>
                  </a:schemeClr>
                </a:solidFill>
              </a:rPr>
              <a:t>5</a:t>
            </a:r>
          </a:p>
        </p:txBody>
      </p:sp>
      <p:graphicFrame>
        <p:nvGraphicFramePr>
          <p:cNvPr id="84" name="表格 23">
            <a:extLst>
              <a:ext uri="{FF2B5EF4-FFF2-40B4-BE49-F238E27FC236}">
                <a16:creationId xmlns:a16="http://schemas.microsoft.com/office/drawing/2014/main" id="{53544A9E-E490-811E-5104-3A45334E05FE}"/>
              </a:ext>
            </a:extLst>
          </p:cNvPr>
          <p:cNvGraphicFramePr>
            <a:graphicFrameLocks noGrp="1"/>
          </p:cNvGraphicFramePr>
          <p:nvPr>
            <p:extLst>
              <p:ext uri="{D42A27DB-BD31-4B8C-83A1-F6EECF244321}">
                <p14:modId xmlns:p14="http://schemas.microsoft.com/office/powerpoint/2010/main" val="2775049124"/>
              </p:ext>
            </p:extLst>
          </p:nvPr>
        </p:nvGraphicFramePr>
        <p:xfrm>
          <a:off x="8055322" y="5644052"/>
          <a:ext cx="2167770" cy="649024"/>
        </p:xfrm>
        <a:graphic>
          <a:graphicData uri="http://schemas.openxmlformats.org/drawingml/2006/table">
            <a:tbl>
              <a:tblPr firstRow="1" bandRow="1">
                <a:tableStyleId>{5C22544A-7EE6-4342-B048-85BDC9FD1C3A}</a:tableStyleId>
              </a:tblPr>
              <a:tblGrid>
                <a:gridCol w="369315">
                  <a:extLst>
                    <a:ext uri="{9D8B030D-6E8A-4147-A177-3AD203B41FA5}">
                      <a16:colId xmlns:a16="http://schemas.microsoft.com/office/drawing/2014/main" val="66193535"/>
                    </a:ext>
                  </a:extLst>
                </a:gridCol>
                <a:gridCol w="353275">
                  <a:extLst>
                    <a:ext uri="{9D8B030D-6E8A-4147-A177-3AD203B41FA5}">
                      <a16:colId xmlns:a16="http://schemas.microsoft.com/office/drawing/2014/main" val="3063659661"/>
                    </a:ext>
                  </a:extLst>
                </a:gridCol>
                <a:gridCol w="361295">
                  <a:extLst>
                    <a:ext uri="{9D8B030D-6E8A-4147-A177-3AD203B41FA5}">
                      <a16:colId xmlns:a16="http://schemas.microsoft.com/office/drawing/2014/main" val="2915637025"/>
                    </a:ext>
                  </a:extLst>
                </a:gridCol>
                <a:gridCol w="361295">
                  <a:extLst>
                    <a:ext uri="{9D8B030D-6E8A-4147-A177-3AD203B41FA5}">
                      <a16:colId xmlns:a16="http://schemas.microsoft.com/office/drawing/2014/main" val="3540990174"/>
                    </a:ext>
                  </a:extLst>
                </a:gridCol>
                <a:gridCol w="361295">
                  <a:extLst>
                    <a:ext uri="{9D8B030D-6E8A-4147-A177-3AD203B41FA5}">
                      <a16:colId xmlns:a16="http://schemas.microsoft.com/office/drawing/2014/main" val="1260520005"/>
                    </a:ext>
                  </a:extLst>
                </a:gridCol>
                <a:gridCol w="361295">
                  <a:extLst>
                    <a:ext uri="{9D8B030D-6E8A-4147-A177-3AD203B41FA5}">
                      <a16:colId xmlns:a16="http://schemas.microsoft.com/office/drawing/2014/main" val="3645444890"/>
                    </a:ext>
                  </a:extLst>
                </a:gridCol>
              </a:tblGrid>
              <a:tr h="344224">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0</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1</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2</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3</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4</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5</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1276233"/>
                  </a:ext>
                </a:extLst>
              </a:tr>
              <a:tr h="279856">
                <a:tc>
                  <a:txBody>
                    <a:bodyPr/>
                    <a:lstStyle/>
                    <a:p>
                      <a:pPr algn="ctr"/>
                      <a:endParaRPr lang="zh-CN" altLang="en-US" sz="14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CN" altLang="en-US" sz="14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endParaRPr lang="zh-CN" altLang="en-US" sz="14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endParaRPr lang="zh-CN" altLang="en-US" sz="14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endParaRPr lang="zh-CN" altLang="en-US" sz="14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endParaRPr lang="zh-CN" altLang="en-US" sz="1400" b="1"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6021274"/>
                  </a:ext>
                </a:extLst>
              </a:tr>
            </a:tbl>
          </a:graphicData>
        </a:graphic>
      </p:graphicFrame>
      <p:sp>
        <p:nvSpPr>
          <p:cNvPr id="85" name="文本框 84">
            <a:extLst>
              <a:ext uri="{FF2B5EF4-FFF2-40B4-BE49-F238E27FC236}">
                <a16:creationId xmlns:a16="http://schemas.microsoft.com/office/drawing/2014/main" id="{FA30E3B7-D0D2-5D36-7E93-C66C7BB582C0}"/>
              </a:ext>
            </a:extLst>
          </p:cNvPr>
          <p:cNvSpPr txBox="1"/>
          <p:nvPr/>
        </p:nvSpPr>
        <p:spPr>
          <a:xfrm>
            <a:off x="8520853" y="6004964"/>
            <a:ext cx="153888" cy="307777"/>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sz="2000" dirty="0">
                <a:solidFill>
                  <a:srgbClr val="041ABC"/>
                </a:solidFill>
              </a:rPr>
              <a:t>2</a:t>
            </a:r>
          </a:p>
        </p:txBody>
      </p:sp>
      <p:sp>
        <p:nvSpPr>
          <p:cNvPr id="86" name="文本框 85">
            <a:extLst>
              <a:ext uri="{FF2B5EF4-FFF2-40B4-BE49-F238E27FC236}">
                <a16:creationId xmlns:a16="http://schemas.microsoft.com/office/drawing/2014/main" id="{15062865-7401-4DC7-0619-396BC948D293}"/>
              </a:ext>
            </a:extLst>
          </p:cNvPr>
          <p:cNvSpPr txBox="1"/>
          <p:nvPr/>
        </p:nvSpPr>
        <p:spPr>
          <a:xfrm>
            <a:off x="8883120" y="5995637"/>
            <a:ext cx="153888" cy="307777"/>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sz="2000" dirty="0">
                <a:solidFill>
                  <a:srgbClr val="041ABC"/>
                </a:solidFill>
              </a:rPr>
              <a:t>1</a:t>
            </a:r>
          </a:p>
        </p:txBody>
      </p:sp>
      <p:sp>
        <p:nvSpPr>
          <p:cNvPr id="87" name="文本框 86">
            <a:extLst>
              <a:ext uri="{FF2B5EF4-FFF2-40B4-BE49-F238E27FC236}">
                <a16:creationId xmlns:a16="http://schemas.microsoft.com/office/drawing/2014/main" id="{CE1C4154-0A39-948B-657E-D8D8DB49727A}"/>
              </a:ext>
            </a:extLst>
          </p:cNvPr>
          <p:cNvSpPr txBox="1"/>
          <p:nvPr/>
        </p:nvSpPr>
        <p:spPr>
          <a:xfrm>
            <a:off x="9244911" y="6001424"/>
            <a:ext cx="153888" cy="307777"/>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sz="2000" dirty="0">
                <a:solidFill>
                  <a:srgbClr val="041ABC"/>
                </a:solidFill>
              </a:rPr>
              <a:t>3</a:t>
            </a:r>
          </a:p>
        </p:txBody>
      </p:sp>
      <p:sp>
        <p:nvSpPr>
          <p:cNvPr id="88" name="文本框 87">
            <a:extLst>
              <a:ext uri="{FF2B5EF4-FFF2-40B4-BE49-F238E27FC236}">
                <a16:creationId xmlns:a16="http://schemas.microsoft.com/office/drawing/2014/main" id="{FE2F2186-803B-ADEE-E402-0AB855C05465}"/>
              </a:ext>
            </a:extLst>
          </p:cNvPr>
          <p:cNvSpPr txBox="1"/>
          <p:nvPr/>
        </p:nvSpPr>
        <p:spPr>
          <a:xfrm>
            <a:off x="9606702" y="5995449"/>
            <a:ext cx="153888" cy="307777"/>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sz="2000" dirty="0">
                <a:solidFill>
                  <a:srgbClr val="041ABC"/>
                </a:solidFill>
              </a:rPr>
              <a:t>4</a:t>
            </a:r>
          </a:p>
        </p:txBody>
      </p:sp>
      <p:sp>
        <p:nvSpPr>
          <p:cNvPr id="89" name="文本框 88">
            <a:extLst>
              <a:ext uri="{FF2B5EF4-FFF2-40B4-BE49-F238E27FC236}">
                <a16:creationId xmlns:a16="http://schemas.microsoft.com/office/drawing/2014/main" id="{9BB95E4F-C1A6-381A-6092-DBCF27AF5B1B}"/>
              </a:ext>
            </a:extLst>
          </p:cNvPr>
          <p:cNvSpPr txBox="1"/>
          <p:nvPr/>
        </p:nvSpPr>
        <p:spPr>
          <a:xfrm>
            <a:off x="9966765" y="5993434"/>
            <a:ext cx="153888" cy="307777"/>
          </a:xfrm>
          <a:prstGeom prst="rect">
            <a:avLst/>
          </a:prstGeom>
          <a:noFill/>
        </p:spPr>
        <p:txBody>
          <a:bodyPr wrap="none" lIns="0" tIns="0" rIns="0" bIns="0" rtlCol="0" anchor="ctr" anchorCtr="1">
            <a:spAutoFit/>
          </a:bodyPr>
          <a:lstStyle>
            <a:defPPr>
              <a:defRPr lang="zh-CN"/>
            </a:defPPr>
            <a:lvl1pPr>
              <a:defRPr sz="2200" b="1">
                <a:latin typeface="Courier New" panose="02070309020205020404" pitchFamily="49" charset="0"/>
                <a:cs typeface="Courier New" panose="02070309020205020404" pitchFamily="49" charset="0"/>
              </a:defRPr>
            </a:lvl1pPr>
          </a:lstStyle>
          <a:p>
            <a:r>
              <a:rPr lang="en-US" altLang="zh-CN" sz="2000" dirty="0">
                <a:solidFill>
                  <a:srgbClr val="041ABC"/>
                </a:solidFill>
              </a:rPr>
              <a:t>5</a:t>
            </a:r>
          </a:p>
        </p:txBody>
      </p:sp>
      <p:sp>
        <p:nvSpPr>
          <p:cNvPr id="90" name="文本框 89">
            <a:extLst>
              <a:ext uri="{FF2B5EF4-FFF2-40B4-BE49-F238E27FC236}">
                <a16:creationId xmlns:a16="http://schemas.microsoft.com/office/drawing/2014/main" id="{B9C23300-C0C3-D507-D5FB-DC9C5E5176DC}"/>
              </a:ext>
            </a:extLst>
          </p:cNvPr>
          <p:cNvSpPr txBox="1"/>
          <p:nvPr/>
        </p:nvSpPr>
        <p:spPr>
          <a:xfrm>
            <a:off x="312512" y="1114048"/>
            <a:ext cx="373473" cy="307777"/>
          </a:xfrm>
          <a:prstGeom prst="rect">
            <a:avLst/>
          </a:prstGeom>
          <a:noFill/>
        </p:spPr>
        <p:txBody>
          <a:bodyPr wrap="square" lIns="0" tIns="0" rIns="0" bIns="0">
            <a:spAutoFit/>
          </a:bodyPr>
          <a:lstStyle/>
          <a:p>
            <a:r>
              <a:rPr lang="en-US" altLang="zh-CN" sz="2000" b="1" dirty="0" err="1">
                <a:solidFill>
                  <a:srgbClr val="C00000"/>
                </a:solidFill>
                <a:latin typeface="Courier New" panose="02070309020205020404" pitchFamily="49" charset="0"/>
                <a:cs typeface="Courier New" panose="02070309020205020404" pitchFamily="49" charset="0"/>
              </a:rPr>
              <a:t>i</a:t>
            </a:r>
            <a:r>
              <a:rPr lang="en-US" altLang="zh-CN" sz="2000" b="1" dirty="0">
                <a:solidFill>
                  <a:srgbClr val="C00000"/>
                </a:solidFill>
                <a:latin typeface="Courier New" panose="02070309020205020404" pitchFamily="49" charset="0"/>
                <a:cs typeface="Courier New" panose="02070309020205020404" pitchFamily="49" charset="0"/>
              </a:rPr>
              <a:t>=</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92" name="直接连接符 91">
            <a:extLst>
              <a:ext uri="{FF2B5EF4-FFF2-40B4-BE49-F238E27FC236}">
                <a16:creationId xmlns:a16="http://schemas.microsoft.com/office/drawing/2014/main" id="{2BB30175-2AA5-44CC-9A3C-A01453C3AD1D}"/>
              </a:ext>
            </a:extLst>
          </p:cNvPr>
          <p:cNvCxnSpPr>
            <a:cxnSpLocks/>
          </p:cNvCxnSpPr>
          <p:nvPr/>
        </p:nvCxnSpPr>
        <p:spPr>
          <a:xfrm>
            <a:off x="1892595" y="1164265"/>
            <a:ext cx="431681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99" name="直接连接符 98">
            <a:extLst>
              <a:ext uri="{FF2B5EF4-FFF2-40B4-BE49-F238E27FC236}">
                <a16:creationId xmlns:a16="http://schemas.microsoft.com/office/drawing/2014/main" id="{60AC1B9F-CB6C-66B2-7F82-0691F7778675}"/>
              </a:ext>
            </a:extLst>
          </p:cNvPr>
          <p:cNvSpPr>
            <a:spLocks noChangeShapeType="1"/>
          </p:cNvSpPr>
          <p:nvPr/>
        </p:nvSpPr>
        <p:spPr bwMode="auto">
          <a:xfrm>
            <a:off x="5239121" y="5318261"/>
            <a:ext cx="1493" cy="293243"/>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0" name="直接连接符 99">
            <a:extLst>
              <a:ext uri="{FF2B5EF4-FFF2-40B4-BE49-F238E27FC236}">
                <a16:creationId xmlns:a16="http://schemas.microsoft.com/office/drawing/2014/main" id="{CFDE7DA4-8B44-0F2C-7C9A-389A99209CE4}"/>
              </a:ext>
            </a:extLst>
          </p:cNvPr>
          <p:cNvSpPr>
            <a:spLocks noChangeShapeType="1"/>
          </p:cNvSpPr>
          <p:nvPr/>
        </p:nvSpPr>
        <p:spPr bwMode="auto">
          <a:xfrm flipV="1">
            <a:off x="5057056" y="6282639"/>
            <a:ext cx="475562" cy="361"/>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1" name="直接连接符 100">
            <a:extLst>
              <a:ext uri="{FF2B5EF4-FFF2-40B4-BE49-F238E27FC236}">
                <a16:creationId xmlns:a16="http://schemas.microsoft.com/office/drawing/2014/main" id="{B2D25062-BEFE-5202-BA51-1E8F626225CF}"/>
              </a:ext>
            </a:extLst>
          </p:cNvPr>
          <p:cNvSpPr>
            <a:spLocks noChangeShapeType="1"/>
          </p:cNvSpPr>
          <p:nvPr/>
        </p:nvSpPr>
        <p:spPr bwMode="auto">
          <a:xfrm flipH="1">
            <a:off x="4979028" y="5910625"/>
            <a:ext cx="149342" cy="2116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2" name="直接连接符 101">
            <a:extLst>
              <a:ext uri="{FF2B5EF4-FFF2-40B4-BE49-F238E27FC236}">
                <a16:creationId xmlns:a16="http://schemas.microsoft.com/office/drawing/2014/main" id="{55AA6AA9-4932-047C-32F2-E3961C76D435}"/>
              </a:ext>
            </a:extLst>
          </p:cNvPr>
          <p:cNvSpPr>
            <a:spLocks noChangeShapeType="1"/>
          </p:cNvSpPr>
          <p:nvPr/>
        </p:nvSpPr>
        <p:spPr bwMode="auto">
          <a:xfrm flipV="1">
            <a:off x="5392143" y="5534685"/>
            <a:ext cx="374808" cy="19503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3" name="直接连接符 102">
            <a:extLst>
              <a:ext uri="{FF2B5EF4-FFF2-40B4-BE49-F238E27FC236}">
                <a16:creationId xmlns:a16="http://schemas.microsoft.com/office/drawing/2014/main" id="{6F2B6FAD-0053-3D11-925B-6EA741C0FC86}"/>
              </a:ext>
            </a:extLst>
          </p:cNvPr>
          <p:cNvSpPr>
            <a:spLocks noChangeShapeType="1"/>
          </p:cNvSpPr>
          <p:nvPr/>
        </p:nvSpPr>
        <p:spPr bwMode="auto">
          <a:xfrm>
            <a:off x="5333577" y="5910625"/>
            <a:ext cx="251902" cy="258757"/>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4" name="直接连接符 103">
            <a:extLst>
              <a:ext uri="{FF2B5EF4-FFF2-40B4-BE49-F238E27FC236}">
                <a16:creationId xmlns:a16="http://schemas.microsoft.com/office/drawing/2014/main" id="{DE305D12-388C-E12E-0C06-33F0570E0FFE}"/>
              </a:ext>
            </a:extLst>
          </p:cNvPr>
          <p:cNvSpPr>
            <a:spLocks noChangeShapeType="1"/>
          </p:cNvSpPr>
          <p:nvPr/>
        </p:nvSpPr>
        <p:spPr bwMode="auto">
          <a:xfrm flipH="1">
            <a:off x="5779360" y="5629464"/>
            <a:ext cx="125805" cy="4880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5" name="直接连接符 104">
            <a:extLst>
              <a:ext uri="{FF2B5EF4-FFF2-40B4-BE49-F238E27FC236}">
                <a16:creationId xmlns:a16="http://schemas.microsoft.com/office/drawing/2014/main" id="{C35BBA51-A81F-03FD-0FB3-D7F5327B1ED3}"/>
              </a:ext>
            </a:extLst>
          </p:cNvPr>
          <p:cNvSpPr>
            <a:spLocks noChangeShapeType="1"/>
          </p:cNvSpPr>
          <p:nvPr/>
        </p:nvSpPr>
        <p:spPr bwMode="auto">
          <a:xfrm>
            <a:off x="5374100" y="5192366"/>
            <a:ext cx="392851" cy="18291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6" name="文本框 291">
            <a:extLst>
              <a:ext uri="{FF2B5EF4-FFF2-40B4-BE49-F238E27FC236}">
                <a16:creationId xmlns:a16="http://schemas.microsoft.com/office/drawing/2014/main" id="{8ABAF001-4B4C-DA27-D935-EE60B07F92D1}"/>
              </a:ext>
            </a:extLst>
          </p:cNvPr>
          <p:cNvSpPr txBox="1">
            <a:spLocks noChangeArrowheads="1"/>
          </p:cNvSpPr>
          <p:nvPr/>
        </p:nvSpPr>
        <p:spPr bwMode="auto">
          <a:xfrm>
            <a:off x="4828634" y="5375284"/>
            <a:ext cx="3292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1</a:t>
            </a:r>
          </a:p>
        </p:txBody>
      </p:sp>
      <p:sp>
        <p:nvSpPr>
          <p:cNvPr id="107" name="文本框 292">
            <a:extLst>
              <a:ext uri="{FF2B5EF4-FFF2-40B4-BE49-F238E27FC236}">
                <a16:creationId xmlns:a16="http://schemas.microsoft.com/office/drawing/2014/main" id="{384F1ED1-2A4D-AA0E-DAA7-2F173FA12B6B}"/>
              </a:ext>
            </a:extLst>
          </p:cNvPr>
          <p:cNvSpPr txBox="1">
            <a:spLocks noChangeArrowheads="1"/>
          </p:cNvSpPr>
          <p:nvPr/>
        </p:nvSpPr>
        <p:spPr bwMode="auto">
          <a:xfrm>
            <a:off x="4736660" y="5004382"/>
            <a:ext cx="388127" cy="369332"/>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5</a:t>
            </a:r>
          </a:p>
        </p:txBody>
      </p:sp>
      <p:sp>
        <p:nvSpPr>
          <p:cNvPr id="108" name="文本框 293">
            <a:extLst>
              <a:ext uri="{FF2B5EF4-FFF2-40B4-BE49-F238E27FC236}">
                <a16:creationId xmlns:a16="http://schemas.microsoft.com/office/drawing/2014/main" id="{48725CF4-F7D4-6C38-2732-D12837B76D69}"/>
              </a:ext>
            </a:extLst>
          </p:cNvPr>
          <p:cNvSpPr txBox="1">
            <a:spLocks noChangeArrowheads="1"/>
          </p:cNvSpPr>
          <p:nvPr/>
        </p:nvSpPr>
        <p:spPr bwMode="auto">
          <a:xfrm>
            <a:off x="5390650" y="5381234"/>
            <a:ext cx="35971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4</a:t>
            </a:r>
          </a:p>
        </p:txBody>
      </p:sp>
      <p:sp>
        <p:nvSpPr>
          <p:cNvPr id="109" name="文本框 294">
            <a:extLst>
              <a:ext uri="{FF2B5EF4-FFF2-40B4-BE49-F238E27FC236}">
                <a16:creationId xmlns:a16="http://schemas.microsoft.com/office/drawing/2014/main" id="{DEB37329-5295-A7AF-5FE9-DC9C80BAFB4F}"/>
              </a:ext>
            </a:extLst>
          </p:cNvPr>
          <p:cNvSpPr txBox="1">
            <a:spLocks noChangeArrowheads="1"/>
          </p:cNvSpPr>
          <p:nvPr/>
        </p:nvSpPr>
        <p:spPr bwMode="auto">
          <a:xfrm>
            <a:off x="5377184" y="5817883"/>
            <a:ext cx="2942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6</a:t>
            </a:r>
          </a:p>
        </p:txBody>
      </p:sp>
      <p:sp>
        <p:nvSpPr>
          <p:cNvPr id="110" name="文本框 295">
            <a:extLst>
              <a:ext uri="{FF2B5EF4-FFF2-40B4-BE49-F238E27FC236}">
                <a16:creationId xmlns:a16="http://schemas.microsoft.com/office/drawing/2014/main" id="{8EC54954-78A2-D82A-87CA-31F3EFA902B6}"/>
              </a:ext>
            </a:extLst>
          </p:cNvPr>
          <p:cNvSpPr txBox="1">
            <a:spLocks noChangeArrowheads="1"/>
          </p:cNvSpPr>
          <p:nvPr/>
        </p:nvSpPr>
        <p:spPr bwMode="auto">
          <a:xfrm>
            <a:off x="5496151" y="5058229"/>
            <a:ext cx="2942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2</a:t>
            </a:r>
          </a:p>
        </p:txBody>
      </p:sp>
      <p:sp>
        <p:nvSpPr>
          <p:cNvPr id="111" name="文本框 296">
            <a:extLst>
              <a:ext uri="{FF2B5EF4-FFF2-40B4-BE49-F238E27FC236}">
                <a16:creationId xmlns:a16="http://schemas.microsoft.com/office/drawing/2014/main" id="{9750E34D-0EF1-AA2B-B07E-0AE2CA36B4DD}"/>
              </a:ext>
            </a:extLst>
          </p:cNvPr>
          <p:cNvSpPr txBox="1">
            <a:spLocks noChangeArrowheads="1"/>
          </p:cNvSpPr>
          <p:nvPr/>
        </p:nvSpPr>
        <p:spPr bwMode="auto">
          <a:xfrm>
            <a:off x="4777679" y="5830832"/>
            <a:ext cx="3497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5</a:t>
            </a:r>
          </a:p>
        </p:txBody>
      </p:sp>
      <p:sp>
        <p:nvSpPr>
          <p:cNvPr id="112" name="文本框 297">
            <a:extLst>
              <a:ext uri="{FF2B5EF4-FFF2-40B4-BE49-F238E27FC236}">
                <a16:creationId xmlns:a16="http://schemas.microsoft.com/office/drawing/2014/main" id="{B7737BC2-044C-81DD-D948-59C28F5B6052}"/>
              </a:ext>
            </a:extLst>
          </p:cNvPr>
          <p:cNvSpPr txBox="1">
            <a:spLocks noChangeArrowheads="1"/>
          </p:cNvSpPr>
          <p:nvPr/>
        </p:nvSpPr>
        <p:spPr bwMode="auto">
          <a:xfrm>
            <a:off x="5093309" y="6249207"/>
            <a:ext cx="2942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3</a:t>
            </a:r>
          </a:p>
        </p:txBody>
      </p:sp>
      <p:sp>
        <p:nvSpPr>
          <p:cNvPr id="113" name="文本框 298">
            <a:extLst>
              <a:ext uri="{FF2B5EF4-FFF2-40B4-BE49-F238E27FC236}">
                <a16:creationId xmlns:a16="http://schemas.microsoft.com/office/drawing/2014/main" id="{CFE88382-E11A-F107-4576-7EDD4A7582B5}"/>
              </a:ext>
            </a:extLst>
          </p:cNvPr>
          <p:cNvSpPr txBox="1">
            <a:spLocks noChangeArrowheads="1"/>
          </p:cNvSpPr>
          <p:nvPr/>
        </p:nvSpPr>
        <p:spPr bwMode="auto">
          <a:xfrm>
            <a:off x="4483268" y="5774333"/>
            <a:ext cx="29782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6</a:t>
            </a:r>
          </a:p>
        </p:txBody>
      </p:sp>
      <p:sp>
        <p:nvSpPr>
          <p:cNvPr id="114" name="文本框 299">
            <a:extLst>
              <a:ext uri="{FF2B5EF4-FFF2-40B4-BE49-F238E27FC236}">
                <a16:creationId xmlns:a16="http://schemas.microsoft.com/office/drawing/2014/main" id="{3CDFE681-F4D9-3E61-8279-71A3426DEFB9}"/>
              </a:ext>
            </a:extLst>
          </p:cNvPr>
          <p:cNvSpPr txBox="1">
            <a:spLocks noChangeArrowheads="1"/>
          </p:cNvSpPr>
          <p:nvPr/>
        </p:nvSpPr>
        <p:spPr bwMode="auto">
          <a:xfrm>
            <a:off x="5778851" y="5709647"/>
            <a:ext cx="3543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6</a:t>
            </a:r>
          </a:p>
        </p:txBody>
      </p:sp>
      <p:sp>
        <p:nvSpPr>
          <p:cNvPr id="115" name="椭圆 114">
            <a:extLst>
              <a:ext uri="{FF2B5EF4-FFF2-40B4-BE49-F238E27FC236}">
                <a16:creationId xmlns:a16="http://schemas.microsoft.com/office/drawing/2014/main" id="{7D0E82CA-1679-A384-6CBC-6B28F7C9F052}"/>
              </a:ext>
            </a:extLst>
          </p:cNvPr>
          <p:cNvSpPr>
            <a:spLocks noChangeArrowheads="1"/>
          </p:cNvSpPr>
          <p:nvPr/>
        </p:nvSpPr>
        <p:spPr bwMode="auto">
          <a:xfrm>
            <a:off x="3116455" y="5318734"/>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36000" rIns="3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F</a:t>
            </a:r>
          </a:p>
        </p:txBody>
      </p:sp>
      <p:sp>
        <p:nvSpPr>
          <p:cNvPr id="116" name="文本框 302">
            <a:extLst>
              <a:ext uri="{FF2B5EF4-FFF2-40B4-BE49-F238E27FC236}">
                <a16:creationId xmlns:a16="http://schemas.microsoft.com/office/drawing/2014/main" id="{53BA193F-D38B-0025-B2E0-0D8C13C96BAA}"/>
              </a:ext>
            </a:extLst>
          </p:cNvPr>
          <p:cNvSpPr txBox="1">
            <a:spLocks noChangeArrowheads="1"/>
          </p:cNvSpPr>
          <p:nvPr/>
        </p:nvSpPr>
        <p:spPr bwMode="auto">
          <a:xfrm>
            <a:off x="5165343" y="5334506"/>
            <a:ext cx="2942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dirty="0"/>
              <a:t>5</a:t>
            </a:r>
          </a:p>
        </p:txBody>
      </p:sp>
      <p:sp>
        <p:nvSpPr>
          <p:cNvPr id="117" name="椭圆 116">
            <a:extLst>
              <a:ext uri="{FF2B5EF4-FFF2-40B4-BE49-F238E27FC236}">
                <a16:creationId xmlns:a16="http://schemas.microsoft.com/office/drawing/2014/main" id="{2700F455-6514-57D6-B692-EEC9B46E3A3B}"/>
              </a:ext>
            </a:extLst>
          </p:cNvPr>
          <p:cNvSpPr>
            <a:spLocks noChangeArrowheads="1"/>
          </p:cNvSpPr>
          <p:nvPr/>
        </p:nvSpPr>
        <p:spPr bwMode="auto">
          <a:xfrm>
            <a:off x="2917861" y="6122253"/>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E</a:t>
            </a:r>
          </a:p>
        </p:txBody>
      </p:sp>
      <p:sp>
        <p:nvSpPr>
          <p:cNvPr id="118" name="直接连接符 117">
            <a:extLst>
              <a:ext uri="{FF2B5EF4-FFF2-40B4-BE49-F238E27FC236}">
                <a16:creationId xmlns:a16="http://schemas.microsoft.com/office/drawing/2014/main" id="{D1E5F813-C92D-287C-733B-2C765C21909D}"/>
              </a:ext>
            </a:extLst>
          </p:cNvPr>
          <p:cNvSpPr>
            <a:spLocks noChangeShapeType="1"/>
          </p:cNvSpPr>
          <p:nvPr/>
        </p:nvSpPr>
        <p:spPr bwMode="auto">
          <a:xfrm flipV="1">
            <a:off x="4779445" y="5229240"/>
            <a:ext cx="320568" cy="139121"/>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9" name="直接连接符 118">
            <a:extLst>
              <a:ext uri="{FF2B5EF4-FFF2-40B4-BE49-F238E27FC236}">
                <a16:creationId xmlns:a16="http://schemas.microsoft.com/office/drawing/2014/main" id="{A1D38EF4-D10A-2505-243D-7F2B967C2CB5}"/>
              </a:ext>
            </a:extLst>
          </p:cNvPr>
          <p:cNvSpPr>
            <a:spLocks noChangeShapeType="1"/>
          </p:cNvSpPr>
          <p:nvPr/>
        </p:nvSpPr>
        <p:spPr bwMode="auto">
          <a:xfrm>
            <a:off x="4677389" y="5597514"/>
            <a:ext cx="125598" cy="51941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0" name="直接连接符 119">
            <a:extLst>
              <a:ext uri="{FF2B5EF4-FFF2-40B4-BE49-F238E27FC236}">
                <a16:creationId xmlns:a16="http://schemas.microsoft.com/office/drawing/2014/main" id="{0E4B2950-ED46-307D-1E01-FFDA1A16B8FC}"/>
              </a:ext>
            </a:extLst>
          </p:cNvPr>
          <p:cNvSpPr>
            <a:spLocks noChangeShapeType="1"/>
          </p:cNvSpPr>
          <p:nvPr/>
        </p:nvSpPr>
        <p:spPr bwMode="auto">
          <a:xfrm>
            <a:off x="4792036" y="5557317"/>
            <a:ext cx="281069" cy="134619"/>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1" name="椭圆 120">
            <a:extLst>
              <a:ext uri="{FF2B5EF4-FFF2-40B4-BE49-F238E27FC236}">
                <a16:creationId xmlns:a16="http://schemas.microsoft.com/office/drawing/2014/main" id="{294C966F-48ED-457C-0027-09455E7EC7BA}"/>
              </a:ext>
            </a:extLst>
          </p:cNvPr>
          <p:cNvSpPr>
            <a:spLocks noChangeArrowheads="1"/>
          </p:cNvSpPr>
          <p:nvPr/>
        </p:nvSpPr>
        <p:spPr bwMode="auto">
          <a:xfrm>
            <a:off x="2470568" y="5009156"/>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D</a:t>
            </a:r>
          </a:p>
        </p:txBody>
      </p:sp>
      <p:sp>
        <p:nvSpPr>
          <p:cNvPr id="123" name="椭圆 122">
            <a:extLst>
              <a:ext uri="{FF2B5EF4-FFF2-40B4-BE49-F238E27FC236}">
                <a16:creationId xmlns:a16="http://schemas.microsoft.com/office/drawing/2014/main" id="{343BEDE0-6BA8-BE07-9F72-065C9946A59B}"/>
              </a:ext>
            </a:extLst>
          </p:cNvPr>
          <p:cNvSpPr>
            <a:spLocks noChangeArrowheads="1"/>
          </p:cNvSpPr>
          <p:nvPr/>
        </p:nvSpPr>
        <p:spPr bwMode="auto">
          <a:xfrm>
            <a:off x="2131940" y="6122253"/>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B</a:t>
            </a:r>
          </a:p>
        </p:txBody>
      </p:sp>
      <p:sp>
        <p:nvSpPr>
          <p:cNvPr id="125" name="直接连接符 124">
            <a:extLst>
              <a:ext uri="{FF2B5EF4-FFF2-40B4-BE49-F238E27FC236}">
                <a16:creationId xmlns:a16="http://schemas.microsoft.com/office/drawing/2014/main" id="{F0BD2E45-9406-D29C-4255-93F0F741AA20}"/>
              </a:ext>
            </a:extLst>
          </p:cNvPr>
          <p:cNvSpPr>
            <a:spLocks noChangeShapeType="1"/>
          </p:cNvSpPr>
          <p:nvPr/>
        </p:nvSpPr>
        <p:spPr bwMode="auto">
          <a:xfrm flipV="1">
            <a:off x="2228646" y="5170281"/>
            <a:ext cx="2844460" cy="277270"/>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6" name="直接连接符 125">
            <a:extLst>
              <a:ext uri="{FF2B5EF4-FFF2-40B4-BE49-F238E27FC236}">
                <a16:creationId xmlns:a16="http://schemas.microsoft.com/office/drawing/2014/main" id="{436E26C2-9BD8-29CA-343A-F52FDE391010}"/>
              </a:ext>
            </a:extLst>
          </p:cNvPr>
          <p:cNvSpPr>
            <a:spLocks noChangeShapeType="1"/>
          </p:cNvSpPr>
          <p:nvPr/>
        </p:nvSpPr>
        <p:spPr bwMode="auto">
          <a:xfrm>
            <a:off x="2228646" y="5485124"/>
            <a:ext cx="2853412" cy="282064"/>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7" name="直接连接符 126">
            <a:extLst>
              <a:ext uri="{FF2B5EF4-FFF2-40B4-BE49-F238E27FC236}">
                <a16:creationId xmlns:a16="http://schemas.microsoft.com/office/drawing/2014/main" id="{8BD72824-2B1C-A827-1572-4A550DB10AF3}"/>
              </a:ext>
            </a:extLst>
          </p:cNvPr>
          <p:cNvSpPr>
            <a:spLocks noChangeShapeType="1"/>
          </p:cNvSpPr>
          <p:nvPr/>
        </p:nvSpPr>
        <p:spPr bwMode="auto">
          <a:xfrm>
            <a:off x="2228646" y="5524777"/>
            <a:ext cx="2520124" cy="695155"/>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 name="文本框 259">
            <a:extLst>
              <a:ext uri="{FF2B5EF4-FFF2-40B4-BE49-F238E27FC236}">
                <a16:creationId xmlns:a16="http://schemas.microsoft.com/office/drawing/2014/main" id="{361722F9-6563-4A5E-8E98-2F55B9ED1436}"/>
              </a:ext>
            </a:extLst>
          </p:cNvPr>
          <p:cNvSpPr txBox="1"/>
          <p:nvPr/>
        </p:nvSpPr>
        <p:spPr>
          <a:xfrm>
            <a:off x="8509713" y="6012614"/>
            <a:ext cx="153888" cy="307777"/>
          </a:xfrm>
          <a:prstGeom prst="rect">
            <a:avLst/>
          </a:prstGeom>
          <a:noFill/>
        </p:spPr>
        <p:txBody>
          <a:bodyPr wrap="none" lIns="0" tIns="0" rIns="0" bIns="0" rtlCol="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2</a:t>
            </a:r>
          </a:p>
        </p:txBody>
      </p:sp>
      <p:cxnSp>
        <p:nvCxnSpPr>
          <p:cNvPr id="128" name="直接连接符 127">
            <a:extLst>
              <a:ext uri="{FF2B5EF4-FFF2-40B4-BE49-F238E27FC236}">
                <a16:creationId xmlns:a16="http://schemas.microsoft.com/office/drawing/2014/main" id="{F484B0CD-A305-71A9-DBCF-0BBE1E77B6B1}"/>
              </a:ext>
            </a:extLst>
          </p:cNvPr>
          <p:cNvCxnSpPr>
            <a:cxnSpLocks/>
          </p:cNvCxnSpPr>
          <p:nvPr/>
        </p:nvCxnSpPr>
        <p:spPr>
          <a:xfrm>
            <a:off x="1084132" y="1399792"/>
            <a:ext cx="2661791"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130" name="文本框 89">
            <a:extLst>
              <a:ext uri="{FF2B5EF4-FFF2-40B4-BE49-F238E27FC236}">
                <a16:creationId xmlns:a16="http://schemas.microsoft.com/office/drawing/2014/main" id="{B9C23300-C0C3-D507-D5FB-DC9C5E5176DC}"/>
              </a:ext>
            </a:extLst>
          </p:cNvPr>
          <p:cNvSpPr txBox="1"/>
          <p:nvPr/>
        </p:nvSpPr>
        <p:spPr>
          <a:xfrm>
            <a:off x="600270" y="1067881"/>
            <a:ext cx="260110"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1</a:t>
            </a:r>
            <a:endParaRPr lang="zh-CN" altLang="en-US" sz="2000" b="1" dirty="0">
              <a:solidFill>
                <a:srgbClr val="C00000"/>
              </a:solidFill>
            </a:endParaRPr>
          </a:p>
        </p:txBody>
      </p:sp>
      <p:cxnSp>
        <p:nvCxnSpPr>
          <p:cNvPr id="131" name="直接连接符 130">
            <a:extLst>
              <a:ext uri="{FF2B5EF4-FFF2-40B4-BE49-F238E27FC236}">
                <a16:creationId xmlns:a16="http://schemas.microsoft.com/office/drawing/2014/main" id="{25A90D45-DB80-2AC0-4266-224FA57919B4}"/>
              </a:ext>
            </a:extLst>
          </p:cNvPr>
          <p:cNvCxnSpPr>
            <a:cxnSpLocks/>
          </p:cNvCxnSpPr>
          <p:nvPr/>
        </p:nvCxnSpPr>
        <p:spPr>
          <a:xfrm>
            <a:off x="1299232" y="1621303"/>
            <a:ext cx="1725731"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12" name="文本框 263">
            <a:extLst>
              <a:ext uri="{FF2B5EF4-FFF2-40B4-BE49-F238E27FC236}">
                <a16:creationId xmlns:a16="http://schemas.microsoft.com/office/drawing/2014/main" id="{D2EA861D-8B90-4B5B-9177-F8205F7713FD}"/>
              </a:ext>
            </a:extLst>
          </p:cNvPr>
          <p:cNvSpPr txBox="1"/>
          <p:nvPr/>
        </p:nvSpPr>
        <p:spPr>
          <a:xfrm>
            <a:off x="8895247" y="5482541"/>
            <a:ext cx="153888" cy="307777"/>
          </a:xfrm>
          <a:prstGeom prst="rect">
            <a:avLst/>
          </a:prstGeom>
          <a:noFill/>
        </p:spPr>
        <p:txBody>
          <a:bodyPr wrap="none" lIns="0" tIns="0" rIns="0" bIns="0" rtlCol="0" anchor="ctr" anchorCtr="1">
            <a:spAutoFit/>
          </a:bodyPr>
          <a:lstStyle>
            <a:defPPr>
              <a:defRPr lang="zh-CN"/>
            </a:defPPr>
            <a:lvl1pPr marL="0" algn="l" defTabSz="914400" rtl="0" eaLnBrk="1" latinLnBrk="0" hangingPunct="1">
              <a:defRPr sz="2200" b="1" kern="1200">
                <a:solidFill>
                  <a:schemeClr val="tx1"/>
                </a:solidFill>
                <a:latin typeface="Courier New" panose="02070309020205020404" pitchFamily="49" charset="0"/>
                <a:ea typeface="+mn-ea"/>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dirty="0">
                <a:solidFill>
                  <a:srgbClr val="C00000"/>
                </a:solidFill>
              </a:rPr>
              <a:t>1</a:t>
            </a:r>
          </a:p>
        </p:txBody>
      </p:sp>
      <p:sp>
        <p:nvSpPr>
          <p:cNvPr id="13" name="文本框 269">
            <a:extLst>
              <a:ext uri="{FF2B5EF4-FFF2-40B4-BE49-F238E27FC236}">
                <a16:creationId xmlns:a16="http://schemas.microsoft.com/office/drawing/2014/main" id="{2998F022-D172-47BE-991F-9B9FADC97E24}"/>
              </a:ext>
            </a:extLst>
          </p:cNvPr>
          <p:cNvSpPr txBox="1"/>
          <p:nvPr/>
        </p:nvSpPr>
        <p:spPr>
          <a:xfrm>
            <a:off x="9947343" y="5459520"/>
            <a:ext cx="182742" cy="307777"/>
          </a:xfrm>
          <a:prstGeom prst="rect">
            <a:avLst/>
          </a:prstGeom>
          <a:noFill/>
        </p:spPr>
        <p:txBody>
          <a:bodyPr wrap="none" lIns="0" tIns="0" rIns="0" bIns="0" rtlCol="0" anchor="ctr" anchorCtr="1">
            <a:spAutoFit/>
          </a:bodyPr>
          <a:lstStyle>
            <a:defPPr>
              <a:defRPr lang="zh-CN"/>
            </a:defPPr>
            <a:lvl1pPr marL="0" algn="l" defTabSz="914400" rtl="0" eaLnBrk="1" latinLnBrk="0" hangingPunct="1">
              <a:defRPr sz="2200" b="1" kern="1200">
                <a:solidFill>
                  <a:schemeClr val="tx1"/>
                </a:solidFill>
                <a:latin typeface="Courier New" panose="02070309020205020404" pitchFamily="49" charset="0"/>
                <a:ea typeface="+mn-ea"/>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dirty="0">
                <a:sym typeface="Symbol" panose="05050102010706020507" pitchFamily="18" charset="2"/>
              </a:rPr>
              <a:t></a:t>
            </a:r>
            <a:endParaRPr lang="en-US" altLang="zh-CN" sz="2000" dirty="0"/>
          </a:p>
        </p:txBody>
      </p:sp>
      <p:sp>
        <p:nvSpPr>
          <p:cNvPr id="14" name="文本框 272">
            <a:extLst>
              <a:ext uri="{FF2B5EF4-FFF2-40B4-BE49-F238E27FC236}">
                <a16:creationId xmlns:a16="http://schemas.microsoft.com/office/drawing/2014/main" id="{9679115D-F166-4937-BB43-868EB20A9A25}"/>
              </a:ext>
            </a:extLst>
          </p:cNvPr>
          <p:cNvSpPr txBox="1"/>
          <p:nvPr/>
        </p:nvSpPr>
        <p:spPr>
          <a:xfrm>
            <a:off x="9255709" y="5480671"/>
            <a:ext cx="153888" cy="307777"/>
          </a:xfrm>
          <a:prstGeom prst="rect">
            <a:avLst/>
          </a:prstGeom>
          <a:noFill/>
        </p:spPr>
        <p:txBody>
          <a:bodyPr wrap="none" lIns="0" tIns="0" rIns="0" bIns="0" rtlCol="0" anchor="ctr" anchorCtr="1">
            <a:spAutoFit/>
          </a:bodyPr>
          <a:lstStyle>
            <a:defPPr>
              <a:defRPr lang="zh-CN"/>
            </a:defPPr>
            <a:lvl1pPr marL="0" algn="l" defTabSz="914400" rtl="0" eaLnBrk="1" latinLnBrk="0" hangingPunct="1">
              <a:defRPr sz="2200" b="1" kern="1200">
                <a:solidFill>
                  <a:schemeClr val="tx1"/>
                </a:solidFill>
                <a:latin typeface="Courier New" panose="02070309020205020404" pitchFamily="49" charset="0"/>
                <a:ea typeface="+mn-ea"/>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dirty="0"/>
              <a:t>5</a:t>
            </a:r>
          </a:p>
        </p:txBody>
      </p:sp>
      <p:sp>
        <p:nvSpPr>
          <p:cNvPr id="15" name="文本框 275">
            <a:extLst>
              <a:ext uri="{FF2B5EF4-FFF2-40B4-BE49-F238E27FC236}">
                <a16:creationId xmlns:a16="http://schemas.microsoft.com/office/drawing/2014/main" id="{6A2B1002-DA52-4382-B42A-0A37F034369C}"/>
              </a:ext>
            </a:extLst>
          </p:cNvPr>
          <p:cNvSpPr txBox="1"/>
          <p:nvPr/>
        </p:nvSpPr>
        <p:spPr>
          <a:xfrm>
            <a:off x="8539953" y="5483826"/>
            <a:ext cx="153888" cy="307777"/>
          </a:xfrm>
          <a:prstGeom prst="rect">
            <a:avLst/>
          </a:prstGeom>
          <a:noFill/>
        </p:spPr>
        <p:txBody>
          <a:bodyPr wrap="none" lIns="0" tIns="0" rIns="0" bIns="0" rtlCol="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latin typeface="Courier New" panose="02070309020205020404" pitchFamily="49" charset="0"/>
                <a:cs typeface="Courier New" panose="02070309020205020404" pitchFamily="49" charset="0"/>
              </a:rPr>
              <a:t>6</a:t>
            </a:r>
          </a:p>
        </p:txBody>
      </p:sp>
      <p:sp>
        <p:nvSpPr>
          <p:cNvPr id="16" name="文本框 278">
            <a:extLst>
              <a:ext uri="{FF2B5EF4-FFF2-40B4-BE49-F238E27FC236}">
                <a16:creationId xmlns:a16="http://schemas.microsoft.com/office/drawing/2014/main" id="{EC27D39C-FD62-4B6A-9A97-FB76679C6976}"/>
              </a:ext>
            </a:extLst>
          </p:cNvPr>
          <p:cNvSpPr txBox="1"/>
          <p:nvPr/>
        </p:nvSpPr>
        <p:spPr>
          <a:xfrm>
            <a:off x="9593302" y="5463745"/>
            <a:ext cx="182742" cy="307777"/>
          </a:xfrm>
          <a:prstGeom prst="rect">
            <a:avLst/>
          </a:prstGeom>
          <a:noFill/>
        </p:spPr>
        <p:txBody>
          <a:bodyPr wrap="none" lIns="0" tIns="0" rIns="0" bIns="0" rtlCol="0" anchor="ctr" anchorCtr="1">
            <a:spAutoFit/>
          </a:bodyPr>
          <a:lstStyle>
            <a:defPPr>
              <a:defRPr lang="zh-CN"/>
            </a:defPPr>
            <a:lvl1pPr marL="0" algn="l" defTabSz="914400" rtl="0" eaLnBrk="1" latinLnBrk="0" hangingPunct="1">
              <a:defRPr sz="2200" b="1" kern="1200">
                <a:solidFill>
                  <a:schemeClr val="tx1"/>
                </a:solidFill>
                <a:latin typeface="Courier New" panose="02070309020205020404" pitchFamily="49" charset="0"/>
                <a:ea typeface="+mn-ea"/>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dirty="0">
                <a:sym typeface="Symbol" panose="05050102010706020507" pitchFamily="18" charset="2"/>
              </a:rPr>
              <a:t></a:t>
            </a:r>
            <a:endParaRPr lang="en-US" altLang="zh-CN" sz="2000" dirty="0"/>
          </a:p>
        </p:txBody>
      </p:sp>
      <p:cxnSp>
        <p:nvCxnSpPr>
          <p:cNvPr id="11" name="直接连接符 10">
            <a:extLst>
              <a:ext uri="{FF2B5EF4-FFF2-40B4-BE49-F238E27FC236}">
                <a16:creationId xmlns:a16="http://schemas.microsoft.com/office/drawing/2014/main" id="{DFA72A4F-82BE-D175-7D1C-E0B3BD8DDF80}"/>
              </a:ext>
            </a:extLst>
          </p:cNvPr>
          <p:cNvCxnSpPr>
            <a:cxnSpLocks/>
          </p:cNvCxnSpPr>
          <p:nvPr/>
        </p:nvCxnSpPr>
        <p:spPr>
          <a:xfrm>
            <a:off x="1299232" y="2708775"/>
            <a:ext cx="2763551"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63" name="矩形: 圆角 62">
            <a:extLst>
              <a:ext uri="{FF2B5EF4-FFF2-40B4-BE49-F238E27FC236}">
                <a16:creationId xmlns:a16="http://schemas.microsoft.com/office/drawing/2014/main" id="{213E0F1A-1311-4258-BC04-91F262928FDA}"/>
              </a:ext>
            </a:extLst>
          </p:cNvPr>
          <p:cNvSpPr/>
          <p:nvPr/>
        </p:nvSpPr>
        <p:spPr>
          <a:xfrm>
            <a:off x="1144369" y="1829090"/>
            <a:ext cx="8514965" cy="651814"/>
          </a:xfrm>
          <a:prstGeom prst="roundRect">
            <a:avLst/>
          </a:prstGeom>
          <a:no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直接连接符 63">
            <a:extLst>
              <a:ext uri="{FF2B5EF4-FFF2-40B4-BE49-F238E27FC236}">
                <a16:creationId xmlns:a16="http://schemas.microsoft.com/office/drawing/2014/main" id="{A8B6D6CB-83FF-C0DE-6002-F94CE6E9C2B8}"/>
              </a:ext>
            </a:extLst>
          </p:cNvPr>
          <p:cNvSpPr>
            <a:spLocks noChangeShapeType="1"/>
          </p:cNvSpPr>
          <p:nvPr/>
        </p:nvSpPr>
        <p:spPr bwMode="auto">
          <a:xfrm flipV="1">
            <a:off x="2771562" y="5210966"/>
            <a:ext cx="2322957" cy="553190"/>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直接连接符 64">
            <a:extLst>
              <a:ext uri="{FF2B5EF4-FFF2-40B4-BE49-F238E27FC236}">
                <a16:creationId xmlns:a16="http://schemas.microsoft.com/office/drawing/2014/main" id="{DB9CE4FD-2BB6-EFF4-EB3B-D0DE8825F78B}"/>
              </a:ext>
            </a:extLst>
          </p:cNvPr>
          <p:cNvSpPr>
            <a:spLocks noChangeShapeType="1"/>
          </p:cNvSpPr>
          <p:nvPr/>
        </p:nvSpPr>
        <p:spPr bwMode="auto">
          <a:xfrm flipV="1">
            <a:off x="2749664" y="5500829"/>
            <a:ext cx="2995886" cy="305875"/>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直接连接符 65">
            <a:extLst>
              <a:ext uri="{FF2B5EF4-FFF2-40B4-BE49-F238E27FC236}">
                <a16:creationId xmlns:a16="http://schemas.microsoft.com/office/drawing/2014/main" id="{031582A2-40DD-80C6-EA86-7AEB2991EC2B}"/>
              </a:ext>
            </a:extLst>
          </p:cNvPr>
          <p:cNvSpPr>
            <a:spLocks noChangeShapeType="1"/>
          </p:cNvSpPr>
          <p:nvPr/>
        </p:nvSpPr>
        <p:spPr bwMode="auto">
          <a:xfrm>
            <a:off x="2771562" y="5839925"/>
            <a:ext cx="2796865" cy="332506"/>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直接连接符 66">
            <a:extLst>
              <a:ext uri="{FF2B5EF4-FFF2-40B4-BE49-F238E27FC236}">
                <a16:creationId xmlns:a16="http://schemas.microsoft.com/office/drawing/2014/main" id="{7EB2F603-36D9-1FAB-F9F5-92013792BE9E}"/>
              </a:ext>
            </a:extLst>
          </p:cNvPr>
          <p:cNvSpPr>
            <a:spLocks noChangeShapeType="1"/>
          </p:cNvSpPr>
          <p:nvPr/>
        </p:nvSpPr>
        <p:spPr bwMode="auto">
          <a:xfrm>
            <a:off x="2761941" y="5861810"/>
            <a:ext cx="1969439" cy="387397"/>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直接连接符 67">
            <a:extLst>
              <a:ext uri="{FF2B5EF4-FFF2-40B4-BE49-F238E27FC236}">
                <a16:creationId xmlns:a16="http://schemas.microsoft.com/office/drawing/2014/main" id="{3506CBDC-765C-FE4F-A065-4C376B9D9D75}"/>
              </a:ext>
            </a:extLst>
          </p:cNvPr>
          <p:cNvSpPr>
            <a:spLocks noChangeShapeType="1"/>
          </p:cNvSpPr>
          <p:nvPr/>
        </p:nvSpPr>
        <p:spPr bwMode="auto">
          <a:xfrm>
            <a:off x="2196327" y="5547644"/>
            <a:ext cx="284421" cy="162003"/>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4" name="椭圆 123">
            <a:extLst>
              <a:ext uri="{FF2B5EF4-FFF2-40B4-BE49-F238E27FC236}">
                <a16:creationId xmlns:a16="http://schemas.microsoft.com/office/drawing/2014/main" id="{D7A891A7-1AF6-366E-43B9-02E5301C6C47}"/>
              </a:ext>
            </a:extLst>
          </p:cNvPr>
          <p:cNvSpPr>
            <a:spLocks noChangeArrowheads="1"/>
          </p:cNvSpPr>
          <p:nvPr/>
        </p:nvSpPr>
        <p:spPr bwMode="auto">
          <a:xfrm>
            <a:off x="1889747" y="5328283"/>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A</a:t>
            </a:r>
          </a:p>
        </p:txBody>
      </p:sp>
      <p:sp>
        <p:nvSpPr>
          <p:cNvPr id="122" name="椭圆 121">
            <a:extLst>
              <a:ext uri="{FF2B5EF4-FFF2-40B4-BE49-F238E27FC236}">
                <a16:creationId xmlns:a16="http://schemas.microsoft.com/office/drawing/2014/main" id="{332DCF1B-1D81-7E40-41AF-1F960BC865E3}"/>
              </a:ext>
            </a:extLst>
          </p:cNvPr>
          <p:cNvSpPr>
            <a:spLocks noChangeArrowheads="1"/>
          </p:cNvSpPr>
          <p:nvPr/>
        </p:nvSpPr>
        <p:spPr bwMode="auto">
          <a:xfrm>
            <a:off x="2466923" y="5634226"/>
            <a:ext cx="324000" cy="324000"/>
          </a:xfrm>
          <a:prstGeom prst="ellipse">
            <a:avLst/>
          </a:prstGeom>
          <a:solidFill>
            <a:schemeClr val="accent4">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latin typeface="Times New Roman" panose="02020603050405020304" pitchFamily="18" charset="0"/>
                <a:cs typeface="Times New Roman" panose="02020603050405020304" pitchFamily="18" charset="0"/>
              </a:rPr>
              <a:t>C</a:t>
            </a:r>
          </a:p>
        </p:txBody>
      </p:sp>
      <p:sp>
        <p:nvSpPr>
          <p:cNvPr id="69" name="文本框 68">
            <a:extLst>
              <a:ext uri="{FF2B5EF4-FFF2-40B4-BE49-F238E27FC236}">
                <a16:creationId xmlns:a16="http://schemas.microsoft.com/office/drawing/2014/main" id="{97E7059F-6DFF-C929-9B4B-6AA085B98F77}"/>
              </a:ext>
            </a:extLst>
          </p:cNvPr>
          <p:cNvSpPr txBox="1"/>
          <p:nvPr/>
        </p:nvSpPr>
        <p:spPr>
          <a:xfrm>
            <a:off x="568303" y="2424463"/>
            <a:ext cx="373473" cy="307777"/>
          </a:xfrm>
          <a:prstGeom prst="rect">
            <a:avLst/>
          </a:prstGeom>
          <a:noFill/>
        </p:spPr>
        <p:txBody>
          <a:bodyPr wrap="square" lIns="0" tIns="0" rIns="0" bIns="0">
            <a:spAutoFit/>
          </a:bodyPr>
          <a:lstStyle/>
          <a:p>
            <a:r>
              <a:rPr lang="en-US" altLang="zh-CN" sz="2000" b="1" dirty="0">
                <a:solidFill>
                  <a:srgbClr val="C00000"/>
                </a:solidFill>
                <a:latin typeface="Courier New" panose="02070309020205020404" pitchFamily="49" charset="0"/>
                <a:cs typeface="Courier New" panose="02070309020205020404" pitchFamily="49" charset="0"/>
              </a:rPr>
              <a:t>j=</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70" name="文本框 89">
            <a:extLst>
              <a:ext uri="{FF2B5EF4-FFF2-40B4-BE49-F238E27FC236}">
                <a16:creationId xmlns:a16="http://schemas.microsoft.com/office/drawing/2014/main" id="{792B4CF8-F469-6639-C98F-3280B3BA59AC}"/>
              </a:ext>
            </a:extLst>
          </p:cNvPr>
          <p:cNvSpPr txBox="1"/>
          <p:nvPr/>
        </p:nvSpPr>
        <p:spPr>
          <a:xfrm>
            <a:off x="860380" y="2378296"/>
            <a:ext cx="251128"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0</a:t>
            </a:r>
            <a:endParaRPr lang="zh-CN" altLang="en-US" sz="2000" b="1" dirty="0">
              <a:solidFill>
                <a:srgbClr val="C00000"/>
              </a:solidFill>
            </a:endParaRPr>
          </a:p>
        </p:txBody>
      </p:sp>
      <p:cxnSp>
        <p:nvCxnSpPr>
          <p:cNvPr id="71" name="直接连接符 70">
            <a:extLst>
              <a:ext uri="{FF2B5EF4-FFF2-40B4-BE49-F238E27FC236}">
                <a16:creationId xmlns:a16="http://schemas.microsoft.com/office/drawing/2014/main" id="{FFB4C849-07BB-5A13-2506-8B3BA49C5C93}"/>
              </a:ext>
            </a:extLst>
          </p:cNvPr>
          <p:cNvCxnSpPr>
            <a:cxnSpLocks/>
          </p:cNvCxnSpPr>
          <p:nvPr/>
        </p:nvCxnSpPr>
        <p:spPr>
          <a:xfrm>
            <a:off x="1528288" y="2932356"/>
            <a:ext cx="2534495"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73" name="文本框 89">
            <a:extLst>
              <a:ext uri="{FF2B5EF4-FFF2-40B4-BE49-F238E27FC236}">
                <a16:creationId xmlns:a16="http://schemas.microsoft.com/office/drawing/2014/main" id="{BD756584-2F68-E270-51E7-5E132D882FAF}"/>
              </a:ext>
            </a:extLst>
          </p:cNvPr>
          <p:cNvSpPr txBox="1"/>
          <p:nvPr/>
        </p:nvSpPr>
        <p:spPr>
          <a:xfrm>
            <a:off x="10330983" y="5081846"/>
            <a:ext cx="251128"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0</a:t>
            </a:r>
            <a:endParaRPr lang="zh-CN" altLang="en-US" sz="2000" b="1" dirty="0">
              <a:solidFill>
                <a:srgbClr val="C00000"/>
              </a:solidFill>
            </a:endParaRPr>
          </a:p>
        </p:txBody>
      </p:sp>
      <p:sp>
        <p:nvSpPr>
          <p:cNvPr id="74" name="文本框 89">
            <a:extLst>
              <a:ext uri="{FF2B5EF4-FFF2-40B4-BE49-F238E27FC236}">
                <a16:creationId xmlns:a16="http://schemas.microsoft.com/office/drawing/2014/main" id="{BB5223F6-FE8D-4431-273C-0503688BE9A5}"/>
              </a:ext>
            </a:extLst>
          </p:cNvPr>
          <p:cNvSpPr txBox="1"/>
          <p:nvPr/>
        </p:nvSpPr>
        <p:spPr>
          <a:xfrm>
            <a:off x="858504" y="2378296"/>
            <a:ext cx="251128"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1</a:t>
            </a:r>
            <a:endParaRPr lang="zh-CN" altLang="en-US" sz="2000" b="1" dirty="0">
              <a:solidFill>
                <a:srgbClr val="C00000"/>
              </a:solidFill>
            </a:endParaRPr>
          </a:p>
        </p:txBody>
      </p:sp>
      <p:cxnSp>
        <p:nvCxnSpPr>
          <p:cNvPr id="75" name="直接连接符 74">
            <a:extLst>
              <a:ext uri="{FF2B5EF4-FFF2-40B4-BE49-F238E27FC236}">
                <a16:creationId xmlns:a16="http://schemas.microsoft.com/office/drawing/2014/main" id="{89908F37-ADE6-70B5-F48B-0F7B70AED841}"/>
              </a:ext>
            </a:extLst>
          </p:cNvPr>
          <p:cNvCxnSpPr>
            <a:cxnSpLocks/>
          </p:cNvCxnSpPr>
          <p:nvPr/>
        </p:nvCxnSpPr>
        <p:spPr>
          <a:xfrm>
            <a:off x="1794532" y="3157316"/>
            <a:ext cx="5567427"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93" name="直接连接符 92">
            <a:extLst>
              <a:ext uri="{FF2B5EF4-FFF2-40B4-BE49-F238E27FC236}">
                <a16:creationId xmlns:a16="http://schemas.microsoft.com/office/drawing/2014/main" id="{1D2FDD42-E4F0-9DE3-42CD-B0FAD9E7F496}"/>
              </a:ext>
            </a:extLst>
          </p:cNvPr>
          <p:cNvCxnSpPr>
            <a:cxnSpLocks/>
          </p:cNvCxnSpPr>
          <p:nvPr/>
        </p:nvCxnSpPr>
        <p:spPr>
          <a:xfrm>
            <a:off x="2008322" y="3361670"/>
            <a:ext cx="8030392"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96" name="文本框 127">
            <a:extLst>
              <a:ext uri="{FF2B5EF4-FFF2-40B4-BE49-F238E27FC236}">
                <a16:creationId xmlns:a16="http://schemas.microsoft.com/office/drawing/2014/main" id="{C7FF09CC-FED0-0249-BF47-822A79E814DB}"/>
              </a:ext>
            </a:extLst>
          </p:cNvPr>
          <p:cNvSpPr txBox="1"/>
          <p:nvPr/>
        </p:nvSpPr>
        <p:spPr>
          <a:xfrm>
            <a:off x="8517245" y="5156510"/>
            <a:ext cx="235156" cy="391133"/>
          </a:xfrm>
          <a:prstGeom prst="rect">
            <a:avLst/>
          </a:prstGeom>
          <a:noFill/>
        </p:spPr>
        <p:txBody>
          <a:bodyPr wrap="square" lIns="0" tIns="0" rIns="0" bIns="0" rtlCol="0" anchor="ctr" anchorCtr="1">
            <a:spAutoFit/>
          </a:bodyPr>
          <a:lstStyle>
            <a:defPPr>
              <a:defRPr lang="zh-CN"/>
            </a:defPPr>
            <a:lvl1pPr marL="0" algn="ctr" defTabSz="914400" rtl="0" eaLnBrk="1" latinLnBrk="0" hangingPunct="1">
              <a:defRPr sz="2400" b="1" kern="1200">
                <a:solidFill>
                  <a:srgbClr val="C00000"/>
                </a:solidFill>
                <a:latin typeface="Courier New" panose="02070309020205020404" pitchFamily="49" charset="0"/>
                <a:ea typeface="+mn-ea"/>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400"/>
              </a:lnSpc>
            </a:pPr>
            <a:r>
              <a:rPr lang="en-US" altLang="zh-CN" sz="2000" dirty="0">
                <a:solidFill>
                  <a:srgbClr val="8E0000"/>
                </a:solidFill>
              </a:rPr>
              <a:t>2</a:t>
            </a:r>
          </a:p>
          <a:p>
            <a:pPr>
              <a:lnSpc>
                <a:spcPts val="1400"/>
              </a:lnSpc>
            </a:pPr>
            <a:r>
              <a:rPr lang="en-US" altLang="zh-CN" sz="2000" dirty="0">
                <a:solidFill>
                  <a:srgbClr val="8E0000"/>
                </a:solidFill>
              </a:rPr>
              <a:t>C</a:t>
            </a:r>
          </a:p>
        </p:txBody>
      </p:sp>
      <p:sp>
        <p:nvSpPr>
          <p:cNvPr id="98" name="文本框 275">
            <a:extLst>
              <a:ext uri="{FF2B5EF4-FFF2-40B4-BE49-F238E27FC236}">
                <a16:creationId xmlns:a16="http://schemas.microsoft.com/office/drawing/2014/main" id="{2760F773-A0C2-2D58-4548-6745A71B70E8}"/>
              </a:ext>
            </a:extLst>
          </p:cNvPr>
          <p:cNvSpPr txBox="1"/>
          <p:nvPr/>
        </p:nvSpPr>
        <p:spPr>
          <a:xfrm>
            <a:off x="8549132" y="5487651"/>
            <a:ext cx="153888" cy="307777"/>
          </a:xfrm>
          <a:prstGeom prst="rect">
            <a:avLst/>
          </a:prstGeom>
          <a:noFill/>
        </p:spPr>
        <p:txBody>
          <a:bodyPr wrap="none" lIns="0" tIns="0" rIns="0" bIns="0" rtlCol="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0070C0"/>
                </a:solidFill>
                <a:latin typeface="Courier New" panose="02070309020205020404" pitchFamily="49" charset="0"/>
                <a:cs typeface="Courier New" panose="02070309020205020404" pitchFamily="49" charset="0"/>
              </a:rPr>
              <a:t>5</a:t>
            </a:r>
          </a:p>
        </p:txBody>
      </p:sp>
      <p:cxnSp>
        <p:nvCxnSpPr>
          <p:cNvPr id="129" name="直接连接符 128">
            <a:extLst>
              <a:ext uri="{FF2B5EF4-FFF2-40B4-BE49-F238E27FC236}">
                <a16:creationId xmlns:a16="http://schemas.microsoft.com/office/drawing/2014/main" id="{C0F0D0DC-620B-E875-2ED6-8586F84B29B2}"/>
              </a:ext>
            </a:extLst>
          </p:cNvPr>
          <p:cNvCxnSpPr>
            <a:cxnSpLocks/>
          </p:cNvCxnSpPr>
          <p:nvPr/>
        </p:nvCxnSpPr>
        <p:spPr>
          <a:xfrm>
            <a:off x="2026046" y="3612783"/>
            <a:ext cx="2364113"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133" name="文本框 89">
            <a:extLst>
              <a:ext uri="{FF2B5EF4-FFF2-40B4-BE49-F238E27FC236}">
                <a16:creationId xmlns:a16="http://schemas.microsoft.com/office/drawing/2014/main" id="{42EC2CB1-ABC4-3EF1-6F74-B923907FBB6B}"/>
              </a:ext>
            </a:extLst>
          </p:cNvPr>
          <p:cNvSpPr txBox="1"/>
          <p:nvPr/>
        </p:nvSpPr>
        <p:spPr>
          <a:xfrm>
            <a:off x="863699" y="2378296"/>
            <a:ext cx="251128"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2</a:t>
            </a:r>
            <a:endParaRPr lang="zh-CN" altLang="en-US" sz="2000" b="1" dirty="0">
              <a:solidFill>
                <a:srgbClr val="C00000"/>
              </a:solidFill>
            </a:endParaRPr>
          </a:p>
        </p:txBody>
      </p:sp>
      <p:sp>
        <p:nvSpPr>
          <p:cNvPr id="134" name="文本框 89">
            <a:extLst>
              <a:ext uri="{FF2B5EF4-FFF2-40B4-BE49-F238E27FC236}">
                <a16:creationId xmlns:a16="http://schemas.microsoft.com/office/drawing/2014/main" id="{982CAA45-86EE-2F16-2075-0C75D8B57E36}"/>
              </a:ext>
            </a:extLst>
          </p:cNvPr>
          <p:cNvSpPr txBox="1"/>
          <p:nvPr/>
        </p:nvSpPr>
        <p:spPr>
          <a:xfrm>
            <a:off x="863699" y="2378296"/>
            <a:ext cx="251128"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3</a:t>
            </a:r>
            <a:endParaRPr lang="zh-CN" altLang="en-US" sz="2000" b="1" dirty="0">
              <a:solidFill>
                <a:srgbClr val="C00000"/>
              </a:solidFill>
            </a:endParaRPr>
          </a:p>
        </p:txBody>
      </p:sp>
      <p:sp>
        <p:nvSpPr>
          <p:cNvPr id="135" name="文本框 89">
            <a:extLst>
              <a:ext uri="{FF2B5EF4-FFF2-40B4-BE49-F238E27FC236}">
                <a16:creationId xmlns:a16="http://schemas.microsoft.com/office/drawing/2014/main" id="{982CAA45-86EE-2F16-2075-0C75D8B57E36}"/>
              </a:ext>
            </a:extLst>
          </p:cNvPr>
          <p:cNvSpPr txBox="1"/>
          <p:nvPr/>
        </p:nvSpPr>
        <p:spPr>
          <a:xfrm>
            <a:off x="850384" y="2378296"/>
            <a:ext cx="251128"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4</a:t>
            </a:r>
            <a:endParaRPr lang="zh-CN" altLang="en-US" sz="2000" b="1" dirty="0">
              <a:solidFill>
                <a:srgbClr val="C00000"/>
              </a:solidFill>
            </a:endParaRPr>
          </a:p>
        </p:txBody>
      </p:sp>
      <p:sp>
        <p:nvSpPr>
          <p:cNvPr id="136" name="文本框 89">
            <a:extLst>
              <a:ext uri="{FF2B5EF4-FFF2-40B4-BE49-F238E27FC236}">
                <a16:creationId xmlns:a16="http://schemas.microsoft.com/office/drawing/2014/main" id="{21213677-31E6-0048-44AD-F5D1C3663663}"/>
              </a:ext>
            </a:extLst>
          </p:cNvPr>
          <p:cNvSpPr txBox="1"/>
          <p:nvPr/>
        </p:nvSpPr>
        <p:spPr>
          <a:xfrm>
            <a:off x="853309" y="2383491"/>
            <a:ext cx="251128"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5</a:t>
            </a:r>
            <a:endParaRPr lang="zh-CN" altLang="en-US" sz="2000" b="1" dirty="0">
              <a:solidFill>
                <a:srgbClr val="C00000"/>
              </a:solidFill>
            </a:endParaRPr>
          </a:p>
        </p:txBody>
      </p:sp>
      <p:sp>
        <p:nvSpPr>
          <p:cNvPr id="137" name="文本框 127">
            <a:extLst>
              <a:ext uri="{FF2B5EF4-FFF2-40B4-BE49-F238E27FC236}">
                <a16:creationId xmlns:a16="http://schemas.microsoft.com/office/drawing/2014/main" id="{7686ADEB-AF4B-FD3F-B45C-4EFD4635BF28}"/>
              </a:ext>
            </a:extLst>
          </p:cNvPr>
          <p:cNvSpPr txBox="1"/>
          <p:nvPr/>
        </p:nvSpPr>
        <p:spPr>
          <a:xfrm>
            <a:off x="9934220" y="5147894"/>
            <a:ext cx="235156" cy="391133"/>
          </a:xfrm>
          <a:prstGeom prst="rect">
            <a:avLst/>
          </a:prstGeom>
          <a:noFill/>
        </p:spPr>
        <p:txBody>
          <a:bodyPr wrap="square" lIns="0" tIns="0" rIns="0" bIns="0" rtlCol="0" anchor="ctr" anchorCtr="1">
            <a:spAutoFit/>
          </a:bodyPr>
          <a:lstStyle>
            <a:defPPr>
              <a:defRPr lang="zh-CN"/>
            </a:defPPr>
            <a:lvl1pPr marL="0" algn="ctr" defTabSz="914400" rtl="0" eaLnBrk="1" latinLnBrk="0" hangingPunct="1">
              <a:defRPr sz="2400" b="1" kern="1200">
                <a:solidFill>
                  <a:srgbClr val="C00000"/>
                </a:solidFill>
                <a:latin typeface="Courier New" panose="02070309020205020404" pitchFamily="49" charset="0"/>
                <a:ea typeface="+mn-ea"/>
                <a:cs typeface="Courier New" panose="02070309020205020404" pitchFamily="49"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400"/>
              </a:lnSpc>
            </a:pPr>
            <a:r>
              <a:rPr lang="en-US" altLang="zh-CN" sz="2000" dirty="0">
                <a:solidFill>
                  <a:srgbClr val="8E0000"/>
                </a:solidFill>
              </a:rPr>
              <a:t>2</a:t>
            </a:r>
          </a:p>
          <a:p>
            <a:pPr>
              <a:lnSpc>
                <a:spcPts val="1400"/>
              </a:lnSpc>
            </a:pPr>
            <a:r>
              <a:rPr lang="en-US" altLang="zh-CN" sz="2000" dirty="0">
                <a:solidFill>
                  <a:srgbClr val="8E0000"/>
                </a:solidFill>
              </a:rPr>
              <a:t>C</a:t>
            </a:r>
          </a:p>
        </p:txBody>
      </p:sp>
      <p:sp>
        <p:nvSpPr>
          <p:cNvPr id="138" name="文本框 275">
            <a:extLst>
              <a:ext uri="{FF2B5EF4-FFF2-40B4-BE49-F238E27FC236}">
                <a16:creationId xmlns:a16="http://schemas.microsoft.com/office/drawing/2014/main" id="{B39B2F96-AFE6-9305-9BCC-99A170DA0197}"/>
              </a:ext>
            </a:extLst>
          </p:cNvPr>
          <p:cNvSpPr txBox="1"/>
          <p:nvPr/>
        </p:nvSpPr>
        <p:spPr>
          <a:xfrm>
            <a:off x="9972842" y="5479329"/>
            <a:ext cx="153888" cy="307777"/>
          </a:xfrm>
          <a:prstGeom prst="rect">
            <a:avLst/>
          </a:prstGeom>
          <a:noFill/>
        </p:spPr>
        <p:txBody>
          <a:bodyPr wrap="none" lIns="0" tIns="0" rIns="0" bIns="0" rtlCol="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0070C0"/>
                </a:solidFill>
                <a:latin typeface="Courier New" panose="02070309020205020404" pitchFamily="49" charset="0"/>
                <a:cs typeface="Courier New" panose="02070309020205020404" pitchFamily="49" charset="0"/>
              </a:rPr>
              <a:t>4</a:t>
            </a:r>
          </a:p>
        </p:txBody>
      </p:sp>
      <p:sp>
        <p:nvSpPr>
          <p:cNvPr id="139" name="文本框 89">
            <a:extLst>
              <a:ext uri="{FF2B5EF4-FFF2-40B4-BE49-F238E27FC236}">
                <a16:creationId xmlns:a16="http://schemas.microsoft.com/office/drawing/2014/main" id="{C97E9F01-13BE-EC9B-7BB9-DD7C376F8559}"/>
              </a:ext>
            </a:extLst>
          </p:cNvPr>
          <p:cNvSpPr txBox="1"/>
          <p:nvPr/>
        </p:nvSpPr>
        <p:spPr>
          <a:xfrm>
            <a:off x="865550" y="2378296"/>
            <a:ext cx="251128"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6</a:t>
            </a:r>
            <a:endParaRPr lang="zh-CN" altLang="en-US" sz="2000" b="1" dirty="0">
              <a:solidFill>
                <a:srgbClr val="C00000"/>
              </a:solidFill>
            </a:endParaRPr>
          </a:p>
        </p:txBody>
      </p:sp>
      <p:sp>
        <p:nvSpPr>
          <p:cNvPr id="140" name="文本框 89">
            <a:extLst>
              <a:ext uri="{FF2B5EF4-FFF2-40B4-BE49-F238E27FC236}">
                <a16:creationId xmlns:a16="http://schemas.microsoft.com/office/drawing/2014/main" id="{B9C23300-C0C3-D507-D5FB-DC9C5E5176DC}"/>
              </a:ext>
            </a:extLst>
          </p:cNvPr>
          <p:cNvSpPr txBox="1"/>
          <p:nvPr/>
        </p:nvSpPr>
        <p:spPr>
          <a:xfrm>
            <a:off x="596491" y="1073260"/>
            <a:ext cx="260110"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2</a:t>
            </a:r>
            <a:endParaRPr lang="zh-CN" altLang="en-US" sz="2000" b="1" dirty="0">
              <a:solidFill>
                <a:srgbClr val="C00000"/>
              </a:solidFill>
            </a:endParaRPr>
          </a:p>
        </p:txBody>
      </p:sp>
      <p:sp>
        <p:nvSpPr>
          <p:cNvPr id="141" name="文本框 259">
            <a:extLst>
              <a:ext uri="{FF2B5EF4-FFF2-40B4-BE49-F238E27FC236}">
                <a16:creationId xmlns:a16="http://schemas.microsoft.com/office/drawing/2014/main" id="{3D153665-FF69-DF18-3B84-3E3E0DBEC794}"/>
              </a:ext>
            </a:extLst>
          </p:cNvPr>
          <p:cNvSpPr txBox="1"/>
          <p:nvPr/>
        </p:nvSpPr>
        <p:spPr>
          <a:xfrm>
            <a:off x="8510554" y="6015523"/>
            <a:ext cx="153888" cy="307777"/>
          </a:xfrm>
          <a:prstGeom prst="rect">
            <a:avLst/>
          </a:prstGeom>
          <a:noFill/>
        </p:spPr>
        <p:txBody>
          <a:bodyPr wrap="none" lIns="0" tIns="0" rIns="0" bIns="0" rtlCol="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5</a:t>
            </a:r>
          </a:p>
        </p:txBody>
      </p:sp>
      <p:sp>
        <p:nvSpPr>
          <p:cNvPr id="142" name="直接连接符 141">
            <a:extLst>
              <a:ext uri="{FF2B5EF4-FFF2-40B4-BE49-F238E27FC236}">
                <a16:creationId xmlns:a16="http://schemas.microsoft.com/office/drawing/2014/main" id="{457343D4-4E1E-A237-FED1-061B27FE2FDC}"/>
              </a:ext>
            </a:extLst>
          </p:cNvPr>
          <p:cNvSpPr>
            <a:spLocks noChangeShapeType="1"/>
          </p:cNvSpPr>
          <p:nvPr/>
        </p:nvSpPr>
        <p:spPr bwMode="auto">
          <a:xfrm flipV="1">
            <a:off x="2782404" y="5567145"/>
            <a:ext cx="352448" cy="162569"/>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3" name="直接连接符 142">
            <a:extLst>
              <a:ext uri="{FF2B5EF4-FFF2-40B4-BE49-F238E27FC236}">
                <a16:creationId xmlns:a16="http://schemas.microsoft.com/office/drawing/2014/main" id="{D39F33E1-6C93-2AFF-9FDE-0AF94D06FB7F}"/>
              </a:ext>
            </a:extLst>
          </p:cNvPr>
          <p:cNvSpPr>
            <a:spLocks noChangeShapeType="1"/>
          </p:cNvSpPr>
          <p:nvPr/>
        </p:nvSpPr>
        <p:spPr bwMode="auto">
          <a:xfrm flipV="1">
            <a:off x="3435546" y="5188927"/>
            <a:ext cx="1645061" cy="271140"/>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4" name="直接连接符 143">
            <a:extLst>
              <a:ext uri="{FF2B5EF4-FFF2-40B4-BE49-F238E27FC236}">
                <a16:creationId xmlns:a16="http://schemas.microsoft.com/office/drawing/2014/main" id="{9CB3D927-519E-295A-EEB1-31708696E3F0}"/>
              </a:ext>
            </a:extLst>
          </p:cNvPr>
          <p:cNvSpPr>
            <a:spLocks noChangeShapeType="1"/>
          </p:cNvSpPr>
          <p:nvPr/>
        </p:nvSpPr>
        <p:spPr bwMode="auto">
          <a:xfrm>
            <a:off x="3434647" y="5538540"/>
            <a:ext cx="2164552" cy="619302"/>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5" name="矩形 144">
            <a:extLst>
              <a:ext uri="{FF2B5EF4-FFF2-40B4-BE49-F238E27FC236}">
                <a16:creationId xmlns:a16="http://schemas.microsoft.com/office/drawing/2014/main" id="{13504652-1EDC-52D0-0412-D85501B8E1AC}"/>
              </a:ext>
            </a:extLst>
          </p:cNvPr>
          <p:cNvSpPr/>
          <p:nvPr/>
        </p:nvSpPr>
        <p:spPr>
          <a:xfrm>
            <a:off x="7186174" y="4716548"/>
            <a:ext cx="3586500" cy="1919710"/>
          </a:xfrm>
          <a:prstGeom prst="rect">
            <a:avLst/>
          </a:prstGeom>
          <a:solidFill>
            <a:srgbClr val="E7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accent5">
                    <a:lumMod val="75000"/>
                  </a:schemeClr>
                </a:solidFill>
                <a:effectLst>
                  <a:outerShdw blurRad="38100" dist="38100" dir="2700000" algn="tl">
                    <a:srgbClr val="000000">
                      <a:alpha val="43137"/>
                    </a:srgbClr>
                  </a:outerShdw>
                </a:effectLst>
                <a:latin typeface="+mj-ea"/>
                <a:ea typeface="+mj-ea"/>
              </a:rPr>
              <a:t>以下简化演示过程</a:t>
            </a:r>
          </a:p>
        </p:txBody>
      </p:sp>
      <p:sp>
        <p:nvSpPr>
          <p:cNvPr id="146" name="直接连接符 145">
            <a:extLst>
              <a:ext uri="{FF2B5EF4-FFF2-40B4-BE49-F238E27FC236}">
                <a16:creationId xmlns:a16="http://schemas.microsoft.com/office/drawing/2014/main" id="{8167250F-D04D-948A-3153-9F81897665F9}"/>
              </a:ext>
            </a:extLst>
          </p:cNvPr>
          <p:cNvSpPr>
            <a:spLocks noChangeShapeType="1"/>
          </p:cNvSpPr>
          <p:nvPr/>
        </p:nvSpPr>
        <p:spPr bwMode="auto">
          <a:xfrm>
            <a:off x="2780658" y="5236697"/>
            <a:ext cx="335798" cy="187356"/>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7" name="直接连接符 146">
            <a:extLst>
              <a:ext uri="{FF2B5EF4-FFF2-40B4-BE49-F238E27FC236}">
                <a16:creationId xmlns:a16="http://schemas.microsoft.com/office/drawing/2014/main" id="{B36E2983-B1D9-FFE0-D91E-46F225733D34}"/>
              </a:ext>
            </a:extLst>
          </p:cNvPr>
          <p:cNvSpPr>
            <a:spLocks noChangeShapeType="1"/>
          </p:cNvSpPr>
          <p:nvPr/>
        </p:nvSpPr>
        <p:spPr bwMode="auto">
          <a:xfrm flipH="1">
            <a:off x="2391213" y="5936457"/>
            <a:ext cx="161433" cy="220361"/>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8" name="直接连接符 147">
            <a:extLst>
              <a:ext uri="{FF2B5EF4-FFF2-40B4-BE49-F238E27FC236}">
                <a16:creationId xmlns:a16="http://schemas.microsoft.com/office/drawing/2014/main" id="{53DB81AA-1C79-6570-9519-EC36E3CCB0C3}"/>
              </a:ext>
            </a:extLst>
          </p:cNvPr>
          <p:cNvSpPr>
            <a:spLocks noChangeShapeType="1"/>
          </p:cNvSpPr>
          <p:nvPr/>
        </p:nvSpPr>
        <p:spPr bwMode="auto">
          <a:xfrm flipV="1">
            <a:off x="2449222" y="6282453"/>
            <a:ext cx="3106724" cy="18336"/>
          </a:xfrm>
          <a:prstGeom prst="line">
            <a:avLst/>
          </a:prstGeom>
          <a:noFill/>
          <a:ln w="19050" cap="sq">
            <a:solidFill>
              <a:srgbClr val="00B0F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9" name="直接连接符 148">
            <a:extLst>
              <a:ext uri="{FF2B5EF4-FFF2-40B4-BE49-F238E27FC236}">
                <a16:creationId xmlns:a16="http://schemas.microsoft.com/office/drawing/2014/main" id="{528BEB12-B268-1795-E224-18DC29E153B3}"/>
              </a:ext>
            </a:extLst>
          </p:cNvPr>
          <p:cNvSpPr>
            <a:spLocks noChangeShapeType="1"/>
          </p:cNvSpPr>
          <p:nvPr/>
        </p:nvSpPr>
        <p:spPr bwMode="auto">
          <a:xfrm flipV="1">
            <a:off x="2461223" y="6293075"/>
            <a:ext cx="456637" cy="369"/>
          </a:xfrm>
          <a:prstGeom prst="line">
            <a:avLst/>
          </a:prstGeom>
          <a:noFill/>
          <a:ln w="19050" cap="sq">
            <a:solidFill>
              <a:srgbClr val="C00000"/>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0" name="文本框 89">
            <a:extLst>
              <a:ext uri="{FF2B5EF4-FFF2-40B4-BE49-F238E27FC236}">
                <a16:creationId xmlns:a16="http://schemas.microsoft.com/office/drawing/2014/main" id="{4CC5FE00-60BF-2001-BCF5-5DEB01780079}"/>
              </a:ext>
            </a:extLst>
          </p:cNvPr>
          <p:cNvSpPr txBox="1"/>
          <p:nvPr/>
        </p:nvSpPr>
        <p:spPr>
          <a:xfrm>
            <a:off x="596739" y="1079218"/>
            <a:ext cx="260110"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3</a:t>
            </a:r>
            <a:endParaRPr lang="zh-CN" altLang="en-US" sz="2000" b="1" dirty="0">
              <a:solidFill>
                <a:srgbClr val="C00000"/>
              </a:solidFill>
            </a:endParaRPr>
          </a:p>
        </p:txBody>
      </p:sp>
      <p:sp>
        <p:nvSpPr>
          <p:cNvPr id="151" name="文本框 89">
            <a:extLst>
              <a:ext uri="{FF2B5EF4-FFF2-40B4-BE49-F238E27FC236}">
                <a16:creationId xmlns:a16="http://schemas.microsoft.com/office/drawing/2014/main" id="{2364B647-CEBC-2244-3EDC-8802BE1D81C0}"/>
              </a:ext>
            </a:extLst>
          </p:cNvPr>
          <p:cNvSpPr txBox="1"/>
          <p:nvPr/>
        </p:nvSpPr>
        <p:spPr>
          <a:xfrm>
            <a:off x="585519" y="1083255"/>
            <a:ext cx="260110"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4</a:t>
            </a:r>
            <a:endParaRPr lang="zh-CN" altLang="en-US" sz="2000" b="1" dirty="0">
              <a:solidFill>
                <a:srgbClr val="C00000"/>
              </a:solidFill>
            </a:endParaRPr>
          </a:p>
        </p:txBody>
      </p:sp>
      <p:sp>
        <p:nvSpPr>
          <p:cNvPr id="152" name="文本框 89">
            <a:extLst>
              <a:ext uri="{FF2B5EF4-FFF2-40B4-BE49-F238E27FC236}">
                <a16:creationId xmlns:a16="http://schemas.microsoft.com/office/drawing/2014/main" id="{4B60CC89-6AA1-4B80-1CA6-DC3F56EA327E}"/>
              </a:ext>
            </a:extLst>
          </p:cNvPr>
          <p:cNvSpPr txBox="1"/>
          <p:nvPr/>
        </p:nvSpPr>
        <p:spPr>
          <a:xfrm>
            <a:off x="611490" y="1083255"/>
            <a:ext cx="260110"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rPr>
              <a:t>5</a:t>
            </a:r>
            <a:endParaRPr lang="zh-CN" altLang="en-US" sz="2000" b="1" dirty="0">
              <a:solidFill>
                <a:srgbClr val="C00000"/>
              </a:solidFill>
            </a:endParaRPr>
          </a:p>
        </p:txBody>
      </p:sp>
    </p:spTree>
    <p:extLst>
      <p:ext uri="{BB962C8B-B14F-4D97-AF65-F5344CB8AC3E}">
        <p14:creationId xmlns:p14="http://schemas.microsoft.com/office/powerpoint/2010/main" val="38836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left)">
                                      <p:cBhvr>
                                        <p:cTn id="7" dur="1000"/>
                                        <p:tgtEl>
                                          <p:spTgt spid="9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1000"/>
                                        <p:tgtEl>
                                          <p:spTgt spid="44"/>
                                        </p:tgtEl>
                                      </p:cBhvr>
                                    </p:animEffect>
                                    <p:anim calcmode="lin" valueType="num">
                                      <p:cBhvr>
                                        <p:cTn id="18" dur="1000" fill="hold"/>
                                        <p:tgtEl>
                                          <p:spTgt spid="44"/>
                                        </p:tgtEl>
                                        <p:attrNameLst>
                                          <p:attrName>ppt_x</p:attrName>
                                        </p:attrNameLst>
                                      </p:cBhvr>
                                      <p:tavLst>
                                        <p:tav tm="0">
                                          <p:val>
                                            <p:strVal val="#ppt_x"/>
                                          </p:val>
                                        </p:tav>
                                        <p:tav tm="100000">
                                          <p:val>
                                            <p:strVal val="#ppt_x"/>
                                          </p:val>
                                        </p:tav>
                                      </p:tavLst>
                                    </p:anim>
                                    <p:anim calcmode="lin" valueType="num">
                                      <p:cBhvr>
                                        <p:cTn id="19" dur="1000" fill="hold"/>
                                        <p:tgtEl>
                                          <p:spTgt spid="44"/>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12" presetClass="entr" presetSubtype="2" fill="hold" grpId="1" nodeType="afterEffect">
                                  <p:stCondLst>
                                    <p:cond delay="0"/>
                                  </p:stCondLst>
                                  <p:childTnLst>
                                    <p:set>
                                      <p:cBhvr>
                                        <p:cTn id="22" dur="1" fill="hold">
                                          <p:stCondLst>
                                            <p:cond delay="0"/>
                                          </p:stCondLst>
                                        </p:cTn>
                                        <p:tgtEl>
                                          <p:spTgt spid="124"/>
                                        </p:tgtEl>
                                        <p:attrNameLst>
                                          <p:attrName>style.visibility</p:attrName>
                                        </p:attrNameLst>
                                      </p:cBhvr>
                                      <p:to>
                                        <p:strVal val="visible"/>
                                      </p:to>
                                    </p:set>
                                    <p:anim calcmode="lin" valueType="num">
                                      <p:cBhvr additive="base">
                                        <p:cTn id="23" dur="500"/>
                                        <p:tgtEl>
                                          <p:spTgt spid="124"/>
                                        </p:tgtEl>
                                        <p:attrNameLst>
                                          <p:attrName>ppt_x</p:attrName>
                                        </p:attrNameLst>
                                      </p:cBhvr>
                                      <p:tavLst>
                                        <p:tav tm="0">
                                          <p:val>
                                            <p:strVal val="#ppt_x+#ppt_w*1.125000"/>
                                          </p:val>
                                        </p:tav>
                                        <p:tav tm="100000">
                                          <p:val>
                                            <p:strVal val="#ppt_x"/>
                                          </p:val>
                                        </p:tav>
                                      </p:tavLst>
                                    </p:anim>
                                    <p:animEffect transition="in" filter="wipe(left)">
                                      <p:cBhvr>
                                        <p:cTn id="24" dur="500"/>
                                        <p:tgtEl>
                                          <p:spTgt spid="124"/>
                                        </p:tgtEl>
                                      </p:cBhvr>
                                    </p:animEffect>
                                  </p:childTnLst>
                                </p:cTn>
                              </p:par>
                              <p:par>
                                <p:cTn id="25" presetID="12" presetClass="entr" presetSubtype="2" fill="hold" grpId="1" nodeType="withEffect">
                                  <p:stCondLst>
                                    <p:cond delay="0"/>
                                  </p:stCondLst>
                                  <p:childTnLst>
                                    <p:set>
                                      <p:cBhvr>
                                        <p:cTn id="26" dur="1" fill="hold">
                                          <p:stCondLst>
                                            <p:cond delay="0"/>
                                          </p:stCondLst>
                                        </p:cTn>
                                        <p:tgtEl>
                                          <p:spTgt spid="122"/>
                                        </p:tgtEl>
                                        <p:attrNameLst>
                                          <p:attrName>style.visibility</p:attrName>
                                        </p:attrNameLst>
                                      </p:cBhvr>
                                      <p:to>
                                        <p:strVal val="visible"/>
                                      </p:to>
                                    </p:set>
                                    <p:anim calcmode="lin" valueType="num">
                                      <p:cBhvr additive="base">
                                        <p:cTn id="27" dur="500"/>
                                        <p:tgtEl>
                                          <p:spTgt spid="122"/>
                                        </p:tgtEl>
                                        <p:attrNameLst>
                                          <p:attrName>ppt_x</p:attrName>
                                        </p:attrNameLst>
                                      </p:cBhvr>
                                      <p:tavLst>
                                        <p:tav tm="0">
                                          <p:val>
                                            <p:strVal val="#ppt_x+#ppt_w*1.125000"/>
                                          </p:val>
                                        </p:tav>
                                        <p:tav tm="100000">
                                          <p:val>
                                            <p:strVal val="#ppt_x"/>
                                          </p:val>
                                        </p:tav>
                                      </p:tavLst>
                                    </p:anim>
                                    <p:animEffect transition="in" filter="wipe(left)">
                                      <p:cBhvr>
                                        <p:cTn id="28" dur="500"/>
                                        <p:tgtEl>
                                          <p:spTgt spid="122"/>
                                        </p:tgtEl>
                                      </p:cBhvr>
                                    </p:animEffect>
                                  </p:childTnLst>
                                </p:cTn>
                              </p:par>
                              <p:par>
                                <p:cTn id="29" presetID="12" presetClass="entr" presetSubtype="2" fill="hold" grpId="0" nodeType="withEffect">
                                  <p:stCondLst>
                                    <p:cond delay="0"/>
                                  </p:stCondLst>
                                  <p:childTnLst>
                                    <p:set>
                                      <p:cBhvr>
                                        <p:cTn id="30" dur="1" fill="hold">
                                          <p:stCondLst>
                                            <p:cond delay="0"/>
                                          </p:stCondLst>
                                        </p:cTn>
                                        <p:tgtEl>
                                          <p:spTgt spid="121"/>
                                        </p:tgtEl>
                                        <p:attrNameLst>
                                          <p:attrName>style.visibility</p:attrName>
                                        </p:attrNameLst>
                                      </p:cBhvr>
                                      <p:to>
                                        <p:strVal val="visible"/>
                                      </p:to>
                                    </p:set>
                                    <p:anim calcmode="lin" valueType="num">
                                      <p:cBhvr additive="base">
                                        <p:cTn id="31" dur="500"/>
                                        <p:tgtEl>
                                          <p:spTgt spid="121"/>
                                        </p:tgtEl>
                                        <p:attrNameLst>
                                          <p:attrName>ppt_x</p:attrName>
                                        </p:attrNameLst>
                                      </p:cBhvr>
                                      <p:tavLst>
                                        <p:tav tm="0">
                                          <p:val>
                                            <p:strVal val="#ppt_x+#ppt_w*1.125000"/>
                                          </p:val>
                                        </p:tav>
                                        <p:tav tm="100000">
                                          <p:val>
                                            <p:strVal val="#ppt_x"/>
                                          </p:val>
                                        </p:tav>
                                      </p:tavLst>
                                    </p:anim>
                                    <p:animEffect transition="in" filter="wipe(left)">
                                      <p:cBhvr>
                                        <p:cTn id="32" dur="500"/>
                                        <p:tgtEl>
                                          <p:spTgt spid="121"/>
                                        </p:tgtEl>
                                      </p:cBhvr>
                                    </p:animEffect>
                                  </p:childTnLst>
                                </p:cTn>
                              </p:par>
                              <p:par>
                                <p:cTn id="33" presetID="12" presetClass="entr" presetSubtype="2" fill="hold" grpId="0" nodeType="withEffect">
                                  <p:stCondLst>
                                    <p:cond delay="0"/>
                                  </p:stCondLst>
                                  <p:childTnLst>
                                    <p:set>
                                      <p:cBhvr>
                                        <p:cTn id="34" dur="1" fill="hold">
                                          <p:stCondLst>
                                            <p:cond delay="0"/>
                                          </p:stCondLst>
                                        </p:cTn>
                                        <p:tgtEl>
                                          <p:spTgt spid="123"/>
                                        </p:tgtEl>
                                        <p:attrNameLst>
                                          <p:attrName>style.visibility</p:attrName>
                                        </p:attrNameLst>
                                      </p:cBhvr>
                                      <p:to>
                                        <p:strVal val="visible"/>
                                      </p:to>
                                    </p:set>
                                    <p:anim calcmode="lin" valueType="num">
                                      <p:cBhvr additive="base">
                                        <p:cTn id="35" dur="500"/>
                                        <p:tgtEl>
                                          <p:spTgt spid="123"/>
                                        </p:tgtEl>
                                        <p:attrNameLst>
                                          <p:attrName>ppt_x</p:attrName>
                                        </p:attrNameLst>
                                      </p:cBhvr>
                                      <p:tavLst>
                                        <p:tav tm="0">
                                          <p:val>
                                            <p:strVal val="#ppt_x+#ppt_w*1.125000"/>
                                          </p:val>
                                        </p:tav>
                                        <p:tav tm="100000">
                                          <p:val>
                                            <p:strVal val="#ppt_x"/>
                                          </p:val>
                                        </p:tav>
                                      </p:tavLst>
                                    </p:anim>
                                    <p:animEffect transition="in" filter="wipe(left)">
                                      <p:cBhvr>
                                        <p:cTn id="36" dur="500"/>
                                        <p:tgtEl>
                                          <p:spTgt spid="123"/>
                                        </p:tgtEl>
                                      </p:cBhvr>
                                    </p:animEffect>
                                  </p:childTnLst>
                                </p:cTn>
                              </p:par>
                              <p:par>
                                <p:cTn id="37" presetID="12" presetClass="entr" presetSubtype="2" fill="hold" grpId="0" nodeType="withEffect">
                                  <p:stCondLst>
                                    <p:cond delay="0"/>
                                  </p:stCondLst>
                                  <p:childTnLst>
                                    <p:set>
                                      <p:cBhvr>
                                        <p:cTn id="38" dur="1" fill="hold">
                                          <p:stCondLst>
                                            <p:cond delay="0"/>
                                          </p:stCondLst>
                                        </p:cTn>
                                        <p:tgtEl>
                                          <p:spTgt spid="117"/>
                                        </p:tgtEl>
                                        <p:attrNameLst>
                                          <p:attrName>style.visibility</p:attrName>
                                        </p:attrNameLst>
                                      </p:cBhvr>
                                      <p:to>
                                        <p:strVal val="visible"/>
                                      </p:to>
                                    </p:set>
                                    <p:anim calcmode="lin" valueType="num">
                                      <p:cBhvr additive="base">
                                        <p:cTn id="39" dur="500"/>
                                        <p:tgtEl>
                                          <p:spTgt spid="117"/>
                                        </p:tgtEl>
                                        <p:attrNameLst>
                                          <p:attrName>ppt_x</p:attrName>
                                        </p:attrNameLst>
                                      </p:cBhvr>
                                      <p:tavLst>
                                        <p:tav tm="0">
                                          <p:val>
                                            <p:strVal val="#ppt_x+#ppt_w*1.125000"/>
                                          </p:val>
                                        </p:tav>
                                        <p:tav tm="100000">
                                          <p:val>
                                            <p:strVal val="#ppt_x"/>
                                          </p:val>
                                        </p:tav>
                                      </p:tavLst>
                                    </p:anim>
                                    <p:animEffect transition="in" filter="wipe(left)">
                                      <p:cBhvr>
                                        <p:cTn id="40" dur="500"/>
                                        <p:tgtEl>
                                          <p:spTgt spid="117"/>
                                        </p:tgtEl>
                                      </p:cBhvr>
                                    </p:animEffect>
                                  </p:childTnLst>
                                </p:cTn>
                              </p:par>
                              <p:par>
                                <p:cTn id="41" presetID="12" presetClass="entr" presetSubtype="2" fill="hold" grpId="0" nodeType="withEffect">
                                  <p:stCondLst>
                                    <p:cond delay="0"/>
                                  </p:stCondLst>
                                  <p:childTnLst>
                                    <p:set>
                                      <p:cBhvr>
                                        <p:cTn id="42" dur="1" fill="hold">
                                          <p:stCondLst>
                                            <p:cond delay="0"/>
                                          </p:stCondLst>
                                        </p:cTn>
                                        <p:tgtEl>
                                          <p:spTgt spid="115"/>
                                        </p:tgtEl>
                                        <p:attrNameLst>
                                          <p:attrName>style.visibility</p:attrName>
                                        </p:attrNameLst>
                                      </p:cBhvr>
                                      <p:to>
                                        <p:strVal val="visible"/>
                                      </p:to>
                                    </p:set>
                                    <p:anim calcmode="lin" valueType="num">
                                      <p:cBhvr additive="base">
                                        <p:cTn id="43" dur="500"/>
                                        <p:tgtEl>
                                          <p:spTgt spid="115"/>
                                        </p:tgtEl>
                                        <p:attrNameLst>
                                          <p:attrName>ppt_x</p:attrName>
                                        </p:attrNameLst>
                                      </p:cBhvr>
                                      <p:tavLst>
                                        <p:tav tm="0">
                                          <p:val>
                                            <p:strVal val="#ppt_x+#ppt_w*1.125000"/>
                                          </p:val>
                                        </p:tav>
                                        <p:tav tm="100000">
                                          <p:val>
                                            <p:strVal val="#ppt_x"/>
                                          </p:val>
                                        </p:tav>
                                      </p:tavLst>
                                    </p:anim>
                                    <p:animEffect transition="in" filter="wipe(left)">
                                      <p:cBhvr>
                                        <p:cTn id="44" dur="500"/>
                                        <p:tgtEl>
                                          <p:spTgt spid="115"/>
                                        </p:tgtEl>
                                      </p:cBhvr>
                                    </p:animEffect>
                                  </p:childTnLst>
                                </p:cTn>
                              </p:par>
                            </p:childTnLst>
                          </p:cTn>
                        </p:par>
                        <p:par>
                          <p:cTn id="45" fill="hold">
                            <p:stCondLst>
                              <p:cond delay="1500"/>
                            </p:stCondLst>
                            <p:childTnLst>
                              <p:par>
                                <p:cTn id="46" presetID="1" presetClass="emph" presetSubtype="2" fill="hold" nodeType="afterEffect">
                                  <p:stCondLst>
                                    <p:cond delay="0"/>
                                  </p:stCondLst>
                                  <p:childTnLst>
                                    <p:animClr clrSpc="rgb" dir="cw">
                                      <p:cBhvr>
                                        <p:cTn id="47" dur="750" fill="hold"/>
                                        <p:tgtEl>
                                          <p:spTgt spid="124"/>
                                        </p:tgtEl>
                                        <p:attrNameLst>
                                          <p:attrName>fillcolor</p:attrName>
                                        </p:attrNameLst>
                                      </p:cBhvr>
                                      <p:to>
                                        <a:srgbClr val="FAE2D6"/>
                                      </p:to>
                                    </p:animClr>
                                    <p:set>
                                      <p:cBhvr>
                                        <p:cTn id="48" dur="750" fill="hold"/>
                                        <p:tgtEl>
                                          <p:spTgt spid="124"/>
                                        </p:tgtEl>
                                        <p:attrNameLst>
                                          <p:attrName>fill.type</p:attrName>
                                        </p:attrNameLst>
                                      </p:cBhvr>
                                      <p:to>
                                        <p:strVal val="solid"/>
                                      </p:to>
                                    </p:set>
                                    <p:set>
                                      <p:cBhvr>
                                        <p:cTn id="49" dur="750" fill="hold"/>
                                        <p:tgtEl>
                                          <p:spTgt spid="124"/>
                                        </p:tgtEl>
                                        <p:attrNameLst>
                                          <p:attrName>fill.on</p:attrName>
                                        </p:attrNameLst>
                                      </p:cBhvr>
                                      <p:to>
                                        <p:strVal val="true"/>
                                      </p:to>
                                    </p:set>
                                  </p:childTnLst>
                                </p:cTn>
                              </p:par>
                              <p:par>
                                <p:cTn id="50" presetID="22" presetClass="entr" presetSubtype="2" fill="hold" grpId="0" nodeType="withEffect">
                                  <p:stCondLst>
                                    <p:cond delay="0"/>
                                  </p:stCondLst>
                                  <p:childTnLst>
                                    <p:set>
                                      <p:cBhvr>
                                        <p:cTn id="51" dur="1" fill="hold">
                                          <p:stCondLst>
                                            <p:cond delay="0"/>
                                          </p:stCondLst>
                                        </p:cTn>
                                        <p:tgtEl>
                                          <p:spTgt spid="125"/>
                                        </p:tgtEl>
                                        <p:attrNameLst>
                                          <p:attrName>style.visibility</p:attrName>
                                        </p:attrNameLst>
                                      </p:cBhvr>
                                      <p:to>
                                        <p:strVal val="visible"/>
                                      </p:to>
                                    </p:set>
                                    <p:animEffect transition="in" filter="wipe(right)">
                                      <p:cBhvr>
                                        <p:cTn id="52" dur="1000"/>
                                        <p:tgtEl>
                                          <p:spTgt spid="125"/>
                                        </p:tgtEl>
                                      </p:cBhvr>
                                    </p:animEffect>
                                  </p:childTnLst>
                                </p:cTn>
                              </p:par>
                              <p:par>
                                <p:cTn id="53" presetID="22" presetClass="entr" presetSubtype="2" fill="hold" grpId="0" nodeType="withEffect">
                                  <p:stCondLst>
                                    <p:cond delay="0"/>
                                  </p:stCondLst>
                                  <p:childTnLst>
                                    <p:set>
                                      <p:cBhvr>
                                        <p:cTn id="54" dur="1" fill="hold">
                                          <p:stCondLst>
                                            <p:cond delay="0"/>
                                          </p:stCondLst>
                                        </p:cTn>
                                        <p:tgtEl>
                                          <p:spTgt spid="126"/>
                                        </p:tgtEl>
                                        <p:attrNameLst>
                                          <p:attrName>style.visibility</p:attrName>
                                        </p:attrNameLst>
                                      </p:cBhvr>
                                      <p:to>
                                        <p:strVal val="visible"/>
                                      </p:to>
                                    </p:set>
                                    <p:animEffect transition="in" filter="wipe(right)">
                                      <p:cBhvr>
                                        <p:cTn id="55" dur="1000"/>
                                        <p:tgtEl>
                                          <p:spTgt spid="126"/>
                                        </p:tgtEl>
                                      </p:cBhvr>
                                    </p:animEffect>
                                  </p:childTnLst>
                                </p:cTn>
                              </p:par>
                              <p:par>
                                <p:cTn id="56" presetID="22" presetClass="entr" presetSubtype="2" fill="hold" grpId="0" nodeType="withEffect">
                                  <p:stCondLst>
                                    <p:cond delay="0"/>
                                  </p:stCondLst>
                                  <p:childTnLst>
                                    <p:set>
                                      <p:cBhvr>
                                        <p:cTn id="57" dur="1" fill="hold">
                                          <p:stCondLst>
                                            <p:cond delay="0"/>
                                          </p:stCondLst>
                                        </p:cTn>
                                        <p:tgtEl>
                                          <p:spTgt spid="127"/>
                                        </p:tgtEl>
                                        <p:attrNameLst>
                                          <p:attrName>style.visibility</p:attrName>
                                        </p:attrNameLst>
                                      </p:cBhvr>
                                      <p:to>
                                        <p:strVal val="visible"/>
                                      </p:to>
                                    </p:set>
                                    <p:animEffect transition="in" filter="wipe(right)">
                                      <p:cBhvr>
                                        <p:cTn id="58" dur="1000"/>
                                        <p:tgtEl>
                                          <p:spTgt spid="127"/>
                                        </p:tgtEl>
                                      </p:cBhvr>
                                    </p:animEffect>
                                  </p:childTnLst>
                                </p:cTn>
                              </p:par>
                              <p:par>
                                <p:cTn id="59" presetID="10" presetClass="exit" presetSubtype="0" fill="hold" grpId="0" nodeType="withEffect">
                                  <p:stCondLst>
                                    <p:cond delay="0"/>
                                  </p:stCondLst>
                                  <p:childTnLst>
                                    <p:animEffect transition="out" filter="fade">
                                      <p:cBhvr>
                                        <p:cTn id="60" dur="500"/>
                                        <p:tgtEl>
                                          <p:spTgt spid="118"/>
                                        </p:tgtEl>
                                      </p:cBhvr>
                                    </p:animEffect>
                                    <p:set>
                                      <p:cBhvr>
                                        <p:cTn id="61" dur="1" fill="hold">
                                          <p:stCondLst>
                                            <p:cond delay="499"/>
                                          </p:stCondLst>
                                        </p:cTn>
                                        <p:tgtEl>
                                          <p:spTgt spid="118"/>
                                        </p:tgtEl>
                                        <p:attrNameLst>
                                          <p:attrName>style.visibility</p:attrName>
                                        </p:attrNameLst>
                                      </p:cBhvr>
                                      <p:to>
                                        <p:strVal val="hidden"/>
                                      </p:to>
                                    </p:set>
                                  </p:childTnLst>
                                </p:cTn>
                              </p:par>
                              <p:par>
                                <p:cTn id="62" presetID="10" presetClass="exit" presetSubtype="0" fill="hold" grpId="0" nodeType="withEffect">
                                  <p:stCondLst>
                                    <p:cond delay="0"/>
                                  </p:stCondLst>
                                  <p:childTnLst>
                                    <p:animEffect transition="out" filter="fade">
                                      <p:cBhvr>
                                        <p:cTn id="63" dur="500"/>
                                        <p:tgtEl>
                                          <p:spTgt spid="119"/>
                                        </p:tgtEl>
                                      </p:cBhvr>
                                    </p:animEffect>
                                    <p:set>
                                      <p:cBhvr>
                                        <p:cTn id="64" dur="1" fill="hold">
                                          <p:stCondLst>
                                            <p:cond delay="499"/>
                                          </p:stCondLst>
                                        </p:cTn>
                                        <p:tgtEl>
                                          <p:spTgt spid="119"/>
                                        </p:tgtEl>
                                        <p:attrNameLst>
                                          <p:attrName>style.visibility</p:attrName>
                                        </p:attrNameLst>
                                      </p:cBhvr>
                                      <p:to>
                                        <p:strVal val="hidden"/>
                                      </p:to>
                                    </p:set>
                                  </p:childTnLst>
                                </p:cTn>
                              </p:par>
                              <p:par>
                                <p:cTn id="65" presetID="10" presetClass="exit" presetSubtype="0" fill="hold" grpId="0" nodeType="withEffect">
                                  <p:stCondLst>
                                    <p:cond delay="0"/>
                                  </p:stCondLst>
                                  <p:childTnLst>
                                    <p:animEffect transition="out" filter="fade">
                                      <p:cBhvr>
                                        <p:cTn id="66" dur="500"/>
                                        <p:tgtEl>
                                          <p:spTgt spid="120"/>
                                        </p:tgtEl>
                                      </p:cBhvr>
                                    </p:animEffect>
                                    <p:set>
                                      <p:cBhvr>
                                        <p:cTn id="67" dur="1" fill="hold">
                                          <p:stCondLst>
                                            <p:cond delay="499"/>
                                          </p:stCondLst>
                                        </p:cTn>
                                        <p:tgtEl>
                                          <p:spTgt spid="120"/>
                                        </p:tgtEl>
                                        <p:attrNameLst>
                                          <p:attrName>style.visibility</p:attrName>
                                        </p:attrNameLst>
                                      </p:cBhvr>
                                      <p:to>
                                        <p:strVal val="hidden"/>
                                      </p:to>
                                    </p:set>
                                  </p:childTnLst>
                                </p:cTn>
                              </p:par>
                              <p:par>
                                <p:cTn id="68" presetID="35" presetClass="path" presetSubtype="0" accel="50000" decel="50000" fill="hold" grpId="0" nodeType="withEffect">
                                  <p:stCondLst>
                                    <p:cond delay="250"/>
                                  </p:stCondLst>
                                  <p:childTnLst>
                                    <p:animMotion origin="layout" path="M 4.79167E-6 4.81481E-6 L -0.08295 0.0081 " pathEditMode="relative" rAng="0" ptsTypes="AA">
                                      <p:cBhvr>
                                        <p:cTn id="69" dur="1500" fill="hold"/>
                                        <p:tgtEl>
                                          <p:spTgt spid="106"/>
                                        </p:tgtEl>
                                        <p:attrNameLst>
                                          <p:attrName>ppt_x</p:attrName>
                                          <p:attrName>ppt_y</p:attrName>
                                        </p:attrNameLst>
                                      </p:cBhvr>
                                      <p:rCtr x="-4154" y="394"/>
                                    </p:animMotion>
                                  </p:childTnLst>
                                </p:cTn>
                              </p:par>
                              <p:par>
                                <p:cTn id="70" presetID="35" presetClass="path" presetSubtype="0" accel="50000" decel="50000" fill="hold" grpId="0" nodeType="withEffect">
                                  <p:stCondLst>
                                    <p:cond delay="250"/>
                                  </p:stCondLst>
                                  <p:childTnLst>
                                    <p:animMotion origin="layout" path="M 2.08333E-6 2.96296E-6 L -0.05248 0.01597 " pathEditMode="relative" rAng="0" ptsTypes="AA">
                                      <p:cBhvr>
                                        <p:cTn id="71" dur="1500" fill="hold"/>
                                        <p:tgtEl>
                                          <p:spTgt spid="113"/>
                                        </p:tgtEl>
                                        <p:attrNameLst>
                                          <p:attrName>ppt_x</p:attrName>
                                          <p:attrName>ppt_y</p:attrName>
                                        </p:attrNameLst>
                                      </p:cBhvr>
                                      <p:rCtr x="-2630" y="787"/>
                                    </p:animMotion>
                                  </p:childTnLst>
                                </p:cTn>
                              </p:par>
                              <p:par>
                                <p:cTn id="72" presetID="35" presetClass="path" presetSubtype="0" accel="50000" decel="50000" fill="hold" grpId="0" nodeType="withEffect">
                                  <p:stCondLst>
                                    <p:cond delay="250"/>
                                  </p:stCondLst>
                                  <p:childTnLst>
                                    <p:animMotion origin="layout" path="M 2.91667E-6 -1.48148E-6 L -0.0642 -0.00393 " pathEditMode="relative" rAng="0" ptsTypes="AA">
                                      <p:cBhvr>
                                        <p:cTn id="73" dur="1500" fill="hold"/>
                                        <p:tgtEl>
                                          <p:spTgt spid="107"/>
                                        </p:tgtEl>
                                        <p:attrNameLst>
                                          <p:attrName>ppt_x</p:attrName>
                                          <p:attrName>ppt_y</p:attrName>
                                        </p:attrNameLst>
                                      </p:cBhvr>
                                      <p:rCtr x="-3216" y="-208"/>
                                    </p:animMotion>
                                  </p:childTnLst>
                                </p:cTn>
                              </p:par>
                            </p:childTnLst>
                          </p:cTn>
                        </p:par>
                        <p:par>
                          <p:cTn id="74" fill="hold">
                            <p:stCondLst>
                              <p:cond delay="3250"/>
                            </p:stCondLst>
                            <p:childTnLst>
                              <p:par>
                                <p:cTn id="75" presetID="42" presetClass="entr" presetSubtype="0" fill="hold" grpId="0" nodeType="after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fade">
                                      <p:cBhvr>
                                        <p:cTn id="77" dur="1000"/>
                                        <p:tgtEl>
                                          <p:spTgt spid="8"/>
                                        </p:tgtEl>
                                      </p:cBhvr>
                                    </p:animEffect>
                                    <p:anim calcmode="lin" valueType="num">
                                      <p:cBhvr>
                                        <p:cTn id="78" dur="1000" fill="hold"/>
                                        <p:tgtEl>
                                          <p:spTgt spid="8"/>
                                        </p:tgtEl>
                                        <p:attrNameLst>
                                          <p:attrName>ppt_x</p:attrName>
                                        </p:attrNameLst>
                                      </p:cBhvr>
                                      <p:tavLst>
                                        <p:tav tm="0">
                                          <p:val>
                                            <p:strVal val="#ppt_x"/>
                                          </p:val>
                                        </p:tav>
                                        <p:tav tm="100000">
                                          <p:val>
                                            <p:strVal val="#ppt_x"/>
                                          </p:val>
                                        </p:tav>
                                      </p:tavLst>
                                    </p:anim>
                                    <p:anim calcmode="lin" valueType="num">
                                      <p:cBhvr>
                                        <p:cTn id="79" dur="1000" fill="hold"/>
                                        <p:tgtEl>
                                          <p:spTgt spid="8"/>
                                        </p:tgtEl>
                                        <p:attrNameLst>
                                          <p:attrName>ppt_y</p:attrName>
                                        </p:attrNameLst>
                                      </p:cBhvr>
                                      <p:tavLst>
                                        <p:tav tm="0">
                                          <p:val>
                                            <p:strVal val="#ppt_y+.1"/>
                                          </p:val>
                                        </p:tav>
                                        <p:tav tm="100000">
                                          <p:val>
                                            <p:strVal val="#ppt_y"/>
                                          </p:val>
                                        </p:tav>
                                      </p:tavLst>
                                    </p:anim>
                                  </p:childTnLst>
                                </p:cTn>
                              </p:par>
                            </p:childTnLst>
                          </p:cTn>
                        </p:par>
                        <p:par>
                          <p:cTn id="80" fill="hold">
                            <p:stCondLst>
                              <p:cond delay="4250"/>
                            </p:stCondLst>
                            <p:childTnLst>
                              <p:par>
                                <p:cTn id="81" presetID="47" presetClass="entr" presetSubtype="0" fill="hold" grpId="0" nodeType="afterEffect">
                                  <p:stCondLst>
                                    <p:cond delay="0"/>
                                  </p:stCondLst>
                                  <p:childTnLst>
                                    <p:set>
                                      <p:cBhvr>
                                        <p:cTn id="82" dur="1" fill="hold">
                                          <p:stCondLst>
                                            <p:cond delay="0"/>
                                          </p:stCondLst>
                                        </p:cTn>
                                        <p:tgtEl>
                                          <p:spTgt spid="6"/>
                                        </p:tgtEl>
                                        <p:attrNameLst>
                                          <p:attrName>style.visibility</p:attrName>
                                        </p:attrNameLst>
                                      </p:cBhvr>
                                      <p:to>
                                        <p:strVal val="visible"/>
                                      </p:to>
                                    </p:set>
                                    <p:animEffect transition="in" filter="fade">
                                      <p:cBhvr>
                                        <p:cTn id="83" dur="1000"/>
                                        <p:tgtEl>
                                          <p:spTgt spid="6"/>
                                        </p:tgtEl>
                                      </p:cBhvr>
                                    </p:animEffect>
                                    <p:anim calcmode="lin" valueType="num">
                                      <p:cBhvr>
                                        <p:cTn id="84" dur="1000" fill="hold"/>
                                        <p:tgtEl>
                                          <p:spTgt spid="6"/>
                                        </p:tgtEl>
                                        <p:attrNameLst>
                                          <p:attrName>ppt_x</p:attrName>
                                        </p:attrNameLst>
                                      </p:cBhvr>
                                      <p:tavLst>
                                        <p:tav tm="0">
                                          <p:val>
                                            <p:strVal val="#ppt_x"/>
                                          </p:val>
                                        </p:tav>
                                        <p:tav tm="100000">
                                          <p:val>
                                            <p:strVal val="#ppt_x"/>
                                          </p:val>
                                        </p:tav>
                                      </p:tavLst>
                                    </p:anim>
                                    <p:anim calcmode="lin" valueType="num">
                                      <p:cBhvr>
                                        <p:cTn id="85" dur="1000" fill="hold"/>
                                        <p:tgtEl>
                                          <p:spTgt spid="6"/>
                                        </p:tgtEl>
                                        <p:attrNameLst>
                                          <p:attrName>ppt_y</p:attrName>
                                        </p:attrNameLst>
                                      </p:cBhvr>
                                      <p:tavLst>
                                        <p:tav tm="0">
                                          <p:val>
                                            <p:strVal val="#ppt_y-.1"/>
                                          </p:val>
                                        </p:tav>
                                        <p:tav tm="100000">
                                          <p:val>
                                            <p:strVal val="#ppt_y"/>
                                          </p:val>
                                        </p:tav>
                                      </p:tavLst>
                                    </p:anim>
                                  </p:childTnLst>
                                </p:cTn>
                              </p:par>
                            </p:childTnLst>
                          </p:cTn>
                        </p:par>
                        <p:par>
                          <p:cTn id="86" fill="hold">
                            <p:stCondLst>
                              <p:cond delay="5250"/>
                            </p:stCondLst>
                            <p:childTnLst>
                              <p:par>
                                <p:cTn id="87" presetID="22" presetClass="exit" presetSubtype="1" fill="hold" nodeType="afterEffect">
                                  <p:stCondLst>
                                    <p:cond delay="0"/>
                                  </p:stCondLst>
                                  <p:childTnLst>
                                    <p:animEffect transition="out" filter="wipe(up)">
                                      <p:cBhvr>
                                        <p:cTn id="88" dur="500"/>
                                        <p:tgtEl>
                                          <p:spTgt spid="92"/>
                                        </p:tgtEl>
                                      </p:cBhvr>
                                    </p:animEffect>
                                    <p:set>
                                      <p:cBhvr>
                                        <p:cTn id="89" dur="1" fill="hold">
                                          <p:stCondLst>
                                            <p:cond delay="499"/>
                                          </p:stCondLst>
                                        </p:cTn>
                                        <p:tgtEl>
                                          <p:spTgt spid="92"/>
                                        </p:tgtEl>
                                        <p:attrNameLst>
                                          <p:attrName>style.visibility</p:attrName>
                                        </p:attrNameLst>
                                      </p:cBhvr>
                                      <p:to>
                                        <p:strVal val="hidden"/>
                                      </p:to>
                                    </p:set>
                                  </p:childTnLst>
                                </p:cTn>
                              </p:par>
                            </p:childTnLst>
                          </p:cTn>
                        </p:par>
                        <p:par>
                          <p:cTn id="90" fill="hold">
                            <p:stCondLst>
                              <p:cond delay="5750"/>
                            </p:stCondLst>
                            <p:childTnLst>
                              <p:par>
                                <p:cTn id="91" presetID="22" presetClass="entr" presetSubtype="8" fill="hold" nodeType="afterEffect">
                                  <p:stCondLst>
                                    <p:cond delay="0"/>
                                  </p:stCondLst>
                                  <p:childTnLst>
                                    <p:set>
                                      <p:cBhvr>
                                        <p:cTn id="92" dur="1" fill="hold">
                                          <p:stCondLst>
                                            <p:cond delay="0"/>
                                          </p:stCondLst>
                                        </p:cTn>
                                        <p:tgtEl>
                                          <p:spTgt spid="128"/>
                                        </p:tgtEl>
                                        <p:attrNameLst>
                                          <p:attrName>style.visibility</p:attrName>
                                        </p:attrNameLst>
                                      </p:cBhvr>
                                      <p:to>
                                        <p:strVal val="visible"/>
                                      </p:to>
                                    </p:set>
                                    <p:animEffect transition="in" filter="wipe(left)">
                                      <p:cBhvr>
                                        <p:cTn id="93" dur="1000"/>
                                        <p:tgtEl>
                                          <p:spTgt spid="128"/>
                                        </p:tgtEl>
                                      </p:cBhvr>
                                    </p:animEffect>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90"/>
                                        </p:tgtEl>
                                        <p:attrNameLst>
                                          <p:attrName>style.visibility</p:attrName>
                                        </p:attrNameLst>
                                      </p:cBhvr>
                                      <p:to>
                                        <p:strVal val="visible"/>
                                      </p:to>
                                    </p:set>
                                    <p:animEffect transition="in" filter="fade">
                                      <p:cBhvr>
                                        <p:cTn id="98" dur="1000"/>
                                        <p:tgtEl>
                                          <p:spTgt spid="90"/>
                                        </p:tgtEl>
                                      </p:cBhvr>
                                    </p:animEffect>
                                    <p:anim calcmode="lin" valueType="num">
                                      <p:cBhvr>
                                        <p:cTn id="99" dur="1000" fill="hold"/>
                                        <p:tgtEl>
                                          <p:spTgt spid="90"/>
                                        </p:tgtEl>
                                        <p:attrNameLst>
                                          <p:attrName>ppt_x</p:attrName>
                                        </p:attrNameLst>
                                      </p:cBhvr>
                                      <p:tavLst>
                                        <p:tav tm="0">
                                          <p:val>
                                            <p:strVal val="#ppt_x"/>
                                          </p:val>
                                        </p:tav>
                                        <p:tav tm="100000">
                                          <p:val>
                                            <p:strVal val="#ppt_x"/>
                                          </p:val>
                                        </p:tav>
                                      </p:tavLst>
                                    </p:anim>
                                    <p:anim calcmode="lin" valueType="num">
                                      <p:cBhvr>
                                        <p:cTn id="100" dur="1000" fill="hold"/>
                                        <p:tgtEl>
                                          <p:spTgt spid="90"/>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130"/>
                                        </p:tgtEl>
                                        <p:attrNameLst>
                                          <p:attrName>style.visibility</p:attrName>
                                        </p:attrNameLst>
                                      </p:cBhvr>
                                      <p:to>
                                        <p:strVal val="visible"/>
                                      </p:to>
                                    </p:set>
                                    <p:animEffect transition="in" filter="fade">
                                      <p:cBhvr>
                                        <p:cTn id="103" dur="1000"/>
                                        <p:tgtEl>
                                          <p:spTgt spid="130"/>
                                        </p:tgtEl>
                                      </p:cBhvr>
                                    </p:animEffect>
                                    <p:anim calcmode="lin" valueType="num">
                                      <p:cBhvr>
                                        <p:cTn id="104" dur="1000" fill="hold"/>
                                        <p:tgtEl>
                                          <p:spTgt spid="130"/>
                                        </p:tgtEl>
                                        <p:attrNameLst>
                                          <p:attrName>ppt_x</p:attrName>
                                        </p:attrNameLst>
                                      </p:cBhvr>
                                      <p:tavLst>
                                        <p:tav tm="0">
                                          <p:val>
                                            <p:strVal val="#ppt_x"/>
                                          </p:val>
                                        </p:tav>
                                        <p:tav tm="100000">
                                          <p:val>
                                            <p:strVal val="#ppt_x"/>
                                          </p:val>
                                        </p:tav>
                                      </p:tavLst>
                                    </p:anim>
                                    <p:anim calcmode="lin" valueType="num">
                                      <p:cBhvr>
                                        <p:cTn id="105" dur="1000" fill="hold"/>
                                        <p:tgtEl>
                                          <p:spTgt spid="130"/>
                                        </p:tgtEl>
                                        <p:attrNameLst>
                                          <p:attrName>ppt_y</p:attrName>
                                        </p:attrNameLst>
                                      </p:cBhvr>
                                      <p:tavLst>
                                        <p:tav tm="0">
                                          <p:val>
                                            <p:strVal val="#ppt_y+.1"/>
                                          </p:val>
                                        </p:tav>
                                        <p:tav tm="100000">
                                          <p:val>
                                            <p:strVal val="#ppt_y"/>
                                          </p:val>
                                        </p:tav>
                                      </p:tavLst>
                                    </p:anim>
                                  </p:childTnLst>
                                </p:cTn>
                              </p:par>
                            </p:childTnLst>
                          </p:cTn>
                        </p:par>
                        <p:par>
                          <p:cTn id="106" fill="hold">
                            <p:stCondLst>
                              <p:cond delay="1000"/>
                            </p:stCondLst>
                            <p:childTnLst>
                              <p:par>
                                <p:cTn id="107" presetID="22" presetClass="exit" presetSubtype="1" fill="hold" nodeType="afterEffect">
                                  <p:stCondLst>
                                    <p:cond delay="0"/>
                                  </p:stCondLst>
                                  <p:childTnLst>
                                    <p:animEffect transition="out" filter="wipe(up)">
                                      <p:cBhvr>
                                        <p:cTn id="108" dur="500"/>
                                        <p:tgtEl>
                                          <p:spTgt spid="128"/>
                                        </p:tgtEl>
                                      </p:cBhvr>
                                    </p:animEffect>
                                    <p:set>
                                      <p:cBhvr>
                                        <p:cTn id="109" dur="1" fill="hold">
                                          <p:stCondLst>
                                            <p:cond delay="499"/>
                                          </p:stCondLst>
                                        </p:cTn>
                                        <p:tgtEl>
                                          <p:spTgt spid="128"/>
                                        </p:tgtEl>
                                        <p:attrNameLst>
                                          <p:attrName>style.visibility</p:attrName>
                                        </p:attrNameLst>
                                      </p:cBhvr>
                                      <p:to>
                                        <p:strVal val="hidden"/>
                                      </p:to>
                                    </p:set>
                                  </p:childTnLst>
                                </p:cTn>
                              </p:par>
                            </p:childTnLst>
                          </p:cTn>
                        </p:par>
                        <p:par>
                          <p:cTn id="110" fill="hold">
                            <p:stCondLst>
                              <p:cond delay="1500"/>
                            </p:stCondLst>
                            <p:childTnLst>
                              <p:par>
                                <p:cTn id="111" presetID="22" presetClass="entr" presetSubtype="8" fill="hold" nodeType="afterEffect">
                                  <p:stCondLst>
                                    <p:cond delay="0"/>
                                  </p:stCondLst>
                                  <p:childTnLst>
                                    <p:set>
                                      <p:cBhvr>
                                        <p:cTn id="112" dur="1" fill="hold">
                                          <p:stCondLst>
                                            <p:cond delay="0"/>
                                          </p:stCondLst>
                                        </p:cTn>
                                        <p:tgtEl>
                                          <p:spTgt spid="131"/>
                                        </p:tgtEl>
                                        <p:attrNameLst>
                                          <p:attrName>style.visibility</p:attrName>
                                        </p:attrNameLst>
                                      </p:cBhvr>
                                      <p:to>
                                        <p:strVal val="visible"/>
                                      </p:to>
                                    </p:set>
                                    <p:animEffect transition="in" filter="wipe(left)">
                                      <p:cBhvr>
                                        <p:cTn id="113" dur="1000"/>
                                        <p:tgtEl>
                                          <p:spTgt spid="131"/>
                                        </p:tgtEl>
                                      </p:cBhvr>
                                    </p:animEffect>
                                  </p:childTnLst>
                                </p:cTn>
                              </p:par>
                            </p:childTnLst>
                          </p:cTn>
                        </p:par>
                      </p:childTnLst>
                    </p:cTn>
                  </p:par>
                  <p:par>
                    <p:cTn id="114" fill="hold">
                      <p:stCondLst>
                        <p:cond delay="indefinite"/>
                      </p:stCondLst>
                      <p:childTnLst>
                        <p:par>
                          <p:cTn id="115" fill="hold">
                            <p:stCondLst>
                              <p:cond delay="0"/>
                            </p:stCondLst>
                            <p:childTnLst>
                              <p:par>
                                <p:cTn id="116" presetID="31" presetClass="entr" presetSubtype="0" fill="hold" grpId="0" nodeType="clickEffect">
                                  <p:stCondLst>
                                    <p:cond delay="0"/>
                                  </p:stCondLst>
                                  <p:childTnLst>
                                    <p:set>
                                      <p:cBhvr>
                                        <p:cTn id="117" dur="1" fill="hold">
                                          <p:stCondLst>
                                            <p:cond delay="0"/>
                                          </p:stCondLst>
                                        </p:cTn>
                                        <p:tgtEl>
                                          <p:spTgt spid="10"/>
                                        </p:tgtEl>
                                        <p:attrNameLst>
                                          <p:attrName>style.visibility</p:attrName>
                                        </p:attrNameLst>
                                      </p:cBhvr>
                                      <p:to>
                                        <p:strVal val="visible"/>
                                      </p:to>
                                    </p:set>
                                    <p:anim calcmode="lin" valueType="num">
                                      <p:cBhvr>
                                        <p:cTn id="118" dur="1000" fill="hold"/>
                                        <p:tgtEl>
                                          <p:spTgt spid="10"/>
                                        </p:tgtEl>
                                        <p:attrNameLst>
                                          <p:attrName>ppt_w</p:attrName>
                                        </p:attrNameLst>
                                      </p:cBhvr>
                                      <p:tavLst>
                                        <p:tav tm="0">
                                          <p:val>
                                            <p:fltVal val="0"/>
                                          </p:val>
                                        </p:tav>
                                        <p:tav tm="100000">
                                          <p:val>
                                            <p:strVal val="#ppt_w"/>
                                          </p:val>
                                        </p:tav>
                                      </p:tavLst>
                                    </p:anim>
                                    <p:anim calcmode="lin" valueType="num">
                                      <p:cBhvr>
                                        <p:cTn id="119" dur="1000" fill="hold"/>
                                        <p:tgtEl>
                                          <p:spTgt spid="10"/>
                                        </p:tgtEl>
                                        <p:attrNameLst>
                                          <p:attrName>ppt_h</p:attrName>
                                        </p:attrNameLst>
                                      </p:cBhvr>
                                      <p:tavLst>
                                        <p:tav tm="0">
                                          <p:val>
                                            <p:fltVal val="0"/>
                                          </p:val>
                                        </p:tav>
                                        <p:tav tm="100000">
                                          <p:val>
                                            <p:strVal val="#ppt_h"/>
                                          </p:val>
                                        </p:tav>
                                      </p:tavLst>
                                    </p:anim>
                                    <p:anim calcmode="lin" valueType="num">
                                      <p:cBhvr>
                                        <p:cTn id="120" dur="1000" fill="hold"/>
                                        <p:tgtEl>
                                          <p:spTgt spid="10"/>
                                        </p:tgtEl>
                                        <p:attrNameLst>
                                          <p:attrName>style.rotation</p:attrName>
                                        </p:attrNameLst>
                                      </p:cBhvr>
                                      <p:tavLst>
                                        <p:tav tm="0">
                                          <p:val>
                                            <p:fltVal val="90"/>
                                          </p:val>
                                        </p:tav>
                                        <p:tav tm="100000">
                                          <p:val>
                                            <p:fltVal val="0"/>
                                          </p:val>
                                        </p:tav>
                                      </p:tavLst>
                                    </p:anim>
                                    <p:animEffect transition="in" filter="fade">
                                      <p:cBhvr>
                                        <p:cTn id="121" dur="1000"/>
                                        <p:tgtEl>
                                          <p:spTgt spid="10"/>
                                        </p:tgtEl>
                                      </p:cBhvr>
                                    </p:animEffect>
                                  </p:childTnLst>
                                </p:cTn>
                              </p:par>
                            </p:childTnLst>
                          </p:cTn>
                        </p:par>
                        <p:par>
                          <p:cTn id="122" fill="hold">
                            <p:stCondLst>
                              <p:cond delay="1000"/>
                            </p:stCondLst>
                            <p:childTnLst>
                              <p:par>
                                <p:cTn id="123" presetID="63" presetClass="path" presetSubtype="0" accel="50000" decel="50000" fill="hold" grpId="1" nodeType="afterEffect">
                                  <p:stCondLst>
                                    <p:cond delay="0"/>
                                  </p:stCondLst>
                                  <p:childTnLst>
                                    <p:animMotion origin="layout" path="M 3.33333E-6 -4.07407E-6 L 0.1556 -0.12476 " pathEditMode="relative" rAng="0" ptsTypes="AA">
                                      <p:cBhvr>
                                        <p:cTn id="124" dur="1500" fill="hold"/>
                                        <p:tgtEl>
                                          <p:spTgt spid="10"/>
                                        </p:tgtEl>
                                        <p:attrNameLst>
                                          <p:attrName>ppt_x</p:attrName>
                                          <p:attrName>ppt_y</p:attrName>
                                        </p:attrNameLst>
                                      </p:cBhvr>
                                      <p:rCtr x="7773" y="-6250"/>
                                    </p:animMotion>
                                  </p:childTnLst>
                                </p:cTn>
                              </p:par>
                              <p:par>
                                <p:cTn id="125" presetID="10" presetClass="exit" presetSubtype="0" fill="hold" grpId="0" nodeType="withEffect">
                                  <p:stCondLst>
                                    <p:cond delay="0"/>
                                  </p:stCondLst>
                                  <p:childTnLst>
                                    <p:animEffect transition="out" filter="fade">
                                      <p:cBhvr>
                                        <p:cTn id="126" dur="1000"/>
                                        <p:tgtEl>
                                          <p:spTgt spid="73"/>
                                        </p:tgtEl>
                                      </p:cBhvr>
                                    </p:animEffect>
                                    <p:set>
                                      <p:cBhvr>
                                        <p:cTn id="127" dur="1" fill="hold">
                                          <p:stCondLst>
                                            <p:cond delay="999"/>
                                          </p:stCondLst>
                                        </p:cTn>
                                        <p:tgtEl>
                                          <p:spTgt spid="73"/>
                                        </p:tgtEl>
                                        <p:attrNameLst>
                                          <p:attrName>style.visibility</p:attrName>
                                        </p:attrNameLst>
                                      </p:cBhvr>
                                      <p:to>
                                        <p:strVal val="hidden"/>
                                      </p:to>
                                    </p:set>
                                  </p:childTnLst>
                                </p:cTn>
                              </p:par>
                              <p:par>
                                <p:cTn id="128" presetID="3" presetClass="emph" presetSubtype="2" fill="hold" grpId="0" nodeType="withEffect">
                                  <p:stCondLst>
                                    <p:cond delay="0"/>
                                  </p:stCondLst>
                                  <p:childTnLst>
                                    <p:animClr clrSpc="rgb" dir="cw">
                                      <p:cBhvr override="childStyle">
                                        <p:cTn id="129" dur="1250" fill="hold"/>
                                        <p:tgtEl>
                                          <p:spTgt spid="85"/>
                                        </p:tgtEl>
                                        <p:attrNameLst>
                                          <p:attrName>style.color</p:attrName>
                                        </p:attrNameLst>
                                      </p:cBhvr>
                                      <p:to>
                                        <a:schemeClr val="accent2"/>
                                      </p:to>
                                    </p:animClr>
                                  </p:childTnLst>
                                </p:cTn>
                              </p:par>
                              <p:par>
                                <p:cTn id="130" presetID="63" presetClass="path" presetSubtype="0" accel="50000" decel="50000" fill="hold" grpId="1" nodeType="withEffect">
                                  <p:stCondLst>
                                    <p:cond delay="0"/>
                                  </p:stCondLst>
                                  <p:childTnLst>
                                    <p:animMotion origin="layout" path="M 1.875E-6 1.85185E-6 L 0.11862 -0.00162 " pathEditMode="relative" rAng="0" ptsTypes="AA">
                                      <p:cBhvr>
                                        <p:cTn id="131" dur="1500" fill="hold"/>
                                        <p:tgtEl>
                                          <p:spTgt spid="85"/>
                                        </p:tgtEl>
                                        <p:attrNameLst>
                                          <p:attrName>ppt_x</p:attrName>
                                          <p:attrName>ppt_y</p:attrName>
                                        </p:attrNameLst>
                                      </p:cBhvr>
                                      <p:rCtr x="5924" y="-93"/>
                                    </p:animMotion>
                                  </p:childTnLst>
                                </p:cTn>
                              </p:par>
                              <p:par>
                                <p:cTn id="132" presetID="7" presetClass="emph" presetSubtype="2" fill="hold" nodeType="withEffect">
                                  <p:stCondLst>
                                    <p:cond delay="0"/>
                                  </p:stCondLst>
                                  <p:childTnLst>
                                    <p:animClr clrSpc="rgb" dir="cw">
                                      <p:cBhvr>
                                        <p:cTn id="133" dur="750" fill="hold"/>
                                        <p:tgtEl>
                                          <p:spTgt spid="126"/>
                                        </p:tgtEl>
                                        <p:attrNameLst>
                                          <p:attrName>stroke.color</p:attrName>
                                        </p:attrNameLst>
                                      </p:cBhvr>
                                      <p:to>
                                        <a:srgbClr val="C00000"/>
                                      </p:to>
                                    </p:animClr>
                                    <p:set>
                                      <p:cBhvr>
                                        <p:cTn id="134" dur="750" fill="hold"/>
                                        <p:tgtEl>
                                          <p:spTgt spid="126"/>
                                        </p:tgtEl>
                                        <p:attrNameLst>
                                          <p:attrName>stroke.on</p:attrName>
                                        </p:attrNameLst>
                                      </p:cBhvr>
                                      <p:to>
                                        <p:strVal val="true"/>
                                      </p:to>
                                    </p:set>
                                  </p:childTnLst>
                                </p:cTn>
                              </p:par>
                              <p:par>
                                <p:cTn id="135" presetID="35" presetClass="path" presetSubtype="0" accel="50000" decel="50000" fill="hold" grpId="0" nodeType="withEffect">
                                  <p:stCondLst>
                                    <p:cond delay="500"/>
                                  </p:stCondLst>
                                  <p:childTnLst>
                                    <p:animMotion origin="layout" path="M 2.08333E-6 3.7037E-6 L -0.11862 0.00092 " pathEditMode="relative" rAng="0" ptsTypes="AA">
                                      <p:cBhvr>
                                        <p:cTn id="136" dur="1500" fill="hold"/>
                                        <p:tgtEl>
                                          <p:spTgt spid="89"/>
                                        </p:tgtEl>
                                        <p:attrNameLst>
                                          <p:attrName>ppt_x</p:attrName>
                                          <p:attrName>ppt_y</p:attrName>
                                        </p:attrNameLst>
                                      </p:cBhvr>
                                      <p:rCtr x="-5937" y="46"/>
                                    </p:animMotion>
                                  </p:childTnLst>
                                </p:cTn>
                              </p:par>
                              <p:par>
                                <p:cTn id="137" presetID="63" presetClass="path" presetSubtype="0" accel="50000" decel="50000" fill="hold" grpId="1" nodeType="withEffect">
                                  <p:stCondLst>
                                    <p:cond delay="0"/>
                                  </p:stCondLst>
                                  <p:childTnLst>
                                    <p:animMotion origin="layout" path="M 3.54167E-6 -3.7037E-6 L 0.0901 0.00139 " pathEditMode="relative" rAng="0" ptsTypes="AA">
                                      <p:cBhvr>
                                        <p:cTn id="138" dur="1500" fill="hold"/>
                                        <p:tgtEl>
                                          <p:spTgt spid="80"/>
                                        </p:tgtEl>
                                        <p:attrNameLst>
                                          <p:attrName>ppt_x</p:attrName>
                                          <p:attrName>ppt_y</p:attrName>
                                        </p:attrNameLst>
                                      </p:cBhvr>
                                      <p:rCtr x="4505" y="-116"/>
                                    </p:animMotion>
                                  </p:childTnLst>
                                </p:cTn>
                              </p:par>
                              <p:par>
                                <p:cTn id="139" presetID="35" presetClass="path" presetSubtype="0" accel="50000" decel="50000" fill="hold" grpId="0" nodeType="withEffect">
                                  <p:stCondLst>
                                    <p:cond delay="500"/>
                                  </p:stCondLst>
                                  <p:childTnLst>
                                    <p:animMotion origin="layout" path="M -6.25E-7 -2.59259E-6 L -0.0901 -0.00139 " pathEditMode="relative" rAng="0" ptsTypes="AA">
                                      <p:cBhvr>
                                        <p:cTn id="140" dur="1500" fill="hold"/>
                                        <p:tgtEl>
                                          <p:spTgt spid="83"/>
                                        </p:tgtEl>
                                        <p:attrNameLst>
                                          <p:attrName>ppt_x</p:attrName>
                                          <p:attrName>ppt_y</p:attrName>
                                        </p:attrNameLst>
                                      </p:cBhvr>
                                      <p:rCtr x="-4518" y="-69"/>
                                    </p:animMotion>
                                  </p:childTnLst>
                                </p:cTn>
                              </p:par>
                              <p:par>
                                <p:cTn id="141" presetID="3" presetClass="emph" presetSubtype="2" fill="hold" grpId="1" nodeType="withEffect">
                                  <p:stCondLst>
                                    <p:cond delay="500"/>
                                  </p:stCondLst>
                                  <p:childTnLst>
                                    <p:animClr clrSpc="rgb" dir="cw">
                                      <p:cBhvr override="childStyle">
                                        <p:cTn id="142" dur="750" fill="hold"/>
                                        <p:tgtEl>
                                          <p:spTgt spid="83"/>
                                        </p:tgtEl>
                                        <p:attrNameLst>
                                          <p:attrName>style.color</p:attrName>
                                        </p:attrNameLst>
                                      </p:cBhvr>
                                      <p:to>
                                        <a:schemeClr val="accent2"/>
                                      </p:to>
                                    </p:animClr>
                                  </p:childTnLst>
                                </p:cTn>
                              </p:par>
                            </p:childTnLst>
                          </p:cTn>
                        </p:par>
                        <p:par>
                          <p:cTn id="143" fill="hold">
                            <p:stCondLst>
                              <p:cond delay="3000"/>
                            </p:stCondLst>
                            <p:childTnLst>
                              <p:par>
                                <p:cTn id="144" presetID="63" presetClass="path" presetSubtype="0" accel="50000" decel="50000" fill="hold" grpId="1" nodeType="afterEffect">
                                  <p:stCondLst>
                                    <p:cond delay="0"/>
                                  </p:stCondLst>
                                  <p:childTnLst>
                                    <p:animMotion origin="layout" path="M -0.11862 0.00092 L -0.05964 0.00139 " pathEditMode="relative" rAng="0" ptsTypes="AA">
                                      <p:cBhvr>
                                        <p:cTn id="145" dur="1250" fill="hold"/>
                                        <p:tgtEl>
                                          <p:spTgt spid="89"/>
                                        </p:tgtEl>
                                        <p:attrNameLst>
                                          <p:attrName>ppt_x</p:attrName>
                                          <p:attrName>ppt_y</p:attrName>
                                        </p:attrNameLst>
                                      </p:cBhvr>
                                      <p:rCtr x="2943" y="23"/>
                                    </p:animMotion>
                                  </p:childTnLst>
                                </p:cTn>
                              </p:par>
                              <p:par>
                                <p:cTn id="146" presetID="35" presetClass="path" presetSubtype="0" accel="50000" decel="50000" fill="hold" grpId="0" nodeType="withEffect">
                                  <p:stCondLst>
                                    <p:cond delay="500"/>
                                  </p:stCondLst>
                                  <p:childTnLst>
                                    <p:animMotion origin="layout" path="M -3.33333E-6 -3.7037E-6 L -0.06042 0.00162 " pathEditMode="relative" rAng="0" ptsTypes="AA">
                                      <p:cBhvr>
                                        <p:cTn id="147" dur="1250" fill="hold"/>
                                        <p:tgtEl>
                                          <p:spTgt spid="87"/>
                                        </p:tgtEl>
                                        <p:attrNameLst>
                                          <p:attrName>ppt_x</p:attrName>
                                          <p:attrName>ppt_y</p:attrName>
                                        </p:attrNameLst>
                                      </p:cBhvr>
                                      <p:rCtr x="-2917" y="93"/>
                                    </p:animMotion>
                                  </p:childTnLst>
                                </p:cTn>
                              </p:par>
                              <p:par>
                                <p:cTn id="148" presetID="35" presetClass="path" presetSubtype="0" accel="50000" decel="50000" fill="hold" grpId="2" nodeType="withEffect">
                                  <p:stCondLst>
                                    <p:cond delay="500"/>
                                  </p:stCondLst>
                                  <p:childTnLst>
                                    <p:animMotion origin="layout" path="M 0.0901 0.00139 L 0.02955 0.00162 " pathEditMode="relative" rAng="0" ptsTypes="AA">
                                      <p:cBhvr>
                                        <p:cTn id="149" dur="2000" fill="hold"/>
                                        <p:tgtEl>
                                          <p:spTgt spid="80"/>
                                        </p:tgtEl>
                                        <p:attrNameLst>
                                          <p:attrName>ppt_x</p:attrName>
                                          <p:attrName>ppt_y</p:attrName>
                                        </p:attrNameLst>
                                      </p:cBhvr>
                                      <p:rCtr x="-3073" y="370"/>
                                    </p:animMotion>
                                  </p:childTnLst>
                                </p:cTn>
                              </p:par>
                              <p:par>
                                <p:cTn id="150" presetID="35" presetClass="path" presetSubtype="0" accel="50000" decel="50000" fill="hold" grpId="0" nodeType="withEffect">
                                  <p:stCondLst>
                                    <p:cond delay="500"/>
                                  </p:stCondLst>
                                  <p:childTnLst>
                                    <p:animMotion origin="layout" path="M -3.75E-6 -4.07407E-6 L 0.06055 -0.00023 " pathEditMode="relative" rAng="0" ptsTypes="AA">
                                      <p:cBhvr>
                                        <p:cTn id="151" dur="1250" fill="hold"/>
                                        <p:tgtEl>
                                          <p:spTgt spid="81"/>
                                        </p:tgtEl>
                                        <p:attrNameLst>
                                          <p:attrName>ppt_x</p:attrName>
                                          <p:attrName>ppt_y</p:attrName>
                                        </p:attrNameLst>
                                      </p:cBhvr>
                                      <p:rCtr x="2930" y="93"/>
                                    </p:animMotion>
                                  </p:childTnLst>
                                </p:cTn>
                              </p:par>
                            </p:childTnLst>
                          </p:cTn>
                        </p:par>
                        <p:par>
                          <p:cTn id="152" fill="hold">
                            <p:stCondLst>
                              <p:cond delay="5500"/>
                            </p:stCondLst>
                            <p:childTnLst>
                              <p:par>
                                <p:cTn id="153" presetID="22" presetClass="exit" presetSubtype="1" fill="hold" nodeType="afterEffect">
                                  <p:stCondLst>
                                    <p:cond delay="0"/>
                                  </p:stCondLst>
                                  <p:childTnLst>
                                    <p:animEffect transition="out" filter="wipe(up)">
                                      <p:cBhvr>
                                        <p:cTn id="154" dur="500"/>
                                        <p:tgtEl>
                                          <p:spTgt spid="131"/>
                                        </p:tgtEl>
                                      </p:cBhvr>
                                    </p:animEffect>
                                    <p:set>
                                      <p:cBhvr>
                                        <p:cTn id="155" dur="1" fill="hold">
                                          <p:stCondLst>
                                            <p:cond delay="499"/>
                                          </p:stCondLst>
                                        </p:cTn>
                                        <p:tgtEl>
                                          <p:spTgt spid="131"/>
                                        </p:tgtEl>
                                        <p:attrNameLst>
                                          <p:attrName>style.visibility</p:attrName>
                                        </p:attrNameLst>
                                      </p:cBhvr>
                                      <p:to>
                                        <p:strVal val="hidden"/>
                                      </p:to>
                                    </p:set>
                                  </p:childTnLst>
                                </p:cTn>
                              </p:par>
                            </p:childTnLst>
                          </p:cTn>
                        </p:par>
                        <p:par>
                          <p:cTn id="156" fill="hold">
                            <p:stCondLst>
                              <p:cond delay="6000"/>
                            </p:stCondLst>
                            <p:childTnLst>
                              <p:par>
                                <p:cTn id="157" presetID="21" presetClass="entr" presetSubtype="8" fill="hold" grpId="0" nodeType="afterEffect">
                                  <p:stCondLst>
                                    <p:cond delay="0"/>
                                  </p:stCondLst>
                                  <p:childTnLst>
                                    <p:set>
                                      <p:cBhvr>
                                        <p:cTn id="158" dur="1" fill="hold">
                                          <p:stCondLst>
                                            <p:cond delay="0"/>
                                          </p:stCondLst>
                                        </p:cTn>
                                        <p:tgtEl>
                                          <p:spTgt spid="63"/>
                                        </p:tgtEl>
                                        <p:attrNameLst>
                                          <p:attrName>style.visibility</p:attrName>
                                        </p:attrNameLst>
                                      </p:cBhvr>
                                      <p:to>
                                        <p:strVal val="visible"/>
                                      </p:to>
                                    </p:set>
                                    <p:animEffect transition="in" filter="wheel(8)">
                                      <p:cBhvr>
                                        <p:cTn id="159" dur="1500"/>
                                        <p:tgtEl>
                                          <p:spTgt spid="63"/>
                                        </p:tgtEl>
                                      </p:cBhvr>
                                    </p:animEffect>
                                  </p:childTnLst>
                                </p:cTn>
                              </p:par>
                            </p:childTnLst>
                          </p:cTn>
                        </p:par>
                      </p:childTnLst>
                    </p:cTn>
                  </p:par>
                  <p:par>
                    <p:cTn id="160" fill="hold">
                      <p:stCondLst>
                        <p:cond delay="indefinite"/>
                      </p:stCondLst>
                      <p:childTnLst>
                        <p:par>
                          <p:cTn id="161" fill="hold">
                            <p:stCondLst>
                              <p:cond delay="0"/>
                            </p:stCondLst>
                            <p:childTnLst>
                              <p:par>
                                <p:cTn id="162" presetID="10" presetClass="exit" presetSubtype="0" fill="hold" grpId="0" nodeType="clickEffect">
                                  <p:stCondLst>
                                    <p:cond delay="0"/>
                                  </p:stCondLst>
                                  <p:childTnLst>
                                    <p:animEffect transition="out" filter="fade">
                                      <p:cBhvr>
                                        <p:cTn id="163" dur="500"/>
                                        <p:tgtEl>
                                          <p:spTgt spid="99"/>
                                        </p:tgtEl>
                                      </p:cBhvr>
                                    </p:animEffect>
                                    <p:set>
                                      <p:cBhvr>
                                        <p:cTn id="164" dur="1" fill="hold">
                                          <p:stCondLst>
                                            <p:cond delay="499"/>
                                          </p:stCondLst>
                                        </p:cTn>
                                        <p:tgtEl>
                                          <p:spTgt spid="99"/>
                                        </p:tgtEl>
                                        <p:attrNameLst>
                                          <p:attrName>style.visibility</p:attrName>
                                        </p:attrNameLst>
                                      </p:cBhvr>
                                      <p:to>
                                        <p:strVal val="hidden"/>
                                      </p:to>
                                    </p:set>
                                  </p:childTnLst>
                                </p:cTn>
                              </p:par>
                              <p:par>
                                <p:cTn id="165" presetID="10" presetClass="exit" presetSubtype="0" fill="hold" grpId="0" nodeType="withEffect">
                                  <p:stCondLst>
                                    <p:cond delay="0"/>
                                  </p:stCondLst>
                                  <p:childTnLst>
                                    <p:animEffect transition="out" filter="fade">
                                      <p:cBhvr>
                                        <p:cTn id="166" dur="500"/>
                                        <p:tgtEl>
                                          <p:spTgt spid="101"/>
                                        </p:tgtEl>
                                      </p:cBhvr>
                                    </p:animEffect>
                                    <p:set>
                                      <p:cBhvr>
                                        <p:cTn id="167" dur="1" fill="hold">
                                          <p:stCondLst>
                                            <p:cond delay="499"/>
                                          </p:stCondLst>
                                        </p:cTn>
                                        <p:tgtEl>
                                          <p:spTgt spid="101"/>
                                        </p:tgtEl>
                                        <p:attrNameLst>
                                          <p:attrName>style.visibility</p:attrName>
                                        </p:attrNameLst>
                                      </p:cBhvr>
                                      <p:to>
                                        <p:strVal val="hidden"/>
                                      </p:to>
                                    </p:set>
                                  </p:childTnLst>
                                </p:cTn>
                              </p:par>
                              <p:par>
                                <p:cTn id="168" presetID="10" presetClass="exit" presetSubtype="0" fill="hold" grpId="0" nodeType="withEffect">
                                  <p:stCondLst>
                                    <p:cond delay="0"/>
                                  </p:stCondLst>
                                  <p:childTnLst>
                                    <p:animEffect transition="out" filter="fade">
                                      <p:cBhvr>
                                        <p:cTn id="169" dur="500"/>
                                        <p:tgtEl>
                                          <p:spTgt spid="103"/>
                                        </p:tgtEl>
                                      </p:cBhvr>
                                    </p:animEffect>
                                    <p:set>
                                      <p:cBhvr>
                                        <p:cTn id="170" dur="1" fill="hold">
                                          <p:stCondLst>
                                            <p:cond delay="499"/>
                                          </p:stCondLst>
                                        </p:cTn>
                                        <p:tgtEl>
                                          <p:spTgt spid="103"/>
                                        </p:tgtEl>
                                        <p:attrNameLst>
                                          <p:attrName>style.visibility</p:attrName>
                                        </p:attrNameLst>
                                      </p:cBhvr>
                                      <p:to>
                                        <p:strVal val="hidden"/>
                                      </p:to>
                                    </p:set>
                                  </p:childTnLst>
                                </p:cTn>
                              </p:par>
                              <p:par>
                                <p:cTn id="171" presetID="10" presetClass="exit" presetSubtype="0" fill="hold" grpId="0" nodeType="withEffect">
                                  <p:stCondLst>
                                    <p:cond delay="0"/>
                                  </p:stCondLst>
                                  <p:childTnLst>
                                    <p:animEffect transition="out" filter="fade">
                                      <p:cBhvr>
                                        <p:cTn id="172" dur="500"/>
                                        <p:tgtEl>
                                          <p:spTgt spid="102"/>
                                        </p:tgtEl>
                                      </p:cBhvr>
                                    </p:animEffect>
                                    <p:set>
                                      <p:cBhvr>
                                        <p:cTn id="173" dur="1" fill="hold">
                                          <p:stCondLst>
                                            <p:cond delay="499"/>
                                          </p:stCondLst>
                                        </p:cTn>
                                        <p:tgtEl>
                                          <p:spTgt spid="102"/>
                                        </p:tgtEl>
                                        <p:attrNameLst>
                                          <p:attrName>style.visibility</p:attrName>
                                        </p:attrNameLst>
                                      </p:cBhvr>
                                      <p:to>
                                        <p:strVal val="hidden"/>
                                      </p:to>
                                    </p:set>
                                  </p:childTnLst>
                                </p:cTn>
                              </p:par>
                              <p:par>
                                <p:cTn id="174" presetID="22" presetClass="exit" presetSubtype="2" fill="hold" grpId="1" nodeType="withEffect">
                                  <p:stCondLst>
                                    <p:cond delay="0"/>
                                  </p:stCondLst>
                                  <p:childTnLst>
                                    <p:animEffect transition="out" filter="wipe(right)">
                                      <p:cBhvr>
                                        <p:cTn id="175" dur="500"/>
                                        <p:tgtEl>
                                          <p:spTgt spid="126"/>
                                        </p:tgtEl>
                                      </p:cBhvr>
                                    </p:animEffect>
                                    <p:set>
                                      <p:cBhvr>
                                        <p:cTn id="176" dur="1" fill="hold">
                                          <p:stCondLst>
                                            <p:cond delay="499"/>
                                          </p:stCondLst>
                                        </p:cTn>
                                        <p:tgtEl>
                                          <p:spTgt spid="126"/>
                                        </p:tgtEl>
                                        <p:attrNameLst>
                                          <p:attrName>style.visibility</p:attrName>
                                        </p:attrNameLst>
                                      </p:cBhvr>
                                      <p:to>
                                        <p:strVal val="hidden"/>
                                      </p:to>
                                    </p:set>
                                  </p:childTnLst>
                                </p:cTn>
                              </p:par>
                              <p:par>
                                <p:cTn id="177" presetID="1" presetClass="emph" presetSubtype="2" fill="hold" nodeType="withEffect">
                                  <p:stCondLst>
                                    <p:cond delay="0"/>
                                  </p:stCondLst>
                                  <p:childTnLst>
                                    <p:animClr clrSpc="rgb" dir="cw">
                                      <p:cBhvr>
                                        <p:cTn id="178" dur="750" fill="hold"/>
                                        <p:tgtEl>
                                          <p:spTgt spid="122"/>
                                        </p:tgtEl>
                                        <p:attrNameLst>
                                          <p:attrName>fillcolor</p:attrName>
                                        </p:attrNameLst>
                                      </p:cBhvr>
                                      <p:to>
                                        <a:srgbClr val="FAE2D6"/>
                                      </p:to>
                                    </p:animClr>
                                    <p:set>
                                      <p:cBhvr>
                                        <p:cTn id="179" dur="750" fill="hold"/>
                                        <p:tgtEl>
                                          <p:spTgt spid="122"/>
                                        </p:tgtEl>
                                        <p:attrNameLst>
                                          <p:attrName>fill.type</p:attrName>
                                        </p:attrNameLst>
                                      </p:cBhvr>
                                      <p:to>
                                        <p:strVal val="solid"/>
                                      </p:to>
                                    </p:set>
                                    <p:set>
                                      <p:cBhvr>
                                        <p:cTn id="180" dur="750" fill="hold"/>
                                        <p:tgtEl>
                                          <p:spTgt spid="122"/>
                                        </p:tgtEl>
                                        <p:attrNameLst>
                                          <p:attrName>fill.on</p:attrName>
                                        </p:attrNameLst>
                                      </p:cBhvr>
                                      <p:to>
                                        <p:strVal val="true"/>
                                      </p:to>
                                    </p:set>
                                  </p:childTnLst>
                                </p:cTn>
                              </p:par>
                              <p:par>
                                <p:cTn id="181" presetID="35" presetClass="path" presetSubtype="0" accel="50000" decel="50000" fill="hold" grpId="1" nodeType="withEffect">
                                  <p:stCondLst>
                                    <p:cond delay="0"/>
                                  </p:stCondLst>
                                  <p:childTnLst>
                                    <p:animMotion origin="layout" path="M -0.08295 0.0081 L -0.21849 0.02847 " pathEditMode="relative" rAng="0" ptsTypes="AA">
                                      <p:cBhvr>
                                        <p:cTn id="182" dur="1500" fill="hold"/>
                                        <p:tgtEl>
                                          <p:spTgt spid="106"/>
                                        </p:tgtEl>
                                        <p:attrNameLst>
                                          <p:attrName>ppt_x</p:attrName>
                                          <p:attrName>ppt_y</p:attrName>
                                        </p:attrNameLst>
                                      </p:cBhvr>
                                      <p:rCtr x="-6784" y="1019"/>
                                    </p:animMotion>
                                  </p:childTnLst>
                                </p:cTn>
                              </p:par>
                              <p:par>
                                <p:cTn id="183" presetID="35" presetClass="path" presetSubtype="0" accel="50000" decel="50000" fill="hold" grpId="0" nodeType="withEffect">
                                  <p:stCondLst>
                                    <p:cond delay="0"/>
                                  </p:stCondLst>
                                  <p:childTnLst>
                                    <p:animMotion origin="layout" path="M 2.91667E-6 3.33333E-6 L -0.12552 0.00393 " pathEditMode="relative" rAng="0" ptsTypes="AA">
                                      <p:cBhvr>
                                        <p:cTn id="184" dur="1500" fill="hold"/>
                                        <p:tgtEl>
                                          <p:spTgt spid="116"/>
                                        </p:tgtEl>
                                        <p:attrNameLst>
                                          <p:attrName>ppt_x</p:attrName>
                                          <p:attrName>ppt_y</p:attrName>
                                        </p:attrNameLst>
                                      </p:cBhvr>
                                      <p:rCtr x="-6276" y="185"/>
                                    </p:animMotion>
                                  </p:childTnLst>
                                </p:cTn>
                              </p:par>
                              <p:par>
                                <p:cTn id="185" presetID="35" presetClass="path" presetSubtype="0" accel="50000" decel="50000" fill="hold" grpId="0" nodeType="withEffect">
                                  <p:stCondLst>
                                    <p:cond delay="0"/>
                                  </p:stCondLst>
                                  <p:childTnLst>
                                    <p:animMotion origin="layout" path="M 5E-6 1.48148E-6 L -0.1129 -0.00371 " pathEditMode="relative" rAng="0" ptsTypes="AA">
                                      <p:cBhvr>
                                        <p:cTn id="186" dur="1500" fill="hold"/>
                                        <p:tgtEl>
                                          <p:spTgt spid="109"/>
                                        </p:tgtEl>
                                        <p:attrNameLst>
                                          <p:attrName>ppt_x</p:attrName>
                                          <p:attrName>ppt_y</p:attrName>
                                        </p:attrNameLst>
                                      </p:cBhvr>
                                      <p:rCtr x="-5651" y="-185"/>
                                    </p:animMotion>
                                  </p:childTnLst>
                                </p:cTn>
                              </p:par>
                              <p:par>
                                <p:cTn id="187" presetID="35" presetClass="path" presetSubtype="0" accel="50000" decel="50000" fill="hold" grpId="0" nodeType="withEffect">
                                  <p:stCondLst>
                                    <p:cond delay="0"/>
                                  </p:stCondLst>
                                  <p:childTnLst>
                                    <p:animMotion origin="layout" path="M -1.04167E-6 -1.11111E-6 L -0.15247 0.03565 " pathEditMode="relative" rAng="0" ptsTypes="AA">
                                      <p:cBhvr>
                                        <p:cTn id="188" dur="1500" fill="hold"/>
                                        <p:tgtEl>
                                          <p:spTgt spid="108"/>
                                        </p:tgtEl>
                                        <p:attrNameLst>
                                          <p:attrName>ppt_x</p:attrName>
                                          <p:attrName>ppt_y</p:attrName>
                                        </p:attrNameLst>
                                      </p:cBhvr>
                                      <p:rCtr x="-7630" y="1782"/>
                                    </p:animMotion>
                                  </p:childTnLst>
                                </p:cTn>
                              </p:par>
                              <p:par>
                                <p:cTn id="189" presetID="35" presetClass="path" presetSubtype="0" accel="50000" decel="50000" fill="hold" grpId="0" nodeType="withEffect">
                                  <p:stCondLst>
                                    <p:cond delay="0"/>
                                  </p:stCondLst>
                                  <p:childTnLst>
                                    <p:animMotion origin="layout" path="M 0 -3.7037E-7 L -0.09323 0.02917 " pathEditMode="relative" rAng="0" ptsTypes="AA">
                                      <p:cBhvr>
                                        <p:cTn id="190" dur="1500" fill="hold"/>
                                        <p:tgtEl>
                                          <p:spTgt spid="111"/>
                                        </p:tgtEl>
                                        <p:attrNameLst>
                                          <p:attrName>ppt_x</p:attrName>
                                          <p:attrName>ppt_y</p:attrName>
                                        </p:attrNameLst>
                                      </p:cBhvr>
                                      <p:rCtr x="-4661" y="1458"/>
                                    </p:animMotion>
                                  </p:childTnLst>
                                </p:cTn>
                              </p:par>
                              <p:par>
                                <p:cTn id="191" presetID="22" presetClass="entr" presetSubtype="2" fill="hold" grpId="0" nodeType="withEffect">
                                  <p:stCondLst>
                                    <p:cond delay="250"/>
                                  </p:stCondLst>
                                  <p:childTnLst>
                                    <p:set>
                                      <p:cBhvr>
                                        <p:cTn id="192" dur="1" fill="hold">
                                          <p:stCondLst>
                                            <p:cond delay="0"/>
                                          </p:stCondLst>
                                        </p:cTn>
                                        <p:tgtEl>
                                          <p:spTgt spid="64"/>
                                        </p:tgtEl>
                                        <p:attrNameLst>
                                          <p:attrName>style.visibility</p:attrName>
                                        </p:attrNameLst>
                                      </p:cBhvr>
                                      <p:to>
                                        <p:strVal val="visible"/>
                                      </p:to>
                                    </p:set>
                                    <p:animEffect transition="in" filter="wipe(right)">
                                      <p:cBhvr>
                                        <p:cTn id="193" dur="1000"/>
                                        <p:tgtEl>
                                          <p:spTgt spid="64"/>
                                        </p:tgtEl>
                                      </p:cBhvr>
                                    </p:animEffect>
                                  </p:childTnLst>
                                </p:cTn>
                              </p:par>
                              <p:par>
                                <p:cTn id="194" presetID="22" presetClass="entr" presetSubtype="2" fill="hold" grpId="0" nodeType="withEffect">
                                  <p:stCondLst>
                                    <p:cond delay="250"/>
                                  </p:stCondLst>
                                  <p:childTnLst>
                                    <p:set>
                                      <p:cBhvr>
                                        <p:cTn id="195" dur="1" fill="hold">
                                          <p:stCondLst>
                                            <p:cond delay="0"/>
                                          </p:stCondLst>
                                        </p:cTn>
                                        <p:tgtEl>
                                          <p:spTgt spid="65"/>
                                        </p:tgtEl>
                                        <p:attrNameLst>
                                          <p:attrName>style.visibility</p:attrName>
                                        </p:attrNameLst>
                                      </p:cBhvr>
                                      <p:to>
                                        <p:strVal val="visible"/>
                                      </p:to>
                                    </p:set>
                                    <p:animEffect transition="in" filter="wipe(right)">
                                      <p:cBhvr>
                                        <p:cTn id="196" dur="1000"/>
                                        <p:tgtEl>
                                          <p:spTgt spid="65"/>
                                        </p:tgtEl>
                                      </p:cBhvr>
                                    </p:animEffect>
                                  </p:childTnLst>
                                </p:cTn>
                              </p:par>
                              <p:par>
                                <p:cTn id="197" presetID="22" presetClass="entr" presetSubtype="2" fill="hold" grpId="0" nodeType="withEffect">
                                  <p:stCondLst>
                                    <p:cond delay="250"/>
                                  </p:stCondLst>
                                  <p:childTnLst>
                                    <p:set>
                                      <p:cBhvr>
                                        <p:cTn id="198" dur="1" fill="hold">
                                          <p:stCondLst>
                                            <p:cond delay="0"/>
                                          </p:stCondLst>
                                        </p:cTn>
                                        <p:tgtEl>
                                          <p:spTgt spid="66"/>
                                        </p:tgtEl>
                                        <p:attrNameLst>
                                          <p:attrName>style.visibility</p:attrName>
                                        </p:attrNameLst>
                                      </p:cBhvr>
                                      <p:to>
                                        <p:strVal val="visible"/>
                                      </p:to>
                                    </p:set>
                                    <p:animEffect transition="in" filter="wipe(right)">
                                      <p:cBhvr>
                                        <p:cTn id="199" dur="1000"/>
                                        <p:tgtEl>
                                          <p:spTgt spid="66"/>
                                        </p:tgtEl>
                                      </p:cBhvr>
                                    </p:animEffect>
                                  </p:childTnLst>
                                </p:cTn>
                              </p:par>
                              <p:par>
                                <p:cTn id="200" presetID="22" presetClass="entr" presetSubtype="8" fill="hold" grpId="0" nodeType="withEffect">
                                  <p:stCondLst>
                                    <p:cond delay="250"/>
                                  </p:stCondLst>
                                  <p:childTnLst>
                                    <p:set>
                                      <p:cBhvr>
                                        <p:cTn id="201" dur="1" fill="hold">
                                          <p:stCondLst>
                                            <p:cond delay="0"/>
                                          </p:stCondLst>
                                        </p:cTn>
                                        <p:tgtEl>
                                          <p:spTgt spid="68"/>
                                        </p:tgtEl>
                                        <p:attrNameLst>
                                          <p:attrName>style.visibility</p:attrName>
                                        </p:attrNameLst>
                                      </p:cBhvr>
                                      <p:to>
                                        <p:strVal val="visible"/>
                                      </p:to>
                                    </p:set>
                                    <p:animEffect transition="in" filter="wipe(left)">
                                      <p:cBhvr>
                                        <p:cTn id="202" dur="1000"/>
                                        <p:tgtEl>
                                          <p:spTgt spid="68"/>
                                        </p:tgtEl>
                                      </p:cBhvr>
                                    </p:animEffect>
                                  </p:childTnLst>
                                </p:cTn>
                              </p:par>
                              <p:par>
                                <p:cTn id="203" presetID="22" presetClass="entr" presetSubtype="2" fill="hold" grpId="0" nodeType="withEffect">
                                  <p:stCondLst>
                                    <p:cond delay="250"/>
                                  </p:stCondLst>
                                  <p:childTnLst>
                                    <p:set>
                                      <p:cBhvr>
                                        <p:cTn id="204" dur="1" fill="hold">
                                          <p:stCondLst>
                                            <p:cond delay="0"/>
                                          </p:stCondLst>
                                        </p:cTn>
                                        <p:tgtEl>
                                          <p:spTgt spid="67"/>
                                        </p:tgtEl>
                                        <p:attrNameLst>
                                          <p:attrName>style.visibility</p:attrName>
                                        </p:attrNameLst>
                                      </p:cBhvr>
                                      <p:to>
                                        <p:strVal val="visible"/>
                                      </p:to>
                                    </p:set>
                                    <p:animEffect transition="in" filter="wipe(right)">
                                      <p:cBhvr>
                                        <p:cTn id="205" dur="1000"/>
                                        <p:tgtEl>
                                          <p:spTgt spid="67"/>
                                        </p:tgtEl>
                                      </p:cBhvr>
                                    </p:animEffect>
                                  </p:childTnLst>
                                </p:cTn>
                              </p:par>
                            </p:childTnLst>
                          </p:cTn>
                        </p:par>
                        <p:par>
                          <p:cTn id="206" fill="hold">
                            <p:stCondLst>
                              <p:cond delay="1500"/>
                            </p:stCondLst>
                            <p:childTnLst>
                              <p:par>
                                <p:cTn id="207" presetID="3" presetClass="emph" presetSubtype="2" fill="hold" grpId="2" nodeType="afterEffect">
                                  <p:stCondLst>
                                    <p:cond delay="0"/>
                                  </p:stCondLst>
                                  <p:childTnLst>
                                    <p:animClr clrSpc="rgb" dir="cw">
                                      <p:cBhvr override="childStyle">
                                        <p:cTn id="208" dur="500" fill="hold"/>
                                        <p:tgtEl>
                                          <p:spTgt spid="106"/>
                                        </p:tgtEl>
                                        <p:attrNameLst>
                                          <p:attrName>style.color</p:attrName>
                                        </p:attrNameLst>
                                      </p:cBhvr>
                                      <p:to>
                                        <a:srgbClr val="8E0000"/>
                                      </p:to>
                                    </p:animClr>
                                  </p:childTnLst>
                                </p:cTn>
                              </p:par>
                            </p:childTnLst>
                          </p:cTn>
                        </p:par>
                        <p:par>
                          <p:cTn id="209" fill="hold">
                            <p:stCondLst>
                              <p:cond delay="2000"/>
                            </p:stCondLst>
                            <p:childTnLst>
                              <p:par>
                                <p:cTn id="210" presetID="53" presetClass="exit" presetSubtype="544" fill="hold" grpId="1" nodeType="afterEffect">
                                  <p:stCondLst>
                                    <p:cond delay="0"/>
                                  </p:stCondLst>
                                  <p:childTnLst>
                                    <p:anim calcmode="lin" valueType="num">
                                      <p:cBhvr>
                                        <p:cTn id="211" dur="750"/>
                                        <p:tgtEl>
                                          <p:spTgt spid="63"/>
                                        </p:tgtEl>
                                        <p:attrNameLst>
                                          <p:attrName>ppt_w</p:attrName>
                                        </p:attrNameLst>
                                      </p:cBhvr>
                                      <p:tavLst>
                                        <p:tav tm="0">
                                          <p:val>
                                            <p:strVal val="ppt_w"/>
                                          </p:val>
                                        </p:tav>
                                        <p:tav tm="100000">
                                          <p:val>
                                            <p:fltVal val="0"/>
                                          </p:val>
                                        </p:tav>
                                      </p:tavLst>
                                    </p:anim>
                                    <p:anim calcmode="lin" valueType="num">
                                      <p:cBhvr>
                                        <p:cTn id="212" dur="750"/>
                                        <p:tgtEl>
                                          <p:spTgt spid="63"/>
                                        </p:tgtEl>
                                        <p:attrNameLst>
                                          <p:attrName>ppt_h</p:attrName>
                                        </p:attrNameLst>
                                      </p:cBhvr>
                                      <p:tavLst>
                                        <p:tav tm="0">
                                          <p:val>
                                            <p:strVal val="ppt_h"/>
                                          </p:val>
                                        </p:tav>
                                        <p:tav tm="100000">
                                          <p:val>
                                            <p:fltVal val="0"/>
                                          </p:val>
                                        </p:tav>
                                      </p:tavLst>
                                    </p:anim>
                                    <p:animEffect transition="out" filter="fade">
                                      <p:cBhvr>
                                        <p:cTn id="213" dur="750"/>
                                        <p:tgtEl>
                                          <p:spTgt spid="63"/>
                                        </p:tgtEl>
                                      </p:cBhvr>
                                    </p:animEffect>
                                    <p:anim calcmode="lin" valueType="num">
                                      <p:cBhvr>
                                        <p:cTn id="214" dur="750"/>
                                        <p:tgtEl>
                                          <p:spTgt spid="63"/>
                                        </p:tgtEl>
                                        <p:attrNameLst>
                                          <p:attrName>ppt_x</p:attrName>
                                        </p:attrNameLst>
                                      </p:cBhvr>
                                      <p:tavLst>
                                        <p:tav tm="0">
                                          <p:val>
                                            <p:strVal val="ppt_x"/>
                                          </p:val>
                                        </p:tav>
                                        <p:tav tm="100000">
                                          <p:val>
                                            <p:fltVal val="0.5"/>
                                          </p:val>
                                        </p:tav>
                                      </p:tavLst>
                                    </p:anim>
                                    <p:anim calcmode="lin" valueType="num">
                                      <p:cBhvr>
                                        <p:cTn id="215" dur="750"/>
                                        <p:tgtEl>
                                          <p:spTgt spid="63"/>
                                        </p:tgtEl>
                                        <p:attrNameLst>
                                          <p:attrName>ppt_y</p:attrName>
                                        </p:attrNameLst>
                                      </p:cBhvr>
                                      <p:tavLst>
                                        <p:tav tm="0">
                                          <p:val>
                                            <p:strVal val="ppt_y"/>
                                          </p:val>
                                        </p:tav>
                                        <p:tav tm="100000">
                                          <p:val>
                                            <p:fltVal val="0.5"/>
                                          </p:val>
                                        </p:tav>
                                      </p:tavLst>
                                    </p:anim>
                                    <p:set>
                                      <p:cBhvr>
                                        <p:cTn id="216" dur="1" fill="hold">
                                          <p:stCondLst>
                                            <p:cond delay="749"/>
                                          </p:stCondLst>
                                        </p:cTn>
                                        <p:tgtEl>
                                          <p:spTgt spid="63"/>
                                        </p:tgtEl>
                                        <p:attrNameLst>
                                          <p:attrName>style.visibility</p:attrName>
                                        </p:attrNameLst>
                                      </p:cBhvr>
                                      <p:to>
                                        <p:strVal val="hidden"/>
                                      </p:to>
                                    </p:set>
                                  </p:childTnLst>
                                </p:cTn>
                              </p:par>
                            </p:childTnLst>
                          </p:cTn>
                        </p:par>
                        <p:par>
                          <p:cTn id="217" fill="hold">
                            <p:stCondLst>
                              <p:cond delay="2750"/>
                            </p:stCondLst>
                            <p:childTnLst>
                              <p:par>
                                <p:cTn id="218" presetID="22" presetClass="entr" presetSubtype="8" fill="hold" nodeType="afterEffect">
                                  <p:stCondLst>
                                    <p:cond delay="0"/>
                                  </p:stCondLst>
                                  <p:childTnLst>
                                    <p:set>
                                      <p:cBhvr>
                                        <p:cTn id="219" dur="1" fill="hold">
                                          <p:stCondLst>
                                            <p:cond delay="0"/>
                                          </p:stCondLst>
                                        </p:cTn>
                                        <p:tgtEl>
                                          <p:spTgt spid="11"/>
                                        </p:tgtEl>
                                        <p:attrNameLst>
                                          <p:attrName>style.visibility</p:attrName>
                                        </p:attrNameLst>
                                      </p:cBhvr>
                                      <p:to>
                                        <p:strVal val="visible"/>
                                      </p:to>
                                    </p:set>
                                    <p:animEffect transition="in" filter="wipe(left)">
                                      <p:cBhvr>
                                        <p:cTn id="220" dur="1000"/>
                                        <p:tgtEl>
                                          <p:spTgt spid="11"/>
                                        </p:tgtEl>
                                      </p:cBhvr>
                                    </p:animEffect>
                                  </p:childTnLst>
                                </p:cTn>
                              </p:par>
                            </p:childTnLst>
                          </p:cTn>
                        </p:par>
                      </p:childTnLst>
                    </p:cTn>
                  </p:par>
                  <p:par>
                    <p:cTn id="221" fill="hold">
                      <p:stCondLst>
                        <p:cond delay="indefinite"/>
                      </p:stCondLst>
                      <p:childTnLst>
                        <p:par>
                          <p:cTn id="222" fill="hold">
                            <p:stCondLst>
                              <p:cond delay="0"/>
                            </p:stCondLst>
                            <p:childTnLst>
                              <p:par>
                                <p:cTn id="223" presetID="42" presetClass="entr" presetSubtype="0" fill="hold" grpId="0" nodeType="clickEffect">
                                  <p:stCondLst>
                                    <p:cond delay="0"/>
                                  </p:stCondLst>
                                  <p:childTnLst>
                                    <p:set>
                                      <p:cBhvr>
                                        <p:cTn id="224" dur="1" fill="hold">
                                          <p:stCondLst>
                                            <p:cond delay="0"/>
                                          </p:stCondLst>
                                        </p:cTn>
                                        <p:tgtEl>
                                          <p:spTgt spid="69"/>
                                        </p:tgtEl>
                                        <p:attrNameLst>
                                          <p:attrName>style.visibility</p:attrName>
                                        </p:attrNameLst>
                                      </p:cBhvr>
                                      <p:to>
                                        <p:strVal val="visible"/>
                                      </p:to>
                                    </p:set>
                                    <p:animEffect transition="in" filter="fade">
                                      <p:cBhvr>
                                        <p:cTn id="225" dur="1000"/>
                                        <p:tgtEl>
                                          <p:spTgt spid="69"/>
                                        </p:tgtEl>
                                      </p:cBhvr>
                                    </p:animEffect>
                                    <p:anim calcmode="lin" valueType="num">
                                      <p:cBhvr>
                                        <p:cTn id="226" dur="1000" fill="hold"/>
                                        <p:tgtEl>
                                          <p:spTgt spid="69"/>
                                        </p:tgtEl>
                                        <p:attrNameLst>
                                          <p:attrName>ppt_x</p:attrName>
                                        </p:attrNameLst>
                                      </p:cBhvr>
                                      <p:tavLst>
                                        <p:tav tm="0">
                                          <p:val>
                                            <p:strVal val="#ppt_x"/>
                                          </p:val>
                                        </p:tav>
                                        <p:tav tm="100000">
                                          <p:val>
                                            <p:strVal val="#ppt_x"/>
                                          </p:val>
                                        </p:tav>
                                      </p:tavLst>
                                    </p:anim>
                                    <p:anim calcmode="lin" valueType="num">
                                      <p:cBhvr>
                                        <p:cTn id="227" dur="1000" fill="hold"/>
                                        <p:tgtEl>
                                          <p:spTgt spid="69"/>
                                        </p:tgtEl>
                                        <p:attrNameLst>
                                          <p:attrName>ppt_y</p:attrName>
                                        </p:attrNameLst>
                                      </p:cBhvr>
                                      <p:tavLst>
                                        <p:tav tm="0">
                                          <p:val>
                                            <p:strVal val="#ppt_y+.1"/>
                                          </p:val>
                                        </p:tav>
                                        <p:tav tm="100000">
                                          <p:val>
                                            <p:strVal val="#ppt_y"/>
                                          </p:val>
                                        </p:tav>
                                      </p:tavLst>
                                    </p:anim>
                                  </p:childTnLst>
                                </p:cTn>
                              </p:par>
                              <p:par>
                                <p:cTn id="228" presetID="42" presetClass="entr" presetSubtype="0" fill="hold" grpId="0" nodeType="withEffect">
                                  <p:stCondLst>
                                    <p:cond delay="0"/>
                                  </p:stCondLst>
                                  <p:childTnLst>
                                    <p:set>
                                      <p:cBhvr>
                                        <p:cTn id="229" dur="1" fill="hold">
                                          <p:stCondLst>
                                            <p:cond delay="0"/>
                                          </p:stCondLst>
                                        </p:cTn>
                                        <p:tgtEl>
                                          <p:spTgt spid="70"/>
                                        </p:tgtEl>
                                        <p:attrNameLst>
                                          <p:attrName>style.visibility</p:attrName>
                                        </p:attrNameLst>
                                      </p:cBhvr>
                                      <p:to>
                                        <p:strVal val="visible"/>
                                      </p:to>
                                    </p:set>
                                    <p:animEffect transition="in" filter="fade">
                                      <p:cBhvr>
                                        <p:cTn id="230" dur="1000"/>
                                        <p:tgtEl>
                                          <p:spTgt spid="70"/>
                                        </p:tgtEl>
                                      </p:cBhvr>
                                    </p:animEffect>
                                    <p:anim calcmode="lin" valueType="num">
                                      <p:cBhvr>
                                        <p:cTn id="231" dur="1000" fill="hold"/>
                                        <p:tgtEl>
                                          <p:spTgt spid="70"/>
                                        </p:tgtEl>
                                        <p:attrNameLst>
                                          <p:attrName>ppt_x</p:attrName>
                                        </p:attrNameLst>
                                      </p:cBhvr>
                                      <p:tavLst>
                                        <p:tav tm="0">
                                          <p:val>
                                            <p:strVal val="#ppt_x"/>
                                          </p:val>
                                        </p:tav>
                                        <p:tav tm="100000">
                                          <p:val>
                                            <p:strVal val="#ppt_x"/>
                                          </p:val>
                                        </p:tav>
                                      </p:tavLst>
                                    </p:anim>
                                    <p:anim calcmode="lin" valueType="num">
                                      <p:cBhvr>
                                        <p:cTn id="232" dur="1000" fill="hold"/>
                                        <p:tgtEl>
                                          <p:spTgt spid="70"/>
                                        </p:tgtEl>
                                        <p:attrNameLst>
                                          <p:attrName>ppt_y</p:attrName>
                                        </p:attrNameLst>
                                      </p:cBhvr>
                                      <p:tavLst>
                                        <p:tav tm="0">
                                          <p:val>
                                            <p:strVal val="#ppt_y+.1"/>
                                          </p:val>
                                        </p:tav>
                                        <p:tav tm="100000">
                                          <p:val>
                                            <p:strVal val="#ppt_y"/>
                                          </p:val>
                                        </p:tav>
                                      </p:tavLst>
                                    </p:anim>
                                  </p:childTnLst>
                                </p:cTn>
                              </p:par>
                            </p:childTnLst>
                          </p:cTn>
                        </p:par>
                        <p:par>
                          <p:cTn id="233" fill="hold">
                            <p:stCondLst>
                              <p:cond delay="1000"/>
                            </p:stCondLst>
                            <p:childTnLst>
                              <p:par>
                                <p:cTn id="234" presetID="22" presetClass="exit" presetSubtype="1" fill="hold" nodeType="afterEffect">
                                  <p:stCondLst>
                                    <p:cond delay="0"/>
                                  </p:stCondLst>
                                  <p:childTnLst>
                                    <p:animEffect transition="out" filter="wipe(up)">
                                      <p:cBhvr>
                                        <p:cTn id="235" dur="500"/>
                                        <p:tgtEl>
                                          <p:spTgt spid="11"/>
                                        </p:tgtEl>
                                      </p:cBhvr>
                                    </p:animEffect>
                                    <p:set>
                                      <p:cBhvr>
                                        <p:cTn id="236" dur="1" fill="hold">
                                          <p:stCondLst>
                                            <p:cond delay="499"/>
                                          </p:stCondLst>
                                        </p:cTn>
                                        <p:tgtEl>
                                          <p:spTgt spid="11"/>
                                        </p:tgtEl>
                                        <p:attrNameLst>
                                          <p:attrName>style.visibility</p:attrName>
                                        </p:attrNameLst>
                                      </p:cBhvr>
                                      <p:to>
                                        <p:strVal val="hidden"/>
                                      </p:to>
                                    </p:set>
                                  </p:childTnLst>
                                </p:cTn>
                              </p:par>
                            </p:childTnLst>
                          </p:cTn>
                        </p:par>
                        <p:par>
                          <p:cTn id="237" fill="hold">
                            <p:stCondLst>
                              <p:cond delay="1500"/>
                            </p:stCondLst>
                            <p:childTnLst>
                              <p:par>
                                <p:cTn id="238" presetID="22" presetClass="entr" presetSubtype="8" fill="hold" nodeType="afterEffect">
                                  <p:stCondLst>
                                    <p:cond delay="0"/>
                                  </p:stCondLst>
                                  <p:childTnLst>
                                    <p:set>
                                      <p:cBhvr>
                                        <p:cTn id="239" dur="1" fill="hold">
                                          <p:stCondLst>
                                            <p:cond delay="0"/>
                                          </p:stCondLst>
                                        </p:cTn>
                                        <p:tgtEl>
                                          <p:spTgt spid="71"/>
                                        </p:tgtEl>
                                        <p:attrNameLst>
                                          <p:attrName>style.visibility</p:attrName>
                                        </p:attrNameLst>
                                      </p:cBhvr>
                                      <p:to>
                                        <p:strVal val="visible"/>
                                      </p:to>
                                    </p:set>
                                    <p:animEffect transition="in" filter="wipe(left)">
                                      <p:cBhvr>
                                        <p:cTn id="240" dur="1000"/>
                                        <p:tgtEl>
                                          <p:spTgt spid="71"/>
                                        </p:tgtEl>
                                      </p:cBhvr>
                                    </p:animEffect>
                                  </p:childTnLst>
                                </p:cTn>
                              </p:par>
                            </p:childTnLst>
                          </p:cTn>
                        </p:par>
                      </p:childTnLst>
                    </p:cTn>
                  </p:par>
                  <p:par>
                    <p:cTn id="241" fill="hold">
                      <p:stCondLst>
                        <p:cond delay="indefinite"/>
                      </p:stCondLst>
                      <p:childTnLst>
                        <p:par>
                          <p:cTn id="242" fill="hold">
                            <p:stCondLst>
                              <p:cond delay="0"/>
                            </p:stCondLst>
                            <p:childTnLst>
                              <p:par>
                                <p:cTn id="243" presetID="32" presetClass="emph" presetSubtype="0" fill="hold" nodeType="clickEffect">
                                  <p:stCondLst>
                                    <p:cond delay="0"/>
                                  </p:stCondLst>
                                  <p:childTnLst>
                                    <p:animRot by="120000">
                                      <p:cBhvr>
                                        <p:cTn id="244" dur="100" fill="hold">
                                          <p:stCondLst>
                                            <p:cond delay="0"/>
                                          </p:stCondLst>
                                        </p:cTn>
                                        <p:tgtEl>
                                          <p:spTgt spid="71"/>
                                        </p:tgtEl>
                                        <p:attrNameLst>
                                          <p:attrName>r</p:attrName>
                                        </p:attrNameLst>
                                      </p:cBhvr>
                                    </p:animRot>
                                    <p:animRot by="-240000">
                                      <p:cBhvr>
                                        <p:cTn id="245" dur="200" fill="hold">
                                          <p:stCondLst>
                                            <p:cond delay="200"/>
                                          </p:stCondLst>
                                        </p:cTn>
                                        <p:tgtEl>
                                          <p:spTgt spid="71"/>
                                        </p:tgtEl>
                                        <p:attrNameLst>
                                          <p:attrName>r</p:attrName>
                                        </p:attrNameLst>
                                      </p:cBhvr>
                                    </p:animRot>
                                    <p:animRot by="240000">
                                      <p:cBhvr>
                                        <p:cTn id="246" dur="200" fill="hold">
                                          <p:stCondLst>
                                            <p:cond delay="400"/>
                                          </p:stCondLst>
                                        </p:cTn>
                                        <p:tgtEl>
                                          <p:spTgt spid="71"/>
                                        </p:tgtEl>
                                        <p:attrNameLst>
                                          <p:attrName>r</p:attrName>
                                        </p:attrNameLst>
                                      </p:cBhvr>
                                    </p:animRot>
                                    <p:animRot by="-240000">
                                      <p:cBhvr>
                                        <p:cTn id="247" dur="200" fill="hold">
                                          <p:stCondLst>
                                            <p:cond delay="600"/>
                                          </p:stCondLst>
                                        </p:cTn>
                                        <p:tgtEl>
                                          <p:spTgt spid="71"/>
                                        </p:tgtEl>
                                        <p:attrNameLst>
                                          <p:attrName>r</p:attrName>
                                        </p:attrNameLst>
                                      </p:cBhvr>
                                    </p:animRot>
                                    <p:animRot by="120000">
                                      <p:cBhvr>
                                        <p:cTn id="248" dur="200" fill="hold">
                                          <p:stCondLst>
                                            <p:cond delay="800"/>
                                          </p:stCondLst>
                                        </p:cTn>
                                        <p:tgtEl>
                                          <p:spTgt spid="71"/>
                                        </p:tgtEl>
                                        <p:attrNameLst>
                                          <p:attrName>r</p:attrName>
                                        </p:attrNameLst>
                                      </p:cBhvr>
                                    </p:animRot>
                                  </p:childTnLst>
                                </p:cTn>
                              </p:par>
                            </p:childTnLst>
                          </p:cTn>
                        </p:par>
                        <p:par>
                          <p:cTn id="249" fill="hold">
                            <p:stCondLst>
                              <p:cond delay="1000"/>
                            </p:stCondLst>
                            <p:childTnLst>
                              <p:par>
                                <p:cTn id="250" presetID="22" presetClass="exit" presetSubtype="4" fill="hold" nodeType="afterEffect">
                                  <p:stCondLst>
                                    <p:cond delay="0"/>
                                  </p:stCondLst>
                                  <p:childTnLst>
                                    <p:animEffect transition="out" filter="wipe(down)">
                                      <p:cBhvr>
                                        <p:cTn id="251" dur="500"/>
                                        <p:tgtEl>
                                          <p:spTgt spid="71"/>
                                        </p:tgtEl>
                                      </p:cBhvr>
                                    </p:animEffect>
                                    <p:set>
                                      <p:cBhvr>
                                        <p:cTn id="252" dur="1" fill="hold">
                                          <p:stCondLst>
                                            <p:cond delay="499"/>
                                          </p:stCondLst>
                                        </p:cTn>
                                        <p:tgtEl>
                                          <p:spTgt spid="71"/>
                                        </p:tgtEl>
                                        <p:attrNameLst>
                                          <p:attrName>style.visibility</p:attrName>
                                        </p:attrNameLst>
                                      </p:cBhvr>
                                      <p:to>
                                        <p:strVal val="hidden"/>
                                      </p:to>
                                    </p:set>
                                  </p:childTnLst>
                                </p:cTn>
                              </p:par>
                            </p:childTnLst>
                          </p:cTn>
                        </p:par>
                        <p:par>
                          <p:cTn id="253" fill="hold">
                            <p:stCondLst>
                              <p:cond delay="1500"/>
                            </p:stCondLst>
                            <p:childTnLst>
                              <p:par>
                                <p:cTn id="254" presetID="22" presetClass="entr" presetSubtype="8" fill="hold" nodeType="afterEffect">
                                  <p:stCondLst>
                                    <p:cond delay="0"/>
                                  </p:stCondLst>
                                  <p:childTnLst>
                                    <p:set>
                                      <p:cBhvr>
                                        <p:cTn id="255" dur="1" fill="hold">
                                          <p:stCondLst>
                                            <p:cond delay="0"/>
                                          </p:stCondLst>
                                        </p:cTn>
                                        <p:tgtEl>
                                          <p:spTgt spid="11"/>
                                        </p:tgtEl>
                                        <p:attrNameLst>
                                          <p:attrName>style.visibility</p:attrName>
                                        </p:attrNameLst>
                                      </p:cBhvr>
                                      <p:to>
                                        <p:strVal val="visible"/>
                                      </p:to>
                                    </p:set>
                                    <p:animEffect transition="in" filter="wipe(left)">
                                      <p:cBhvr>
                                        <p:cTn id="256" dur="1000"/>
                                        <p:tgtEl>
                                          <p:spTgt spid="11"/>
                                        </p:tgtEl>
                                      </p:cBhvr>
                                    </p:animEffect>
                                  </p:childTnLst>
                                </p:cTn>
                              </p:par>
                            </p:childTnLst>
                          </p:cTn>
                        </p:par>
                      </p:childTnLst>
                    </p:cTn>
                  </p:par>
                  <p:par>
                    <p:cTn id="257" fill="hold">
                      <p:stCondLst>
                        <p:cond delay="indefinite"/>
                      </p:stCondLst>
                      <p:childTnLst>
                        <p:par>
                          <p:cTn id="258" fill="hold">
                            <p:stCondLst>
                              <p:cond delay="0"/>
                            </p:stCondLst>
                            <p:childTnLst>
                              <p:par>
                                <p:cTn id="259" presetID="21" presetClass="exit" presetSubtype="1" fill="hold" grpId="1" nodeType="clickEffect">
                                  <p:stCondLst>
                                    <p:cond delay="0"/>
                                  </p:stCondLst>
                                  <p:childTnLst>
                                    <p:animEffect transition="out" filter="wheel(1)">
                                      <p:cBhvr>
                                        <p:cTn id="260" dur="1000"/>
                                        <p:tgtEl>
                                          <p:spTgt spid="70"/>
                                        </p:tgtEl>
                                      </p:cBhvr>
                                    </p:animEffect>
                                    <p:set>
                                      <p:cBhvr>
                                        <p:cTn id="261" dur="1" fill="hold">
                                          <p:stCondLst>
                                            <p:cond delay="999"/>
                                          </p:stCondLst>
                                        </p:cTn>
                                        <p:tgtEl>
                                          <p:spTgt spid="70"/>
                                        </p:tgtEl>
                                        <p:attrNameLst>
                                          <p:attrName>style.visibility</p:attrName>
                                        </p:attrNameLst>
                                      </p:cBhvr>
                                      <p:to>
                                        <p:strVal val="hidden"/>
                                      </p:to>
                                    </p:set>
                                  </p:childTnLst>
                                </p:cTn>
                              </p:par>
                            </p:childTnLst>
                          </p:cTn>
                        </p:par>
                        <p:par>
                          <p:cTn id="262" fill="hold">
                            <p:stCondLst>
                              <p:cond delay="1000"/>
                            </p:stCondLst>
                            <p:childTnLst>
                              <p:par>
                                <p:cTn id="263" presetID="10" presetClass="entr" presetSubtype="0" fill="hold" grpId="0" nodeType="afterEffect">
                                  <p:stCondLst>
                                    <p:cond delay="0"/>
                                  </p:stCondLst>
                                  <p:childTnLst>
                                    <p:set>
                                      <p:cBhvr>
                                        <p:cTn id="264" dur="1" fill="hold">
                                          <p:stCondLst>
                                            <p:cond delay="0"/>
                                          </p:stCondLst>
                                        </p:cTn>
                                        <p:tgtEl>
                                          <p:spTgt spid="74"/>
                                        </p:tgtEl>
                                        <p:attrNameLst>
                                          <p:attrName>style.visibility</p:attrName>
                                        </p:attrNameLst>
                                      </p:cBhvr>
                                      <p:to>
                                        <p:strVal val="visible"/>
                                      </p:to>
                                    </p:set>
                                    <p:animEffect transition="in" filter="fade">
                                      <p:cBhvr>
                                        <p:cTn id="265" dur="500"/>
                                        <p:tgtEl>
                                          <p:spTgt spid="74"/>
                                        </p:tgtEl>
                                      </p:cBhvr>
                                    </p:animEffect>
                                  </p:childTnLst>
                                </p:cTn>
                              </p:par>
                            </p:childTnLst>
                          </p:cTn>
                        </p:par>
                        <p:par>
                          <p:cTn id="266" fill="hold">
                            <p:stCondLst>
                              <p:cond delay="1500"/>
                            </p:stCondLst>
                            <p:childTnLst>
                              <p:par>
                                <p:cTn id="267" presetID="22" presetClass="exit" presetSubtype="1" fill="hold" nodeType="afterEffect">
                                  <p:stCondLst>
                                    <p:cond delay="0"/>
                                  </p:stCondLst>
                                  <p:childTnLst>
                                    <p:animEffect transition="out" filter="wipe(up)">
                                      <p:cBhvr>
                                        <p:cTn id="268" dur="500"/>
                                        <p:tgtEl>
                                          <p:spTgt spid="11"/>
                                        </p:tgtEl>
                                      </p:cBhvr>
                                    </p:animEffect>
                                    <p:set>
                                      <p:cBhvr>
                                        <p:cTn id="269" dur="1" fill="hold">
                                          <p:stCondLst>
                                            <p:cond delay="499"/>
                                          </p:stCondLst>
                                        </p:cTn>
                                        <p:tgtEl>
                                          <p:spTgt spid="11"/>
                                        </p:tgtEl>
                                        <p:attrNameLst>
                                          <p:attrName>style.visibility</p:attrName>
                                        </p:attrNameLst>
                                      </p:cBhvr>
                                      <p:to>
                                        <p:strVal val="hidden"/>
                                      </p:to>
                                    </p:set>
                                  </p:childTnLst>
                                </p:cTn>
                              </p:par>
                            </p:childTnLst>
                          </p:cTn>
                        </p:par>
                        <p:par>
                          <p:cTn id="270" fill="hold">
                            <p:stCondLst>
                              <p:cond delay="2000"/>
                            </p:stCondLst>
                            <p:childTnLst>
                              <p:par>
                                <p:cTn id="271" presetID="22" presetClass="entr" presetSubtype="8" fill="hold" nodeType="afterEffect">
                                  <p:stCondLst>
                                    <p:cond delay="0"/>
                                  </p:stCondLst>
                                  <p:childTnLst>
                                    <p:set>
                                      <p:cBhvr>
                                        <p:cTn id="272" dur="1" fill="hold">
                                          <p:stCondLst>
                                            <p:cond delay="0"/>
                                          </p:stCondLst>
                                        </p:cTn>
                                        <p:tgtEl>
                                          <p:spTgt spid="71"/>
                                        </p:tgtEl>
                                        <p:attrNameLst>
                                          <p:attrName>style.visibility</p:attrName>
                                        </p:attrNameLst>
                                      </p:cBhvr>
                                      <p:to>
                                        <p:strVal val="visible"/>
                                      </p:to>
                                    </p:set>
                                    <p:animEffect transition="in" filter="wipe(left)">
                                      <p:cBhvr>
                                        <p:cTn id="273" dur="1000"/>
                                        <p:tgtEl>
                                          <p:spTgt spid="71"/>
                                        </p:tgtEl>
                                      </p:cBhvr>
                                    </p:animEffect>
                                  </p:childTnLst>
                                </p:cTn>
                              </p:par>
                            </p:childTnLst>
                          </p:cTn>
                        </p:par>
                        <p:par>
                          <p:cTn id="274" fill="hold">
                            <p:stCondLst>
                              <p:cond delay="3000"/>
                            </p:stCondLst>
                            <p:childTnLst>
                              <p:par>
                                <p:cTn id="275" presetID="22" presetClass="exit" presetSubtype="1" fill="hold" nodeType="afterEffect">
                                  <p:stCondLst>
                                    <p:cond delay="0"/>
                                  </p:stCondLst>
                                  <p:childTnLst>
                                    <p:animEffect transition="out" filter="wipe(up)">
                                      <p:cBhvr>
                                        <p:cTn id="276" dur="500"/>
                                        <p:tgtEl>
                                          <p:spTgt spid="71"/>
                                        </p:tgtEl>
                                      </p:cBhvr>
                                    </p:animEffect>
                                    <p:set>
                                      <p:cBhvr>
                                        <p:cTn id="277" dur="1" fill="hold">
                                          <p:stCondLst>
                                            <p:cond delay="499"/>
                                          </p:stCondLst>
                                        </p:cTn>
                                        <p:tgtEl>
                                          <p:spTgt spid="71"/>
                                        </p:tgtEl>
                                        <p:attrNameLst>
                                          <p:attrName>style.visibility</p:attrName>
                                        </p:attrNameLst>
                                      </p:cBhvr>
                                      <p:to>
                                        <p:strVal val="hidden"/>
                                      </p:to>
                                    </p:set>
                                  </p:childTnLst>
                                </p:cTn>
                              </p:par>
                            </p:childTnLst>
                          </p:cTn>
                        </p:par>
                        <p:par>
                          <p:cTn id="278" fill="hold">
                            <p:stCondLst>
                              <p:cond delay="3500"/>
                            </p:stCondLst>
                            <p:childTnLst>
                              <p:par>
                                <p:cTn id="279" presetID="22" presetClass="entr" presetSubtype="8" fill="hold" nodeType="afterEffect">
                                  <p:stCondLst>
                                    <p:cond delay="0"/>
                                  </p:stCondLst>
                                  <p:childTnLst>
                                    <p:set>
                                      <p:cBhvr>
                                        <p:cTn id="280" dur="1" fill="hold">
                                          <p:stCondLst>
                                            <p:cond delay="0"/>
                                          </p:stCondLst>
                                        </p:cTn>
                                        <p:tgtEl>
                                          <p:spTgt spid="75"/>
                                        </p:tgtEl>
                                        <p:attrNameLst>
                                          <p:attrName>style.visibility</p:attrName>
                                        </p:attrNameLst>
                                      </p:cBhvr>
                                      <p:to>
                                        <p:strVal val="visible"/>
                                      </p:to>
                                    </p:set>
                                    <p:animEffect transition="in" filter="wipe(left)">
                                      <p:cBhvr>
                                        <p:cTn id="281" dur="1000"/>
                                        <p:tgtEl>
                                          <p:spTgt spid="75"/>
                                        </p:tgtEl>
                                      </p:cBhvr>
                                    </p:animEffect>
                                  </p:childTnLst>
                                </p:cTn>
                              </p:par>
                            </p:childTnLst>
                          </p:cTn>
                        </p:par>
                      </p:childTnLst>
                    </p:cTn>
                  </p:par>
                  <p:par>
                    <p:cTn id="282" fill="hold">
                      <p:stCondLst>
                        <p:cond delay="indefinite"/>
                      </p:stCondLst>
                      <p:childTnLst>
                        <p:par>
                          <p:cTn id="283" fill="hold">
                            <p:stCondLst>
                              <p:cond delay="0"/>
                            </p:stCondLst>
                            <p:childTnLst>
                              <p:par>
                                <p:cTn id="284" presetID="8" presetClass="emph" presetSubtype="0" fill="hold" grpId="1" nodeType="clickEffect">
                                  <p:stCondLst>
                                    <p:cond delay="0"/>
                                  </p:stCondLst>
                                  <p:childTnLst>
                                    <p:animRot by="21600000">
                                      <p:cBhvr>
                                        <p:cTn id="285" dur="1500" fill="hold"/>
                                        <p:tgtEl>
                                          <p:spTgt spid="113"/>
                                        </p:tgtEl>
                                        <p:attrNameLst>
                                          <p:attrName>r</p:attrName>
                                        </p:attrNameLst>
                                      </p:cBhvr>
                                    </p:animRot>
                                  </p:childTnLst>
                                </p:cTn>
                              </p:par>
                              <p:par>
                                <p:cTn id="286" presetID="8" presetClass="emph" presetSubtype="0" fill="hold" grpId="1" nodeType="withEffect">
                                  <p:stCondLst>
                                    <p:cond delay="0"/>
                                  </p:stCondLst>
                                  <p:childTnLst>
                                    <p:animRot by="21600000">
                                      <p:cBhvr>
                                        <p:cTn id="287" dur="1500" fill="hold"/>
                                        <p:tgtEl>
                                          <p:spTgt spid="111"/>
                                        </p:tgtEl>
                                        <p:attrNameLst>
                                          <p:attrName>r</p:attrName>
                                        </p:attrNameLst>
                                      </p:cBhvr>
                                    </p:animRot>
                                  </p:childTnLst>
                                </p:cTn>
                              </p:par>
                            </p:childTnLst>
                          </p:cTn>
                        </p:par>
                        <p:par>
                          <p:cTn id="288" fill="hold">
                            <p:stCondLst>
                              <p:cond delay="1500"/>
                            </p:stCondLst>
                            <p:childTnLst>
                              <p:par>
                                <p:cTn id="289" presetID="3" presetClass="emph" presetSubtype="2" fill="hold" grpId="2" nodeType="afterEffect">
                                  <p:stCondLst>
                                    <p:cond delay="0"/>
                                  </p:stCondLst>
                                  <p:childTnLst>
                                    <p:animClr clrSpc="rgb" dir="cw">
                                      <p:cBhvr override="childStyle">
                                        <p:cTn id="290" dur="750" fill="hold"/>
                                        <p:tgtEl>
                                          <p:spTgt spid="111"/>
                                        </p:tgtEl>
                                        <p:attrNameLst>
                                          <p:attrName>style.color</p:attrName>
                                        </p:attrNameLst>
                                      </p:cBhvr>
                                      <p:to>
                                        <a:schemeClr val="accent2"/>
                                      </p:to>
                                    </p:animClr>
                                  </p:childTnLst>
                                </p:cTn>
                              </p:par>
                            </p:childTnLst>
                          </p:cTn>
                        </p:par>
                        <p:par>
                          <p:cTn id="291" fill="hold">
                            <p:stCondLst>
                              <p:cond delay="2250"/>
                            </p:stCondLst>
                            <p:childTnLst>
                              <p:par>
                                <p:cTn id="292" presetID="22" presetClass="exit" presetSubtype="1" fill="hold" nodeType="afterEffect">
                                  <p:stCondLst>
                                    <p:cond delay="0"/>
                                  </p:stCondLst>
                                  <p:childTnLst>
                                    <p:animEffect transition="out" filter="wipe(up)">
                                      <p:cBhvr>
                                        <p:cTn id="293" dur="750"/>
                                        <p:tgtEl>
                                          <p:spTgt spid="75"/>
                                        </p:tgtEl>
                                      </p:cBhvr>
                                    </p:animEffect>
                                    <p:set>
                                      <p:cBhvr>
                                        <p:cTn id="294" dur="1" fill="hold">
                                          <p:stCondLst>
                                            <p:cond delay="749"/>
                                          </p:stCondLst>
                                        </p:cTn>
                                        <p:tgtEl>
                                          <p:spTgt spid="75"/>
                                        </p:tgtEl>
                                        <p:attrNameLst>
                                          <p:attrName>style.visibility</p:attrName>
                                        </p:attrNameLst>
                                      </p:cBhvr>
                                      <p:to>
                                        <p:strVal val="hidden"/>
                                      </p:to>
                                    </p:set>
                                  </p:childTnLst>
                                </p:cTn>
                              </p:par>
                              <p:par>
                                <p:cTn id="295" presetID="22" presetClass="entr" presetSubtype="8" fill="hold" nodeType="withEffect">
                                  <p:stCondLst>
                                    <p:cond delay="0"/>
                                  </p:stCondLst>
                                  <p:childTnLst>
                                    <p:set>
                                      <p:cBhvr>
                                        <p:cTn id="296" dur="1" fill="hold">
                                          <p:stCondLst>
                                            <p:cond delay="0"/>
                                          </p:stCondLst>
                                        </p:cTn>
                                        <p:tgtEl>
                                          <p:spTgt spid="93"/>
                                        </p:tgtEl>
                                        <p:attrNameLst>
                                          <p:attrName>style.visibility</p:attrName>
                                        </p:attrNameLst>
                                      </p:cBhvr>
                                      <p:to>
                                        <p:strVal val="visible"/>
                                      </p:to>
                                    </p:set>
                                    <p:animEffect transition="in" filter="wipe(left)">
                                      <p:cBhvr>
                                        <p:cTn id="297" dur="1000"/>
                                        <p:tgtEl>
                                          <p:spTgt spid="93"/>
                                        </p:tgtEl>
                                      </p:cBhvr>
                                    </p:animEffect>
                                  </p:childTnLst>
                                </p:cTn>
                              </p:par>
                            </p:childTnLst>
                          </p:cTn>
                        </p:par>
                      </p:childTnLst>
                    </p:cTn>
                  </p:par>
                  <p:par>
                    <p:cTn id="298" fill="hold">
                      <p:stCondLst>
                        <p:cond delay="indefinite"/>
                      </p:stCondLst>
                      <p:childTnLst>
                        <p:par>
                          <p:cTn id="299" fill="hold">
                            <p:stCondLst>
                              <p:cond delay="0"/>
                            </p:stCondLst>
                            <p:childTnLst>
                              <p:par>
                                <p:cTn id="300" presetID="16" presetClass="exit" presetSubtype="42" fill="hold" grpId="0" nodeType="clickEffect">
                                  <p:stCondLst>
                                    <p:cond delay="0"/>
                                  </p:stCondLst>
                                  <p:childTnLst>
                                    <p:animEffect transition="out" filter="barn(outHorizontal)">
                                      <p:cBhvr>
                                        <p:cTn id="301" dur="1000"/>
                                        <p:tgtEl>
                                          <p:spTgt spid="47"/>
                                        </p:tgtEl>
                                      </p:cBhvr>
                                    </p:animEffect>
                                    <p:set>
                                      <p:cBhvr>
                                        <p:cTn id="302" dur="1" fill="hold">
                                          <p:stCondLst>
                                            <p:cond delay="999"/>
                                          </p:stCondLst>
                                        </p:cTn>
                                        <p:tgtEl>
                                          <p:spTgt spid="47"/>
                                        </p:tgtEl>
                                        <p:attrNameLst>
                                          <p:attrName>style.visibility</p:attrName>
                                        </p:attrNameLst>
                                      </p:cBhvr>
                                      <p:to>
                                        <p:strVal val="hidden"/>
                                      </p:to>
                                    </p:set>
                                  </p:childTnLst>
                                </p:cTn>
                              </p:par>
                            </p:childTnLst>
                          </p:cTn>
                        </p:par>
                        <p:par>
                          <p:cTn id="303" fill="hold">
                            <p:stCondLst>
                              <p:cond delay="1000"/>
                            </p:stCondLst>
                            <p:childTnLst>
                              <p:par>
                                <p:cTn id="304" presetID="10" presetClass="entr" presetSubtype="0" fill="hold" grpId="0" nodeType="afterEffect">
                                  <p:stCondLst>
                                    <p:cond delay="0"/>
                                  </p:stCondLst>
                                  <p:childTnLst>
                                    <p:set>
                                      <p:cBhvr>
                                        <p:cTn id="305" dur="1" fill="hold">
                                          <p:stCondLst>
                                            <p:cond delay="0"/>
                                          </p:stCondLst>
                                        </p:cTn>
                                        <p:tgtEl>
                                          <p:spTgt spid="96"/>
                                        </p:tgtEl>
                                        <p:attrNameLst>
                                          <p:attrName>style.visibility</p:attrName>
                                        </p:attrNameLst>
                                      </p:cBhvr>
                                      <p:to>
                                        <p:strVal val="visible"/>
                                      </p:to>
                                    </p:set>
                                    <p:animEffect transition="in" filter="fade">
                                      <p:cBhvr>
                                        <p:cTn id="306" dur="500"/>
                                        <p:tgtEl>
                                          <p:spTgt spid="96"/>
                                        </p:tgtEl>
                                      </p:cBhvr>
                                    </p:animEffect>
                                  </p:childTnLst>
                                </p:cTn>
                              </p:par>
                            </p:childTnLst>
                          </p:cTn>
                        </p:par>
                        <p:par>
                          <p:cTn id="307" fill="hold">
                            <p:stCondLst>
                              <p:cond delay="1500"/>
                            </p:stCondLst>
                            <p:childTnLst>
                              <p:par>
                                <p:cTn id="308" presetID="16" presetClass="exit" presetSubtype="37" fill="hold" grpId="0" nodeType="afterEffect">
                                  <p:stCondLst>
                                    <p:cond delay="0"/>
                                  </p:stCondLst>
                                  <p:childTnLst>
                                    <p:animEffect transition="out" filter="barn(outVertical)">
                                      <p:cBhvr>
                                        <p:cTn id="309" dur="750"/>
                                        <p:tgtEl>
                                          <p:spTgt spid="15"/>
                                        </p:tgtEl>
                                      </p:cBhvr>
                                    </p:animEffect>
                                    <p:set>
                                      <p:cBhvr>
                                        <p:cTn id="310" dur="1" fill="hold">
                                          <p:stCondLst>
                                            <p:cond delay="749"/>
                                          </p:stCondLst>
                                        </p:cTn>
                                        <p:tgtEl>
                                          <p:spTgt spid="15"/>
                                        </p:tgtEl>
                                        <p:attrNameLst>
                                          <p:attrName>style.visibility</p:attrName>
                                        </p:attrNameLst>
                                      </p:cBhvr>
                                      <p:to>
                                        <p:strVal val="hidden"/>
                                      </p:to>
                                    </p:set>
                                  </p:childTnLst>
                                </p:cTn>
                              </p:par>
                              <p:par>
                                <p:cTn id="311" presetID="47" presetClass="entr" presetSubtype="0" fill="hold" grpId="0" nodeType="withEffect">
                                  <p:stCondLst>
                                    <p:cond delay="0"/>
                                  </p:stCondLst>
                                  <p:childTnLst>
                                    <p:set>
                                      <p:cBhvr>
                                        <p:cTn id="312" dur="1" fill="hold">
                                          <p:stCondLst>
                                            <p:cond delay="0"/>
                                          </p:stCondLst>
                                        </p:cTn>
                                        <p:tgtEl>
                                          <p:spTgt spid="98"/>
                                        </p:tgtEl>
                                        <p:attrNameLst>
                                          <p:attrName>style.visibility</p:attrName>
                                        </p:attrNameLst>
                                      </p:cBhvr>
                                      <p:to>
                                        <p:strVal val="visible"/>
                                      </p:to>
                                    </p:set>
                                    <p:animEffect transition="in" filter="fade">
                                      <p:cBhvr>
                                        <p:cTn id="313" dur="1000"/>
                                        <p:tgtEl>
                                          <p:spTgt spid="98"/>
                                        </p:tgtEl>
                                      </p:cBhvr>
                                    </p:animEffect>
                                    <p:anim calcmode="lin" valueType="num">
                                      <p:cBhvr>
                                        <p:cTn id="314" dur="1000" fill="hold"/>
                                        <p:tgtEl>
                                          <p:spTgt spid="98"/>
                                        </p:tgtEl>
                                        <p:attrNameLst>
                                          <p:attrName>ppt_x</p:attrName>
                                        </p:attrNameLst>
                                      </p:cBhvr>
                                      <p:tavLst>
                                        <p:tav tm="0">
                                          <p:val>
                                            <p:strVal val="#ppt_x"/>
                                          </p:val>
                                        </p:tav>
                                        <p:tav tm="100000">
                                          <p:val>
                                            <p:strVal val="#ppt_x"/>
                                          </p:val>
                                        </p:tav>
                                      </p:tavLst>
                                    </p:anim>
                                    <p:anim calcmode="lin" valueType="num">
                                      <p:cBhvr>
                                        <p:cTn id="315" dur="1000" fill="hold"/>
                                        <p:tgtEl>
                                          <p:spTgt spid="98"/>
                                        </p:tgtEl>
                                        <p:attrNameLst>
                                          <p:attrName>ppt_y</p:attrName>
                                        </p:attrNameLst>
                                      </p:cBhvr>
                                      <p:tavLst>
                                        <p:tav tm="0">
                                          <p:val>
                                            <p:strVal val="#ppt_y-.1"/>
                                          </p:val>
                                        </p:tav>
                                        <p:tav tm="100000">
                                          <p:val>
                                            <p:strVal val="#ppt_y"/>
                                          </p:val>
                                        </p:tav>
                                      </p:tavLst>
                                    </p:anim>
                                  </p:childTnLst>
                                </p:cTn>
                              </p:par>
                            </p:childTnLst>
                          </p:cTn>
                        </p:par>
                        <p:par>
                          <p:cTn id="316" fill="hold">
                            <p:stCondLst>
                              <p:cond delay="2500"/>
                            </p:stCondLst>
                            <p:childTnLst>
                              <p:par>
                                <p:cTn id="317" presetID="22" presetClass="exit" presetSubtype="1" fill="hold" nodeType="afterEffect">
                                  <p:stCondLst>
                                    <p:cond delay="0"/>
                                  </p:stCondLst>
                                  <p:childTnLst>
                                    <p:animEffect transition="out" filter="wipe(up)">
                                      <p:cBhvr>
                                        <p:cTn id="318" dur="500"/>
                                        <p:tgtEl>
                                          <p:spTgt spid="93"/>
                                        </p:tgtEl>
                                      </p:cBhvr>
                                    </p:animEffect>
                                    <p:set>
                                      <p:cBhvr>
                                        <p:cTn id="319" dur="1" fill="hold">
                                          <p:stCondLst>
                                            <p:cond delay="499"/>
                                          </p:stCondLst>
                                        </p:cTn>
                                        <p:tgtEl>
                                          <p:spTgt spid="93"/>
                                        </p:tgtEl>
                                        <p:attrNameLst>
                                          <p:attrName>style.visibility</p:attrName>
                                        </p:attrNameLst>
                                      </p:cBhvr>
                                      <p:to>
                                        <p:strVal val="hidden"/>
                                      </p:to>
                                    </p:set>
                                  </p:childTnLst>
                                </p:cTn>
                              </p:par>
                            </p:childTnLst>
                          </p:cTn>
                        </p:par>
                        <p:par>
                          <p:cTn id="320" fill="hold">
                            <p:stCondLst>
                              <p:cond delay="3000"/>
                            </p:stCondLst>
                            <p:childTnLst>
                              <p:par>
                                <p:cTn id="321" presetID="22" presetClass="entr" presetSubtype="8" fill="hold" nodeType="afterEffect">
                                  <p:stCondLst>
                                    <p:cond delay="0"/>
                                  </p:stCondLst>
                                  <p:childTnLst>
                                    <p:set>
                                      <p:cBhvr>
                                        <p:cTn id="322" dur="1" fill="hold">
                                          <p:stCondLst>
                                            <p:cond delay="0"/>
                                          </p:stCondLst>
                                        </p:cTn>
                                        <p:tgtEl>
                                          <p:spTgt spid="129"/>
                                        </p:tgtEl>
                                        <p:attrNameLst>
                                          <p:attrName>style.visibility</p:attrName>
                                        </p:attrNameLst>
                                      </p:cBhvr>
                                      <p:to>
                                        <p:strVal val="visible"/>
                                      </p:to>
                                    </p:set>
                                    <p:animEffect transition="in" filter="wipe(left)">
                                      <p:cBhvr>
                                        <p:cTn id="323" dur="1000"/>
                                        <p:tgtEl>
                                          <p:spTgt spid="129"/>
                                        </p:tgtEl>
                                      </p:cBhvr>
                                    </p:animEffect>
                                  </p:childTnLst>
                                </p:cTn>
                              </p:par>
                            </p:childTnLst>
                          </p:cTn>
                        </p:par>
                      </p:childTnLst>
                    </p:cTn>
                  </p:par>
                  <p:par>
                    <p:cTn id="324" fill="hold">
                      <p:stCondLst>
                        <p:cond delay="indefinite"/>
                      </p:stCondLst>
                      <p:childTnLst>
                        <p:par>
                          <p:cTn id="325" fill="hold">
                            <p:stCondLst>
                              <p:cond delay="0"/>
                            </p:stCondLst>
                            <p:childTnLst>
                              <p:par>
                                <p:cTn id="326" presetID="22" presetClass="exit" presetSubtype="1" fill="hold" nodeType="clickEffect">
                                  <p:stCondLst>
                                    <p:cond delay="0"/>
                                  </p:stCondLst>
                                  <p:childTnLst>
                                    <p:animEffect transition="out" filter="wipe(up)">
                                      <p:cBhvr>
                                        <p:cTn id="327" dur="500"/>
                                        <p:tgtEl>
                                          <p:spTgt spid="129"/>
                                        </p:tgtEl>
                                      </p:cBhvr>
                                    </p:animEffect>
                                    <p:set>
                                      <p:cBhvr>
                                        <p:cTn id="328" dur="1" fill="hold">
                                          <p:stCondLst>
                                            <p:cond delay="499"/>
                                          </p:stCondLst>
                                        </p:cTn>
                                        <p:tgtEl>
                                          <p:spTgt spid="129"/>
                                        </p:tgtEl>
                                        <p:attrNameLst>
                                          <p:attrName>style.visibility</p:attrName>
                                        </p:attrNameLst>
                                      </p:cBhvr>
                                      <p:to>
                                        <p:strVal val="hidden"/>
                                      </p:to>
                                    </p:set>
                                  </p:childTnLst>
                                </p:cTn>
                              </p:par>
                            </p:childTnLst>
                          </p:cTn>
                        </p:par>
                        <p:par>
                          <p:cTn id="329" fill="hold">
                            <p:stCondLst>
                              <p:cond delay="500"/>
                            </p:stCondLst>
                            <p:childTnLst>
                              <p:par>
                                <p:cTn id="330" presetID="22" presetClass="entr" presetSubtype="8" fill="hold" nodeType="afterEffect">
                                  <p:stCondLst>
                                    <p:cond delay="0"/>
                                  </p:stCondLst>
                                  <p:childTnLst>
                                    <p:set>
                                      <p:cBhvr>
                                        <p:cTn id="331" dur="1" fill="hold">
                                          <p:stCondLst>
                                            <p:cond delay="0"/>
                                          </p:stCondLst>
                                        </p:cTn>
                                        <p:tgtEl>
                                          <p:spTgt spid="11"/>
                                        </p:tgtEl>
                                        <p:attrNameLst>
                                          <p:attrName>style.visibility</p:attrName>
                                        </p:attrNameLst>
                                      </p:cBhvr>
                                      <p:to>
                                        <p:strVal val="visible"/>
                                      </p:to>
                                    </p:set>
                                    <p:animEffect transition="in" filter="wipe(left)">
                                      <p:cBhvr>
                                        <p:cTn id="332" dur="1000"/>
                                        <p:tgtEl>
                                          <p:spTgt spid="11"/>
                                        </p:tgtEl>
                                      </p:cBhvr>
                                    </p:animEffect>
                                  </p:childTnLst>
                                </p:cTn>
                              </p:par>
                            </p:childTnLst>
                          </p:cTn>
                        </p:par>
                      </p:childTnLst>
                    </p:cTn>
                  </p:par>
                  <p:par>
                    <p:cTn id="333" fill="hold">
                      <p:stCondLst>
                        <p:cond delay="indefinite"/>
                      </p:stCondLst>
                      <p:childTnLst>
                        <p:par>
                          <p:cTn id="334" fill="hold">
                            <p:stCondLst>
                              <p:cond delay="0"/>
                            </p:stCondLst>
                            <p:childTnLst>
                              <p:par>
                                <p:cTn id="335" presetID="16" presetClass="exit" presetSubtype="37" fill="hold" grpId="1" nodeType="clickEffect">
                                  <p:stCondLst>
                                    <p:cond delay="0"/>
                                  </p:stCondLst>
                                  <p:childTnLst>
                                    <p:animEffect transition="out" filter="barn(outVertical)">
                                      <p:cBhvr>
                                        <p:cTn id="336" dur="500"/>
                                        <p:tgtEl>
                                          <p:spTgt spid="74"/>
                                        </p:tgtEl>
                                      </p:cBhvr>
                                    </p:animEffect>
                                    <p:set>
                                      <p:cBhvr>
                                        <p:cTn id="337" dur="1" fill="hold">
                                          <p:stCondLst>
                                            <p:cond delay="499"/>
                                          </p:stCondLst>
                                        </p:cTn>
                                        <p:tgtEl>
                                          <p:spTgt spid="74"/>
                                        </p:tgtEl>
                                        <p:attrNameLst>
                                          <p:attrName>style.visibility</p:attrName>
                                        </p:attrNameLst>
                                      </p:cBhvr>
                                      <p:to>
                                        <p:strVal val="hidden"/>
                                      </p:to>
                                    </p:set>
                                  </p:childTnLst>
                                </p:cTn>
                              </p:par>
                            </p:childTnLst>
                          </p:cTn>
                        </p:par>
                        <p:par>
                          <p:cTn id="338" fill="hold">
                            <p:stCondLst>
                              <p:cond delay="500"/>
                            </p:stCondLst>
                            <p:childTnLst>
                              <p:par>
                                <p:cTn id="339" presetID="10" presetClass="entr" presetSubtype="0" fill="hold" grpId="0" nodeType="afterEffect">
                                  <p:stCondLst>
                                    <p:cond delay="0"/>
                                  </p:stCondLst>
                                  <p:childTnLst>
                                    <p:set>
                                      <p:cBhvr>
                                        <p:cTn id="340" dur="1" fill="hold">
                                          <p:stCondLst>
                                            <p:cond delay="0"/>
                                          </p:stCondLst>
                                        </p:cTn>
                                        <p:tgtEl>
                                          <p:spTgt spid="133"/>
                                        </p:tgtEl>
                                        <p:attrNameLst>
                                          <p:attrName>style.visibility</p:attrName>
                                        </p:attrNameLst>
                                      </p:cBhvr>
                                      <p:to>
                                        <p:strVal val="visible"/>
                                      </p:to>
                                    </p:set>
                                    <p:animEffect transition="in" filter="fade">
                                      <p:cBhvr>
                                        <p:cTn id="341" dur="500"/>
                                        <p:tgtEl>
                                          <p:spTgt spid="133"/>
                                        </p:tgtEl>
                                      </p:cBhvr>
                                    </p:animEffect>
                                  </p:childTnLst>
                                </p:cTn>
                              </p:par>
                            </p:childTnLst>
                          </p:cTn>
                        </p:par>
                        <p:par>
                          <p:cTn id="342" fill="hold">
                            <p:stCondLst>
                              <p:cond delay="1000"/>
                            </p:stCondLst>
                            <p:childTnLst>
                              <p:par>
                                <p:cTn id="343" presetID="22" presetClass="exit" presetSubtype="1" fill="hold" nodeType="afterEffect">
                                  <p:stCondLst>
                                    <p:cond delay="0"/>
                                  </p:stCondLst>
                                  <p:childTnLst>
                                    <p:animEffect transition="out" filter="wipe(up)">
                                      <p:cBhvr>
                                        <p:cTn id="344" dur="500"/>
                                        <p:tgtEl>
                                          <p:spTgt spid="11"/>
                                        </p:tgtEl>
                                      </p:cBhvr>
                                    </p:animEffect>
                                    <p:set>
                                      <p:cBhvr>
                                        <p:cTn id="345" dur="1" fill="hold">
                                          <p:stCondLst>
                                            <p:cond delay="499"/>
                                          </p:stCondLst>
                                        </p:cTn>
                                        <p:tgtEl>
                                          <p:spTgt spid="11"/>
                                        </p:tgtEl>
                                        <p:attrNameLst>
                                          <p:attrName>style.visibility</p:attrName>
                                        </p:attrNameLst>
                                      </p:cBhvr>
                                      <p:to>
                                        <p:strVal val="hidden"/>
                                      </p:to>
                                    </p:set>
                                  </p:childTnLst>
                                </p:cTn>
                              </p:par>
                            </p:childTnLst>
                          </p:cTn>
                        </p:par>
                        <p:par>
                          <p:cTn id="346" fill="hold">
                            <p:stCondLst>
                              <p:cond delay="1500"/>
                            </p:stCondLst>
                            <p:childTnLst>
                              <p:par>
                                <p:cTn id="347" presetID="22" presetClass="entr" presetSubtype="8" fill="hold" nodeType="afterEffect">
                                  <p:stCondLst>
                                    <p:cond delay="0"/>
                                  </p:stCondLst>
                                  <p:childTnLst>
                                    <p:set>
                                      <p:cBhvr>
                                        <p:cTn id="348" dur="1" fill="hold">
                                          <p:stCondLst>
                                            <p:cond delay="0"/>
                                          </p:stCondLst>
                                        </p:cTn>
                                        <p:tgtEl>
                                          <p:spTgt spid="71"/>
                                        </p:tgtEl>
                                        <p:attrNameLst>
                                          <p:attrName>style.visibility</p:attrName>
                                        </p:attrNameLst>
                                      </p:cBhvr>
                                      <p:to>
                                        <p:strVal val="visible"/>
                                      </p:to>
                                    </p:set>
                                    <p:animEffect transition="in" filter="wipe(left)">
                                      <p:cBhvr>
                                        <p:cTn id="349" dur="1000"/>
                                        <p:tgtEl>
                                          <p:spTgt spid="71"/>
                                        </p:tgtEl>
                                      </p:cBhvr>
                                    </p:animEffect>
                                  </p:childTnLst>
                                </p:cTn>
                              </p:par>
                            </p:childTnLst>
                          </p:cTn>
                        </p:par>
                      </p:childTnLst>
                    </p:cTn>
                  </p:par>
                  <p:par>
                    <p:cTn id="350" fill="hold">
                      <p:stCondLst>
                        <p:cond delay="indefinite"/>
                      </p:stCondLst>
                      <p:childTnLst>
                        <p:par>
                          <p:cTn id="351" fill="hold">
                            <p:stCondLst>
                              <p:cond delay="0"/>
                            </p:stCondLst>
                            <p:childTnLst>
                              <p:par>
                                <p:cTn id="352" presetID="8" presetClass="emph" presetSubtype="0" fill="hold" grpId="2" nodeType="clickEffect">
                                  <p:stCondLst>
                                    <p:cond delay="0"/>
                                  </p:stCondLst>
                                  <p:childTnLst>
                                    <p:animRot by="21600000">
                                      <p:cBhvr>
                                        <p:cTn id="353" dur="2000" fill="hold"/>
                                        <p:tgtEl>
                                          <p:spTgt spid="83"/>
                                        </p:tgtEl>
                                        <p:attrNameLst>
                                          <p:attrName>r</p:attrName>
                                        </p:attrNameLst>
                                      </p:cBhvr>
                                    </p:animRot>
                                  </p:childTnLst>
                                </p:cTn>
                              </p:par>
                            </p:childTnLst>
                          </p:cTn>
                        </p:par>
                        <p:par>
                          <p:cTn id="354" fill="hold">
                            <p:stCondLst>
                              <p:cond delay="2000"/>
                            </p:stCondLst>
                            <p:childTnLst>
                              <p:par>
                                <p:cTn id="355" presetID="22" presetClass="exit" presetSubtype="4" fill="hold" nodeType="afterEffect">
                                  <p:stCondLst>
                                    <p:cond delay="0"/>
                                  </p:stCondLst>
                                  <p:childTnLst>
                                    <p:animEffect transition="out" filter="wipe(down)">
                                      <p:cBhvr>
                                        <p:cTn id="356" dur="500"/>
                                        <p:tgtEl>
                                          <p:spTgt spid="71"/>
                                        </p:tgtEl>
                                      </p:cBhvr>
                                    </p:animEffect>
                                    <p:set>
                                      <p:cBhvr>
                                        <p:cTn id="357" dur="1" fill="hold">
                                          <p:stCondLst>
                                            <p:cond delay="499"/>
                                          </p:stCondLst>
                                        </p:cTn>
                                        <p:tgtEl>
                                          <p:spTgt spid="71"/>
                                        </p:tgtEl>
                                        <p:attrNameLst>
                                          <p:attrName>style.visibility</p:attrName>
                                        </p:attrNameLst>
                                      </p:cBhvr>
                                      <p:to>
                                        <p:strVal val="hidden"/>
                                      </p:to>
                                    </p:set>
                                  </p:childTnLst>
                                </p:cTn>
                              </p:par>
                            </p:childTnLst>
                          </p:cTn>
                        </p:par>
                        <p:par>
                          <p:cTn id="358" fill="hold">
                            <p:stCondLst>
                              <p:cond delay="2500"/>
                            </p:stCondLst>
                            <p:childTnLst>
                              <p:par>
                                <p:cTn id="359" presetID="22" presetClass="entr" presetSubtype="8" fill="hold" nodeType="afterEffect">
                                  <p:stCondLst>
                                    <p:cond delay="0"/>
                                  </p:stCondLst>
                                  <p:childTnLst>
                                    <p:set>
                                      <p:cBhvr>
                                        <p:cTn id="360" dur="1" fill="hold">
                                          <p:stCondLst>
                                            <p:cond delay="0"/>
                                          </p:stCondLst>
                                        </p:cTn>
                                        <p:tgtEl>
                                          <p:spTgt spid="11"/>
                                        </p:tgtEl>
                                        <p:attrNameLst>
                                          <p:attrName>style.visibility</p:attrName>
                                        </p:attrNameLst>
                                      </p:cBhvr>
                                      <p:to>
                                        <p:strVal val="visible"/>
                                      </p:to>
                                    </p:set>
                                    <p:animEffect transition="in" filter="wipe(left)">
                                      <p:cBhvr>
                                        <p:cTn id="361" dur="1000"/>
                                        <p:tgtEl>
                                          <p:spTgt spid="11"/>
                                        </p:tgtEl>
                                      </p:cBhvr>
                                    </p:animEffect>
                                  </p:childTnLst>
                                </p:cTn>
                              </p:par>
                            </p:childTnLst>
                          </p:cTn>
                        </p:par>
                      </p:childTnLst>
                    </p:cTn>
                  </p:par>
                  <p:par>
                    <p:cTn id="362" fill="hold">
                      <p:stCondLst>
                        <p:cond delay="indefinite"/>
                      </p:stCondLst>
                      <p:childTnLst>
                        <p:par>
                          <p:cTn id="363" fill="hold">
                            <p:stCondLst>
                              <p:cond delay="0"/>
                            </p:stCondLst>
                            <p:childTnLst>
                              <p:par>
                                <p:cTn id="364" presetID="16" presetClass="exit" presetSubtype="37" fill="hold" grpId="1" nodeType="clickEffect">
                                  <p:stCondLst>
                                    <p:cond delay="0"/>
                                  </p:stCondLst>
                                  <p:childTnLst>
                                    <p:animEffect transition="out" filter="barn(outVertical)">
                                      <p:cBhvr>
                                        <p:cTn id="365" dur="1000"/>
                                        <p:tgtEl>
                                          <p:spTgt spid="133"/>
                                        </p:tgtEl>
                                      </p:cBhvr>
                                    </p:animEffect>
                                    <p:set>
                                      <p:cBhvr>
                                        <p:cTn id="366" dur="1" fill="hold">
                                          <p:stCondLst>
                                            <p:cond delay="999"/>
                                          </p:stCondLst>
                                        </p:cTn>
                                        <p:tgtEl>
                                          <p:spTgt spid="133"/>
                                        </p:tgtEl>
                                        <p:attrNameLst>
                                          <p:attrName>style.visibility</p:attrName>
                                        </p:attrNameLst>
                                      </p:cBhvr>
                                      <p:to>
                                        <p:strVal val="hidden"/>
                                      </p:to>
                                    </p:set>
                                  </p:childTnLst>
                                </p:cTn>
                              </p:par>
                            </p:childTnLst>
                          </p:cTn>
                        </p:par>
                        <p:par>
                          <p:cTn id="367" fill="hold">
                            <p:stCondLst>
                              <p:cond delay="1000"/>
                            </p:stCondLst>
                            <p:childTnLst>
                              <p:par>
                                <p:cTn id="368" presetID="10" presetClass="entr" presetSubtype="0" fill="hold" grpId="0" nodeType="afterEffect">
                                  <p:stCondLst>
                                    <p:cond delay="0"/>
                                  </p:stCondLst>
                                  <p:childTnLst>
                                    <p:set>
                                      <p:cBhvr>
                                        <p:cTn id="369" dur="1" fill="hold">
                                          <p:stCondLst>
                                            <p:cond delay="0"/>
                                          </p:stCondLst>
                                        </p:cTn>
                                        <p:tgtEl>
                                          <p:spTgt spid="134"/>
                                        </p:tgtEl>
                                        <p:attrNameLst>
                                          <p:attrName>style.visibility</p:attrName>
                                        </p:attrNameLst>
                                      </p:cBhvr>
                                      <p:to>
                                        <p:strVal val="visible"/>
                                      </p:to>
                                    </p:set>
                                    <p:animEffect transition="in" filter="fade">
                                      <p:cBhvr>
                                        <p:cTn id="370" dur="500"/>
                                        <p:tgtEl>
                                          <p:spTgt spid="134"/>
                                        </p:tgtEl>
                                      </p:cBhvr>
                                    </p:animEffect>
                                  </p:childTnLst>
                                </p:cTn>
                              </p:par>
                            </p:childTnLst>
                          </p:cTn>
                        </p:par>
                        <p:par>
                          <p:cTn id="371" fill="hold">
                            <p:stCondLst>
                              <p:cond delay="1500"/>
                            </p:stCondLst>
                            <p:childTnLst>
                              <p:par>
                                <p:cTn id="372" presetID="22" presetClass="exit" presetSubtype="1" fill="hold" nodeType="afterEffect">
                                  <p:stCondLst>
                                    <p:cond delay="0"/>
                                  </p:stCondLst>
                                  <p:childTnLst>
                                    <p:animEffect transition="out" filter="wipe(up)">
                                      <p:cBhvr>
                                        <p:cTn id="373" dur="500"/>
                                        <p:tgtEl>
                                          <p:spTgt spid="11"/>
                                        </p:tgtEl>
                                      </p:cBhvr>
                                    </p:animEffect>
                                    <p:set>
                                      <p:cBhvr>
                                        <p:cTn id="374" dur="1" fill="hold">
                                          <p:stCondLst>
                                            <p:cond delay="499"/>
                                          </p:stCondLst>
                                        </p:cTn>
                                        <p:tgtEl>
                                          <p:spTgt spid="11"/>
                                        </p:tgtEl>
                                        <p:attrNameLst>
                                          <p:attrName>style.visibility</p:attrName>
                                        </p:attrNameLst>
                                      </p:cBhvr>
                                      <p:to>
                                        <p:strVal val="hidden"/>
                                      </p:to>
                                    </p:set>
                                  </p:childTnLst>
                                </p:cTn>
                              </p:par>
                            </p:childTnLst>
                          </p:cTn>
                        </p:par>
                        <p:par>
                          <p:cTn id="375" fill="hold">
                            <p:stCondLst>
                              <p:cond delay="2000"/>
                            </p:stCondLst>
                            <p:childTnLst>
                              <p:par>
                                <p:cTn id="376" presetID="22" presetClass="entr" presetSubtype="8" fill="hold" nodeType="afterEffect">
                                  <p:stCondLst>
                                    <p:cond delay="0"/>
                                  </p:stCondLst>
                                  <p:childTnLst>
                                    <p:set>
                                      <p:cBhvr>
                                        <p:cTn id="377" dur="1" fill="hold">
                                          <p:stCondLst>
                                            <p:cond delay="0"/>
                                          </p:stCondLst>
                                        </p:cTn>
                                        <p:tgtEl>
                                          <p:spTgt spid="75"/>
                                        </p:tgtEl>
                                        <p:attrNameLst>
                                          <p:attrName>style.visibility</p:attrName>
                                        </p:attrNameLst>
                                      </p:cBhvr>
                                      <p:to>
                                        <p:strVal val="visible"/>
                                      </p:to>
                                    </p:set>
                                    <p:animEffect transition="in" filter="wipe(left)">
                                      <p:cBhvr>
                                        <p:cTn id="378" dur="1000"/>
                                        <p:tgtEl>
                                          <p:spTgt spid="75"/>
                                        </p:tgtEl>
                                      </p:cBhvr>
                                    </p:animEffect>
                                  </p:childTnLst>
                                </p:cTn>
                              </p:par>
                            </p:childTnLst>
                          </p:cTn>
                        </p:par>
                      </p:childTnLst>
                    </p:cTn>
                  </p:par>
                  <p:par>
                    <p:cTn id="379" fill="hold">
                      <p:stCondLst>
                        <p:cond delay="indefinite"/>
                      </p:stCondLst>
                      <p:childTnLst>
                        <p:par>
                          <p:cTn id="380" fill="hold">
                            <p:stCondLst>
                              <p:cond delay="0"/>
                            </p:stCondLst>
                            <p:childTnLst>
                              <p:par>
                                <p:cTn id="381" presetID="32" presetClass="emph" presetSubtype="0" fill="hold" nodeType="clickEffect">
                                  <p:stCondLst>
                                    <p:cond delay="0"/>
                                  </p:stCondLst>
                                  <p:childTnLst>
                                    <p:animRot by="120000">
                                      <p:cBhvr>
                                        <p:cTn id="382" dur="100" fill="hold">
                                          <p:stCondLst>
                                            <p:cond delay="0"/>
                                          </p:stCondLst>
                                        </p:cTn>
                                        <p:tgtEl>
                                          <p:spTgt spid="75"/>
                                        </p:tgtEl>
                                        <p:attrNameLst>
                                          <p:attrName>r</p:attrName>
                                        </p:attrNameLst>
                                      </p:cBhvr>
                                    </p:animRot>
                                    <p:animRot by="-240000">
                                      <p:cBhvr>
                                        <p:cTn id="383" dur="200" fill="hold">
                                          <p:stCondLst>
                                            <p:cond delay="200"/>
                                          </p:stCondLst>
                                        </p:cTn>
                                        <p:tgtEl>
                                          <p:spTgt spid="75"/>
                                        </p:tgtEl>
                                        <p:attrNameLst>
                                          <p:attrName>r</p:attrName>
                                        </p:attrNameLst>
                                      </p:cBhvr>
                                    </p:animRot>
                                    <p:animRot by="240000">
                                      <p:cBhvr>
                                        <p:cTn id="384" dur="200" fill="hold">
                                          <p:stCondLst>
                                            <p:cond delay="400"/>
                                          </p:stCondLst>
                                        </p:cTn>
                                        <p:tgtEl>
                                          <p:spTgt spid="75"/>
                                        </p:tgtEl>
                                        <p:attrNameLst>
                                          <p:attrName>r</p:attrName>
                                        </p:attrNameLst>
                                      </p:cBhvr>
                                    </p:animRot>
                                    <p:animRot by="-240000">
                                      <p:cBhvr>
                                        <p:cTn id="385" dur="200" fill="hold">
                                          <p:stCondLst>
                                            <p:cond delay="600"/>
                                          </p:stCondLst>
                                        </p:cTn>
                                        <p:tgtEl>
                                          <p:spTgt spid="75"/>
                                        </p:tgtEl>
                                        <p:attrNameLst>
                                          <p:attrName>r</p:attrName>
                                        </p:attrNameLst>
                                      </p:cBhvr>
                                    </p:animRot>
                                    <p:animRot by="120000">
                                      <p:cBhvr>
                                        <p:cTn id="386" dur="200" fill="hold">
                                          <p:stCondLst>
                                            <p:cond delay="800"/>
                                          </p:stCondLst>
                                        </p:cTn>
                                        <p:tgtEl>
                                          <p:spTgt spid="75"/>
                                        </p:tgtEl>
                                        <p:attrNameLst>
                                          <p:attrName>r</p:attrName>
                                        </p:attrNameLst>
                                      </p:cBhvr>
                                    </p:animRot>
                                  </p:childTnLst>
                                </p:cTn>
                              </p:par>
                            </p:childTnLst>
                          </p:cTn>
                        </p:par>
                        <p:par>
                          <p:cTn id="387" fill="hold">
                            <p:stCondLst>
                              <p:cond delay="1000"/>
                            </p:stCondLst>
                            <p:childTnLst>
                              <p:par>
                                <p:cTn id="388" presetID="22" presetClass="exit" presetSubtype="4" fill="hold" nodeType="afterEffect">
                                  <p:stCondLst>
                                    <p:cond delay="0"/>
                                  </p:stCondLst>
                                  <p:childTnLst>
                                    <p:animEffect transition="out" filter="wipe(down)">
                                      <p:cBhvr>
                                        <p:cTn id="389" dur="500"/>
                                        <p:tgtEl>
                                          <p:spTgt spid="75"/>
                                        </p:tgtEl>
                                      </p:cBhvr>
                                    </p:animEffect>
                                    <p:set>
                                      <p:cBhvr>
                                        <p:cTn id="390" dur="1" fill="hold">
                                          <p:stCondLst>
                                            <p:cond delay="499"/>
                                          </p:stCondLst>
                                        </p:cTn>
                                        <p:tgtEl>
                                          <p:spTgt spid="75"/>
                                        </p:tgtEl>
                                        <p:attrNameLst>
                                          <p:attrName>style.visibility</p:attrName>
                                        </p:attrNameLst>
                                      </p:cBhvr>
                                      <p:to>
                                        <p:strVal val="hidden"/>
                                      </p:to>
                                    </p:set>
                                  </p:childTnLst>
                                </p:cTn>
                              </p:par>
                            </p:childTnLst>
                          </p:cTn>
                        </p:par>
                        <p:par>
                          <p:cTn id="391" fill="hold">
                            <p:stCondLst>
                              <p:cond delay="1500"/>
                            </p:stCondLst>
                            <p:childTnLst>
                              <p:par>
                                <p:cTn id="392" presetID="22" presetClass="entr" presetSubtype="8" fill="hold" nodeType="afterEffect">
                                  <p:stCondLst>
                                    <p:cond delay="0"/>
                                  </p:stCondLst>
                                  <p:childTnLst>
                                    <p:set>
                                      <p:cBhvr>
                                        <p:cTn id="393" dur="1" fill="hold">
                                          <p:stCondLst>
                                            <p:cond delay="0"/>
                                          </p:stCondLst>
                                        </p:cTn>
                                        <p:tgtEl>
                                          <p:spTgt spid="11"/>
                                        </p:tgtEl>
                                        <p:attrNameLst>
                                          <p:attrName>style.visibility</p:attrName>
                                        </p:attrNameLst>
                                      </p:cBhvr>
                                      <p:to>
                                        <p:strVal val="visible"/>
                                      </p:to>
                                    </p:set>
                                    <p:animEffect transition="in" filter="wipe(left)">
                                      <p:cBhvr>
                                        <p:cTn id="394" dur="1000"/>
                                        <p:tgtEl>
                                          <p:spTgt spid="11"/>
                                        </p:tgtEl>
                                      </p:cBhvr>
                                    </p:animEffect>
                                  </p:childTnLst>
                                </p:cTn>
                              </p:par>
                            </p:childTnLst>
                          </p:cTn>
                        </p:par>
                      </p:childTnLst>
                    </p:cTn>
                  </p:par>
                  <p:par>
                    <p:cTn id="395" fill="hold">
                      <p:stCondLst>
                        <p:cond delay="indefinite"/>
                      </p:stCondLst>
                      <p:childTnLst>
                        <p:par>
                          <p:cTn id="396" fill="hold">
                            <p:stCondLst>
                              <p:cond delay="0"/>
                            </p:stCondLst>
                            <p:childTnLst>
                              <p:par>
                                <p:cTn id="397" presetID="16" presetClass="exit" presetSubtype="37" fill="hold" grpId="1" nodeType="clickEffect">
                                  <p:stCondLst>
                                    <p:cond delay="0"/>
                                  </p:stCondLst>
                                  <p:childTnLst>
                                    <p:animEffect transition="out" filter="barn(outVertical)">
                                      <p:cBhvr>
                                        <p:cTn id="398" dur="1000"/>
                                        <p:tgtEl>
                                          <p:spTgt spid="134"/>
                                        </p:tgtEl>
                                      </p:cBhvr>
                                    </p:animEffect>
                                    <p:set>
                                      <p:cBhvr>
                                        <p:cTn id="399" dur="1" fill="hold">
                                          <p:stCondLst>
                                            <p:cond delay="999"/>
                                          </p:stCondLst>
                                        </p:cTn>
                                        <p:tgtEl>
                                          <p:spTgt spid="134"/>
                                        </p:tgtEl>
                                        <p:attrNameLst>
                                          <p:attrName>style.visibility</p:attrName>
                                        </p:attrNameLst>
                                      </p:cBhvr>
                                      <p:to>
                                        <p:strVal val="hidden"/>
                                      </p:to>
                                    </p:set>
                                  </p:childTnLst>
                                </p:cTn>
                              </p:par>
                            </p:childTnLst>
                          </p:cTn>
                        </p:par>
                        <p:par>
                          <p:cTn id="400" fill="hold">
                            <p:stCondLst>
                              <p:cond delay="1000"/>
                            </p:stCondLst>
                            <p:childTnLst>
                              <p:par>
                                <p:cTn id="401" presetID="10" presetClass="entr" presetSubtype="0" fill="hold" grpId="0" nodeType="afterEffect">
                                  <p:stCondLst>
                                    <p:cond delay="0"/>
                                  </p:stCondLst>
                                  <p:childTnLst>
                                    <p:set>
                                      <p:cBhvr>
                                        <p:cTn id="402" dur="1" fill="hold">
                                          <p:stCondLst>
                                            <p:cond delay="0"/>
                                          </p:stCondLst>
                                        </p:cTn>
                                        <p:tgtEl>
                                          <p:spTgt spid="135"/>
                                        </p:tgtEl>
                                        <p:attrNameLst>
                                          <p:attrName>style.visibility</p:attrName>
                                        </p:attrNameLst>
                                      </p:cBhvr>
                                      <p:to>
                                        <p:strVal val="visible"/>
                                      </p:to>
                                    </p:set>
                                    <p:animEffect transition="in" filter="fade">
                                      <p:cBhvr>
                                        <p:cTn id="403" dur="500"/>
                                        <p:tgtEl>
                                          <p:spTgt spid="135"/>
                                        </p:tgtEl>
                                      </p:cBhvr>
                                    </p:animEffect>
                                  </p:childTnLst>
                                </p:cTn>
                              </p:par>
                            </p:childTnLst>
                          </p:cTn>
                        </p:par>
                        <p:par>
                          <p:cTn id="404" fill="hold">
                            <p:stCondLst>
                              <p:cond delay="1500"/>
                            </p:stCondLst>
                            <p:childTnLst>
                              <p:par>
                                <p:cTn id="405" presetID="22" presetClass="exit" presetSubtype="1" fill="hold" nodeType="afterEffect">
                                  <p:stCondLst>
                                    <p:cond delay="0"/>
                                  </p:stCondLst>
                                  <p:childTnLst>
                                    <p:animEffect transition="out" filter="wipe(up)">
                                      <p:cBhvr>
                                        <p:cTn id="406" dur="500"/>
                                        <p:tgtEl>
                                          <p:spTgt spid="11"/>
                                        </p:tgtEl>
                                      </p:cBhvr>
                                    </p:animEffect>
                                    <p:set>
                                      <p:cBhvr>
                                        <p:cTn id="407" dur="1" fill="hold">
                                          <p:stCondLst>
                                            <p:cond delay="499"/>
                                          </p:stCondLst>
                                        </p:cTn>
                                        <p:tgtEl>
                                          <p:spTgt spid="11"/>
                                        </p:tgtEl>
                                        <p:attrNameLst>
                                          <p:attrName>style.visibility</p:attrName>
                                        </p:attrNameLst>
                                      </p:cBhvr>
                                      <p:to>
                                        <p:strVal val="hidden"/>
                                      </p:to>
                                    </p:set>
                                  </p:childTnLst>
                                </p:cTn>
                              </p:par>
                            </p:childTnLst>
                          </p:cTn>
                        </p:par>
                        <p:par>
                          <p:cTn id="408" fill="hold">
                            <p:stCondLst>
                              <p:cond delay="2000"/>
                            </p:stCondLst>
                            <p:childTnLst>
                              <p:par>
                                <p:cTn id="409" presetID="22" presetClass="entr" presetSubtype="8" fill="hold" nodeType="afterEffect">
                                  <p:stCondLst>
                                    <p:cond delay="0"/>
                                  </p:stCondLst>
                                  <p:childTnLst>
                                    <p:set>
                                      <p:cBhvr>
                                        <p:cTn id="410" dur="1" fill="hold">
                                          <p:stCondLst>
                                            <p:cond delay="0"/>
                                          </p:stCondLst>
                                        </p:cTn>
                                        <p:tgtEl>
                                          <p:spTgt spid="71"/>
                                        </p:tgtEl>
                                        <p:attrNameLst>
                                          <p:attrName>style.visibility</p:attrName>
                                        </p:attrNameLst>
                                      </p:cBhvr>
                                      <p:to>
                                        <p:strVal val="visible"/>
                                      </p:to>
                                    </p:set>
                                    <p:animEffect transition="in" filter="wipe(left)">
                                      <p:cBhvr>
                                        <p:cTn id="411" dur="1000"/>
                                        <p:tgtEl>
                                          <p:spTgt spid="71"/>
                                        </p:tgtEl>
                                      </p:cBhvr>
                                    </p:animEffect>
                                  </p:childTnLst>
                                </p:cTn>
                              </p:par>
                            </p:childTnLst>
                          </p:cTn>
                        </p:par>
                      </p:childTnLst>
                    </p:cTn>
                  </p:par>
                  <p:par>
                    <p:cTn id="412" fill="hold">
                      <p:stCondLst>
                        <p:cond delay="indefinite"/>
                      </p:stCondLst>
                      <p:childTnLst>
                        <p:par>
                          <p:cTn id="413" fill="hold">
                            <p:stCondLst>
                              <p:cond delay="0"/>
                            </p:stCondLst>
                            <p:childTnLst>
                              <p:par>
                                <p:cTn id="414" presetID="22" presetClass="exit" presetSubtype="1" fill="hold" nodeType="clickEffect">
                                  <p:stCondLst>
                                    <p:cond delay="0"/>
                                  </p:stCondLst>
                                  <p:childTnLst>
                                    <p:animEffect transition="out" filter="wipe(up)">
                                      <p:cBhvr>
                                        <p:cTn id="415" dur="500"/>
                                        <p:tgtEl>
                                          <p:spTgt spid="71"/>
                                        </p:tgtEl>
                                      </p:cBhvr>
                                    </p:animEffect>
                                    <p:set>
                                      <p:cBhvr>
                                        <p:cTn id="416" dur="1" fill="hold">
                                          <p:stCondLst>
                                            <p:cond delay="499"/>
                                          </p:stCondLst>
                                        </p:cTn>
                                        <p:tgtEl>
                                          <p:spTgt spid="71"/>
                                        </p:tgtEl>
                                        <p:attrNameLst>
                                          <p:attrName>style.visibility</p:attrName>
                                        </p:attrNameLst>
                                      </p:cBhvr>
                                      <p:to>
                                        <p:strVal val="hidden"/>
                                      </p:to>
                                    </p:set>
                                  </p:childTnLst>
                                </p:cTn>
                              </p:par>
                            </p:childTnLst>
                          </p:cTn>
                        </p:par>
                        <p:par>
                          <p:cTn id="417" fill="hold">
                            <p:stCondLst>
                              <p:cond delay="500"/>
                            </p:stCondLst>
                            <p:childTnLst>
                              <p:par>
                                <p:cTn id="418" presetID="22" presetClass="entr" presetSubtype="8" fill="hold" nodeType="afterEffect">
                                  <p:stCondLst>
                                    <p:cond delay="0"/>
                                  </p:stCondLst>
                                  <p:childTnLst>
                                    <p:set>
                                      <p:cBhvr>
                                        <p:cTn id="419" dur="1" fill="hold">
                                          <p:stCondLst>
                                            <p:cond delay="0"/>
                                          </p:stCondLst>
                                        </p:cTn>
                                        <p:tgtEl>
                                          <p:spTgt spid="75"/>
                                        </p:tgtEl>
                                        <p:attrNameLst>
                                          <p:attrName>style.visibility</p:attrName>
                                        </p:attrNameLst>
                                      </p:cBhvr>
                                      <p:to>
                                        <p:strVal val="visible"/>
                                      </p:to>
                                    </p:set>
                                    <p:animEffect transition="in" filter="wipe(left)">
                                      <p:cBhvr>
                                        <p:cTn id="420" dur="1000"/>
                                        <p:tgtEl>
                                          <p:spTgt spid="75"/>
                                        </p:tgtEl>
                                      </p:cBhvr>
                                    </p:animEffect>
                                  </p:childTnLst>
                                </p:cTn>
                              </p:par>
                            </p:childTnLst>
                          </p:cTn>
                        </p:par>
                      </p:childTnLst>
                    </p:cTn>
                  </p:par>
                  <p:par>
                    <p:cTn id="421" fill="hold">
                      <p:stCondLst>
                        <p:cond delay="indefinite"/>
                      </p:stCondLst>
                      <p:childTnLst>
                        <p:par>
                          <p:cTn id="422" fill="hold">
                            <p:stCondLst>
                              <p:cond delay="0"/>
                            </p:stCondLst>
                            <p:childTnLst>
                              <p:par>
                                <p:cTn id="423" presetID="8" presetClass="emph" presetSubtype="0" fill="hold" grpId="1" nodeType="clickEffect">
                                  <p:stCondLst>
                                    <p:cond delay="0"/>
                                  </p:stCondLst>
                                  <p:childTnLst>
                                    <p:animRot by="21600000">
                                      <p:cBhvr>
                                        <p:cTn id="424" dur="1500" fill="hold"/>
                                        <p:tgtEl>
                                          <p:spTgt spid="107"/>
                                        </p:tgtEl>
                                        <p:attrNameLst>
                                          <p:attrName>r</p:attrName>
                                        </p:attrNameLst>
                                      </p:cBhvr>
                                    </p:animRot>
                                  </p:childTnLst>
                                </p:cTn>
                              </p:par>
                              <p:par>
                                <p:cTn id="425" presetID="8" presetClass="emph" presetSubtype="0" fill="hold" grpId="1" nodeType="withEffect">
                                  <p:stCondLst>
                                    <p:cond delay="0"/>
                                  </p:stCondLst>
                                  <p:childTnLst>
                                    <p:animRot by="21600000">
                                      <p:cBhvr>
                                        <p:cTn id="426" dur="1500" fill="hold"/>
                                        <p:tgtEl>
                                          <p:spTgt spid="116"/>
                                        </p:tgtEl>
                                        <p:attrNameLst>
                                          <p:attrName>r</p:attrName>
                                        </p:attrNameLst>
                                      </p:cBhvr>
                                    </p:animRot>
                                  </p:childTnLst>
                                </p:cTn>
                              </p:par>
                            </p:childTnLst>
                          </p:cTn>
                        </p:par>
                        <p:par>
                          <p:cTn id="427" fill="hold">
                            <p:stCondLst>
                              <p:cond delay="1500"/>
                            </p:stCondLst>
                            <p:childTnLst>
                              <p:par>
                                <p:cTn id="428" presetID="32" presetClass="emph" presetSubtype="0" fill="hold" nodeType="afterEffect">
                                  <p:stCondLst>
                                    <p:cond delay="0"/>
                                  </p:stCondLst>
                                  <p:childTnLst>
                                    <p:animRot by="120000">
                                      <p:cBhvr>
                                        <p:cTn id="429" dur="100" fill="hold">
                                          <p:stCondLst>
                                            <p:cond delay="0"/>
                                          </p:stCondLst>
                                        </p:cTn>
                                        <p:tgtEl>
                                          <p:spTgt spid="75"/>
                                        </p:tgtEl>
                                        <p:attrNameLst>
                                          <p:attrName>r</p:attrName>
                                        </p:attrNameLst>
                                      </p:cBhvr>
                                    </p:animRot>
                                    <p:animRot by="-240000">
                                      <p:cBhvr>
                                        <p:cTn id="430" dur="200" fill="hold">
                                          <p:stCondLst>
                                            <p:cond delay="200"/>
                                          </p:stCondLst>
                                        </p:cTn>
                                        <p:tgtEl>
                                          <p:spTgt spid="75"/>
                                        </p:tgtEl>
                                        <p:attrNameLst>
                                          <p:attrName>r</p:attrName>
                                        </p:attrNameLst>
                                      </p:cBhvr>
                                    </p:animRot>
                                    <p:animRot by="240000">
                                      <p:cBhvr>
                                        <p:cTn id="431" dur="200" fill="hold">
                                          <p:stCondLst>
                                            <p:cond delay="400"/>
                                          </p:stCondLst>
                                        </p:cTn>
                                        <p:tgtEl>
                                          <p:spTgt spid="75"/>
                                        </p:tgtEl>
                                        <p:attrNameLst>
                                          <p:attrName>r</p:attrName>
                                        </p:attrNameLst>
                                      </p:cBhvr>
                                    </p:animRot>
                                    <p:animRot by="-240000">
                                      <p:cBhvr>
                                        <p:cTn id="432" dur="200" fill="hold">
                                          <p:stCondLst>
                                            <p:cond delay="600"/>
                                          </p:stCondLst>
                                        </p:cTn>
                                        <p:tgtEl>
                                          <p:spTgt spid="75"/>
                                        </p:tgtEl>
                                        <p:attrNameLst>
                                          <p:attrName>r</p:attrName>
                                        </p:attrNameLst>
                                      </p:cBhvr>
                                    </p:animRot>
                                    <p:animRot by="120000">
                                      <p:cBhvr>
                                        <p:cTn id="433" dur="200" fill="hold">
                                          <p:stCondLst>
                                            <p:cond delay="800"/>
                                          </p:stCondLst>
                                        </p:cTn>
                                        <p:tgtEl>
                                          <p:spTgt spid="75"/>
                                        </p:tgtEl>
                                        <p:attrNameLst>
                                          <p:attrName>r</p:attrName>
                                        </p:attrNameLst>
                                      </p:cBhvr>
                                    </p:animRot>
                                  </p:childTnLst>
                                </p:cTn>
                              </p:par>
                            </p:childTnLst>
                          </p:cTn>
                        </p:par>
                        <p:par>
                          <p:cTn id="434" fill="hold">
                            <p:stCondLst>
                              <p:cond delay="2500"/>
                            </p:stCondLst>
                            <p:childTnLst>
                              <p:par>
                                <p:cTn id="435" presetID="22" presetClass="exit" presetSubtype="4" fill="hold" nodeType="afterEffect">
                                  <p:stCondLst>
                                    <p:cond delay="0"/>
                                  </p:stCondLst>
                                  <p:childTnLst>
                                    <p:animEffect transition="out" filter="wipe(down)">
                                      <p:cBhvr>
                                        <p:cTn id="436" dur="500"/>
                                        <p:tgtEl>
                                          <p:spTgt spid="75"/>
                                        </p:tgtEl>
                                      </p:cBhvr>
                                    </p:animEffect>
                                    <p:set>
                                      <p:cBhvr>
                                        <p:cTn id="437" dur="1" fill="hold">
                                          <p:stCondLst>
                                            <p:cond delay="499"/>
                                          </p:stCondLst>
                                        </p:cTn>
                                        <p:tgtEl>
                                          <p:spTgt spid="75"/>
                                        </p:tgtEl>
                                        <p:attrNameLst>
                                          <p:attrName>style.visibility</p:attrName>
                                        </p:attrNameLst>
                                      </p:cBhvr>
                                      <p:to>
                                        <p:strVal val="hidden"/>
                                      </p:to>
                                    </p:set>
                                  </p:childTnLst>
                                </p:cTn>
                              </p:par>
                            </p:childTnLst>
                          </p:cTn>
                        </p:par>
                        <p:par>
                          <p:cTn id="438" fill="hold">
                            <p:stCondLst>
                              <p:cond delay="3000"/>
                            </p:stCondLst>
                            <p:childTnLst>
                              <p:par>
                                <p:cTn id="439" presetID="22" presetClass="entr" presetSubtype="8" fill="hold" nodeType="afterEffect">
                                  <p:stCondLst>
                                    <p:cond delay="0"/>
                                  </p:stCondLst>
                                  <p:childTnLst>
                                    <p:set>
                                      <p:cBhvr>
                                        <p:cTn id="440" dur="1" fill="hold">
                                          <p:stCondLst>
                                            <p:cond delay="0"/>
                                          </p:stCondLst>
                                        </p:cTn>
                                        <p:tgtEl>
                                          <p:spTgt spid="11"/>
                                        </p:tgtEl>
                                        <p:attrNameLst>
                                          <p:attrName>style.visibility</p:attrName>
                                        </p:attrNameLst>
                                      </p:cBhvr>
                                      <p:to>
                                        <p:strVal val="visible"/>
                                      </p:to>
                                    </p:set>
                                    <p:animEffect transition="in" filter="wipe(left)">
                                      <p:cBhvr>
                                        <p:cTn id="441" dur="1000"/>
                                        <p:tgtEl>
                                          <p:spTgt spid="11"/>
                                        </p:tgtEl>
                                      </p:cBhvr>
                                    </p:animEffect>
                                  </p:childTnLst>
                                </p:cTn>
                              </p:par>
                            </p:childTnLst>
                          </p:cTn>
                        </p:par>
                      </p:childTnLst>
                    </p:cTn>
                  </p:par>
                  <p:par>
                    <p:cTn id="442" fill="hold">
                      <p:stCondLst>
                        <p:cond delay="indefinite"/>
                      </p:stCondLst>
                      <p:childTnLst>
                        <p:par>
                          <p:cTn id="443" fill="hold">
                            <p:stCondLst>
                              <p:cond delay="0"/>
                            </p:stCondLst>
                            <p:childTnLst>
                              <p:par>
                                <p:cTn id="444" presetID="16" presetClass="exit" presetSubtype="37" fill="hold" grpId="1" nodeType="clickEffect">
                                  <p:stCondLst>
                                    <p:cond delay="0"/>
                                  </p:stCondLst>
                                  <p:childTnLst>
                                    <p:animEffect transition="out" filter="barn(outVertical)">
                                      <p:cBhvr>
                                        <p:cTn id="445" dur="500"/>
                                        <p:tgtEl>
                                          <p:spTgt spid="135"/>
                                        </p:tgtEl>
                                      </p:cBhvr>
                                    </p:animEffect>
                                    <p:set>
                                      <p:cBhvr>
                                        <p:cTn id="446" dur="1" fill="hold">
                                          <p:stCondLst>
                                            <p:cond delay="499"/>
                                          </p:stCondLst>
                                        </p:cTn>
                                        <p:tgtEl>
                                          <p:spTgt spid="135"/>
                                        </p:tgtEl>
                                        <p:attrNameLst>
                                          <p:attrName>style.visibility</p:attrName>
                                        </p:attrNameLst>
                                      </p:cBhvr>
                                      <p:to>
                                        <p:strVal val="hidden"/>
                                      </p:to>
                                    </p:set>
                                  </p:childTnLst>
                                </p:cTn>
                              </p:par>
                            </p:childTnLst>
                          </p:cTn>
                        </p:par>
                        <p:par>
                          <p:cTn id="447" fill="hold">
                            <p:stCondLst>
                              <p:cond delay="500"/>
                            </p:stCondLst>
                            <p:childTnLst>
                              <p:par>
                                <p:cTn id="448" presetID="10" presetClass="entr" presetSubtype="0" fill="hold" grpId="0" nodeType="afterEffect">
                                  <p:stCondLst>
                                    <p:cond delay="0"/>
                                  </p:stCondLst>
                                  <p:childTnLst>
                                    <p:set>
                                      <p:cBhvr>
                                        <p:cTn id="449" dur="1" fill="hold">
                                          <p:stCondLst>
                                            <p:cond delay="0"/>
                                          </p:stCondLst>
                                        </p:cTn>
                                        <p:tgtEl>
                                          <p:spTgt spid="136"/>
                                        </p:tgtEl>
                                        <p:attrNameLst>
                                          <p:attrName>style.visibility</p:attrName>
                                        </p:attrNameLst>
                                      </p:cBhvr>
                                      <p:to>
                                        <p:strVal val="visible"/>
                                      </p:to>
                                    </p:set>
                                    <p:animEffect transition="in" filter="fade">
                                      <p:cBhvr>
                                        <p:cTn id="450" dur="500"/>
                                        <p:tgtEl>
                                          <p:spTgt spid="136"/>
                                        </p:tgtEl>
                                      </p:cBhvr>
                                    </p:animEffect>
                                  </p:childTnLst>
                                </p:cTn>
                              </p:par>
                            </p:childTnLst>
                          </p:cTn>
                        </p:par>
                        <p:par>
                          <p:cTn id="451" fill="hold">
                            <p:stCondLst>
                              <p:cond delay="1000"/>
                            </p:stCondLst>
                            <p:childTnLst>
                              <p:par>
                                <p:cTn id="452" presetID="22" presetClass="exit" presetSubtype="1" fill="hold" nodeType="afterEffect">
                                  <p:stCondLst>
                                    <p:cond delay="0"/>
                                  </p:stCondLst>
                                  <p:childTnLst>
                                    <p:animEffect transition="out" filter="wipe(up)">
                                      <p:cBhvr>
                                        <p:cTn id="453" dur="500"/>
                                        <p:tgtEl>
                                          <p:spTgt spid="11"/>
                                        </p:tgtEl>
                                      </p:cBhvr>
                                    </p:animEffect>
                                    <p:set>
                                      <p:cBhvr>
                                        <p:cTn id="454" dur="1" fill="hold">
                                          <p:stCondLst>
                                            <p:cond delay="499"/>
                                          </p:stCondLst>
                                        </p:cTn>
                                        <p:tgtEl>
                                          <p:spTgt spid="11"/>
                                        </p:tgtEl>
                                        <p:attrNameLst>
                                          <p:attrName>style.visibility</p:attrName>
                                        </p:attrNameLst>
                                      </p:cBhvr>
                                      <p:to>
                                        <p:strVal val="hidden"/>
                                      </p:to>
                                    </p:set>
                                  </p:childTnLst>
                                </p:cTn>
                              </p:par>
                            </p:childTnLst>
                          </p:cTn>
                        </p:par>
                        <p:par>
                          <p:cTn id="455" fill="hold">
                            <p:stCondLst>
                              <p:cond delay="1500"/>
                            </p:stCondLst>
                            <p:childTnLst>
                              <p:par>
                                <p:cTn id="456" presetID="22" presetClass="entr" presetSubtype="8" fill="hold" nodeType="afterEffect">
                                  <p:stCondLst>
                                    <p:cond delay="0"/>
                                  </p:stCondLst>
                                  <p:childTnLst>
                                    <p:set>
                                      <p:cBhvr>
                                        <p:cTn id="457" dur="1" fill="hold">
                                          <p:stCondLst>
                                            <p:cond delay="0"/>
                                          </p:stCondLst>
                                        </p:cTn>
                                        <p:tgtEl>
                                          <p:spTgt spid="71"/>
                                        </p:tgtEl>
                                        <p:attrNameLst>
                                          <p:attrName>style.visibility</p:attrName>
                                        </p:attrNameLst>
                                      </p:cBhvr>
                                      <p:to>
                                        <p:strVal val="visible"/>
                                      </p:to>
                                    </p:set>
                                    <p:animEffect transition="in" filter="wipe(left)">
                                      <p:cBhvr>
                                        <p:cTn id="458" dur="1000"/>
                                        <p:tgtEl>
                                          <p:spTgt spid="71"/>
                                        </p:tgtEl>
                                      </p:cBhvr>
                                    </p:animEffect>
                                  </p:childTnLst>
                                </p:cTn>
                              </p:par>
                            </p:childTnLst>
                          </p:cTn>
                        </p:par>
                      </p:childTnLst>
                    </p:cTn>
                  </p:par>
                  <p:par>
                    <p:cTn id="459" fill="hold">
                      <p:stCondLst>
                        <p:cond delay="indefinite"/>
                      </p:stCondLst>
                      <p:childTnLst>
                        <p:par>
                          <p:cTn id="460" fill="hold">
                            <p:stCondLst>
                              <p:cond delay="0"/>
                            </p:stCondLst>
                            <p:childTnLst>
                              <p:par>
                                <p:cTn id="461" presetID="22" presetClass="exit" presetSubtype="1" fill="hold" nodeType="clickEffect">
                                  <p:stCondLst>
                                    <p:cond delay="0"/>
                                  </p:stCondLst>
                                  <p:childTnLst>
                                    <p:animEffect transition="out" filter="wipe(up)">
                                      <p:cBhvr>
                                        <p:cTn id="462" dur="500"/>
                                        <p:tgtEl>
                                          <p:spTgt spid="71"/>
                                        </p:tgtEl>
                                      </p:cBhvr>
                                    </p:animEffect>
                                    <p:set>
                                      <p:cBhvr>
                                        <p:cTn id="463" dur="1" fill="hold">
                                          <p:stCondLst>
                                            <p:cond delay="499"/>
                                          </p:stCondLst>
                                        </p:cTn>
                                        <p:tgtEl>
                                          <p:spTgt spid="71"/>
                                        </p:tgtEl>
                                        <p:attrNameLst>
                                          <p:attrName>style.visibility</p:attrName>
                                        </p:attrNameLst>
                                      </p:cBhvr>
                                      <p:to>
                                        <p:strVal val="hidden"/>
                                      </p:to>
                                    </p:set>
                                  </p:childTnLst>
                                </p:cTn>
                              </p:par>
                            </p:childTnLst>
                          </p:cTn>
                        </p:par>
                        <p:par>
                          <p:cTn id="464" fill="hold">
                            <p:stCondLst>
                              <p:cond delay="500"/>
                            </p:stCondLst>
                            <p:childTnLst>
                              <p:par>
                                <p:cTn id="465" presetID="22" presetClass="entr" presetSubtype="8" fill="hold" nodeType="afterEffect">
                                  <p:stCondLst>
                                    <p:cond delay="0"/>
                                  </p:stCondLst>
                                  <p:childTnLst>
                                    <p:set>
                                      <p:cBhvr>
                                        <p:cTn id="466" dur="1" fill="hold">
                                          <p:stCondLst>
                                            <p:cond delay="0"/>
                                          </p:stCondLst>
                                        </p:cTn>
                                        <p:tgtEl>
                                          <p:spTgt spid="75"/>
                                        </p:tgtEl>
                                        <p:attrNameLst>
                                          <p:attrName>style.visibility</p:attrName>
                                        </p:attrNameLst>
                                      </p:cBhvr>
                                      <p:to>
                                        <p:strVal val="visible"/>
                                      </p:to>
                                    </p:set>
                                    <p:animEffect transition="in" filter="wipe(left)">
                                      <p:cBhvr>
                                        <p:cTn id="467" dur="1000"/>
                                        <p:tgtEl>
                                          <p:spTgt spid="75"/>
                                        </p:tgtEl>
                                      </p:cBhvr>
                                    </p:animEffect>
                                  </p:childTnLst>
                                </p:cTn>
                              </p:par>
                            </p:childTnLst>
                          </p:cTn>
                        </p:par>
                      </p:childTnLst>
                    </p:cTn>
                  </p:par>
                  <p:par>
                    <p:cTn id="468" fill="hold">
                      <p:stCondLst>
                        <p:cond delay="indefinite"/>
                      </p:stCondLst>
                      <p:childTnLst>
                        <p:par>
                          <p:cTn id="469" fill="hold">
                            <p:stCondLst>
                              <p:cond delay="0"/>
                            </p:stCondLst>
                            <p:childTnLst>
                              <p:par>
                                <p:cTn id="470" presetID="8" presetClass="emph" presetSubtype="0" fill="hold" grpId="1" nodeType="clickEffect">
                                  <p:stCondLst>
                                    <p:cond delay="0"/>
                                  </p:stCondLst>
                                  <p:childTnLst>
                                    <p:animRot by="21600000">
                                      <p:cBhvr>
                                        <p:cTn id="471" dur="1500" fill="hold"/>
                                        <p:tgtEl>
                                          <p:spTgt spid="108"/>
                                        </p:tgtEl>
                                        <p:attrNameLst>
                                          <p:attrName>r</p:attrName>
                                        </p:attrNameLst>
                                      </p:cBhvr>
                                    </p:animRot>
                                  </p:childTnLst>
                                </p:cTn>
                              </p:par>
                            </p:childTnLst>
                          </p:cTn>
                        </p:par>
                        <p:par>
                          <p:cTn id="472" fill="hold">
                            <p:stCondLst>
                              <p:cond delay="1500"/>
                            </p:stCondLst>
                            <p:childTnLst>
                              <p:par>
                                <p:cTn id="473" presetID="3" presetClass="emph" presetSubtype="2" fill="hold" grpId="2" nodeType="afterEffect">
                                  <p:stCondLst>
                                    <p:cond delay="0"/>
                                  </p:stCondLst>
                                  <p:childTnLst>
                                    <p:animClr clrSpc="rgb" dir="cw">
                                      <p:cBhvr override="childStyle">
                                        <p:cTn id="474" dur="500" fill="hold"/>
                                        <p:tgtEl>
                                          <p:spTgt spid="108"/>
                                        </p:tgtEl>
                                        <p:attrNameLst>
                                          <p:attrName>style.color</p:attrName>
                                        </p:attrNameLst>
                                      </p:cBhvr>
                                      <p:to>
                                        <a:schemeClr val="accent2"/>
                                      </p:to>
                                    </p:animClr>
                                  </p:childTnLst>
                                </p:cTn>
                              </p:par>
                            </p:childTnLst>
                          </p:cTn>
                        </p:par>
                        <p:par>
                          <p:cTn id="475" fill="hold">
                            <p:stCondLst>
                              <p:cond delay="2000"/>
                            </p:stCondLst>
                            <p:childTnLst>
                              <p:par>
                                <p:cTn id="476" presetID="22" presetClass="exit" presetSubtype="1" fill="hold" nodeType="afterEffect">
                                  <p:stCondLst>
                                    <p:cond delay="0"/>
                                  </p:stCondLst>
                                  <p:childTnLst>
                                    <p:animEffect transition="out" filter="wipe(up)">
                                      <p:cBhvr>
                                        <p:cTn id="477" dur="500"/>
                                        <p:tgtEl>
                                          <p:spTgt spid="75"/>
                                        </p:tgtEl>
                                      </p:cBhvr>
                                    </p:animEffect>
                                    <p:set>
                                      <p:cBhvr>
                                        <p:cTn id="478" dur="1" fill="hold">
                                          <p:stCondLst>
                                            <p:cond delay="499"/>
                                          </p:stCondLst>
                                        </p:cTn>
                                        <p:tgtEl>
                                          <p:spTgt spid="75"/>
                                        </p:tgtEl>
                                        <p:attrNameLst>
                                          <p:attrName>style.visibility</p:attrName>
                                        </p:attrNameLst>
                                      </p:cBhvr>
                                      <p:to>
                                        <p:strVal val="hidden"/>
                                      </p:to>
                                    </p:set>
                                  </p:childTnLst>
                                </p:cTn>
                              </p:par>
                            </p:childTnLst>
                          </p:cTn>
                        </p:par>
                        <p:par>
                          <p:cTn id="479" fill="hold">
                            <p:stCondLst>
                              <p:cond delay="2500"/>
                            </p:stCondLst>
                            <p:childTnLst>
                              <p:par>
                                <p:cTn id="480" presetID="22" presetClass="entr" presetSubtype="8" fill="hold" nodeType="afterEffect">
                                  <p:stCondLst>
                                    <p:cond delay="0"/>
                                  </p:stCondLst>
                                  <p:childTnLst>
                                    <p:set>
                                      <p:cBhvr>
                                        <p:cTn id="481" dur="1" fill="hold">
                                          <p:stCondLst>
                                            <p:cond delay="0"/>
                                          </p:stCondLst>
                                        </p:cTn>
                                        <p:tgtEl>
                                          <p:spTgt spid="93"/>
                                        </p:tgtEl>
                                        <p:attrNameLst>
                                          <p:attrName>style.visibility</p:attrName>
                                        </p:attrNameLst>
                                      </p:cBhvr>
                                      <p:to>
                                        <p:strVal val="visible"/>
                                      </p:to>
                                    </p:set>
                                    <p:animEffect transition="in" filter="wipe(left)">
                                      <p:cBhvr>
                                        <p:cTn id="482" dur="1000"/>
                                        <p:tgtEl>
                                          <p:spTgt spid="93"/>
                                        </p:tgtEl>
                                      </p:cBhvr>
                                    </p:animEffect>
                                  </p:childTnLst>
                                </p:cTn>
                              </p:par>
                            </p:childTnLst>
                          </p:cTn>
                        </p:par>
                      </p:childTnLst>
                    </p:cTn>
                  </p:par>
                  <p:par>
                    <p:cTn id="483" fill="hold">
                      <p:stCondLst>
                        <p:cond delay="indefinite"/>
                      </p:stCondLst>
                      <p:childTnLst>
                        <p:par>
                          <p:cTn id="484" fill="hold">
                            <p:stCondLst>
                              <p:cond delay="0"/>
                            </p:stCondLst>
                            <p:childTnLst>
                              <p:par>
                                <p:cTn id="485" presetID="16" presetClass="exit" presetSubtype="42" fill="hold" grpId="0" nodeType="clickEffect">
                                  <p:stCondLst>
                                    <p:cond delay="0"/>
                                  </p:stCondLst>
                                  <p:childTnLst>
                                    <p:animEffect transition="out" filter="barn(outHorizontal)">
                                      <p:cBhvr>
                                        <p:cTn id="486" dur="500"/>
                                        <p:tgtEl>
                                          <p:spTgt spid="49"/>
                                        </p:tgtEl>
                                      </p:cBhvr>
                                    </p:animEffect>
                                    <p:set>
                                      <p:cBhvr>
                                        <p:cTn id="487" dur="1" fill="hold">
                                          <p:stCondLst>
                                            <p:cond delay="499"/>
                                          </p:stCondLst>
                                        </p:cTn>
                                        <p:tgtEl>
                                          <p:spTgt spid="49"/>
                                        </p:tgtEl>
                                        <p:attrNameLst>
                                          <p:attrName>style.visibility</p:attrName>
                                        </p:attrNameLst>
                                      </p:cBhvr>
                                      <p:to>
                                        <p:strVal val="hidden"/>
                                      </p:to>
                                    </p:set>
                                  </p:childTnLst>
                                </p:cTn>
                              </p:par>
                            </p:childTnLst>
                          </p:cTn>
                        </p:par>
                        <p:par>
                          <p:cTn id="488" fill="hold">
                            <p:stCondLst>
                              <p:cond delay="500"/>
                            </p:stCondLst>
                            <p:childTnLst>
                              <p:par>
                                <p:cTn id="489" presetID="10" presetClass="entr" presetSubtype="0" fill="hold" grpId="0" nodeType="afterEffect">
                                  <p:stCondLst>
                                    <p:cond delay="0"/>
                                  </p:stCondLst>
                                  <p:childTnLst>
                                    <p:set>
                                      <p:cBhvr>
                                        <p:cTn id="490" dur="1" fill="hold">
                                          <p:stCondLst>
                                            <p:cond delay="0"/>
                                          </p:stCondLst>
                                        </p:cTn>
                                        <p:tgtEl>
                                          <p:spTgt spid="137"/>
                                        </p:tgtEl>
                                        <p:attrNameLst>
                                          <p:attrName>style.visibility</p:attrName>
                                        </p:attrNameLst>
                                      </p:cBhvr>
                                      <p:to>
                                        <p:strVal val="visible"/>
                                      </p:to>
                                    </p:set>
                                    <p:animEffect transition="in" filter="fade">
                                      <p:cBhvr>
                                        <p:cTn id="491" dur="500"/>
                                        <p:tgtEl>
                                          <p:spTgt spid="137"/>
                                        </p:tgtEl>
                                      </p:cBhvr>
                                    </p:animEffect>
                                  </p:childTnLst>
                                </p:cTn>
                              </p:par>
                            </p:childTnLst>
                          </p:cTn>
                        </p:par>
                        <p:par>
                          <p:cTn id="492" fill="hold">
                            <p:stCondLst>
                              <p:cond delay="1000"/>
                            </p:stCondLst>
                            <p:childTnLst>
                              <p:par>
                                <p:cTn id="493" presetID="16" presetClass="exit" presetSubtype="37" fill="hold" grpId="0" nodeType="afterEffect">
                                  <p:stCondLst>
                                    <p:cond delay="0"/>
                                  </p:stCondLst>
                                  <p:childTnLst>
                                    <p:animEffect transition="out" filter="barn(outVertical)">
                                      <p:cBhvr>
                                        <p:cTn id="494" dur="750"/>
                                        <p:tgtEl>
                                          <p:spTgt spid="13"/>
                                        </p:tgtEl>
                                      </p:cBhvr>
                                    </p:animEffect>
                                    <p:set>
                                      <p:cBhvr>
                                        <p:cTn id="495" dur="1" fill="hold">
                                          <p:stCondLst>
                                            <p:cond delay="749"/>
                                          </p:stCondLst>
                                        </p:cTn>
                                        <p:tgtEl>
                                          <p:spTgt spid="13"/>
                                        </p:tgtEl>
                                        <p:attrNameLst>
                                          <p:attrName>style.visibility</p:attrName>
                                        </p:attrNameLst>
                                      </p:cBhvr>
                                      <p:to>
                                        <p:strVal val="hidden"/>
                                      </p:to>
                                    </p:set>
                                  </p:childTnLst>
                                </p:cTn>
                              </p:par>
                              <p:par>
                                <p:cTn id="496" presetID="47" presetClass="entr" presetSubtype="0" fill="hold" grpId="0" nodeType="withEffect">
                                  <p:stCondLst>
                                    <p:cond delay="0"/>
                                  </p:stCondLst>
                                  <p:childTnLst>
                                    <p:set>
                                      <p:cBhvr>
                                        <p:cTn id="497" dur="1" fill="hold">
                                          <p:stCondLst>
                                            <p:cond delay="0"/>
                                          </p:stCondLst>
                                        </p:cTn>
                                        <p:tgtEl>
                                          <p:spTgt spid="138"/>
                                        </p:tgtEl>
                                        <p:attrNameLst>
                                          <p:attrName>style.visibility</p:attrName>
                                        </p:attrNameLst>
                                      </p:cBhvr>
                                      <p:to>
                                        <p:strVal val="visible"/>
                                      </p:to>
                                    </p:set>
                                    <p:animEffect transition="in" filter="fade">
                                      <p:cBhvr>
                                        <p:cTn id="498" dur="1000"/>
                                        <p:tgtEl>
                                          <p:spTgt spid="138"/>
                                        </p:tgtEl>
                                      </p:cBhvr>
                                    </p:animEffect>
                                    <p:anim calcmode="lin" valueType="num">
                                      <p:cBhvr>
                                        <p:cTn id="499" dur="1000" fill="hold"/>
                                        <p:tgtEl>
                                          <p:spTgt spid="138"/>
                                        </p:tgtEl>
                                        <p:attrNameLst>
                                          <p:attrName>ppt_x</p:attrName>
                                        </p:attrNameLst>
                                      </p:cBhvr>
                                      <p:tavLst>
                                        <p:tav tm="0">
                                          <p:val>
                                            <p:strVal val="#ppt_x"/>
                                          </p:val>
                                        </p:tav>
                                        <p:tav tm="100000">
                                          <p:val>
                                            <p:strVal val="#ppt_x"/>
                                          </p:val>
                                        </p:tav>
                                      </p:tavLst>
                                    </p:anim>
                                    <p:anim calcmode="lin" valueType="num">
                                      <p:cBhvr>
                                        <p:cTn id="500" dur="1000" fill="hold"/>
                                        <p:tgtEl>
                                          <p:spTgt spid="138"/>
                                        </p:tgtEl>
                                        <p:attrNameLst>
                                          <p:attrName>ppt_y</p:attrName>
                                        </p:attrNameLst>
                                      </p:cBhvr>
                                      <p:tavLst>
                                        <p:tav tm="0">
                                          <p:val>
                                            <p:strVal val="#ppt_y-.1"/>
                                          </p:val>
                                        </p:tav>
                                        <p:tav tm="100000">
                                          <p:val>
                                            <p:strVal val="#ppt_y"/>
                                          </p:val>
                                        </p:tav>
                                      </p:tavLst>
                                    </p:anim>
                                  </p:childTnLst>
                                </p:cTn>
                              </p:par>
                            </p:childTnLst>
                          </p:cTn>
                        </p:par>
                        <p:par>
                          <p:cTn id="501" fill="hold">
                            <p:stCondLst>
                              <p:cond delay="2000"/>
                            </p:stCondLst>
                            <p:childTnLst>
                              <p:par>
                                <p:cTn id="502" presetID="22" presetClass="exit" presetSubtype="1" fill="hold" nodeType="afterEffect">
                                  <p:stCondLst>
                                    <p:cond delay="0"/>
                                  </p:stCondLst>
                                  <p:childTnLst>
                                    <p:animEffect transition="out" filter="wipe(up)">
                                      <p:cBhvr>
                                        <p:cTn id="503" dur="500"/>
                                        <p:tgtEl>
                                          <p:spTgt spid="93"/>
                                        </p:tgtEl>
                                      </p:cBhvr>
                                    </p:animEffect>
                                    <p:set>
                                      <p:cBhvr>
                                        <p:cTn id="504" dur="1" fill="hold">
                                          <p:stCondLst>
                                            <p:cond delay="499"/>
                                          </p:stCondLst>
                                        </p:cTn>
                                        <p:tgtEl>
                                          <p:spTgt spid="93"/>
                                        </p:tgtEl>
                                        <p:attrNameLst>
                                          <p:attrName>style.visibility</p:attrName>
                                        </p:attrNameLst>
                                      </p:cBhvr>
                                      <p:to>
                                        <p:strVal val="hidden"/>
                                      </p:to>
                                    </p:set>
                                  </p:childTnLst>
                                </p:cTn>
                              </p:par>
                            </p:childTnLst>
                          </p:cTn>
                        </p:par>
                        <p:par>
                          <p:cTn id="505" fill="hold">
                            <p:stCondLst>
                              <p:cond delay="2500"/>
                            </p:stCondLst>
                            <p:childTnLst>
                              <p:par>
                                <p:cTn id="506" presetID="22" presetClass="entr" presetSubtype="8" fill="hold" nodeType="afterEffect">
                                  <p:stCondLst>
                                    <p:cond delay="0"/>
                                  </p:stCondLst>
                                  <p:childTnLst>
                                    <p:set>
                                      <p:cBhvr>
                                        <p:cTn id="507" dur="1" fill="hold">
                                          <p:stCondLst>
                                            <p:cond delay="0"/>
                                          </p:stCondLst>
                                        </p:cTn>
                                        <p:tgtEl>
                                          <p:spTgt spid="129"/>
                                        </p:tgtEl>
                                        <p:attrNameLst>
                                          <p:attrName>style.visibility</p:attrName>
                                        </p:attrNameLst>
                                      </p:cBhvr>
                                      <p:to>
                                        <p:strVal val="visible"/>
                                      </p:to>
                                    </p:set>
                                    <p:animEffect transition="in" filter="wipe(left)">
                                      <p:cBhvr>
                                        <p:cTn id="508" dur="1000"/>
                                        <p:tgtEl>
                                          <p:spTgt spid="129"/>
                                        </p:tgtEl>
                                      </p:cBhvr>
                                    </p:animEffect>
                                  </p:childTnLst>
                                </p:cTn>
                              </p:par>
                            </p:childTnLst>
                          </p:cTn>
                        </p:par>
                      </p:childTnLst>
                    </p:cTn>
                  </p:par>
                  <p:par>
                    <p:cTn id="509" fill="hold">
                      <p:stCondLst>
                        <p:cond delay="indefinite"/>
                      </p:stCondLst>
                      <p:childTnLst>
                        <p:par>
                          <p:cTn id="510" fill="hold">
                            <p:stCondLst>
                              <p:cond delay="0"/>
                            </p:stCondLst>
                            <p:childTnLst>
                              <p:par>
                                <p:cTn id="511" presetID="35" presetClass="path" presetSubtype="0" accel="50000" decel="50000" fill="hold" grpId="2" nodeType="clickEffect">
                                  <p:stCondLst>
                                    <p:cond delay="0"/>
                                  </p:stCondLst>
                                  <p:childTnLst>
                                    <p:animMotion origin="layout" path="M -0.05964 0.00139 L -0.11953 0.00278 " pathEditMode="relative" rAng="0" ptsTypes="AA">
                                      <p:cBhvr>
                                        <p:cTn id="512" dur="1500" fill="hold"/>
                                        <p:tgtEl>
                                          <p:spTgt spid="89"/>
                                        </p:tgtEl>
                                        <p:attrNameLst>
                                          <p:attrName>ppt_x</p:attrName>
                                          <p:attrName>ppt_y</p:attrName>
                                        </p:attrNameLst>
                                      </p:cBhvr>
                                      <p:rCtr x="-2891" y="93"/>
                                    </p:animMotion>
                                  </p:childTnLst>
                                </p:cTn>
                              </p:par>
                              <p:par>
                                <p:cTn id="513" presetID="63" presetClass="path" presetSubtype="0" accel="50000" decel="50000" fill="hold" grpId="1" nodeType="withEffect">
                                  <p:stCondLst>
                                    <p:cond delay="500"/>
                                  </p:stCondLst>
                                  <p:childTnLst>
                                    <p:animMotion origin="layout" path="M -0.0595 -0.00023 L 5E-6 2.96296E-6 " pathEditMode="relative" rAng="0" ptsTypes="AA">
                                      <p:cBhvr>
                                        <p:cTn id="514" dur="1500" fill="hold"/>
                                        <p:tgtEl>
                                          <p:spTgt spid="87"/>
                                        </p:tgtEl>
                                        <p:attrNameLst>
                                          <p:attrName>ppt_x</p:attrName>
                                          <p:attrName>ppt_y</p:attrName>
                                        </p:attrNameLst>
                                      </p:cBhvr>
                                      <p:rCtr x="3021" y="116"/>
                                    </p:animMotion>
                                  </p:childTnLst>
                                </p:cTn>
                              </p:par>
                              <p:par>
                                <p:cTn id="515" presetID="35" presetClass="path" presetSubtype="0" accel="50000" decel="50000" fill="hold" grpId="1" nodeType="withEffect">
                                  <p:stCondLst>
                                    <p:cond delay="0"/>
                                  </p:stCondLst>
                                  <p:childTnLst>
                                    <p:animMotion origin="layout" path="M 0.06055 -0.00023 L -4.79167E-6 1.48148E-6 " pathEditMode="relative" rAng="0" ptsTypes="AA">
                                      <p:cBhvr>
                                        <p:cTn id="516" dur="1500" fill="hold"/>
                                        <p:tgtEl>
                                          <p:spTgt spid="81"/>
                                        </p:tgtEl>
                                        <p:attrNameLst>
                                          <p:attrName>ppt_x</p:attrName>
                                          <p:attrName>ppt_y</p:attrName>
                                        </p:attrNameLst>
                                      </p:cBhvr>
                                      <p:rCtr x="-2995" y="46"/>
                                    </p:animMotion>
                                  </p:childTnLst>
                                </p:cTn>
                              </p:par>
                              <p:par>
                                <p:cTn id="517" presetID="63" presetClass="path" presetSubtype="0" accel="50000" decel="50000" fill="hold" grpId="3" nodeType="withEffect">
                                  <p:stCondLst>
                                    <p:cond delay="500"/>
                                  </p:stCondLst>
                                  <p:childTnLst>
                                    <p:animMotion origin="layout" path="M 0.02955 0.00162 L 0.0901 0.00139 " pathEditMode="relative" rAng="0" ptsTypes="AA">
                                      <p:cBhvr>
                                        <p:cTn id="518" dur="1500" fill="hold"/>
                                        <p:tgtEl>
                                          <p:spTgt spid="80"/>
                                        </p:tgtEl>
                                        <p:attrNameLst>
                                          <p:attrName>ppt_x</p:attrName>
                                          <p:attrName>ppt_y</p:attrName>
                                        </p:attrNameLst>
                                      </p:cBhvr>
                                      <p:rCtr x="3112" y="-23"/>
                                    </p:animMotion>
                                  </p:childTnLst>
                                </p:cTn>
                              </p:par>
                            </p:childTnLst>
                          </p:cTn>
                        </p:par>
                        <p:par>
                          <p:cTn id="519" fill="hold">
                            <p:stCondLst>
                              <p:cond delay="2000"/>
                            </p:stCondLst>
                            <p:childTnLst>
                              <p:par>
                                <p:cTn id="520" presetID="22" presetClass="exit" presetSubtype="1" fill="hold" nodeType="afterEffect">
                                  <p:stCondLst>
                                    <p:cond delay="0"/>
                                  </p:stCondLst>
                                  <p:childTnLst>
                                    <p:animEffect transition="out" filter="wipe(up)">
                                      <p:cBhvr>
                                        <p:cTn id="521" dur="500"/>
                                        <p:tgtEl>
                                          <p:spTgt spid="129"/>
                                        </p:tgtEl>
                                      </p:cBhvr>
                                    </p:animEffect>
                                    <p:set>
                                      <p:cBhvr>
                                        <p:cTn id="522" dur="1" fill="hold">
                                          <p:stCondLst>
                                            <p:cond delay="499"/>
                                          </p:stCondLst>
                                        </p:cTn>
                                        <p:tgtEl>
                                          <p:spTgt spid="129"/>
                                        </p:tgtEl>
                                        <p:attrNameLst>
                                          <p:attrName>style.visibility</p:attrName>
                                        </p:attrNameLst>
                                      </p:cBhvr>
                                      <p:to>
                                        <p:strVal val="hidden"/>
                                      </p:to>
                                    </p:set>
                                  </p:childTnLst>
                                </p:cTn>
                              </p:par>
                            </p:childTnLst>
                          </p:cTn>
                        </p:par>
                        <p:par>
                          <p:cTn id="523" fill="hold">
                            <p:stCondLst>
                              <p:cond delay="2500"/>
                            </p:stCondLst>
                            <p:childTnLst>
                              <p:par>
                                <p:cTn id="524" presetID="22" presetClass="entr" presetSubtype="8" fill="hold" nodeType="afterEffect">
                                  <p:stCondLst>
                                    <p:cond delay="0"/>
                                  </p:stCondLst>
                                  <p:childTnLst>
                                    <p:set>
                                      <p:cBhvr>
                                        <p:cTn id="525" dur="1" fill="hold">
                                          <p:stCondLst>
                                            <p:cond delay="0"/>
                                          </p:stCondLst>
                                        </p:cTn>
                                        <p:tgtEl>
                                          <p:spTgt spid="11"/>
                                        </p:tgtEl>
                                        <p:attrNameLst>
                                          <p:attrName>style.visibility</p:attrName>
                                        </p:attrNameLst>
                                      </p:cBhvr>
                                      <p:to>
                                        <p:strVal val="visible"/>
                                      </p:to>
                                    </p:set>
                                    <p:animEffect transition="in" filter="wipe(left)">
                                      <p:cBhvr>
                                        <p:cTn id="526" dur="1000"/>
                                        <p:tgtEl>
                                          <p:spTgt spid="11"/>
                                        </p:tgtEl>
                                      </p:cBhvr>
                                    </p:animEffect>
                                  </p:childTnLst>
                                </p:cTn>
                              </p:par>
                            </p:childTnLst>
                          </p:cTn>
                        </p:par>
                      </p:childTnLst>
                    </p:cTn>
                  </p:par>
                  <p:par>
                    <p:cTn id="527" fill="hold">
                      <p:stCondLst>
                        <p:cond delay="indefinite"/>
                      </p:stCondLst>
                      <p:childTnLst>
                        <p:par>
                          <p:cTn id="528" fill="hold">
                            <p:stCondLst>
                              <p:cond delay="0"/>
                            </p:stCondLst>
                            <p:childTnLst>
                              <p:par>
                                <p:cTn id="529" presetID="16" presetClass="exit" presetSubtype="37" fill="hold" grpId="1" nodeType="clickEffect">
                                  <p:stCondLst>
                                    <p:cond delay="0"/>
                                  </p:stCondLst>
                                  <p:childTnLst>
                                    <p:animEffect transition="out" filter="barn(outVertical)">
                                      <p:cBhvr>
                                        <p:cTn id="530" dur="1000"/>
                                        <p:tgtEl>
                                          <p:spTgt spid="136"/>
                                        </p:tgtEl>
                                      </p:cBhvr>
                                    </p:animEffect>
                                    <p:set>
                                      <p:cBhvr>
                                        <p:cTn id="531" dur="1" fill="hold">
                                          <p:stCondLst>
                                            <p:cond delay="999"/>
                                          </p:stCondLst>
                                        </p:cTn>
                                        <p:tgtEl>
                                          <p:spTgt spid="136"/>
                                        </p:tgtEl>
                                        <p:attrNameLst>
                                          <p:attrName>style.visibility</p:attrName>
                                        </p:attrNameLst>
                                      </p:cBhvr>
                                      <p:to>
                                        <p:strVal val="hidden"/>
                                      </p:to>
                                    </p:set>
                                  </p:childTnLst>
                                </p:cTn>
                              </p:par>
                            </p:childTnLst>
                          </p:cTn>
                        </p:par>
                        <p:par>
                          <p:cTn id="532" fill="hold">
                            <p:stCondLst>
                              <p:cond delay="1000"/>
                            </p:stCondLst>
                            <p:childTnLst>
                              <p:par>
                                <p:cTn id="533" presetID="10" presetClass="entr" presetSubtype="0" fill="hold" grpId="0" nodeType="afterEffect">
                                  <p:stCondLst>
                                    <p:cond delay="0"/>
                                  </p:stCondLst>
                                  <p:childTnLst>
                                    <p:set>
                                      <p:cBhvr>
                                        <p:cTn id="534" dur="1" fill="hold">
                                          <p:stCondLst>
                                            <p:cond delay="0"/>
                                          </p:stCondLst>
                                        </p:cTn>
                                        <p:tgtEl>
                                          <p:spTgt spid="139"/>
                                        </p:tgtEl>
                                        <p:attrNameLst>
                                          <p:attrName>style.visibility</p:attrName>
                                        </p:attrNameLst>
                                      </p:cBhvr>
                                      <p:to>
                                        <p:strVal val="visible"/>
                                      </p:to>
                                    </p:set>
                                    <p:animEffect transition="in" filter="fade">
                                      <p:cBhvr>
                                        <p:cTn id="535" dur="500"/>
                                        <p:tgtEl>
                                          <p:spTgt spid="139"/>
                                        </p:tgtEl>
                                      </p:cBhvr>
                                    </p:animEffect>
                                  </p:childTnLst>
                                </p:cTn>
                              </p:par>
                            </p:childTnLst>
                          </p:cTn>
                        </p:par>
                        <p:par>
                          <p:cTn id="536" fill="hold">
                            <p:stCondLst>
                              <p:cond delay="1500"/>
                            </p:stCondLst>
                            <p:childTnLst>
                              <p:par>
                                <p:cTn id="537" presetID="32" presetClass="emph" presetSubtype="0" fill="hold" nodeType="afterEffect">
                                  <p:stCondLst>
                                    <p:cond delay="0"/>
                                  </p:stCondLst>
                                  <p:childTnLst>
                                    <p:animRot by="120000">
                                      <p:cBhvr>
                                        <p:cTn id="538" dur="100" fill="hold">
                                          <p:stCondLst>
                                            <p:cond delay="0"/>
                                          </p:stCondLst>
                                        </p:cTn>
                                        <p:tgtEl>
                                          <p:spTgt spid="11"/>
                                        </p:tgtEl>
                                        <p:attrNameLst>
                                          <p:attrName>r</p:attrName>
                                        </p:attrNameLst>
                                      </p:cBhvr>
                                    </p:animRot>
                                    <p:animRot by="-240000">
                                      <p:cBhvr>
                                        <p:cTn id="539" dur="200" fill="hold">
                                          <p:stCondLst>
                                            <p:cond delay="200"/>
                                          </p:stCondLst>
                                        </p:cTn>
                                        <p:tgtEl>
                                          <p:spTgt spid="11"/>
                                        </p:tgtEl>
                                        <p:attrNameLst>
                                          <p:attrName>r</p:attrName>
                                        </p:attrNameLst>
                                      </p:cBhvr>
                                    </p:animRot>
                                    <p:animRot by="240000">
                                      <p:cBhvr>
                                        <p:cTn id="540" dur="200" fill="hold">
                                          <p:stCondLst>
                                            <p:cond delay="400"/>
                                          </p:stCondLst>
                                        </p:cTn>
                                        <p:tgtEl>
                                          <p:spTgt spid="11"/>
                                        </p:tgtEl>
                                        <p:attrNameLst>
                                          <p:attrName>r</p:attrName>
                                        </p:attrNameLst>
                                      </p:cBhvr>
                                    </p:animRot>
                                    <p:animRot by="-240000">
                                      <p:cBhvr>
                                        <p:cTn id="541" dur="200" fill="hold">
                                          <p:stCondLst>
                                            <p:cond delay="600"/>
                                          </p:stCondLst>
                                        </p:cTn>
                                        <p:tgtEl>
                                          <p:spTgt spid="11"/>
                                        </p:tgtEl>
                                        <p:attrNameLst>
                                          <p:attrName>r</p:attrName>
                                        </p:attrNameLst>
                                      </p:cBhvr>
                                    </p:animRot>
                                    <p:animRot by="120000">
                                      <p:cBhvr>
                                        <p:cTn id="542" dur="200" fill="hold">
                                          <p:stCondLst>
                                            <p:cond delay="800"/>
                                          </p:stCondLst>
                                        </p:cTn>
                                        <p:tgtEl>
                                          <p:spTgt spid="11"/>
                                        </p:tgtEl>
                                        <p:attrNameLst>
                                          <p:attrName>r</p:attrName>
                                        </p:attrNameLst>
                                      </p:cBhvr>
                                    </p:animRot>
                                  </p:childTnLst>
                                </p:cTn>
                              </p:par>
                            </p:childTnLst>
                          </p:cTn>
                        </p:par>
                        <p:par>
                          <p:cTn id="543" fill="hold">
                            <p:stCondLst>
                              <p:cond delay="2500"/>
                            </p:stCondLst>
                            <p:childTnLst>
                              <p:par>
                                <p:cTn id="544" presetID="22" presetClass="exit" presetSubtype="1" fill="hold" nodeType="afterEffect">
                                  <p:stCondLst>
                                    <p:cond delay="0"/>
                                  </p:stCondLst>
                                  <p:childTnLst>
                                    <p:animEffect transition="out" filter="wipe(up)">
                                      <p:cBhvr>
                                        <p:cTn id="545" dur="500"/>
                                        <p:tgtEl>
                                          <p:spTgt spid="11"/>
                                        </p:tgtEl>
                                      </p:cBhvr>
                                    </p:animEffect>
                                    <p:set>
                                      <p:cBhvr>
                                        <p:cTn id="546" dur="1" fill="hold">
                                          <p:stCondLst>
                                            <p:cond delay="499"/>
                                          </p:stCondLst>
                                        </p:cTn>
                                        <p:tgtEl>
                                          <p:spTgt spid="11"/>
                                        </p:tgtEl>
                                        <p:attrNameLst>
                                          <p:attrName>style.visibility</p:attrName>
                                        </p:attrNameLst>
                                      </p:cBhvr>
                                      <p:to>
                                        <p:strVal val="hidden"/>
                                      </p:to>
                                    </p:set>
                                  </p:childTnLst>
                                </p:cTn>
                              </p:par>
                            </p:childTnLst>
                          </p:cTn>
                        </p:par>
                        <p:par>
                          <p:cTn id="547" fill="hold">
                            <p:stCondLst>
                              <p:cond delay="3000"/>
                            </p:stCondLst>
                            <p:childTnLst>
                              <p:par>
                                <p:cTn id="548" presetID="22" presetClass="entr" presetSubtype="8" fill="hold" nodeType="afterEffect">
                                  <p:stCondLst>
                                    <p:cond delay="0"/>
                                  </p:stCondLst>
                                  <p:childTnLst>
                                    <p:set>
                                      <p:cBhvr>
                                        <p:cTn id="549" dur="1" fill="hold">
                                          <p:stCondLst>
                                            <p:cond delay="0"/>
                                          </p:stCondLst>
                                        </p:cTn>
                                        <p:tgtEl>
                                          <p:spTgt spid="128"/>
                                        </p:tgtEl>
                                        <p:attrNameLst>
                                          <p:attrName>style.visibility</p:attrName>
                                        </p:attrNameLst>
                                      </p:cBhvr>
                                      <p:to>
                                        <p:strVal val="visible"/>
                                      </p:to>
                                    </p:set>
                                    <p:animEffect transition="in" filter="wipe(left)">
                                      <p:cBhvr>
                                        <p:cTn id="550" dur="1000"/>
                                        <p:tgtEl>
                                          <p:spTgt spid="128"/>
                                        </p:tgtEl>
                                      </p:cBhvr>
                                    </p:animEffect>
                                  </p:childTnLst>
                                </p:cTn>
                              </p:par>
                            </p:childTnLst>
                          </p:cTn>
                        </p:par>
                      </p:childTnLst>
                    </p:cTn>
                  </p:par>
                  <p:par>
                    <p:cTn id="551" fill="hold">
                      <p:stCondLst>
                        <p:cond delay="indefinite"/>
                      </p:stCondLst>
                      <p:childTnLst>
                        <p:par>
                          <p:cTn id="552" fill="hold">
                            <p:stCondLst>
                              <p:cond delay="0"/>
                            </p:stCondLst>
                            <p:childTnLst>
                              <p:par>
                                <p:cTn id="553" presetID="16" presetClass="exit" presetSubtype="37" fill="hold" grpId="1" nodeType="clickEffect">
                                  <p:stCondLst>
                                    <p:cond delay="0"/>
                                  </p:stCondLst>
                                  <p:childTnLst>
                                    <p:animEffect transition="out" filter="barn(outVertical)">
                                      <p:cBhvr>
                                        <p:cTn id="554" dur="500"/>
                                        <p:tgtEl>
                                          <p:spTgt spid="130"/>
                                        </p:tgtEl>
                                      </p:cBhvr>
                                    </p:animEffect>
                                    <p:set>
                                      <p:cBhvr>
                                        <p:cTn id="555" dur="1" fill="hold">
                                          <p:stCondLst>
                                            <p:cond delay="499"/>
                                          </p:stCondLst>
                                        </p:cTn>
                                        <p:tgtEl>
                                          <p:spTgt spid="130"/>
                                        </p:tgtEl>
                                        <p:attrNameLst>
                                          <p:attrName>style.visibility</p:attrName>
                                        </p:attrNameLst>
                                      </p:cBhvr>
                                      <p:to>
                                        <p:strVal val="hidden"/>
                                      </p:to>
                                    </p:set>
                                  </p:childTnLst>
                                </p:cTn>
                              </p:par>
                            </p:childTnLst>
                          </p:cTn>
                        </p:par>
                        <p:par>
                          <p:cTn id="556" fill="hold">
                            <p:stCondLst>
                              <p:cond delay="500"/>
                            </p:stCondLst>
                            <p:childTnLst>
                              <p:par>
                                <p:cTn id="557" presetID="42" presetClass="entr" presetSubtype="0" fill="hold" grpId="0" nodeType="afterEffect">
                                  <p:stCondLst>
                                    <p:cond delay="0"/>
                                  </p:stCondLst>
                                  <p:childTnLst>
                                    <p:set>
                                      <p:cBhvr>
                                        <p:cTn id="558" dur="1" fill="hold">
                                          <p:stCondLst>
                                            <p:cond delay="0"/>
                                          </p:stCondLst>
                                        </p:cTn>
                                        <p:tgtEl>
                                          <p:spTgt spid="140"/>
                                        </p:tgtEl>
                                        <p:attrNameLst>
                                          <p:attrName>style.visibility</p:attrName>
                                        </p:attrNameLst>
                                      </p:cBhvr>
                                      <p:to>
                                        <p:strVal val="visible"/>
                                      </p:to>
                                    </p:set>
                                    <p:animEffect transition="in" filter="fade">
                                      <p:cBhvr>
                                        <p:cTn id="559" dur="1000"/>
                                        <p:tgtEl>
                                          <p:spTgt spid="140"/>
                                        </p:tgtEl>
                                      </p:cBhvr>
                                    </p:animEffect>
                                    <p:anim calcmode="lin" valueType="num">
                                      <p:cBhvr>
                                        <p:cTn id="560" dur="1000" fill="hold"/>
                                        <p:tgtEl>
                                          <p:spTgt spid="140"/>
                                        </p:tgtEl>
                                        <p:attrNameLst>
                                          <p:attrName>ppt_x</p:attrName>
                                        </p:attrNameLst>
                                      </p:cBhvr>
                                      <p:tavLst>
                                        <p:tav tm="0">
                                          <p:val>
                                            <p:strVal val="#ppt_x"/>
                                          </p:val>
                                        </p:tav>
                                        <p:tav tm="100000">
                                          <p:val>
                                            <p:strVal val="#ppt_x"/>
                                          </p:val>
                                        </p:tav>
                                      </p:tavLst>
                                    </p:anim>
                                    <p:anim calcmode="lin" valueType="num">
                                      <p:cBhvr>
                                        <p:cTn id="561" dur="1000" fill="hold"/>
                                        <p:tgtEl>
                                          <p:spTgt spid="140"/>
                                        </p:tgtEl>
                                        <p:attrNameLst>
                                          <p:attrName>ppt_y</p:attrName>
                                        </p:attrNameLst>
                                      </p:cBhvr>
                                      <p:tavLst>
                                        <p:tav tm="0">
                                          <p:val>
                                            <p:strVal val="#ppt_y+.1"/>
                                          </p:val>
                                        </p:tav>
                                        <p:tav tm="100000">
                                          <p:val>
                                            <p:strVal val="#ppt_y"/>
                                          </p:val>
                                        </p:tav>
                                      </p:tavLst>
                                    </p:anim>
                                  </p:childTnLst>
                                </p:cTn>
                              </p:par>
                            </p:childTnLst>
                          </p:cTn>
                        </p:par>
                        <p:par>
                          <p:cTn id="562" fill="hold">
                            <p:stCondLst>
                              <p:cond delay="1500"/>
                            </p:stCondLst>
                            <p:childTnLst>
                              <p:par>
                                <p:cTn id="563" presetID="22" presetClass="exit" presetSubtype="1" fill="hold" nodeType="afterEffect">
                                  <p:stCondLst>
                                    <p:cond delay="0"/>
                                  </p:stCondLst>
                                  <p:childTnLst>
                                    <p:animEffect transition="out" filter="wipe(up)">
                                      <p:cBhvr>
                                        <p:cTn id="564" dur="500"/>
                                        <p:tgtEl>
                                          <p:spTgt spid="128"/>
                                        </p:tgtEl>
                                      </p:cBhvr>
                                    </p:animEffect>
                                    <p:set>
                                      <p:cBhvr>
                                        <p:cTn id="565" dur="1" fill="hold">
                                          <p:stCondLst>
                                            <p:cond delay="499"/>
                                          </p:stCondLst>
                                        </p:cTn>
                                        <p:tgtEl>
                                          <p:spTgt spid="128"/>
                                        </p:tgtEl>
                                        <p:attrNameLst>
                                          <p:attrName>style.visibility</p:attrName>
                                        </p:attrNameLst>
                                      </p:cBhvr>
                                      <p:to>
                                        <p:strVal val="hidden"/>
                                      </p:to>
                                    </p:set>
                                  </p:childTnLst>
                                </p:cTn>
                              </p:par>
                            </p:childTnLst>
                          </p:cTn>
                        </p:par>
                        <p:par>
                          <p:cTn id="566" fill="hold">
                            <p:stCondLst>
                              <p:cond delay="2000"/>
                            </p:stCondLst>
                            <p:childTnLst>
                              <p:par>
                                <p:cTn id="567" presetID="22" presetClass="entr" presetSubtype="8" fill="hold" nodeType="afterEffect">
                                  <p:stCondLst>
                                    <p:cond delay="0"/>
                                  </p:stCondLst>
                                  <p:childTnLst>
                                    <p:set>
                                      <p:cBhvr>
                                        <p:cTn id="568" dur="1" fill="hold">
                                          <p:stCondLst>
                                            <p:cond delay="0"/>
                                          </p:stCondLst>
                                        </p:cTn>
                                        <p:tgtEl>
                                          <p:spTgt spid="131"/>
                                        </p:tgtEl>
                                        <p:attrNameLst>
                                          <p:attrName>style.visibility</p:attrName>
                                        </p:attrNameLst>
                                      </p:cBhvr>
                                      <p:to>
                                        <p:strVal val="visible"/>
                                      </p:to>
                                    </p:set>
                                    <p:animEffect transition="in" filter="wipe(left)">
                                      <p:cBhvr>
                                        <p:cTn id="569" dur="1000"/>
                                        <p:tgtEl>
                                          <p:spTgt spid="131"/>
                                        </p:tgtEl>
                                      </p:cBhvr>
                                    </p:animEffect>
                                  </p:childTnLst>
                                </p:cTn>
                              </p:par>
                            </p:childTnLst>
                          </p:cTn>
                        </p:par>
                      </p:childTnLst>
                    </p:cTn>
                  </p:par>
                  <p:par>
                    <p:cTn id="570" fill="hold">
                      <p:stCondLst>
                        <p:cond delay="indefinite"/>
                      </p:stCondLst>
                      <p:childTnLst>
                        <p:par>
                          <p:cTn id="571" fill="hold">
                            <p:stCondLst>
                              <p:cond delay="0"/>
                            </p:stCondLst>
                            <p:childTnLst>
                              <p:par>
                                <p:cTn id="572" presetID="31" presetClass="entr" presetSubtype="0" fill="hold" grpId="0" nodeType="clickEffect">
                                  <p:stCondLst>
                                    <p:cond delay="0"/>
                                  </p:stCondLst>
                                  <p:childTnLst>
                                    <p:set>
                                      <p:cBhvr>
                                        <p:cTn id="573" dur="1" fill="hold">
                                          <p:stCondLst>
                                            <p:cond delay="0"/>
                                          </p:stCondLst>
                                        </p:cTn>
                                        <p:tgtEl>
                                          <p:spTgt spid="141"/>
                                        </p:tgtEl>
                                        <p:attrNameLst>
                                          <p:attrName>style.visibility</p:attrName>
                                        </p:attrNameLst>
                                      </p:cBhvr>
                                      <p:to>
                                        <p:strVal val="visible"/>
                                      </p:to>
                                    </p:set>
                                    <p:anim calcmode="lin" valueType="num">
                                      <p:cBhvr>
                                        <p:cTn id="574" dur="1000" fill="hold"/>
                                        <p:tgtEl>
                                          <p:spTgt spid="141"/>
                                        </p:tgtEl>
                                        <p:attrNameLst>
                                          <p:attrName>ppt_w</p:attrName>
                                        </p:attrNameLst>
                                      </p:cBhvr>
                                      <p:tavLst>
                                        <p:tav tm="0">
                                          <p:val>
                                            <p:fltVal val="0"/>
                                          </p:val>
                                        </p:tav>
                                        <p:tav tm="100000">
                                          <p:val>
                                            <p:strVal val="#ppt_w"/>
                                          </p:val>
                                        </p:tav>
                                      </p:tavLst>
                                    </p:anim>
                                    <p:anim calcmode="lin" valueType="num">
                                      <p:cBhvr>
                                        <p:cTn id="575" dur="1000" fill="hold"/>
                                        <p:tgtEl>
                                          <p:spTgt spid="141"/>
                                        </p:tgtEl>
                                        <p:attrNameLst>
                                          <p:attrName>ppt_h</p:attrName>
                                        </p:attrNameLst>
                                      </p:cBhvr>
                                      <p:tavLst>
                                        <p:tav tm="0">
                                          <p:val>
                                            <p:fltVal val="0"/>
                                          </p:val>
                                        </p:tav>
                                        <p:tav tm="100000">
                                          <p:val>
                                            <p:strVal val="#ppt_h"/>
                                          </p:val>
                                        </p:tav>
                                      </p:tavLst>
                                    </p:anim>
                                    <p:anim calcmode="lin" valueType="num">
                                      <p:cBhvr>
                                        <p:cTn id="576" dur="1000" fill="hold"/>
                                        <p:tgtEl>
                                          <p:spTgt spid="141"/>
                                        </p:tgtEl>
                                        <p:attrNameLst>
                                          <p:attrName>style.rotation</p:attrName>
                                        </p:attrNameLst>
                                      </p:cBhvr>
                                      <p:tavLst>
                                        <p:tav tm="0">
                                          <p:val>
                                            <p:fltVal val="90"/>
                                          </p:val>
                                        </p:tav>
                                        <p:tav tm="100000">
                                          <p:val>
                                            <p:fltVal val="0"/>
                                          </p:val>
                                        </p:tav>
                                      </p:tavLst>
                                    </p:anim>
                                    <p:animEffect transition="in" filter="fade">
                                      <p:cBhvr>
                                        <p:cTn id="577" dur="1000"/>
                                        <p:tgtEl>
                                          <p:spTgt spid="141"/>
                                        </p:tgtEl>
                                      </p:cBhvr>
                                    </p:animEffect>
                                  </p:childTnLst>
                                </p:cTn>
                              </p:par>
                            </p:childTnLst>
                          </p:cTn>
                        </p:par>
                        <p:par>
                          <p:cTn id="578" fill="hold">
                            <p:stCondLst>
                              <p:cond delay="1000"/>
                            </p:stCondLst>
                            <p:childTnLst>
                              <p:par>
                                <p:cTn id="579" presetID="63" presetClass="path" presetSubtype="0" accel="50000" decel="50000" fill="hold" grpId="1" nodeType="afterEffect">
                                  <p:stCondLst>
                                    <p:cond delay="0"/>
                                  </p:stCondLst>
                                  <p:childTnLst>
                                    <p:animMotion origin="layout" path="M 3.125E-6 2.96296E-6 L 0.1556 -0.12477 " pathEditMode="relative" rAng="0" ptsTypes="AA">
                                      <p:cBhvr>
                                        <p:cTn id="580" dur="1500" fill="hold"/>
                                        <p:tgtEl>
                                          <p:spTgt spid="141"/>
                                        </p:tgtEl>
                                        <p:attrNameLst>
                                          <p:attrName>ppt_x</p:attrName>
                                          <p:attrName>ppt_y</p:attrName>
                                        </p:attrNameLst>
                                      </p:cBhvr>
                                      <p:rCtr x="7773" y="-6250"/>
                                    </p:animMotion>
                                  </p:childTnLst>
                                </p:cTn>
                              </p:par>
                              <p:par>
                                <p:cTn id="581" presetID="16" presetClass="exit" presetSubtype="37" fill="hold" grpId="2" nodeType="withEffect">
                                  <p:stCondLst>
                                    <p:cond delay="250"/>
                                  </p:stCondLst>
                                  <p:childTnLst>
                                    <p:animEffect transition="out" filter="barn(outVertical)">
                                      <p:cBhvr>
                                        <p:cTn id="582" dur="750"/>
                                        <p:tgtEl>
                                          <p:spTgt spid="10"/>
                                        </p:tgtEl>
                                      </p:cBhvr>
                                    </p:animEffect>
                                    <p:set>
                                      <p:cBhvr>
                                        <p:cTn id="583" dur="1" fill="hold">
                                          <p:stCondLst>
                                            <p:cond delay="749"/>
                                          </p:stCondLst>
                                        </p:cTn>
                                        <p:tgtEl>
                                          <p:spTgt spid="10"/>
                                        </p:tgtEl>
                                        <p:attrNameLst>
                                          <p:attrName>style.visibility</p:attrName>
                                        </p:attrNameLst>
                                      </p:cBhvr>
                                      <p:to>
                                        <p:strVal val="hidden"/>
                                      </p:to>
                                    </p:set>
                                  </p:childTnLst>
                                </p:cTn>
                              </p:par>
                              <p:par>
                                <p:cTn id="584" presetID="7" presetClass="emph" presetSubtype="2" fill="hold" nodeType="withEffect">
                                  <p:stCondLst>
                                    <p:cond delay="250"/>
                                  </p:stCondLst>
                                  <p:childTnLst>
                                    <p:animClr clrSpc="rgb" dir="cw">
                                      <p:cBhvr>
                                        <p:cTn id="585" dur="750" fill="hold"/>
                                        <p:tgtEl>
                                          <p:spTgt spid="65"/>
                                        </p:tgtEl>
                                        <p:attrNameLst>
                                          <p:attrName>stroke.color</p:attrName>
                                        </p:attrNameLst>
                                      </p:cBhvr>
                                      <p:to>
                                        <a:srgbClr val="C00000"/>
                                      </p:to>
                                    </p:animClr>
                                    <p:set>
                                      <p:cBhvr>
                                        <p:cTn id="586" dur="750" fill="hold"/>
                                        <p:tgtEl>
                                          <p:spTgt spid="65"/>
                                        </p:tgtEl>
                                        <p:attrNameLst>
                                          <p:attrName>stroke.on</p:attrName>
                                        </p:attrNameLst>
                                      </p:cBhvr>
                                      <p:to>
                                        <p:strVal val="true"/>
                                      </p:to>
                                    </p:set>
                                  </p:childTnLst>
                                </p:cTn>
                              </p:par>
                            </p:childTnLst>
                          </p:cTn>
                        </p:par>
                        <p:par>
                          <p:cTn id="587" fill="hold">
                            <p:stCondLst>
                              <p:cond delay="2500"/>
                            </p:stCondLst>
                            <p:childTnLst>
                              <p:par>
                                <p:cTn id="588" presetID="35" presetClass="path" presetSubtype="0" accel="50000" decel="50000" fill="hold" grpId="0" nodeType="afterEffect">
                                  <p:stCondLst>
                                    <p:cond delay="0"/>
                                  </p:stCondLst>
                                  <p:childTnLst>
                                    <p:animMotion origin="layout" path="M -6.25E-7 7.40741E-7 L -0.08997 0.00232 " pathEditMode="relative" rAng="0" ptsTypes="AA">
                                      <p:cBhvr>
                                        <p:cTn id="589" dur="1500" fill="hold"/>
                                        <p:tgtEl>
                                          <p:spTgt spid="88"/>
                                        </p:tgtEl>
                                        <p:attrNameLst>
                                          <p:attrName>ppt_x</p:attrName>
                                          <p:attrName>ppt_y</p:attrName>
                                        </p:attrNameLst>
                                      </p:cBhvr>
                                      <p:rCtr x="-4531" y="139"/>
                                    </p:animMotion>
                                  </p:childTnLst>
                                </p:cTn>
                              </p:par>
                              <p:par>
                                <p:cTn id="590" presetID="63" presetClass="path" presetSubtype="0" accel="50000" decel="50000" fill="hold" grpId="3" nodeType="withEffect">
                                  <p:stCondLst>
                                    <p:cond delay="500"/>
                                  </p:stCondLst>
                                  <p:childTnLst>
                                    <p:animMotion origin="layout" path="M -0.11862 0.00092 L -0.02917 0.00023 " pathEditMode="relative" rAng="0" ptsTypes="AA">
                                      <p:cBhvr>
                                        <p:cTn id="591" dur="1500" fill="hold"/>
                                        <p:tgtEl>
                                          <p:spTgt spid="89"/>
                                        </p:tgtEl>
                                        <p:attrNameLst>
                                          <p:attrName>ppt_x</p:attrName>
                                          <p:attrName>ppt_y</p:attrName>
                                        </p:attrNameLst>
                                      </p:cBhvr>
                                      <p:rCtr x="4466" y="-46"/>
                                    </p:animMotion>
                                  </p:childTnLst>
                                </p:cTn>
                              </p:par>
                            </p:childTnLst>
                          </p:cTn>
                        </p:par>
                        <p:par>
                          <p:cTn id="592" fill="hold">
                            <p:stCondLst>
                              <p:cond delay="4500"/>
                            </p:stCondLst>
                            <p:childTnLst>
                              <p:par>
                                <p:cTn id="593" presetID="3" presetClass="emph" presetSubtype="2" fill="hold" grpId="4" nodeType="afterEffect">
                                  <p:stCondLst>
                                    <p:cond delay="0"/>
                                  </p:stCondLst>
                                  <p:childTnLst>
                                    <p:animClr clrSpc="rgb" dir="cw">
                                      <p:cBhvr override="childStyle">
                                        <p:cTn id="594" dur="750" fill="hold"/>
                                        <p:tgtEl>
                                          <p:spTgt spid="89"/>
                                        </p:tgtEl>
                                        <p:attrNameLst>
                                          <p:attrName>style.color</p:attrName>
                                        </p:attrNameLst>
                                      </p:cBhvr>
                                      <p:to>
                                        <a:schemeClr val="accent2"/>
                                      </p:to>
                                    </p:animClr>
                                  </p:childTnLst>
                                </p:cTn>
                              </p:par>
                              <p:par>
                                <p:cTn id="595" presetID="35" presetClass="path" presetSubtype="0" accel="50000" decel="50000" fill="hold" grpId="4" nodeType="withEffect">
                                  <p:stCondLst>
                                    <p:cond delay="0"/>
                                  </p:stCondLst>
                                  <p:childTnLst>
                                    <p:animMotion origin="layout" path="M 0.0901 0.00139 L 0.06042 0.00139 " pathEditMode="relative" rAng="0" ptsTypes="AA">
                                      <p:cBhvr>
                                        <p:cTn id="596" dur="1500" fill="hold"/>
                                        <p:tgtEl>
                                          <p:spTgt spid="80"/>
                                        </p:tgtEl>
                                        <p:attrNameLst>
                                          <p:attrName>ppt_x</p:attrName>
                                          <p:attrName>ppt_y</p:attrName>
                                        </p:attrNameLst>
                                      </p:cBhvr>
                                      <p:rCtr x="-1419" y="69"/>
                                    </p:animMotion>
                                  </p:childTnLst>
                                </p:cTn>
                              </p:par>
                              <p:par>
                                <p:cTn id="597" presetID="63" presetClass="path" presetSubtype="0" accel="50000" decel="50000" fill="hold" grpId="0" nodeType="withEffect">
                                  <p:stCondLst>
                                    <p:cond delay="500"/>
                                  </p:stCondLst>
                                  <p:childTnLst>
                                    <p:animMotion origin="layout" path="M -3.125E-6 -2.59259E-6 L 0.02969 -1.48148E-6 " pathEditMode="relative" rAng="0" ptsTypes="AA">
                                      <p:cBhvr>
                                        <p:cTn id="598" dur="1500" fill="hold"/>
                                        <p:tgtEl>
                                          <p:spTgt spid="82"/>
                                        </p:tgtEl>
                                        <p:attrNameLst>
                                          <p:attrName>ppt_x</p:attrName>
                                          <p:attrName>ppt_y</p:attrName>
                                        </p:attrNameLst>
                                      </p:cBhvr>
                                      <p:rCtr x="1380" y="69"/>
                                    </p:animMotion>
                                  </p:childTnLst>
                                </p:cTn>
                              </p:par>
                            </p:childTnLst>
                          </p:cTn>
                        </p:par>
                        <p:par>
                          <p:cTn id="599" fill="hold">
                            <p:stCondLst>
                              <p:cond delay="6500"/>
                            </p:stCondLst>
                            <p:childTnLst>
                              <p:par>
                                <p:cTn id="600" presetID="3" presetClass="emph" presetSubtype="2" fill="hold" grpId="1" nodeType="afterEffect">
                                  <p:stCondLst>
                                    <p:cond delay="0"/>
                                  </p:stCondLst>
                                  <p:childTnLst>
                                    <p:animClr clrSpc="rgb" dir="cw">
                                      <p:cBhvr override="childStyle">
                                        <p:cTn id="601" dur="500" fill="hold"/>
                                        <p:tgtEl>
                                          <p:spTgt spid="82"/>
                                        </p:tgtEl>
                                        <p:attrNameLst>
                                          <p:attrName>style.color</p:attrName>
                                        </p:attrNameLst>
                                      </p:cBhvr>
                                      <p:to>
                                        <a:schemeClr val="accent2"/>
                                      </p:to>
                                    </p:animClr>
                                  </p:childTnLst>
                                </p:cTn>
                              </p:par>
                            </p:childTnLst>
                          </p:cTn>
                        </p:par>
                        <p:par>
                          <p:cTn id="602" fill="hold">
                            <p:stCondLst>
                              <p:cond delay="7000"/>
                            </p:stCondLst>
                            <p:childTnLst>
                              <p:par>
                                <p:cTn id="603" presetID="22" presetClass="exit" presetSubtype="1" fill="hold" nodeType="afterEffect">
                                  <p:stCondLst>
                                    <p:cond delay="0"/>
                                  </p:stCondLst>
                                  <p:childTnLst>
                                    <p:animEffect transition="out" filter="wipe(up)">
                                      <p:cBhvr>
                                        <p:cTn id="604" dur="500"/>
                                        <p:tgtEl>
                                          <p:spTgt spid="131"/>
                                        </p:tgtEl>
                                      </p:cBhvr>
                                    </p:animEffect>
                                    <p:set>
                                      <p:cBhvr>
                                        <p:cTn id="605" dur="1" fill="hold">
                                          <p:stCondLst>
                                            <p:cond delay="499"/>
                                          </p:stCondLst>
                                        </p:cTn>
                                        <p:tgtEl>
                                          <p:spTgt spid="131"/>
                                        </p:tgtEl>
                                        <p:attrNameLst>
                                          <p:attrName>style.visibility</p:attrName>
                                        </p:attrNameLst>
                                      </p:cBhvr>
                                      <p:to>
                                        <p:strVal val="hidden"/>
                                      </p:to>
                                    </p:set>
                                  </p:childTnLst>
                                </p:cTn>
                              </p:par>
                            </p:childTnLst>
                          </p:cTn>
                        </p:par>
                        <p:par>
                          <p:cTn id="606" fill="hold">
                            <p:stCondLst>
                              <p:cond delay="7500"/>
                            </p:stCondLst>
                            <p:childTnLst>
                              <p:par>
                                <p:cTn id="607" presetID="21" presetClass="entr" presetSubtype="8" fill="hold" grpId="2" nodeType="afterEffect">
                                  <p:stCondLst>
                                    <p:cond delay="0"/>
                                  </p:stCondLst>
                                  <p:childTnLst>
                                    <p:set>
                                      <p:cBhvr>
                                        <p:cTn id="608" dur="1" fill="hold">
                                          <p:stCondLst>
                                            <p:cond delay="0"/>
                                          </p:stCondLst>
                                        </p:cTn>
                                        <p:tgtEl>
                                          <p:spTgt spid="63"/>
                                        </p:tgtEl>
                                        <p:attrNameLst>
                                          <p:attrName>style.visibility</p:attrName>
                                        </p:attrNameLst>
                                      </p:cBhvr>
                                      <p:to>
                                        <p:strVal val="visible"/>
                                      </p:to>
                                    </p:set>
                                    <p:animEffect transition="in" filter="wheel(8)">
                                      <p:cBhvr>
                                        <p:cTn id="609" dur="1500"/>
                                        <p:tgtEl>
                                          <p:spTgt spid="63"/>
                                        </p:tgtEl>
                                      </p:cBhvr>
                                    </p:animEffect>
                                  </p:childTnLst>
                                </p:cTn>
                              </p:par>
                            </p:childTnLst>
                          </p:cTn>
                        </p:par>
                      </p:childTnLst>
                    </p:cTn>
                  </p:par>
                  <p:par>
                    <p:cTn id="610" fill="hold">
                      <p:stCondLst>
                        <p:cond delay="indefinite"/>
                      </p:stCondLst>
                      <p:childTnLst>
                        <p:par>
                          <p:cTn id="611" fill="hold">
                            <p:stCondLst>
                              <p:cond delay="0"/>
                            </p:stCondLst>
                            <p:childTnLst>
                              <p:par>
                                <p:cTn id="612" presetID="22" presetClass="exit" presetSubtype="2" fill="hold" grpId="1" nodeType="clickEffect">
                                  <p:stCondLst>
                                    <p:cond delay="0"/>
                                  </p:stCondLst>
                                  <p:childTnLst>
                                    <p:animEffect transition="out" filter="wipe(right)">
                                      <p:cBhvr>
                                        <p:cTn id="613" dur="500"/>
                                        <p:tgtEl>
                                          <p:spTgt spid="65"/>
                                        </p:tgtEl>
                                      </p:cBhvr>
                                    </p:animEffect>
                                    <p:set>
                                      <p:cBhvr>
                                        <p:cTn id="614" dur="1" fill="hold">
                                          <p:stCondLst>
                                            <p:cond delay="499"/>
                                          </p:stCondLst>
                                        </p:cTn>
                                        <p:tgtEl>
                                          <p:spTgt spid="65"/>
                                        </p:tgtEl>
                                        <p:attrNameLst>
                                          <p:attrName>style.visibility</p:attrName>
                                        </p:attrNameLst>
                                      </p:cBhvr>
                                      <p:to>
                                        <p:strVal val="hidden"/>
                                      </p:to>
                                    </p:set>
                                  </p:childTnLst>
                                </p:cTn>
                              </p:par>
                              <p:par>
                                <p:cTn id="615" presetID="10" presetClass="exit" presetSubtype="0" fill="hold" grpId="0" nodeType="withEffect">
                                  <p:stCondLst>
                                    <p:cond delay="0"/>
                                  </p:stCondLst>
                                  <p:childTnLst>
                                    <p:animEffect transition="out" filter="fade">
                                      <p:cBhvr>
                                        <p:cTn id="616" dur="500"/>
                                        <p:tgtEl>
                                          <p:spTgt spid="105"/>
                                        </p:tgtEl>
                                      </p:cBhvr>
                                    </p:animEffect>
                                    <p:set>
                                      <p:cBhvr>
                                        <p:cTn id="617" dur="1" fill="hold">
                                          <p:stCondLst>
                                            <p:cond delay="499"/>
                                          </p:stCondLst>
                                        </p:cTn>
                                        <p:tgtEl>
                                          <p:spTgt spid="105"/>
                                        </p:tgtEl>
                                        <p:attrNameLst>
                                          <p:attrName>style.visibility</p:attrName>
                                        </p:attrNameLst>
                                      </p:cBhvr>
                                      <p:to>
                                        <p:strVal val="hidden"/>
                                      </p:to>
                                    </p:set>
                                  </p:childTnLst>
                                </p:cTn>
                              </p:par>
                              <p:par>
                                <p:cTn id="618" presetID="10" presetClass="exit" presetSubtype="0" fill="hold" grpId="0" nodeType="withEffect">
                                  <p:stCondLst>
                                    <p:cond delay="0"/>
                                  </p:stCondLst>
                                  <p:childTnLst>
                                    <p:animEffect transition="out" filter="fade">
                                      <p:cBhvr>
                                        <p:cTn id="619" dur="500"/>
                                        <p:tgtEl>
                                          <p:spTgt spid="104"/>
                                        </p:tgtEl>
                                      </p:cBhvr>
                                    </p:animEffect>
                                    <p:set>
                                      <p:cBhvr>
                                        <p:cTn id="620" dur="1" fill="hold">
                                          <p:stCondLst>
                                            <p:cond delay="499"/>
                                          </p:stCondLst>
                                        </p:cTn>
                                        <p:tgtEl>
                                          <p:spTgt spid="104"/>
                                        </p:tgtEl>
                                        <p:attrNameLst>
                                          <p:attrName>style.visibility</p:attrName>
                                        </p:attrNameLst>
                                      </p:cBhvr>
                                      <p:to>
                                        <p:strVal val="hidden"/>
                                      </p:to>
                                    </p:set>
                                  </p:childTnLst>
                                </p:cTn>
                              </p:par>
                              <p:par>
                                <p:cTn id="621" presetID="22" presetClass="entr" presetSubtype="8" fill="hold" grpId="0" nodeType="withEffect">
                                  <p:stCondLst>
                                    <p:cond delay="250"/>
                                  </p:stCondLst>
                                  <p:childTnLst>
                                    <p:set>
                                      <p:cBhvr>
                                        <p:cTn id="622" dur="1" fill="hold">
                                          <p:stCondLst>
                                            <p:cond delay="0"/>
                                          </p:stCondLst>
                                        </p:cTn>
                                        <p:tgtEl>
                                          <p:spTgt spid="142"/>
                                        </p:tgtEl>
                                        <p:attrNameLst>
                                          <p:attrName>style.visibility</p:attrName>
                                        </p:attrNameLst>
                                      </p:cBhvr>
                                      <p:to>
                                        <p:strVal val="visible"/>
                                      </p:to>
                                    </p:set>
                                    <p:animEffect transition="in" filter="wipe(left)">
                                      <p:cBhvr>
                                        <p:cTn id="623" dur="1000"/>
                                        <p:tgtEl>
                                          <p:spTgt spid="142"/>
                                        </p:tgtEl>
                                      </p:cBhvr>
                                    </p:animEffect>
                                  </p:childTnLst>
                                </p:cTn>
                              </p:par>
                              <p:par>
                                <p:cTn id="624" presetID="22" presetClass="entr" presetSubtype="2" fill="hold" grpId="0" nodeType="withEffect">
                                  <p:stCondLst>
                                    <p:cond delay="250"/>
                                  </p:stCondLst>
                                  <p:childTnLst>
                                    <p:set>
                                      <p:cBhvr>
                                        <p:cTn id="625" dur="1" fill="hold">
                                          <p:stCondLst>
                                            <p:cond delay="0"/>
                                          </p:stCondLst>
                                        </p:cTn>
                                        <p:tgtEl>
                                          <p:spTgt spid="143"/>
                                        </p:tgtEl>
                                        <p:attrNameLst>
                                          <p:attrName>style.visibility</p:attrName>
                                        </p:attrNameLst>
                                      </p:cBhvr>
                                      <p:to>
                                        <p:strVal val="visible"/>
                                      </p:to>
                                    </p:set>
                                    <p:animEffect transition="in" filter="wipe(right)">
                                      <p:cBhvr>
                                        <p:cTn id="626" dur="1500"/>
                                        <p:tgtEl>
                                          <p:spTgt spid="143"/>
                                        </p:tgtEl>
                                      </p:cBhvr>
                                    </p:animEffect>
                                  </p:childTnLst>
                                </p:cTn>
                              </p:par>
                              <p:par>
                                <p:cTn id="627" presetID="35" presetClass="path" presetSubtype="0" accel="50000" decel="50000" fill="hold" grpId="0" nodeType="withEffect">
                                  <p:stCondLst>
                                    <p:cond delay="250"/>
                                  </p:stCondLst>
                                  <p:childTnLst>
                                    <p:animMotion origin="layout" path="M -4.16667E-7 1.11111E-6 L -0.13828 0.02384 " pathEditMode="relative" rAng="0" ptsTypes="AA">
                                      <p:cBhvr>
                                        <p:cTn id="628" dur="1500" fill="hold"/>
                                        <p:tgtEl>
                                          <p:spTgt spid="110"/>
                                        </p:tgtEl>
                                        <p:attrNameLst>
                                          <p:attrName>ppt_x</p:attrName>
                                          <p:attrName>ppt_y</p:attrName>
                                        </p:attrNameLst>
                                      </p:cBhvr>
                                      <p:rCtr x="-6914" y="1181"/>
                                    </p:animMotion>
                                  </p:childTnLst>
                                </p:cTn>
                              </p:par>
                              <p:par>
                                <p:cTn id="629" presetID="22" presetClass="entr" presetSubtype="2" fill="hold" grpId="0" nodeType="withEffect">
                                  <p:stCondLst>
                                    <p:cond delay="250"/>
                                  </p:stCondLst>
                                  <p:childTnLst>
                                    <p:set>
                                      <p:cBhvr>
                                        <p:cTn id="630" dur="1" fill="hold">
                                          <p:stCondLst>
                                            <p:cond delay="0"/>
                                          </p:stCondLst>
                                        </p:cTn>
                                        <p:tgtEl>
                                          <p:spTgt spid="144"/>
                                        </p:tgtEl>
                                        <p:attrNameLst>
                                          <p:attrName>style.visibility</p:attrName>
                                        </p:attrNameLst>
                                      </p:cBhvr>
                                      <p:to>
                                        <p:strVal val="visible"/>
                                      </p:to>
                                    </p:set>
                                    <p:animEffect transition="in" filter="wipe(right)">
                                      <p:cBhvr>
                                        <p:cTn id="631" dur="1500"/>
                                        <p:tgtEl>
                                          <p:spTgt spid="144"/>
                                        </p:tgtEl>
                                      </p:cBhvr>
                                    </p:animEffect>
                                  </p:childTnLst>
                                </p:cTn>
                              </p:par>
                              <p:par>
                                <p:cTn id="632" presetID="35" presetClass="path" presetSubtype="0" accel="50000" decel="50000" fill="hold" grpId="0" nodeType="withEffect">
                                  <p:stCondLst>
                                    <p:cond delay="250"/>
                                  </p:stCondLst>
                                  <p:childTnLst>
                                    <p:animMotion origin="layout" path="M -1.45833E-6 2.22222E-6 L -0.14036 -0.01435 " pathEditMode="relative" rAng="0" ptsTypes="AA">
                                      <p:cBhvr>
                                        <p:cTn id="633" dur="1500" fill="hold"/>
                                        <p:tgtEl>
                                          <p:spTgt spid="114"/>
                                        </p:tgtEl>
                                        <p:attrNameLst>
                                          <p:attrName>ppt_x</p:attrName>
                                          <p:attrName>ppt_y</p:attrName>
                                        </p:attrNameLst>
                                      </p:cBhvr>
                                      <p:rCtr x="-7018" y="-718"/>
                                    </p:animMotion>
                                  </p:childTnLst>
                                </p:cTn>
                              </p:par>
                              <p:par>
                                <p:cTn id="634" presetID="35" presetClass="path" presetSubtype="0" accel="50000" decel="50000" fill="hold" grpId="3" nodeType="withEffect">
                                  <p:stCondLst>
                                    <p:cond delay="250"/>
                                  </p:stCondLst>
                                  <p:childTnLst>
                                    <p:animMotion origin="layout" path="M -0.15247 0.03565 L -0.22344 0.01435 " pathEditMode="relative" rAng="0" ptsTypes="AA">
                                      <p:cBhvr>
                                        <p:cTn id="635" dur="1500" fill="hold"/>
                                        <p:tgtEl>
                                          <p:spTgt spid="108"/>
                                        </p:tgtEl>
                                        <p:attrNameLst>
                                          <p:attrName>ppt_x</p:attrName>
                                          <p:attrName>ppt_y</p:attrName>
                                        </p:attrNameLst>
                                      </p:cBhvr>
                                      <p:rCtr x="-3581" y="-972"/>
                                    </p:animMotion>
                                  </p:childTnLst>
                                </p:cTn>
                              </p:par>
                            </p:childTnLst>
                          </p:cTn>
                        </p:par>
                        <p:par>
                          <p:cTn id="636" fill="hold">
                            <p:stCondLst>
                              <p:cond delay="1750"/>
                            </p:stCondLst>
                            <p:childTnLst>
                              <p:par>
                                <p:cTn id="637" presetID="3" presetClass="emph" presetSubtype="2" fill="hold" grpId="4" nodeType="afterEffect">
                                  <p:stCondLst>
                                    <p:cond delay="0"/>
                                  </p:stCondLst>
                                  <p:childTnLst>
                                    <p:animClr clrSpc="rgb" dir="cw">
                                      <p:cBhvr override="childStyle">
                                        <p:cTn id="638" dur="500" fill="hold"/>
                                        <p:tgtEl>
                                          <p:spTgt spid="108"/>
                                        </p:tgtEl>
                                        <p:attrNameLst>
                                          <p:attrName>style.color</p:attrName>
                                        </p:attrNameLst>
                                      </p:cBhvr>
                                      <p:to>
                                        <a:srgbClr val="8E0000"/>
                                      </p:to>
                                    </p:animClr>
                                  </p:childTnLst>
                                </p:cTn>
                              </p:par>
                              <p:par>
                                <p:cTn id="639" presetID="1" presetClass="emph" presetSubtype="2" fill="hold" nodeType="withEffect">
                                  <p:stCondLst>
                                    <p:cond delay="0"/>
                                  </p:stCondLst>
                                  <p:childTnLst>
                                    <p:animClr clrSpc="rgb" dir="cw">
                                      <p:cBhvr>
                                        <p:cTn id="640" dur="500" fill="hold"/>
                                        <p:tgtEl>
                                          <p:spTgt spid="115"/>
                                        </p:tgtEl>
                                        <p:attrNameLst>
                                          <p:attrName>fillcolor</p:attrName>
                                        </p:attrNameLst>
                                      </p:cBhvr>
                                      <p:to>
                                        <a:srgbClr val="FAE2D6"/>
                                      </p:to>
                                    </p:animClr>
                                    <p:set>
                                      <p:cBhvr>
                                        <p:cTn id="641" dur="500" fill="hold"/>
                                        <p:tgtEl>
                                          <p:spTgt spid="115"/>
                                        </p:tgtEl>
                                        <p:attrNameLst>
                                          <p:attrName>fill.type</p:attrName>
                                        </p:attrNameLst>
                                      </p:cBhvr>
                                      <p:to>
                                        <p:strVal val="solid"/>
                                      </p:to>
                                    </p:set>
                                    <p:set>
                                      <p:cBhvr>
                                        <p:cTn id="642" dur="500" fill="hold"/>
                                        <p:tgtEl>
                                          <p:spTgt spid="115"/>
                                        </p:tgtEl>
                                        <p:attrNameLst>
                                          <p:attrName>fill.on</p:attrName>
                                        </p:attrNameLst>
                                      </p:cBhvr>
                                      <p:to>
                                        <p:strVal val="true"/>
                                      </p:to>
                                    </p:set>
                                  </p:childTnLst>
                                </p:cTn>
                              </p:par>
                            </p:childTnLst>
                          </p:cTn>
                        </p:par>
                        <p:par>
                          <p:cTn id="643" fill="hold">
                            <p:stCondLst>
                              <p:cond delay="2250"/>
                            </p:stCondLst>
                            <p:childTnLst>
                              <p:par>
                                <p:cTn id="644" presetID="53" presetClass="exit" presetSubtype="544" fill="hold" grpId="3" nodeType="afterEffect">
                                  <p:stCondLst>
                                    <p:cond delay="0"/>
                                  </p:stCondLst>
                                  <p:childTnLst>
                                    <p:anim calcmode="lin" valueType="num">
                                      <p:cBhvr>
                                        <p:cTn id="645" dur="750"/>
                                        <p:tgtEl>
                                          <p:spTgt spid="63"/>
                                        </p:tgtEl>
                                        <p:attrNameLst>
                                          <p:attrName>ppt_w</p:attrName>
                                        </p:attrNameLst>
                                      </p:cBhvr>
                                      <p:tavLst>
                                        <p:tav tm="0">
                                          <p:val>
                                            <p:strVal val="ppt_w"/>
                                          </p:val>
                                        </p:tav>
                                        <p:tav tm="100000">
                                          <p:val>
                                            <p:fltVal val="0"/>
                                          </p:val>
                                        </p:tav>
                                      </p:tavLst>
                                    </p:anim>
                                    <p:anim calcmode="lin" valueType="num">
                                      <p:cBhvr>
                                        <p:cTn id="646" dur="750"/>
                                        <p:tgtEl>
                                          <p:spTgt spid="63"/>
                                        </p:tgtEl>
                                        <p:attrNameLst>
                                          <p:attrName>ppt_h</p:attrName>
                                        </p:attrNameLst>
                                      </p:cBhvr>
                                      <p:tavLst>
                                        <p:tav tm="0">
                                          <p:val>
                                            <p:strVal val="ppt_h"/>
                                          </p:val>
                                        </p:tav>
                                        <p:tav tm="100000">
                                          <p:val>
                                            <p:fltVal val="0"/>
                                          </p:val>
                                        </p:tav>
                                      </p:tavLst>
                                    </p:anim>
                                    <p:animEffect transition="out" filter="fade">
                                      <p:cBhvr>
                                        <p:cTn id="647" dur="750"/>
                                        <p:tgtEl>
                                          <p:spTgt spid="63"/>
                                        </p:tgtEl>
                                      </p:cBhvr>
                                    </p:animEffect>
                                    <p:anim calcmode="lin" valueType="num">
                                      <p:cBhvr>
                                        <p:cTn id="648" dur="750"/>
                                        <p:tgtEl>
                                          <p:spTgt spid="63"/>
                                        </p:tgtEl>
                                        <p:attrNameLst>
                                          <p:attrName>ppt_x</p:attrName>
                                        </p:attrNameLst>
                                      </p:cBhvr>
                                      <p:tavLst>
                                        <p:tav tm="0">
                                          <p:val>
                                            <p:strVal val="ppt_x"/>
                                          </p:val>
                                        </p:tav>
                                        <p:tav tm="100000">
                                          <p:val>
                                            <p:fltVal val="0.5"/>
                                          </p:val>
                                        </p:tav>
                                      </p:tavLst>
                                    </p:anim>
                                    <p:anim calcmode="lin" valueType="num">
                                      <p:cBhvr>
                                        <p:cTn id="649" dur="750"/>
                                        <p:tgtEl>
                                          <p:spTgt spid="63"/>
                                        </p:tgtEl>
                                        <p:attrNameLst>
                                          <p:attrName>ppt_y</p:attrName>
                                        </p:attrNameLst>
                                      </p:cBhvr>
                                      <p:tavLst>
                                        <p:tav tm="0">
                                          <p:val>
                                            <p:strVal val="ppt_y"/>
                                          </p:val>
                                        </p:tav>
                                        <p:tav tm="100000">
                                          <p:val>
                                            <p:fltVal val="0.5"/>
                                          </p:val>
                                        </p:tav>
                                      </p:tavLst>
                                    </p:anim>
                                    <p:set>
                                      <p:cBhvr>
                                        <p:cTn id="650" dur="1" fill="hold">
                                          <p:stCondLst>
                                            <p:cond delay="749"/>
                                          </p:stCondLst>
                                        </p:cTn>
                                        <p:tgtEl>
                                          <p:spTgt spid="63"/>
                                        </p:tgtEl>
                                        <p:attrNameLst>
                                          <p:attrName>style.visibility</p:attrName>
                                        </p:attrNameLst>
                                      </p:cBhvr>
                                      <p:to>
                                        <p:strVal val="hidden"/>
                                      </p:to>
                                    </p:set>
                                  </p:childTnLst>
                                </p:cTn>
                              </p:par>
                            </p:childTnLst>
                          </p:cTn>
                        </p:par>
                        <p:par>
                          <p:cTn id="651" fill="hold">
                            <p:stCondLst>
                              <p:cond delay="3000"/>
                            </p:stCondLst>
                            <p:childTnLst>
                              <p:par>
                                <p:cTn id="652" presetID="22" presetClass="entr" presetSubtype="8" fill="hold" nodeType="afterEffect">
                                  <p:stCondLst>
                                    <p:cond delay="0"/>
                                  </p:stCondLst>
                                  <p:childTnLst>
                                    <p:set>
                                      <p:cBhvr>
                                        <p:cTn id="653" dur="1" fill="hold">
                                          <p:stCondLst>
                                            <p:cond delay="0"/>
                                          </p:stCondLst>
                                        </p:cTn>
                                        <p:tgtEl>
                                          <p:spTgt spid="11"/>
                                        </p:tgtEl>
                                        <p:attrNameLst>
                                          <p:attrName>style.visibility</p:attrName>
                                        </p:attrNameLst>
                                      </p:cBhvr>
                                      <p:to>
                                        <p:strVal val="visible"/>
                                      </p:to>
                                    </p:set>
                                    <p:animEffect transition="in" filter="wipe(left)">
                                      <p:cBhvr>
                                        <p:cTn id="654" dur="1000"/>
                                        <p:tgtEl>
                                          <p:spTgt spid="11"/>
                                        </p:tgtEl>
                                      </p:cBhvr>
                                    </p:animEffect>
                                  </p:childTnLst>
                                </p:cTn>
                              </p:par>
                            </p:childTnLst>
                          </p:cTn>
                        </p:par>
                      </p:childTnLst>
                    </p:cTn>
                  </p:par>
                  <p:par>
                    <p:cTn id="655" fill="hold">
                      <p:stCondLst>
                        <p:cond delay="indefinite"/>
                      </p:stCondLst>
                      <p:childTnLst>
                        <p:par>
                          <p:cTn id="656" fill="hold">
                            <p:stCondLst>
                              <p:cond delay="0"/>
                            </p:stCondLst>
                            <p:childTnLst>
                              <p:par>
                                <p:cTn id="657" presetID="42" presetClass="entr" presetSubtype="0" fill="hold" grpId="0" nodeType="clickEffect">
                                  <p:stCondLst>
                                    <p:cond delay="0"/>
                                  </p:stCondLst>
                                  <p:childTnLst>
                                    <p:set>
                                      <p:cBhvr>
                                        <p:cTn id="658" dur="1" fill="hold">
                                          <p:stCondLst>
                                            <p:cond delay="0"/>
                                          </p:stCondLst>
                                        </p:cTn>
                                        <p:tgtEl>
                                          <p:spTgt spid="145"/>
                                        </p:tgtEl>
                                        <p:attrNameLst>
                                          <p:attrName>style.visibility</p:attrName>
                                        </p:attrNameLst>
                                      </p:cBhvr>
                                      <p:to>
                                        <p:strVal val="visible"/>
                                      </p:to>
                                    </p:set>
                                    <p:animEffect transition="in" filter="fade">
                                      <p:cBhvr>
                                        <p:cTn id="659" dur="1000"/>
                                        <p:tgtEl>
                                          <p:spTgt spid="145"/>
                                        </p:tgtEl>
                                      </p:cBhvr>
                                    </p:animEffect>
                                    <p:anim calcmode="lin" valueType="num">
                                      <p:cBhvr>
                                        <p:cTn id="660" dur="1000" fill="hold"/>
                                        <p:tgtEl>
                                          <p:spTgt spid="145"/>
                                        </p:tgtEl>
                                        <p:attrNameLst>
                                          <p:attrName>ppt_x</p:attrName>
                                        </p:attrNameLst>
                                      </p:cBhvr>
                                      <p:tavLst>
                                        <p:tav tm="0">
                                          <p:val>
                                            <p:strVal val="#ppt_x"/>
                                          </p:val>
                                        </p:tav>
                                        <p:tav tm="100000">
                                          <p:val>
                                            <p:strVal val="#ppt_x"/>
                                          </p:val>
                                        </p:tav>
                                      </p:tavLst>
                                    </p:anim>
                                    <p:anim calcmode="lin" valueType="num">
                                      <p:cBhvr>
                                        <p:cTn id="661" dur="1000" fill="hold"/>
                                        <p:tgtEl>
                                          <p:spTgt spid="145"/>
                                        </p:tgtEl>
                                        <p:attrNameLst>
                                          <p:attrName>ppt_y</p:attrName>
                                        </p:attrNameLst>
                                      </p:cBhvr>
                                      <p:tavLst>
                                        <p:tav tm="0">
                                          <p:val>
                                            <p:strVal val="#ppt_y+.1"/>
                                          </p:val>
                                        </p:tav>
                                        <p:tav tm="100000">
                                          <p:val>
                                            <p:strVal val="#ppt_y"/>
                                          </p:val>
                                        </p:tav>
                                      </p:tavLst>
                                    </p:anim>
                                  </p:childTnLst>
                                </p:cTn>
                              </p:par>
                            </p:childTnLst>
                          </p:cTn>
                        </p:par>
                      </p:childTnLst>
                    </p:cTn>
                  </p:par>
                  <p:par>
                    <p:cTn id="662" fill="hold">
                      <p:stCondLst>
                        <p:cond delay="indefinite"/>
                      </p:stCondLst>
                      <p:childTnLst>
                        <p:par>
                          <p:cTn id="663" fill="hold">
                            <p:stCondLst>
                              <p:cond delay="0"/>
                            </p:stCondLst>
                            <p:childTnLst>
                              <p:par>
                                <p:cTn id="664" presetID="16" presetClass="exit" presetSubtype="37" fill="hold" grpId="1" nodeType="clickEffect">
                                  <p:stCondLst>
                                    <p:cond delay="0"/>
                                  </p:stCondLst>
                                  <p:childTnLst>
                                    <p:animEffect transition="out" filter="barn(outVertical)">
                                      <p:cBhvr>
                                        <p:cTn id="665" dur="1000"/>
                                        <p:tgtEl>
                                          <p:spTgt spid="140"/>
                                        </p:tgtEl>
                                      </p:cBhvr>
                                    </p:animEffect>
                                    <p:set>
                                      <p:cBhvr>
                                        <p:cTn id="666" dur="1" fill="hold">
                                          <p:stCondLst>
                                            <p:cond delay="999"/>
                                          </p:stCondLst>
                                        </p:cTn>
                                        <p:tgtEl>
                                          <p:spTgt spid="140"/>
                                        </p:tgtEl>
                                        <p:attrNameLst>
                                          <p:attrName>style.visibility</p:attrName>
                                        </p:attrNameLst>
                                      </p:cBhvr>
                                      <p:to>
                                        <p:strVal val="hidden"/>
                                      </p:to>
                                    </p:set>
                                  </p:childTnLst>
                                </p:cTn>
                              </p:par>
                              <p:par>
                                <p:cTn id="667" presetID="42" presetClass="entr" presetSubtype="0" fill="hold" grpId="0" nodeType="withEffect">
                                  <p:stCondLst>
                                    <p:cond delay="500"/>
                                  </p:stCondLst>
                                  <p:childTnLst>
                                    <p:set>
                                      <p:cBhvr>
                                        <p:cTn id="668" dur="1" fill="hold">
                                          <p:stCondLst>
                                            <p:cond delay="0"/>
                                          </p:stCondLst>
                                        </p:cTn>
                                        <p:tgtEl>
                                          <p:spTgt spid="150"/>
                                        </p:tgtEl>
                                        <p:attrNameLst>
                                          <p:attrName>style.visibility</p:attrName>
                                        </p:attrNameLst>
                                      </p:cBhvr>
                                      <p:to>
                                        <p:strVal val="visible"/>
                                      </p:to>
                                    </p:set>
                                    <p:animEffect transition="in" filter="fade">
                                      <p:cBhvr>
                                        <p:cTn id="669" dur="1000"/>
                                        <p:tgtEl>
                                          <p:spTgt spid="150"/>
                                        </p:tgtEl>
                                      </p:cBhvr>
                                    </p:animEffect>
                                    <p:anim calcmode="lin" valueType="num">
                                      <p:cBhvr>
                                        <p:cTn id="670" dur="1000" fill="hold"/>
                                        <p:tgtEl>
                                          <p:spTgt spid="150"/>
                                        </p:tgtEl>
                                        <p:attrNameLst>
                                          <p:attrName>ppt_x</p:attrName>
                                        </p:attrNameLst>
                                      </p:cBhvr>
                                      <p:tavLst>
                                        <p:tav tm="0">
                                          <p:val>
                                            <p:strVal val="#ppt_x"/>
                                          </p:val>
                                        </p:tav>
                                        <p:tav tm="100000">
                                          <p:val>
                                            <p:strVal val="#ppt_x"/>
                                          </p:val>
                                        </p:tav>
                                      </p:tavLst>
                                    </p:anim>
                                    <p:anim calcmode="lin" valueType="num">
                                      <p:cBhvr>
                                        <p:cTn id="671" dur="1000" fill="hold"/>
                                        <p:tgtEl>
                                          <p:spTgt spid="150"/>
                                        </p:tgtEl>
                                        <p:attrNameLst>
                                          <p:attrName>ppt_y</p:attrName>
                                        </p:attrNameLst>
                                      </p:cBhvr>
                                      <p:tavLst>
                                        <p:tav tm="0">
                                          <p:val>
                                            <p:strVal val="#ppt_y+.1"/>
                                          </p:val>
                                        </p:tav>
                                        <p:tav tm="100000">
                                          <p:val>
                                            <p:strVal val="#ppt_y"/>
                                          </p:val>
                                        </p:tav>
                                      </p:tavLst>
                                    </p:anim>
                                  </p:childTnLst>
                                </p:cTn>
                              </p:par>
                            </p:childTnLst>
                          </p:cTn>
                        </p:par>
                        <p:par>
                          <p:cTn id="672" fill="hold">
                            <p:stCondLst>
                              <p:cond delay="1500"/>
                            </p:stCondLst>
                            <p:childTnLst>
                              <p:par>
                                <p:cTn id="673" presetID="8" presetClass="emph" presetSubtype="0" fill="hold" grpId="1" nodeType="afterEffect">
                                  <p:stCondLst>
                                    <p:cond delay="0"/>
                                  </p:stCondLst>
                                  <p:childTnLst>
                                    <p:animRot by="21600000">
                                      <p:cBhvr>
                                        <p:cTn id="674" dur="1500" fill="hold"/>
                                        <p:tgtEl>
                                          <p:spTgt spid="110"/>
                                        </p:tgtEl>
                                        <p:attrNameLst>
                                          <p:attrName>r</p:attrName>
                                        </p:attrNameLst>
                                      </p:cBhvr>
                                    </p:animRot>
                                  </p:childTnLst>
                                </p:cTn>
                              </p:par>
                              <p:par>
                                <p:cTn id="675" presetID="3" presetClass="emph" presetSubtype="2" fill="hold" grpId="2" nodeType="withEffect">
                                  <p:stCondLst>
                                    <p:cond delay="0"/>
                                  </p:stCondLst>
                                  <p:childTnLst>
                                    <p:animClr clrSpc="rgb" dir="cw">
                                      <p:cBhvr override="childStyle">
                                        <p:cTn id="676" dur="1000" fill="hold"/>
                                        <p:tgtEl>
                                          <p:spTgt spid="110"/>
                                        </p:tgtEl>
                                        <p:attrNameLst>
                                          <p:attrName>style.color</p:attrName>
                                        </p:attrNameLst>
                                      </p:cBhvr>
                                      <p:to>
                                        <a:srgbClr val="8E0000"/>
                                      </p:to>
                                    </p:animClr>
                                  </p:childTnLst>
                                </p:cTn>
                              </p:par>
                              <p:par>
                                <p:cTn id="677" presetID="7" presetClass="emph" presetSubtype="2" fill="hold" nodeType="withEffect">
                                  <p:stCondLst>
                                    <p:cond delay="0"/>
                                  </p:stCondLst>
                                  <p:childTnLst>
                                    <p:animClr clrSpc="rgb" dir="cw">
                                      <p:cBhvr>
                                        <p:cTn id="678" dur="1500" fill="hold"/>
                                        <p:tgtEl>
                                          <p:spTgt spid="143"/>
                                        </p:tgtEl>
                                        <p:attrNameLst>
                                          <p:attrName>stroke.color</p:attrName>
                                        </p:attrNameLst>
                                      </p:cBhvr>
                                      <p:to>
                                        <a:srgbClr val="C00000"/>
                                      </p:to>
                                    </p:animClr>
                                    <p:set>
                                      <p:cBhvr>
                                        <p:cTn id="679" dur="1500" fill="hold"/>
                                        <p:tgtEl>
                                          <p:spTgt spid="143"/>
                                        </p:tgtEl>
                                        <p:attrNameLst>
                                          <p:attrName>stroke.on</p:attrName>
                                        </p:attrNameLst>
                                      </p:cBhvr>
                                      <p:to>
                                        <p:strVal val="true"/>
                                      </p:to>
                                    </p:set>
                                  </p:childTnLst>
                                </p:cTn>
                              </p:par>
                            </p:childTnLst>
                          </p:cTn>
                        </p:par>
                      </p:childTnLst>
                    </p:cTn>
                  </p:par>
                  <p:par>
                    <p:cTn id="680" fill="hold">
                      <p:stCondLst>
                        <p:cond delay="indefinite"/>
                      </p:stCondLst>
                      <p:childTnLst>
                        <p:par>
                          <p:cTn id="681" fill="hold">
                            <p:stCondLst>
                              <p:cond delay="0"/>
                            </p:stCondLst>
                            <p:childTnLst>
                              <p:par>
                                <p:cTn id="682" presetID="10" presetClass="exit" presetSubtype="0" fill="hold" grpId="1" nodeType="clickEffect">
                                  <p:stCondLst>
                                    <p:cond delay="0"/>
                                  </p:stCondLst>
                                  <p:childTnLst>
                                    <p:animEffect transition="out" filter="fade">
                                      <p:cBhvr>
                                        <p:cTn id="683" dur="500"/>
                                        <p:tgtEl>
                                          <p:spTgt spid="143"/>
                                        </p:tgtEl>
                                      </p:cBhvr>
                                    </p:animEffect>
                                    <p:set>
                                      <p:cBhvr>
                                        <p:cTn id="684" dur="1" fill="hold">
                                          <p:stCondLst>
                                            <p:cond delay="499"/>
                                          </p:stCondLst>
                                        </p:cTn>
                                        <p:tgtEl>
                                          <p:spTgt spid="143"/>
                                        </p:tgtEl>
                                        <p:attrNameLst>
                                          <p:attrName>style.visibility</p:attrName>
                                        </p:attrNameLst>
                                      </p:cBhvr>
                                      <p:to>
                                        <p:strVal val="hidden"/>
                                      </p:to>
                                    </p:set>
                                  </p:childTnLst>
                                </p:cTn>
                              </p:par>
                              <p:par>
                                <p:cTn id="685" presetID="10" presetClass="exit" presetSubtype="0" fill="hold" grpId="1" nodeType="withEffect">
                                  <p:stCondLst>
                                    <p:cond delay="0"/>
                                  </p:stCondLst>
                                  <p:childTnLst>
                                    <p:animEffect transition="out" filter="fade">
                                      <p:cBhvr>
                                        <p:cTn id="686" dur="500"/>
                                        <p:tgtEl>
                                          <p:spTgt spid="64"/>
                                        </p:tgtEl>
                                      </p:cBhvr>
                                    </p:animEffect>
                                    <p:set>
                                      <p:cBhvr>
                                        <p:cTn id="687" dur="1" fill="hold">
                                          <p:stCondLst>
                                            <p:cond delay="499"/>
                                          </p:stCondLst>
                                        </p:cTn>
                                        <p:tgtEl>
                                          <p:spTgt spid="64"/>
                                        </p:tgtEl>
                                        <p:attrNameLst>
                                          <p:attrName>style.visibility</p:attrName>
                                        </p:attrNameLst>
                                      </p:cBhvr>
                                      <p:to>
                                        <p:strVal val="hidden"/>
                                      </p:to>
                                    </p:set>
                                  </p:childTnLst>
                                </p:cTn>
                              </p:par>
                              <p:par>
                                <p:cTn id="688" presetID="10" presetClass="exit" presetSubtype="0" fill="hold" grpId="1" nodeType="withEffect">
                                  <p:stCondLst>
                                    <p:cond delay="0"/>
                                  </p:stCondLst>
                                  <p:childTnLst>
                                    <p:animEffect transition="out" filter="fade">
                                      <p:cBhvr>
                                        <p:cTn id="689" dur="500"/>
                                        <p:tgtEl>
                                          <p:spTgt spid="125"/>
                                        </p:tgtEl>
                                      </p:cBhvr>
                                    </p:animEffect>
                                    <p:set>
                                      <p:cBhvr>
                                        <p:cTn id="690" dur="1" fill="hold">
                                          <p:stCondLst>
                                            <p:cond delay="499"/>
                                          </p:stCondLst>
                                        </p:cTn>
                                        <p:tgtEl>
                                          <p:spTgt spid="125"/>
                                        </p:tgtEl>
                                        <p:attrNameLst>
                                          <p:attrName>style.visibility</p:attrName>
                                        </p:attrNameLst>
                                      </p:cBhvr>
                                      <p:to>
                                        <p:strVal val="hidden"/>
                                      </p:to>
                                    </p:set>
                                  </p:childTnLst>
                                </p:cTn>
                              </p:par>
                              <p:par>
                                <p:cTn id="691" presetID="10" presetClass="exit" presetSubtype="0" fill="hold" grpId="2" nodeType="withEffect">
                                  <p:stCondLst>
                                    <p:cond delay="0"/>
                                  </p:stCondLst>
                                  <p:childTnLst>
                                    <p:animEffect transition="out" filter="fade">
                                      <p:cBhvr>
                                        <p:cTn id="692" dur="500"/>
                                        <p:tgtEl>
                                          <p:spTgt spid="107"/>
                                        </p:tgtEl>
                                      </p:cBhvr>
                                    </p:animEffect>
                                    <p:set>
                                      <p:cBhvr>
                                        <p:cTn id="693" dur="1" fill="hold">
                                          <p:stCondLst>
                                            <p:cond delay="499"/>
                                          </p:stCondLst>
                                        </p:cTn>
                                        <p:tgtEl>
                                          <p:spTgt spid="107"/>
                                        </p:tgtEl>
                                        <p:attrNameLst>
                                          <p:attrName>style.visibility</p:attrName>
                                        </p:attrNameLst>
                                      </p:cBhvr>
                                      <p:to>
                                        <p:strVal val="hidden"/>
                                      </p:to>
                                    </p:set>
                                  </p:childTnLst>
                                </p:cTn>
                              </p:par>
                              <p:par>
                                <p:cTn id="694" presetID="10" presetClass="exit" presetSubtype="0" fill="hold" grpId="2" nodeType="withEffect">
                                  <p:stCondLst>
                                    <p:cond delay="0"/>
                                  </p:stCondLst>
                                  <p:childTnLst>
                                    <p:animEffect transition="out" filter="fade">
                                      <p:cBhvr>
                                        <p:cTn id="695" dur="500"/>
                                        <p:tgtEl>
                                          <p:spTgt spid="116"/>
                                        </p:tgtEl>
                                      </p:cBhvr>
                                    </p:animEffect>
                                    <p:set>
                                      <p:cBhvr>
                                        <p:cTn id="696" dur="1" fill="hold">
                                          <p:stCondLst>
                                            <p:cond delay="499"/>
                                          </p:stCondLst>
                                        </p:cTn>
                                        <p:tgtEl>
                                          <p:spTgt spid="116"/>
                                        </p:tgtEl>
                                        <p:attrNameLst>
                                          <p:attrName>style.visibility</p:attrName>
                                        </p:attrNameLst>
                                      </p:cBhvr>
                                      <p:to>
                                        <p:strVal val="hidden"/>
                                      </p:to>
                                    </p:set>
                                  </p:childTnLst>
                                </p:cTn>
                              </p:par>
                              <p:par>
                                <p:cTn id="697" presetID="22" presetClass="entr" presetSubtype="2" fill="hold" grpId="0" nodeType="withEffect">
                                  <p:stCondLst>
                                    <p:cond delay="500"/>
                                  </p:stCondLst>
                                  <p:childTnLst>
                                    <p:set>
                                      <p:cBhvr>
                                        <p:cTn id="698" dur="1" fill="hold">
                                          <p:stCondLst>
                                            <p:cond delay="0"/>
                                          </p:stCondLst>
                                        </p:cTn>
                                        <p:tgtEl>
                                          <p:spTgt spid="146"/>
                                        </p:tgtEl>
                                        <p:attrNameLst>
                                          <p:attrName>style.visibility</p:attrName>
                                        </p:attrNameLst>
                                      </p:cBhvr>
                                      <p:to>
                                        <p:strVal val="visible"/>
                                      </p:to>
                                    </p:set>
                                    <p:animEffect transition="in" filter="wipe(right)">
                                      <p:cBhvr>
                                        <p:cTn id="699" dur="1000"/>
                                        <p:tgtEl>
                                          <p:spTgt spid="146"/>
                                        </p:tgtEl>
                                      </p:cBhvr>
                                    </p:animEffect>
                                  </p:childTnLst>
                                </p:cTn>
                              </p:par>
                              <p:par>
                                <p:cTn id="700" presetID="1" presetClass="emph" presetSubtype="2" fill="hold" nodeType="withEffect">
                                  <p:stCondLst>
                                    <p:cond delay="250"/>
                                  </p:stCondLst>
                                  <p:childTnLst>
                                    <p:animClr clrSpc="rgb" dir="cw">
                                      <p:cBhvr>
                                        <p:cTn id="701" dur="1000" fill="hold"/>
                                        <p:tgtEl>
                                          <p:spTgt spid="121"/>
                                        </p:tgtEl>
                                        <p:attrNameLst>
                                          <p:attrName>fillcolor</p:attrName>
                                        </p:attrNameLst>
                                      </p:cBhvr>
                                      <p:to>
                                        <a:srgbClr val="FAE2D6"/>
                                      </p:to>
                                    </p:animClr>
                                    <p:set>
                                      <p:cBhvr>
                                        <p:cTn id="702" dur="1000" fill="hold"/>
                                        <p:tgtEl>
                                          <p:spTgt spid="121"/>
                                        </p:tgtEl>
                                        <p:attrNameLst>
                                          <p:attrName>fill.type</p:attrName>
                                        </p:attrNameLst>
                                      </p:cBhvr>
                                      <p:to>
                                        <p:strVal val="solid"/>
                                      </p:to>
                                    </p:set>
                                    <p:set>
                                      <p:cBhvr>
                                        <p:cTn id="703" dur="1000" fill="hold"/>
                                        <p:tgtEl>
                                          <p:spTgt spid="121"/>
                                        </p:tgtEl>
                                        <p:attrNameLst>
                                          <p:attrName>fill.on</p:attrName>
                                        </p:attrNameLst>
                                      </p:cBhvr>
                                      <p:to>
                                        <p:strVal val="true"/>
                                      </p:to>
                                    </p:set>
                                  </p:childTnLst>
                                </p:cTn>
                              </p:par>
                              <p:par>
                                <p:cTn id="704" presetID="35" presetClass="path" presetSubtype="0" accel="50000" decel="50000" fill="hold" grpId="3" nodeType="withEffect">
                                  <p:stCondLst>
                                    <p:cond delay="250"/>
                                  </p:stCondLst>
                                  <p:childTnLst>
                                    <p:animMotion origin="layout" path="M -0.13828 0.02384 L -0.21914 0.00185 " pathEditMode="relative" rAng="0" ptsTypes="AA">
                                      <p:cBhvr>
                                        <p:cTn id="705" dur="1000" fill="hold"/>
                                        <p:tgtEl>
                                          <p:spTgt spid="110"/>
                                        </p:tgtEl>
                                        <p:attrNameLst>
                                          <p:attrName>ppt_x</p:attrName>
                                          <p:attrName>ppt_y</p:attrName>
                                        </p:attrNameLst>
                                      </p:cBhvr>
                                      <p:rCtr x="-4049" y="-1111"/>
                                    </p:animMotion>
                                  </p:childTnLst>
                                </p:cTn>
                              </p:par>
                            </p:childTnLst>
                          </p:cTn>
                        </p:par>
                      </p:childTnLst>
                    </p:cTn>
                  </p:par>
                  <p:par>
                    <p:cTn id="706" fill="hold">
                      <p:stCondLst>
                        <p:cond delay="indefinite"/>
                      </p:stCondLst>
                      <p:childTnLst>
                        <p:par>
                          <p:cTn id="707" fill="hold">
                            <p:stCondLst>
                              <p:cond delay="0"/>
                            </p:stCondLst>
                            <p:childTnLst>
                              <p:par>
                                <p:cTn id="708" presetID="16" presetClass="exit" presetSubtype="37" fill="hold" grpId="1" nodeType="clickEffect">
                                  <p:stCondLst>
                                    <p:cond delay="0"/>
                                  </p:stCondLst>
                                  <p:childTnLst>
                                    <p:animEffect transition="out" filter="barn(outVertical)">
                                      <p:cBhvr>
                                        <p:cTn id="709" dur="1000"/>
                                        <p:tgtEl>
                                          <p:spTgt spid="150"/>
                                        </p:tgtEl>
                                      </p:cBhvr>
                                    </p:animEffect>
                                    <p:set>
                                      <p:cBhvr>
                                        <p:cTn id="710" dur="1" fill="hold">
                                          <p:stCondLst>
                                            <p:cond delay="999"/>
                                          </p:stCondLst>
                                        </p:cTn>
                                        <p:tgtEl>
                                          <p:spTgt spid="150"/>
                                        </p:tgtEl>
                                        <p:attrNameLst>
                                          <p:attrName>style.visibility</p:attrName>
                                        </p:attrNameLst>
                                      </p:cBhvr>
                                      <p:to>
                                        <p:strVal val="hidden"/>
                                      </p:to>
                                    </p:set>
                                  </p:childTnLst>
                                </p:cTn>
                              </p:par>
                            </p:childTnLst>
                          </p:cTn>
                        </p:par>
                        <p:par>
                          <p:cTn id="711" fill="hold">
                            <p:stCondLst>
                              <p:cond delay="1000"/>
                            </p:stCondLst>
                            <p:childTnLst>
                              <p:par>
                                <p:cTn id="712" presetID="42" presetClass="entr" presetSubtype="0" fill="hold" grpId="0" nodeType="afterEffect">
                                  <p:stCondLst>
                                    <p:cond delay="0"/>
                                  </p:stCondLst>
                                  <p:childTnLst>
                                    <p:set>
                                      <p:cBhvr>
                                        <p:cTn id="713" dur="1" fill="hold">
                                          <p:stCondLst>
                                            <p:cond delay="0"/>
                                          </p:stCondLst>
                                        </p:cTn>
                                        <p:tgtEl>
                                          <p:spTgt spid="151"/>
                                        </p:tgtEl>
                                        <p:attrNameLst>
                                          <p:attrName>style.visibility</p:attrName>
                                        </p:attrNameLst>
                                      </p:cBhvr>
                                      <p:to>
                                        <p:strVal val="visible"/>
                                      </p:to>
                                    </p:set>
                                    <p:animEffect transition="in" filter="fade">
                                      <p:cBhvr>
                                        <p:cTn id="714" dur="1000"/>
                                        <p:tgtEl>
                                          <p:spTgt spid="151"/>
                                        </p:tgtEl>
                                      </p:cBhvr>
                                    </p:animEffect>
                                    <p:anim calcmode="lin" valueType="num">
                                      <p:cBhvr>
                                        <p:cTn id="715" dur="1000" fill="hold"/>
                                        <p:tgtEl>
                                          <p:spTgt spid="151"/>
                                        </p:tgtEl>
                                        <p:attrNameLst>
                                          <p:attrName>ppt_x</p:attrName>
                                        </p:attrNameLst>
                                      </p:cBhvr>
                                      <p:tavLst>
                                        <p:tav tm="0">
                                          <p:val>
                                            <p:strVal val="#ppt_x"/>
                                          </p:val>
                                        </p:tav>
                                        <p:tav tm="100000">
                                          <p:val>
                                            <p:strVal val="#ppt_x"/>
                                          </p:val>
                                        </p:tav>
                                      </p:tavLst>
                                    </p:anim>
                                    <p:anim calcmode="lin" valueType="num">
                                      <p:cBhvr>
                                        <p:cTn id="716" dur="1000" fill="hold"/>
                                        <p:tgtEl>
                                          <p:spTgt spid="151"/>
                                        </p:tgtEl>
                                        <p:attrNameLst>
                                          <p:attrName>ppt_y</p:attrName>
                                        </p:attrNameLst>
                                      </p:cBhvr>
                                      <p:tavLst>
                                        <p:tav tm="0">
                                          <p:val>
                                            <p:strVal val="#ppt_y+.1"/>
                                          </p:val>
                                        </p:tav>
                                        <p:tav tm="100000">
                                          <p:val>
                                            <p:strVal val="#ppt_y"/>
                                          </p:val>
                                        </p:tav>
                                      </p:tavLst>
                                    </p:anim>
                                  </p:childTnLst>
                                </p:cTn>
                              </p:par>
                            </p:childTnLst>
                          </p:cTn>
                        </p:par>
                        <p:par>
                          <p:cTn id="717" fill="hold">
                            <p:stCondLst>
                              <p:cond delay="2000"/>
                            </p:stCondLst>
                            <p:childTnLst>
                              <p:par>
                                <p:cTn id="718" presetID="8" presetClass="emph" presetSubtype="0" fill="hold" grpId="3" nodeType="afterEffect">
                                  <p:stCondLst>
                                    <p:cond delay="0"/>
                                  </p:stCondLst>
                                  <p:childTnLst>
                                    <p:animRot by="21600000">
                                      <p:cBhvr>
                                        <p:cTn id="719" dur="1500" fill="hold"/>
                                        <p:tgtEl>
                                          <p:spTgt spid="111"/>
                                        </p:tgtEl>
                                        <p:attrNameLst>
                                          <p:attrName>r</p:attrName>
                                        </p:attrNameLst>
                                      </p:cBhvr>
                                    </p:animRot>
                                  </p:childTnLst>
                                </p:cTn>
                              </p:par>
                              <p:par>
                                <p:cTn id="720" presetID="3" presetClass="emph" presetSubtype="2" fill="hold" grpId="4" nodeType="withEffect">
                                  <p:stCondLst>
                                    <p:cond delay="0"/>
                                  </p:stCondLst>
                                  <p:childTnLst>
                                    <p:animClr clrSpc="rgb" dir="cw">
                                      <p:cBhvr override="childStyle">
                                        <p:cTn id="721" dur="500" fill="hold"/>
                                        <p:tgtEl>
                                          <p:spTgt spid="111"/>
                                        </p:tgtEl>
                                        <p:attrNameLst>
                                          <p:attrName>style.color</p:attrName>
                                        </p:attrNameLst>
                                      </p:cBhvr>
                                      <p:to>
                                        <a:srgbClr val="8E0000"/>
                                      </p:to>
                                    </p:animClr>
                                  </p:childTnLst>
                                </p:cTn>
                              </p:par>
                              <p:par>
                                <p:cTn id="722" presetID="7" presetClass="emph" presetSubtype="2" fill="hold" nodeType="withEffect">
                                  <p:stCondLst>
                                    <p:cond delay="0"/>
                                  </p:stCondLst>
                                  <p:childTnLst>
                                    <p:animClr clrSpc="rgb" dir="cw">
                                      <p:cBhvr>
                                        <p:cTn id="723" dur="1000" fill="hold"/>
                                        <p:tgtEl>
                                          <p:spTgt spid="67"/>
                                        </p:tgtEl>
                                        <p:attrNameLst>
                                          <p:attrName>stroke.color</p:attrName>
                                        </p:attrNameLst>
                                      </p:cBhvr>
                                      <p:to>
                                        <a:srgbClr val="C00000"/>
                                      </p:to>
                                    </p:animClr>
                                    <p:set>
                                      <p:cBhvr>
                                        <p:cTn id="724" dur="1000" fill="hold"/>
                                        <p:tgtEl>
                                          <p:spTgt spid="67"/>
                                        </p:tgtEl>
                                        <p:attrNameLst>
                                          <p:attrName>stroke.on</p:attrName>
                                        </p:attrNameLst>
                                      </p:cBhvr>
                                      <p:to>
                                        <p:strVal val="true"/>
                                      </p:to>
                                    </p:set>
                                  </p:childTnLst>
                                </p:cTn>
                              </p:par>
                            </p:childTnLst>
                          </p:cTn>
                        </p:par>
                      </p:childTnLst>
                    </p:cTn>
                  </p:par>
                  <p:par>
                    <p:cTn id="725" fill="hold">
                      <p:stCondLst>
                        <p:cond delay="indefinite"/>
                      </p:stCondLst>
                      <p:childTnLst>
                        <p:par>
                          <p:cTn id="726" fill="hold">
                            <p:stCondLst>
                              <p:cond delay="0"/>
                            </p:stCondLst>
                            <p:childTnLst>
                              <p:par>
                                <p:cTn id="727" presetID="10" presetClass="exit" presetSubtype="0" fill="hold" grpId="1" nodeType="clickEffect">
                                  <p:stCondLst>
                                    <p:cond delay="0"/>
                                  </p:stCondLst>
                                  <p:childTnLst>
                                    <p:animEffect transition="out" filter="fade">
                                      <p:cBhvr>
                                        <p:cTn id="728" dur="500"/>
                                        <p:tgtEl>
                                          <p:spTgt spid="127"/>
                                        </p:tgtEl>
                                      </p:cBhvr>
                                    </p:animEffect>
                                    <p:set>
                                      <p:cBhvr>
                                        <p:cTn id="729" dur="1" fill="hold">
                                          <p:stCondLst>
                                            <p:cond delay="499"/>
                                          </p:stCondLst>
                                        </p:cTn>
                                        <p:tgtEl>
                                          <p:spTgt spid="127"/>
                                        </p:tgtEl>
                                        <p:attrNameLst>
                                          <p:attrName>style.visibility</p:attrName>
                                        </p:attrNameLst>
                                      </p:cBhvr>
                                      <p:to>
                                        <p:strVal val="hidden"/>
                                      </p:to>
                                    </p:set>
                                  </p:childTnLst>
                                </p:cTn>
                              </p:par>
                              <p:par>
                                <p:cTn id="730" presetID="10" presetClass="exit" presetSubtype="0" fill="hold" grpId="1" nodeType="withEffect">
                                  <p:stCondLst>
                                    <p:cond delay="0"/>
                                  </p:stCondLst>
                                  <p:childTnLst>
                                    <p:animEffect transition="out" filter="fade">
                                      <p:cBhvr>
                                        <p:cTn id="731" dur="500"/>
                                        <p:tgtEl>
                                          <p:spTgt spid="67"/>
                                        </p:tgtEl>
                                      </p:cBhvr>
                                    </p:animEffect>
                                    <p:set>
                                      <p:cBhvr>
                                        <p:cTn id="732" dur="1" fill="hold">
                                          <p:stCondLst>
                                            <p:cond delay="499"/>
                                          </p:stCondLst>
                                        </p:cTn>
                                        <p:tgtEl>
                                          <p:spTgt spid="67"/>
                                        </p:tgtEl>
                                        <p:attrNameLst>
                                          <p:attrName>style.visibility</p:attrName>
                                        </p:attrNameLst>
                                      </p:cBhvr>
                                      <p:to>
                                        <p:strVal val="hidden"/>
                                      </p:to>
                                    </p:set>
                                  </p:childTnLst>
                                </p:cTn>
                              </p:par>
                              <p:par>
                                <p:cTn id="733" presetID="10" presetClass="exit" presetSubtype="0" fill="hold" grpId="3" nodeType="withEffect">
                                  <p:stCondLst>
                                    <p:cond delay="0"/>
                                  </p:stCondLst>
                                  <p:childTnLst>
                                    <p:animEffect transition="out" filter="fade">
                                      <p:cBhvr>
                                        <p:cTn id="734" dur="500"/>
                                        <p:tgtEl>
                                          <p:spTgt spid="113"/>
                                        </p:tgtEl>
                                      </p:cBhvr>
                                    </p:animEffect>
                                    <p:set>
                                      <p:cBhvr>
                                        <p:cTn id="735" dur="1" fill="hold">
                                          <p:stCondLst>
                                            <p:cond delay="499"/>
                                          </p:stCondLst>
                                        </p:cTn>
                                        <p:tgtEl>
                                          <p:spTgt spid="113"/>
                                        </p:tgtEl>
                                        <p:attrNameLst>
                                          <p:attrName>style.visibility</p:attrName>
                                        </p:attrNameLst>
                                      </p:cBhvr>
                                      <p:to>
                                        <p:strVal val="hidden"/>
                                      </p:to>
                                    </p:set>
                                  </p:childTnLst>
                                </p:cTn>
                              </p:par>
                              <p:par>
                                <p:cTn id="736" presetID="10" presetClass="exit" presetSubtype="0" fill="hold" grpId="0" nodeType="withEffect">
                                  <p:stCondLst>
                                    <p:cond delay="0"/>
                                  </p:stCondLst>
                                  <p:childTnLst>
                                    <p:animEffect transition="out" filter="fade">
                                      <p:cBhvr>
                                        <p:cTn id="737" dur="500"/>
                                        <p:tgtEl>
                                          <p:spTgt spid="100"/>
                                        </p:tgtEl>
                                      </p:cBhvr>
                                    </p:animEffect>
                                    <p:set>
                                      <p:cBhvr>
                                        <p:cTn id="738" dur="1" fill="hold">
                                          <p:stCondLst>
                                            <p:cond delay="499"/>
                                          </p:stCondLst>
                                        </p:cTn>
                                        <p:tgtEl>
                                          <p:spTgt spid="100"/>
                                        </p:tgtEl>
                                        <p:attrNameLst>
                                          <p:attrName>style.visibility</p:attrName>
                                        </p:attrNameLst>
                                      </p:cBhvr>
                                      <p:to>
                                        <p:strVal val="hidden"/>
                                      </p:to>
                                    </p:set>
                                  </p:childTnLst>
                                </p:cTn>
                              </p:par>
                              <p:par>
                                <p:cTn id="739" presetID="22" presetClass="entr" presetSubtype="8" fill="hold" grpId="0" nodeType="withEffect">
                                  <p:stCondLst>
                                    <p:cond delay="250"/>
                                  </p:stCondLst>
                                  <p:childTnLst>
                                    <p:set>
                                      <p:cBhvr>
                                        <p:cTn id="740" dur="1" fill="hold">
                                          <p:stCondLst>
                                            <p:cond delay="0"/>
                                          </p:stCondLst>
                                        </p:cTn>
                                        <p:tgtEl>
                                          <p:spTgt spid="147"/>
                                        </p:tgtEl>
                                        <p:attrNameLst>
                                          <p:attrName>style.visibility</p:attrName>
                                        </p:attrNameLst>
                                      </p:cBhvr>
                                      <p:to>
                                        <p:strVal val="visible"/>
                                      </p:to>
                                    </p:set>
                                    <p:animEffect transition="in" filter="wipe(left)">
                                      <p:cBhvr>
                                        <p:cTn id="741" dur="1500"/>
                                        <p:tgtEl>
                                          <p:spTgt spid="147"/>
                                        </p:tgtEl>
                                      </p:cBhvr>
                                    </p:animEffect>
                                  </p:childTnLst>
                                </p:cTn>
                              </p:par>
                              <p:par>
                                <p:cTn id="742" presetID="35" presetClass="path" presetSubtype="0" accel="50000" decel="50000" fill="hold" grpId="5" nodeType="withEffect">
                                  <p:stCondLst>
                                    <p:cond delay="250"/>
                                  </p:stCondLst>
                                  <p:childTnLst>
                                    <p:animMotion origin="layout" path="M -0.09323 0.02917 L -0.1974 0.01829 " pathEditMode="relative" rAng="0" ptsTypes="AA">
                                      <p:cBhvr>
                                        <p:cTn id="743" dur="1500" fill="hold"/>
                                        <p:tgtEl>
                                          <p:spTgt spid="111"/>
                                        </p:tgtEl>
                                        <p:attrNameLst>
                                          <p:attrName>ppt_x</p:attrName>
                                          <p:attrName>ppt_y</p:attrName>
                                        </p:attrNameLst>
                                      </p:cBhvr>
                                      <p:rCtr x="-5208" y="-556"/>
                                    </p:animMotion>
                                  </p:childTnLst>
                                </p:cTn>
                              </p:par>
                              <p:par>
                                <p:cTn id="744" presetID="22" presetClass="entr" presetSubtype="2" fill="hold" grpId="0" nodeType="withEffect">
                                  <p:stCondLst>
                                    <p:cond delay="250"/>
                                  </p:stCondLst>
                                  <p:childTnLst>
                                    <p:set>
                                      <p:cBhvr>
                                        <p:cTn id="745" dur="1" fill="hold">
                                          <p:stCondLst>
                                            <p:cond delay="0"/>
                                          </p:stCondLst>
                                        </p:cTn>
                                        <p:tgtEl>
                                          <p:spTgt spid="148"/>
                                        </p:tgtEl>
                                        <p:attrNameLst>
                                          <p:attrName>style.visibility</p:attrName>
                                        </p:attrNameLst>
                                      </p:cBhvr>
                                      <p:to>
                                        <p:strVal val="visible"/>
                                      </p:to>
                                    </p:set>
                                    <p:animEffect transition="in" filter="wipe(right)">
                                      <p:cBhvr>
                                        <p:cTn id="746" dur="1500"/>
                                        <p:tgtEl>
                                          <p:spTgt spid="148"/>
                                        </p:tgtEl>
                                      </p:cBhvr>
                                    </p:animEffect>
                                  </p:childTnLst>
                                </p:cTn>
                              </p:par>
                              <p:par>
                                <p:cTn id="747" presetID="35" presetClass="path" presetSubtype="0" accel="50000" decel="50000" fill="hold" grpId="0" nodeType="withEffect">
                                  <p:stCondLst>
                                    <p:cond delay="250"/>
                                  </p:stCondLst>
                                  <p:childTnLst>
                                    <p:animMotion origin="layout" path="M 2.29167E-6 -1.48148E-6 L -0.09779 -0.00903 " pathEditMode="relative" rAng="0" ptsTypes="AA">
                                      <p:cBhvr>
                                        <p:cTn id="748" dur="1500" fill="hold"/>
                                        <p:tgtEl>
                                          <p:spTgt spid="112"/>
                                        </p:tgtEl>
                                        <p:attrNameLst>
                                          <p:attrName>ppt_x</p:attrName>
                                          <p:attrName>ppt_y</p:attrName>
                                        </p:attrNameLst>
                                      </p:cBhvr>
                                      <p:rCtr x="-4896" y="-463"/>
                                    </p:animMotion>
                                  </p:childTnLst>
                                </p:cTn>
                              </p:par>
                            </p:childTnLst>
                          </p:cTn>
                        </p:par>
                      </p:childTnLst>
                    </p:cTn>
                  </p:par>
                  <p:par>
                    <p:cTn id="749" fill="hold">
                      <p:stCondLst>
                        <p:cond delay="indefinite"/>
                      </p:stCondLst>
                      <p:childTnLst>
                        <p:par>
                          <p:cTn id="750" fill="hold">
                            <p:stCondLst>
                              <p:cond delay="0"/>
                            </p:stCondLst>
                            <p:childTnLst>
                              <p:par>
                                <p:cTn id="751" presetID="16" presetClass="exit" presetSubtype="37" fill="hold" grpId="1" nodeType="clickEffect">
                                  <p:stCondLst>
                                    <p:cond delay="0"/>
                                  </p:stCondLst>
                                  <p:childTnLst>
                                    <p:animEffect transition="out" filter="barn(outVertical)">
                                      <p:cBhvr>
                                        <p:cTn id="752" dur="1000"/>
                                        <p:tgtEl>
                                          <p:spTgt spid="151"/>
                                        </p:tgtEl>
                                      </p:cBhvr>
                                    </p:animEffect>
                                    <p:set>
                                      <p:cBhvr>
                                        <p:cTn id="753" dur="1" fill="hold">
                                          <p:stCondLst>
                                            <p:cond delay="999"/>
                                          </p:stCondLst>
                                        </p:cTn>
                                        <p:tgtEl>
                                          <p:spTgt spid="151"/>
                                        </p:tgtEl>
                                        <p:attrNameLst>
                                          <p:attrName>style.visibility</p:attrName>
                                        </p:attrNameLst>
                                      </p:cBhvr>
                                      <p:to>
                                        <p:strVal val="hidden"/>
                                      </p:to>
                                    </p:set>
                                  </p:childTnLst>
                                </p:cTn>
                              </p:par>
                              <p:par>
                                <p:cTn id="754" presetID="42" presetClass="entr" presetSubtype="0" fill="hold" grpId="0" nodeType="withEffect">
                                  <p:stCondLst>
                                    <p:cond delay="500"/>
                                  </p:stCondLst>
                                  <p:childTnLst>
                                    <p:set>
                                      <p:cBhvr>
                                        <p:cTn id="755" dur="1" fill="hold">
                                          <p:stCondLst>
                                            <p:cond delay="0"/>
                                          </p:stCondLst>
                                        </p:cTn>
                                        <p:tgtEl>
                                          <p:spTgt spid="152"/>
                                        </p:tgtEl>
                                        <p:attrNameLst>
                                          <p:attrName>style.visibility</p:attrName>
                                        </p:attrNameLst>
                                      </p:cBhvr>
                                      <p:to>
                                        <p:strVal val="visible"/>
                                      </p:to>
                                    </p:set>
                                    <p:animEffect transition="in" filter="fade">
                                      <p:cBhvr>
                                        <p:cTn id="756" dur="1000"/>
                                        <p:tgtEl>
                                          <p:spTgt spid="152"/>
                                        </p:tgtEl>
                                      </p:cBhvr>
                                    </p:animEffect>
                                    <p:anim calcmode="lin" valueType="num">
                                      <p:cBhvr>
                                        <p:cTn id="757" dur="1000" fill="hold"/>
                                        <p:tgtEl>
                                          <p:spTgt spid="152"/>
                                        </p:tgtEl>
                                        <p:attrNameLst>
                                          <p:attrName>ppt_x</p:attrName>
                                        </p:attrNameLst>
                                      </p:cBhvr>
                                      <p:tavLst>
                                        <p:tav tm="0">
                                          <p:val>
                                            <p:strVal val="#ppt_x"/>
                                          </p:val>
                                        </p:tav>
                                        <p:tav tm="100000">
                                          <p:val>
                                            <p:strVal val="#ppt_x"/>
                                          </p:val>
                                        </p:tav>
                                      </p:tavLst>
                                    </p:anim>
                                    <p:anim calcmode="lin" valueType="num">
                                      <p:cBhvr>
                                        <p:cTn id="758" dur="1000" fill="hold"/>
                                        <p:tgtEl>
                                          <p:spTgt spid="152"/>
                                        </p:tgtEl>
                                        <p:attrNameLst>
                                          <p:attrName>ppt_y</p:attrName>
                                        </p:attrNameLst>
                                      </p:cBhvr>
                                      <p:tavLst>
                                        <p:tav tm="0">
                                          <p:val>
                                            <p:strVal val="#ppt_y+.1"/>
                                          </p:val>
                                        </p:tav>
                                        <p:tav tm="100000">
                                          <p:val>
                                            <p:strVal val="#ppt_y"/>
                                          </p:val>
                                        </p:tav>
                                      </p:tavLst>
                                    </p:anim>
                                  </p:childTnLst>
                                </p:cTn>
                              </p:par>
                            </p:childTnLst>
                          </p:cTn>
                        </p:par>
                        <p:par>
                          <p:cTn id="759" fill="hold">
                            <p:stCondLst>
                              <p:cond delay="1500"/>
                            </p:stCondLst>
                            <p:childTnLst>
                              <p:par>
                                <p:cTn id="760" presetID="8" presetClass="emph" presetSubtype="0" fill="hold" grpId="1" nodeType="afterEffect">
                                  <p:stCondLst>
                                    <p:cond delay="0"/>
                                  </p:stCondLst>
                                  <p:childTnLst>
                                    <p:animRot by="21600000">
                                      <p:cBhvr>
                                        <p:cTn id="761" dur="1500" fill="hold"/>
                                        <p:tgtEl>
                                          <p:spTgt spid="112"/>
                                        </p:tgtEl>
                                        <p:attrNameLst>
                                          <p:attrName>r</p:attrName>
                                        </p:attrNameLst>
                                      </p:cBhvr>
                                    </p:animRot>
                                  </p:childTnLst>
                                </p:cTn>
                              </p:par>
                              <p:par>
                                <p:cTn id="762" presetID="3" presetClass="emph" presetSubtype="2" fill="hold" grpId="2" nodeType="withEffect">
                                  <p:stCondLst>
                                    <p:cond delay="0"/>
                                  </p:stCondLst>
                                  <p:childTnLst>
                                    <p:animClr clrSpc="rgb" dir="cw">
                                      <p:cBhvr override="childStyle">
                                        <p:cTn id="763" dur="1000" fill="hold"/>
                                        <p:tgtEl>
                                          <p:spTgt spid="112"/>
                                        </p:tgtEl>
                                        <p:attrNameLst>
                                          <p:attrName>style.color</p:attrName>
                                        </p:attrNameLst>
                                      </p:cBhvr>
                                      <p:to>
                                        <a:srgbClr val="8E0000"/>
                                      </p:to>
                                    </p:animClr>
                                  </p:childTnLst>
                                </p:cTn>
                              </p:par>
                              <p:par>
                                <p:cTn id="764" presetID="1" presetClass="emph" presetSubtype="2" fill="hold" nodeType="withEffect">
                                  <p:stCondLst>
                                    <p:cond delay="0"/>
                                  </p:stCondLst>
                                  <p:childTnLst>
                                    <p:animClr clrSpc="rgb" dir="cw">
                                      <p:cBhvr>
                                        <p:cTn id="765" dur="1000" fill="hold"/>
                                        <p:tgtEl>
                                          <p:spTgt spid="123"/>
                                        </p:tgtEl>
                                        <p:attrNameLst>
                                          <p:attrName>fillcolor</p:attrName>
                                        </p:attrNameLst>
                                      </p:cBhvr>
                                      <p:to>
                                        <a:srgbClr val="FAE2D6"/>
                                      </p:to>
                                    </p:animClr>
                                    <p:set>
                                      <p:cBhvr>
                                        <p:cTn id="766" dur="1000" fill="hold"/>
                                        <p:tgtEl>
                                          <p:spTgt spid="123"/>
                                        </p:tgtEl>
                                        <p:attrNameLst>
                                          <p:attrName>fill.type</p:attrName>
                                        </p:attrNameLst>
                                      </p:cBhvr>
                                      <p:to>
                                        <p:strVal val="solid"/>
                                      </p:to>
                                    </p:set>
                                    <p:set>
                                      <p:cBhvr>
                                        <p:cTn id="767" dur="1000" fill="hold"/>
                                        <p:tgtEl>
                                          <p:spTgt spid="123"/>
                                        </p:tgtEl>
                                        <p:attrNameLst>
                                          <p:attrName>fill.on</p:attrName>
                                        </p:attrNameLst>
                                      </p:cBhvr>
                                      <p:to>
                                        <p:strVal val="true"/>
                                      </p:to>
                                    </p:set>
                                  </p:childTnLst>
                                </p:cTn>
                              </p:par>
                              <p:par>
                                <p:cTn id="768" presetID="7" presetClass="emph" presetSubtype="2" fill="hold" nodeType="withEffect">
                                  <p:stCondLst>
                                    <p:cond delay="0"/>
                                  </p:stCondLst>
                                  <p:childTnLst>
                                    <p:animClr clrSpc="rgb" dir="cw">
                                      <p:cBhvr>
                                        <p:cTn id="769" dur="1000" fill="hold"/>
                                        <p:tgtEl>
                                          <p:spTgt spid="148"/>
                                        </p:tgtEl>
                                        <p:attrNameLst>
                                          <p:attrName>stroke.color</p:attrName>
                                        </p:attrNameLst>
                                      </p:cBhvr>
                                      <p:to>
                                        <a:srgbClr val="C00000"/>
                                      </p:to>
                                    </p:animClr>
                                    <p:set>
                                      <p:cBhvr>
                                        <p:cTn id="770" dur="1000" fill="hold"/>
                                        <p:tgtEl>
                                          <p:spTgt spid="148"/>
                                        </p:tgtEl>
                                        <p:attrNameLst>
                                          <p:attrName>stroke.on</p:attrName>
                                        </p:attrNameLst>
                                      </p:cBhvr>
                                      <p:to>
                                        <p:strVal val="true"/>
                                      </p:to>
                                    </p:set>
                                  </p:childTnLst>
                                </p:cTn>
                              </p:par>
                            </p:childTnLst>
                          </p:cTn>
                        </p:par>
                      </p:childTnLst>
                    </p:cTn>
                  </p:par>
                  <p:par>
                    <p:cTn id="771" fill="hold">
                      <p:stCondLst>
                        <p:cond delay="indefinite"/>
                      </p:stCondLst>
                      <p:childTnLst>
                        <p:par>
                          <p:cTn id="772" fill="hold">
                            <p:stCondLst>
                              <p:cond delay="0"/>
                            </p:stCondLst>
                            <p:childTnLst>
                              <p:par>
                                <p:cTn id="773" presetID="10" presetClass="exit" presetSubtype="0" fill="hold" grpId="1" nodeType="clickEffect">
                                  <p:stCondLst>
                                    <p:cond delay="0"/>
                                  </p:stCondLst>
                                  <p:childTnLst>
                                    <p:animEffect transition="out" filter="fade">
                                      <p:cBhvr>
                                        <p:cTn id="774" dur="500"/>
                                        <p:tgtEl>
                                          <p:spTgt spid="148"/>
                                        </p:tgtEl>
                                      </p:cBhvr>
                                    </p:animEffect>
                                    <p:set>
                                      <p:cBhvr>
                                        <p:cTn id="775" dur="1" fill="hold">
                                          <p:stCondLst>
                                            <p:cond delay="499"/>
                                          </p:stCondLst>
                                        </p:cTn>
                                        <p:tgtEl>
                                          <p:spTgt spid="148"/>
                                        </p:tgtEl>
                                        <p:attrNameLst>
                                          <p:attrName>style.visibility</p:attrName>
                                        </p:attrNameLst>
                                      </p:cBhvr>
                                      <p:to>
                                        <p:strVal val="hidden"/>
                                      </p:to>
                                    </p:set>
                                  </p:childTnLst>
                                </p:cTn>
                              </p:par>
                              <p:par>
                                <p:cTn id="776" presetID="22" presetClass="entr" presetSubtype="8" fill="hold" grpId="0" nodeType="withEffect">
                                  <p:stCondLst>
                                    <p:cond delay="250"/>
                                  </p:stCondLst>
                                  <p:childTnLst>
                                    <p:set>
                                      <p:cBhvr>
                                        <p:cTn id="777" dur="1" fill="hold">
                                          <p:stCondLst>
                                            <p:cond delay="0"/>
                                          </p:stCondLst>
                                        </p:cTn>
                                        <p:tgtEl>
                                          <p:spTgt spid="149"/>
                                        </p:tgtEl>
                                        <p:attrNameLst>
                                          <p:attrName>style.visibility</p:attrName>
                                        </p:attrNameLst>
                                      </p:cBhvr>
                                      <p:to>
                                        <p:strVal val="visible"/>
                                      </p:to>
                                    </p:set>
                                    <p:animEffect transition="in" filter="wipe(left)">
                                      <p:cBhvr>
                                        <p:cTn id="778" dur="1500"/>
                                        <p:tgtEl>
                                          <p:spTgt spid="149"/>
                                        </p:tgtEl>
                                      </p:cBhvr>
                                    </p:animEffect>
                                  </p:childTnLst>
                                </p:cTn>
                              </p:par>
                              <p:par>
                                <p:cTn id="779" presetID="35" presetClass="path" presetSubtype="0" accel="50000" decel="50000" fill="hold" grpId="3" nodeType="withEffect">
                                  <p:stCondLst>
                                    <p:cond delay="250"/>
                                  </p:stCondLst>
                                  <p:childTnLst>
                                    <p:animMotion origin="layout" path="M -0.09779 -0.00903 L -0.20716 0.00116 " pathEditMode="relative" rAng="0" ptsTypes="AA">
                                      <p:cBhvr>
                                        <p:cTn id="780" dur="1500" fill="hold"/>
                                        <p:tgtEl>
                                          <p:spTgt spid="112"/>
                                        </p:tgtEl>
                                        <p:attrNameLst>
                                          <p:attrName>ppt_x</p:attrName>
                                          <p:attrName>ppt_y</p:attrName>
                                        </p:attrNameLst>
                                      </p:cBhvr>
                                      <p:rCtr x="-5469" y="509"/>
                                    </p:animMotion>
                                  </p:childTnLst>
                                </p:cTn>
                              </p:par>
                              <p:par>
                                <p:cTn id="781" presetID="1" presetClass="emph" presetSubtype="2" fill="hold" nodeType="withEffect">
                                  <p:stCondLst>
                                    <p:cond delay="250"/>
                                  </p:stCondLst>
                                  <p:childTnLst>
                                    <p:animClr clrSpc="rgb" dir="cw">
                                      <p:cBhvr>
                                        <p:cTn id="782" dur="1000" fill="hold"/>
                                        <p:tgtEl>
                                          <p:spTgt spid="117"/>
                                        </p:tgtEl>
                                        <p:attrNameLst>
                                          <p:attrName>fillcolor</p:attrName>
                                        </p:attrNameLst>
                                      </p:cBhvr>
                                      <p:to>
                                        <a:srgbClr val="FAE2D6"/>
                                      </p:to>
                                    </p:animClr>
                                    <p:set>
                                      <p:cBhvr>
                                        <p:cTn id="783" dur="1000" fill="hold"/>
                                        <p:tgtEl>
                                          <p:spTgt spid="117"/>
                                        </p:tgtEl>
                                        <p:attrNameLst>
                                          <p:attrName>fill.type</p:attrName>
                                        </p:attrNameLst>
                                      </p:cBhvr>
                                      <p:to>
                                        <p:strVal val="solid"/>
                                      </p:to>
                                    </p:set>
                                    <p:set>
                                      <p:cBhvr>
                                        <p:cTn id="784" dur="1000" fill="hold"/>
                                        <p:tgtEl>
                                          <p:spTgt spid="11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44" grpId="0"/>
      <p:bldP spid="47" grpId="0"/>
      <p:bldP spid="49" grpId="0"/>
      <p:bldP spid="80" grpId="1"/>
      <p:bldP spid="80" grpId="2"/>
      <p:bldP spid="80" grpId="3"/>
      <p:bldP spid="80" grpId="4"/>
      <p:bldP spid="81" grpId="0"/>
      <p:bldP spid="81" grpId="1"/>
      <p:bldP spid="82" grpId="0"/>
      <p:bldP spid="82" grpId="1"/>
      <p:bldP spid="83" grpId="0"/>
      <p:bldP spid="83" grpId="1"/>
      <p:bldP spid="83" grpId="2"/>
      <p:bldP spid="85" grpId="0"/>
      <p:bldP spid="85" grpId="1"/>
      <p:bldP spid="87" grpId="0"/>
      <p:bldP spid="87" grpId="1"/>
      <p:bldP spid="88" grpId="0"/>
      <p:bldP spid="89" grpId="0"/>
      <p:bldP spid="89" grpId="1"/>
      <p:bldP spid="89" grpId="2"/>
      <p:bldP spid="89" grpId="3"/>
      <p:bldP spid="89" grpId="4"/>
      <p:bldP spid="90" grpId="0"/>
      <p:bldP spid="99" grpId="0" animBg="1"/>
      <p:bldP spid="100" grpId="0" animBg="1"/>
      <p:bldP spid="101" grpId="0" animBg="1"/>
      <p:bldP spid="102" grpId="0" animBg="1"/>
      <p:bldP spid="103" grpId="0" animBg="1"/>
      <p:bldP spid="104" grpId="0" animBg="1"/>
      <p:bldP spid="105" grpId="0" animBg="1"/>
      <p:bldP spid="106" grpId="0"/>
      <p:bldP spid="106" grpId="1"/>
      <p:bldP spid="106" grpId="2"/>
      <p:bldP spid="107" grpId="0"/>
      <p:bldP spid="107" grpId="1"/>
      <p:bldP spid="107" grpId="2"/>
      <p:bldP spid="108" grpId="0"/>
      <p:bldP spid="108" grpId="1"/>
      <p:bldP spid="108" grpId="2"/>
      <p:bldP spid="108" grpId="3"/>
      <p:bldP spid="108" grpId="4"/>
      <p:bldP spid="109" grpId="0"/>
      <p:bldP spid="110" grpId="0"/>
      <p:bldP spid="110" grpId="1"/>
      <p:bldP spid="110" grpId="2"/>
      <p:bldP spid="110" grpId="3"/>
      <p:bldP spid="111" grpId="0"/>
      <p:bldP spid="111" grpId="1"/>
      <p:bldP spid="111" grpId="2"/>
      <p:bldP spid="111" grpId="3"/>
      <p:bldP spid="111" grpId="4"/>
      <p:bldP spid="111" grpId="5"/>
      <p:bldP spid="112" grpId="0"/>
      <p:bldP spid="112" grpId="1"/>
      <p:bldP spid="112" grpId="2"/>
      <p:bldP spid="112" grpId="3"/>
      <p:bldP spid="113" grpId="0"/>
      <p:bldP spid="113" grpId="1"/>
      <p:bldP spid="113" grpId="3"/>
      <p:bldP spid="114" grpId="0"/>
      <p:bldP spid="115" grpId="0" animBg="1"/>
      <p:bldP spid="116" grpId="0"/>
      <p:bldP spid="116" grpId="1"/>
      <p:bldP spid="116" grpId="2"/>
      <p:bldP spid="117" grpId="0" animBg="1"/>
      <p:bldP spid="118" grpId="0" animBg="1"/>
      <p:bldP spid="119" grpId="0" animBg="1"/>
      <p:bldP spid="120" grpId="0" animBg="1"/>
      <p:bldP spid="121" grpId="0" animBg="1"/>
      <p:bldP spid="123" grpId="0" animBg="1"/>
      <p:bldP spid="125" grpId="0" animBg="1"/>
      <p:bldP spid="125" grpId="1" animBg="1"/>
      <p:bldP spid="126" grpId="0" animBg="1"/>
      <p:bldP spid="126" grpId="1" animBg="1"/>
      <p:bldP spid="127" grpId="0" animBg="1"/>
      <p:bldP spid="127" grpId="1" animBg="1"/>
      <p:bldP spid="10" grpId="0"/>
      <p:bldP spid="10" grpId="1"/>
      <p:bldP spid="10" grpId="2"/>
      <p:bldP spid="130" grpId="0"/>
      <p:bldP spid="130" grpId="1"/>
      <p:bldP spid="13" grpId="0"/>
      <p:bldP spid="15" grpId="0"/>
      <p:bldP spid="63" grpId="0" animBg="1"/>
      <p:bldP spid="63" grpId="1" animBg="1"/>
      <p:bldP spid="63" grpId="2" animBg="1"/>
      <p:bldP spid="63" grpId="3" animBg="1"/>
      <p:bldP spid="64" grpId="0" animBg="1"/>
      <p:bldP spid="64" grpId="1" animBg="1"/>
      <p:bldP spid="65" grpId="0" animBg="1"/>
      <p:bldP spid="65" grpId="1" animBg="1"/>
      <p:bldP spid="66" grpId="0" animBg="1"/>
      <p:bldP spid="67" grpId="0" animBg="1"/>
      <p:bldP spid="67" grpId="1" animBg="1"/>
      <p:bldP spid="68" grpId="0" animBg="1"/>
      <p:bldP spid="124" grpId="1" animBg="1"/>
      <p:bldP spid="122" grpId="1" animBg="1"/>
      <p:bldP spid="69" grpId="0"/>
      <p:bldP spid="70" grpId="0"/>
      <p:bldP spid="70" grpId="1"/>
      <p:bldP spid="73" grpId="0"/>
      <p:bldP spid="74" grpId="0"/>
      <p:bldP spid="74" grpId="1"/>
      <p:bldP spid="96" grpId="0"/>
      <p:bldP spid="98" grpId="0"/>
      <p:bldP spid="133" grpId="0"/>
      <p:bldP spid="133" grpId="1"/>
      <p:bldP spid="134" grpId="0"/>
      <p:bldP spid="134" grpId="1"/>
      <p:bldP spid="135" grpId="0"/>
      <p:bldP spid="135" grpId="1"/>
      <p:bldP spid="136" grpId="0"/>
      <p:bldP spid="136" grpId="1"/>
      <p:bldP spid="137" grpId="0"/>
      <p:bldP spid="138" grpId="0"/>
      <p:bldP spid="139" grpId="0"/>
      <p:bldP spid="140" grpId="0"/>
      <p:bldP spid="140" grpId="1"/>
      <p:bldP spid="141" grpId="0"/>
      <p:bldP spid="141" grpId="1"/>
      <p:bldP spid="142" grpId="0" animBg="1"/>
      <p:bldP spid="143" grpId="0" animBg="1"/>
      <p:bldP spid="143" grpId="1" animBg="1"/>
      <p:bldP spid="144" grpId="0" animBg="1"/>
      <p:bldP spid="145" grpId="0" animBg="1"/>
      <p:bldP spid="146" grpId="0" animBg="1"/>
      <p:bldP spid="147" grpId="0" animBg="1"/>
      <p:bldP spid="148" grpId="0" animBg="1"/>
      <p:bldP spid="148" grpId="1" animBg="1"/>
      <p:bldP spid="149" grpId="0" animBg="1"/>
      <p:bldP spid="150" grpId="0"/>
      <p:bldP spid="150" grpId="1"/>
      <p:bldP spid="151" grpId="0"/>
      <p:bldP spid="151" grpId="1"/>
      <p:bldP spid="15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E7DBF58-D506-A9C7-7AE9-2952B7D12F7A}"/>
              </a:ext>
            </a:extLst>
          </p:cNvPr>
          <p:cNvSpPr>
            <a:spLocks noGrp="1"/>
          </p:cNvSpPr>
          <p:nvPr>
            <p:ph type="sldNum" sz="quarter" idx="12"/>
          </p:nvPr>
        </p:nvSpPr>
        <p:spPr/>
        <p:txBody>
          <a:bodyPr/>
          <a:lstStyle/>
          <a:p>
            <a:fld id="{D7C0FE0B-717B-41AE-9FA2-CA4BF851D1C3}" type="slidenum">
              <a:rPr lang="zh-CN" altLang="en-US" smtClean="0"/>
              <a:t>23</a:t>
            </a:fld>
            <a:endParaRPr lang="zh-CN" altLang="en-US"/>
          </a:p>
        </p:txBody>
      </p:sp>
      <p:sp>
        <p:nvSpPr>
          <p:cNvPr id="4" name="文本框 3">
            <a:extLst>
              <a:ext uri="{FF2B5EF4-FFF2-40B4-BE49-F238E27FC236}">
                <a16:creationId xmlns:a16="http://schemas.microsoft.com/office/drawing/2014/main" id="{7F6AC949-FC6A-017A-67F6-83B620CB1C4E}"/>
              </a:ext>
            </a:extLst>
          </p:cNvPr>
          <p:cNvSpPr txBox="1"/>
          <p:nvPr/>
        </p:nvSpPr>
        <p:spPr>
          <a:xfrm>
            <a:off x="1319711" y="235027"/>
            <a:ext cx="3684246" cy="476669"/>
          </a:xfrm>
          <a:prstGeom prst="rect">
            <a:avLst/>
          </a:prstGeom>
          <a:noFill/>
        </p:spPr>
        <p:txBody>
          <a:bodyPr wrap="square">
            <a:spAutoFit/>
          </a:bodyPr>
          <a:lstStyle>
            <a:defPPr>
              <a:defRPr lang="zh-CN"/>
            </a:defPPr>
            <a:lvl1pPr marL="72000" marR="0" lvl="0" indent="0" algn="just" eaLnBrk="0" fontAlgn="base" hangingPunct="0">
              <a:lnSpc>
                <a:spcPct val="120000"/>
              </a:lnSpc>
              <a:spcBef>
                <a:spcPts val="600"/>
              </a:spcBef>
              <a:spcAft>
                <a:spcPct val="0"/>
              </a:spcAft>
              <a:buClrTx/>
              <a:buSzTx/>
              <a:buFontTx/>
              <a:buNone/>
              <a:tabLst/>
              <a:defRPr kumimoji="0" sz="2400" b="1" i="0" u="none" strike="noStrike" cap="none" normalizeH="0" baseline="0">
                <a:ln>
                  <a:noFill/>
                </a:ln>
                <a:solidFill>
                  <a:srgbClr val="C00000"/>
                </a:solidFill>
                <a:effectLst>
                  <a:outerShdw blurRad="38100" dist="38100" dir="2700000" algn="tl">
                    <a:srgbClr val="000000">
                      <a:alpha val="43137"/>
                    </a:srgbClr>
                  </a:outerShdw>
                </a:effectLst>
                <a:ea typeface="宋体" panose="02010600030101010101" pitchFamily="2" charset="-122"/>
                <a:cs typeface="Times New Roman" panose="02020603050405020304" pitchFamily="18" charset="0"/>
              </a:defRPr>
            </a:lvl1pPr>
          </a:lstStyle>
          <a:p>
            <a:r>
              <a:rPr lang="en-US" altLang="zh-CN" dirty="0">
                <a:latin typeface="楷体" panose="02010609060101010101" pitchFamily="49" charset="-122"/>
                <a:ea typeface="楷体" panose="02010609060101010101" pitchFamily="49" charset="-122"/>
              </a:rPr>
              <a:t>2. </a:t>
            </a:r>
            <a:r>
              <a:rPr lang="zh-CN" altLang="zh-CN" dirty="0">
                <a:latin typeface="楷体" panose="02010609060101010101" pitchFamily="49" charset="-122"/>
                <a:ea typeface="楷体" panose="02010609060101010101" pitchFamily="49" charset="-122"/>
              </a:rPr>
              <a:t>克鲁斯卡尔算法</a:t>
            </a:r>
          </a:p>
        </p:txBody>
      </p:sp>
      <p:sp>
        <p:nvSpPr>
          <p:cNvPr id="6" name="文本框 5">
            <a:extLst>
              <a:ext uri="{FF2B5EF4-FFF2-40B4-BE49-F238E27FC236}">
                <a16:creationId xmlns:a16="http://schemas.microsoft.com/office/drawing/2014/main" id="{6A78A9F8-D0D9-7A34-9552-6D1BA9C4FE28}"/>
              </a:ext>
            </a:extLst>
          </p:cNvPr>
          <p:cNvSpPr txBox="1"/>
          <p:nvPr/>
        </p:nvSpPr>
        <p:spPr>
          <a:xfrm>
            <a:off x="263661" y="847482"/>
            <a:ext cx="8891559" cy="2060629"/>
          </a:xfrm>
          <a:prstGeom prst="rect">
            <a:avLst/>
          </a:prstGeom>
          <a:noFill/>
        </p:spPr>
        <p:txBody>
          <a:bodyPr wrap="square">
            <a:spAutoFit/>
          </a:bodyPr>
          <a:lstStyle/>
          <a:p>
            <a:pPr marL="72000" algn="just">
              <a:lnSpc>
                <a:spcPct val="120000"/>
              </a:lnSpc>
              <a:buNone/>
            </a:pPr>
            <a:r>
              <a:rPr lang="zh-CN"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克鲁斯卡尔算法</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另辟蹊径，求网</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的最小生成树</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G</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的一个最小连通子图）</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a:t>
            </a:r>
            <a:r>
              <a:rPr lang="zh-CN" altLang="zh-CN" sz="1800" b="1" kern="100" dirty="0">
                <a:solidFill>
                  <a:srgbClr val="333D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基本思想</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algn="just">
              <a:lnSpc>
                <a:spcPct val="12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）最小生成树初始为只包含所有顶点且无边的非连通网</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algn="just">
              <a:lnSpc>
                <a:spcPct val="12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中选取当前未被标记且权值最小的边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，标记边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，并判断边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加入</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后是否产生回路，如果不产生，则将边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加入</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algn="just">
              <a:lnSpc>
                <a:spcPct val="12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）重复第（</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）步，直到有</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条边入选</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，则算法结束，网</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为所求的最小生成树。</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F683358D-EA72-5DB4-1522-187874351E9E}"/>
              </a:ext>
            </a:extLst>
          </p:cNvPr>
          <p:cNvSpPr txBox="1"/>
          <p:nvPr/>
        </p:nvSpPr>
        <p:spPr>
          <a:xfrm>
            <a:off x="9366058" y="847482"/>
            <a:ext cx="2562281" cy="2054922"/>
          </a:xfrm>
          <a:prstGeom prst="rect">
            <a:avLst/>
          </a:prstGeom>
          <a:solidFill>
            <a:srgbClr val="E7FFFF"/>
          </a:solidFill>
        </p:spPr>
        <p:txBody>
          <a:bodyPr wrap="square">
            <a:spAutoFit/>
          </a:bodyPr>
          <a:lstStyle/>
          <a:p>
            <a:pPr algn="just">
              <a:lnSpc>
                <a:spcPct val="120000"/>
              </a:lnSpc>
            </a:pP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与普里姆算法相比，克鲁斯卡尔算法的</a:t>
            </a:r>
            <a:r>
              <a:rPr lang="zh-CN" altLang="zh-CN" sz="1800" b="1" dirty="0">
                <a:solidFill>
                  <a:srgbClr val="333D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时间复杂度</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b="1" i="1" dirty="0">
                <a:effectLst/>
                <a:latin typeface="Times New Roman" panose="02020603050405020304" pitchFamily="18" charset="0"/>
                <a:ea typeface="宋体" panose="02010600030101010101" pitchFamily="2" charset="-122"/>
              </a:rPr>
              <a:t>O</a:t>
            </a:r>
            <a:r>
              <a:rPr lang="en-US" altLang="zh-CN" sz="1800" b="1" dirty="0">
                <a:effectLst/>
                <a:latin typeface="Times New Roman" panose="02020603050405020304" pitchFamily="18" charset="0"/>
                <a:ea typeface="宋体" panose="02010600030101010101" pitchFamily="2" charset="-122"/>
              </a:rPr>
              <a:t>(</a:t>
            </a:r>
            <a:r>
              <a:rPr lang="en-US" altLang="zh-CN" sz="1800" b="1" i="1" dirty="0">
                <a:effectLst/>
                <a:latin typeface="Times New Roman" panose="02020603050405020304" pitchFamily="18" charset="0"/>
                <a:ea typeface="宋体" panose="02010600030101010101" pitchFamily="2" charset="-122"/>
              </a:rPr>
              <a:t>e</a:t>
            </a:r>
            <a:r>
              <a:rPr lang="en-US" altLang="zh-CN" sz="1800" b="1" dirty="0">
                <a:effectLst/>
                <a:latin typeface="Times New Roman" panose="02020603050405020304" pitchFamily="18" charset="0"/>
                <a:ea typeface="宋体" panose="02010600030101010101" pitchFamily="2" charset="-122"/>
              </a:rPr>
              <a:t>log</a:t>
            </a:r>
            <a:r>
              <a:rPr lang="en-US" altLang="zh-CN" sz="1800" b="1" i="1" dirty="0">
                <a:effectLst/>
                <a:latin typeface="Times New Roman" panose="02020603050405020304" pitchFamily="18" charset="0"/>
                <a:ea typeface="宋体" panose="02010600030101010101" pitchFamily="2" charset="-122"/>
              </a:rPr>
              <a:t>e</a:t>
            </a:r>
            <a:r>
              <a:rPr lang="en-US" altLang="zh-CN" sz="1800" b="1" dirty="0">
                <a:effectLst/>
                <a:latin typeface="Times New Roman" panose="02020603050405020304" pitchFamily="18" charset="0"/>
                <a:ea typeface="宋体" panose="02010600030101010101" pitchFamily="2" charset="-122"/>
              </a:rPr>
              <a:t>) (</a:t>
            </a:r>
            <a:r>
              <a:rPr lang="en-US" altLang="zh-CN" sz="1800" b="1" i="1" dirty="0">
                <a:effectLst/>
                <a:latin typeface="Times New Roman" panose="02020603050405020304" pitchFamily="18" charset="0"/>
                <a:ea typeface="宋体" panose="02010600030101010101" pitchFamily="2" charset="-122"/>
              </a:rPr>
              <a:t>e</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为网中边的数目</a:t>
            </a:r>
            <a:r>
              <a:rPr lang="en-US" altLang="zh-CN" sz="1800" b="1" dirty="0">
                <a:effectLst/>
                <a:latin typeface="Times New Roman" panose="02020603050405020304" pitchFamily="18" charset="0"/>
                <a:ea typeface="宋体" panose="02010600030101010101" pitchFamily="2" charset="-122"/>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，因而适合于求边稀疏的网的最小生成树。</a:t>
            </a:r>
            <a:endParaRPr lang="zh-CN" altLang="en-US" b="1" dirty="0"/>
          </a:p>
        </p:txBody>
      </p:sp>
      <p:sp>
        <p:nvSpPr>
          <p:cNvPr id="9" name="Rectangle 2">
            <a:extLst>
              <a:ext uri="{FF2B5EF4-FFF2-40B4-BE49-F238E27FC236}">
                <a16:creationId xmlns:a16="http://schemas.microsoft.com/office/drawing/2014/main" id="{16A26CAF-D651-6885-247E-34C537D7F8A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1" name="组合 10">
            <a:extLst>
              <a:ext uri="{FF2B5EF4-FFF2-40B4-BE49-F238E27FC236}">
                <a16:creationId xmlns:a16="http://schemas.microsoft.com/office/drawing/2014/main" id="{9E88B1D9-C51F-14A6-D038-1269AA3E2CD7}"/>
              </a:ext>
            </a:extLst>
          </p:cNvPr>
          <p:cNvGrpSpPr/>
          <p:nvPr/>
        </p:nvGrpSpPr>
        <p:grpSpPr>
          <a:xfrm>
            <a:off x="263661" y="3269669"/>
            <a:ext cx="4967495" cy="3451806"/>
            <a:chOff x="4339190" y="3010406"/>
            <a:chExt cx="4967495" cy="3451806"/>
          </a:xfrm>
        </p:grpSpPr>
        <p:pic>
          <p:nvPicPr>
            <p:cNvPr id="1025" name="图片 17">
              <a:extLst>
                <a:ext uri="{FF2B5EF4-FFF2-40B4-BE49-F238E27FC236}">
                  <a16:creationId xmlns:a16="http://schemas.microsoft.com/office/drawing/2014/main" id="{9D6F5837-975F-7CF7-2BD8-796B8B54A2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2489" y="3010406"/>
              <a:ext cx="4532731" cy="3113252"/>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3">
              <a:extLst>
                <a:ext uri="{FF2B5EF4-FFF2-40B4-BE49-F238E27FC236}">
                  <a16:creationId xmlns:a16="http://schemas.microsoft.com/office/drawing/2014/main" id="{C6EC75C2-6762-A7A7-CD1F-CB7E2658203A}"/>
                </a:ext>
              </a:extLst>
            </p:cNvPr>
            <p:cNvSpPr>
              <a:spLocks noChangeArrowheads="1"/>
            </p:cNvSpPr>
            <p:nvPr/>
          </p:nvSpPr>
          <p:spPr bwMode="auto">
            <a:xfrm>
              <a:off x="4339190" y="6123658"/>
              <a:ext cx="496749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图</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7.19</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克鲁斯卡尔算法</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构造最小</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生成树的过程示例</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pSp>
      <p:sp>
        <p:nvSpPr>
          <p:cNvPr id="13" name="文本框 12">
            <a:extLst>
              <a:ext uri="{FF2B5EF4-FFF2-40B4-BE49-F238E27FC236}">
                <a16:creationId xmlns:a16="http://schemas.microsoft.com/office/drawing/2014/main" id="{BA737EEB-82A0-781F-D39E-ED4FF28F60AD}"/>
              </a:ext>
            </a:extLst>
          </p:cNvPr>
          <p:cNvSpPr txBox="1"/>
          <p:nvPr/>
        </p:nvSpPr>
        <p:spPr>
          <a:xfrm>
            <a:off x="309943" y="2892722"/>
            <a:ext cx="7325018" cy="369332"/>
          </a:xfrm>
          <a:prstGeom prst="rect">
            <a:avLst/>
          </a:prstGeom>
          <a:noFill/>
        </p:spPr>
        <p:txBody>
          <a:bodyPr wrap="square">
            <a:spAutoFit/>
          </a:bodyPr>
          <a:lstStyle/>
          <a:p>
            <a:r>
              <a:rPr lang="zh-CN" altLang="zh-CN" sz="1800" dirty="0">
                <a:effectLst/>
                <a:latin typeface="Courier New" panose="02070309020205020404" pitchFamily="49" charset="0"/>
                <a:ea typeface="宋体" panose="02010600030101010101" pitchFamily="2" charset="-122"/>
                <a:cs typeface="Courier New" panose="02070309020205020404" pitchFamily="49" charset="0"/>
              </a:rPr>
              <a:t>按照克鲁斯卡尔算法构造连通网</a:t>
            </a:r>
            <a:r>
              <a:rPr lang="en-US" altLang="zh-CN" sz="1800" i="1" dirty="0">
                <a:effectLst/>
                <a:latin typeface="Times New Roman" panose="02020603050405020304" pitchFamily="18" charset="0"/>
                <a:ea typeface="宋体" panose="02010600030101010101" pitchFamily="2" charset="-122"/>
              </a:rPr>
              <a:t>G</a:t>
            </a:r>
            <a:r>
              <a:rPr lang="zh-CN" altLang="zh-CN" sz="1800" dirty="0">
                <a:effectLst/>
                <a:latin typeface="Courier New" panose="02070309020205020404" pitchFamily="49" charset="0"/>
                <a:ea typeface="宋体" panose="02010600030101010101" pitchFamily="2" charset="-122"/>
                <a:cs typeface="Courier New" panose="02070309020205020404" pitchFamily="49" charset="0"/>
              </a:rPr>
              <a:t>的最小生成树的过程如图</a:t>
            </a:r>
            <a:r>
              <a:rPr lang="en-US" altLang="zh-CN" sz="1800" dirty="0">
                <a:effectLst/>
                <a:latin typeface="Times New Roman" panose="02020603050405020304" pitchFamily="18" charset="0"/>
                <a:ea typeface="宋体" panose="02010600030101010101" pitchFamily="2" charset="-122"/>
              </a:rPr>
              <a:t>7.19</a:t>
            </a:r>
            <a:r>
              <a:rPr lang="zh-CN" altLang="zh-CN" sz="1800" dirty="0">
                <a:effectLst/>
                <a:latin typeface="Courier New" panose="02070309020205020404" pitchFamily="49" charset="0"/>
                <a:ea typeface="宋体" panose="02010600030101010101" pitchFamily="2" charset="-122"/>
                <a:cs typeface="Courier New" panose="02070309020205020404" pitchFamily="49" charset="0"/>
              </a:rPr>
              <a:t>所示</a:t>
            </a:r>
            <a:r>
              <a:rPr lang="zh-CN" altLang="en-US" sz="18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en-US" dirty="0"/>
          </a:p>
        </p:txBody>
      </p:sp>
      <p:sp>
        <p:nvSpPr>
          <p:cNvPr id="15" name="文本框 14">
            <a:extLst>
              <a:ext uri="{FF2B5EF4-FFF2-40B4-BE49-F238E27FC236}">
                <a16:creationId xmlns:a16="http://schemas.microsoft.com/office/drawing/2014/main" id="{F25AC6B7-7ADE-E0F4-F9E1-6473CAADFA49}"/>
              </a:ext>
            </a:extLst>
          </p:cNvPr>
          <p:cNvSpPr txBox="1"/>
          <p:nvPr/>
        </p:nvSpPr>
        <p:spPr>
          <a:xfrm>
            <a:off x="5413945" y="3354394"/>
            <a:ext cx="6514394" cy="3293209"/>
          </a:xfrm>
          <a:prstGeom prst="rect">
            <a:avLst/>
          </a:prstGeom>
          <a:noFill/>
        </p:spPr>
        <p:txBody>
          <a:bodyPr wrap="square">
            <a:spAutoFit/>
          </a:bodyPr>
          <a:lstStyle/>
          <a:p>
            <a:pPr algn="just">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影响克鲁斯卡尔算法效率的有</a:t>
            </a:r>
            <a:r>
              <a:rPr lang="zh-CN" altLang="zh-CN" sz="18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Courier New" panose="02070309020205020404" pitchFamily="49" charset="0"/>
              </a:rPr>
              <a:t>两个要点</a:t>
            </a:r>
            <a:r>
              <a:rPr lang="zh-CN" altLang="en-US" sz="18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Courier New" panose="02070309020205020404" pitchFamily="49" charset="0"/>
              </a:rPr>
              <a:t>：</a:t>
            </a:r>
            <a:endParaRPr lang="zh-CN" altLang="zh-CN" sz="1800"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endParaRPr>
          </a:p>
          <a:p>
            <a:pPr algn="just">
              <a:spcBef>
                <a:spcPts val="600"/>
              </a:spcBef>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zh-CN" altLang="zh-CN" sz="1800" kern="100" dirty="0">
                <a:solidFill>
                  <a:srgbClr val="333D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Courier New" panose="02070309020205020404" pitchFamily="49" charset="0"/>
              </a:rPr>
              <a:t>在当前未标记的边中选取权值最小的边。</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可采用</a:t>
            </a:r>
            <a:r>
              <a:rPr lang="zh-CN"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小顶堆</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获取权值最小的边，也可先按大小顺序将边信息存储在一维数组。</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取</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条最小边的时间复杂度，二者都可由</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kern="100" baseline="300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降低到</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O</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log</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spcBef>
                <a:spcPts val="600"/>
              </a:spcBef>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2</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zh-CN" altLang="zh-CN" kern="100" dirty="0">
                <a:solidFill>
                  <a:srgbClr val="333D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Courier New" panose="02070309020205020404" pitchFamily="49" charset="0"/>
              </a:rPr>
              <a:t>判断是否产生回路。</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由图定义可知，在无回路的连通分量（简单连通分量）中，任意顶点之间增加一条边，必形成回路；而在两个简单连通分量之间增加一条边，则将它们合并成一个简单连通分量，不会形成回路。此问题可用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6.7</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节的</a:t>
            </a:r>
            <a:r>
              <a:rPr lang="zh-CN"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并查集</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解决，用并查集的一个子集表示一个简单连通分量的顶点集合。对于边</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w</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，若</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w</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同属一个子集，则加入该边必形成回路，放弃该边；否则合并</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w</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分属的不</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同子集，表示加入该边。</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8395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BCB2F66-C045-9556-4278-29759AEBE4D9}"/>
              </a:ext>
            </a:extLst>
          </p:cNvPr>
          <p:cNvSpPr>
            <a:spLocks noGrp="1"/>
          </p:cNvSpPr>
          <p:nvPr>
            <p:ph type="sldNum" sz="quarter" idx="12"/>
          </p:nvPr>
        </p:nvSpPr>
        <p:spPr/>
        <p:txBody>
          <a:bodyPr/>
          <a:lstStyle/>
          <a:p>
            <a:fld id="{D7C0FE0B-717B-41AE-9FA2-CA4BF851D1C3}" type="slidenum">
              <a:rPr lang="zh-CN" altLang="en-US" smtClean="0"/>
              <a:t>24</a:t>
            </a:fld>
            <a:endParaRPr lang="zh-CN" altLang="en-US"/>
          </a:p>
        </p:txBody>
      </p:sp>
      <p:sp>
        <p:nvSpPr>
          <p:cNvPr id="3" name="文本框 3">
            <a:extLst>
              <a:ext uri="{FF2B5EF4-FFF2-40B4-BE49-F238E27FC236}">
                <a16:creationId xmlns:a16="http://schemas.microsoft.com/office/drawing/2014/main" id="{7F6AC949-FC6A-017A-67F6-83B620CB1C4E}"/>
              </a:ext>
            </a:extLst>
          </p:cNvPr>
          <p:cNvSpPr txBox="1"/>
          <p:nvPr/>
        </p:nvSpPr>
        <p:spPr>
          <a:xfrm>
            <a:off x="1286401" y="217462"/>
            <a:ext cx="3942064" cy="476669"/>
          </a:xfrm>
          <a:prstGeom prst="rect">
            <a:avLst/>
          </a:prstGeom>
          <a:noFill/>
        </p:spPr>
        <p:txBody>
          <a:bodyPr wrap="square">
            <a:spAutoFit/>
          </a:bodyPr>
          <a:lstStyle>
            <a:defPPr>
              <a:defRPr lang="zh-CN"/>
            </a:defPPr>
            <a:lvl1pPr marL="72000" marR="0" lvl="0" indent="0" algn="just" defTabSz="914400" rtl="0" eaLnBrk="0" fontAlgn="base" latinLnBrk="0" hangingPunct="0">
              <a:lnSpc>
                <a:spcPct val="120000"/>
              </a:lnSpc>
              <a:spcBef>
                <a:spcPts val="600"/>
              </a:spcBef>
              <a:spcAft>
                <a:spcPct val="0"/>
              </a:spcAft>
              <a:buClrTx/>
              <a:buSzTx/>
              <a:buFontTx/>
              <a:buNone/>
              <a:tabLst/>
              <a:defRPr kumimoji="0" sz="2400" b="1" i="0" u="none" strike="noStrike" kern="1200" cap="none" normalizeH="0" baseline="0">
                <a:ln>
                  <a:noFill/>
                </a:ln>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楷体" panose="02010609060101010101" pitchFamily="49" charset="-122"/>
                <a:ea typeface="楷体" panose="02010609060101010101" pitchFamily="49" charset="-122"/>
              </a:rPr>
              <a:t>2. </a:t>
            </a:r>
            <a:r>
              <a:rPr lang="zh-CN" altLang="zh-CN" dirty="0">
                <a:latin typeface="楷体" panose="02010609060101010101" pitchFamily="49" charset="-122"/>
                <a:ea typeface="楷体" panose="02010609060101010101" pitchFamily="49" charset="-122"/>
              </a:rPr>
              <a:t>克鲁斯卡尔算法</a:t>
            </a:r>
            <a:r>
              <a:rPr lang="zh-CN" altLang="en-US" dirty="0">
                <a:latin typeface="楷体" panose="02010609060101010101" pitchFamily="49" charset="-122"/>
                <a:ea typeface="楷体" panose="02010609060101010101" pitchFamily="49" charset="-122"/>
              </a:rPr>
              <a:t>（续）</a:t>
            </a:r>
            <a:endParaRPr lang="zh-CN" altLang="zh-CN" dirty="0">
              <a:latin typeface="楷体" panose="02010609060101010101" pitchFamily="49" charset="-122"/>
              <a:ea typeface="楷体" panose="02010609060101010101" pitchFamily="49" charset="-122"/>
            </a:endParaRPr>
          </a:p>
        </p:txBody>
      </p:sp>
      <p:sp>
        <p:nvSpPr>
          <p:cNvPr id="5" name="文本框 4">
            <a:extLst>
              <a:ext uri="{FF2B5EF4-FFF2-40B4-BE49-F238E27FC236}">
                <a16:creationId xmlns:a16="http://schemas.microsoft.com/office/drawing/2014/main" id="{59440FB2-B916-C951-F71B-3863594B9AEC}"/>
              </a:ext>
            </a:extLst>
          </p:cNvPr>
          <p:cNvSpPr txBox="1"/>
          <p:nvPr/>
        </p:nvSpPr>
        <p:spPr>
          <a:xfrm>
            <a:off x="319250" y="2685323"/>
            <a:ext cx="11449635" cy="4047262"/>
          </a:xfrm>
          <a:prstGeom prst="rect">
            <a:avLst/>
          </a:prstGeom>
          <a:noFill/>
        </p:spPr>
        <p:txBody>
          <a:bodyPr wrap="square">
            <a:spAutoFit/>
          </a:bodyPr>
          <a:lstStyle/>
          <a:p>
            <a:pPr marL="72000" marR="26670">
              <a:buNone/>
            </a:pP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v, w;      </a:t>
            </a:r>
            <a:r>
              <a:rPr lang="en-US" altLang="zh-CN" sz="1800" kern="100" spc="-1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kern="100" spc="-1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边的关联顶点序号</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72000" marR="26670">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WeightType</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weight;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边的权值</a:t>
            </a:r>
          </a:p>
          <a:p>
            <a:pPr marL="72000" marR="26670">
              <a:buNone/>
            </a:pP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RcdType</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HElemType</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边信息类型</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堆元素类型</a:t>
            </a:r>
          </a:p>
          <a:p>
            <a:pPr marL="72000" marR="26670">
              <a:spcBef>
                <a:spcPts val="600"/>
              </a:spcBef>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Heap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MakeEdgeHeap</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ALGraph</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G)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spc="-10"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对无向网的边集构造并返回</a:t>
            </a:r>
            <a:r>
              <a:rPr lang="zh-CN" altLang="zh-CN" b="1" kern="100" spc="-1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小顶堆</a:t>
            </a:r>
          </a:p>
          <a:p>
            <a:pPr marL="72000" marR="26670">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RcdType</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*edges;</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(edges =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RcdType</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((G-&gt;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e+1</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spc="-10" dirty="0" err="1">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RcdType</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(OVERFLOW);</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j=</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1,i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=0;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&lt;G-&gt;n;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取</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中所有边至数组</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edges</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，从下标</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开始存储</a:t>
            </a:r>
          </a:p>
          <a:p>
            <a:pPr marL="72000" marR="26670">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ArcNP</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p=G-&gt;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vexs</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firstArc</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p!=NULL; p=p-&gt;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nextArc</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构造边集数组</a:t>
            </a:r>
          </a:p>
          <a:p>
            <a:pPr marL="72000" marR="26670">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&lt;p-&gt;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adjvex</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防止边重复（在邻接表，一条边分为两条对称弧，这里只选一条代表边）</a:t>
            </a:r>
          </a:p>
          <a:p>
            <a:pPr marL="72000" marR="26670">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edges[j].v=</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edges[j].w=p-&gt;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adjvex</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edges[</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j++</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].weight=p-&gt;weight;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ReformHeap</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(edges, G-&gt;e);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由含</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所有边的</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edges</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数组改造并返回小顶堆</a:t>
            </a:r>
          </a:p>
          <a:p>
            <a:pPr marL="72000" marR="26670">
              <a:buNone/>
            </a:pP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32" name="组合 31">
            <a:extLst>
              <a:ext uri="{FF2B5EF4-FFF2-40B4-BE49-F238E27FC236}">
                <a16:creationId xmlns:a16="http://schemas.microsoft.com/office/drawing/2014/main" id="{739BB2FB-E4C5-9199-EF8F-9C23EF96B1E2}"/>
              </a:ext>
            </a:extLst>
          </p:cNvPr>
          <p:cNvGrpSpPr/>
          <p:nvPr/>
        </p:nvGrpSpPr>
        <p:grpSpPr>
          <a:xfrm>
            <a:off x="5398754" y="1003435"/>
            <a:ext cx="1852495" cy="1839895"/>
            <a:chOff x="1622707" y="927639"/>
            <a:chExt cx="1852495" cy="1839895"/>
          </a:xfrm>
        </p:grpSpPr>
        <p:sp>
          <p:nvSpPr>
            <p:cNvPr id="6" name="直接连接符 5">
              <a:extLst>
                <a:ext uri="{FF2B5EF4-FFF2-40B4-BE49-F238E27FC236}">
                  <a16:creationId xmlns:a16="http://schemas.microsoft.com/office/drawing/2014/main" id="{80C4892A-AB94-1515-7B11-F1B99E078671}"/>
                </a:ext>
              </a:extLst>
            </p:cNvPr>
            <p:cNvSpPr>
              <a:spLocks noChangeShapeType="1"/>
            </p:cNvSpPr>
            <p:nvPr/>
          </p:nvSpPr>
          <p:spPr bwMode="auto">
            <a:xfrm flipH="1">
              <a:off x="2580664" y="1297399"/>
              <a:ext cx="1027" cy="44537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7" name="直接连接符 6">
              <a:extLst>
                <a:ext uri="{FF2B5EF4-FFF2-40B4-BE49-F238E27FC236}">
                  <a16:creationId xmlns:a16="http://schemas.microsoft.com/office/drawing/2014/main" id="{0DEAEC06-6A6C-12EC-C767-DA6D1D35F9EF}"/>
                </a:ext>
              </a:extLst>
            </p:cNvPr>
            <p:cNvSpPr>
              <a:spLocks noChangeShapeType="1"/>
            </p:cNvSpPr>
            <p:nvPr/>
          </p:nvSpPr>
          <p:spPr bwMode="auto">
            <a:xfrm flipV="1">
              <a:off x="2273613" y="2499017"/>
              <a:ext cx="580629"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8" name="直接连接符 7">
              <a:extLst>
                <a:ext uri="{FF2B5EF4-FFF2-40B4-BE49-F238E27FC236}">
                  <a16:creationId xmlns:a16="http://schemas.microsoft.com/office/drawing/2014/main" id="{482AF1E7-E3F0-3BE4-AC06-BDCEDC4E79C5}"/>
                </a:ext>
              </a:extLst>
            </p:cNvPr>
            <p:cNvSpPr>
              <a:spLocks noChangeShapeType="1"/>
            </p:cNvSpPr>
            <p:nvPr/>
          </p:nvSpPr>
          <p:spPr bwMode="auto">
            <a:xfrm flipV="1">
              <a:off x="1981375" y="1204762"/>
              <a:ext cx="438290" cy="29360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9" name="直接连接符 8">
              <a:extLst>
                <a:ext uri="{FF2B5EF4-FFF2-40B4-BE49-F238E27FC236}">
                  <a16:creationId xmlns:a16="http://schemas.microsoft.com/office/drawing/2014/main" id="{3801FE8C-3B7A-DA72-452A-2C803DBD91DF}"/>
                </a:ext>
              </a:extLst>
            </p:cNvPr>
            <p:cNvSpPr>
              <a:spLocks noChangeShapeType="1"/>
            </p:cNvSpPr>
            <p:nvPr/>
          </p:nvSpPr>
          <p:spPr bwMode="auto">
            <a:xfrm>
              <a:off x="1874555" y="1778949"/>
              <a:ext cx="132518" cy="51378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0" name="直接连接符 9">
              <a:extLst>
                <a:ext uri="{FF2B5EF4-FFF2-40B4-BE49-F238E27FC236}">
                  <a16:creationId xmlns:a16="http://schemas.microsoft.com/office/drawing/2014/main" id="{EF9569A0-DC0F-FBA9-A5A3-66A1638A78F4}"/>
                </a:ext>
              </a:extLst>
            </p:cNvPr>
            <p:cNvSpPr>
              <a:spLocks noChangeShapeType="1"/>
            </p:cNvSpPr>
            <p:nvPr/>
          </p:nvSpPr>
          <p:spPr bwMode="auto">
            <a:xfrm flipH="1">
              <a:off x="2190018" y="2069607"/>
              <a:ext cx="264310" cy="305273"/>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1" name="直接连接符 10">
              <a:extLst>
                <a:ext uri="{FF2B5EF4-FFF2-40B4-BE49-F238E27FC236}">
                  <a16:creationId xmlns:a16="http://schemas.microsoft.com/office/drawing/2014/main" id="{5DB3DC96-DCCE-D308-9AD0-7094FF9E7EEF}"/>
                </a:ext>
              </a:extLst>
            </p:cNvPr>
            <p:cNvSpPr>
              <a:spLocks noChangeShapeType="1"/>
            </p:cNvSpPr>
            <p:nvPr/>
          </p:nvSpPr>
          <p:spPr bwMode="auto">
            <a:xfrm>
              <a:off x="1999812" y="1641339"/>
              <a:ext cx="398000" cy="19319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2" name="直接连接符 11">
              <a:extLst>
                <a:ext uri="{FF2B5EF4-FFF2-40B4-BE49-F238E27FC236}">
                  <a16:creationId xmlns:a16="http://schemas.microsoft.com/office/drawing/2014/main" id="{FD2D2F16-8331-8FD5-1A22-B7D99B9E421E}"/>
                </a:ext>
              </a:extLst>
            </p:cNvPr>
            <p:cNvSpPr>
              <a:spLocks noChangeShapeType="1"/>
            </p:cNvSpPr>
            <p:nvPr/>
          </p:nvSpPr>
          <p:spPr bwMode="auto">
            <a:xfrm flipV="1">
              <a:off x="2742157" y="1654794"/>
              <a:ext cx="344713" cy="176651"/>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3" name="直接连接符 12">
              <a:extLst>
                <a:ext uri="{FF2B5EF4-FFF2-40B4-BE49-F238E27FC236}">
                  <a16:creationId xmlns:a16="http://schemas.microsoft.com/office/drawing/2014/main" id="{A34D5FDF-95B2-1CDD-6D63-232DD0B26AAA}"/>
                </a:ext>
              </a:extLst>
            </p:cNvPr>
            <p:cNvSpPr>
              <a:spLocks noChangeShapeType="1"/>
            </p:cNvSpPr>
            <p:nvPr/>
          </p:nvSpPr>
          <p:spPr bwMode="auto">
            <a:xfrm>
              <a:off x="2655028" y="2099962"/>
              <a:ext cx="243882" cy="240929"/>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4" name="直接连接符 13">
              <a:extLst>
                <a:ext uri="{FF2B5EF4-FFF2-40B4-BE49-F238E27FC236}">
                  <a16:creationId xmlns:a16="http://schemas.microsoft.com/office/drawing/2014/main" id="{20FA61E6-6235-9CF9-DBED-083FCC14AE71}"/>
                </a:ext>
              </a:extLst>
            </p:cNvPr>
            <p:cNvSpPr>
              <a:spLocks noChangeShapeType="1"/>
            </p:cNvSpPr>
            <p:nvPr/>
          </p:nvSpPr>
          <p:spPr bwMode="auto">
            <a:xfrm flipH="1">
              <a:off x="3086870" y="1753217"/>
              <a:ext cx="147305" cy="564485"/>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5" name="直接连接符 14">
              <a:extLst>
                <a:ext uri="{FF2B5EF4-FFF2-40B4-BE49-F238E27FC236}">
                  <a16:creationId xmlns:a16="http://schemas.microsoft.com/office/drawing/2014/main" id="{974E7C98-1563-73E0-9D5A-17526E1CD08B}"/>
                </a:ext>
              </a:extLst>
            </p:cNvPr>
            <p:cNvSpPr>
              <a:spLocks noChangeShapeType="1"/>
            </p:cNvSpPr>
            <p:nvPr/>
          </p:nvSpPr>
          <p:spPr bwMode="auto">
            <a:xfrm>
              <a:off x="2738839" y="1196155"/>
              <a:ext cx="416444" cy="24530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6" name="文本框 15">
              <a:extLst>
                <a:ext uri="{FF2B5EF4-FFF2-40B4-BE49-F238E27FC236}">
                  <a16:creationId xmlns:a16="http://schemas.microsoft.com/office/drawing/2014/main" id="{704C059B-2F42-8FD6-4122-879FF182A6B3}"/>
                </a:ext>
              </a:extLst>
            </p:cNvPr>
            <p:cNvSpPr txBox="1">
              <a:spLocks noChangeArrowheads="1"/>
            </p:cNvSpPr>
            <p:nvPr/>
          </p:nvSpPr>
          <p:spPr bwMode="auto">
            <a:xfrm>
              <a:off x="2109026" y="1465265"/>
              <a:ext cx="3292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1</a:t>
              </a:r>
            </a:p>
          </p:txBody>
        </p:sp>
        <p:sp>
          <p:nvSpPr>
            <p:cNvPr id="17" name="文本框 16">
              <a:extLst>
                <a:ext uri="{FF2B5EF4-FFF2-40B4-BE49-F238E27FC236}">
                  <a16:creationId xmlns:a16="http://schemas.microsoft.com/office/drawing/2014/main" id="{7245660F-E75C-AEFA-CB1E-CC53BDAD599B}"/>
                </a:ext>
              </a:extLst>
            </p:cNvPr>
            <p:cNvSpPr txBox="1">
              <a:spLocks noChangeArrowheads="1"/>
            </p:cNvSpPr>
            <p:nvPr/>
          </p:nvSpPr>
          <p:spPr bwMode="auto">
            <a:xfrm>
              <a:off x="1983288" y="1042228"/>
              <a:ext cx="388127" cy="369332"/>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r>
                <a:rPr lang="en-US" altLang="zh-CN" sz="2000" dirty="0"/>
                <a:t>5</a:t>
              </a:r>
            </a:p>
          </p:txBody>
        </p:sp>
        <p:sp>
          <p:nvSpPr>
            <p:cNvPr id="18" name="文本框 17">
              <a:extLst>
                <a:ext uri="{FF2B5EF4-FFF2-40B4-BE49-F238E27FC236}">
                  <a16:creationId xmlns:a16="http://schemas.microsoft.com/office/drawing/2014/main" id="{EDAB2C68-130D-5D9C-0C00-E0A3007F2D49}"/>
                </a:ext>
              </a:extLst>
            </p:cNvPr>
            <p:cNvSpPr txBox="1">
              <a:spLocks noChangeArrowheads="1"/>
            </p:cNvSpPr>
            <p:nvPr/>
          </p:nvSpPr>
          <p:spPr bwMode="auto">
            <a:xfrm>
              <a:off x="2664535" y="1462069"/>
              <a:ext cx="3597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4</a:t>
              </a:r>
            </a:p>
          </p:txBody>
        </p:sp>
        <p:sp>
          <p:nvSpPr>
            <p:cNvPr id="19" name="文本框 18">
              <a:extLst>
                <a:ext uri="{FF2B5EF4-FFF2-40B4-BE49-F238E27FC236}">
                  <a16:creationId xmlns:a16="http://schemas.microsoft.com/office/drawing/2014/main" id="{F5FCE768-3F81-ADEB-01C7-DBCEDC353E76}"/>
                </a:ext>
              </a:extLst>
            </p:cNvPr>
            <p:cNvSpPr txBox="1">
              <a:spLocks noChangeArrowheads="1"/>
            </p:cNvSpPr>
            <p:nvPr/>
          </p:nvSpPr>
          <p:spPr bwMode="auto">
            <a:xfrm>
              <a:off x="2690615" y="1974003"/>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400"/>
              </a:lvl1pPr>
            </a:lstStyle>
            <a:p>
              <a:r>
                <a:rPr lang="en-US" altLang="zh-CN" sz="2000" dirty="0"/>
                <a:t>6</a:t>
              </a:r>
            </a:p>
          </p:txBody>
        </p:sp>
        <p:sp>
          <p:nvSpPr>
            <p:cNvPr id="20" name="文本框 19">
              <a:extLst>
                <a:ext uri="{FF2B5EF4-FFF2-40B4-BE49-F238E27FC236}">
                  <a16:creationId xmlns:a16="http://schemas.microsoft.com/office/drawing/2014/main" id="{CE4AFBAA-0896-E210-D4BF-ACBD9FA606C1}"/>
                </a:ext>
              </a:extLst>
            </p:cNvPr>
            <p:cNvSpPr txBox="1">
              <a:spLocks noChangeArrowheads="1"/>
            </p:cNvSpPr>
            <p:nvPr/>
          </p:nvSpPr>
          <p:spPr bwMode="auto">
            <a:xfrm>
              <a:off x="2854243" y="1034643"/>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2</a:t>
              </a:r>
            </a:p>
          </p:txBody>
        </p:sp>
        <p:sp>
          <p:nvSpPr>
            <p:cNvPr id="21" name="文本框 20">
              <a:extLst>
                <a:ext uri="{FF2B5EF4-FFF2-40B4-BE49-F238E27FC236}">
                  <a16:creationId xmlns:a16="http://schemas.microsoft.com/office/drawing/2014/main" id="{815E016B-5BF5-0C39-1765-A0EA94CF2380}"/>
                </a:ext>
              </a:extLst>
            </p:cNvPr>
            <p:cNvSpPr txBox="1">
              <a:spLocks noChangeArrowheads="1"/>
            </p:cNvSpPr>
            <p:nvPr/>
          </p:nvSpPr>
          <p:spPr bwMode="auto">
            <a:xfrm>
              <a:off x="2079550" y="1997950"/>
              <a:ext cx="349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5</a:t>
              </a:r>
            </a:p>
          </p:txBody>
        </p:sp>
        <p:sp>
          <p:nvSpPr>
            <p:cNvPr id="22" name="文本框 21">
              <a:extLst>
                <a:ext uri="{FF2B5EF4-FFF2-40B4-BE49-F238E27FC236}">
                  <a16:creationId xmlns:a16="http://schemas.microsoft.com/office/drawing/2014/main" id="{A0D4D80E-9E9F-2F85-9588-710B7FEF2729}"/>
                </a:ext>
              </a:extLst>
            </p:cNvPr>
            <p:cNvSpPr txBox="1">
              <a:spLocks noChangeArrowheads="1"/>
            </p:cNvSpPr>
            <p:nvPr/>
          </p:nvSpPr>
          <p:spPr bwMode="auto">
            <a:xfrm>
              <a:off x="2406740" y="2459757"/>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3</a:t>
              </a:r>
            </a:p>
          </p:txBody>
        </p:sp>
        <p:sp>
          <p:nvSpPr>
            <p:cNvPr id="23" name="文本框 22">
              <a:extLst>
                <a:ext uri="{FF2B5EF4-FFF2-40B4-BE49-F238E27FC236}">
                  <a16:creationId xmlns:a16="http://schemas.microsoft.com/office/drawing/2014/main" id="{E1A70E1E-159E-4543-5FC1-83D6CE9273DE}"/>
                </a:ext>
              </a:extLst>
            </p:cNvPr>
            <p:cNvSpPr txBox="1">
              <a:spLocks noChangeArrowheads="1"/>
            </p:cNvSpPr>
            <p:nvPr/>
          </p:nvSpPr>
          <p:spPr bwMode="auto">
            <a:xfrm>
              <a:off x="1719482" y="1978464"/>
              <a:ext cx="29782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6</a:t>
              </a:r>
            </a:p>
          </p:txBody>
        </p:sp>
        <p:sp>
          <p:nvSpPr>
            <p:cNvPr id="24" name="文本框 23">
              <a:extLst>
                <a:ext uri="{FF2B5EF4-FFF2-40B4-BE49-F238E27FC236}">
                  <a16:creationId xmlns:a16="http://schemas.microsoft.com/office/drawing/2014/main" id="{D1FE4DC6-A38C-4B85-AFD9-70FC71BACB58}"/>
                </a:ext>
              </a:extLst>
            </p:cNvPr>
            <p:cNvSpPr txBox="1">
              <a:spLocks noChangeArrowheads="1"/>
            </p:cNvSpPr>
            <p:nvPr/>
          </p:nvSpPr>
          <p:spPr bwMode="auto">
            <a:xfrm>
              <a:off x="3086870" y="1899928"/>
              <a:ext cx="3543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6</a:t>
              </a:r>
            </a:p>
          </p:txBody>
        </p:sp>
        <p:sp>
          <p:nvSpPr>
            <p:cNvPr id="25" name="椭圆 24">
              <a:extLst>
                <a:ext uri="{FF2B5EF4-FFF2-40B4-BE49-F238E27FC236}">
                  <a16:creationId xmlns:a16="http://schemas.microsoft.com/office/drawing/2014/main" id="{6949A5E4-82CB-0B26-BF65-45E25735BE16}"/>
                </a:ext>
              </a:extLst>
            </p:cNvPr>
            <p:cNvSpPr>
              <a:spLocks noChangeArrowheads="1"/>
            </p:cNvSpPr>
            <p:nvPr/>
          </p:nvSpPr>
          <p:spPr bwMode="auto">
            <a:xfrm>
              <a:off x="2384188" y="927639"/>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D</a:t>
              </a:r>
            </a:p>
          </p:txBody>
        </p:sp>
        <p:sp>
          <p:nvSpPr>
            <p:cNvPr id="26" name="椭圆 25">
              <a:extLst>
                <a:ext uri="{FF2B5EF4-FFF2-40B4-BE49-F238E27FC236}">
                  <a16:creationId xmlns:a16="http://schemas.microsoft.com/office/drawing/2014/main" id="{B9C40B74-4683-6FF0-0E5C-945BC977919C}"/>
                </a:ext>
              </a:extLst>
            </p:cNvPr>
            <p:cNvSpPr>
              <a:spLocks noChangeArrowheads="1"/>
            </p:cNvSpPr>
            <p:nvPr/>
          </p:nvSpPr>
          <p:spPr bwMode="auto">
            <a:xfrm>
              <a:off x="3087075" y="1396997"/>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F</a:t>
              </a:r>
            </a:p>
          </p:txBody>
        </p:sp>
        <p:sp>
          <p:nvSpPr>
            <p:cNvPr id="27" name="文本框 26">
              <a:extLst>
                <a:ext uri="{FF2B5EF4-FFF2-40B4-BE49-F238E27FC236}">
                  <a16:creationId xmlns:a16="http://schemas.microsoft.com/office/drawing/2014/main" id="{5959D86B-B65D-38AE-9752-AA412374DD78}"/>
                </a:ext>
              </a:extLst>
            </p:cNvPr>
            <p:cNvSpPr txBox="1">
              <a:spLocks noChangeArrowheads="1"/>
            </p:cNvSpPr>
            <p:nvPr/>
          </p:nvSpPr>
          <p:spPr bwMode="auto">
            <a:xfrm>
              <a:off x="2528563" y="1299830"/>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5</a:t>
              </a:r>
            </a:p>
          </p:txBody>
        </p:sp>
        <p:sp>
          <p:nvSpPr>
            <p:cNvPr id="28" name="椭圆 27">
              <a:extLst>
                <a:ext uri="{FF2B5EF4-FFF2-40B4-BE49-F238E27FC236}">
                  <a16:creationId xmlns:a16="http://schemas.microsoft.com/office/drawing/2014/main" id="{602260C6-581A-30AF-F03B-07E4B6000B01}"/>
                </a:ext>
              </a:extLst>
            </p:cNvPr>
            <p:cNvSpPr>
              <a:spLocks noChangeArrowheads="1"/>
            </p:cNvSpPr>
            <p:nvPr/>
          </p:nvSpPr>
          <p:spPr bwMode="auto">
            <a:xfrm>
              <a:off x="2846049" y="2312045"/>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E</a:t>
              </a:r>
            </a:p>
          </p:txBody>
        </p:sp>
        <p:sp>
          <p:nvSpPr>
            <p:cNvPr id="29" name="椭圆 28">
              <a:extLst>
                <a:ext uri="{FF2B5EF4-FFF2-40B4-BE49-F238E27FC236}">
                  <a16:creationId xmlns:a16="http://schemas.microsoft.com/office/drawing/2014/main" id="{1B851A39-95DF-E30F-C78D-BDC6C4ECD1D6}"/>
                </a:ext>
              </a:extLst>
            </p:cNvPr>
            <p:cNvSpPr>
              <a:spLocks noChangeArrowheads="1"/>
            </p:cNvSpPr>
            <p:nvPr/>
          </p:nvSpPr>
          <p:spPr bwMode="auto">
            <a:xfrm>
              <a:off x="2383473" y="1735199"/>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C</a:t>
              </a:r>
            </a:p>
          </p:txBody>
        </p:sp>
        <p:sp>
          <p:nvSpPr>
            <p:cNvPr id="30" name="椭圆 29">
              <a:extLst>
                <a:ext uri="{FF2B5EF4-FFF2-40B4-BE49-F238E27FC236}">
                  <a16:creationId xmlns:a16="http://schemas.microsoft.com/office/drawing/2014/main" id="{A27F42D9-30AC-A184-C9A3-2A4A2BF946B2}"/>
                </a:ext>
              </a:extLst>
            </p:cNvPr>
            <p:cNvSpPr>
              <a:spLocks noChangeArrowheads="1"/>
            </p:cNvSpPr>
            <p:nvPr/>
          </p:nvSpPr>
          <p:spPr bwMode="auto">
            <a:xfrm>
              <a:off x="1875613" y="2299371"/>
              <a:ext cx="398001" cy="392842"/>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B</a:t>
              </a:r>
            </a:p>
          </p:txBody>
        </p:sp>
        <p:sp>
          <p:nvSpPr>
            <p:cNvPr id="31" name="椭圆 30">
              <a:extLst>
                <a:ext uri="{FF2B5EF4-FFF2-40B4-BE49-F238E27FC236}">
                  <a16:creationId xmlns:a16="http://schemas.microsoft.com/office/drawing/2014/main" id="{E86B1C86-278B-9092-DD7A-41CC8E24EDFC}"/>
                </a:ext>
              </a:extLst>
            </p:cNvPr>
            <p:cNvSpPr>
              <a:spLocks noChangeArrowheads="1"/>
            </p:cNvSpPr>
            <p:nvPr/>
          </p:nvSpPr>
          <p:spPr bwMode="auto">
            <a:xfrm>
              <a:off x="1622707" y="1395841"/>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A</a:t>
              </a:r>
            </a:p>
          </p:txBody>
        </p:sp>
      </p:grpSp>
      <p:sp>
        <p:nvSpPr>
          <p:cNvPr id="34" name="文本框 33">
            <a:extLst>
              <a:ext uri="{FF2B5EF4-FFF2-40B4-BE49-F238E27FC236}">
                <a16:creationId xmlns:a16="http://schemas.microsoft.com/office/drawing/2014/main" id="{60560109-95C6-508F-2764-C93B734E2D9A}"/>
              </a:ext>
            </a:extLst>
          </p:cNvPr>
          <p:cNvSpPr txBox="1"/>
          <p:nvPr/>
        </p:nvSpPr>
        <p:spPr>
          <a:xfrm>
            <a:off x="427990" y="837471"/>
            <a:ext cx="5154019" cy="1671227"/>
          </a:xfrm>
          <a:prstGeom prst="rect">
            <a:avLst/>
          </a:prstGeom>
          <a:noFill/>
        </p:spPr>
        <p:txBody>
          <a:bodyPr wrap="square">
            <a:spAutoFit/>
          </a:bodyPr>
          <a:lstStyle/>
          <a:p>
            <a:pPr>
              <a:lnSpc>
                <a:spcPct val="120000"/>
              </a:lnSpc>
              <a:spcBef>
                <a:spcPts val="600"/>
              </a:spcBef>
            </a:pPr>
            <a:r>
              <a:rPr lang="zh-CN"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克鲁斯卡尔算法</a:t>
            </a:r>
            <a:r>
              <a:rPr lang="zh-CN" altLang="en-US" sz="1800"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首先构造无向网的</a:t>
            </a:r>
            <a:r>
              <a:rPr lang="zh-CN" altLang="en-US"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顶点并查集。</a:t>
            </a:r>
            <a:r>
              <a:rPr lang="zh-CN" altLang="en-US" sz="1800" b="1" kern="100" dirty="0">
                <a:latin typeface="Courier New" panose="02070309020205020404" pitchFamily="49" charset="0"/>
                <a:ea typeface="宋体" panose="02010600030101010101" pitchFamily="2" charset="-122"/>
                <a:cs typeface="Courier New" panose="02070309020205020404" pitchFamily="49" charset="0"/>
              </a:rPr>
              <a:t>例如图</a:t>
            </a:r>
            <a:r>
              <a:rPr lang="en-US" altLang="zh-CN" sz="1800" b="1" kern="100" dirty="0">
                <a:latin typeface="Courier New" panose="02070309020205020404" pitchFamily="49" charset="0"/>
                <a:ea typeface="宋体" panose="02010600030101010101" pitchFamily="2" charset="-122"/>
                <a:cs typeface="Courier New" panose="02070309020205020404" pitchFamily="49" charset="0"/>
              </a:rPr>
              <a:t>7.19(a)</a:t>
            </a:r>
            <a:r>
              <a:rPr lang="zh-CN" altLang="en-US" sz="1800" b="1" kern="100" dirty="0">
                <a:latin typeface="Courier New" panose="02070309020205020404" pitchFamily="49" charset="0"/>
                <a:ea typeface="宋体" panose="02010600030101010101" pitchFamily="2" charset="-122"/>
                <a:cs typeface="Courier New" panose="02070309020205020404" pitchFamily="49" charset="0"/>
              </a:rPr>
              <a:t>所示无向网的初始</a:t>
            </a:r>
            <a:r>
              <a:rPr lang="zh-CN" altLang="en-US" sz="1800" b="1"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并查集</a:t>
            </a:r>
            <a:r>
              <a:rPr lang="en-US" altLang="zh-CN" sz="2000" b="1"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S</a:t>
            </a:r>
            <a:r>
              <a:rPr lang="zh-CN" altLang="en-US" sz="1800" b="1"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sz="1800" b="1" kern="10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spcBef>
                <a:spcPts val="600"/>
              </a:spcBef>
            </a:pPr>
            <a:r>
              <a:rPr lang="zh-CN" altLang="en-US" b="1" kern="100" dirty="0">
                <a:latin typeface="Courier New" panose="02070309020205020404" pitchFamily="49" charset="0"/>
                <a:ea typeface="宋体" panose="02010600030101010101" pitchFamily="2" charset="-122"/>
                <a:cs typeface="Courier New" panose="02070309020205020404" pitchFamily="49" charset="0"/>
              </a:rPr>
              <a:t>其次构造边的</a:t>
            </a:r>
            <a:r>
              <a:rPr lang="zh-CN" altLang="en-US" b="1"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小顶堆</a:t>
            </a:r>
            <a:r>
              <a:rPr lang="en-US" altLang="zh-CN" sz="2000" b="1" kern="100" dirty="0">
                <a:solidFill>
                  <a:srgbClr val="C00000"/>
                </a:solidFill>
                <a:latin typeface="Courier New" panose="02070309020205020404" pitchFamily="49" charset="0"/>
                <a:ea typeface="宋体" panose="02010600030101010101" pitchFamily="2" charset="-122"/>
                <a:cs typeface="Courier New" panose="02070309020205020404" pitchFamily="49" charset="0"/>
              </a:rPr>
              <a:t>H</a:t>
            </a:r>
            <a:r>
              <a:rPr lang="en-US" altLang="zh-CN" b="1" kern="100" dirty="0">
                <a:solidFill>
                  <a:srgbClr val="041ABC"/>
                </a:solidFill>
                <a:latin typeface="Courier New" panose="02070309020205020404" pitchFamily="49" charset="0"/>
                <a:ea typeface="宋体" panose="02010600030101010101" pitchFamily="2" charset="-122"/>
                <a:cs typeface="Courier New" panose="02070309020205020404" pitchFamily="49" charset="0"/>
              </a:rPr>
              <a:t>(</a:t>
            </a:r>
            <a:r>
              <a:rPr lang="zh-CN" altLang="en-US" b="1" kern="100" dirty="0">
                <a:solidFill>
                  <a:srgbClr val="041ABC"/>
                </a:solidFill>
                <a:latin typeface="Courier New" panose="02070309020205020404" pitchFamily="49" charset="0"/>
                <a:ea typeface="宋体" panose="02010600030101010101" pitchFamily="2" charset="-122"/>
                <a:cs typeface="Courier New" panose="02070309020205020404" pitchFamily="49" charset="0"/>
              </a:rPr>
              <a:t>形态与存储结构相关</a:t>
            </a:r>
            <a:r>
              <a:rPr lang="en-US" altLang="zh-CN" b="1" kern="100" dirty="0">
                <a:solidFill>
                  <a:srgbClr val="041ABC"/>
                </a:solidFill>
                <a:latin typeface="Courier New" panose="02070309020205020404" pitchFamily="49" charset="0"/>
                <a:ea typeface="宋体" panose="02010600030101010101" pitchFamily="2" charset="-122"/>
                <a:cs typeface="Courier New" panose="02070309020205020404" pitchFamily="49" charset="0"/>
              </a:rPr>
              <a:t>)</a:t>
            </a:r>
            <a:r>
              <a:rPr lang="en-US" altLang="zh-CN" b="1" kern="100" dirty="0">
                <a:latin typeface="Courier New" panose="02070309020205020404" pitchFamily="49" charset="0"/>
                <a:ea typeface="宋体" panose="02010600030101010101" pitchFamily="2" charset="-122"/>
                <a:cs typeface="Courier New" panose="02070309020205020404" pitchFamily="49" charset="0"/>
              </a:rPr>
              <a:t>:</a:t>
            </a:r>
          </a:p>
          <a:p>
            <a:pPr>
              <a:lnSpc>
                <a:spcPct val="120000"/>
              </a:lnSpc>
              <a:spcBef>
                <a:spcPts val="600"/>
              </a:spcBef>
            </a:pPr>
            <a:r>
              <a:rPr lang="zh-CN" altLang="en-US" b="1" kern="100" dirty="0">
                <a:latin typeface="Courier New" panose="02070309020205020404" pitchFamily="49" charset="0"/>
                <a:ea typeface="宋体" panose="02010600030101010101" pitchFamily="2" charset="-122"/>
                <a:cs typeface="Courier New" panose="02070309020205020404" pitchFamily="49" charset="0"/>
              </a:rPr>
              <a:t>然后构建</a:t>
            </a:r>
            <a:r>
              <a:rPr lang="zh-CN" altLang="en-US"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最小生成树</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T</a:t>
            </a:r>
            <a:r>
              <a:rPr lang="zh-CN" altLang="en-US" b="1" kern="100" dirty="0">
                <a:latin typeface="Courier New" panose="02070309020205020404" pitchFamily="49" charset="0"/>
                <a:ea typeface="宋体" panose="02010600030101010101" pitchFamily="2" charset="-122"/>
                <a:cs typeface="Courier New" panose="02070309020205020404" pitchFamily="49" charset="0"/>
              </a:rPr>
              <a:t>：</a:t>
            </a:r>
            <a:endParaRPr lang="zh-CN" altLang="en-US" dirty="0"/>
          </a:p>
        </p:txBody>
      </p:sp>
      <p:graphicFrame>
        <p:nvGraphicFramePr>
          <p:cNvPr id="35" name="表格 23">
            <a:extLst>
              <a:ext uri="{FF2B5EF4-FFF2-40B4-BE49-F238E27FC236}">
                <a16:creationId xmlns:a16="http://schemas.microsoft.com/office/drawing/2014/main" id="{29E20DBE-FAD1-A8D7-EBFA-17A984B2917E}"/>
              </a:ext>
            </a:extLst>
          </p:cNvPr>
          <p:cNvGraphicFramePr>
            <a:graphicFrameLocks noGrp="1"/>
          </p:cNvGraphicFramePr>
          <p:nvPr>
            <p:extLst>
              <p:ext uri="{D42A27DB-BD31-4B8C-83A1-F6EECF244321}">
                <p14:modId xmlns:p14="http://schemas.microsoft.com/office/powerpoint/2010/main" val="795055082"/>
              </p:ext>
            </p:extLst>
          </p:nvPr>
        </p:nvGraphicFramePr>
        <p:xfrm>
          <a:off x="9274033" y="504819"/>
          <a:ext cx="2582898" cy="651851"/>
        </p:xfrm>
        <a:graphic>
          <a:graphicData uri="http://schemas.openxmlformats.org/drawingml/2006/table">
            <a:tbl>
              <a:tblPr firstRow="1" bandRow="1">
                <a:tableStyleId>{5C22544A-7EE6-4342-B048-85BDC9FD1C3A}</a:tableStyleId>
              </a:tblPr>
              <a:tblGrid>
                <a:gridCol w="348964">
                  <a:extLst>
                    <a:ext uri="{9D8B030D-6E8A-4147-A177-3AD203B41FA5}">
                      <a16:colId xmlns:a16="http://schemas.microsoft.com/office/drawing/2014/main" val="66193535"/>
                    </a:ext>
                  </a:extLst>
                </a:gridCol>
                <a:gridCol w="389009">
                  <a:extLst>
                    <a:ext uri="{9D8B030D-6E8A-4147-A177-3AD203B41FA5}">
                      <a16:colId xmlns:a16="http://schemas.microsoft.com/office/drawing/2014/main" val="3063659661"/>
                    </a:ext>
                  </a:extLst>
                </a:gridCol>
                <a:gridCol w="368985">
                  <a:extLst>
                    <a:ext uri="{9D8B030D-6E8A-4147-A177-3AD203B41FA5}">
                      <a16:colId xmlns:a16="http://schemas.microsoft.com/office/drawing/2014/main" val="2915637025"/>
                    </a:ext>
                  </a:extLst>
                </a:gridCol>
                <a:gridCol w="368985">
                  <a:extLst>
                    <a:ext uri="{9D8B030D-6E8A-4147-A177-3AD203B41FA5}">
                      <a16:colId xmlns:a16="http://schemas.microsoft.com/office/drawing/2014/main" val="3540990174"/>
                    </a:ext>
                  </a:extLst>
                </a:gridCol>
                <a:gridCol w="368985">
                  <a:extLst>
                    <a:ext uri="{9D8B030D-6E8A-4147-A177-3AD203B41FA5}">
                      <a16:colId xmlns:a16="http://schemas.microsoft.com/office/drawing/2014/main" val="1260520005"/>
                    </a:ext>
                  </a:extLst>
                </a:gridCol>
                <a:gridCol w="368985">
                  <a:extLst>
                    <a:ext uri="{9D8B030D-6E8A-4147-A177-3AD203B41FA5}">
                      <a16:colId xmlns:a16="http://schemas.microsoft.com/office/drawing/2014/main" val="3645444890"/>
                    </a:ext>
                  </a:extLst>
                </a:gridCol>
                <a:gridCol w="368985">
                  <a:extLst>
                    <a:ext uri="{9D8B030D-6E8A-4147-A177-3AD203B41FA5}">
                      <a16:colId xmlns:a16="http://schemas.microsoft.com/office/drawing/2014/main" val="2941461919"/>
                    </a:ext>
                  </a:extLst>
                </a:gridCol>
              </a:tblGrid>
              <a:tr h="311051">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0</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1</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2</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3</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4</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5</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6</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1276233"/>
                  </a:ext>
                </a:extLst>
              </a:tr>
              <a:tr h="311051">
                <a:tc>
                  <a:txBody>
                    <a:bodyPr/>
                    <a:lstStyle/>
                    <a:p>
                      <a:pPr algn="ct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26021274"/>
                  </a:ext>
                </a:extLst>
              </a:tr>
            </a:tbl>
          </a:graphicData>
        </a:graphic>
      </p:graphicFrame>
      <p:grpSp>
        <p:nvGrpSpPr>
          <p:cNvPr id="38" name="组合 37">
            <a:extLst>
              <a:ext uri="{FF2B5EF4-FFF2-40B4-BE49-F238E27FC236}">
                <a16:creationId xmlns:a16="http://schemas.microsoft.com/office/drawing/2014/main" id="{79FC07AA-5C56-B5AC-BB82-FAC83A393AD3}"/>
              </a:ext>
            </a:extLst>
          </p:cNvPr>
          <p:cNvGrpSpPr/>
          <p:nvPr/>
        </p:nvGrpSpPr>
        <p:grpSpPr>
          <a:xfrm>
            <a:off x="7915988" y="516753"/>
            <a:ext cx="1438214" cy="641133"/>
            <a:chOff x="7890159" y="660581"/>
            <a:chExt cx="1438214" cy="641133"/>
          </a:xfrm>
        </p:grpSpPr>
        <p:sp>
          <p:nvSpPr>
            <p:cNvPr id="36" name="文本框 35">
              <a:extLst>
                <a:ext uri="{FF2B5EF4-FFF2-40B4-BE49-F238E27FC236}">
                  <a16:creationId xmlns:a16="http://schemas.microsoft.com/office/drawing/2014/main" id="{28CB1087-CCCB-976F-A179-FBF9F2FCC6D8}"/>
                </a:ext>
              </a:extLst>
            </p:cNvPr>
            <p:cNvSpPr txBox="1"/>
            <p:nvPr/>
          </p:nvSpPr>
          <p:spPr>
            <a:xfrm>
              <a:off x="8428627" y="932382"/>
              <a:ext cx="834524" cy="369332"/>
            </a:xfrm>
            <a:prstGeom prst="rect">
              <a:avLst/>
            </a:prstGeom>
            <a:noFill/>
          </p:spPr>
          <p:txBody>
            <a:bodyPr wrap="none" rtlCol="0">
              <a:spAutoFit/>
            </a:bodyPr>
            <a:lstStyle/>
            <a:p>
              <a:r>
                <a:rPr lang="en-US" altLang="zh-CN" b="1" dirty="0"/>
                <a:t>parent</a:t>
              </a:r>
              <a:endParaRPr lang="zh-CN" altLang="en-US" b="1" dirty="0"/>
            </a:p>
          </p:txBody>
        </p:sp>
        <p:sp>
          <p:nvSpPr>
            <p:cNvPr id="37" name="文本框 36">
              <a:extLst>
                <a:ext uri="{FF2B5EF4-FFF2-40B4-BE49-F238E27FC236}">
                  <a16:creationId xmlns:a16="http://schemas.microsoft.com/office/drawing/2014/main" id="{0F7CB937-0EFA-DA4A-DE32-D50F90395158}"/>
                </a:ext>
              </a:extLst>
            </p:cNvPr>
            <p:cNvSpPr txBox="1"/>
            <p:nvPr/>
          </p:nvSpPr>
          <p:spPr>
            <a:xfrm>
              <a:off x="7890159" y="660581"/>
              <a:ext cx="143821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S</a:t>
              </a:r>
              <a:r>
                <a:rPr lang="en-US" altLang="zh-CN" b="1" dirty="0">
                  <a:latin typeface="Courier New" panose="02070309020205020404" pitchFamily="49" charset="0"/>
                  <a:cs typeface="Courier New" panose="02070309020205020404" pitchFamily="49" charset="0"/>
                </a:rPr>
                <a:t>-&gt;</a:t>
              </a:r>
              <a:r>
                <a:rPr lang="en-US" altLang="zh-CN" b="1" dirty="0"/>
                <a:t>nodes</a:t>
              </a:r>
              <a:r>
                <a:rPr lang="en-US" altLang="zh-CN" b="1" dirty="0">
                  <a:latin typeface="Courier New" panose="02070309020205020404" pitchFamily="49" charset="0"/>
                  <a:cs typeface="Courier New" panose="02070309020205020404" pitchFamily="49" charset="0"/>
                </a:rPr>
                <a:t>[]</a:t>
              </a:r>
              <a:endParaRPr lang="zh-CN" altLang="en-US" b="1" dirty="0"/>
            </a:p>
          </p:txBody>
        </p:sp>
      </p:grpSp>
      <p:graphicFrame>
        <p:nvGraphicFramePr>
          <p:cNvPr id="39" name="表格 23">
            <a:extLst>
              <a:ext uri="{FF2B5EF4-FFF2-40B4-BE49-F238E27FC236}">
                <a16:creationId xmlns:a16="http://schemas.microsoft.com/office/drawing/2014/main" id="{3E6159A8-7DE4-8F72-BBFF-9B4625A78B7E}"/>
              </a:ext>
            </a:extLst>
          </p:cNvPr>
          <p:cNvGraphicFramePr>
            <a:graphicFrameLocks noGrp="1"/>
          </p:cNvGraphicFramePr>
          <p:nvPr>
            <p:extLst>
              <p:ext uri="{D42A27DB-BD31-4B8C-83A1-F6EECF244321}">
                <p14:modId xmlns:p14="http://schemas.microsoft.com/office/powerpoint/2010/main" val="1000617560"/>
              </p:ext>
            </p:extLst>
          </p:nvPr>
        </p:nvGraphicFramePr>
        <p:xfrm>
          <a:off x="8636429" y="1218701"/>
          <a:ext cx="3220505" cy="1333451"/>
        </p:xfrm>
        <a:graphic>
          <a:graphicData uri="http://schemas.openxmlformats.org/drawingml/2006/table">
            <a:tbl>
              <a:tblPr firstRow="1" bandRow="1">
                <a:tableStyleId>{5C22544A-7EE6-4342-B048-85BDC9FD1C3A}</a:tableStyleId>
              </a:tblPr>
              <a:tblGrid>
                <a:gridCol w="276887">
                  <a:extLst>
                    <a:ext uri="{9D8B030D-6E8A-4147-A177-3AD203B41FA5}">
                      <a16:colId xmlns:a16="http://schemas.microsoft.com/office/drawing/2014/main" val="66193535"/>
                    </a:ext>
                  </a:extLst>
                </a:gridCol>
                <a:gridCol w="308661">
                  <a:extLst>
                    <a:ext uri="{9D8B030D-6E8A-4147-A177-3AD203B41FA5}">
                      <a16:colId xmlns:a16="http://schemas.microsoft.com/office/drawing/2014/main" val="3063659661"/>
                    </a:ext>
                  </a:extLst>
                </a:gridCol>
                <a:gridCol w="292773">
                  <a:extLst>
                    <a:ext uri="{9D8B030D-6E8A-4147-A177-3AD203B41FA5}">
                      <a16:colId xmlns:a16="http://schemas.microsoft.com/office/drawing/2014/main" val="2915637025"/>
                    </a:ext>
                  </a:extLst>
                </a:gridCol>
                <a:gridCol w="292773">
                  <a:extLst>
                    <a:ext uri="{9D8B030D-6E8A-4147-A177-3AD203B41FA5}">
                      <a16:colId xmlns:a16="http://schemas.microsoft.com/office/drawing/2014/main" val="3540990174"/>
                    </a:ext>
                  </a:extLst>
                </a:gridCol>
                <a:gridCol w="292773">
                  <a:extLst>
                    <a:ext uri="{9D8B030D-6E8A-4147-A177-3AD203B41FA5}">
                      <a16:colId xmlns:a16="http://schemas.microsoft.com/office/drawing/2014/main" val="1260520005"/>
                    </a:ext>
                  </a:extLst>
                </a:gridCol>
                <a:gridCol w="292773">
                  <a:extLst>
                    <a:ext uri="{9D8B030D-6E8A-4147-A177-3AD203B41FA5}">
                      <a16:colId xmlns:a16="http://schemas.microsoft.com/office/drawing/2014/main" val="3645444890"/>
                    </a:ext>
                  </a:extLst>
                </a:gridCol>
                <a:gridCol w="292773">
                  <a:extLst>
                    <a:ext uri="{9D8B030D-6E8A-4147-A177-3AD203B41FA5}">
                      <a16:colId xmlns:a16="http://schemas.microsoft.com/office/drawing/2014/main" val="2941461919"/>
                    </a:ext>
                  </a:extLst>
                </a:gridCol>
                <a:gridCol w="292773">
                  <a:extLst>
                    <a:ext uri="{9D8B030D-6E8A-4147-A177-3AD203B41FA5}">
                      <a16:colId xmlns:a16="http://schemas.microsoft.com/office/drawing/2014/main" val="3507083204"/>
                    </a:ext>
                  </a:extLst>
                </a:gridCol>
                <a:gridCol w="292773">
                  <a:extLst>
                    <a:ext uri="{9D8B030D-6E8A-4147-A177-3AD203B41FA5}">
                      <a16:colId xmlns:a16="http://schemas.microsoft.com/office/drawing/2014/main" val="1265708725"/>
                    </a:ext>
                  </a:extLst>
                </a:gridCol>
                <a:gridCol w="292773">
                  <a:extLst>
                    <a:ext uri="{9D8B030D-6E8A-4147-A177-3AD203B41FA5}">
                      <a16:colId xmlns:a16="http://schemas.microsoft.com/office/drawing/2014/main" val="773200626"/>
                    </a:ext>
                  </a:extLst>
                </a:gridCol>
                <a:gridCol w="292773">
                  <a:extLst>
                    <a:ext uri="{9D8B030D-6E8A-4147-A177-3AD203B41FA5}">
                      <a16:colId xmlns:a16="http://schemas.microsoft.com/office/drawing/2014/main" val="2572685092"/>
                    </a:ext>
                  </a:extLst>
                </a:gridCol>
              </a:tblGrid>
              <a:tr h="311051">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0</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1</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2</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3</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4</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5</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6</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7</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8</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9</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10</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1276233"/>
                  </a:ext>
                </a:extLst>
              </a:tr>
              <a:tr h="311051">
                <a:tc>
                  <a:txBody>
                    <a:bodyPr/>
                    <a:lstStyle/>
                    <a:p>
                      <a:pPr algn="ct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0</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3</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2</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0</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2</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0</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2</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4</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826021274"/>
                  </a:ext>
                </a:extLst>
              </a:tr>
              <a:tr h="311051">
                <a:tc>
                  <a:txBody>
                    <a:bodyPr/>
                    <a:lstStyle/>
                    <a:p>
                      <a:pPr algn="ct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2</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5</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4</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5</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2</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2</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3</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4</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5</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92349541"/>
                  </a:ext>
                </a:extLst>
              </a:tr>
              <a:tr h="311051">
                <a:tc>
                  <a:txBody>
                    <a:bodyPr/>
                    <a:lstStyle/>
                    <a:p>
                      <a:pPr algn="ct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1</a:t>
                      </a:r>
                      <a:endParaRPr lang="zh-CN" altLang="en-US" sz="2000" b="1" dirty="0">
                        <a:solidFill>
                          <a:srgbClr val="C00000"/>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2</a:t>
                      </a:r>
                      <a:endParaRPr lang="zh-CN" altLang="en-US" sz="2000" b="1" dirty="0">
                        <a:solidFill>
                          <a:srgbClr val="C00000"/>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3</a:t>
                      </a:r>
                      <a:endParaRPr lang="zh-CN" altLang="en-US" sz="2000" b="1" dirty="0">
                        <a:solidFill>
                          <a:srgbClr val="C00000"/>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4</a:t>
                      </a:r>
                      <a:endParaRPr lang="zh-CN" altLang="en-US" sz="2000" b="1" dirty="0">
                        <a:solidFill>
                          <a:srgbClr val="C00000"/>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5</a:t>
                      </a:r>
                      <a:endParaRPr lang="zh-CN" altLang="en-US" sz="2000" b="1" dirty="0">
                        <a:solidFill>
                          <a:srgbClr val="C00000"/>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5</a:t>
                      </a:r>
                      <a:endParaRPr lang="zh-CN" altLang="en-US" sz="2000" b="1" dirty="0">
                        <a:solidFill>
                          <a:srgbClr val="C00000"/>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5</a:t>
                      </a:r>
                      <a:endParaRPr lang="zh-CN" altLang="en-US" sz="2000" b="1" dirty="0">
                        <a:solidFill>
                          <a:srgbClr val="C00000"/>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6</a:t>
                      </a:r>
                      <a:endParaRPr lang="zh-CN" altLang="en-US" sz="2000" b="1" dirty="0">
                        <a:solidFill>
                          <a:srgbClr val="C00000"/>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6</a:t>
                      </a:r>
                      <a:endParaRPr lang="zh-CN" altLang="en-US" sz="2000" b="1" dirty="0">
                        <a:solidFill>
                          <a:srgbClr val="C00000"/>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sz="2000" b="1" dirty="0">
                          <a:solidFill>
                            <a:srgbClr val="C00000"/>
                          </a:solidFill>
                          <a:latin typeface="Courier New" panose="02070309020205020404" pitchFamily="49" charset="0"/>
                          <a:cs typeface="Courier New" panose="02070309020205020404" pitchFamily="49" charset="0"/>
                        </a:rPr>
                        <a:t>6</a:t>
                      </a:r>
                      <a:endParaRPr lang="zh-CN" altLang="en-US" sz="2000" b="1" dirty="0">
                        <a:solidFill>
                          <a:srgbClr val="C00000"/>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1334233"/>
                  </a:ext>
                </a:extLst>
              </a:tr>
            </a:tbl>
          </a:graphicData>
        </a:graphic>
      </p:graphicFrame>
      <p:sp>
        <p:nvSpPr>
          <p:cNvPr id="40" name="文本框 39">
            <a:extLst>
              <a:ext uri="{FF2B5EF4-FFF2-40B4-BE49-F238E27FC236}">
                <a16:creationId xmlns:a16="http://schemas.microsoft.com/office/drawing/2014/main" id="{DCEAFEFA-9AFD-A640-81BB-290E5E3B0375}"/>
              </a:ext>
            </a:extLst>
          </p:cNvPr>
          <p:cNvSpPr txBox="1"/>
          <p:nvPr/>
        </p:nvSpPr>
        <p:spPr>
          <a:xfrm>
            <a:off x="7331851" y="1244971"/>
            <a:ext cx="1335623" cy="1289071"/>
          </a:xfrm>
          <a:prstGeom prst="rect">
            <a:avLst/>
          </a:prstGeom>
          <a:noFill/>
        </p:spPr>
        <p:txBody>
          <a:bodyPr wrap="none" rtlCol="0">
            <a:spAutoFit/>
          </a:bodyPr>
          <a:lstStyle/>
          <a:p>
            <a:pPr algn="r">
              <a:lnSpc>
                <a:spcPct val="110000"/>
              </a:lnSpc>
            </a:pPr>
            <a:r>
              <a:rPr lang="en-US" altLang="zh-CN" b="1" dirty="0">
                <a:solidFill>
                  <a:srgbClr val="C00000"/>
                </a:solidFill>
                <a:latin typeface="Courier New" panose="02070309020205020404" pitchFamily="49" charset="0"/>
                <a:cs typeface="Courier New" panose="02070309020205020404" pitchFamily="49" charset="0"/>
              </a:rPr>
              <a:t>H</a:t>
            </a:r>
            <a:r>
              <a:rPr lang="en-US" altLang="zh-CN" b="1" dirty="0">
                <a:solidFill>
                  <a:srgbClr val="333DFF"/>
                </a:solidFill>
                <a:latin typeface="Courier New" panose="02070309020205020404" pitchFamily="49" charset="0"/>
                <a:cs typeface="Courier New" panose="02070309020205020404" pitchFamily="49" charset="0"/>
              </a:rPr>
              <a:t>-&gt;</a:t>
            </a:r>
            <a:r>
              <a:rPr lang="en-US" altLang="zh-CN" b="1" dirty="0" err="1">
                <a:solidFill>
                  <a:srgbClr val="333DFF"/>
                </a:solidFill>
              </a:rPr>
              <a:t>elem</a:t>
            </a:r>
            <a:r>
              <a:rPr lang="en-US" altLang="zh-CN" b="1" dirty="0">
                <a:solidFill>
                  <a:srgbClr val="333DFF"/>
                </a:solidFill>
                <a:latin typeface="Courier New" panose="02070309020205020404" pitchFamily="49" charset="0"/>
                <a:cs typeface="Courier New" panose="02070309020205020404" pitchFamily="49" charset="0"/>
              </a:rPr>
              <a:t>[]</a:t>
            </a:r>
          </a:p>
          <a:p>
            <a:pPr algn="r">
              <a:lnSpc>
                <a:spcPct val="110000"/>
              </a:lnSpc>
            </a:pPr>
            <a:r>
              <a:rPr lang="en-US" altLang="zh-CN" b="1" dirty="0">
                <a:solidFill>
                  <a:srgbClr val="333DFF"/>
                </a:solidFill>
              </a:rPr>
              <a:t>v</a:t>
            </a:r>
          </a:p>
          <a:p>
            <a:pPr algn="r">
              <a:lnSpc>
                <a:spcPct val="110000"/>
              </a:lnSpc>
            </a:pPr>
            <a:r>
              <a:rPr lang="en-US" altLang="zh-CN" b="1" dirty="0">
                <a:solidFill>
                  <a:srgbClr val="333DFF"/>
                </a:solidFill>
              </a:rPr>
              <a:t>w</a:t>
            </a:r>
          </a:p>
          <a:p>
            <a:pPr algn="r">
              <a:lnSpc>
                <a:spcPct val="110000"/>
              </a:lnSpc>
            </a:pPr>
            <a:r>
              <a:rPr lang="en-US" altLang="zh-CN" b="1" dirty="0">
                <a:solidFill>
                  <a:srgbClr val="333DFF"/>
                </a:solidFill>
              </a:rPr>
              <a:t>weight</a:t>
            </a:r>
            <a:endParaRPr lang="zh-CN" altLang="en-US" b="1" dirty="0">
              <a:solidFill>
                <a:srgbClr val="333DFF"/>
              </a:solidFill>
            </a:endParaRPr>
          </a:p>
        </p:txBody>
      </p:sp>
      <p:grpSp>
        <p:nvGrpSpPr>
          <p:cNvPr id="81" name="组合 80">
            <a:extLst>
              <a:ext uri="{FF2B5EF4-FFF2-40B4-BE49-F238E27FC236}">
                <a16:creationId xmlns:a16="http://schemas.microsoft.com/office/drawing/2014/main" id="{BD66F200-33D0-87E1-74E1-2A907FE10EEB}"/>
              </a:ext>
            </a:extLst>
          </p:cNvPr>
          <p:cNvGrpSpPr/>
          <p:nvPr/>
        </p:nvGrpSpPr>
        <p:grpSpPr>
          <a:xfrm>
            <a:off x="8838195" y="2681330"/>
            <a:ext cx="3002752" cy="1747124"/>
            <a:chOff x="8838195" y="2681330"/>
            <a:chExt cx="3002752" cy="1747124"/>
          </a:xfrm>
        </p:grpSpPr>
        <p:sp>
          <p:nvSpPr>
            <p:cNvPr id="42" name="直接连接符 41">
              <a:extLst>
                <a:ext uri="{FF2B5EF4-FFF2-40B4-BE49-F238E27FC236}">
                  <a16:creationId xmlns:a16="http://schemas.microsoft.com/office/drawing/2014/main" id="{251A4D44-0700-37F7-2701-4EF2B54A31C6}"/>
                </a:ext>
              </a:extLst>
            </p:cNvPr>
            <p:cNvSpPr>
              <a:spLocks noChangeShapeType="1"/>
            </p:cNvSpPr>
            <p:nvPr/>
          </p:nvSpPr>
          <p:spPr bwMode="auto">
            <a:xfrm flipH="1">
              <a:off x="9458505" y="3250038"/>
              <a:ext cx="282193" cy="25873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000"/>
            </a:p>
          </p:txBody>
        </p:sp>
        <p:sp>
          <p:nvSpPr>
            <p:cNvPr id="44" name="直接连接符 43">
              <a:extLst>
                <a:ext uri="{FF2B5EF4-FFF2-40B4-BE49-F238E27FC236}">
                  <a16:creationId xmlns:a16="http://schemas.microsoft.com/office/drawing/2014/main" id="{B63D33CB-4AC2-F994-6BB9-43D76CB273DA}"/>
                </a:ext>
              </a:extLst>
            </p:cNvPr>
            <p:cNvSpPr>
              <a:spLocks noChangeShapeType="1"/>
            </p:cNvSpPr>
            <p:nvPr/>
          </p:nvSpPr>
          <p:spPr bwMode="auto">
            <a:xfrm flipV="1">
              <a:off x="9928748" y="2923806"/>
              <a:ext cx="507450" cy="17857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000"/>
            </a:p>
          </p:txBody>
        </p:sp>
        <p:sp>
          <p:nvSpPr>
            <p:cNvPr id="45" name="直接连接符 44">
              <a:extLst>
                <a:ext uri="{FF2B5EF4-FFF2-40B4-BE49-F238E27FC236}">
                  <a16:creationId xmlns:a16="http://schemas.microsoft.com/office/drawing/2014/main" id="{8C594C14-13B0-AD89-2DB7-EF2D59D6820E}"/>
                </a:ext>
              </a:extLst>
            </p:cNvPr>
            <p:cNvSpPr>
              <a:spLocks noChangeShapeType="1"/>
            </p:cNvSpPr>
            <p:nvPr/>
          </p:nvSpPr>
          <p:spPr bwMode="auto">
            <a:xfrm>
              <a:off x="9888004" y="3278831"/>
              <a:ext cx="259741" cy="21345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000"/>
            </a:p>
          </p:txBody>
        </p:sp>
        <p:sp>
          <p:nvSpPr>
            <p:cNvPr id="46" name="直接连接符 45">
              <a:extLst>
                <a:ext uri="{FF2B5EF4-FFF2-40B4-BE49-F238E27FC236}">
                  <a16:creationId xmlns:a16="http://schemas.microsoft.com/office/drawing/2014/main" id="{C0A190F4-5E42-224E-1028-9D2719063F33}"/>
                </a:ext>
              </a:extLst>
            </p:cNvPr>
            <p:cNvSpPr>
              <a:spLocks noChangeShapeType="1"/>
            </p:cNvSpPr>
            <p:nvPr/>
          </p:nvSpPr>
          <p:spPr bwMode="auto">
            <a:xfrm flipH="1">
              <a:off x="9252630" y="3668931"/>
              <a:ext cx="99285" cy="244205"/>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000"/>
            </a:p>
          </p:txBody>
        </p:sp>
        <p:sp>
          <p:nvSpPr>
            <p:cNvPr id="47" name="直接连接符 46">
              <a:extLst>
                <a:ext uri="{FF2B5EF4-FFF2-40B4-BE49-F238E27FC236}">
                  <a16:creationId xmlns:a16="http://schemas.microsoft.com/office/drawing/2014/main" id="{B5B119DF-FE8D-8A4D-6115-52448089DBC1}"/>
                </a:ext>
              </a:extLst>
            </p:cNvPr>
            <p:cNvSpPr>
              <a:spLocks noChangeShapeType="1"/>
            </p:cNvSpPr>
            <p:nvPr/>
          </p:nvSpPr>
          <p:spPr bwMode="auto">
            <a:xfrm>
              <a:off x="11291033" y="3245738"/>
              <a:ext cx="196622" cy="18861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000"/>
            </a:p>
          </p:txBody>
        </p:sp>
        <p:sp>
          <p:nvSpPr>
            <p:cNvPr id="48" name="直接连接符 47">
              <a:extLst>
                <a:ext uri="{FF2B5EF4-FFF2-40B4-BE49-F238E27FC236}">
                  <a16:creationId xmlns:a16="http://schemas.microsoft.com/office/drawing/2014/main" id="{1E9EB770-4C3A-5777-5C78-D3847E3C77D1}"/>
                </a:ext>
              </a:extLst>
            </p:cNvPr>
            <p:cNvSpPr>
              <a:spLocks noChangeShapeType="1"/>
            </p:cNvSpPr>
            <p:nvPr/>
          </p:nvSpPr>
          <p:spPr bwMode="auto">
            <a:xfrm flipV="1">
              <a:off x="10039016" y="3660653"/>
              <a:ext cx="87981" cy="22841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000"/>
            </a:p>
          </p:txBody>
        </p:sp>
        <p:sp>
          <p:nvSpPr>
            <p:cNvPr id="49" name="直接连接符 48">
              <a:extLst>
                <a:ext uri="{FF2B5EF4-FFF2-40B4-BE49-F238E27FC236}">
                  <a16:creationId xmlns:a16="http://schemas.microsoft.com/office/drawing/2014/main" id="{1AA6DFBC-52D4-FCDA-E81A-F86C229E019B}"/>
                </a:ext>
              </a:extLst>
            </p:cNvPr>
            <p:cNvSpPr>
              <a:spLocks noChangeShapeType="1"/>
            </p:cNvSpPr>
            <p:nvPr/>
          </p:nvSpPr>
          <p:spPr bwMode="auto">
            <a:xfrm>
              <a:off x="9460725" y="3638632"/>
              <a:ext cx="124378" cy="27450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000"/>
            </a:p>
          </p:txBody>
        </p:sp>
        <p:sp>
          <p:nvSpPr>
            <p:cNvPr id="50" name="直接连接符 49">
              <a:extLst>
                <a:ext uri="{FF2B5EF4-FFF2-40B4-BE49-F238E27FC236}">
                  <a16:creationId xmlns:a16="http://schemas.microsoft.com/office/drawing/2014/main" id="{F0878590-8798-17BD-4963-CBB2347CE8F7}"/>
                </a:ext>
              </a:extLst>
            </p:cNvPr>
            <p:cNvSpPr>
              <a:spLocks noChangeShapeType="1"/>
            </p:cNvSpPr>
            <p:nvPr/>
          </p:nvSpPr>
          <p:spPr bwMode="auto">
            <a:xfrm flipH="1">
              <a:off x="10946621" y="3278831"/>
              <a:ext cx="249963" cy="24845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000"/>
            </a:p>
          </p:txBody>
        </p:sp>
        <p:sp>
          <p:nvSpPr>
            <p:cNvPr id="51" name="直接连接符 50">
              <a:extLst>
                <a:ext uri="{FF2B5EF4-FFF2-40B4-BE49-F238E27FC236}">
                  <a16:creationId xmlns:a16="http://schemas.microsoft.com/office/drawing/2014/main" id="{DD60F8C8-D4AB-67D6-4F93-4FFD6BC0D57B}"/>
                </a:ext>
              </a:extLst>
            </p:cNvPr>
            <p:cNvSpPr>
              <a:spLocks noChangeShapeType="1"/>
            </p:cNvSpPr>
            <p:nvPr/>
          </p:nvSpPr>
          <p:spPr bwMode="auto">
            <a:xfrm>
              <a:off x="10616638" y="2886612"/>
              <a:ext cx="573693" cy="23867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000"/>
            </a:p>
          </p:txBody>
        </p:sp>
        <p:sp>
          <p:nvSpPr>
            <p:cNvPr id="56"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10290071" y="2972729"/>
              <a:ext cx="5279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sz="1800" b="1" dirty="0">
                  <a:solidFill>
                    <a:srgbClr val="0070C0"/>
                  </a:solidFill>
                </a:rPr>
                <a:t>A-C</a:t>
              </a:r>
            </a:p>
          </p:txBody>
        </p:sp>
        <p:sp>
          <p:nvSpPr>
            <p:cNvPr id="61" name="椭圆 60">
              <a:extLst>
                <a:ext uri="{FF2B5EF4-FFF2-40B4-BE49-F238E27FC236}">
                  <a16:creationId xmlns:a16="http://schemas.microsoft.com/office/drawing/2014/main" id="{6218BE8D-B156-3995-F589-832448C22F75}"/>
                </a:ext>
              </a:extLst>
            </p:cNvPr>
            <p:cNvSpPr>
              <a:spLocks noChangeArrowheads="1"/>
            </p:cNvSpPr>
            <p:nvPr/>
          </p:nvSpPr>
          <p:spPr bwMode="auto">
            <a:xfrm>
              <a:off x="10397540" y="2681330"/>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1</a:t>
              </a:r>
            </a:p>
          </p:txBody>
        </p:sp>
        <p:sp>
          <p:nvSpPr>
            <p:cNvPr id="62" name="椭圆 61">
              <a:extLst>
                <a:ext uri="{FF2B5EF4-FFF2-40B4-BE49-F238E27FC236}">
                  <a16:creationId xmlns:a16="http://schemas.microsoft.com/office/drawing/2014/main" id="{4D5C7E7D-8533-615C-2F64-7C06648B81A0}"/>
                </a:ext>
              </a:extLst>
            </p:cNvPr>
            <p:cNvSpPr>
              <a:spLocks noChangeArrowheads="1"/>
            </p:cNvSpPr>
            <p:nvPr/>
          </p:nvSpPr>
          <p:spPr bwMode="auto">
            <a:xfrm>
              <a:off x="11094411" y="3017417"/>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3</a:t>
              </a:r>
            </a:p>
          </p:txBody>
        </p:sp>
        <p:sp>
          <p:nvSpPr>
            <p:cNvPr id="64" name="椭圆 63">
              <a:extLst>
                <a:ext uri="{FF2B5EF4-FFF2-40B4-BE49-F238E27FC236}">
                  <a16:creationId xmlns:a16="http://schemas.microsoft.com/office/drawing/2014/main" id="{AB8B622F-122D-A7A8-5209-13ECE2B50E28}"/>
                </a:ext>
              </a:extLst>
            </p:cNvPr>
            <p:cNvSpPr>
              <a:spLocks noChangeArrowheads="1"/>
            </p:cNvSpPr>
            <p:nvPr/>
          </p:nvSpPr>
          <p:spPr bwMode="auto">
            <a:xfrm>
              <a:off x="10758208" y="3385556"/>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5</a:t>
              </a:r>
            </a:p>
          </p:txBody>
        </p:sp>
        <p:sp>
          <p:nvSpPr>
            <p:cNvPr id="65" name="椭圆 64">
              <a:extLst>
                <a:ext uri="{FF2B5EF4-FFF2-40B4-BE49-F238E27FC236}">
                  <a16:creationId xmlns:a16="http://schemas.microsoft.com/office/drawing/2014/main" id="{BB8FAC62-5A79-95D7-4438-C4BD003349CE}"/>
                </a:ext>
              </a:extLst>
            </p:cNvPr>
            <p:cNvSpPr>
              <a:spLocks noChangeArrowheads="1"/>
            </p:cNvSpPr>
            <p:nvPr/>
          </p:nvSpPr>
          <p:spPr bwMode="auto">
            <a:xfrm>
              <a:off x="9261103" y="3413423"/>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4</a:t>
              </a:r>
            </a:p>
          </p:txBody>
        </p:sp>
        <p:sp>
          <p:nvSpPr>
            <p:cNvPr id="66" name="椭圆 65">
              <a:extLst>
                <a:ext uri="{FF2B5EF4-FFF2-40B4-BE49-F238E27FC236}">
                  <a16:creationId xmlns:a16="http://schemas.microsoft.com/office/drawing/2014/main" id="{FE0D1914-6931-C4B4-6CD0-23F4E8D2CF86}"/>
                </a:ext>
              </a:extLst>
            </p:cNvPr>
            <p:cNvSpPr>
              <a:spLocks noChangeArrowheads="1"/>
            </p:cNvSpPr>
            <p:nvPr/>
          </p:nvSpPr>
          <p:spPr bwMode="auto">
            <a:xfrm>
              <a:off x="10032505" y="3384079"/>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5</a:t>
              </a:r>
            </a:p>
          </p:txBody>
        </p:sp>
        <p:sp>
          <p:nvSpPr>
            <p:cNvPr id="67" name="椭圆 66">
              <a:extLst>
                <a:ext uri="{FF2B5EF4-FFF2-40B4-BE49-F238E27FC236}">
                  <a16:creationId xmlns:a16="http://schemas.microsoft.com/office/drawing/2014/main" id="{2F8F6C92-BA44-1F6F-86B4-7554621F1B75}"/>
                </a:ext>
              </a:extLst>
            </p:cNvPr>
            <p:cNvSpPr>
              <a:spLocks noChangeArrowheads="1"/>
            </p:cNvSpPr>
            <p:nvPr/>
          </p:nvSpPr>
          <p:spPr bwMode="auto">
            <a:xfrm>
              <a:off x="9650967" y="3029044"/>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2</a:t>
              </a:r>
            </a:p>
          </p:txBody>
        </p:sp>
        <p:sp>
          <p:nvSpPr>
            <p:cNvPr id="68" name="椭圆 67">
              <a:extLst>
                <a:ext uri="{FF2B5EF4-FFF2-40B4-BE49-F238E27FC236}">
                  <a16:creationId xmlns:a16="http://schemas.microsoft.com/office/drawing/2014/main" id="{A569D28A-5365-1A3A-3FDF-1080491AC38C}"/>
                </a:ext>
              </a:extLst>
            </p:cNvPr>
            <p:cNvSpPr>
              <a:spLocks noChangeArrowheads="1"/>
            </p:cNvSpPr>
            <p:nvPr/>
          </p:nvSpPr>
          <p:spPr bwMode="auto">
            <a:xfrm>
              <a:off x="11428251" y="3388928"/>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5</a:t>
              </a:r>
            </a:p>
          </p:txBody>
        </p:sp>
        <p:sp>
          <p:nvSpPr>
            <p:cNvPr id="69" name="椭圆 68">
              <a:extLst>
                <a:ext uri="{FF2B5EF4-FFF2-40B4-BE49-F238E27FC236}">
                  <a16:creationId xmlns:a16="http://schemas.microsoft.com/office/drawing/2014/main" id="{54644D89-9072-0C14-08D3-E34185207D44}"/>
                </a:ext>
              </a:extLst>
            </p:cNvPr>
            <p:cNvSpPr>
              <a:spLocks noChangeArrowheads="1"/>
            </p:cNvSpPr>
            <p:nvPr/>
          </p:nvSpPr>
          <p:spPr bwMode="auto">
            <a:xfrm>
              <a:off x="9066943" y="3847041"/>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6</a:t>
              </a:r>
            </a:p>
          </p:txBody>
        </p:sp>
        <p:sp>
          <p:nvSpPr>
            <p:cNvPr id="70" name="椭圆 69">
              <a:extLst>
                <a:ext uri="{FF2B5EF4-FFF2-40B4-BE49-F238E27FC236}">
                  <a16:creationId xmlns:a16="http://schemas.microsoft.com/office/drawing/2014/main" id="{AB8B622F-122D-A7A8-5209-13ECE2B50E28}"/>
                </a:ext>
              </a:extLst>
            </p:cNvPr>
            <p:cNvSpPr>
              <a:spLocks noChangeArrowheads="1"/>
            </p:cNvSpPr>
            <p:nvPr/>
          </p:nvSpPr>
          <p:spPr bwMode="auto">
            <a:xfrm>
              <a:off x="9858878" y="3860291"/>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6</a:t>
              </a:r>
            </a:p>
          </p:txBody>
        </p:sp>
        <p:sp>
          <p:nvSpPr>
            <p:cNvPr id="71" name="椭圆 70">
              <a:extLst>
                <a:ext uri="{FF2B5EF4-FFF2-40B4-BE49-F238E27FC236}">
                  <a16:creationId xmlns:a16="http://schemas.microsoft.com/office/drawing/2014/main" id="{FE0D1914-6931-C4B4-6CD0-23F4E8D2CF86}"/>
                </a:ext>
              </a:extLst>
            </p:cNvPr>
            <p:cNvSpPr>
              <a:spLocks noChangeArrowheads="1"/>
            </p:cNvSpPr>
            <p:nvPr/>
          </p:nvSpPr>
          <p:spPr bwMode="auto">
            <a:xfrm>
              <a:off x="9456954" y="3852157"/>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6</a:t>
              </a:r>
            </a:p>
          </p:txBody>
        </p:sp>
        <p:sp>
          <p:nvSpPr>
            <p:cNvPr id="72" name="文本框 71">
              <a:extLst>
                <a:ext uri="{FF2B5EF4-FFF2-40B4-BE49-F238E27FC236}">
                  <a16:creationId xmlns:a16="http://schemas.microsoft.com/office/drawing/2014/main" id="{F91368E9-3BCA-57F4-EBBB-1ECC8EE811D6}"/>
                </a:ext>
              </a:extLst>
            </p:cNvPr>
            <p:cNvSpPr txBox="1">
              <a:spLocks noChangeArrowheads="1"/>
            </p:cNvSpPr>
            <p:nvPr/>
          </p:nvSpPr>
          <p:spPr bwMode="auto">
            <a:xfrm>
              <a:off x="9201296" y="3021336"/>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sz="1800" b="1" dirty="0">
                  <a:solidFill>
                    <a:srgbClr val="0070C0"/>
                  </a:solidFill>
                </a:rPr>
                <a:t>D-F</a:t>
              </a:r>
            </a:p>
          </p:txBody>
        </p:sp>
        <p:sp>
          <p:nvSpPr>
            <p:cNvPr id="73"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8838195" y="3422439"/>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C-F</a:t>
              </a:r>
            </a:p>
          </p:txBody>
        </p:sp>
        <p:sp>
          <p:nvSpPr>
            <p:cNvPr id="74"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11433998" y="3020899"/>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B-E</a:t>
              </a:r>
            </a:p>
          </p:txBody>
        </p:sp>
        <p:sp>
          <p:nvSpPr>
            <p:cNvPr id="75" name="文本框 55">
              <a:extLst>
                <a:ext uri="{FF2B5EF4-FFF2-40B4-BE49-F238E27FC236}">
                  <a16:creationId xmlns:a16="http://schemas.microsoft.com/office/drawing/2014/main" id="{38DEA5BA-274E-1B5C-23FD-FBF96B15FDE4}"/>
                </a:ext>
              </a:extLst>
            </p:cNvPr>
            <p:cNvSpPr txBox="1">
              <a:spLocks noChangeArrowheads="1"/>
            </p:cNvSpPr>
            <p:nvPr/>
          </p:nvSpPr>
          <p:spPr bwMode="auto">
            <a:xfrm>
              <a:off x="10743146" y="3673192"/>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B-C</a:t>
              </a:r>
            </a:p>
          </p:txBody>
        </p:sp>
        <p:sp>
          <p:nvSpPr>
            <p:cNvPr id="76"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11395698" y="3676993"/>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C-D</a:t>
              </a:r>
            </a:p>
          </p:txBody>
        </p:sp>
        <p:sp>
          <p:nvSpPr>
            <p:cNvPr id="77"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10207363" y="3663498"/>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A-D</a:t>
              </a:r>
            </a:p>
          </p:txBody>
        </p:sp>
        <p:sp>
          <p:nvSpPr>
            <p:cNvPr id="78"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8944966" y="4142167"/>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A-B</a:t>
              </a:r>
            </a:p>
          </p:txBody>
        </p:sp>
        <p:sp>
          <p:nvSpPr>
            <p:cNvPr id="79"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9421436" y="4139256"/>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C-E</a:t>
              </a:r>
            </a:p>
          </p:txBody>
        </p:sp>
        <p:sp>
          <p:nvSpPr>
            <p:cNvPr id="80"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9923522" y="4151455"/>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E-F</a:t>
              </a:r>
            </a:p>
          </p:txBody>
        </p:sp>
      </p:grpSp>
    </p:spTree>
    <p:extLst>
      <p:ext uri="{BB962C8B-B14F-4D97-AF65-F5344CB8AC3E}">
        <p14:creationId xmlns:p14="http://schemas.microsoft.com/office/powerpoint/2010/main" val="1431519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1000"/>
                                        <p:tgtEl>
                                          <p:spTgt spid="34">
                                            <p:txEl>
                                              <p:pRg st="0" end="0"/>
                                            </p:txEl>
                                          </p:spTgt>
                                        </p:tgtEl>
                                      </p:cBhvr>
                                    </p:animEffect>
                                    <p:anim calcmode="lin" valueType="num">
                                      <p:cBhvr>
                                        <p:cTn id="8" dur="1000" fill="hold"/>
                                        <p:tgtEl>
                                          <p:spTgt spid="3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1000"/>
                                        <p:tgtEl>
                                          <p:spTgt spid="32"/>
                                        </p:tgtEl>
                                      </p:cBhvr>
                                    </p:animEffect>
                                    <p:anim calcmode="lin" valueType="num">
                                      <p:cBhvr>
                                        <p:cTn id="14" dur="1000" fill="hold"/>
                                        <p:tgtEl>
                                          <p:spTgt spid="32"/>
                                        </p:tgtEl>
                                        <p:attrNameLst>
                                          <p:attrName>ppt_x</p:attrName>
                                        </p:attrNameLst>
                                      </p:cBhvr>
                                      <p:tavLst>
                                        <p:tav tm="0">
                                          <p:val>
                                            <p:strVal val="#ppt_x"/>
                                          </p:val>
                                        </p:tav>
                                        <p:tav tm="100000">
                                          <p:val>
                                            <p:strVal val="#ppt_x"/>
                                          </p:val>
                                        </p:tav>
                                      </p:tavLst>
                                    </p:anim>
                                    <p:anim calcmode="lin" valueType="num">
                                      <p:cBhvr>
                                        <p:cTn id="1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750"/>
                                        <p:tgtEl>
                                          <p:spTgt spid="38"/>
                                        </p:tgtEl>
                                      </p:cBhvr>
                                    </p:animEffect>
                                  </p:childTnLst>
                                </p:cTn>
                              </p:par>
                            </p:childTnLst>
                          </p:cTn>
                        </p:par>
                        <p:par>
                          <p:cTn id="21" fill="hold">
                            <p:stCondLst>
                              <p:cond delay="750"/>
                            </p:stCondLst>
                            <p:childTnLst>
                              <p:par>
                                <p:cTn id="22" presetID="22" presetClass="entr" presetSubtype="8" fill="hold" nodeType="after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wipe(left)">
                                      <p:cBhvr>
                                        <p:cTn id="24" dur="1000"/>
                                        <p:tgtEl>
                                          <p:spTgt spid="35"/>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4">
                                            <p:txEl>
                                              <p:pRg st="1" end="1"/>
                                            </p:txEl>
                                          </p:spTgt>
                                        </p:tgtEl>
                                        <p:attrNameLst>
                                          <p:attrName>style.visibility</p:attrName>
                                        </p:attrNameLst>
                                      </p:cBhvr>
                                      <p:to>
                                        <p:strVal val="visible"/>
                                      </p:to>
                                    </p:set>
                                    <p:animEffect transition="in" filter="fade">
                                      <p:cBhvr>
                                        <p:cTn id="29" dur="1000"/>
                                        <p:tgtEl>
                                          <p:spTgt spid="34">
                                            <p:txEl>
                                              <p:pRg st="1" end="1"/>
                                            </p:txEl>
                                          </p:spTgt>
                                        </p:tgtEl>
                                      </p:cBhvr>
                                    </p:animEffect>
                                    <p:anim calcmode="lin" valueType="num">
                                      <p:cBhvr>
                                        <p:cTn id="30" dur="1000" fill="hold"/>
                                        <p:tgtEl>
                                          <p:spTgt spid="34">
                                            <p:txEl>
                                              <p:pRg st="1" end="1"/>
                                            </p:txEl>
                                          </p:spTgt>
                                        </p:tgtEl>
                                        <p:attrNameLst>
                                          <p:attrName>ppt_x</p:attrName>
                                        </p:attrNameLst>
                                      </p:cBhvr>
                                      <p:tavLst>
                                        <p:tav tm="0">
                                          <p:val>
                                            <p:strVal val="#ppt_x"/>
                                          </p:val>
                                        </p:tav>
                                        <p:tav tm="100000">
                                          <p:val>
                                            <p:strVal val="#ppt_x"/>
                                          </p:val>
                                        </p:tav>
                                      </p:tavLst>
                                    </p:anim>
                                    <p:anim calcmode="lin" valueType="num">
                                      <p:cBhvr>
                                        <p:cTn id="31" dur="1000" fill="hold"/>
                                        <p:tgtEl>
                                          <p:spTgt spid="34">
                                            <p:txEl>
                                              <p:pRg st="1" end="1"/>
                                            </p:txEl>
                                          </p:spTgt>
                                        </p:tgtEl>
                                        <p:attrNameLst>
                                          <p:attrName>ppt_y</p:attrName>
                                        </p:attrNameLst>
                                      </p:cBhvr>
                                      <p:tavLst>
                                        <p:tav tm="0">
                                          <p:val>
                                            <p:strVal val="#ppt_y+.1"/>
                                          </p:val>
                                        </p:tav>
                                        <p:tav tm="100000">
                                          <p:val>
                                            <p:strVal val="#ppt_y"/>
                                          </p:val>
                                        </p:tav>
                                      </p:tavLst>
                                    </p:anim>
                                  </p:childTnLst>
                                </p:cTn>
                              </p:par>
                            </p:childTnLst>
                          </p:cTn>
                        </p:par>
                        <p:par>
                          <p:cTn id="32" fill="hold">
                            <p:stCondLst>
                              <p:cond delay="1000"/>
                            </p:stCondLst>
                            <p:childTnLst>
                              <p:par>
                                <p:cTn id="33" presetID="42" presetClass="entr" presetSubtype="0"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wipe(left)">
                                      <p:cBhvr>
                                        <p:cTn id="42" dur="750"/>
                                        <p:tgtEl>
                                          <p:spTgt spid="40"/>
                                        </p:tgtEl>
                                      </p:cBhvr>
                                    </p:animEffect>
                                  </p:childTnLst>
                                </p:cTn>
                              </p:par>
                            </p:childTnLst>
                          </p:cTn>
                        </p:par>
                        <p:par>
                          <p:cTn id="43" fill="hold">
                            <p:stCondLst>
                              <p:cond delay="750"/>
                            </p:stCondLst>
                            <p:childTnLst>
                              <p:par>
                                <p:cTn id="44" presetID="22" presetClass="entr" presetSubtype="8" fill="hold" nodeType="after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wipe(left)">
                                      <p:cBhvr>
                                        <p:cTn id="46" dur="1000"/>
                                        <p:tgtEl>
                                          <p:spTgt spid="39"/>
                                        </p:tgtEl>
                                      </p:cBhvr>
                                    </p:animEffect>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nodeType="clickEffect">
                                  <p:stCondLst>
                                    <p:cond delay="0"/>
                                  </p:stCondLst>
                                  <p:childTnLst>
                                    <p:set>
                                      <p:cBhvr>
                                        <p:cTn id="50" dur="1" fill="hold">
                                          <p:stCondLst>
                                            <p:cond delay="0"/>
                                          </p:stCondLst>
                                        </p:cTn>
                                        <p:tgtEl>
                                          <p:spTgt spid="81"/>
                                        </p:tgtEl>
                                        <p:attrNameLst>
                                          <p:attrName>style.visibility</p:attrName>
                                        </p:attrNameLst>
                                      </p:cBhvr>
                                      <p:to>
                                        <p:strVal val="visible"/>
                                      </p:to>
                                    </p:set>
                                    <p:animEffect transition="in" filter="fade">
                                      <p:cBhvr>
                                        <p:cTn id="51" dur="1000"/>
                                        <p:tgtEl>
                                          <p:spTgt spid="81"/>
                                        </p:tgtEl>
                                      </p:cBhvr>
                                    </p:animEffect>
                                    <p:anim calcmode="lin" valueType="num">
                                      <p:cBhvr>
                                        <p:cTn id="52" dur="1000" fill="hold"/>
                                        <p:tgtEl>
                                          <p:spTgt spid="81"/>
                                        </p:tgtEl>
                                        <p:attrNameLst>
                                          <p:attrName>ppt_x</p:attrName>
                                        </p:attrNameLst>
                                      </p:cBhvr>
                                      <p:tavLst>
                                        <p:tav tm="0">
                                          <p:val>
                                            <p:strVal val="#ppt_x"/>
                                          </p:val>
                                        </p:tav>
                                        <p:tav tm="100000">
                                          <p:val>
                                            <p:strVal val="#ppt_x"/>
                                          </p:val>
                                        </p:tav>
                                      </p:tavLst>
                                    </p:anim>
                                    <p:anim calcmode="lin" valueType="num">
                                      <p:cBhvr>
                                        <p:cTn id="53"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34">
                                            <p:txEl>
                                              <p:pRg st="2" end="2"/>
                                            </p:txEl>
                                          </p:spTgt>
                                        </p:tgtEl>
                                        <p:attrNameLst>
                                          <p:attrName>style.visibility</p:attrName>
                                        </p:attrNameLst>
                                      </p:cBhvr>
                                      <p:to>
                                        <p:strVal val="visible"/>
                                      </p:to>
                                    </p:set>
                                    <p:animEffect transition="in" filter="fade">
                                      <p:cBhvr>
                                        <p:cTn id="58" dur="1000"/>
                                        <p:tgtEl>
                                          <p:spTgt spid="34">
                                            <p:txEl>
                                              <p:pRg st="2" end="2"/>
                                            </p:txEl>
                                          </p:spTgt>
                                        </p:tgtEl>
                                      </p:cBhvr>
                                    </p:animEffect>
                                    <p:anim calcmode="lin" valueType="num">
                                      <p:cBhvr>
                                        <p:cTn id="59" dur="1000" fill="hold"/>
                                        <p:tgtEl>
                                          <p:spTgt spid="34">
                                            <p:txEl>
                                              <p:pRg st="2" end="2"/>
                                            </p:txEl>
                                          </p:spTgt>
                                        </p:tgtEl>
                                        <p:attrNameLst>
                                          <p:attrName>ppt_x</p:attrName>
                                        </p:attrNameLst>
                                      </p:cBhvr>
                                      <p:tavLst>
                                        <p:tav tm="0">
                                          <p:val>
                                            <p:strVal val="#ppt_x"/>
                                          </p:val>
                                        </p:tav>
                                        <p:tav tm="100000">
                                          <p:val>
                                            <p:strVal val="#ppt_x"/>
                                          </p:val>
                                        </p:tav>
                                      </p:tavLst>
                                    </p:anim>
                                    <p:anim calcmode="lin" valueType="num">
                                      <p:cBhvr>
                                        <p:cTn id="60" dur="1000" fill="hold"/>
                                        <p:tgtEl>
                                          <p:spTgt spid="3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4" grpId="0" uiExpand="1" build="p"/>
      <p:bldP spid="4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a:extLst>
              <a:ext uri="{FF2B5EF4-FFF2-40B4-BE49-F238E27FC236}">
                <a16:creationId xmlns:a16="http://schemas.microsoft.com/office/drawing/2014/main" id="{12194D40-22E0-2BDC-C6C0-DDDEE36CB845}"/>
              </a:ext>
            </a:extLst>
          </p:cNvPr>
          <p:cNvSpPr/>
          <p:nvPr/>
        </p:nvSpPr>
        <p:spPr>
          <a:xfrm>
            <a:off x="482751" y="3582280"/>
            <a:ext cx="5164361" cy="2125789"/>
          </a:xfrm>
          <a:prstGeom prst="roundRect">
            <a:avLst/>
          </a:prstGeom>
          <a:solidFill>
            <a:srgbClr val="FCF6EA"/>
          </a:solid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圆角 159">
            <a:extLst>
              <a:ext uri="{FF2B5EF4-FFF2-40B4-BE49-F238E27FC236}">
                <a16:creationId xmlns:a16="http://schemas.microsoft.com/office/drawing/2014/main" id="{5C0D7D0A-AF5F-E1CE-9BE9-41BBFEFA259E}"/>
              </a:ext>
            </a:extLst>
          </p:cNvPr>
          <p:cNvSpPr/>
          <p:nvPr/>
        </p:nvSpPr>
        <p:spPr>
          <a:xfrm>
            <a:off x="499274" y="1654896"/>
            <a:ext cx="5418981" cy="1376756"/>
          </a:xfrm>
          <a:prstGeom prst="roundRect">
            <a:avLst/>
          </a:prstGeom>
          <a:solidFill>
            <a:srgbClr val="FCF6EA"/>
          </a:solid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E3E94278-FDFB-503D-0918-689AF49C6BF4}"/>
              </a:ext>
            </a:extLst>
          </p:cNvPr>
          <p:cNvSpPr txBox="1"/>
          <p:nvPr/>
        </p:nvSpPr>
        <p:spPr>
          <a:xfrm>
            <a:off x="226263" y="1338784"/>
            <a:ext cx="11268250" cy="5479962"/>
          </a:xfrm>
          <a:prstGeom prst="rect">
            <a:avLst/>
          </a:prstGeom>
          <a:noFill/>
        </p:spPr>
        <p:txBody>
          <a:bodyPr wrap="square">
            <a:spAutoFit/>
          </a:bodyPr>
          <a:lstStyle/>
          <a:p>
            <a:pPr marL="72000" marR="26670" algn="just"/>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ALGraph</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Kruskal(</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ALGraph</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G)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rgbClr val="C00000"/>
                </a:solidFill>
                <a:latin typeface="等线" panose="02010600030101010101" pitchFamily="2" charset="-122"/>
                <a:ea typeface="黑体" panose="02010609060101010101" pitchFamily="49" charset="-122"/>
                <a:cs typeface="Times New Roman" panose="02020603050405020304" pitchFamily="18" charset="0"/>
              </a:rPr>
              <a:t>算法</a:t>
            </a:r>
            <a:r>
              <a:rPr lang="en-US" altLang="zh-CN" kern="100" spc="-10" dirty="0">
                <a:solidFill>
                  <a:srgbClr val="C00000"/>
                </a:solidFill>
                <a:latin typeface="等线" panose="02010600030101010101" pitchFamily="2" charset="-122"/>
                <a:ea typeface="黑体" panose="02010609060101010101" pitchFamily="49" charset="-122"/>
                <a:cs typeface="Times New Roman" panose="02020603050405020304" pitchFamily="18" charset="0"/>
              </a:rPr>
              <a:t>  7.10</a:t>
            </a:r>
            <a:r>
              <a:rPr lang="zh-CN" altLang="en-US" kern="100" spc="-10" dirty="0">
                <a:solidFill>
                  <a:schemeClr val="accent6">
                    <a:lumMod val="75000"/>
                  </a:schemeClr>
                </a:solidFill>
                <a:latin typeface="等线" panose="02010600030101010101" pitchFamily="2" charset="-122"/>
                <a:ea typeface="黑体" panose="02010609060101010101" pitchFamily="49" charset="-122"/>
                <a:cs typeface="Times New Roman" panose="02020603050405020304" pitchFamily="18" charset="0"/>
              </a:rPr>
              <a:t>，</a:t>
            </a:r>
            <a:r>
              <a:rPr lang="zh-CN" altLang="zh-CN" sz="1800" kern="100" spc="-1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克鲁斯卡尔算法，构造并返回无向网</a:t>
            </a:r>
            <a:r>
              <a:rPr lang="en-US" altLang="zh-CN" sz="1800" kern="100" spc="-1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G</a:t>
            </a:r>
            <a:r>
              <a:rPr lang="zh-CN" altLang="zh-CN" sz="1800" kern="100" spc="-1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的最小生成树</a:t>
            </a:r>
            <a:r>
              <a:rPr lang="en-US" altLang="zh-CN" sz="1800" kern="100" spc="-1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T</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ALGraph</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T;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ArcNP</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p;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UFSet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S;  Heap H;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RcdType</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edge;</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T =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InitALG</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(G-&gt;n,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UDN</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初始化</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的最小生成树</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，按</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G-&gt;n</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分配顶点空间</a:t>
            </a: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=0;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&lt;G-&gt;n;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复制</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的顶点集到</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endPar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vexs</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].data = G-&gt;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vexs</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].data;   </a:t>
            </a: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vexs</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firstArc</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 NULL;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S =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InitUFSet_ALG</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(G-&gt;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vexs</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G-&gt;n);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初始化顶点并查集</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，每个顶点自成一个子集</a:t>
            </a: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H =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MakeEdgeHeap</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(G);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对无向网</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的边集构造小顶堆</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H</a:t>
            </a:r>
            <a:endPar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j=0; j&lt;G-&gt;e;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j++</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edge = </a:t>
            </a:r>
            <a:r>
              <a:rPr lang="en-US" altLang="zh-CN" sz="1800" b="1" kern="100" spc="-10" dirty="0" err="1">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DelTop</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(H);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从小顶堆</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H</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移除堆顶值，为当前权值最小的边</a:t>
            </a: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v =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edge.v</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w =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edge.w</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取最小边的关联顶点</a:t>
            </a: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(TRUE == </a:t>
            </a:r>
            <a:r>
              <a:rPr lang="en-US" altLang="zh-CN" sz="1800" b="1" kern="100" spc="-10" dirty="0">
                <a:solidFill>
                  <a:srgbClr val="C00000"/>
                </a:solidFill>
                <a:effectLst/>
                <a:latin typeface="Courier New" panose="02070309020205020404" pitchFamily="49" charset="0"/>
                <a:ea typeface="宋体" panose="02010600030101010101" pitchFamily="2" charset="-122"/>
                <a:cs typeface="Times New Roman" panose="02020603050405020304" pitchFamily="18" charset="0"/>
              </a:rPr>
              <a:t>Union</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S,v+1,w+1</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v</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和</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w</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分属不同子集，则合并并返回</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TRUE</a:t>
            </a:r>
            <a:endPar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err="1">
                <a:solidFill>
                  <a:srgbClr val="333DFF"/>
                </a:solidFill>
                <a:effectLst/>
                <a:latin typeface="Courier New" panose="02070309020205020404" pitchFamily="49" charset="0"/>
                <a:ea typeface="宋体" panose="02010600030101010101" pitchFamily="2" charset="-122"/>
                <a:cs typeface="Times New Roman" panose="02020603050405020304" pitchFamily="18" charset="0"/>
              </a:rPr>
              <a:t>AddArc_AL</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(T, v, w,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edge.weight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加入带权边（</a:t>
            </a:r>
            <a:r>
              <a:rPr lang="en-US" altLang="zh-CN" kern="100" spc="-1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v,w</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到</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（不会形成回路）</a:t>
            </a: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(T-&gt;e == G-&gt;n-1)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break</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若已选中</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G-&gt;n-1</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条边加入</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，则循环结束</a:t>
            </a:r>
          </a:p>
          <a:p>
            <a:pPr marL="72000" marR="26670" algn="just">
              <a:lnSpc>
                <a:spcPct val="80000"/>
              </a:lnSpc>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lgn="just">
              <a:lnSpc>
                <a:spcPct val="80000"/>
              </a:lnSpc>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FreeHeap</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(H);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FreeUFSet</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(S);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回收辅助的堆和并查集</a:t>
            </a: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(T-&gt;e &lt; G-&gt;n-1) </a:t>
            </a:r>
            <a:r>
              <a:rPr lang="en-US" altLang="zh-CN" sz="1800" kern="100" spc="-10" dirty="0" err="1">
                <a:effectLst/>
                <a:latin typeface="Courier New" panose="02070309020205020404" pitchFamily="49" charset="0"/>
                <a:ea typeface="宋体" panose="02010600030101010101" pitchFamily="2" charset="-122"/>
                <a:cs typeface="Times New Roman" panose="02020603050405020304" pitchFamily="18" charset="0"/>
              </a:rPr>
              <a:t>printf</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("G is not connected!");  </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G</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非连通网，则显示信息</a:t>
            </a:r>
          </a:p>
          <a:p>
            <a:pPr marL="72000" marR="26670" algn="just">
              <a:buNone/>
            </a:pP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100" spc="-10" dirty="0">
                <a:effectLst/>
                <a:latin typeface="Courier New" panose="02070309020205020404" pitchFamily="49" charset="0"/>
                <a:ea typeface="宋体" panose="02010600030101010101" pitchFamily="2" charset="-122"/>
                <a:cs typeface="Times New Roman" panose="02020603050405020304" pitchFamily="18" charset="0"/>
              </a:rPr>
              <a:t> T</a:t>
            </a:r>
            <a:r>
              <a:rPr lang="en-US" altLang="zh-CN" kern="100" spc="-10" dirty="0">
                <a:latin typeface="Courier New" panose="02070309020205020404" pitchFamily="49" charset="0"/>
                <a:ea typeface="宋体" panose="02010600030101010101" pitchFamily="2" charset="-122"/>
                <a:cs typeface="Times New Roman" panose="02020603050405020304" pitchFamily="18" charset="0"/>
              </a:rPr>
              <a:t>;</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 </a:t>
            </a:r>
            <a:r>
              <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返回最小生成树</a:t>
            </a:r>
            <a:r>
              <a:rPr lang="en-US"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a:t>
            </a:r>
            <a:endParaRPr lang="zh-CN" altLang="zh-CN" kern="100" spc="-1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marL="72000" marR="26670" algn="just">
              <a:lnSpc>
                <a:spcPct val="80000"/>
              </a:lnSpc>
              <a:buNone/>
            </a:pPr>
            <a:r>
              <a:rPr lang="en-US" altLang="zh-CN" sz="1800" b="1" kern="100" spc="-1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F4E0A9C1-7178-6925-9A57-EBA77229FF1E}"/>
              </a:ext>
            </a:extLst>
          </p:cNvPr>
          <p:cNvSpPr/>
          <p:nvPr/>
        </p:nvSpPr>
        <p:spPr>
          <a:xfrm>
            <a:off x="6357955" y="516753"/>
            <a:ext cx="5590836" cy="5002463"/>
          </a:xfrm>
          <a:prstGeom prst="rect">
            <a:avLst/>
          </a:prstGeom>
          <a:solidFill>
            <a:srgbClr val="FCF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4C9A370B-1C54-C038-8345-E5CEFCC2604D}"/>
              </a:ext>
            </a:extLst>
          </p:cNvPr>
          <p:cNvSpPr>
            <a:spLocks noGrp="1"/>
          </p:cNvSpPr>
          <p:nvPr>
            <p:ph type="sldNum" sz="quarter" idx="12"/>
          </p:nvPr>
        </p:nvSpPr>
        <p:spPr/>
        <p:txBody>
          <a:bodyPr/>
          <a:lstStyle/>
          <a:p>
            <a:fld id="{D7C0FE0B-717B-41AE-9FA2-CA4BF851D1C3}" type="slidenum">
              <a:rPr lang="zh-CN" altLang="en-US" smtClean="0"/>
              <a:t>25</a:t>
            </a:fld>
            <a:endParaRPr lang="zh-CN" altLang="en-US"/>
          </a:p>
        </p:txBody>
      </p:sp>
      <p:sp>
        <p:nvSpPr>
          <p:cNvPr id="5" name="文本框 3">
            <a:extLst>
              <a:ext uri="{FF2B5EF4-FFF2-40B4-BE49-F238E27FC236}">
                <a16:creationId xmlns:a16="http://schemas.microsoft.com/office/drawing/2014/main" id="{7F6AC949-FC6A-017A-67F6-83B620CB1C4E}"/>
              </a:ext>
            </a:extLst>
          </p:cNvPr>
          <p:cNvSpPr txBox="1"/>
          <p:nvPr/>
        </p:nvSpPr>
        <p:spPr>
          <a:xfrm>
            <a:off x="1275065" y="245512"/>
            <a:ext cx="3942064" cy="476669"/>
          </a:xfrm>
          <a:prstGeom prst="rect">
            <a:avLst/>
          </a:prstGeom>
          <a:noFill/>
        </p:spPr>
        <p:txBody>
          <a:bodyPr wrap="square">
            <a:spAutoFit/>
          </a:bodyPr>
          <a:lstStyle>
            <a:defPPr>
              <a:defRPr lang="zh-CN"/>
            </a:defPPr>
            <a:lvl1pPr marL="72000" marR="0" lvl="0" indent="0" algn="just" defTabSz="914400" rtl="0" eaLnBrk="0" fontAlgn="base" latinLnBrk="0" hangingPunct="0">
              <a:lnSpc>
                <a:spcPct val="120000"/>
              </a:lnSpc>
              <a:spcBef>
                <a:spcPts val="600"/>
              </a:spcBef>
              <a:spcAft>
                <a:spcPct val="0"/>
              </a:spcAft>
              <a:buClrTx/>
              <a:buSzTx/>
              <a:buFontTx/>
              <a:buNone/>
              <a:tabLst/>
              <a:defRPr kumimoji="0" sz="2400" b="1" i="0" u="none" strike="noStrike" kern="1200" cap="none" normalizeH="0" baseline="0">
                <a:ln>
                  <a:noFill/>
                </a:ln>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楷体" panose="02010609060101010101" pitchFamily="49" charset="-122"/>
                <a:ea typeface="楷体" panose="02010609060101010101" pitchFamily="49" charset="-122"/>
              </a:rPr>
              <a:t>2. </a:t>
            </a:r>
            <a:r>
              <a:rPr lang="zh-CN" altLang="zh-CN" dirty="0">
                <a:latin typeface="楷体" panose="02010609060101010101" pitchFamily="49" charset="-122"/>
                <a:ea typeface="楷体" panose="02010609060101010101" pitchFamily="49" charset="-122"/>
              </a:rPr>
              <a:t>克鲁斯卡尔算法</a:t>
            </a:r>
            <a:r>
              <a:rPr lang="zh-CN" altLang="en-US" dirty="0">
                <a:latin typeface="楷体" panose="02010609060101010101" pitchFamily="49" charset="-122"/>
                <a:ea typeface="楷体" panose="02010609060101010101" pitchFamily="49" charset="-122"/>
              </a:rPr>
              <a:t>（续）</a:t>
            </a:r>
            <a:endParaRPr lang="zh-CN" altLang="zh-CN" dirty="0">
              <a:latin typeface="楷体" panose="02010609060101010101" pitchFamily="49" charset="-122"/>
              <a:ea typeface="楷体" panose="02010609060101010101" pitchFamily="49" charset="-122"/>
            </a:endParaRPr>
          </a:p>
        </p:txBody>
      </p:sp>
      <p:graphicFrame>
        <p:nvGraphicFramePr>
          <p:cNvPr id="6" name="表格 23">
            <a:extLst>
              <a:ext uri="{FF2B5EF4-FFF2-40B4-BE49-F238E27FC236}">
                <a16:creationId xmlns:a16="http://schemas.microsoft.com/office/drawing/2014/main" id="{D98E178E-4302-CDA1-B8B8-4659D87406D0}"/>
              </a:ext>
            </a:extLst>
          </p:cNvPr>
          <p:cNvGraphicFramePr>
            <a:graphicFrameLocks noGrp="1"/>
          </p:cNvGraphicFramePr>
          <p:nvPr>
            <p:extLst>
              <p:ext uri="{D42A27DB-BD31-4B8C-83A1-F6EECF244321}">
                <p14:modId xmlns:p14="http://schemas.microsoft.com/office/powerpoint/2010/main" val="642357605"/>
              </p:ext>
            </p:extLst>
          </p:nvPr>
        </p:nvGraphicFramePr>
        <p:xfrm>
          <a:off x="9232377" y="764706"/>
          <a:ext cx="2582898" cy="651851"/>
        </p:xfrm>
        <a:graphic>
          <a:graphicData uri="http://schemas.openxmlformats.org/drawingml/2006/table">
            <a:tbl>
              <a:tblPr firstRow="1" bandRow="1">
                <a:tableStyleId>{5C22544A-7EE6-4342-B048-85BDC9FD1C3A}</a:tableStyleId>
              </a:tblPr>
              <a:tblGrid>
                <a:gridCol w="348964">
                  <a:extLst>
                    <a:ext uri="{9D8B030D-6E8A-4147-A177-3AD203B41FA5}">
                      <a16:colId xmlns:a16="http://schemas.microsoft.com/office/drawing/2014/main" val="66193535"/>
                    </a:ext>
                  </a:extLst>
                </a:gridCol>
                <a:gridCol w="389009">
                  <a:extLst>
                    <a:ext uri="{9D8B030D-6E8A-4147-A177-3AD203B41FA5}">
                      <a16:colId xmlns:a16="http://schemas.microsoft.com/office/drawing/2014/main" val="3063659661"/>
                    </a:ext>
                  </a:extLst>
                </a:gridCol>
                <a:gridCol w="368985">
                  <a:extLst>
                    <a:ext uri="{9D8B030D-6E8A-4147-A177-3AD203B41FA5}">
                      <a16:colId xmlns:a16="http://schemas.microsoft.com/office/drawing/2014/main" val="2915637025"/>
                    </a:ext>
                  </a:extLst>
                </a:gridCol>
                <a:gridCol w="368985">
                  <a:extLst>
                    <a:ext uri="{9D8B030D-6E8A-4147-A177-3AD203B41FA5}">
                      <a16:colId xmlns:a16="http://schemas.microsoft.com/office/drawing/2014/main" val="3540990174"/>
                    </a:ext>
                  </a:extLst>
                </a:gridCol>
                <a:gridCol w="368985">
                  <a:extLst>
                    <a:ext uri="{9D8B030D-6E8A-4147-A177-3AD203B41FA5}">
                      <a16:colId xmlns:a16="http://schemas.microsoft.com/office/drawing/2014/main" val="1260520005"/>
                    </a:ext>
                  </a:extLst>
                </a:gridCol>
                <a:gridCol w="368985">
                  <a:extLst>
                    <a:ext uri="{9D8B030D-6E8A-4147-A177-3AD203B41FA5}">
                      <a16:colId xmlns:a16="http://schemas.microsoft.com/office/drawing/2014/main" val="3645444890"/>
                    </a:ext>
                  </a:extLst>
                </a:gridCol>
                <a:gridCol w="368985">
                  <a:extLst>
                    <a:ext uri="{9D8B030D-6E8A-4147-A177-3AD203B41FA5}">
                      <a16:colId xmlns:a16="http://schemas.microsoft.com/office/drawing/2014/main" val="2941461919"/>
                    </a:ext>
                  </a:extLst>
                </a:gridCol>
              </a:tblGrid>
              <a:tr h="311051">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0</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1</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2</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3</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4</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5</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6</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marL="36000" marR="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1276233"/>
                  </a:ext>
                </a:extLst>
              </a:tr>
              <a:tr h="311051">
                <a:tc>
                  <a:txBody>
                    <a:bodyPr/>
                    <a:lstStyle/>
                    <a:p>
                      <a:pPr algn="ct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a:txBody>
                  <a:tcPr marL="36000" marR="0"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26021274"/>
                  </a:ext>
                </a:extLst>
              </a:tr>
            </a:tbl>
          </a:graphicData>
        </a:graphic>
      </p:graphicFrame>
      <p:grpSp>
        <p:nvGrpSpPr>
          <p:cNvPr id="7" name="组合 6">
            <a:extLst>
              <a:ext uri="{FF2B5EF4-FFF2-40B4-BE49-F238E27FC236}">
                <a16:creationId xmlns:a16="http://schemas.microsoft.com/office/drawing/2014/main" id="{BABCB1C1-C52B-7BE7-0268-E97EB853A28F}"/>
              </a:ext>
            </a:extLst>
          </p:cNvPr>
          <p:cNvGrpSpPr/>
          <p:nvPr/>
        </p:nvGrpSpPr>
        <p:grpSpPr>
          <a:xfrm>
            <a:off x="7874332" y="776640"/>
            <a:ext cx="1438214" cy="641133"/>
            <a:chOff x="7890159" y="660581"/>
            <a:chExt cx="1438214" cy="641133"/>
          </a:xfrm>
        </p:grpSpPr>
        <p:sp>
          <p:nvSpPr>
            <p:cNvPr id="8" name="文本框 7">
              <a:extLst>
                <a:ext uri="{FF2B5EF4-FFF2-40B4-BE49-F238E27FC236}">
                  <a16:creationId xmlns:a16="http://schemas.microsoft.com/office/drawing/2014/main" id="{5BB45475-85EA-3682-E331-7EF0879EE214}"/>
                </a:ext>
              </a:extLst>
            </p:cNvPr>
            <p:cNvSpPr txBox="1"/>
            <p:nvPr/>
          </p:nvSpPr>
          <p:spPr>
            <a:xfrm>
              <a:off x="8428627" y="932382"/>
              <a:ext cx="834524" cy="369332"/>
            </a:xfrm>
            <a:prstGeom prst="rect">
              <a:avLst/>
            </a:prstGeom>
            <a:noFill/>
          </p:spPr>
          <p:txBody>
            <a:bodyPr wrap="none" rtlCol="0">
              <a:spAutoFit/>
            </a:bodyPr>
            <a:lstStyle/>
            <a:p>
              <a:r>
                <a:rPr lang="en-US" altLang="zh-CN" b="1" dirty="0"/>
                <a:t>parent</a:t>
              </a:r>
              <a:endParaRPr lang="zh-CN" altLang="en-US" b="1" dirty="0"/>
            </a:p>
          </p:txBody>
        </p:sp>
        <p:sp>
          <p:nvSpPr>
            <p:cNvPr id="9" name="文本框 8">
              <a:extLst>
                <a:ext uri="{FF2B5EF4-FFF2-40B4-BE49-F238E27FC236}">
                  <a16:creationId xmlns:a16="http://schemas.microsoft.com/office/drawing/2014/main" id="{0EEFAED5-B8C0-4374-B238-4A61A681F3E0}"/>
                </a:ext>
              </a:extLst>
            </p:cNvPr>
            <p:cNvSpPr txBox="1"/>
            <p:nvPr/>
          </p:nvSpPr>
          <p:spPr>
            <a:xfrm>
              <a:off x="7890159" y="660581"/>
              <a:ext cx="1438214"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S</a:t>
              </a:r>
              <a:r>
                <a:rPr lang="en-US" altLang="zh-CN" b="1" dirty="0">
                  <a:latin typeface="Courier New" panose="02070309020205020404" pitchFamily="49" charset="0"/>
                  <a:cs typeface="Courier New" panose="02070309020205020404" pitchFamily="49" charset="0"/>
                </a:rPr>
                <a:t>-&gt;</a:t>
              </a:r>
              <a:r>
                <a:rPr lang="en-US" altLang="zh-CN" b="1" dirty="0"/>
                <a:t>nodes</a:t>
              </a:r>
              <a:r>
                <a:rPr lang="en-US" altLang="zh-CN" b="1" dirty="0">
                  <a:latin typeface="Courier New" panose="02070309020205020404" pitchFamily="49" charset="0"/>
                  <a:cs typeface="Courier New" panose="02070309020205020404" pitchFamily="49" charset="0"/>
                </a:rPr>
                <a:t>[]</a:t>
              </a:r>
              <a:endParaRPr lang="zh-CN" altLang="en-US" b="1" dirty="0"/>
            </a:p>
          </p:txBody>
        </p:sp>
      </p:grpSp>
      <p:grpSp>
        <p:nvGrpSpPr>
          <p:cNvPr id="12" name="组合 11">
            <a:extLst>
              <a:ext uri="{FF2B5EF4-FFF2-40B4-BE49-F238E27FC236}">
                <a16:creationId xmlns:a16="http://schemas.microsoft.com/office/drawing/2014/main" id="{67458ADC-EDA7-B827-DE63-E39408198104}"/>
              </a:ext>
            </a:extLst>
          </p:cNvPr>
          <p:cNvGrpSpPr/>
          <p:nvPr/>
        </p:nvGrpSpPr>
        <p:grpSpPr>
          <a:xfrm>
            <a:off x="6513313" y="1250978"/>
            <a:ext cx="1852495" cy="1839895"/>
            <a:chOff x="1622707" y="927639"/>
            <a:chExt cx="1852495" cy="1839895"/>
          </a:xfrm>
        </p:grpSpPr>
        <p:sp>
          <p:nvSpPr>
            <p:cNvPr id="13" name="直接连接符 12">
              <a:extLst>
                <a:ext uri="{FF2B5EF4-FFF2-40B4-BE49-F238E27FC236}">
                  <a16:creationId xmlns:a16="http://schemas.microsoft.com/office/drawing/2014/main" id="{6131884E-02D5-3EBE-6EE8-50D070D47460}"/>
                </a:ext>
              </a:extLst>
            </p:cNvPr>
            <p:cNvSpPr>
              <a:spLocks noChangeShapeType="1"/>
            </p:cNvSpPr>
            <p:nvPr/>
          </p:nvSpPr>
          <p:spPr bwMode="auto">
            <a:xfrm flipH="1">
              <a:off x="2580664" y="1297399"/>
              <a:ext cx="1027" cy="44537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4" name="直接连接符 13">
              <a:extLst>
                <a:ext uri="{FF2B5EF4-FFF2-40B4-BE49-F238E27FC236}">
                  <a16:creationId xmlns:a16="http://schemas.microsoft.com/office/drawing/2014/main" id="{5570726E-D118-4E8C-AA0A-9C7CDE2232F0}"/>
                </a:ext>
              </a:extLst>
            </p:cNvPr>
            <p:cNvSpPr>
              <a:spLocks noChangeShapeType="1"/>
            </p:cNvSpPr>
            <p:nvPr/>
          </p:nvSpPr>
          <p:spPr bwMode="auto">
            <a:xfrm flipV="1">
              <a:off x="2273613" y="2499017"/>
              <a:ext cx="580629"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5" name="直接连接符 14">
              <a:extLst>
                <a:ext uri="{FF2B5EF4-FFF2-40B4-BE49-F238E27FC236}">
                  <a16:creationId xmlns:a16="http://schemas.microsoft.com/office/drawing/2014/main" id="{AF138FA3-9BE9-69CB-3A3D-1A66DB4076FF}"/>
                </a:ext>
              </a:extLst>
            </p:cNvPr>
            <p:cNvSpPr>
              <a:spLocks noChangeShapeType="1"/>
            </p:cNvSpPr>
            <p:nvPr/>
          </p:nvSpPr>
          <p:spPr bwMode="auto">
            <a:xfrm flipV="1">
              <a:off x="1981375" y="1204762"/>
              <a:ext cx="438290" cy="29360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6" name="直接连接符 15">
              <a:extLst>
                <a:ext uri="{FF2B5EF4-FFF2-40B4-BE49-F238E27FC236}">
                  <a16:creationId xmlns:a16="http://schemas.microsoft.com/office/drawing/2014/main" id="{87C6513E-B10A-2978-8D46-D3D8799D3478}"/>
                </a:ext>
              </a:extLst>
            </p:cNvPr>
            <p:cNvSpPr>
              <a:spLocks noChangeShapeType="1"/>
            </p:cNvSpPr>
            <p:nvPr/>
          </p:nvSpPr>
          <p:spPr bwMode="auto">
            <a:xfrm>
              <a:off x="1874555" y="1778949"/>
              <a:ext cx="132518" cy="51378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7" name="直接连接符 16">
              <a:extLst>
                <a:ext uri="{FF2B5EF4-FFF2-40B4-BE49-F238E27FC236}">
                  <a16:creationId xmlns:a16="http://schemas.microsoft.com/office/drawing/2014/main" id="{3CAB498B-6DCD-F18D-1F17-E4D45ED45FAB}"/>
                </a:ext>
              </a:extLst>
            </p:cNvPr>
            <p:cNvSpPr>
              <a:spLocks noChangeShapeType="1"/>
            </p:cNvSpPr>
            <p:nvPr/>
          </p:nvSpPr>
          <p:spPr bwMode="auto">
            <a:xfrm flipH="1">
              <a:off x="2190018" y="2069607"/>
              <a:ext cx="264310" cy="305273"/>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8" name="直接连接符 17">
              <a:extLst>
                <a:ext uri="{FF2B5EF4-FFF2-40B4-BE49-F238E27FC236}">
                  <a16:creationId xmlns:a16="http://schemas.microsoft.com/office/drawing/2014/main" id="{B334123D-D681-6416-A7B2-874450853EA6}"/>
                </a:ext>
              </a:extLst>
            </p:cNvPr>
            <p:cNvSpPr>
              <a:spLocks noChangeShapeType="1"/>
            </p:cNvSpPr>
            <p:nvPr/>
          </p:nvSpPr>
          <p:spPr bwMode="auto">
            <a:xfrm>
              <a:off x="1999812" y="1641339"/>
              <a:ext cx="398000" cy="19319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9" name="直接连接符 18">
              <a:extLst>
                <a:ext uri="{FF2B5EF4-FFF2-40B4-BE49-F238E27FC236}">
                  <a16:creationId xmlns:a16="http://schemas.microsoft.com/office/drawing/2014/main" id="{274E5B3F-AFC7-27A8-D1F3-850322C0EC7D}"/>
                </a:ext>
              </a:extLst>
            </p:cNvPr>
            <p:cNvSpPr>
              <a:spLocks noChangeShapeType="1"/>
            </p:cNvSpPr>
            <p:nvPr/>
          </p:nvSpPr>
          <p:spPr bwMode="auto">
            <a:xfrm flipV="1">
              <a:off x="2742157" y="1654794"/>
              <a:ext cx="344713" cy="176651"/>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0" name="直接连接符 19">
              <a:extLst>
                <a:ext uri="{FF2B5EF4-FFF2-40B4-BE49-F238E27FC236}">
                  <a16:creationId xmlns:a16="http://schemas.microsoft.com/office/drawing/2014/main" id="{6BB74E34-751E-41EB-17BC-8291F26B6D86}"/>
                </a:ext>
              </a:extLst>
            </p:cNvPr>
            <p:cNvSpPr>
              <a:spLocks noChangeShapeType="1"/>
            </p:cNvSpPr>
            <p:nvPr/>
          </p:nvSpPr>
          <p:spPr bwMode="auto">
            <a:xfrm>
              <a:off x="2655028" y="2099962"/>
              <a:ext cx="243882" cy="240929"/>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1" name="直接连接符 20">
              <a:extLst>
                <a:ext uri="{FF2B5EF4-FFF2-40B4-BE49-F238E27FC236}">
                  <a16:creationId xmlns:a16="http://schemas.microsoft.com/office/drawing/2014/main" id="{D62B7081-F013-BE40-287F-00781C5F3EDC}"/>
                </a:ext>
              </a:extLst>
            </p:cNvPr>
            <p:cNvSpPr>
              <a:spLocks noChangeShapeType="1"/>
            </p:cNvSpPr>
            <p:nvPr/>
          </p:nvSpPr>
          <p:spPr bwMode="auto">
            <a:xfrm flipH="1">
              <a:off x="3086870" y="1753217"/>
              <a:ext cx="147305" cy="564485"/>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2" name="直接连接符 21">
              <a:extLst>
                <a:ext uri="{FF2B5EF4-FFF2-40B4-BE49-F238E27FC236}">
                  <a16:creationId xmlns:a16="http://schemas.microsoft.com/office/drawing/2014/main" id="{D27F65D8-8DEA-8394-9F1F-018FC862C883}"/>
                </a:ext>
              </a:extLst>
            </p:cNvPr>
            <p:cNvSpPr>
              <a:spLocks noChangeShapeType="1"/>
            </p:cNvSpPr>
            <p:nvPr/>
          </p:nvSpPr>
          <p:spPr bwMode="auto">
            <a:xfrm>
              <a:off x="2738839" y="1196155"/>
              <a:ext cx="416444" cy="24530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23" name="文本框 22">
              <a:extLst>
                <a:ext uri="{FF2B5EF4-FFF2-40B4-BE49-F238E27FC236}">
                  <a16:creationId xmlns:a16="http://schemas.microsoft.com/office/drawing/2014/main" id="{F01B9AA0-7790-C569-1E5A-C8ED1B2FC450}"/>
                </a:ext>
              </a:extLst>
            </p:cNvPr>
            <p:cNvSpPr txBox="1">
              <a:spLocks noChangeArrowheads="1"/>
            </p:cNvSpPr>
            <p:nvPr/>
          </p:nvSpPr>
          <p:spPr bwMode="auto">
            <a:xfrm>
              <a:off x="2109026" y="1465265"/>
              <a:ext cx="3292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1</a:t>
              </a:r>
            </a:p>
          </p:txBody>
        </p:sp>
        <p:sp>
          <p:nvSpPr>
            <p:cNvPr id="24" name="文本框 23">
              <a:extLst>
                <a:ext uri="{FF2B5EF4-FFF2-40B4-BE49-F238E27FC236}">
                  <a16:creationId xmlns:a16="http://schemas.microsoft.com/office/drawing/2014/main" id="{E9125B73-0671-FC5D-9593-97C7D6054248}"/>
                </a:ext>
              </a:extLst>
            </p:cNvPr>
            <p:cNvSpPr txBox="1">
              <a:spLocks noChangeArrowheads="1"/>
            </p:cNvSpPr>
            <p:nvPr/>
          </p:nvSpPr>
          <p:spPr bwMode="auto">
            <a:xfrm>
              <a:off x="1983288" y="1042228"/>
              <a:ext cx="388127" cy="369332"/>
            </a:xfrm>
            <a:prstGeom prst="rect">
              <a:avLst/>
            </a:prstGeom>
            <a:noFill/>
            <a:ln w="19050" cap="sq">
              <a:no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a:defRPr sz="2400"/>
              </a:lvl1pPr>
            </a:lstStyle>
            <a:p>
              <a:r>
                <a:rPr lang="en-US" altLang="zh-CN" sz="2000" dirty="0"/>
                <a:t>5</a:t>
              </a:r>
            </a:p>
          </p:txBody>
        </p:sp>
        <p:sp>
          <p:nvSpPr>
            <p:cNvPr id="25" name="文本框 24">
              <a:extLst>
                <a:ext uri="{FF2B5EF4-FFF2-40B4-BE49-F238E27FC236}">
                  <a16:creationId xmlns:a16="http://schemas.microsoft.com/office/drawing/2014/main" id="{F29486BE-C0AC-DEC9-5631-4605B3CF1D28}"/>
                </a:ext>
              </a:extLst>
            </p:cNvPr>
            <p:cNvSpPr txBox="1">
              <a:spLocks noChangeArrowheads="1"/>
            </p:cNvSpPr>
            <p:nvPr/>
          </p:nvSpPr>
          <p:spPr bwMode="auto">
            <a:xfrm>
              <a:off x="2664535" y="1462069"/>
              <a:ext cx="3597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4</a:t>
              </a:r>
            </a:p>
          </p:txBody>
        </p:sp>
        <p:sp>
          <p:nvSpPr>
            <p:cNvPr id="26" name="文本框 25">
              <a:extLst>
                <a:ext uri="{FF2B5EF4-FFF2-40B4-BE49-F238E27FC236}">
                  <a16:creationId xmlns:a16="http://schemas.microsoft.com/office/drawing/2014/main" id="{60535947-BF0E-930D-6D0A-3901B99845E4}"/>
                </a:ext>
              </a:extLst>
            </p:cNvPr>
            <p:cNvSpPr txBox="1">
              <a:spLocks noChangeArrowheads="1"/>
            </p:cNvSpPr>
            <p:nvPr/>
          </p:nvSpPr>
          <p:spPr bwMode="auto">
            <a:xfrm>
              <a:off x="2690615" y="1974003"/>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400"/>
              </a:lvl1pPr>
            </a:lstStyle>
            <a:p>
              <a:r>
                <a:rPr lang="en-US" altLang="zh-CN" sz="2000" dirty="0"/>
                <a:t>6</a:t>
              </a:r>
            </a:p>
          </p:txBody>
        </p:sp>
        <p:sp>
          <p:nvSpPr>
            <p:cNvPr id="27" name="文本框 26">
              <a:extLst>
                <a:ext uri="{FF2B5EF4-FFF2-40B4-BE49-F238E27FC236}">
                  <a16:creationId xmlns:a16="http://schemas.microsoft.com/office/drawing/2014/main" id="{DE843A65-4578-E4B6-F666-04F14FDABA2B}"/>
                </a:ext>
              </a:extLst>
            </p:cNvPr>
            <p:cNvSpPr txBox="1">
              <a:spLocks noChangeArrowheads="1"/>
            </p:cNvSpPr>
            <p:nvPr/>
          </p:nvSpPr>
          <p:spPr bwMode="auto">
            <a:xfrm>
              <a:off x="2854243" y="1034643"/>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2</a:t>
              </a:r>
            </a:p>
          </p:txBody>
        </p:sp>
        <p:sp>
          <p:nvSpPr>
            <p:cNvPr id="28" name="文本框 27">
              <a:extLst>
                <a:ext uri="{FF2B5EF4-FFF2-40B4-BE49-F238E27FC236}">
                  <a16:creationId xmlns:a16="http://schemas.microsoft.com/office/drawing/2014/main" id="{C75C1B21-A4C0-5274-11AD-CD5AEE3E741F}"/>
                </a:ext>
              </a:extLst>
            </p:cNvPr>
            <p:cNvSpPr txBox="1">
              <a:spLocks noChangeArrowheads="1"/>
            </p:cNvSpPr>
            <p:nvPr/>
          </p:nvSpPr>
          <p:spPr bwMode="auto">
            <a:xfrm>
              <a:off x="2079550" y="1997950"/>
              <a:ext cx="349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5</a:t>
              </a:r>
            </a:p>
          </p:txBody>
        </p:sp>
        <p:sp>
          <p:nvSpPr>
            <p:cNvPr id="29" name="文本框 28">
              <a:extLst>
                <a:ext uri="{FF2B5EF4-FFF2-40B4-BE49-F238E27FC236}">
                  <a16:creationId xmlns:a16="http://schemas.microsoft.com/office/drawing/2014/main" id="{ACBD4174-4459-2B32-F374-B260402924C2}"/>
                </a:ext>
              </a:extLst>
            </p:cNvPr>
            <p:cNvSpPr txBox="1">
              <a:spLocks noChangeArrowheads="1"/>
            </p:cNvSpPr>
            <p:nvPr/>
          </p:nvSpPr>
          <p:spPr bwMode="auto">
            <a:xfrm>
              <a:off x="2406740" y="2459757"/>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3</a:t>
              </a:r>
            </a:p>
          </p:txBody>
        </p:sp>
        <p:sp>
          <p:nvSpPr>
            <p:cNvPr id="30" name="文本框 29">
              <a:extLst>
                <a:ext uri="{FF2B5EF4-FFF2-40B4-BE49-F238E27FC236}">
                  <a16:creationId xmlns:a16="http://schemas.microsoft.com/office/drawing/2014/main" id="{EFA9651B-7118-2E96-FEC5-C19589E7EE44}"/>
                </a:ext>
              </a:extLst>
            </p:cNvPr>
            <p:cNvSpPr txBox="1">
              <a:spLocks noChangeArrowheads="1"/>
            </p:cNvSpPr>
            <p:nvPr/>
          </p:nvSpPr>
          <p:spPr bwMode="auto">
            <a:xfrm>
              <a:off x="1719482" y="1978464"/>
              <a:ext cx="29782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6</a:t>
              </a:r>
            </a:p>
          </p:txBody>
        </p:sp>
        <p:sp>
          <p:nvSpPr>
            <p:cNvPr id="31" name="文本框 30">
              <a:extLst>
                <a:ext uri="{FF2B5EF4-FFF2-40B4-BE49-F238E27FC236}">
                  <a16:creationId xmlns:a16="http://schemas.microsoft.com/office/drawing/2014/main" id="{C8B2F862-5590-8030-43AA-79798FBC1225}"/>
                </a:ext>
              </a:extLst>
            </p:cNvPr>
            <p:cNvSpPr txBox="1">
              <a:spLocks noChangeArrowheads="1"/>
            </p:cNvSpPr>
            <p:nvPr/>
          </p:nvSpPr>
          <p:spPr bwMode="auto">
            <a:xfrm>
              <a:off x="3086870" y="1899928"/>
              <a:ext cx="3543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6</a:t>
              </a:r>
            </a:p>
          </p:txBody>
        </p:sp>
        <p:sp>
          <p:nvSpPr>
            <p:cNvPr id="32" name="椭圆 31">
              <a:extLst>
                <a:ext uri="{FF2B5EF4-FFF2-40B4-BE49-F238E27FC236}">
                  <a16:creationId xmlns:a16="http://schemas.microsoft.com/office/drawing/2014/main" id="{5A2894DD-2F2E-D146-F5D8-DC810B01ADDA}"/>
                </a:ext>
              </a:extLst>
            </p:cNvPr>
            <p:cNvSpPr>
              <a:spLocks noChangeArrowheads="1"/>
            </p:cNvSpPr>
            <p:nvPr/>
          </p:nvSpPr>
          <p:spPr bwMode="auto">
            <a:xfrm>
              <a:off x="2384188" y="927639"/>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D</a:t>
              </a:r>
            </a:p>
          </p:txBody>
        </p:sp>
        <p:sp>
          <p:nvSpPr>
            <p:cNvPr id="33" name="椭圆 32">
              <a:extLst>
                <a:ext uri="{FF2B5EF4-FFF2-40B4-BE49-F238E27FC236}">
                  <a16:creationId xmlns:a16="http://schemas.microsoft.com/office/drawing/2014/main" id="{B6C5F262-03E3-9272-B86B-0B48243ECA8F}"/>
                </a:ext>
              </a:extLst>
            </p:cNvPr>
            <p:cNvSpPr>
              <a:spLocks noChangeArrowheads="1"/>
            </p:cNvSpPr>
            <p:nvPr/>
          </p:nvSpPr>
          <p:spPr bwMode="auto">
            <a:xfrm>
              <a:off x="3087075" y="1396997"/>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F</a:t>
              </a:r>
            </a:p>
          </p:txBody>
        </p:sp>
        <p:sp>
          <p:nvSpPr>
            <p:cNvPr id="34" name="文本框 33">
              <a:extLst>
                <a:ext uri="{FF2B5EF4-FFF2-40B4-BE49-F238E27FC236}">
                  <a16:creationId xmlns:a16="http://schemas.microsoft.com/office/drawing/2014/main" id="{B8D4B476-2154-DF2F-A3BB-A1CDF929D28A}"/>
                </a:ext>
              </a:extLst>
            </p:cNvPr>
            <p:cNvSpPr txBox="1">
              <a:spLocks noChangeArrowheads="1"/>
            </p:cNvSpPr>
            <p:nvPr/>
          </p:nvSpPr>
          <p:spPr bwMode="auto">
            <a:xfrm>
              <a:off x="2528563" y="1299830"/>
              <a:ext cx="2942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dirty="0"/>
                <a:t>5</a:t>
              </a:r>
            </a:p>
          </p:txBody>
        </p:sp>
        <p:sp>
          <p:nvSpPr>
            <p:cNvPr id="35" name="椭圆 34">
              <a:extLst>
                <a:ext uri="{FF2B5EF4-FFF2-40B4-BE49-F238E27FC236}">
                  <a16:creationId xmlns:a16="http://schemas.microsoft.com/office/drawing/2014/main" id="{AF800C50-7ABD-335C-8A6A-571AD08A4462}"/>
                </a:ext>
              </a:extLst>
            </p:cNvPr>
            <p:cNvSpPr>
              <a:spLocks noChangeArrowheads="1"/>
            </p:cNvSpPr>
            <p:nvPr/>
          </p:nvSpPr>
          <p:spPr bwMode="auto">
            <a:xfrm>
              <a:off x="2846049" y="2312045"/>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E</a:t>
              </a:r>
            </a:p>
          </p:txBody>
        </p:sp>
        <p:sp>
          <p:nvSpPr>
            <p:cNvPr id="36" name="椭圆 35">
              <a:extLst>
                <a:ext uri="{FF2B5EF4-FFF2-40B4-BE49-F238E27FC236}">
                  <a16:creationId xmlns:a16="http://schemas.microsoft.com/office/drawing/2014/main" id="{155FC91E-D7F4-F08F-24EA-F95AEE15D959}"/>
                </a:ext>
              </a:extLst>
            </p:cNvPr>
            <p:cNvSpPr>
              <a:spLocks noChangeArrowheads="1"/>
            </p:cNvSpPr>
            <p:nvPr/>
          </p:nvSpPr>
          <p:spPr bwMode="auto">
            <a:xfrm>
              <a:off x="2383473" y="1735199"/>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C</a:t>
              </a:r>
            </a:p>
          </p:txBody>
        </p:sp>
        <p:sp>
          <p:nvSpPr>
            <p:cNvPr id="37" name="椭圆 36">
              <a:extLst>
                <a:ext uri="{FF2B5EF4-FFF2-40B4-BE49-F238E27FC236}">
                  <a16:creationId xmlns:a16="http://schemas.microsoft.com/office/drawing/2014/main" id="{59F879EF-D1EA-2015-154A-65076FEAF31A}"/>
                </a:ext>
              </a:extLst>
            </p:cNvPr>
            <p:cNvSpPr>
              <a:spLocks noChangeArrowheads="1"/>
            </p:cNvSpPr>
            <p:nvPr/>
          </p:nvSpPr>
          <p:spPr bwMode="auto">
            <a:xfrm>
              <a:off x="1875613" y="2299371"/>
              <a:ext cx="398001" cy="392842"/>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B</a:t>
              </a:r>
            </a:p>
          </p:txBody>
        </p:sp>
        <p:sp>
          <p:nvSpPr>
            <p:cNvPr id="38" name="椭圆 37">
              <a:extLst>
                <a:ext uri="{FF2B5EF4-FFF2-40B4-BE49-F238E27FC236}">
                  <a16:creationId xmlns:a16="http://schemas.microsoft.com/office/drawing/2014/main" id="{75921A85-8D14-71D6-42B4-102283D6CDEE}"/>
                </a:ext>
              </a:extLst>
            </p:cNvPr>
            <p:cNvSpPr>
              <a:spLocks noChangeArrowheads="1"/>
            </p:cNvSpPr>
            <p:nvPr/>
          </p:nvSpPr>
          <p:spPr bwMode="auto">
            <a:xfrm>
              <a:off x="1622707" y="1395841"/>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A</a:t>
              </a:r>
            </a:p>
          </p:txBody>
        </p:sp>
      </p:grpSp>
      <p:grpSp>
        <p:nvGrpSpPr>
          <p:cNvPr id="39" name="组合 38">
            <a:extLst>
              <a:ext uri="{FF2B5EF4-FFF2-40B4-BE49-F238E27FC236}">
                <a16:creationId xmlns:a16="http://schemas.microsoft.com/office/drawing/2014/main" id="{BD66F200-33D0-87E1-74E1-2A907FE10EEB}"/>
              </a:ext>
            </a:extLst>
          </p:cNvPr>
          <p:cNvGrpSpPr/>
          <p:nvPr/>
        </p:nvGrpSpPr>
        <p:grpSpPr>
          <a:xfrm>
            <a:off x="8975172" y="1852378"/>
            <a:ext cx="2685308" cy="1502961"/>
            <a:chOff x="9066943" y="2681330"/>
            <a:chExt cx="2685308" cy="1502961"/>
          </a:xfrm>
        </p:grpSpPr>
        <p:sp>
          <p:nvSpPr>
            <p:cNvPr id="40" name="直接连接符 39">
              <a:extLst>
                <a:ext uri="{FF2B5EF4-FFF2-40B4-BE49-F238E27FC236}">
                  <a16:creationId xmlns:a16="http://schemas.microsoft.com/office/drawing/2014/main" id="{251A4D44-0700-37F7-2701-4EF2B54A31C6}"/>
                </a:ext>
              </a:extLst>
            </p:cNvPr>
            <p:cNvSpPr>
              <a:spLocks noChangeShapeType="1"/>
            </p:cNvSpPr>
            <p:nvPr/>
          </p:nvSpPr>
          <p:spPr bwMode="auto">
            <a:xfrm flipH="1">
              <a:off x="9458505" y="3250038"/>
              <a:ext cx="282193" cy="25873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41" name="直接连接符 40">
              <a:extLst>
                <a:ext uri="{FF2B5EF4-FFF2-40B4-BE49-F238E27FC236}">
                  <a16:creationId xmlns:a16="http://schemas.microsoft.com/office/drawing/2014/main" id="{B63D33CB-4AC2-F994-6BB9-43D76CB273DA}"/>
                </a:ext>
              </a:extLst>
            </p:cNvPr>
            <p:cNvSpPr>
              <a:spLocks noChangeShapeType="1"/>
            </p:cNvSpPr>
            <p:nvPr/>
          </p:nvSpPr>
          <p:spPr bwMode="auto">
            <a:xfrm flipV="1">
              <a:off x="9928748" y="2923806"/>
              <a:ext cx="507450" cy="17857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42" name="直接连接符 41">
              <a:extLst>
                <a:ext uri="{FF2B5EF4-FFF2-40B4-BE49-F238E27FC236}">
                  <a16:creationId xmlns:a16="http://schemas.microsoft.com/office/drawing/2014/main" id="{8C594C14-13B0-AD89-2DB7-EF2D59D6820E}"/>
                </a:ext>
              </a:extLst>
            </p:cNvPr>
            <p:cNvSpPr>
              <a:spLocks noChangeShapeType="1"/>
            </p:cNvSpPr>
            <p:nvPr/>
          </p:nvSpPr>
          <p:spPr bwMode="auto">
            <a:xfrm>
              <a:off x="9888004" y="3278831"/>
              <a:ext cx="259741" cy="21345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43" name="直接连接符 42">
              <a:extLst>
                <a:ext uri="{FF2B5EF4-FFF2-40B4-BE49-F238E27FC236}">
                  <a16:creationId xmlns:a16="http://schemas.microsoft.com/office/drawing/2014/main" id="{C0A190F4-5E42-224E-1028-9D2719063F33}"/>
                </a:ext>
              </a:extLst>
            </p:cNvPr>
            <p:cNvSpPr>
              <a:spLocks noChangeShapeType="1"/>
            </p:cNvSpPr>
            <p:nvPr/>
          </p:nvSpPr>
          <p:spPr bwMode="auto">
            <a:xfrm flipH="1">
              <a:off x="9252630" y="3668931"/>
              <a:ext cx="99285" cy="244205"/>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44" name="直接连接符 43">
              <a:extLst>
                <a:ext uri="{FF2B5EF4-FFF2-40B4-BE49-F238E27FC236}">
                  <a16:creationId xmlns:a16="http://schemas.microsoft.com/office/drawing/2014/main" id="{B5B119DF-FE8D-8A4D-6115-52448089DBC1}"/>
                </a:ext>
              </a:extLst>
            </p:cNvPr>
            <p:cNvSpPr>
              <a:spLocks noChangeShapeType="1"/>
            </p:cNvSpPr>
            <p:nvPr/>
          </p:nvSpPr>
          <p:spPr bwMode="auto">
            <a:xfrm>
              <a:off x="11291033" y="3245738"/>
              <a:ext cx="196622" cy="18861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45" name="直接连接符 44">
              <a:extLst>
                <a:ext uri="{FF2B5EF4-FFF2-40B4-BE49-F238E27FC236}">
                  <a16:creationId xmlns:a16="http://schemas.microsoft.com/office/drawing/2014/main" id="{1E9EB770-4C3A-5777-5C78-D3847E3C77D1}"/>
                </a:ext>
              </a:extLst>
            </p:cNvPr>
            <p:cNvSpPr>
              <a:spLocks noChangeShapeType="1"/>
            </p:cNvSpPr>
            <p:nvPr/>
          </p:nvSpPr>
          <p:spPr bwMode="auto">
            <a:xfrm flipV="1">
              <a:off x="10039016" y="3660653"/>
              <a:ext cx="87981" cy="22841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46" name="直接连接符 45">
              <a:extLst>
                <a:ext uri="{FF2B5EF4-FFF2-40B4-BE49-F238E27FC236}">
                  <a16:creationId xmlns:a16="http://schemas.microsoft.com/office/drawing/2014/main" id="{1AA6DFBC-52D4-FCDA-E81A-F86C229E019B}"/>
                </a:ext>
              </a:extLst>
            </p:cNvPr>
            <p:cNvSpPr>
              <a:spLocks noChangeShapeType="1"/>
            </p:cNvSpPr>
            <p:nvPr/>
          </p:nvSpPr>
          <p:spPr bwMode="auto">
            <a:xfrm>
              <a:off x="9460725" y="3638632"/>
              <a:ext cx="124378" cy="274504"/>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47" name="直接连接符 46">
              <a:extLst>
                <a:ext uri="{FF2B5EF4-FFF2-40B4-BE49-F238E27FC236}">
                  <a16:creationId xmlns:a16="http://schemas.microsoft.com/office/drawing/2014/main" id="{F0878590-8798-17BD-4963-CBB2347CE8F7}"/>
                </a:ext>
              </a:extLst>
            </p:cNvPr>
            <p:cNvSpPr>
              <a:spLocks noChangeShapeType="1"/>
            </p:cNvSpPr>
            <p:nvPr/>
          </p:nvSpPr>
          <p:spPr bwMode="auto">
            <a:xfrm flipH="1">
              <a:off x="10946621" y="3278831"/>
              <a:ext cx="249963" cy="24845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48" name="直接连接符 47">
              <a:extLst>
                <a:ext uri="{FF2B5EF4-FFF2-40B4-BE49-F238E27FC236}">
                  <a16:creationId xmlns:a16="http://schemas.microsoft.com/office/drawing/2014/main" id="{DD60F8C8-D4AB-67D6-4F93-4FFD6BC0D57B}"/>
                </a:ext>
              </a:extLst>
            </p:cNvPr>
            <p:cNvSpPr>
              <a:spLocks noChangeShapeType="1"/>
            </p:cNvSpPr>
            <p:nvPr/>
          </p:nvSpPr>
          <p:spPr bwMode="auto">
            <a:xfrm>
              <a:off x="10616638" y="2886612"/>
              <a:ext cx="573693" cy="23867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50" name="椭圆 49">
              <a:extLst>
                <a:ext uri="{FF2B5EF4-FFF2-40B4-BE49-F238E27FC236}">
                  <a16:creationId xmlns:a16="http://schemas.microsoft.com/office/drawing/2014/main" id="{6218BE8D-B156-3995-F589-832448C22F75}"/>
                </a:ext>
              </a:extLst>
            </p:cNvPr>
            <p:cNvSpPr>
              <a:spLocks noChangeArrowheads="1"/>
            </p:cNvSpPr>
            <p:nvPr/>
          </p:nvSpPr>
          <p:spPr bwMode="auto">
            <a:xfrm>
              <a:off x="10397540" y="2681330"/>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2000" b="1" dirty="0">
                <a:solidFill>
                  <a:srgbClr val="C00000"/>
                </a:solidFill>
                <a:latin typeface="Times New Roman" panose="02020603050405020304" pitchFamily="18" charset="0"/>
                <a:cs typeface="Times New Roman" panose="02020603050405020304" pitchFamily="18" charset="0"/>
              </a:endParaRPr>
            </a:p>
          </p:txBody>
        </p:sp>
        <p:sp>
          <p:nvSpPr>
            <p:cNvPr id="51" name="椭圆 50">
              <a:extLst>
                <a:ext uri="{FF2B5EF4-FFF2-40B4-BE49-F238E27FC236}">
                  <a16:creationId xmlns:a16="http://schemas.microsoft.com/office/drawing/2014/main" id="{4D5C7E7D-8533-615C-2F64-7C06648B81A0}"/>
                </a:ext>
              </a:extLst>
            </p:cNvPr>
            <p:cNvSpPr>
              <a:spLocks noChangeArrowheads="1"/>
            </p:cNvSpPr>
            <p:nvPr/>
          </p:nvSpPr>
          <p:spPr bwMode="auto">
            <a:xfrm>
              <a:off x="11094411" y="3017417"/>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2000" b="1" dirty="0">
                <a:solidFill>
                  <a:srgbClr val="C00000"/>
                </a:solidFill>
                <a:latin typeface="Times New Roman" panose="02020603050405020304" pitchFamily="18" charset="0"/>
                <a:cs typeface="Times New Roman" panose="02020603050405020304" pitchFamily="18" charset="0"/>
              </a:endParaRPr>
            </a:p>
          </p:txBody>
        </p:sp>
        <p:sp>
          <p:nvSpPr>
            <p:cNvPr id="52" name="椭圆 51">
              <a:extLst>
                <a:ext uri="{FF2B5EF4-FFF2-40B4-BE49-F238E27FC236}">
                  <a16:creationId xmlns:a16="http://schemas.microsoft.com/office/drawing/2014/main" id="{AB8B622F-122D-A7A8-5209-13ECE2B50E28}"/>
                </a:ext>
              </a:extLst>
            </p:cNvPr>
            <p:cNvSpPr>
              <a:spLocks noChangeArrowheads="1"/>
            </p:cNvSpPr>
            <p:nvPr/>
          </p:nvSpPr>
          <p:spPr bwMode="auto">
            <a:xfrm>
              <a:off x="10758208" y="3385556"/>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2000" b="1" dirty="0">
                <a:solidFill>
                  <a:srgbClr val="C00000"/>
                </a:solidFill>
                <a:latin typeface="Times New Roman" panose="02020603050405020304" pitchFamily="18" charset="0"/>
                <a:cs typeface="Times New Roman" panose="02020603050405020304" pitchFamily="18" charset="0"/>
              </a:endParaRPr>
            </a:p>
          </p:txBody>
        </p:sp>
        <p:sp>
          <p:nvSpPr>
            <p:cNvPr id="53" name="椭圆 52">
              <a:extLst>
                <a:ext uri="{FF2B5EF4-FFF2-40B4-BE49-F238E27FC236}">
                  <a16:creationId xmlns:a16="http://schemas.microsoft.com/office/drawing/2014/main" id="{BB8FAC62-5A79-95D7-4438-C4BD003349CE}"/>
                </a:ext>
              </a:extLst>
            </p:cNvPr>
            <p:cNvSpPr>
              <a:spLocks noChangeArrowheads="1"/>
            </p:cNvSpPr>
            <p:nvPr/>
          </p:nvSpPr>
          <p:spPr bwMode="auto">
            <a:xfrm>
              <a:off x="9261103" y="3413423"/>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2000" b="1" dirty="0">
                <a:solidFill>
                  <a:srgbClr val="C00000"/>
                </a:solidFill>
                <a:latin typeface="Times New Roman" panose="02020603050405020304" pitchFamily="18" charset="0"/>
                <a:cs typeface="Times New Roman" panose="02020603050405020304" pitchFamily="18" charset="0"/>
              </a:endParaRPr>
            </a:p>
          </p:txBody>
        </p:sp>
        <p:sp>
          <p:nvSpPr>
            <p:cNvPr id="54" name="椭圆 53">
              <a:extLst>
                <a:ext uri="{FF2B5EF4-FFF2-40B4-BE49-F238E27FC236}">
                  <a16:creationId xmlns:a16="http://schemas.microsoft.com/office/drawing/2014/main" id="{FE0D1914-6931-C4B4-6CD0-23F4E8D2CF86}"/>
                </a:ext>
              </a:extLst>
            </p:cNvPr>
            <p:cNvSpPr>
              <a:spLocks noChangeArrowheads="1"/>
            </p:cNvSpPr>
            <p:nvPr/>
          </p:nvSpPr>
          <p:spPr bwMode="auto">
            <a:xfrm>
              <a:off x="10032505" y="3384079"/>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2000" b="1" dirty="0">
                <a:solidFill>
                  <a:srgbClr val="C00000"/>
                </a:solidFill>
                <a:latin typeface="Times New Roman" panose="02020603050405020304" pitchFamily="18" charset="0"/>
                <a:cs typeface="Times New Roman" panose="02020603050405020304" pitchFamily="18" charset="0"/>
              </a:endParaRPr>
            </a:p>
          </p:txBody>
        </p:sp>
        <p:sp>
          <p:nvSpPr>
            <p:cNvPr id="55" name="椭圆 54">
              <a:extLst>
                <a:ext uri="{FF2B5EF4-FFF2-40B4-BE49-F238E27FC236}">
                  <a16:creationId xmlns:a16="http://schemas.microsoft.com/office/drawing/2014/main" id="{2F8F6C92-BA44-1F6F-86B4-7554621F1B75}"/>
                </a:ext>
              </a:extLst>
            </p:cNvPr>
            <p:cNvSpPr>
              <a:spLocks noChangeArrowheads="1"/>
            </p:cNvSpPr>
            <p:nvPr/>
          </p:nvSpPr>
          <p:spPr bwMode="auto">
            <a:xfrm>
              <a:off x="9650967" y="3029044"/>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2000" b="1" dirty="0">
                <a:solidFill>
                  <a:srgbClr val="C00000"/>
                </a:solidFill>
                <a:latin typeface="Times New Roman" panose="02020603050405020304" pitchFamily="18" charset="0"/>
                <a:cs typeface="Times New Roman" panose="02020603050405020304" pitchFamily="18" charset="0"/>
              </a:endParaRPr>
            </a:p>
          </p:txBody>
        </p:sp>
        <p:sp>
          <p:nvSpPr>
            <p:cNvPr id="56" name="椭圆 55">
              <a:extLst>
                <a:ext uri="{FF2B5EF4-FFF2-40B4-BE49-F238E27FC236}">
                  <a16:creationId xmlns:a16="http://schemas.microsoft.com/office/drawing/2014/main" id="{A569D28A-5365-1A3A-3FDF-1080491AC38C}"/>
                </a:ext>
              </a:extLst>
            </p:cNvPr>
            <p:cNvSpPr>
              <a:spLocks noChangeArrowheads="1"/>
            </p:cNvSpPr>
            <p:nvPr/>
          </p:nvSpPr>
          <p:spPr bwMode="auto">
            <a:xfrm>
              <a:off x="11428251" y="3388928"/>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2000" b="1" dirty="0">
                <a:solidFill>
                  <a:srgbClr val="C00000"/>
                </a:solidFill>
                <a:latin typeface="Times New Roman" panose="02020603050405020304" pitchFamily="18" charset="0"/>
                <a:cs typeface="Times New Roman" panose="02020603050405020304" pitchFamily="18" charset="0"/>
              </a:endParaRPr>
            </a:p>
          </p:txBody>
        </p:sp>
        <p:sp>
          <p:nvSpPr>
            <p:cNvPr id="57" name="椭圆 56">
              <a:extLst>
                <a:ext uri="{FF2B5EF4-FFF2-40B4-BE49-F238E27FC236}">
                  <a16:creationId xmlns:a16="http://schemas.microsoft.com/office/drawing/2014/main" id="{54644D89-9072-0C14-08D3-E34185207D44}"/>
                </a:ext>
              </a:extLst>
            </p:cNvPr>
            <p:cNvSpPr>
              <a:spLocks noChangeArrowheads="1"/>
            </p:cNvSpPr>
            <p:nvPr/>
          </p:nvSpPr>
          <p:spPr bwMode="auto">
            <a:xfrm>
              <a:off x="9066943" y="3847041"/>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2000" b="1" dirty="0">
                <a:solidFill>
                  <a:srgbClr val="C00000"/>
                </a:solidFill>
                <a:latin typeface="Times New Roman" panose="02020603050405020304" pitchFamily="18" charset="0"/>
                <a:cs typeface="Times New Roman" panose="02020603050405020304" pitchFamily="18" charset="0"/>
              </a:endParaRPr>
            </a:p>
          </p:txBody>
        </p:sp>
        <p:sp>
          <p:nvSpPr>
            <p:cNvPr id="58" name="椭圆 57">
              <a:extLst>
                <a:ext uri="{FF2B5EF4-FFF2-40B4-BE49-F238E27FC236}">
                  <a16:creationId xmlns:a16="http://schemas.microsoft.com/office/drawing/2014/main" id="{AB8B622F-122D-A7A8-5209-13ECE2B50E28}"/>
                </a:ext>
              </a:extLst>
            </p:cNvPr>
            <p:cNvSpPr>
              <a:spLocks noChangeArrowheads="1"/>
            </p:cNvSpPr>
            <p:nvPr/>
          </p:nvSpPr>
          <p:spPr bwMode="auto">
            <a:xfrm>
              <a:off x="9858878" y="3860291"/>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2000" b="1" dirty="0">
                <a:solidFill>
                  <a:srgbClr val="C00000"/>
                </a:solidFill>
                <a:latin typeface="Times New Roman" panose="02020603050405020304" pitchFamily="18" charset="0"/>
                <a:cs typeface="Times New Roman" panose="02020603050405020304" pitchFamily="18" charset="0"/>
              </a:endParaRPr>
            </a:p>
          </p:txBody>
        </p:sp>
        <p:sp>
          <p:nvSpPr>
            <p:cNvPr id="59" name="椭圆 58">
              <a:extLst>
                <a:ext uri="{FF2B5EF4-FFF2-40B4-BE49-F238E27FC236}">
                  <a16:creationId xmlns:a16="http://schemas.microsoft.com/office/drawing/2014/main" id="{FE0D1914-6931-C4B4-6CD0-23F4E8D2CF86}"/>
                </a:ext>
              </a:extLst>
            </p:cNvPr>
            <p:cNvSpPr>
              <a:spLocks noChangeArrowheads="1"/>
            </p:cNvSpPr>
            <p:nvPr/>
          </p:nvSpPr>
          <p:spPr bwMode="auto">
            <a:xfrm>
              <a:off x="9456954" y="3852157"/>
              <a:ext cx="324000" cy="32400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tLang="zh-CN" sz="2000" b="1" dirty="0">
                <a:solidFill>
                  <a:srgbClr val="C00000"/>
                </a:solidFill>
                <a:latin typeface="Times New Roman" panose="02020603050405020304" pitchFamily="18" charset="0"/>
                <a:cs typeface="Times New Roman" panose="02020603050405020304" pitchFamily="18" charset="0"/>
              </a:endParaRPr>
            </a:p>
          </p:txBody>
        </p:sp>
      </p:grpSp>
      <p:cxnSp>
        <p:nvCxnSpPr>
          <p:cNvPr id="71" name="直接连接符 70">
            <a:extLst>
              <a:ext uri="{FF2B5EF4-FFF2-40B4-BE49-F238E27FC236}">
                <a16:creationId xmlns:a16="http://schemas.microsoft.com/office/drawing/2014/main" id="{8D7C9007-17E0-DCA4-35A5-D23690E14BBD}"/>
              </a:ext>
            </a:extLst>
          </p:cNvPr>
          <p:cNvCxnSpPr>
            <a:cxnSpLocks/>
          </p:cNvCxnSpPr>
          <p:nvPr/>
        </p:nvCxnSpPr>
        <p:spPr>
          <a:xfrm>
            <a:off x="628298" y="3316339"/>
            <a:ext cx="4504684"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73" name="文本框 72">
            <a:extLst>
              <a:ext uri="{FF2B5EF4-FFF2-40B4-BE49-F238E27FC236}">
                <a16:creationId xmlns:a16="http://schemas.microsoft.com/office/drawing/2014/main" id="{41B50D92-54B9-9FBD-33F4-FB73FD3B43A9}"/>
              </a:ext>
            </a:extLst>
          </p:cNvPr>
          <p:cNvSpPr txBox="1"/>
          <p:nvPr/>
        </p:nvSpPr>
        <p:spPr>
          <a:xfrm>
            <a:off x="340698" y="711659"/>
            <a:ext cx="5864876" cy="369332"/>
          </a:xfrm>
          <a:prstGeom prst="rect">
            <a:avLst/>
          </a:prstGeom>
          <a:noFill/>
        </p:spPr>
        <p:txBody>
          <a:bodyPr wrap="square" rtlCol="0">
            <a:spAutoFit/>
          </a:bodyPr>
          <a:lstStyle/>
          <a:p>
            <a:r>
              <a:rPr lang="zh-CN" altLang="en-US" b="1" dirty="0"/>
              <a:t>如前所述，</a:t>
            </a:r>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7.10</a:t>
            </a:r>
            <a:r>
              <a:rPr lang="zh-CN" altLang="en-US" b="1" dirty="0"/>
              <a:t>依次构建</a:t>
            </a:r>
            <a:r>
              <a:rPr lang="en-US" altLang="zh-CN" b="1" dirty="0">
                <a:solidFill>
                  <a:srgbClr val="C00000"/>
                </a:solidFill>
                <a:effectLst>
                  <a:outerShdw blurRad="38100" dist="38100" dir="2700000" algn="tl">
                    <a:srgbClr val="000000">
                      <a:alpha val="43137"/>
                    </a:srgbClr>
                  </a:outerShdw>
                </a:effectLst>
              </a:rPr>
              <a:t>G</a:t>
            </a:r>
            <a:r>
              <a:rPr lang="zh-CN" altLang="en-US" b="1" dirty="0"/>
              <a:t>的</a:t>
            </a:r>
            <a:r>
              <a:rPr lang="zh-CN" altLang="en-US" b="1" dirty="0">
                <a:solidFill>
                  <a:srgbClr val="333DFF"/>
                </a:solidFill>
                <a:effectLst>
                  <a:outerShdw blurRad="38100" dist="38100" dir="2700000" algn="tl">
                    <a:srgbClr val="000000">
                      <a:alpha val="43137"/>
                    </a:srgbClr>
                  </a:outerShdw>
                </a:effectLst>
              </a:rPr>
              <a:t>顶点并查集</a:t>
            </a:r>
            <a:r>
              <a:rPr lang="zh-CN" altLang="en-US" b="1" dirty="0"/>
              <a:t>和</a:t>
            </a:r>
            <a:r>
              <a:rPr lang="zh-CN" altLang="en-US" b="1" dirty="0">
                <a:solidFill>
                  <a:srgbClr val="333DFF"/>
                </a:solidFill>
                <a:effectLst>
                  <a:outerShdw blurRad="38100" dist="38100" dir="2700000" algn="tl">
                    <a:srgbClr val="000000">
                      <a:alpha val="43137"/>
                    </a:srgbClr>
                  </a:outerShdw>
                </a:effectLst>
              </a:rPr>
              <a:t>边小顶堆</a:t>
            </a:r>
            <a:r>
              <a:rPr lang="zh-CN" altLang="en-US" b="1" dirty="0"/>
              <a:t>。</a:t>
            </a:r>
          </a:p>
        </p:txBody>
      </p:sp>
      <p:cxnSp>
        <p:nvCxnSpPr>
          <p:cNvPr id="74" name="直接连接符 73">
            <a:extLst>
              <a:ext uri="{FF2B5EF4-FFF2-40B4-BE49-F238E27FC236}">
                <a16:creationId xmlns:a16="http://schemas.microsoft.com/office/drawing/2014/main" id="{467F05BD-8D10-2165-3582-6602F7DC64C1}"/>
              </a:ext>
            </a:extLst>
          </p:cNvPr>
          <p:cNvCxnSpPr>
            <a:cxnSpLocks/>
          </p:cNvCxnSpPr>
          <p:nvPr/>
        </p:nvCxnSpPr>
        <p:spPr>
          <a:xfrm>
            <a:off x="584354" y="3580934"/>
            <a:ext cx="2820804"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76" name="文本框 75">
            <a:extLst>
              <a:ext uri="{FF2B5EF4-FFF2-40B4-BE49-F238E27FC236}">
                <a16:creationId xmlns:a16="http://schemas.microsoft.com/office/drawing/2014/main" id="{523B4167-47E3-1D7B-AEB8-09347141898F}"/>
              </a:ext>
            </a:extLst>
          </p:cNvPr>
          <p:cNvSpPr txBox="1"/>
          <p:nvPr/>
        </p:nvSpPr>
        <p:spPr>
          <a:xfrm>
            <a:off x="120686" y="3779920"/>
            <a:ext cx="335652" cy="1754326"/>
          </a:xfrm>
          <a:prstGeom prst="rect">
            <a:avLst/>
          </a:prstGeom>
          <a:noFill/>
        </p:spPr>
        <p:txBody>
          <a:bodyPr wrap="square" rtlCol="0">
            <a:spAutoFit/>
          </a:bodyPr>
          <a:lstStyle/>
          <a:p>
            <a:r>
              <a:rPr lang="zh-CN" altLang="en-US" dirty="0">
                <a:solidFill>
                  <a:srgbClr val="FF0000"/>
                </a:solidFill>
                <a:latin typeface="+mj-ea"/>
                <a:ea typeface="+mj-ea"/>
              </a:rPr>
              <a:t>依次选最小边</a:t>
            </a:r>
          </a:p>
        </p:txBody>
      </p:sp>
      <p:sp>
        <p:nvSpPr>
          <p:cNvPr id="77" name="椭圆 76">
            <a:extLst>
              <a:ext uri="{FF2B5EF4-FFF2-40B4-BE49-F238E27FC236}">
                <a16:creationId xmlns:a16="http://schemas.microsoft.com/office/drawing/2014/main" id="{11CDB86F-CF5D-D900-533A-231B36CAA9CB}"/>
              </a:ext>
            </a:extLst>
          </p:cNvPr>
          <p:cNvSpPr>
            <a:spLocks noChangeArrowheads="1"/>
          </p:cNvSpPr>
          <p:nvPr/>
        </p:nvSpPr>
        <p:spPr bwMode="auto">
          <a:xfrm>
            <a:off x="10319410" y="1873807"/>
            <a:ext cx="288000" cy="288000"/>
          </a:xfrm>
          <a:prstGeom prst="ellipse">
            <a:avLst/>
          </a:prstGeom>
          <a:noFill/>
          <a:ln w="19050" cap="sq">
            <a:no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1</a:t>
            </a:r>
          </a:p>
        </p:txBody>
      </p:sp>
      <p:sp>
        <p:nvSpPr>
          <p:cNvPr id="78" name="椭圆 77">
            <a:extLst>
              <a:ext uri="{FF2B5EF4-FFF2-40B4-BE49-F238E27FC236}">
                <a16:creationId xmlns:a16="http://schemas.microsoft.com/office/drawing/2014/main" id="{0A2BFE96-BF62-8EAA-0469-D049E28F7981}"/>
              </a:ext>
            </a:extLst>
          </p:cNvPr>
          <p:cNvSpPr>
            <a:spLocks noChangeArrowheads="1"/>
          </p:cNvSpPr>
          <p:nvPr/>
        </p:nvSpPr>
        <p:spPr bwMode="auto">
          <a:xfrm>
            <a:off x="11021660" y="2208234"/>
            <a:ext cx="288000" cy="288000"/>
          </a:xfrm>
          <a:prstGeom prst="ellipse">
            <a:avLst/>
          </a:prstGeom>
          <a:noFill/>
          <a:ln w="19050" cap="sq">
            <a:no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3</a:t>
            </a:r>
          </a:p>
        </p:txBody>
      </p:sp>
      <p:sp>
        <p:nvSpPr>
          <p:cNvPr id="79" name="椭圆 78">
            <a:extLst>
              <a:ext uri="{FF2B5EF4-FFF2-40B4-BE49-F238E27FC236}">
                <a16:creationId xmlns:a16="http://schemas.microsoft.com/office/drawing/2014/main" id="{8B927D16-6C30-A75B-7E3D-E0D919C4F453}"/>
              </a:ext>
            </a:extLst>
          </p:cNvPr>
          <p:cNvSpPr>
            <a:spLocks noChangeArrowheads="1"/>
          </p:cNvSpPr>
          <p:nvPr/>
        </p:nvSpPr>
        <p:spPr bwMode="auto">
          <a:xfrm>
            <a:off x="9578244" y="2221577"/>
            <a:ext cx="288000" cy="288000"/>
          </a:xfrm>
          <a:prstGeom prst="ellipse">
            <a:avLst/>
          </a:prstGeom>
          <a:noFill/>
          <a:ln w="19050" cap="sq">
            <a:no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2</a:t>
            </a:r>
          </a:p>
        </p:txBody>
      </p:sp>
      <p:sp>
        <p:nvSpPr>
          <p:cNvPr id="80" name="椭圆 79">
            <a:extLst>
              <a:ext uri="{FF2B5EF4-FFF2-40B4-BE49-F238E27FC236}">
                <a16:creationId xmlns:a16="http://schemas.microsoft.com/office/drawing/2014/main" id="{0F5129D4-3C4A-9EE7-D838-4DFC8EDC550D}"/>
              </a:ext>
            </a:extLst>
          </p:cNvPr>
          <p:cNvSpPr>
            <a:spLocks noChangeArrowheads="1"/>
          </p:cNvSpPr>
          <p:nvPr/>
        </p:nvSpPr>
        <p:spPr bwMode="auto">
          <a:xfrm>
            <a:off x="9188200" y="2603519"/>
            <a:ext cx="288000" cy="288000"/>
          </a:xfrm>
          <a:prstGeom prst="ellipse">
            <a:avLst/>
          </a:prstGeom>
          <a:noFill/>
          <a:ln w="19050" cap="sq">
            <a:no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4</a:t>
            </a:r>
          </a:p>
        </p:txBody>
      </p:sp>
      <p:sp>
        <p:nvSpPr>
          <p:cNvPr id="81" name="椭圆 80">
            <a:extLst>
              <a:ext uri="{FF2B5EF4-FFF2-40B4-BE49-F238E27FC236}">
                <a16:creationId xmlns:a16="http://schemas.microsoft.com/office/drawing/2014/main" id="{B075B03F-88FF-7393-FD85-87F9F1F1C5C3}"/>
              </a:ext>
            </a:extLst>
          </p:cNvPr>
          <p:cNvSpPr>
            <a:spLocks noChangeArrowheads="1"/>
          </p:cNvSpPr>
          <p:nvPr/>
        </p:nvSpPr>
        <p:spPr bwMode="auto">
          <a:xfrm>
            <a:off x="9960319" y="2575391"/>
            <a:ext cx="288000" cy="288000"/>
          </a:xfrm>
          <a:prstGeom prst="ellipse">
            <a:avLst/>
          </a:prstGeom>
          <a:noFill/>
          <a:ln w="19050" cap="sq">
            <a:no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5</a:t>
            </a:r>
          </a:p>
        </p:txBody>
      </p:sp>
      <p:sp>
        <p:nvSpPr>
          <p:cNvPr id="82" name="椭圆 81">
            <a:extLst>
              <a:ext uri="{FF2B5EF4-FFF2-40B4-BE49-F238E27FC236}">
                <a16:creationId xmlns:a16="http://schemas.microsoft.com/office/drawing/2014/main" id="{5257F2CF-448D-2B2E-4987-9E27D288A31C}"/>
              </a:ext>
            </a:extLst>
          </p:cNvPr>
          <p:cNvSpPr>
            <a:spLocks noChangeArrowheads="1"/>
          </p:cNvSpPr>
          <p:nvPr/>
        </p:nvSpPr>
        <p:spPr bwMode="auto">
          <a:xfrm>
            <a:off x="10686674" y="2576556"/>
            <a:ext cx="288000" cy="288000"/>
          </a:xfrm>
          <a:prstGeom prst="ellipse">
            <a:avLst/>
          </a:prstGeom>
          <a:noFill/>
          <a:ln w="19050" cap="sq">
            <a:no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5</a:t>
            </a:r>
          </a:p>
        </p:txBody>
      </p:sp>
      <p:sp>
        <p:nvSpPr>
          <p:cNvPr id="113" name="椭圆 112">
            <a:extLst>
              <a:ext uri="{FF2B5EF4-FFF2-40B4-BE49-F238E27FC236}">
                <a16:creationId xmlns:a16="http://schemas.microsoft.com/office/drawing/2014/main" id="{EC1BA502-C8CD-AAD3-5FB1-A065F21698F1}"/>
              </a:ext>
            </a:extLst>
          </p:cNvPr>
          <p:cNvSpPr>
            <a:spLocks noChangeArrowheads="1"/>
          </p:cNvSpPr>
          <p:nvPr/>
        </p:nvSpPr>
        <p:spPr bwMode="auto">
          <a:xfrm>
            <a:off x="11358894" y="2578937"/>
            <a:ext cx="288000" cy="288000"/>
          </a:xfrm>
          <a:prstGeom prst="ellipse">
            <a:avLst/>
          </a:prstGeom>
          <a:noFill/>
          <a:ln w="19050" cap="sq">
            <a:no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5</a:t>
            </a:r>
          </a:p>
        </p:txBody>
      </p:sp>
      <p:sp>
        <p:nvSpPr>
          <p:cNvPr id="114" name="椭圆 113">
            <a:extLst>
              <a:ext uri="{FF2B5EF4-FFF2-40B4-BE49-F238E27FC236}">
                <a16:creationId xmlns:a16="http://schemas.microsoft.com/office/drawing/2014/main" id="{F7238057-FC43-A08A-E478-FFA43577DE1C}"/>
              </a:ext>
            </a:extLst>
          </p:cNvPr>
          <p:cNvSpPr>
            <a:spLocks noChangeArrowheads="1"/>
          </p:cNvSpPr>
          <p:nvPr/>
        </p:nvSpPr>
        <p:spPr bwMode="auto">
          <a:xfrm>
            <a:off x="8993229" y="3037137"/>
            <a:ext cx="288000" cy="288000"/>
          </a:xfrm>
          <a:prstGeom prst="ellipse">
            <a:avLst/>
          </a:prstGeom>
          <a:noFill/>
          <a:ln w="19050" cap="sq">
            <a:no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6</a:t>
            </a:r>
          </a:p>
        </p:txBody>
      </p:sp>
      <p:sp>
        <p:nvSpPr>
          <p:cNvPr id="115" name="椭圆 114">
            <a:extLst>
              <a:ext uri="{FF2B5EF4-FFF2-40B4-BE49-F238E27FC236}">
                <a16:creationId xmlns:a16="http://schemas.microsoft.com/office/drawing/2014/main" id="{FEEB6B2E-01D1-5C22-9025-E66014C23C86}"/>
              </a:ext>
            </a:extLst>
          </p:cNvPr>
          <p:cNvSpPr>
            <a:spLocks noChangeArrowheads="1"/>
          </p:cNvSpPr>
          <p:nvPr/>
        </p:nvSpPr>
        <p:spPr bwMode="auto">
          <a:xfrm>
            <a:off x="9381661" y="3043892"/>
            <a:ext cx="288000" cy="288000"/>
          </a:xfrm>
          <a:prstGeom prst="ellipse">
            <a:avLst/>
          </a:prstGeom>
          <a:noFill/>
          <a:ln w="19050" cap="sq">
            <a:no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6</a:t>
            </a:r>
          </a:p>
        </p:txBody>
      </p:sp>
      <p:sp>
        <p:nvSpPr>
          <p:cNvPr id="116" name="椭圆 115">
            <a:extLst>
              <a:ext uri="{FF2B5EF4-FFF2-40B4-BE49-F238E27FC236}">
                <a16:creationId xmlns:a16="http://schemas.microsoft.com/office/drawing/2014/main" id="{495F9E48-4672-F62C-F63D-BA0D2A65E76A}"/>
              </a:ext>
            </a:extLst>
          </p:cNvPr>
          <p:cNvSpPr>
            <a:spLocks noChangeArrowheads="1"/>
          </p:cNvSpPr>
          <p:nvPr/>
        </p:nvSpPr>
        <p:spPr bwMode="auto">
          <a:xfrm>
            <a:off x="9783349" y="3049942"/>
            <a:ext cx="288000" cy="288000"/>
          </a:xfrm>
          <a:prstGeom prst="ellipse">
            <a:avLst/>
          </a:prstGeom>
          <a:noFill/>
          <a:ln w="19050" cap="sq">
            <a:noFill/>
            <a:round/>
            <a:headEnd type="none" w="sm" len="sm"/>
            <a:tailEnd type="none" w="sm" len="sm"/>
          </a:ln>
        </p:spPr>
        <p:txBody>
          <a:bodyPr wrap="none" lIns="36000" tIns="0" rIns="36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6</a:t>
            </a:r>
          </a:p>
        </p:txBody>
      </p:sp>
      <p:sp>
        <p:nvSpPr>
          <p:cNvPr id="118" name="直接连接符 117">
            <a:extLst>
              <a:ext uri="{FF2B5EF4-FFF2-40B4-BE49-F238E27FC236}">
                <a16:creationId xmlns:a16="http://schemas.microsoft.com/office/drawing/2014/main" id="{038B3376-8F30-07BB-B04A-1021ED2F7BC9}"/>
              </a:ext>
            </a:extLst>
          </p:cNvPr>
          <p:cNvSpPr>
            <a:spLocks noChangeShapeType="1"/>
          </p:cNvSpPr>
          <p:nvPr/>
        </p:nvSpPr>
        <p:spPr bwMode="auto">
          <a:xfrm flipH="1">
            <a:off x="7464379" y="3794871"/>
            <a:ext cx="1027" cy="445378"/>
          </a:xfrm>
          <a:prstGeom prst="line">
            <a:avLst/>
          </a:prstGeom>
          <a:noFill/>
          <a:ln w="28575" cap="sq">
            <a:solidFill>
              <a:srgbClr val="FF0000"/>
            </a:solidFill>
            <a:prstDash val="sys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19" name="直接连接符 118">
            <a:extLst>
              <a:ext uri="{FF2B5EF4-FFF2-40B4-BE49-F238E27FC236}">
                <a16:creationId xmlns:a16="http://schemas.microsoft.com/office/drawing/2014/main" id="{3331024A-BF37-754C-396D-2E3826875300}"/>
              </a:ext>
            </a:extLst>
          </p:cNvPr>
          <p:cNvSpPr>
            <a:spLocks noChangeShapeType="1"/>
          </p:cNvSpPr>
          <p:nvPr/>
        </p:nvSpPr>
        <p:spPr bwMode="auto">
          <a:xfrm flipV="1">
            <a:off x="7157328" y="4996489"/>
            <a:ext cx="580629" cy="0"/>
          </a:xfrm>
          <a:prstGeom prst="line">
            <a:avLst/>
          </a:prstGeom>
          <a:noFill/>
          <a:ln w="28575" cap="sq">
            <a:solidFill>
              <a:srgbClr val="0070C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22" name="直接连接符 121">
            <a:extLst>
              <a:ext uri="{FF2B5EF4-FFF2-40B4-BE49-F238E27FC236}">
                <a16:creationId xmlns:a16="http://schemas.microsoft.com/office/drawing/2014/main" id="{70823600-5BD5-4073-632A-A0CB607701CE}"/>
              </a:ext>
            </a:extLst>
          </p:cNvPr>
          <p:cNvSpPr>
            <a:spLocks noChangeShapeType="1"/>
          </p:cNvSpPr>
          <p:nvPr/>
        </p:nvSpPr>
        <p:spPr bwMode="auto">
          <a:xfrm flipH="1">
            <a:off x="7073733" y="4567079"/>
            <a:ext cx="264310" cy="305273"/>
          </a:xfrm>
          <a:prstGeom prst="line">
            <a:avLst/>
          </a:prstGeom>
          <a:noFill/>
          <a:ln w="28575" cap="sq">
            <a:solidFill>
              <a:srgbClr val="0070C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23" name="直接连接符 122">
            <a:extLst>
              <a:ext uri="{FF2B5EF4-FFF2-40B4-BE49-F238E27FC236}">
                <a16:creationId xmlns:a16="http://schemas.microsoft.com/office/drawing/2014/main" id="{2F5531B4-504A-FE97-1C63-6FDD6C8EF282}"/>
              </a:ext>
            </a:extLst>
          </p:cNvPr>
          <p:cNvSpPr>
            <a:spLocks noChangeShapeType="1"/>
          </p:cNvSpPr>
          <p:nvPr/>
        </p:nvSpPr>
        <p:spPr bwMode="auto">
          <a:xfrm>
            <a:off x="6883527" y="4138811"/>
            <a:ext cx="398000" cy="193196"/>
          </a:xfrm>
          <a:prstGeom prst="line">
            <a:avLst/>
          </a:prstGeom>
          <a:noFill/>
          <a:ln w="28575" cap="sq">
            <a:solidFill>
              <a:srgbClr val="0070C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24" name="直接连接符 123">
            <a:extLst>
              <a:ext uri="{FF2B5EF4-FFF2-40B4-BE49-F238E27FC236}">
                <a16:creationId xmlns:a16="http://schemas.microsoft.com/office/drawing/2014/main" id="{78FEBF57-46EE-EDA1-6CD7-181370873AE5}"/>
              </a:ext>
            </a:extLst>
          </p:cNvPr>
          <p:cNvSpPr>
            <a:spLocks noChangeShapeType="1"/>
          </p:cNvSpPr>
          <p:nvPr/>
        </p:nvSpPr>
        <p:spPr bwMode="auto">
          <a:xfrm flipV="1">
            <a:off x="7625872" y="4152266"/>
            <a:ext cx="344713" cy="176651"/>
          </a:xfrm>
          <a:prstGeom prst="line">
            <a:avLst/>
          </a:prstGeom>
          <a:noFill/>
          <a:ln w="28575" cap="sq">
            <a:solidFill>
              <a:srgbClr val="0070C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27" name="直接连接符 126">
            <a:extLst>
              <a:ext uri="{FF2B5EF4-FFF2-40B4-BE49-F238E27FC236}">
                <a16:creationId xmlns:a16="http://schemas.microsoft.com/office/drawing/2014/main" id="{483AE7F8-7970-1C57-A6F4-76494AE259BE}"/>
              </a:ext>
            </a:extLst>
          </p:cNvPr>
          <p:cNvSpPr>
            <a:spLocks noChangeShapeType="1"/>
          </p:cNvSpPr>
          <p:nvPr/>
        </p:nvSpPr>
        <p:spPr bwMode="auto">
          <a:xfrm>
            <a:off x="7625632" y="3709945"/>
            <a:ext cx="365179" cy="262438"/>
          </a:xfrm>
          <a:prstGeom prst="line">
            <a:avLst/>
          </a:prstGeom>
          <a:noFill/>
          <a:ln w="28575" cap="sq">
            <a:solidFill>
              <a:srgbClr val="0070C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128" name="文本框 127">
            <a:extLst>
              <a:ext uri="{FF2B5EF4-FFF2-40B4-BE49-F238E27FC236}">
                <a16:creationId xmlns:a16="http://schemas.microsoft.com/office/drawing/2014/main" id="{8276AD54-7112-E41C-FCD9-701D963CC2B2}"/>
              </a:ext>
            </a:extLst>
          </p:cNvPr>
          <p:cNvSpPr txBox="1">
            <a:spLocks noChangeArrowheads="1"/>
          </p:cNvSpPr>
          <p:nvPr/>
        </p:nvSpPr>
        <p:spPr bwMode="auto">
          <a:xfrm>
            <a:off x="10335215" y="1891777"/>
            <a:ext cx="252000"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b="1" dirty="0">
                <a:solidFill>
                  <a:srgbClr val="C00000"/>
                </a:solidFill>
              </a:rPr>
              <a:t>1</a:t>
            </a:r>
          </a:p>
        </p:txBody>
      </p:sp>
      <p:sp>
        <p:nvSpPr>
          <p:cNvPr id="130" name="文本框 129">
            <a:extLst>
              <a:ext uri="{FF2B5EF4-FFF2-40B4-BE49-F238E27FC236}">
                <a16:creationId xmlns:a16="http://schemas.microsoft.com/office/drawing/2014/main" id="{79CD8AF6-3BE3-5452-DE7A-671F7E78ED84}"/>
              </a:ext>
            </a:extLst>
          </p:cNvPr>
          <p:cNvSpPr txBox="1">
            <a:spLocks noChangeArrowheads="1"/>
          </p:cNvSpPr>
          <p:nvPr/>
        </p:nvSpPr>
        <p:spPr bwMode="auto">
          <a:xfrm>
            <a:off x="10340968" y="1887657"/>
            <a:ext cx="252000"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b="1" dirty="0">
                <a:solidFill>
                  <a:srgbClr val="C00000"/>
                </a:solidFill>
              </a:rPr>
              <a:t>4</a:t>
            </a:r>
          </a:p>
        </p:txBody>
      </p:sp>
      <p:sp>
        <p:nvSpPr>
          <p:cNvPr id="132" name="文本框 131">
            <a:extLst>
              <a:ext uri="{FF2B5EF4-FFF2-40B4-BE49-F238E27FC236}">
                <a16:creationId xmlns:a16="http://schemas.microsoft.com/office/drawing/2014/main" id="{4B93BF4A-52D2-ECA3-F57D-6DB9330BD9D7}"/>
              </a:ext>
            </a:extLst>
          </p:cNvPr>
          <p:cNvSpPr txBox="1">
            <a:spLocks noChangeArrowheads="1"/>
          </p:cNvSpPr>
          <p:nvPr/>
        </p:nvSpPr>
        <p:spPr bwMode="auto">
          <a:xfrm>
            <a:off x="10343728" y="1887189"/>
            <a:ext cx="252000"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b="1" dirty="0">
                <a:solidFill>
                  <a:srgbClr val="C00000"/>
                </a:solidFill>
              </a:rPr>
              <a:t>2</a:t>
            </a:r>
          </a:p>
        </p:txBody>
      </p:sp>
      <p:sp>
        <p:nvSpPr>
          <p:cNvPr id="133" name="文本框 132">
            <a:extLst>
              <a:ext uri="{FF2B5EF4-FFF2-40B4-BE49-F238E27FC236}">
                <a16:creationId xmlns:a16="http://schemas.microsoft.com/office/drawing/2014/main" id="{F0D7B881-813D-8833-297F-525918BB9AC9}"/>
              </a:ext>
            </a:extLst>
          </p:cNvPr>
          <p:cNvSpPr txBox="1">
            <a:spLocks noChangeArrowheads="1"/>
          </p:cNvSpPr>
          <p:nvPr/>
        </p:nvSpPr>
        <p:spPr bwMode="auto">
          <a:xfrm>
            <a:off x="10338216" y="1889123"/>
            <a:ext cx="252000"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b="1" dirty="0">
                <a:solidFill>
                  <a:srgbClr val="C00000"/>
                </a:solidFill>
              </a:rPr>
              <a:t>5</a:t>
            </a:r>
          </a:p>
        </p:txBody>
      </p:sp>
      <p:sp>
        <p:nvSpPr>
          <p:cNvPr id="134" name="文本框 133">
            <a:extLst>
              <a:ext uri="{FF2B5EF4-FFF2-40B4-BE49-F238E27FC236}">
                <a16:creationId xmlns:a16="http://schemas.microsoft.com/office/drawing/2014/main" id="{FC1A45A4-1055-D7F1-02F7-2D1801FC7861}"/>
              </a:ext>
            </a:extLst>
          </p:cNvPr>
          <p:cNvSpPr txBox="1">
            <a:spLocks noChangeArrowheads="1"/>
          </p:cNvSpPr>
          <p:nvPr/>
        </p:nvSpPr>
        <p:spPr bwMode="auto">
          <a:xfrm>
            <a:off x="10343877" y="1891075"/>
            <a:ext cx="252000"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b="1" dirty="0">
                <a:solidFill>
                  <a:srgbClr val="C00000"/>
                </a:solidFill>
              </a:rPr>
              <a:t>3</a:t>
            </a:r>
          </a:p>
        </p:txBody>
      </p:sp>
      <p:sp>
        <p:nvSpPr>
          <p:cNvPr id="137" name="椭圆 136">
            <a:extLst>
              <a:ext uri="{FF2B5EF4-FFF2-40B4-BE49-F238E27FC236}">
                <a16:creationId xmlns:a16="http://schemas.microsoft.com/office/drawing/2014/main" id="{8C6B611A-8AE2-383D-2058-20397E59EC95}"/>
              </a:ext>
            </a:extLst>
          </p:cNvPr>
          <p:cNvSpPr>
            <a:spLocks noChangeArrowheads="1"/>
          </p:cNvSpPr>
          <p:nvPr/>
        </p:nvSpPr>
        <p:spPr bwMode="auto">
          <a:xfrm>
            <a:off x="7267903" y="3425111"/>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D</a:t>
            </a:r>
          </a:p>
        </p:txBody>
      </p:sp>
      <p:sp>
        <p:nvSpPr>
          <p:cNvPr id="138" name="椭圆 137">
            <a:extLst>
              <a:ext uri="{FF2B5EF4-FFF2-40B4-BE49-F238E27FC236}">
                <a16:creationId xmlns:a16="http://schemas.microsoft.com/office/drawing/2014/main" id="{B14B66D0-E345-786D-E4C0-AB0210E83CE6}"/>
              </a:ext>
            </a:extLst>
          </p:cNvPr>
          <p:cNvSpPr>
            <a:spLocks noChangeArrowheads="1"/>
          </p:cNvSpPr>
          <p:nvPr/>
        </p:nvSpPr>
        <p:spPr bwMode="auto">
          <a:xfrm>
            <a:off x="7970790" y="3894469"/>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F</a:t>
            </a:r>
          </a:p>
        </p:txBody>
      </p:sp>
      <p:sp>
        <p:nvSpPr>
          <p:cNvPr id="140" name="椭圆 139">
            <a:extLst>
              <a:ext uri="{FF2B5EF4-FFF2-40B4-BE49-F238E27FC236}">
                <a16:creationId xmlns:a16="http://schemas.microsoft.com/office/drawing/2014/main" id="{E0C58D24-3A4F-71F8-47D1-50E811593974}"/>
              </a:ext>
            </a:extLst>
          </p:cNvPr>
          <p:cNvSpPr>
            <a:spLocks noChangeArrowheads="1"/>
          </p:cNvSpPr>
          <p:nvPr/>
        </p:nvSpPr>
        <p:spPr bwMode="auto">
          <a:xfrm>
            <a:off x="7729764" y="4809517"/>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E</a:t>
            </a:r>
          </a:p>
        </p:txBody>
      </p:sp>
      <p:sp>
        <p:nvSpPr>
          <p:cNvPr id="141" name="椭圆 140">
            <a:extLst>
              <a:ext uri="{FF2B5EF4-FFF2-40B4-BE49-F238E27FC236}">
                <a16:creationId xmlns:a16="http://schemas.microsoft.com/office/drawing/2014/main" id="{977C1ACB-D58D-4DF1-FF78-1649ED1FC3C9}"/>
              </a:ext>
            </a:extLst>
          </p:cNvPr>
          <p:cNvSpPr>
            <a:spLocks noChangeArrowheads="1"/>
          </p:cNvSpPr>
          <p:nvPr/>
        </p:nvSpPr>
        <p:spPr bwMode="auto">
          <a:xfrm>
            <a:off x="7267188" y="4232671"/>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C</a:t>
            </a:r>
          </a:p>
        </p:txBody>
      </p:sp>
      <p:sp>
        <p:nvSpPr>
          <p:cNvPr id="142" name="椭圆 141">
            <a:extLst>
              <a:ext uri="{FF2B5EF4-FFF2-40B4-BE49-F238E27FC236}">
                <a16:creationId xmlns:a16="http://schemas.microsoft.com/office/drawing/2014/main" id="{30DDF7EB-D1F8-1A1A-75E3-0DB834B0E98B}"/>
              </a:ext>
            </a:extLst>
          </p:cNvPr>
          <p:cNvSpPr>
            <a:spLocks noChangeArrowheads="1"/>
          </p:cNvSpPr>
          <p:nvPr/>
        </p:nvSpPr>
        <p:spPr bwMode="auto">
          <a:xfrm>
            <a:off x="6759328" y="4796843"/>
            <a:ext cx="398001" cy="392842"/>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B</a:t>
            </a:r>
          </a:p>
        </p:txBody>
      </p:sp>
      <p:sp>
        <p:nvSpPr>
          <p:cNvPr id="143" name="椭圆 142">
            <a:extLst>
              <a:ext uri="{FF2B5EF4-FFF2-40B4-BE49-F238E27FC236}">
                <a16:creationId xmlns:a16="http://schemas.microsoft.com/office/drawing/2014/main" id="{99DAA836-297D-87D6-F14E-36BB952C5164}"/>
              </a:ext>
            </a:extLst>
          </p:cNvPr>
          <p:cNvSpPr>
            <a:spLocks noChangeArrowheads="1"/>
          </p:cNvSpPr>
          <p:nvPr/>
        </p:nvSpPr>
        <p:spPr bwMode="auto">
          <a:xfrm>
            <a:off x="6506422" y="3893313"/>
            <a:ext cx="388127" cy="369760"/>
          </a:xfrm>
          <a:prstGeom prst="ellipse">
            <a:avLst/>
          </a:prstGeom>
          <a:solidFill>
            <a:schemeClr val="accent6">
              <a:lumMod val="20000"/>
              <a:lumOff val="80000"/>
            </a:schemeClr>
          </a:solidFill>
          <a:ln w="19050" cap="sq">
            <a:solidFill>
              <a:schemeClr val="tx1"/>
            </a:solidFill>
            <a:round/>
            <a:headEnd type="none" w="sm" len="sm"/>
            <a:tailEnd type="none" w="sm" len="sm"/>
          </a:ln>
        </p:spPr>
        <p:txBody>
          <a:bodyPr wrap="none" lIns="36000" tIns="0" rIns="36000" bIns="0" anchor="ctr"/>
          <a:lstStyle/>
          <a:p>
            <a:pPr algn="ctr"/>
            <a:r>
              <a:rPr lang="en-US" altLang="zh-CN" sz="2400" b="1" dirty="0">
                <a:latin typeface="Times New Roman" panose="02020603050405020304" pitchFamily="18" charset="0"/>
                <a:cs typeface="Times New Roman" panose="02020603050405020304" pitchFamily="18" charset="0"/>
              </a:rPr>
              <a:t>A</a:t>
            </a:r>
          </a:p>
        </p:txBody>
      </p:sp>
      <p:sp>
        <p:nvSpPr>
          <p:cNvPr id="150" name="文本框 55">
            <a:extLst>
              <a:ext uri="{FF2B5EF4-FFF2-40B4-BE49-F238E27FC236}">
                <a16:creationId xmlns:a16="http://schemas.microsoft.com/office/drawing/2014/main" id="{5CF9222E-4E61-3346-5ACD-F7F12A975D36}"/>
              </a:ext>
            </a:extLst>
          </p:cNvPr>
          <p:cNvSpPr txBox="1">
            <a:spLocks noChangeArrowheads="1"/>
          </p:cNvSpPr>
          <p:nvPr/>
        </p:nvSpPr>
        <p:spPr bwMode="auto">
          <a:xfrm>
            <a:off x="10198300" y="2143777"/>
            <a:ext cx="5279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A-C</a:t>
            </a:r>
          </a:p>
        </p:txBody>
      </p:sp>
      <p:sp>
        <p:nvSpPr>
          <p:cNvPr id="151"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11342227" y="2191947"/>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B-E</a:t>
            </a:r>
          </a:p>
        </p:txBody>
      </p:sp>
      <p:sp>
        <p:nvSpPr>
          <p:cNvPr id="152" name="文本框 71">
            <a:extLst>
              <a:ext uri="{FF2B5EF4-FFF2-40B4-BE49-F238E27FC236}">
                <a16:creationId xmlns:a16="http://schemas.microsoft.com/office/drawing/2014/main" id="{F91368E9-3BCA-57F4-EBBB-1ECC8EE811D6}"/>
              </a:ext>
            </a:extLst>
          </p:cNvPr>
          <p:cNvSpPr txBox="1">
            <a:spLocks noChangeArrowheads="1"/>
          </p:cNvSpPr>
          <p:nvPr/>
        </p:nvSpPr>
        <p:spPr bwMode="auto">
          <a:xfrm>
            <a:off x="9109525" y="2192384"/>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D-F</a:t>
            </a:r>
          </a:p>
        </p:txBody>
      </p:sp>
      <p:sp>
        <p:nvSpPr>
          <p:cNvPr id="153"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8746424" y="2593487"/>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C-F</a:t>
            </a:r>
          </a:p>
        </p:txBody>
      </p:sp>
      <p:sp>
        <p:nvSpPr>
          <p:cNvPr id="154"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10115592" y="2834546"/>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A-D</a:t>
            </a:r>
          </a:p>
        </p:txBody>
      </p:sp>
      <p:sp>
        <p:nvSpPr>
          <p:cNvPr id="155" name="文本框 55">
            <a:extLst>
              <a:ext uri="{FF2B5EF4-FFF2-40B4-BE49-F238E27FC236}">
                <a16:creationId xmlns:a16="http://schemas.microsoft.com/office/drawing/2014/main" id="{38DEA5BA-274E-1B5C-23FD-FBF96B15FDE4}"/>
              </a:ext>
            </a:extLst>
          </p:cNvPr>
          <p:cNvSpPr txBox="1">
            <a:spLocks noChangeArrowheads="1"/>
          </p:cNvSpPr>
          <p:nvPr/>
        </p:nvSpPr>
        <p:spPr bwMode="auto">
          <a:xfrm>
            <a:off x="10651375" y="2844240"/>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B-C</a:t>
            </a:r>
          </a:p>
        </p:txBody>
      </p:sp>
      <p:sp>
        <p:nvSpPr>
          <p:cNvPr id="156"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11303927" y="2848041"/>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C-D</a:t>
            </a:r>
          </a:p>
        </p:txBody>
      </p:sp>
      <p:sp>
        <p:nvSpPr>
          <p:cNvPr id="157"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8853195" y="3313215"/>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A-B</a:t>
            </a:r>
          </a:p>
        </p:txBody>
      </p:sp>
      <p:sp>
        <p:nvSpPr>
          <p:cNvPr id="158"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9329665" y="3310304"/>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C-E</a:t>
            </a:r>
          </a:p>
        </p:txBody>
      </p:sp>
      <p:sp>
        <p:nvSpPr>
          <p:cNvPr id="159" name="文本框 55">
            <a:extLst>
              <a:ext uri="{FF2B5EF4-FFF2-40B4-BE49-F238E27FC236}">
                <a16:creationId xmlns:a16="http://schemas.microsoft.com/office/drawing/2014/main" id="{76E33C0E-628C-766C-3DB5-F87E17DEB09A}"/>
              </a:ext>
            </a:extLst>
          </p:cNvPr>
          <p:cNvSpPr txBox="1">
            <a:spLocks noChangeArrowheads="1"/>
          </p:cNvSpPr>
          <p:nvPr/>
        </p:nvSpPr>
        <p:spPr bwMode="auto">
          <a:xfrm>
            <a:off x="9831751" y="3322503"/>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E-F</a:t>
            </a:r>
          </a:p>
        </p:txBody>
      </p:sp>
      <p:sp>
        <p:nvSpPr>
          <p:cNvPr id="10" name="文本框 55">
            <a:extLst>
              <a:ext uri="{FF2B5EF4-FFF2-40B4-BE49-F238E27FC236}">
                <a16:creationId xmlns:a16="http://schemas.microsoft.com/office/drawing/2014/main" id="{E8F09A6A-732C-6F4D-8432-F41E5B7A5C11}"/>
              </a:ext>
            </a:extLst>
          </p:cNvPr>
          <p:cNvSpPr txBox="1">
            <a:spLocks noChangeArrowheads="1"/>
          </p:cNvSpPr>
          <p:nvPr/>
        </p:nvSpPr>
        <p:spPr bwMode="auto">
          <a:xfrm>
            <a:off x="10205739" y="2141703"/>
            <a:ext cx="5279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A-C</a:t>
            </a:r>
          </a:p>
        </p:txBody>
      </p:sp>
      <p:sp>
        <p:nvSpPr>
          <p:cNvPr id="49" name="矩形 48">
            <a:extLst>
              <a:ext uri="{FF2B5EF4-FFF2-40B4-BE49-F238E27FC236}">
                <a16:creationId xmlns:a16="http://schemas.microsoft.com/office/drawing/2014/main" id="{BE0E5B75-BC22-D3C3-4673-3FCC593583B8}"/>
              </a:ext>
            </a:extLst>
          </p:cNvPr>
          <p:cNvSpPr/>
          <p:nvPr/>
        </p:nvSpPr>
        <p:spPr>
          <a:xfrm>
            <a:off x="10373285" y="1148386"/>
            <a:ext cx="299883" cy="20765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0000"/>
                </a:solidFill>
                <a:effectLst>
                  <a:outerShdw blurRad="38100" dist="38100" dir="2700000" algn="tl">
                    <a:srgbClr val="000000">
                      <a:alpha val="43137"/>
                    </a:srgbClr>
                  </a:outerShdw>
                </a:effectLst>
              </a:rPr>
              <a:t>1</a:t>
            </a:r>
            <a:endParaRPr lang="zh-CN" altLang="en-US" sz="2000" b="1" dirty="0">
              <a:solidFill>
                <a:srgbClr val="FF0000"/>
              </a:solidFill>
              <a:effectLst>
                <a:outerShdw blurRad="38100" dist="38100" dir="2700000" algn="tl">
                  <a:srgbClr val="000000">
                    <a:alpha val="43137"/>
                  </a:srgbClr>
                </a:outerShdw>
              </a:effectLst>
            </a:endParaRPr>
          </a:p>
        </p:txBody>
      </p:sp>
      <p:sp>
        <p:nvSpPr>
          <p:cNvPr id="60" name="文本框 71">
            <a:extLst>
              <a:ext uri="{FF2B5EF4-FFF2-40B4-BE49-F238E27FC236}">
                <a16:creationId xmlns:a16="http://schemas.microsoft.com/office/drawing/2014/main" id="{C9F62CE2-A5BF-4D98-6E5E-FFFC24F1AF94}"/>
              </a:ext>
            </a:extLst>
          </p:cNvPr>
          <p:cNvSpPr txBox="1">
            <a:spLocks noChangeArrowheads="1"/>
          </p:cNvSpPr>
          <p:nvPr/>
        </p:nvSpPr>
        <p:spPr bwMode="auto">
          <a:xfrm>
            <a:off x="10257741" y="2137627"/>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D-F</a:t>
            </a:r>
          </a:p>
        </p:txBody>
      </p:sp>
      <p:sp>
        <p:nvSpPr>
          <p:cNvPr id="61" name="矩形 60">
            <a:extLst>
              <a:ext uri="{FF2B5EF4-FFF2-40B4-BE49-F238E27FC236}">
                <a16:creationId xmlns:a16="http://schemas.microsoft.com/office/drawing/2014/main" id="{5A23211A-BEF4-F722-FDA3-2B2038C24D02}"/>
              </a:ext>
            </a:extLst>
          </p:cNvPr>
          <p:cNvSpPr/>
          <p:nvPr/>
        </p:nvSpPr>
        <p:spPr>
          <a:xfrm>
            <a:off x="11484989" y="1147155"/>
            <a:ext cx="299883" cy="20765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0000"/>
                </a:solidFill>
                <a:effectLst>
                  <a:outerShdw blurRad="38100" dist="38100" dir="2700000" algn="tl">
                    <a:srgbClr val="000000">
                      <a:alpha val="43137"/>
                    </a:srgbClr>
                  </a:outerShdw>
                </a:effectLst>
              </a:rPr>
              <a:t>4</a:t>
            </a:r>
            <a:endParaRPr lang="zh-CN" altLang="en-US" sz="2000" b="1" dirty="0">
              <a:solidFill>
                <a:srgbClr val="FF0000"/>
              </a:solidFill>
              <a:effectLst>
                <a:outerShdw blurRad="38100" dist="38100" dir="2700000" algn="tl">
                  <a:srgbClr val="000000">
                    <a:alpha val="43137"/>
                  </a:srgbClr>
                </a:outerShdw>
              </a:effectLst>
            </a:endParaRPr>
          </a:p>
        </p:txBody>
      </p:sp>
      <p:sp>
        <p:nvSpPr>
          <p:cNvPr id="62" name="文本框 55">
            <a:extLst>
              <a:ext uri="{FF2B5EF4-FFF2-40B4-BE49-F238E27FC236}">
                <a16:creationId xmlns:a16="http://schemas.microsoft.com/office/drawing/2014/main" id="{88F33440-2761-5CB1-DFC9-0A0A7AC220D4}"/>
              </a:ext>
            </a:extLst>
          </p:cNvPr>
          <p:cNvSpPr txBox="1">
            <a:spLocks noChangeArrowheads="1"/>
          </p:cNvSpPr>
          <p:nvPr/>
        </p:nvSpPr>
        <p:spPr bwMode="auto">
          <a:xfrm>
            <a:off x="10276236" y="2137627"/>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B-E</a:t>
            </a:r>
          </a:p>
        </p:txBody>
      </p:sp>
      <p:sp>
        <p:nvSpPr>
          <p:cNvPr id="63" name="矩形 62">
            <a:extLst>
              <a:ext uri="{FF2B5EF4-FFF2-40B4-BE49-F238E27FC236}">
                <a16:creationId xmlns:a16="http://schemas.microsoft.com/office/drawing/2014/main" id="{DA676365-DEED-9DF8-E37A-766D80EFC3CE}"/>
              </a:ext>
            </a:extLst>
          </p:cNvPr>
          <p:cNvSpPr/>
          <p:nvPr/>
        </p:nvSpPr>
        <p:spPr>
          <a:xfrm>
            <a:off x="11111447" y="1153706"/>
            <a:ext cx="299883" cy="20765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0000"/>
                </a:solidFill>
                <a:effectLst>
                  <a:outerShdw blurRad="38100" dist="38100" dir="2700000" algn="tl">
                    <a:srgbClr val="000000">
                      <a:alpha val="43137"/>
                    </a:srgbClr>
                  </a:outerShdw>
                </a:effectLst>
              </a:rPr>
              <a:t>2</a:t>
            </a:r>
            <a:endParaRPr lang="zh-CN" altLang="en-US" sz="2000" b="1" dirty="0">
              <a:solidFill>
                <a:srgbClr val="FF0000"/>
              </a:solidFill>
              <a:effectLst>
                <a:outerShdw blurRad="38100" dist="38100" dir="2700000" algn="tl">
                  <a:srgbClr val="000000">
                    <a:alpha val="43137"/>
                  </a:srgbClr>
                </a:outerShdw>
              </a:effectLst>
            </a:endParaRPr>
          </a:p>
        </p:txBody>
      </p:sp>
      <p:sp>
        <p:nvSpPr>
          <p:cNvPr id="64" name="文本框 55">
            <a:extLst>
              <a:ext uri="{FF2B5EF4-FFF2-40B4-BE49-F238E27FC236}">
                <a16:creationId xmlns:a16="http://schemas.microsoft.com/office/drawing/2014/main" id="{702C3E9F-B36A-D62B-C92E-93071D172A54}"/>
              </a:ext>
            </a:extLst>
          </p:cNvPr>
          <p:cNvSpPr txBox="1">
            <a:spLocks noChangeArrowheads="1"/>
          </p:cNvSpPr>
          <p:nvPr/>
        </p:nvSpPr>
        <p:spPr bwMode="auto">
          <a:xfrm>
            <a:off x="10268797" y="2135553"/>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C-F</a:t>
            </a:r>
          </a:p>
        </p:txBody>
      </p:sp>
      <p:sp>
        <p:nvSpPr>
          <p:cNvPr id="65" name="矩形 64">
            <a:extLst>
              <a:ext uri="{FF2B5EF4-FFF2-40B4-BE49-F238E27FC236}">
                <a16:creationId xmlns:a16="http://schemas.microsoft.com/office/drawing/2014/main" id="{F69DF461-B454-4BC0-2492-DC0D26257932}"/>
              </a:ext>
            </a:extLst>
          </p:cNvPr>
          <p:cNvSpPr/>
          <p:nvPr/>
        </p:nvSpPr>
        <p:spPr>
          <a:xfrm>
            <a:off x="10758775" y="1153706"/>
            <a:ext cx="299883" cy="20765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0000"/>
                </a:solidFill>
                <a:effectLst>
                  <a:outerShdw blurRad="38100" dist="38100" dir="2700000" algn="tl">
                    <a:srgbClr val="000000">
                      <a:alpha val="43137"/>
                    </a:srgbClr>
                  </a:outerShdw>
                </a:effectLst>
              </a:rPr>
              <a:t>3</a:t>
            </a:r>
            <a:endParaRPr lang="zh-CN" altLang="en-US" sz="2000" b="1" dirty="0">
              <a:solidFill>
                <a:srgbClr val="FF0000"/>
              </a:solidFill>
              <a:effectLst>
                <a:outerShdw blurRad="38100" dist="38100" dir="2700000" algn="tl">
                  <a:srgbClr val="000000">
                    <a:alpha val="43137"/>
                  </a:srgbClr>
                </a:outerShdw>
              </a:effectLst>
            </a:endParaRPr>
          </a:p>
        </p:txBody>
      </p:sp>
      <p:sp>
        <p:nvSpPr>
          <p:cNvPr id="66" name="文本框 65">
            <a:extLst>
              <a:ext uri="{FF2B5EF4-FFF2-40B4-BE49-F238E27FC236}">
                <a16:creationId xmlns:a16="http://schemas.microsoft.com/office/drawing/2014/main" id="{5177BE57-0202-543E-8E9A-C579B93F4CAE}"/>
              </a:ext>
            </a:extLst>
          </p:cNvPr>
          <p:cNvSpPr txBox="1">
            <a:spLocks noChangeArrowheads="1"/>
          </p:cNvSpPr>
          <p:nvPr/>
        </p:nvSpPr>
        <p:spPr bwMode="auto">
          <a:xfrm>
            <a:off x="10339926" y="1888765"/>
            <a:ext cx="252000"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b="1" dirty="0">
                <a:solidFill>
                  <a:srgbClr val="C00000"/>
                </a:solidFill>
              </a:rPr>
              <a:t>5</a:t>
            </a:r>
          </a:p>
        </p:txBody>
      </p:sp>
      <p:sp>
        <p:nvSpPr>
          <p:cNvPr id="67" name="文本框 55">
            <a:extLst>
              <a:ext uri="{FF2B5EF4-FFF2-40B4-BE49-F238E27FC236}">
                <a16:creationId xmlns:a16="http://schemas.microsoft.com/office/drawing/2014/main" id="{4A46AAA8-28CF-AEB5-6598-95E470E00D93}"/>
              </a:ext>
            </a:extLst>
          </p:cNvPr>
          <p:cNvSpPr txBox="1">
            <a:spLocks noChangeArrowheads="1"/>
          </p:cNvSpPr>
          <p:nvPr/>
        </p:nvSpPr>
        <p:spPr bwMode="auto">
          <a:xfrm>
            <a:off x="10268797" y="2142740"/>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C-D</a:t>
            </a:r>
          </a:p>
        </p:txBody>
      </p:sp>
      <p:sp>
        <p:nvSpPr>
          <p:cNvPr id="68" name="文本框 67">
            <a:extLst>
              <a:ext uri="{FF2B5EF4-FFF2-40B4-BE49-F238E27FC236}">
                <a16:creationId xmlns:a16="http://schemas.microsoft.com/office/drawing/2014/main" id="{CB5EE417-D95E-501C-3D66-E856DE7066F8}"/>
              </a:ext>
            </a:extLst>
          </p:cNvPr>
          <p:cNvSpPr txBox="1"/>
          <p:nvPr/>
        </p:nvSpPr>
        <p:spPr>
          <a:xfrm>
            <a:off x="9898355" y="1400482"/>
            <a:ext cx="1680268" cy="369332"/>
          </a:xfrm>
          <a:prstGeom prst="rect">
            <a:avLst/>
          </a:prstGeom>
          <a:noFill/>
        </p:spPr>
        <p:txBody>
          <a:bodyPr wrap="none" rtlCol="0">
            <a:spAutoFit/>
          </a:bodyPr>
          <a:lstStyle/>
          <a:p>
            <a:r>
              <a:rPr lang="en-US" altLang="zh-CN" b="1" dirty="0">
                <a:solidFill>
                  <a:srgbClr val="FF0000"/>
                </a:solidFill>
              </a:rPr>
              <a:t>CD</a:t>
            </a:r>
            <a:r>
              <a:rPr lang="zh-CN" altLang="en-US" b="1" dirty="0">
                <a:solidFill>
                  <a:srgbClr val="FF0000"/>
                </a:solidFill>
              </a:rPr>
              <a:t>在同一子集</a:t>
            </a:r>
          </a:p>
        </p:txBody>
      </p:sp>
      <p:sp>
        <p:nvSpPr>
          <p:cNvPr id="69" name="椭圆 68">
            <a:extLst>
              <a:ext uri="{FF2B5EF4-FFF2-40B4-BE49-F238E27FC236}">
                <a16:creationId xmlns:a16="http://schemas.microsoft.com/office/drawing/2014/main" id="{25ADDBA9-F4D4-7EAA-71F8-1771F596D2C2}"/>
              </a:ext>
            </a:extLst>
          </p:cNvPr>
          <p:cNvSpPr/>
          <p:nvPr/>
        </p:nvSpPr>
        <p:spPr>
          <a:xfrm>
            <a:off x="7236154" y="3592860"/>
            <a:ext cx="897666" cy="828646"/>
          </a:xfrm>
          <a:prstGeom prst="ellipse">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a:extLst>
              <a:ext uri="{FF2B5EF4-FFF2-40B4-BE49-F238E27FC236}">
                <a16:creationId xmlns:a16="http://schemas.microsoft.com/office/drawing/2014/main" id="{D21233EC-20DD-2207-8AEC-CEDA2044E8D6}"/>
              </a:ext>
            </a:extLst>
          </p:cNvPr>
          <p:cNvSpPr txBox="1"/>
          <p:nvPr/>
        </p:nvSpPr>
        <p:spPr>
          <a:xfrm>
            <a:off x="7777743" y="4282908"/>
            <a:ext cx="1588897" cy="369332"/>
          </a:xfrm>
          <a:prstGeom prst="rect">
            <a:avLst/>
          </a:prstGeom>
          <a:noFill/>
        </p:spPr>
        <p:txBody>
          <a:bodyPr wrap="none" rtlCol="0">
            <a:spAutoFit/>
          </a:bodyPr>
          <a:lstStyle/>
          <a:p>
            <a:r>
              <a:rPr lang="en-US" altLang="zh-CN" b="1" dirty="0">
                <a:solidFill>
                  <a:srgbClr val="FF0000"/>
                </a:solidFill>
              </a:rPr>
              <a:t>CDF</a:t>
            </a:r>
            <a:r>
              <a:rPr lang="zh-CN" altLang="en-US" b="1" dirty="0">
                <a:solidFill>
                  <a:srgbClr val="FF0000"/>
                </a:solidFill>
              </a:rPr>
              <a:t>构成回路</a:t>
            </a:r>
          </a:p>
        </p:txBody>
      </p:sp>
      <p:sp>
        <p:nvSpPr>
          <p:cNvPr id="72" name="文本框 71">
            <a:extLst>
              <a:ext uri="{FF2B5EF4-FFF2-40B4-BE49-F238E27FC236}">
                <a16:creationId xmlns:a16="http://schemas.microsoft.com/office/drawing/2014/main" id="{C7395F0C-F131-01BE-1F73-0EA75F101CE4}"/>
              </a:ext>
            </a:extLst>
          </p:cNvPr>
          <p:cNvSpPr txBox="1">
            <a:spLocks noChangeArrowheads="1"/>
          </p:cNvSpPr>
          <p:nvPr/>
        </p:nvSpPr>
        <p:spPr bwMode="auto">
          <a:xfrm>
            <a:off x="10335215" y="1893815"/>
            <a:ext cx="252000" cy="2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a:defRPr sz="2000"/>
            </a:lvl1pPr>
          </a:lstStyle>
          <a:p>
            <a:r>
              <a:rPr lang="en-US" altLang="zh-CN" b="1" dirty="0">
                <a:solidFill>
                  <a:srgbClr val="C00000"/>
                </a:solidFill>
              </a:rPr>
              <a:t>5</a:t>
            </a:r>
          </a:p>
        </p:txBody>
      </p:sp>
      <p:sp>
        <p:nvSpPr>
          <p:cNvPr id="75" name="文本框 55">
            <a:extLst>
              <a:ext uri="{FF2B5EF4-FFF2-40B4-BE49-F238E27FC236}">
                <a16:creationId xmlns:a16="http://schemas.microsoft.com/office/drawing/2014/main" id="{1B052F76-7D6B-891A-7AEB-C811B92C7844}"/>
              </a:ext>
            </a:extLst>
          </p:cNvPr>
          <p:cNvSpPr txBox="1">
            <a:spLocks noChangeArrowheads="1"/>
          </p:cNvSpPr>
          <p:nvPr/>
        </p:nvSpPr>
        <p:spPr bwMode="auto">
          <a:xfrm>
            <a:off x="10262976" y="2141967"/>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A-D</a:t>
            </a:r>
          </a:p>
        </p:txBody>
      </p:sp>
      <p:sp>
        <p:nvSpPr>
          <p:cNvPr id="83" name="文本框 82">
            <a:extLst>
              <a:ext uri="{FF2B5EF4-FFF2-40B4-BE49-F238E27FC236}">
                <a16:creationId xmlns:a16="http://schemas.microsoft.com/office/drawing/2014/main" id="{70CA8B76-4500-3CD1-9002-3EFFF835B365}"/>
              </a:ext>
            </a:extLst>
          </p:cNvPr>
          <p:cNvSpPr txBox="1"/>
          <p:nvPr/>
        </p:nvSpPr>
        <p:spPr>
          <a:xfrm>
            <a:off x="9747081" y="1401270"/>
            <a:ext cx="1680268" cy="369332"/>
          </a:xfrm>
          <a:prstGeom prst="rect">
            <a:avLst/>
          </a:prstGeom>
          <a:noFill/>
        </p:spPr>
        <p:txBody>
          <a:bodyPr wrap="none" rtlCol="0">
            <a:spAutoFit/>
          </a:bodyPr>
          <a:lstStyle/>
          <a:p>
            <a:r>
              <a:rPr lang="en-US" altLang="zh-CN" b="1" dirty="0">
                <a:solidFill>
                  <a:srgbClr val="7030A0"/>
                </a:solidFill>
              </a:rPr>
              <a:t>AD</a:t>
            </a:r>
            <a:r>
              <a:rPr lang="zh-CN" altLang="en-US" b="1" dirty="0">
                <a:solidFill>
                  <a:srgbClr val="7030A0"/>
                </a:solidFill>
              </a:rPr>
              <a:t>在同一子集</a:t>
            </a:r>
          </a:p>
        </p:txBody>
      </p:sp>
      <p:sp>
        <p:nvSpPr>
          <p:cNvPr id="84" name="矩形 83">
            <a:extLst>
              <a:ext uri="{FF2B5EF4-FFF2-40B4-BE49-F238E27FC236}">
                <a16:creationId xmlns:a16="http://schemas.microsoft.com/office/drawing/2014/main" id="{D167DB21-563B-BF76-01C1-00B0ADC6E784}"/>
              </a:ext>
            </a:extLst>
          </p:cNvPr>
          <p:cNvSpPr/>
          <p:nvPr/>
        </p:nvSpPr>
        <p:spPr>
          <a:xfrm>
            <a:off x="9626297" y="1164640"/>
            <a:ext cx="318234" cy="20765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algn="ctr"/>
            <a:r>
              <a:rPr lang="en-US" altLang="zh-CN" sz="2000" b="1" dirty="0">
                <a:solidFill>
                  <a:schemeClr val="tx1"/>
                </a:solidFill>
                <a:latin typeface="Courier New" panose="02070309020205020404" pitchFamily="49" charset="0"/>
                <a:cs typeface="Courier New" panose="02070309020205020404" pitchFamily="49" charset="0"/>
              </a:rPr>
              <a:t>-1</a:t>
            </a:r>
            <a:endParaRPr lang="zh-CN" altLang="en-US" sz="2000" b="1" dirty="0">
              <a:solidFill>
                <a:schemeClr val="tx1"/>
              </a:solidFill>
              <a:latin typeface="Courier New" panose="02070309020205020404" pitchFamily="49" charset="0"/>
              <a:cs typeface="Courier New" panose="02070309020205020404" pitchFamily="49" charset="0"/>
            </a:endParaRPr>
          </a:p>
        </p:txBody>
      </p:sp>
      <p:sp>
        <p:nvSpPr>
          <p:cNvPr id="85" name="直接连接符 84">
            <a:extLst>
              <a:ext uri="{FF2B5EF4-FFF2-40B4-BE49-F238E27FC236}">
                <a16:creationId xmlns:a16="http://schemas.microsoft.com/office/drawing/2014/main" id="{6CFCE3CF-757A-8A7C-CE4A-45DBDCAB6D5D}"/>
              </a:ext>
            </a:extLst>
          </p:cNvPr>
          <p:cNvSpPr>
            <a:spLocks noChangeShapeType="1"/>
          </p:cNvSpPr>
          <p:nvPr/>
        </p:nvSpPr>
        <p:spPr bwMode="auto">
          <a:xfrm flipH="1">
            <a:off x="6872084" y="3709945"/>
            <a:ext cx="428029" cy="275324"/>
          </a:xfrm>
          <a:prstGeom prst="line">
            <a:avLst/>
          </a:prstGeom>
          <a:noFill/>
          <a:ln w="28575" cap="sq">
            <a:solidFill>
              <a:srgbClr val="FF0000"/>
            </a:solidFill>
            <a:prstDash val="sys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p>
        </p:txBody>
      </p:sp>
      <p:sp>
        <p:nvSpPr>
          <p:cNvPr id="86" name="椭圆 85">
            <a:extLst>
              <a:ext uri="{FF2B5EF4-FFF2-40B4-BE49-F238E27FC236}">
                <a16:creationId xmlns:a16="http://schemas.microsoft.com/office/drawing/2014/main" id="{3CB3638B-8A26-0E9C-95F6-6E0B8F4762FC}"/>
              </a:ext>
            </a:extLst>
          </p:cNvPr>
          <p:cNvSpPr/>
          <p:nvPr/>
        </p:nvSpPr>
        <p:spPr>
          <a:xfrm>
            <a:off x="6740537" y="3580934"/>
            <a:ext cx="897666" cy="828646"/>
          </a:xfrm>
          <a:prstGeom prst="ellipse">
            <a:avLst/>
          </a:prstGeom>
          <a:noFill/>
          <a:ln>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776093C0-97F4-E83E-5586-F9C92488051E}"/>
              </a:ext>
            </a:extLst>
          </p:cNvPr>
          <p:cNvSpPr txBox="1"/>
          <p:nvPr/>
        </p:nvSpPr>
        <p:spPr>
          <a:xfrm>
            <a:off x="6505664" y="3125566"/>
            <a:ext cx="1614545" cy="369332"/>
          </a:xfrm>
          <a:prstGeom prst="rect">
            <a:avLst/>
          </a:prstGeom>
          <a:noFill/>
        </p:spPr>
        <p:txBody>
          <a:bodyPr wrap="none" rtlCol="0">
            <a:spAutoFit/>
          </a:bodyPr>
          <a:lstStyle/>
          <a:p>
            <a:r>
              <a:rPr lang="en-US" altLang="zh-CN" b="1" dirty="0">
                <a:solidFill>
                  <a:srgbClr val="7030A0"/>
                </a:solidFill>
              </a:rPr>
              <a:t>ADC</a:t>
            </a:r>
            <a:r>
              <a:rPr lang="zh-CN" altLang="en-US" b="1" dirty="0">
                <a:solidFill>
                  <a:srgbClr val="7030A0"/>
                </a:solidFill>
              </a:rPr>
              <a:t>构成回路</a:t>
            </a:r>
          </a:p>
        </p:txBody>
      </p:sp>
      <p:sp>
        <p:nvSpPr>
          <p:cNvPr id="88" name="文本框 55">
            <a:extLst>
              <a:ext uri="{FF2B5EF4-FFF2-40B4-BE49-F238E27FC236}">
                <a16:creationId xmlns:a16="http://schemas.microsoft.com/office/drawing/2014/main" id="{340F2F56-DDAA-A1D3-F785-E946254977E0}"/>
              </a:ext>
            </a:extLst>
          </p:cNvPr>
          <p:cNvSpPr txBox="1">
            <a:spLocks noChangeArrowheads="1"/>
          </p:cNvSpPr>
          <p:nvPr/>
        </p:nvSpPr>
        <p:spPr bwMode="auto">
          <a:xfrm>
            <a:off x="10272516" y="2135289"/>
            <a:ext cx="406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nchorCtr="1">
            <a:spAutoFit/>
          </a:bodyPr>
          <a:lstStyle>
            <a:defPPr>
              <a:defRPr lang="zh-CN"/>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0070C0"/>
                </a:solidFill>
              </a:rPr>
              <a:t>B-C</a:t>
            </a:r>
          </a:p>
        </p:txBody>
      </p:sp>
      <p:sp>
        <p:nvSpPr>
          <p:cNvPr id="89" name="矩形 88">
            <a:extLst>
              <a:ext uri="{FF2B5EF4-FFF2-40B4-BE49-F238E27FC236}">
                <a16:creationId xmlns:a16="http://schemas.microsoft.com/office/drawing/2014/main" id="{73E13C9C-3B8B-2A94-66DE-5829CAEFC1DB}"/>
              </a:ext>
            </a:extLst>
          </p:cNvPr>
          <p:cNvSpPr/>
          <p:nvPr/>
        </p:nvSpPr>
        <p:spPr>
          <a:xfrm>
            <a:off x="9633407" y="1145859"/>
            <a:ext cx="299883" cy="20765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FF0000"/>
                </a:solidFill>
                <a:effectLst>
                  <a:outerShdw blurRad="38100" dist="38100" dir="2700000" algn="tl">
                    <a:srgbClr val="000000">
                      <a:alpha val="43137"/>
                    </a:srgbClr>
                  </a:outerShdw>
                </a:effectLst>
              </a:rPr>
              <a:t>2</a:t>
            </a:r>
            <a:endParaRPr lang="zh-CN" altLang="en-US" sz="2000" b="1" dirty="0">
              <a:solidFill>
                <a:srgbClr val="FF0000"/>
              </a:solidFill>
              <a:effectLst>
                <a:outerShdw blurRad="38100" dist="38100" dir="2700000" algn="tl">
                  <a:srgbClr val="000000">
                    <a:alpha val="43137"/>
                  </a:srgbClr>
                </a:outerShdw>
              </a:effectLst>
            </a:endParaRPr>
          </a:p>
        </p:txBody>
      </p:sp>
      <p:sp>
        <p:nvSpPr>
          <p:cNvPr id="90" name="文本框 89">
            <a:extLst>
              <a:ext uri="{FF2B5EF4-FFF2-40B4-BE49-F238E27FC236}">
                <a16:creationId xmlns:a16="http://schemas.microsoft.com/office/drawing/2014/main" id="{747C9438-4A19-2B2F-F40F-BBFA8AEA63D6}"/>
              </a:ext>
            </a:extLst>
          </p:cNvPr>
          <p:cNvSpPr txBox="1"/>
          <p:nvPr/>
        </p:nvSpPr>
        <p:spPr>
          <a:xfrm>
            <a:off x="329456" y="1019624"/>
            <a:ext cx="5418981" cy="369332"/>
          </a:xfrm>
          <a:prstGeom prst="rect">
            <a:avLst/>
          </a:prstGeom>
          <a:noFill/>
        </p:spPr>
        <p:txBody>
          <a:bodyPr wrap="square" rtlCol="0">
            <a:spAutoFit/>
          </a:bodyPr>
          <a:lstStyle/>
          <a:p>
            <a:r>
              <a:rPr lang="zh-CN" altLang="en-US" b="1" dirty="0"/>
              <a:t>接着构建最小生成树</a:t>
            </a:r>
            <a:r>
              <a:rPr lang="en-US" altLang="zh-CN" b="1" dirty="0">
                <a:solidFill>
                  <a:srgbClr val="C00000"/>
                </a:solidFill>
                <a:effectLst>
                  <a:outerShdw blurRad="38100" dist="38100" dir="2700000" algn="tl">
                    <a:srgbClr val="000000">
                      <a:alpha val="43137"/>
                    </a:srgbClr>
                  </a:outerShdw>
                </a:effectLst>
              </a:rPr>
              <a:t>T</a:t>
            </a:r>
            <a:r>
              <a:rPr lang="zh-CN" altLang="en-US" b="1" dirty="0">
                <a:solidFill>
                  <a:srgbClr val="333DFF"/>
                </a:solidFill>
                <a:effectLst>
                  <a:outerShdw blurRad="38100" dist="38100" dir="2700000" algn="tl">
                    <a:srgbClr val="000000">
                      <a:alpha val="43137"/>
                    </a:srgbClr>
                  </a:outerShdw>
                </a:effectLst>
              </a:rPr>
              <a:t>（</a:t>
            </a:r>
            <a:r>
              <a:rPr lang="en-US" altLang="zh-CN" b="1" dirty="0">
                <a:solidFill>
                  <a:srgbClr val="C00000"/>
                </a:solidFill>
                <a:effectLst>
                  <a:outerShdw blurRad="38100" dist="38100" dir="2700000" algn="tl">
                    <a:srgbClr val="000000">
                      <a:alpha val="43137"/>
                    </a:srgbClr>
                  </a:outerShdw>
                </a:effectLst>
              </a:rPr>
              <a:t>G</a:t>
            </a:r>
            <a:r>
              <a:rPr lang="zh-CN" altLang="en-US" b="1" dirty="0">
                <a:solidFill>
                  <a:srgbClr val="333DFF"/>
                </a:solidFill>
              </a:rPr>
              <a:t>的一个</a:t>
            </a:r>
            <a:r>
              <a:rPr lang="zh-CN" altLang="en-US" b="1" dirty="0">
                <a:solidFill>
                  <a:srgbClr val="333DFF"/>
                </a:solidFill>
                <a:effectLst>
                  <a:outerShdw blurRad="38100" dist="38100" dir="2700000" algn="tl">
                    <a:srgbClr val="000000">
                      <a:alpha val="43137"/>
                    </a:srgbClr>
                  </a:outerShdw>
                </a:effectLst>
              </a:rPr>
              <a:t>最小连通子图）：</a:t>
            </a:r>
          </a:p>
        </p:txBody>
      </p:sp>
    </p:spTree>
    <p:extLst>
      <p:ext uri="{BB962C8B-B14F-4D97-AF65-F5344CB8AC3E}">
        <p14:creationId xmlns:p14="http://schemas.microsoft.com/office/powerpoint/2010/main" val="3638643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circle(in)">
                                      <p:cBhvr>
                                        <p:cTn id="14" dur="1500"/>
                                        <p:tgtEl>
                                          <p:spTgt spid="11"/>
                                        </p:tgtEl>
                                      </p:cBhvr>
                                    </p:animEffect>
                                  </p:childTnLst>
                                </p:cTn>
                              </p:par>
                            </p:childTnLst>
                          </p:cTn>
                        </p:par>
                        <p:par>
                          <p:cTn id="15" fill="hold">
                            <p:stCondLst>
                              <p:cond delay="1500"/>
                            </p:stCondLst>
                            <p:childTnLst>
                              <p:par>
                                <p:cTn id="16" presetID="21" presetClass="entr" presetSubtype="1"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heel(1)">
                                      <p:cBhvr>
                                        <p:cTn id="18" dur="1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8" fill="hold" grpId="0" nodeType="clickEffect">
                                  <p:stCondLst>
                                    <p:cond delay="0"/>
                                  </p:stCondLst>
                                  <p:childTnLst>
                                    <p:set>
                                      <p:cBhvr>
                                        <p:cTn id="22" dur="1" fill="hold">
                                          <p:stCondLst>
                                            <p:cond delay="0"/>
                                          </p:stCondLst>
                                        </p:cTn>
                                        <p:tgtEl>
                                          <p:spTgt spid="160"/>
                                        </p:tgtEl>
                                        <p:attrNameLst>
                                          <p:attrName>style.visibility</p:attrName>
                                        </p:attrNameLst>
                                      </p:cBhvr>
                                      <p:to>
                                        <p:strVal val="visible"/>
                                      </p:to>
                                    </p:set>
                                    <p:animEffect transition="in" filter="wheel(8)">
                                      <p:cBhvr>
                                        <p:cTn id="23" dur="1500"/>
                                        <p:tgtEl>
                                          <p:spTgt spid="160"/>
                                        </p:tgtEl>
                                      </p:cBhvr>
                                    </p:animEffect>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142"/>
                                        </p:tgtEl>
                                        <p:attrNameLst>
                                          <p:attrName>style.visibility</p:attrName>
                                        </p:attrNameLst>
                                      </p:cBhvr>
                                      <p:to>
                                        <p:strVal val="visible"/>
                                      </p:to>
                                    </p:set>
                                    <p:animEffect transition="in" filter="fade">
                                      <p:cBhvr>
                                        <p:cTn id="28" dur="1000"/>
                                        <p:tgtEl>
                                          <p:spTgt spid="142"/>
                                        </p:tgtEl>
                                      </p:cBhvr>
                                    </p:animEffect>
                                    <p:anim calcmode="lin" valueType="num">
                                      <p:cBhvr>
                                        <p:cTn id="29" dur="1000" fill="hold"/>
                                        <p:tgtEl>
                                          <p:spTgt spid="142"/>
                                        </p:tgtEl>
                                        <p:attrNameLst>
                                          <p:attrName>ppt_x</p:attrName>
                                        </p:attrNameLst>
                                      </p:cBhvr>
                                      <p:tavLst>
                                        <p:tav tm="0">
                                          <p:val>
                                            <p:strVal val="#ppt_x"/>
                                          </p:val>
                                        </p:tav>
                                        <p:tav tm="100000">
                                          <p:val>
                                            <p:strVal val="#ppt_x"/>
                                          </p:val>
                                        </p:tav>
                                      </p:tavLst>
                                    </p:anim>
                                    <p:anim calcmode="lin" valueType="num">
                                      <p:cBhvr>
                                        <p:cTn id="30" dur="1000" fill="hold"/>
                                        <p:tgtEl>
                                          <p:spTgt spid="142"/>
                                        </p:tgtEl>
                                        <p:attrNameLst>
                                          <p:attrName>ppt_y</p:attrName>
                                        </p:attrNameLst>
                                      </p:cBhvr>
                                      <p:tavLst>
                                        <p:tav tm="0">
                                          <p:val>
                                            <p:strVal val="#ppt_y-.1"/>
                                          </p:val>
                                        </p:tav>
                                        <p:tav tm="100000">
                                          <p:val>
                                            <p:strVal val="#ppt_y"/>
                                          </p:val>
                                        </p:tav>
                                      </p:tavLst>
                                    </p:anim>
                                  </p:childTnLst>
                                </p:cTn>
                              </p:par>
                              <p:par>
                                <p:cTn id="31" presetID="47" presetClass="entr" presetSubtype="0" fill="hold" grpId="0" nodeType="withEffect">
                                  <p:stCondLst>
                                    <p:cond delay="0"/>
                                  </p:stCondLst>
                                  <p:childTnLst>
                                    <p:set>
                                      <p:cBhvr>
                                        <p:cTn id="32" dur="1" fill="hold">
                                          <p:stCondLst>
                                            <p:cond delay="0"/>
                                          </p:stCondLst>
                                        </p:cTn>
                                        <p:tgtEl>
                                          <p:spTgt spid="140"/>
                                        </p:tgtEl>
                                        <p:attrNameLst>
                                          <p:attrName>style.visibility</p:attrName>
                                        </p:attrNameLst>
                                      </p:cBhvr>
                                      <p:to>
                                        <p:strVal val="visible"/>
                                      </p:to>
                                    </p:set>
                                    <p:animEffect transition="in" filter="fade">
                                      <p:cBhvr>
                                        <p:cTn id="33" dur="1000"/>
                                        <p:tgtEl>
                                          <p:spTgt spid="140"/>
                                        </p:tgtEl>
                                      </p:cBhvr>
                                    </p:animEffect>
                                    <p:anim calcmode="lin" valueType="num">
                                      <p:cBhvr>
                                        <p:cTn id="34" dur="1000" fill="hold"/>
                                        <p:tgtEl>
                                          <p:spTgt spid="140"/>
                                        </p:tgtEl>
                                        <p:attrNameLst>
                                          <p:attrName>ppt_x</p:attrName>
                                        </p:attrNameLst>
                                      </p:cBhvr>
                                      <p:tavLst>
                                        <p:tav tm="0">
                                          <p:val>
                                            <p:strVal val="#ppt_x"/>
                                          </p:val>
                                        </p:tav>
                                        <p:tav tm="100000">
                                          <p:val>
                                            <p:strVal val="#ppt_x"/>
                                          </p:val>
                                        </p:tav>
                                      </p:tavLst>
                                    </p:anim>
                                    <p:anim calcmode="lin" valueType="num">
                                      <p:cBhvr>
                                        <p:cTn id="35" dur="1000" fill="hold"/>
                                        <p:tgtEl>
                                          <p:spTgt spid="140"/>
                                        </p:tgtEl>
                                        <p:attrNameLst>
                                          <p:attrName>ppt_y</p:attrName>
                                        </p:attrNameLst>
                                      </p:cBhvr>
                                      <p:tavLst>
                                        <p:tav tm="0">
                                          <p:val>
                                            <p:strVal val="#ppt_y-.1"/>
                                          </p:val>
                                        </p:tav>
                                        <p:tav tm="100000">
                                          <p:val>
                                            <p:strVal val="#ppt_y"/>
                                          </p:val>
                                        </p:tav>
                                      </p:tavLst>
                                    </p:anim>
                                  </p:childTnLst>
                                </p:cTn>
                              </p:par>
                              <p:par>
                                <p:cTn id="36" presetID="47" presetClass="entr" presetSubtype="0" fill="hold" grpId="0" nodeType="withEffect">
                                  <p:stCondLst>
                                    <p:cond delay="0"/>
                                  </p:stCondLst>
                                  <p:childTnLst>
                                    <p:set>
                                      <p:cBhvr>
                                        <p:cTn id="37" dur="1" fill="hold">
                                          <p:stCondLst>
                                            <p:cond delay="0"/>
                                          </p:stCondLst>
                                        </p:cTn>
                                        <p:tgtEl>
                                          <p:spTgt spid="141"/>
                                        </p:tgtEl>
                                        <p:attrNameLst>
                                          <p:attrName>style.visibility</p:attrName>
                                        </p:attrNameLst>
                                      </p:cBhvr>
                                      <p:to>
                                        <p:strVal val="visible"/>
                                      </p:to>
                                    </p:set>
                                    <p:animEffect transition="in" filter="fade">
                                      <p:cBhvr>
                                        <p:cTn id="38" dur="1000"/>
                                        <p:tgtEl>
                                          <p:spTgt spid="141"/>
                                        </p:tgtEl>
                                      </p:cBhvr>
                                    </p:animEffect>
                                    <p:anim calcmode="lin" valueType="num">
                                      <p:cBhvr>
                                        <p:cTn id="39" dur="1000" fill="hold"/>
                                        <p:tgtEl>
                                          <p:spTgt spid="141"/>
                                        </p:tgtEl>
                                        <p:attrNameLst>
                                          <p:attrName>ppt_x</p:attrName>
                                        </p:attrNameLst>
                                      </p:cBhvr>
                                      <p:tavLst>
                                        <p:tav tm="0">
                                          <p:val>
                                            <p:strVal val="#ppt_x"/>
                                          </p:val>
                                        </p:tav>
                                        <p:tav tm="100000">
                                          <p:val>
                                            <p:strVal val="#ppt_x"/>
                                          </p:val>
                                        </p:tav>
                                      </p:tavLst>
                                    </p:anim>
                                    <p:anim calcmode="lin" valueType="num">
                                      <p:cBhvr>
                                        <p:cTn id="40" dur="1000" fill="hold"/>
                                        <p:tgtEl>
                                          <p:spTgt spid="141"/>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143"/>
                                        </p:tgtEl>
                                        <p:attrNameLst>
                                          <p:attrName>style.visibility</p:attrName>
                                        </p:attrNameLst>
                                      </p:cBhvr>
                                      <p:to>
                                        <p:strVal val="visible"/>
                                      </p:to>
                                    </p:set>
                                    <p:animEffect transition="in" filter="fade">
                                      <p:cBhvr>
                                        <p:cTn id="43" dur="1000"/>
                                        <p:tgtEl>
                                          <p:spTgt spid="143"/>
                                        </p:tgtEl>
                                      </p:cBhvr>
                                    </p:animEffect>
                                    <p:anim calcmode="lin" valueType="num">
                                      <p:cBhvr>
                                        <p:cTn id="44" dur="1000" fill="hold"/>
                                        <p:tgtEl>
                                          <p:spTgt spid="143"/>
                                        </p:tgtEl>
                                        <p:attrNameLst>
                                          <p:attrName>ppt_x</p:attrName>
                                        </p:attrNameLst>
                                      </p:cBhvr>
                                      <p:tavLst>
                                        <p:tav tm="0">
                                          <p:val>
                                            <p:strVal val="#ppt_x"/>
                                          </p:val>
                                        </p:tav>
                                        <p:tav tm="100000">
                                          <p:val>
                                            <p:strVal val="#ppt_x"/>
                                          </p:val>
                                        </p:tav>
                                      </p:tavLst>
                                    </p:anim>
                                    <p:anim calcmode="lin" valueType="num">
                                      <p:cBhvr>
                                        <p:cTn id="45" dur="1000" fill="hold"/>
                                        <p:tgtEl>
                                          <p:spTgt spid="143"/>
                                        </p:tgtEl>
                                        <p:attrNameLst>
                                          <p:attrName>ppt_y</p:attrName>
                                        </p:attrNameLst>
                                      </p:cBhvr>
                                      <p:tavLst>
                                        <p:tav tm="0">
                                          <p:val>
                                            <p:strVal val="#ppt_y-.1"/>
                                          </p:val>
                                        </p:tav>
                                        <p:tav tm="100000">
                                          <p:val>
                                            <p:strVal val="#ppt_y"/>
                                          </p:val>
                                        </p:tav>
                                      </p:tavLst>
                                    </p:anim>
                                  </p:childTnLst>
                                </p:cTn>
                              </p:par>
                              <p:par>
                                <p:cTn id="46" presetID="47" presetClass="entr" presetSubtype="0" fill="hold" grpId="0" nodeType="withEffect">
                                  <p:stCondLst>
                                    <p:cond delay="0"/>
                                  </p:stCondLst>
                                  <p:childTnLst>
                                    <p:set>
                                      <p:cBhvr>
                                        <p:cTn id="47" dur="1" fill="hold">
                                          <p:stCondLst>
                                            <p:cond delay="0"/>
                                          </p:stCondLst>
                                        </p:cTn>
                                        <p:tgtEl>
                                          <p:spTgt spid="138"/>
                                        </p:tgtEl>
                                        <p:attrNameLst>
                                          <p:attrName>style.visibility</p:attrName>
                                        </p:attrNameLst>
                                      </p:cBhvr>
                                      <p:to>
                                        <p:strVal val="visible"/>
                                      </p:to>
                                    </p:set>
                                    <p:animEffect transition="in" filter="fade">
                                      <p:cBhvr>
                                        <p:cTn id="48" dur="1000"/>
                                        <p:tgtEl>
                                          <p:spTgt spid="138"/>
                                        </p:tgtEl>
                                      </p:cBhvr>
                                    </p:animEffect>
                                    <p:anim calcmode="lin" valueType="num">
                                      <p:cBhvr>
                                        <p:cTn id="49" dur="1000" fill="hold"/>
                                        <p:tgtEl>
                                          <p:spTgt spid="138"/>
                                        </p:tgtEl>
                                        <p:attrNameLst>
                                          <p:attrName>ppt_x</p:attrName>
                                        </p:attrNameLst>
                                      </p:cBhvr>
                                      <p:tavLst>
                                        <p:tav tm="0">
                                          <p:val>
                                            <p:strVal val="#ppt_x"/>
                                          </p:val>
                                        </p:tav>
                                        <p:tav tm="100000">
                                          <p:val>
                                            <p:strVal val="#ppt_x"/>
                                          </p:val>
                                        </p:tav>
                                      </p:tavLst>
                                    </p:anim>
                                    <p:anim calcmode="lin" valueType="num">
                                      <p:cBhvr>
                                        <p:cTn id="50" dur="1000" fill="hold"/>
                                        <p:tgtEl>
                                          <p:spTgt spid="138"/>
                                        </p:tgtEl>
                                        <p:attrNameLst>
                                          <p:attrName>ppt_y</p:attrName>
                                        </p:attrNameLst>
                                      </p:cBhvr>
                                      <p:tavLst>
                                        <p:tav tm="0">
                                          <p:val>
                                            <p:strVal val="#ppt_y-.1"/>
                                          </p:val>
                                        </p:tav>
                                        <p:tav tm="100000">
                                          <p:val>
                                            <p:strVal val="#ppt_y"/>
                                          </p:val>
                                        </p:tav>
                                      </p:tavLst>
                                    </p:anim>
                                  </p:childTnLst>
                                </p:cTn>
                              </p:par>
                              <p:par>
                                <p:cTn id="51" presetID="47" presetClass="entr" presetSubtype="0" fill="hold" grpId="0" nodeType="withEffect">
                                  <p:stCondLst>
                                    <p:cond delay="0"/>
                                  </p:stCondLst>
                                  <p:childTnLst>
                                    <p:set>
                                      <p:cBhvr>
                                        <p:cTn id="52" dur="1" fill="hold">
                                          <p:stCondLst>
                                            <p:cond delay="0"/>
                                          </p:stCondLst>
                                        </p:cTn>
                                        <p:tgtEl>
                                          <p:spTgt spid="137"/>
                                        </p:tgtEl>
                                        <p:attrNameLst>
                                          <p:attrName>style.visibility</p:attrName>
                                        </p:attrNameLst>
                                      </p:cBhvr>
                                      <p:to>
                                        <p:strVal val="visible"/>
                                      </p:to>
                                    </p:set>
                                    <p:animEffect transition="in" filter="fade">
                                      <p:cBhvr>
                                        <p:cTn id="53" dur="1000"/>
                                        <p:tgtEl>
                                          <p:spTgt spid="137"/>
                                        </p:tgtEl>
                                      </p:cBhvr>
                                    </p:animEffect>
                                    <p:anim calcmode="lin" valueType="num">
                                      <p:cBhvr>
                                        <p:cTn id="54" dur="1000" fill="hold"/>
                                        <p:tgtEl>
                                          <p:spTgt spid="137"/>
                                        </p:tgtEl>
                                        <p:attrNameLst>
                                          <p:attrName>ppt_x</p:attrName>
                                        </p:attrNameLst>
                                      </p:cBhvr>
                                      <p:tavLst>
                                        <p:tav tm="0">
                                          <p:val>
                                            <p:strVal val="#ppt_x"/>
                                          </p:val>
                                        </p:tav>
                                        <p:tav tm="100000">
                                          <p:val>
                                            <p:strVal val="#ppt_x"/>
                                          </p:val>
                                        </p:tav>
                                      </p:tavLst>
                                    </p:anim>
                                    <p:anim calcmode="lin" valueType="num">
                                      <p:cBhvr>
                                        <p:cTn id="55" dur="1000" fill="hold"/>
                                        <p:tgtEl>
                                          <p:spTgt spid="137"/>
                                        </p:tgtEl>
                                        <p:attrNameLst>
                                          <p:attrName>ppt_y</p:attrName>
                                        </p:attrNameLst>
                                      </p:cBhvr>
                                      <p:tavLst>
                                        <p:tav tm="0">
                                          <p:val>
                                            <p:strVal val="#ppt_y-.1"/>
                                          </p:val>
                                        </p:tav>
                                        <p:tav tm="100000">
                                          <p:val>
                                            <p:strVal val="#ppt_y"/>
                                          </p:val>
                                        </p:tav>
                                      </p:tavLst>
                                    </p:anim>
                                  </p:childTnLst>
                                </p:cTn>
                              </p:par>
                            </p:childTnLst>
                          </p:cTn>
                        </p:par>
                        <p:par>
                          <p:cTn id="56" fill="hold">
                            <p:stCondLst>
                              <p:cond delay="1000"/>
                            </p:stCondLst>
                            <p:childTnLst>
                              <p:par>
                                <p:cTn id="57" presetID="21" presetClass="exit" presetSubtype="1" fill="hold" grpId="1" nodeType="afterEffect">
                                  <p:stCondLst>
                                    <p:cond delay="0"/>
                                  </p:stCondLst>
                                  <p:childTnLst>
                                    <p:animEffect transition="out" filter="wheel(1)">
                                      <p:cBhvr>
                                        <p:cTn id="58" dur="1000"/>
                                        <p:tgtEl>
                                          <p:spTgt spid="160"/>
                                        </p:tgtEl>
                                      </p:cBhvr>
                                    </p:animEffect>
                                    <p:set>
                                      <p:cBhvr>
                                        <p:cTn id="59" dur="1" fill="hold">
                                          <p:stCondLst>
                                            <p:cond delay="999"/>
                                          </p:stCondLst>
                                        </p:cTn>
                                        <p:tgtEl>
                                          <p:spTgt spid="160"/>
                                        </p:tgtEl>
                                        <p:attrNameLst>
                                          <p:attrName>style.visibility</p:attrName>
                                        </p:attrNameLst>
                                      </p:cBhvr>
                                      <p:to>
                                        <p:strVal val="hidden"/>
                                      </p:to>
                                    </p:set>
                                  </p:childTnLst>
                                </p:cTn>
                              </p:par>
                            </p:childTnLst>
                          </p:cTn>
                        </p:par>
                        <p:par>
                          <p:cTn id="60" fill="hold">
                            <p:stCondLst>
                              <p:cond delay="2000"/>
                            </p:stCondLst>
                            <p:childTnLst>
                              <p:par>
                                <p:cTn id="61" presetID="22" presetClass="entr" presetSubtype="8" fill="hold" nodeType="afterEffect">
                                  <p:stCondLst>
                                    <p:cond delay="0"/>
                                  </p:stCondLst>
                                  <p:childTnLst>
                                    <p:set>
                                      <p:cBhvr>
                                        <p:cTn id="62" dur="1" fill="hold">
                                          <p:stCondLst>
                                            <p:cond delay="0"/>
                                          </p:stCondLst>
                                        </p:cTn>
                                        <p:tgtEl>
                                          <p:spTgt spid="71"/>
                                        </p:tgtEl>
                                        <p:attrNameLst>
                                          <p:attrName>style.visibility</p:attrName>
                                        </p:attrNameLst>
                                      </p:cBhvr>
                                      <p:to>
                                        <p:strVal val="visible"/>
                                      </p:to>
                                    </p:set>
                                    <p:animEffect transition="in" filter="wipe(left)">
                                      <p:cBhvr>
                                        <p:cTn id="63" dur="1000"/>
                                        <p:tgtEl>
                                          <p:spTgt spid="71"/>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left)">
                                      <p:cBhvr>
                                        <p:cTn id="68" dur="750"/>
                                        <p:tgtEl>
                                          <p:spTgt spid="7"/>
                                        </p:tgtEl>
                                      </p:cBhvr>
                                    </p:animEffect>
                                  </p:childTnLst>
                                </p:cTn>
                              </p:par>
                            </p:childTnLst>
                          </p:cTn>
                        </p:par>
                        <p:par>
                          <p:cTn id="69" fill="hold">
                            <p:stCondLst>
                              <p:cond delay="750"/>
                            </p:stCondLst>
                            <p:childTnLst>
                              <p:par>
                                <p:cTn id="70" presetID="22" presetClass="entr" presetSubtype="8" fill="hold" nodeType="after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left)">
                                      <p:cBhvr>
                                        <p:cTn id="72" dur="1000"/>
                                        <p:tgtEl>
                                          <p:spTgt spid="6"/>
                                        </p:tgtEl>
                                      </p:cBhvr>
                                    </p:animEffect>
                                  </p:childTnLst>
                                </p:cTn>
                              </p:par>
                            </p:childTnLst>
                          </p:cTn>
                        </p:par>
                        <p:par>
                          <p:cTn id="73" fill="hold">
                            <p:stCondLst>
                              <p:cond delay="2250"/>
                            </p:stCondLst>
                            <p:childTnLst>
                              <p:par>
                                <p:cTn id="74" presetID="22" presetClass="exit" presetSubtype="1" fill="hold" nodeType="afterEffect">
                                  <p:stCondLst>
                                    <p:cond delay="0"/>
                                  </p:stCondLst>
                                  <p:childTnLst>
                                    <p:animEffect transition="out" filter="wipe(up)">
                                      <p:cBhvr>
                                        <p:cTn id="75" dur="500"/>
                                        <p:tgtEl>
                                          <p:spTgt spid="71"/>
                                        </p:tgtEl>
                                      </p:cBhvr>
                                    </p:animEffect>
                                    <p:set>
                                      <p:cBhvr>
                                        <p:cTn id="76" dur="1" fill="hold">
                                          <p:stCondLst>
                                            <p:cond delay="499"/>
                                          </p:stCondLst>
                                        </p:cTn>
                                        <p:tgtEl>
                                          <p:spTgt spid="71"/>
                                        </p:tgtEl>
                                        <p:attrNameLst>
                                          <p:attrName>style.visibility</p:attrName>
                                        </p:attrNameLst>
                                      </p:cBhvr>
                                      <p:to>
                                        <p:strVal val="hidden"/>
                                      </p:to>
                                    </p:set>
                                  </p:childTnLst>
                                </p:cTn>
                              </p:par>
                            </p:childTnLst>
                          </p:cTn>
                        </p:par>
                        <p:par>
                          <p:cTn id="77" fill="hold">
                            <p:stCondLst>
                              <p:cond delay="2750"/>
                            </p:stCondLst>
                            <p:childTnLst>
                              <p:par>
                                <p:cTn id="78" presetID="22" presetClass="entr" presetSubtype="8" fill="hold" nodeType="afterEffect">
                                  <p:stCondLst>
                                    <p:cond delay="0"/>
                                  </p:stCondLst>
                                  <p:childTnLst>
                                    <p:set>
                                      <p:cBhvr>
                                        <p:cTn id="79" dur="1" fill="hold">
                                          <p:stCondLst>
                                            <p:cond delay="0"/>
                                          </p:stCondLst>
                                        </p:cTn>
                                        <p:tgtEl>
                                          <p:spTgt spid="74"/>
                                        </p:tgtEl>
                                        <p:attrNameLst>
                                          <p:attrName>style.visibility</p:attrName>
                                        </p:attrNameLst>
                                      </p:cBhvr>
                                      <p:to>
                                        <p:strVal val="visible"/>
                                      </p:to>
                                    </p:set>
                                    <p:animEffect transition="in" filter="wipe(left)">
                                      <p:cBhvr>
                                        <p:cTn id="80" dur="1000"/>
                                        <p:tgtEl>
                                          <p:spTgt spid="74"/>
                                        </p:tgtEl>
                                      </p:cBhvr>
                                    </p:animEffect>
                                  </p:childTnLst>
                                </p:cTn>
                              </p:par>
                            </p:childTnLst>
                          </p:cTn>
                        </p:par>
                      </p:childTnLst>
                    </p:cTn>
                  </p:par>
                  <p:par>
                    <p:cTn id="81" fill="hold">
                      <p:stCondLst>
                        <p:cond delay="indefinite"/>
                      </p:stCondLst>
                      <p:childTnLst>
                        <p:par>
                          <p:cTn id="82" fill="hold">
                            <p:stCondLst>
                              <p:cond delay="0"/>
                            </p:stCondLst>
                            <p:childTnLst>
                              <p:par>
                                <p:cTn id="83" presetID="47" presetClass="entr" presetSubtype="0" fill="hold" nodeType="click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1000"/>
                                        <p:tgtEl>
                                          <p:spTgt spid="39"/>
                                        </p:tgtEl>
                                      </p:cBhvr>
                                    </p:animEffect>
                                    <p:anim calcmode="lin" valueType="num">
                                      <p:cBhvr>
                                        <p:cTn id="86" dur="1000" fill="hold"/>
                                        <p:tgtEl>
                                          <p:spTgt spid="39"/>
                                        </p:tgtEl>
                                        <p:attrNameLst>
                                          <p:attrName>ppt_x</p:attrName>
                                        </p:attrNameLst>
                                      </p:cBhvr>
                                      <p:tavLst>
                                        <p:tav tm="0">
                                          <p:val>
                                            <p:strVal val="#ppt_x"/>
                                          </p:val>
                                        </p:tav>
                                        <p:tav tm="100000">
                                          <p:val>
                                            <p:strVal val="#ppt_x"/>
                                          </p:val>
                                        </p:tav>
                                      </p:tavLst>
                                    </p:anim>
                                    <p:anim calcmode="lin" valueType="num">
                                      <p:cBhvr>
                                        <p:cTn id="87" dur="1000" fill="hold"/>
                                        <p:tgtEl>
                                          <p:spTgt spid="39"/>
                                        </p:tgtEl>
                                        <p:attrNameLst>
                                          <p:attrName>ppt_y</p:attrName>
                                        </p:attrNameLst>
                                      </p:cBhvr>
                                      <p:tavLst>
                                        <p:tav tm="0">
                                          <p:val>
                                            <p:strVal val="#ppt_y-.1"/>
                                          </p:val>
                                        </p:tav>
                                        <p:tav tm="100000">
                                          <p:val>
                                            <p:strVal val="#ppt_y"/>
                                          </p:val>
                                        </p:tav>
                                      </p:tavLst>
                                    </p:anim>
                                  </p:childTnLst>
                                </p:cTn>
                              </p:par>
                              <p:par>
                                <p:cTn id="88" presetID="47" presetClass="entr" presetSubtype="0" fill="hold" grpId="0" nodeType="withEffect">
                                  <p:stCondLst>
                                    <p:cond delay="0"/>
                                  </p:stCondLst>
                                  <p:childTnLst>
                                    <p:set>
                                      <p:cBhvr>
                                        <p:cTn id="89" dur="1" fill="hold">
                                          <p:stCondLst>
                                            <p:cond delay="0"/>
                                          </p:stCondLst>
                                        </p:cTn>
                                        <p:tgtEl>
                                          <p:spTgt spid="77"/>
                                        </p:tgtEl>
                                        <p:attrNameLst>
                                          <p:attrName>style.visibility</p:attrName>
                                        </p:attrNameLst>
                                      </p:cBhvr>
                                      <p:to>
                                        <p:strVal val="visible"/>
                                      </p:to>
                                    </p:set>
                                    <p:animEffect transition="in" filter="fade">
                                      <p:cBhvr>
                                        <p:cTn id="90" dur="1000"/>
                                        <p:tgtEl>
                                          <p:spTgt spid="77"/>
                                        </p:tgtEl>
                                      </p:cBhvr>
                                    </p:animEffect>
                                    <p:anim calcmode="lin" valueType="num">
                                      <p:cBhvr>
                                        <p:cTn id="91" dur="1000" fill="hold"/>
                                        <p:tgtEl>
                                          <p:spTgt spid="77"/>
                                        </p:tgtEl>
                                        <p:attrNameLst>
                                          <p:attrName>ppt_x</p:attrName>
                                        </p:attrNameLst>
                                      </p:cBhvr>
                                      <p:tavLst>
                                        <p:tav tm="0">
                                          <p:val>
                                            <p:strVal val="#ppt_x"/>
                                          </p:val>
                                        </p:tav>
                                        <p:tav tm="100000">
                                          <p:val>
                                            <p:strVal val="#ppt_x"/>
                                          </p:val>
                                        </p:tav>
                                      </p:tavLst>
                                    </p:anim>
                                    <p:anim calcmode="lin" valueType="num">
                                      <p:cBhvr>
                                        <p:cTn id="92" dur="1000" fill="hold"/>
                                        <p:tgtEl>
                                          <p:spTgt spid="77"/>
                                        </p:tgtEl>
                                        <p:attrNameLst>
                                          <p:attrName>ppt_y</p:attrName>
                                        </p:attrNameLst>
                                      </p:cBhvr>
                                      <p:tavLst>
                                        <p:tav tm="0">
                                          <p:val>
                                            <p:strVal val="#ppt_y-.1"/>
                                          </p:val>
                                        </p:tav>
                                        <p:tav tm="100000">
                                          <p:val>
                                            <p:strVal val="#ppt_y"/>
                                          </p:val>
                                        </p:tav>
                                      </p:tavLst>
                                    </p:anim>
                                  </p:childTnLst>
                                </p:cTn>
                              </p:par>
                              <p:par>
                                <p:cTn id="93" presetID="47" presetClass="entr" presetSubtype="0" fill="hold" grpId="0" nodeType="withEffect">
                                  <p:stCondLst>
                                    <p:cond delay="0"/>
                                  </p:stCondLst>
                                  <p:childTnLst>
                                    <p:set>
                                      <p:cBhvr>
                                        <p:cTn id="94" dur="1" fill="hold">
                                          <p:stCondLst>
                                            <p:cond delay="0"/>
                                          </p:stCondLst>
                                        </p:cTn>
                                        <p:tgtEl>
                                          <p:spTgt spid="78"/>
                                        </p:tgtEl>
                                        <p:attrNameLst>
                                          <p:attrName>style.visibility</p:attrName>
                                        </p:attrNameLst>
                                      </p:cBhvr>
                                      <p:to>
                                        <p:strVal val="visible"/>
                                      </p:to>
                                    </p:set>
                                    <p:animEffect transition="in" filter="fade">
                                      <p:cBhvr>
                                        <p:cTn id="95" dur="1000"/>
                                        <p:tgtEl>
                                          <p:spTgt spid="78"/>
                                        </p:tgtEl>
                                      </p:cBhvr>
                                    </p:animEffect>
                                    <p:anim calcmode="lin" valueType="num">
                                      <p:cBhvr>
                                        <p:cTn id="96" dur="1000" fill="hold"/>
                                        <p:tgtEl>
                                          <p:spTgt spid="78"/>
                                        </p:tgtEl>
                                        <p:attrNameLst>
                                          <p:attrName>ppt_x</p:attrName>
                                        </p:attrNameLst>
                                      </p:cBhvr>
                                      <p:tavLst>
                                        <p:tav tm="0">
                                          <p:val>
                                            <p:strVal val="#ppt_x"/>
                                          </p:val>
                                        </p:tav>
                                        <p:tav tm="100000">
                                          <p:val>
                                            <p:strVal val="#ppt_x"/>
                                          </p:val>
                                        </p:tav>
                                      </p:tavLst>
                                    </p:anim>
                                    <p:anim calcmode="lin" valueType="num">
                                      <p:cBhvr>
                                        <p:cTn id="97" dur="1000" fill="hold"/>
                                        <p:tgtEl>
                                          <p:spTgt spid="78"/>
                                        </p:tgtEl>
                                        <p:attrNameLst>
                                          <p:attrName>ppt_y</p:attrName>
                                        </p:attrNameLst>
                                      </p:cBhvr>
                                      <p:tavLst>
                                        <p:tav tm="0">
                                          <p:val>
                                            <p:strVal val="#ppt_y-.1"/>
                                          </p:val>
                                        </p:tav>
                                        <p:tav tm="100000">
                                          <p:val>
                                            <p:strVal val="#ppt_y"/>
                                          </p:val>
                                        </p:tav>
                                      </p:tavLst>
                                    </p:anim>
                                  </p:childTnLst>
                                </p:cTn>
                              </p:par>
                              <p:par>
                                <p:cTn id="98" presetID="47" presetClass="entr" presetSubtype="0" fill="hold" grpId="0" nodeType="withEffect">
                                  <p:stCondLst>
                                    <p:cond delay="0"/>
                                  </p:stCondLst>
                                  <p:childTnLst>
                                    <p:set>
                                      <p:cBhvr>
                                        <p:cTn id="99" dur="1" fill="hold">
                                          <p:stCondLst>
                                            <p:cond delay="0"/>
                                          </p:stCondLst>
                                        </p:cTn>
                                        <p:tgtEl>
                                          <p:spTgt spid="79"/>
                                        </p:tgtEl>
                                        <p:attrNameLst>
                                          <p:attrName>style.visibility</p:attrName>
                                        </p:attrNameLst>
                                      </p:cBhvr>
                                      <p:to>
                                        <p:strVal val="visible"/>
                                      </p:to>
                                    </p:set>
                                    <p:animEffect transition="in" filter="fade">
                                      <p:cBhvr>
                                        <p:cTn id="100" dur="1000"/>
                                        <p:tgtEl>
                                          <p:spTgt spid="79"/>
                                        </p:tgtEl>
                                      </p:cBhvr>
                                    </p:animEffect>
                                    <p:anim calcmode="lin" valueType="num">
                                      <p:cBhvr>
                                        <p:cTn id="101" dur="1000" fill="hold"/>
                                        <p:tgtEl>
                                          <p:spTgt spid="79"/>
                                        </p:tgtEl>
                                        <p:attrNameLst>
                                          <p:attrName>ppt_x</p:attrName>
                                        </p:attrNameLst>
                                      </p:cBhvr>
                                      <p:tavLst>
                                        <p:tav tm="0">
                                          <p:val>
                                            <p:strVal val="#ppt_x"/>
                                          </p:val>
                                        </p:tav>
                                        <p:tav tm="100000">
                                          <p:val>
                                            <p:strVal val="#ppt_x"/>
                                          </p:val>
                                        </p:tav>
                                      </p:tavLst>
                                    </p:anim>
                                    <p:anim calcmode="lin" valueType="num">
                                      <p:cBhvr>
                                        <p:cTn id="102" dur="1000" fill="hold"/>
                                        <p:tgtEl>
                                          <p:spTgt spid="79"/>
                                        </p:tgtEl>
                                        <p:attrNameLst>
                                          <p:attrName>ppt_y</p:attrName>
                                        </p:attrNameLst>
                                      </p:cBhvr>
                                      <p:tavLst>
                                        <p:tav tm="0">
                                          <p:val>
                                            <p:strVal val="#ppt_y-.1"/>
                                          </p:val>
                                        </p:tav>
                                        <p:tav tm="100000">
                                          <p:val>
                                            <p:strVal val="#ppt_y"/>
                                          </p:val>
                                        </p:tav>
                                      </p:tavLst>
                                    </p:anim>
                                  </p:childTnLst>
                                </p:cTn>
                              </p:par>
                              <p:par>
                                <p:cTn id="103" presetID="47" presetClass="entr" presetSubtype="0" fill="hold" grpId="0" nodeType="withEffect">
                                  <p:stCondLst>
                                    <p:cond delay="0"/>
                                  </p:stCondLst>
                                  <p:childTnLst>
                                    <p:set>
                                      <p:cBhvr>
                                        <p:cTn id="104" dur="1" fill="hold">
                                          <p:stCondLst>
                                            <p:cond delay="0"/>
                                          </p:stCondLst>
                                        </p:cTn>
                                        <p:tgtEl>
                                          <p:spTgt spid="80"/>
                                        </p:tgtEl>
                                        <p:attrNameLst>
                                          <p:attrName>style.visibility</p:attrName>
                                        </p:attrNameLst>
                                      </p:cBhvr>
                                      <p:to>
                                        <p:strVal val="visible"/>
                                      </p:to>
                                    </p:set>
                                    <p:animEffect transition="in" filter="fade">
                                      <p:cBhvr>
                                        <p:cTn id="105" dur="1000"/>
                                        <p:tgtEl>
                                          <p:spTgt spid="80"/>
                                        </p:tgtEl>
                                      </p:cBhvr>
                                    </p:animEffect>
                                    <p:anim calcmode="lin" valueType="num">
                                      <p:cBhvr>
                                        <p:cTn id="106" dur="1000" fill="hold"/>
                                        <p:tgtEl>
                                          <p:spTgt spid="80"/>
                                        </p:tgtEl>
                                        <p:attrNameLst>
                                          <p:attrName>ppt_x</p:attrName>
                                        </p:attrNameLst>
                                      </p:cBhvr>
                                      <p:tavLst>
                                        <p:tav tm="0">
                                          <p:val>
                                            <p:strVal val="#ppt_x"/>
                                          </p:val>
                                        </p:tav>
                                        <p:tav tm="100000">
                                          <p:val>
                                            <p:strVal val="#ppt_x"/>
                                          </p:val>
                                        </p:tav>
                                      </p:tavLst>
                                    </p:anim>
                                    <p:anim calcmode="lin" valueType="num">
                                      <p:cBhvr>
                                        <p:cTn id="107" dur="1000" fill="hold"/>
                                        <p:tgtEl>
                                          <p:spTgt spid="80"/>
                                        </p:tgtEl>
                                        <p:attrNameLst>
                                          <p:attrName>ppt_y</p:attrName>
                                        </p:attrNameLst>
                                      </p:cBhvr>
                                      <p:tavLst>
                                        <p:tav tm="0">
                                          <p:val>
                                            <p:strVal val="#ppt_y-.1"/>
                                          </p:val>
                                        </p:tav>
                                        <p:tav tm="100000">
                                          <p:val>
                                            <p:strVal val="#ppt_y"/>
                                          </p:val>
                                        </p:tav>
                                      </p:tavLst>
                                    </p:anim>
                                  </p:childTnLst>
                                </p:cTn>
                              </p:par>
                              <p:par>
                                <p:cTn id="108" presetID="47" presetClass="entr" presetSubtype="0" fill="hold" grpId="0" nodeType="withEffect">
                                  <p:stCondLst>
                                    <p:cond delay="0"/>
                                  </p:stCondLst>
                                  <p:childTnLst>
                                    <p:set>
                                      <p:cBhvr>
                                        <p:cTn id="109" dur="1" fill="hold">
                                          <p:stCondLst>
                                            <p:cond delay="0"/>
                                          </p:stCondLst>
                                        </p:cTn>
                                        <p:tgtEl>
                                          <p:spTgt spid="81"/>
                                        </p:tgtEl>
                                        <p:attrNameLst>
                                          <p:attrName>style.visibility</p:attrName>
                                        </p:attrNameLst>
                                      </p:cBhvr>
                                      <p:to>
                                        <p:strVal val="visible"/>
                                      </p:to>
                                    </p:set>
                                    <p:animEffect transition="in" filter="fade">
                                      <p:cBhvr>
                                        <p:cTn id="110" dur="1000"/>
                                        <p:tgtEl>
                                          <p:spTgt spid="81"/>
                                        </p:tgtEl>
                                      </p:cBhvr>
                                    </p:animEffect>
                                    <p:anim calcmode="lin" valueType="num">
                                      <p:cBhvr>
                                        <p:cTn id="111" dur="1000" fill="hold"/>
                                        <p:tgtEl>
                                          <p:spTgt spid="81"/>
                                        </p:tgtEl>
                                        <p:attrNameLst>
                                          <p:attrName>ppt_x</p:attrName>
                                        </p:attrNameLst>
                                      </p:cBhvr>
                                      <p:tavLst>
                                        <p:tav tm="0">
                                          <p:val>
                                            <p:strVal val="#ppt_x"/>
                                          </p:val>
                                        </p:tav>
                                        <p:tav tm="100000">
                                          <p:val>
                                            <p:strVal val="#ppt_x"/>
                                          </p:val>
                                        </p:tav>
                                      </p:tavLst>
                                    </p:anim>
                                    <p:anim calcmode="lin" valueType="num">
                                      <p:cBhvr>
                                        <p:cTn id="112" dur="1000" fill="hold"/>
                                        <p:tgtEl>
                                          <p:spTgt spid="81"/>
                                        </p:tgtEl>
                                        <p:attrNameLst>
                                          <p:attrName>ppt_y</p:attrName>
                                        </p:attrNameLst>
                                      </p:cBhvr>
                                      <p:tavLst>
                                        <p:tav tm="0">
                                          <p:val>
                                            <p:strVal val="#ppt_y-.1"/>
                                          </p:val>
                                        </p:tav>
                                        <p:tav tm="100000">
                                          <p:val>
                                            <p:strVal val="#ppt_y"/>
                                          </p:val>
                                        </p:tav>
                                      </p:tavLst>
                                    </p:anim>
                                  </p:childTnLst>
                                </p:cTn>
                              </p:par>
                              <p:par>
                                <p:cTn id="113" presetID="47" presetClass="entr" presetSubtype="0" fill="hold" grpId="0" nodeType="withEffect">
                                  <p:stCondLst>
                                    <p:cond delay="0"/>
                                  </p:stCondLst>
                                  <p:childTnLst>
                                    <p:set>
                                      <p:cBhvr>
                                        <p:cTn id="114" dur="1" fill="hold">
                                          <p:stCondLst>
                                            <p:cond delay="0"/>
                                          </p:stCondLst>
                                        </p:cTn>
                                        <p:tgtEl>
                                          <p:spTgt spid="82"/>
                                        </p:tgtEl>
                                        <p:attrNameLst>
                                          <p:attrName>style.visibility</p:attrName>
                                        </p:attrNameLst>
                                      </p:cBhvr>
                                      <p:to>
                                        <p:strVal val="visible"/>
                                      </p:to>
                                    </p:set>
                                    <p:animEffect transition="in" filter="fade">
                                      <p:cBhvr>
                                        <p:cTn id="115" dur="1000"/>
                                        <p:tgtEl>
                                          <p:spTgt spid="82"/>
                                        </p:tgtEl>
                                      </p:cBhvr>
                                    </p:animEffect>
                                    <p:anim calcmode="lin" valueType="num">
                                      <p:cBhvr>
                                        <p:cTn id="116" dur="1000" fill="hold"/>
                                        <p:tgtEl>
                                          <p:spTgt spid="82"/>
                                        </p:tgtEl>
                                        <p:attrNameLst>
                                          <p:attrName>ppt_x</p:attrName>
                                        </p:attrNameLst>
                                      </p:cBhvr>
                                      <p:tavLst>
                                        <p:tav tm="0">
                                          <p:val>
                                            <p:strVal val="#ppt_x"/>
                                          </p:val>
                                        </p:tav>
                                        <p:tav tm="100000">
                                          <p:val>
                                            <p:strVal val="#ppt_x"/>
                                          </p:val>
                                        </p:tav>
                                      </p:tavLst>
                                    </p:anim>
                                    <p:anim calcmode="lin" valueType="num">
                                      <p:cBhvr>
                                        <p:cTn id="117" dur="1000" fill="hold"/>
                                        <p:tgtEl>
                                          <p:spTgt spid="82"/>
                                        </p:tgtEl>
                                        <p:attrNameLst>
                                          <p:attrName>ppt_y</p:attrName>
                                        </p:attrNameLst>
                                      </p:cBhvr>
                                      <p:tavLst>
                                        <p:tav tm="0">
                                          <p:val>
                                            <p:strVal val="#ppt_y-.1"/>
                                          </p:val>
                                        </p:tav>
                                        <p:tav tm="100000">
                                          <p:val>
                                            <p:strVal val="#ppt_y"/>
                                          </p:val>
                                        </p:tav>
                                      </p:tavLst>
                                    </p:anim>
                                  </p:childTnLst>
                                </p:cTn>
                              </p:par>
                              <p:par>
                                <p:cTn id="118" presetID="47" presetClass="entr" presetSubtype="0" fill="hold" grpId="0" nodeType="withEffect">
                                  <p:stCondLst>
                                    <p:cond delay="0"/>
                                  </p:stCondLst>
                                  <p:childTnLst>
                                    <p:set>
                                      <p:cBhvr>
                                        <p:cTn id="119" dur="1" fill="hold">
                                          <p:stCondLst>
                                            <p:cond delay="0"/>
                                          </p:stCondLst>
                                        </p:cTn>
                                        <p:tgtEl>
                                          <p:spTgt spid="113"/>
                                        </p:tgtEl>
                                        <p:attrNameLst>
                                          <p:attrName>style.visibility</p:attrName>
                                        </p:attrNameLst>
                                      </p:cBhvr>
                                      <p:to>
                                        <p:strVal val="visible"/>
                                      </p:to>
                                    </p:set>
                                    <p:animEffect transition="in" filter="fade">
                                      <p:cBhvr>
                                        <p:cTn id="120" dur="1000"/>
                                        <p:tgtEl>
                                          <p:spTgt spid="113"/>
                                        </p:tgtEl>
                                      </p:cBhvr>
                                    </p:animEffect>
                                    <p:anim calcmode="lin" valueType="num">
                                      <p:cBhvr>
                                        <p:cTn id="121" dur="1000" fill="hold"/>
                                        <p:tgtEl>
                                          <p:spTgt spid="113"/>
                                        </p:tgtEl>
                                        <p:attrNameLst>
                                          <p:attrName>ppt_x</p:attrName>
                                        </p:attrNameLst>
                                      </p:cBhvr>
                                      <p:tavLst>
                                        <p:tav tm="0">
                                          <p:val>
                                            <p:strVal val="#ppt_x"/>
                                          </p:val>
                                        </p:tav>
                                        <p:tav tm="100000">
                                          <p:val>
                                            <p:strVal val="#ppt_x"/>
                                          </p:val>
                                        </p:tav>
                                      </p:tavLst>
                                    </p:anim>
                                    <p:anim calcmode="lin" valueType="num">
                                      <p:cBhvr>
                                        <p:cTn id="122" dur="1000" fill="hold"/>
                                        <p:tgtEl>
                                          <p:spTgt spid="113"/>
                                        </p:tgtEl>
                                        <p:attrNameLst>
                                          <p:attrName>ppt_y</p:attrName>
                                        </p:attrNameLst>
                                      </p:cBhvr>
                                      <p:tavLst>
                                        <p:tav tm="0">
                                          <p:val>
                                            <p:strVal val="#ppt_y-.1"/>
                                          </p:val>
                                        </p:tav>
                                        <p:tav tm="100000">
                                          <p:val>
                                            <p:strVal val="#ppt_y"/>
                                          </p:val>
                                        </p:tav>
                                      </p:tavLst>
                                    </p:anim>
                                  </p:childTnLst>
                                </p:cTn>
                              </p:par>
                              <p:par>
                                <p:cTn id="123" presetID="47" presetClass="entr" presetSubtype="0" fill="hold" grpId="0" nodeType="withEffect">
                                  <p:stCondLst>
                                    <p:cond delay="0"/>
                                  </p:stCondLst>
                                  <p:childTnLst>
                                    <p:set>
                                      <p:cBhvr>
                                        <p:cTn id="124" dur="1" fill="hold">
                                          <p:stCondLst>
                                            <p:cond delay="0"/>
                                          </p:stCondLst>
                                        </p:cTn>
                                        <p:tgtEl>
                                          <p:spTgt spid="114"/>
                                        </p:tgtEl>
                                        <p:attrNameLst>
                                          <p:attrName>style.visibility</p:attrName>
                                        </p:attrNameLst>
                                      </p:cBhvr>
                                      <p:to>
                                        <p:strVal val="visible"/>
                                      </p:to>
                                    </p:set>
                                    <p:animEffect transition="in" filter="fade">
                                      <p:cBhvr>
                                        <p:cTn id="125" dur="1000"/>
                                        <p:tgtEl>
                                          <p:spTgt spid="114"/>
                                        </p:tgtEl>
                                      </p:cBhvr>
                                    </p:animEffect>
                                    <p:anim calcmode="lin" valueType="num">
                                      <p:cBhvr>
                                        <p:cTn id="126" dur="1000" fill="hold"/>
                                        <p:tgtEl>
                                          <p:spTgt spid="114"/>
                                        </p:tgtEl>
                                        <p:attrNameLst>
                                          <p:attrName>ppt_x</p:attrName>
                                        </p:attrNameLst>
                                      </p:cBhvr>
                                      <p:tavLst>
                                        <p:tav tm="0">
                                          <p:val>
                                            <p:strVal val="#ppt_x"/>
                                          </p:val>
                                        </p:tav>
                                        <p:tav tm="100000">
                                          <p:val>
                                            <p:strVal val="#ppt_x"/>
                                          </p:val>
                                        </p:tav>
                                      </p:tavLst>
                                    </p:anim>
                                    <p:anim calcmode="lin" valueType="num">
                                      <p:cBhvr>
                                        <p:cTn id="127" dur="1000" fill="hold"/>
                                        <p:tgtEl>
                                          <p:spTgt spid="114"/>
                                        </p:tgtEl>
                                        <p:attrNameLst>
                                          <p:attrName>ppt_y</p:attrName>
                                        </p:attrNameLst>
                                      </p:cBhvr>
                                      <p:tavLst>
                                        <p:tav tm="0">
                                          <p:val>
                                            <p:strVal val="#ppt_y-.1"/>
                                          </p:val>
                                        </p:tav>
                                        <p:tav tm="100000">
                                          <p:val>
                                            <p:strVal val="#ppt_y"/>
                                          </p:val>
                                        </p:tav>
                                      </p:tavLst>
                                    </p:anim>
                                  </p:childTnLst>
                                </p:cTn>
                              </p:par>
                              <p:par>
                                <p:cTn id="128" presetID="47" presetClass="entr" presetSubtype="0" fill="hold" grpId="0" nodeType="withEffect">
                                  <p:stCondLst>
                                    <p:cond delay="0"/>
                                  </p:stCondLst>
                                  <p:childTnLst>
                                    <p:set>
                                      <p:cBhvr>
                                        <p:cTn id="129" dur="1" fill="hold">
                                          <p:stCondLst>
                                            <p:cond delay="0"/>
                                          </p:stCondLst>
                                        </p:cTn>
                                        <p:tgtEl>
                                          <p:spTgt spid="115"/>
                                        </p:tgtEl>
                                        <p:attrNameLst>
                                          <p:attrName>style.visibility</p:attrName>
                                        </p:attrNameLst>
                                      </p:cBhvr>
                                      <p:to>
                                        <p:strVal val="visible"/>
                                      </p:to>
                                    </p:set>
                                    <p:animEffect transition="in" filter="fade">
                                      <p:cBhvr>
                                        <p:cTn id="130" dur="1000"/>
                                        <p:tgtEl>
                                          <p:spTgt spid="115"/>
                                        </p:tgtEl>
                                      </p:cBhvr>
                                    </p:animEffect>
                                    <p:anim calcmode="lin" valueType="num">
                                      <p:cBhvr>
                                        <p:cTn id="131" dur="1000" fill="hold"/>
                                        <p:tgtEl>
                                          <p:spTgt spid="115"/>
                                        </p:tgtEl>
                                        <p:attrNameLst>
                                          <p:attrName>ppt_x</p:attrName>
                                        </p:attrNameLst>
                                      </p:cBhvr>
                                      <p:tavLst>
                                        <p:tav tm="0">
                                          <p:val>
                                            <p:strVal val="#ppt_x"/>
                                          </p:val>
                                        </p:tav>
                                        <p:tav tm="100000">
                                          <p:val>
                                            <p:strVal val="#ppt_x"/>
                                          </p:val>
                                        </p:tav>
                                      </p:tavLst>
                                    </p:anim>
                                    <p:anim calcmode="lin" valueType="num">
                                      <p:cBhvr>
                                        <p:cTn id="132" dur="1000" fill="hold"/>
                                        <p:tgtEl>
                                          <p:spTgt spid="115"/>
                                        </p:tgtEl>
                                        <p:attrNameLst>
                                          <p:attrName>ppt_y</p:attrName>
                                        </p:attrNameLst>
                                      </p:cBhvr>
                                      <p:tavLst>
                                        <p:tav tm="0">
                                          <p:val>
                                            <p:strVal val="#ppt_y-.1"/>
                                          </p:val>
                                        </p:tav>
                                        <p:tav tm="100000">
                                          <p:val>
                                            <p:strVal val="#ppt_y"/>
                                          </p:val>
                                        </p:tav>
                                      </p:tavLst>
                                    </p:anim>
                                  </p:childTnLst>
                                </p:cTn>
                              </p:par>
                              <p:par>
                                <p:cTn id="133" presetID="47" presetClass="entr" presetSubtype="0" fill="hold" grpId="0" nodeType="withEffect">
                                  <p:stCondLst>
                                    <p:cond delay="0"/>
                                  </p:stCondLst>
                                  <p:childTnLst>
                                    <p:set>
                                      <p:cBhvr>
                                        <p:cTn id="134" dur="1" fill="hold">
                                          <p:stCondLst>
                                            <p:cond delay="0"/>
                                          </p:stCondLst>
                                        </p:cTn>
                                        <p:tgtEl>
                                          <p:spTgt spid="116"/>
                                        </p:tgtEl>
                                        <p:attrNameLst>
                                          <p:attrName>style.visibility</p:attrName>
                                        </p:attrNameLst>
                                      </p:cBhvr>
                                      <p:to>
                                        <p:strVal val="visible"/>
                                      </p:to>
                                    </p:set>
                                    <p:animEffect transition="in" filter="fade">
                                      <p:cBhvr>
                                        <p:cTn id="135" dur="1000"/>
                                        <p:tgtEl>
                                          <p:spTgt spid="116"/>
                                        </p:tgtEl>
                                      </p:cBhvr>
                                    </p:animEffect>
                                    <p:anim calcmode="lin" valueType="num">
                                      <p:cBhvr>
                                        <p:cTn id="136" dur="1000" fill="hold"/>
                                        <p:tgtEl>
                                          <p:spTgt spid="116"/>
                                        </p:tgtEl>
                                        <p:attrNameLst>
                                          <p:attrName>ppt_x</p:attrName>
                                        </p:attrNameLst>
                                      </p:cBhvr>
                                      <p:tavLst>
                                        <p:tav tm="0">
                                          <p:val>
                                            <p:strVal val="#ppt_x"/>
                                          </p:val>
                                        </p:tav>
                                        <p:tav tm="100000">
                                          <p:val>
                                            <p:strVal val="#ppt_x"/>
                                          </p:val>
                                        </p:tav>
                                      </p:tavLst>
                                    </p:anim>
                                    <p:anim calcmode="lin" valueType="num">
                                      <p:cBhvr>
                                        <p:cTn id="137" dur="1000" fill="hold"/>
                                        <p:tgtEl>
                                          <p:spTgt spid="116"/>
                                        </p:tgtEl>
                                        <p:attrNameLst>
                                          <p:attrName>ppt_y</p:attrName>
                                        </p:attrNameLst>
                                      </p:cBhvr>
                                      <p:tavLst>
                                        <p:tav tm="0">
                                          <p:val>
                                            <p:strVal val="#ppt_y-.1"/>
                                          </p:val>
                                        </p:tav>
                                        <p:tav tm="100000">
                                          <p:val>
                                            <p:strVal val="#ppt_y"/>
                                          </p:val>
                                        </p:tav>
                                      </p:tavLst>
                                    </p:anim>
                                  </p:childTnLst>
                                </p:cTn>
                              </p:par>
                              <p:par>
                                <p:cTn id="138" presetID="47" presetClass="entr" presetSubtype="0" fill="hold" grpId="0" nodeType="withEffect">
                                  <p:stCondLst>
                                    <p:cond delay="0"/>
                                  </p:stCondLst>
                                  <p:childTnLst>
                                    <p:set>
                                      <p:cBhvr>
                                        <p:cTn id="139" dur="1" fill="hold">
                                          <p:stCondLst>
                                            <p:cond delay="0"/>
                                          </p:stCondLst>
                                        </p:cTn>
                                        <p:tgtEl>
                                          <p:spTgt spid="157"/>
                                        </p:tgtEl>
                                        <p:attrNameLst>
                                          <p:attrName>style.visibility</p:attrName>
                                        </p:attrNameLst>
                                      </p:cBhvr>
                                      <p:to>
                                        <p:strVal val="visible"/>
                                      </p:to>
                                    </p:set>
                                    <p:animEffect transition="in" filter="fade">
                                      <p:cBhvr>
                                        <p:cTn id="140" dur="1000"/>
                                        <p:tgtEl>
                                          <p:spTgt spid="157"/>
                                        </p:tgtEl>
                                      </p:cBhvr>
                                    </p:animEffect>
                                    <p:anim calcmode="lin" valueType="num">
                                      <p:cBhvr>
                                        <p:cTn id="141" dur="1000" fill="hold"/>
                                        <p:tgtEl>
                                          <p:spTgt spid="157"/>
                                        </p:tgtEl>
                                        <p:attrNameLst>
                                          <p:attrName>ppt_x</p:attrName>
                                        </p:attrNameLst>
                                      </p:cBhvr>
                                      <p:tavLst>
                                        <p:tav tm="0">
                                          <p:val>
                                            <p:strVal val="#ppt_x"/>
                                          </p:val>
                                        </p:tav>
                                        <p:tav tm="100000">
                                          <p:val>
                                            <p:strVal val="#ppt_x"/>
                                          </p:val>
                                        </p:tav>
                                      </p:tavLst>
                                    </p:anim>
                                    <p:anim calcmode="lin" valueType="num">
                                      <p:cBhvr>
                                        <p:cTn id="142" dur="1000" fill="hold"/>
                                        <p:tgtEl>
                                          <p:spTgt spid="157"/>
                                        </p:tgtEl>
                                        <p:attrNameLst>
                                          <p:attrName>ppt_y</p:attrName>
                                        </p:attrNameLst>
                                      </p:cBhvr>
                                      <p:tavLst>
                                        <p:tav tm="0">
                                          <p:val>
                                            <p:strVal val="#ppt_y-.1"/>
                                          </p:val>
                                        </p:tav>
                                        <p:tav tm="100000">
                                          <p:val>
                                            <p:strVal val="#ppt_y"/>
                                          </p:val>
                                        </p:tav>
                                      </p:tavLst>
                                    </p:anim>
                                  </p:childTnLst>
                                </p:cTn>
                              </p:par>
                              <p:par>
                                <p:cTn id="143" presetID="47" presetClass="entr" presetSubtype="0" fill="hold" grpId="0" nodeType="withEffect">
                                  <p:stCondLst>
                                    <p:cond delay="0"/>
                                  </p:stCondLst>
                                  <p:childTnLst>
                                    <p:set>
                                      <p:cBhvr>
                                        <p:cTn id="144" dur="1" fill="hold">
                                          <p:stCondLst>
                                            <p:cond delay="0"/>
                                          </p:stCondLst>
                                        </p:cTn>
                                        <p:tgtEl>
                                          <p:spTgt spid="159"/>
                                        </p:tgtEl>
                                        <p:attrNameLst>
                                          <p:attrName>style.visibility</p:attrName>
                                        </p:attrNameLst>
                                      </p:cBhvr>
                                      <p:to>
                                        <p:strVal val="visible"/>
                                      </p:to>
                                    </p:set>
                                    <p:animEffect transition="in" filter="fade">
                                      <p:cBhvr>
                                        <p:cTn id="145" dur="1000"/>
                                        <p:tgtEl>
                                          <p:spTgt spid="159"/>
                                        </p:tgtEl>
                                      </p:cBhvr>
                                    </p:animEffect>
                                    <p:anim calcmode="lin" valueType="num">
                                      <p:cBhvr>
                                        <p:cTn id="146" dur="1000" fill="hold"/>
                                        <p:tgtEl>
                                          <p:spTgt spid="159"/>
                                        </p:tgtEl>
                                        <p:attrNameLst>
                                          <p:attrName>ppt_x</p:attrName>
                                        </p:attrNameLst>
                                      </p:cBhvr>
                                      <p:tavLst>
                                        <p:tav tm="0">
                                          <p:val>
                                            <p:strVal val="#ppt_x"/>
                                          </p:val>
                                        </p:tav>
                                        <p:tav tm="100000">
                                          <p:val>
                                            <p:strVal val="#ppt_x"/>
                                          </p:val>
                                        </p:tav>
                                      </p:tavLst>
                                    </p:anim>
                                    <p:anim calcmode="lin" valueType="num">
                                      <p:cBhvr>
                                        <p:cTn id="147" dur="1000" fill="hold"/>
                                        <p:tgtEl>
                                          <p:spTgt spid="159"/>
                                        </p:tgtEl>
                                        <p:attrNameLst>
                                          <p:attrName>ppt_y</p:attrName>
                                        </p:attrNameLst>
                                      </p:cBhvr>
                                      <p:tavLst>
                                        <p:tav tm="0">
                                          <p:val>
                                            <p:strVal val="#ppt_y-.1"/>
                                          </p:val>
                                        </p:tav>
                                        <p:tav tm="100000">
                                          <p:val>
                                            <p:strVal val="#ppt_y"/>
                                          </p:val>
                                        </p:tav>
                                      </p:tavLst>
                                    </p:anim>
                                  </p:childTnLst>
                                </p:cTn>
                              </p:par>
                              <p:par>
                                <p:cTn id="148" presetID="47" presetClass="entr" presetSubtype="0" fill="hold" grpId="0" nodeType="withEffect">
                                  <p:stCondLst>
                                    <p:cond delay="0"/>
                                  </p:stCondLst>
                                  <p:childTnLst>
                                    <p:set>
                                      <p:cBhvr>
                                        <p:cTn id="149" dur="1" fill="hold">
                                          <p:stCondLst>
                                            <p:cond delay="0"/>
                                          </p:stCondLst>
                                        </p:cTn>
                                        <p:tgtEl>
                                          <p:spTgt spid="158"/>
                                        </p:tgtEl>
                                        <p:attrNameLst>
                                          <p:attrName>style.visibility</p:attrName>
                                        </p:attrNameLst>
                                      </p:cBhvr>
                                      <p:to>
                                        <p:strVal val="visible"/>
                                      </p:to>
                                    </p:set>
                                    <p:animEffect transition="in" filter="fade">
                                      <p:cBhvr>
                                        <p:cTn id="150" dur="1000"/>
                                        <p:tgtEl>
                                          <p:spTgt spid="158"/>
                                        </p:tgtEl>
                                      </p:cBhvr>
                                    </p:animEffect>
                                    <p:anim calcmode="lin" valueType="num">
                                      <p:cBhvr>
                                        <p:cTn id="151" dur="1000" fill="hold"/>
                                        <p:tgtEl>
                                          <p:spTgt spid="158"/>
                                        </p:tgtEl>
                                        <p:attrNameLst>
                                          <p:attrName>ppt_x</p:attrName>
                                        </p:attrNameLst>
                                      </p:cBhvr>
                                      <p:tavLst>
                                        <p:tav tm="0">
                                          <p:val>
                                            <p:strVal val="#ppt_x"/>
                                          </p:val>
                                        </p:tav>
                                        <p:tav tm="100000">
                                          <p:val>
                                            <p:strVal val="#ppt_x"/>
                                          </p:val>
                                        </p:tav>
                                      </p:tavLst>
                                    </p:anim>
                                    <p:anim calcmode="lin" valueType="num">
                                      <p:cBhvr>
                                        <p:cTn id="152" dur="1000" fill="hold"/>
                                        <p:tgtEl>
                                          <p:spTgt spid="158"/>
                                        </p:tgtEl>
                                        <p:attrNameLst>
                                          <p:attrName>ppt_y</p:attrName>
                                        </p:attrNameLst>
                                      </p:cBhvr>
                                      <p:tavLst>
                                        <p:tav tm="0">
                                          <p:val>
                                            <p:strVal val="#ppt_y-.1"/>
                                          </p:val>
                                        </p:tav>
                                        <p:tav tm="100000">
                                          <p:val>
                                            <p:strVal val="#ppt_y"/>
                                          </p:val>
                                        </p:tav>
                                      </p:tavLst>
                                    </p:anim>
                                  </p:childTnLst>
                                </p:cTn>
                              </p:par>
                              <p:par>
                                <p:cTn id="153" presetID="47" presetClass="entr" presetSubtype="0" fill="hold" grpId="0" nodeType="withEffect">
                                  <p:stCondLst>
                                    <p:cond delay="0"/>
                                  </p:stCondLst>
                                  <p:childTnLst>
                                    <p:set>
                                      <p:cBhvr>
                                        <p:cTn id="154" dur="1" fill="hold">
                                          <p:stCondLst>
                                            <p:cond delay="0"/>
                                          </p:stCondLst>
                                        </p:cTn>
                                        <p:tgtEl>
                                          <p:spTgt spid="153"/>
                                        </p:tgtEl>
                                        <p:attrNameLst>
                                          <p:attrName>style.visibility</p:attrName>
                                        </p:attrNameLst>
                                      </p:cBhvr>
                                      <p:to>
                                        <p:strVal val="visible"/>
                                      </p:to>
                                    </p:set>
                                    <p:animEffect transition="in" filter="fade">
                                      <p:cBhvr>
                                        <p:cTn id="155" dur="1000"/>
                                        <p:tgtEl>
                                          <p:spTgt spid="153"/>
                                        </p:tgtEl>
                                      </p:cBhvr>
                                    </p:animEffect>
                                    <p:anim calcmode="lin" valueType="num">
                                      <p:cBhvr>
                                        <p:cTn id="156" dur="1000" fill="hold"/>
                                        <p:tgtEl>
                                          <p:spTgt spid="153"/>
                                        </p:tgtEl>
                                        <p:attrNameLst>
                                          <p:attrName>ppt_x</p:attrName>
                                        </p:attrNameLst>
                                      </p:cBhvr>
                                      <p:tavLst>
                                        <p:tav tm="0">
                                          <p:val>
                                            <p:strVal val="#ppt_x"/>
                                          </p:val>
                                        </p:tav>
                                        <p:tav tm="100000">
                                          <p:val>
                                            <p:strVal val="#ppt_x"/>
                                          </p:val>
                                        </p:tav>
                                      </p:tavLst>
                                    </p:anim>
                                    <p:anim calcmode="lin" valueType="num">
                                      <p:cBhvr>
                                        <p:cTn id="157" dur="1000" fill="hold"/>
                                        <p:tgtEl>
                                          <p:spTgt spid="153"/>
                                        </p:tgtEl>
                                        <p:attrNameLst>
                                          <p:attrName>ppt_y</p:attrName>
                                        </p:attrNameLst>
                                      </p:cBhvr>
                                      <p:tavLst>
                                        <p:tav tm="0">
                                          <p:val>
                                            <p:strVal val="#ppt_y-.1"/>
                                          </p:val>
                                        </p:tav>
                                        <p:tav tm="100000">
                                          <p:val>
                                            <p:strVal val="#ppt_y"/>
                                          </p:val>
                                        </p:tav>
                                      </p:tavLst>
                                    </p:anim>
                                  </p:childTnLst>
                                </p:cTn>
                              </p:par>
                              <p:par>
                                <p:cTn id="158" presetID="47" presetClass="entr" presetSubtype="0" fill="hold" grpId="0" nodeType="withEffect">
                                  <p:stCondLst>
                                    <p:cond delay="0"/>
                                  </p:stCondLst>
                                  <p:childTnLst>
                                    <p:set>
                                      <p:cBhvr>
                                        <p:cTn id="159" dur="1" fill="hold">
                                          <p:stCondLst>
                                            <p:cond delay="0"/>
                                          </p:stCondLst>
                                        </p:cTn>
                                        <p:tgtEl>
                                          <p:spTgt spid="152"/>
                                        </p:tgtEl>
                                        <p:attrNameLst>
                                          <p:attrName>style.visibility</p:attrName>
                                        </p:attrNameLst>
                                      </p:cBhvr>
                                      <p:to>
                                        <p:strVal val="visible"/>
                                      </p:to>
                                    </p:set>
                                    <p:animEffect transition="in" filter="fade">
                                      <p:cBhvr>
                                        <p:cTn id="160" dur="1000"/>
                                        <p:tgtEl>
                                          <p:spTgt spid="152"/>
                                        </p:tgtEl>
                                      </p:cBhvr>
                                    </p:animEffect>
                                    <p:anim calcmode="lin" valueType="num">
                                      <p:cBhvr>
                                        <p:cTn id="161" dur="1000" fill="hold"/>
                                        <p:tgtEl>
                                          <p:spTgt spid="152"/>
                                        </p:tgtEl>
                                        <p:attrNameLst>
                                          <p:attrName>ppt_x</p:attrName>
                                        </p:attrNameLst>
                                      </p:cBhvr>
                                      <p:tavLst>
                                        <p:tav tm="0">
                                          <p:val>
                                            <p:strVal val="#ppt_x"/>
                                          </p:val>
                                        </p:tav>
                                        <p:tav tm="100000">
                                          <p:val>
                                            <p:strVal val="#ppt_x"/>
                                          </p:val>
                                        </p:tav>
                                      </p:tavLst>
                                    </p:anim>
                                    <p:anim calcmode="lin" valueType="num">
                                      <p:cBhvr>
                                        <p:cTn id="162" dur="1000" fill="hold"/>
                                        <p:tgtEl>
                                          <p:spTgt spid="152"/>
                                        </p:tgtEl>
                                        <p:attrNameLst>
                                          <p:attrName>ppt_y</p:attrName>
                                        </p:attrNameLst>
                                      </p:cBhvr>
                                      <p:tavLst>
                                        <p:tav tm="0">
                                          <p:val>
                                            <p:strVal val="#ppt_y-.1"/>
                                          </p:val>
                                        </p:tav>
                                        <p:tav tm="100000">
                                          <p:val>
                                            <p:strVal val="#ppt_y"/>
                                          </p:val>
                                        </p:tav>
                                      </p:tavLst>
                                    </p:anim>
                                  </p:childTnLst>
                                </p:cTn>
                              </p:par>
                              <p:par>
                                <p:cTn id="163" presetID="47" presetClass="entr" presetSubtype="0" fill="hold" grpId="0" nodeType="withEffect">
                                  <p:stCondLst>
                                    <p:cond delay="0"/>
                                  </p:stCondLst>
                                  <p:childTnLst>
                                    <p:set>
                                      <p:cBhvr>
                                        <p:cTn id="164" dur="1" fill="hold">
                                          <p:stCondLst>
                                            <p:cond delay="0"/>
                                          </p:stCondLst>
                                        </p:cTn>
                                        <p:tgtEl>
                                          <p:spTgt spid="154"/>
                                        </p:tgtEl>
                                        <p:attrNameLst>
                                          <p:attrName>style.visibility</p:attrName>
                                        </p:attrNameLst>
                                      </p:cBhvr>
                                      <p:to>
                                        <p:strVal val="visible"/>
                                      </p:to>
                                    </p:set>
                                    <p:animEffect transition="in" filter="fade">
                                      <p:cBhvr>
                                        <p:cTn id="165" dur="1000"/>
                                        <p:tgtEl>
                                          <p:spTgt spid="154"/>
                                        </p:tgtEl>
                                      </p:cBhvr>
                                    </p:animEffect>
                                    <p:anim calcmode="lin" valueType="num">
                                      <p:cBhvr>
                                        <p:cTn id="166" dur="1000" fill="hold"/>
                                        <p:tgtEl>
                                          <p:spTgt spid="154"/>
                                        </p:tgtEl>
                                        <p:attrNameLst>
                                          <p:attrName>ppt_x</p:attrName>
                                        </p:attrNameLst>
                                      </p:cBhvr>
                                      <p:tavLst>
                                        <p:tav tm="0">
                                          <p:val>
                                            <p:strVal val="#ppt_x"/>
                                          </p:val>
                                        </p:tav>
                                        <p:tav tm="100000">
                                          <p:val>
                                            <p:strVal val="#ppt_x"/>
                                          </p:val>
                                        </p:tav>
                                      </p:tavLst>
                                    </p:anim>
                                    <p:anim calcmode="lin" valueType="num">
                                      <p:cBhvr>
                                        <p:cTn id="167" dur="1000" fill="hold"/>
                                        <p:tgtEl>
                                          <p:spTgt spid="154"/>
                                        </p:tgtEl>
                                        <p:attrNameLst>
                                          <p:attrName>ppt_y</p:attrName>
                                        </p:attrNameLst>
                                      </p:cBhvr>
                                      <p:tavLst>
                                        <p:tav tm="0">
                                          <p:val>
                                            <p:strVal val="#ppt_y-.1"/>
                                          </p:val>
                                        </p:tav>
                                        <p:tav tm="100000">
                                          <p:val>
                                            <p:strVal val="#ppt_y"/>
                                          </p:val>
                                        </p:tav>
                                      </p:tavLst>
                                    </p:anim>
                                  </p:childTnLst>
                                </p:cTn>
                              </p:par>
                              <p:par>
                                <p:cTn id="168" presetID="47" presetClass="entr" presetSubtype="0" fill="hold" grpId="0" nodeType="withEffect">
                                  <p:stCondLst>
                                    <p:cond delay="0"/>
                                  </p:stCondLst>
                                  <p:childTnLst>
                                    <p:set>
                                      <p:cBhvr>
                                        <p:cTn id="169" dur="1" fill="hold">
                                          <p:stCondLst>
                                            <p:cond delay="0"/>
                                          </p:stCondLst>
                                        </p:cTn>
                                        <p:tgtEl>
                                          <p:spTgt spid="150"/>
                                        </p:tgtEl>
                                        <p:attrNameLst>
                                          <p:attrName>style.visibility</p:attrName>
                                        </p:attrNameLst>
                                      </p:cBhvr>
                                      <p:to>
                                        <p:strVal val="visible"/>
                                      </p:to>
                                    </p:set>
                                    <p:animEffect transition="in" filter="fade">
                                      <p:cBhvr>
                                        <p:cTn id="170" dur="1000"/>
                                        <p:tgtEl>
                                          <p:spTgt spid="150"/>
                                        </p:tgtEl>
                                      </p:cBhvr>
                                    </p:animEffect>
                                    <p:anim calcmode="lin" valueType="num">
                                      <p:cBhvr>
                                        <p:cTn id="171" dur="1000" fill="hold"/>
                                        <p:tgtEl>
                                          <p:spTgt spid="150"/>
                                        </p:tgtEl>
                                        <p:attrNameLst>
                                          <p:attrName>ppt_x</p:attrName>
                                        </p:attrNameLst>
                                      </p:cBhvr>
                                      <p:tavLst>
                                        <p:tav tm="0">
                                          <p:val>
                                            <p:strVal val="#ppt_x"/>
                                          </p:val>
                                        </p:tav>
                                        <p:tav tm="100000">
                                          <p:val>
                                            <p:strVal val="#ppt_x"/>
                                          </p:val>
                                        </p:tav>
                                      </p:tavLst>
                                    </p:anim>
                                    <p:anim calcmode="lin" valueType="num">
                                      <p:cBhvr>
                                        <p:cTn id="172" dur="1000" fill="hold"/>
                                        <p:tgtEl>
                                          <p:spTgt spid="150"/>
                                        </p:tgtEl>
                                        <p:attrNameLst>
                                          <p:attrName>ppt_y</p:attrName>
                                        </p:attrNameLst>
                                      </p:cBhvr>
                                      <p:tavLst>
                                        <p:tav tm="0">
                                          <p:val>
                                            <p:strVal val="#ppt_y-.1"/>
                                          </p:val>
                                        </p:tav>
                                        <p:tav tm="100000">
                                          <p:val>
                                            <p:strVal val="#ppt_y"/>
                                          </p:val>
                                        </p:tav>
                                      </p:tavLst>
                                    </p:anim>
                                  </p:childTnLst>
                                </p:cTn>
                              </p:par>
                              <p:par>
                                <p:cTn id="173" presetID="47" presetClass="entr" presetSubtype="0" fill="hold" grpId="0" nodeType="withEffect">
                                  <p:stCondLst>
                                    <p:cond delay="0"/>
                                  </p:stCondLst>
                                  <p:childTnLst>
                                    <p:set>
                                      <p:cBhvr>
                                        <p:cTn id="174" dur="1" fill="hold">
                                          <p:stCondLst>
                                            <p:cond delay="0"/>
                                          </p:stCondLst>
                                        </p:cTn>
                                        <p:tgtEl>
                                          <p:spTgt spid="151"/>
                                        </p:tgtEl>
                                        <p:attrNameLst>
                                          <p:attrName>style.visibility</p:attrName>
                                        </p:attrNameLst>
                                      </p:cBhvr>
                                      <p:to>
                                        <p:strVal val="visible"/>
                                      </p:to>
                                    </p:set>
                                    <p:animEffect transition="in" filter="fade">
                                      <p:cBhvr>
                                        <p:cTn id="175" dur="1000"/>
                                        <p:tgtEl>
                                          <p:spTgt spid="151"/>
                                        </p:tgtEl>
                                      </p:cBhvr>
                                    </p:animEffect>
                                    <p:anim calcmode="lin" valueType="num">
                                      <p:cBhvr>
                                        <p:cTn id="176" dur="1000" fill="hold"/>
                                        <p:tgtEl>
                                          <p:spTgt spid="151"/>
                                        </p:tgtEl>
                                        <p:attrNameLst>
                                          <p:attrName>ppt_x</p:attrName>
                                        </p:attrNameLst>
                                      </p:cBhvr>
                                      <p:tavLst>
                                        <p:tav tm="0">
                                          <p:val>
                                            <p:strVal val="#ppt_x"/>
                                          </p:val>
                                        </p:tav>
                                        <p:tav tm="100000">
                                          <p:val>
                                            <p:strVal val="#ppt_x"/>
                                          </p:val>
                                        </p:tav>
                                      </p:tavLst>
                                    </p:anim>
                                    <p:anim calcmode="lin" valueType="num">
                                      <p:cBhvr>
                                        <p:cTn id="177" dur="1000" fill="hold"/>
                                        <p:tgtEl>
                                          <p:spTgt spid="151"/>
                                        </p:tgtEl>
                                        <p:attrNameLst>
                                          <p:attrName>ppt_y</p:attrName>
                                        </p:attrNameLst>
                                      </p:cBhvr>
                                      <p:tavLst>
                                        <p:tav tm="0">
                                          <p:val>
                                            <p:strVal val="#ppt_y-.1"/>
                                          </p:val>
                                        </p:tav>
                                        <p:tav tm="100000">
                                          <p:val>
                                            <p:strVal val="#ppt_y"/>
                                          </p:val>
                                        </p:tav>
                                      </p:tavLst>
                                    </p:anim>
                                  </p:childTnLst>
                                </p:cTn>
                              </p:par>
                              <p:par>
                                <p:cTn id="178" presetID="47" presetClass="entr" presetSubtype="0" fill="hold" grpId="0" nodeType="withEffect">
                                  <p:stCondLst>
                                    <p:cond delay="0"/>
                                  </p:stCondLst>
                                  <p:childTnLst>
                                    <p:set>
                                      <p:cBhvr>
                                        <p:cTn id="179" dur="1" fill="hold">
                                          <p:stCondLst>
                                            <p:cond delay="0"/>
                                          </p:stCondLst>
                                        </p:cTn>
                                        <p:tgtEl>
                                          <p:spTgt spid="156"/>
                                        </p:tgtEl>
                                        <p:attrNameLst>
                                          <p:attrName>style.visibility</p:attrName>
                                        </p:attrNameLst>
                                      </p:cBhvr>
                                      <p:to>
                                        <p:strVal val="visible"/>
                                      </p:to>
                                    </p:set>
                                    <p:animEffect transition="in" filter="fade">
                                      <p:cBhvr>
                                        <p:cTn id="180" dur="1000"/>
                                        <p:tgtEl>
                                          <p:spTgt spid="156"/>
                                        </p:tgtEl>
                                      </p:cBhvr>
                                    </p:animEffect>
                                    <p:anim calcmode="lin" valueType="num">
                                      <p:cBhvr>
                                        <p:cTn id="181" dur="1000" fill="hold"/>
                                        <p:tgtEl>
                                          <p:spTgt spid="156"/>
                                        </p:tgtEl>
                                        <p:attrNameLst>
                                          <p:attrName>ppt_x</p:attrName>
                                        </p:attrNameLst>
                                      </p:cBhvr>
                                      <p:tavLst>
                                        <p:tav tm="0">
                                          <p:val>
                                            <p:strVal val="#ppt_x"/>
                                          </p:val>
                                        </p:tav>
                                        <p:tav tm="100000">
                                          <p:val>
                                            <p:strVal val="#ppt_x"/>
                                          </p:val>
                                        </p:tav>
                                      </p:tavLst>
                                    </p:anim>
                                    <p:anim calcmode="lin" valueType="num">
                                      <p:cBhvr>
                                        <p:cTn id="182" dur="1000" fill="hold"/>
                                        <p:tgtEl>
                                          <p:spTgt spid="156"/>
                                        </p:tgtEl>
                                        <p:attrNameLst>
                                          <p:attrName>ppt_y</p:attrName>
                                        </p:attrNameLst>
                                      </p:cBhvr>
                                      <p:tavLst>
                                        <p:tav tm="0">
                                          <p:val>
                                            <p:strVal val="#ppt_y-.1"/>
                                          </p:val>
                                        </p:tav>
                                        <p:tav tm="100000">
                                          <p:val>
                                            <p:strVal val="#ppt_y"/>
                                          </p:val>
                                        </p:tav>
                                      </p:tavLst>
                                    </p:anim>
                                  </p:childTnLst>
                                </p:cTn>
                              </p:par>
                              <p:par>
                                <p:cTn id="183" presetID="47" presetClass="entr" presetSubtype="0" fill="hold" grpId="0" nodeType="withEffect">
                                  <p:stCondLst>
                                    <p:cond delay="0"/>
                                  </p:stCondLst>
                                  <p:childTnLst>
                                    <p:set>
                                      <p:cBhvr>
                                        <p:cTn id="184" dur="1" fill="hold">
                                          <p:stCondLst>
                                            <p:cond delay="0"/>
                                          </p:stCondLst>
                                        </p:cTn>
                                        <p:tgtEl>
                                          <p:spTgt spid="155"/>
                                        </p:tgtEl>
                                        <p:attrNameLst>
                                          <p:attrName>style.visibility</p:attrName>
                                        </p:attrNameLst>
                                      </p:cBhvr>
                                      <p:to>
                                        <p:strVal val="visible"/>
                                      </p:to>
                                    </p:set>
                                    <p:animEffect transition="in" filter="fade">
                                      <p:cBhvr>
                                        <p:cTn id="185" dur="1000"/>
                                        <p:tgtEl>
                                          <p:spTgt spid="155"/>
                                        </p:tgtEl>
                                      </p:cBhvr>
                                    </p:animEffect>
                                    <p:anim calcmode="lin" valueType="num">
                                      <p:cBhvr>
                                        <p:cTn id="186" dur="1000" fill="hold"/>
                                        <p:tgtEl>
                                          <p:spTgt spid="155"/>
                                        </p:tgtEl>
                                        <p:attrNameLst>
                                          <p:attrName>ppt_x</p:attrName>
                                        </p:attrNameLst>
                                      </p:cBhvr>
                                      <p:tavLst>
                                        <p:tav tm="0">
                                          <p:val>
                                            <p:strVal val="#ppt_x"/>
                                          </p:val>
                                        </p:tav>
                                        <p:tav tm="100000">
                                          <p:val>
                                            <p:strVal val="#ppt_x"/>
                                          </p:val>
                                        </p:tav>
                                      </p:tavLst>
                                    </p:anim>
                                    <p:anim calcmode="lin" valueType="num">
                                      <p:cBhvr>
                                        <p:cTn id="187" dur="1000" fill="hold"/>
                                        <p:tgtEl>
                                          <p:spTgt spid="155"/>
                                        </p:tgtEl>
                                        <p:attrNameLst>
                                          <p:attrName>ppt_y</p:attrName>
                                        </p:attrNameLst>
                                      </p:cBhvr>
                                      <p:tavLst>
                                        <p:tav tm="0">
                                          <p:val>
                                            <p:strVal val="#ppt_y-.1"/>
                                          </p:val>
                                        </p:tav>
                                        <p:tav tm="100000">
                                          <p:val>
                                            <p:strVal val="#ppt_y"/>
                                          </p:val>
                                        </p:tav>
                                      </p:tavLst>
                                    </p:anim>
                                  </p:childTnLst>
                                </p:cTn>
                              </p:par>
                            </p:childTnLst>
                          </p:cTn>
                        </p:par>
                        <p:par>
                          <p:cTn id="188" fill="hold">
                            <p:stCondLst>
                              <p:cond delay="1000"/>
                            </p:stCondLst>
                            <p:childTnLst>
                              <p:par>
                                <p:cTn id="189" presetID="22" presetClass="exit" presetSubtype="1" fill="hold" nodeType="afterEffect">
                                  <p:stCondLst>
                                    <p:cond delay="0"/>
                                  </p:stCondLst>
                                  <p:childTnLst>
                                    <p:animEffect transition="out" filter="wipe(up)">
                                      <p:cBhvr>
                                        <p:cTn id="190" dur="500"/>
                                        <p:tgtEl>
                                          <p:spTgt spid="74"/>
                                        </p:tgtEl>
                                      </p:cBhvr>
                                    </p:animEffect>
                                    <p:set>
                                      <p:cBhvr>
                                        <p:cTn id="191" dur="1" fill="hold">
                                          <p:stCondLst>
                                            <p:cond delay="499"/>
                                          </p:stCondLst>
                                        </p:cTn>
                                        <p:tgtEl>
                                          <p:spTgt spid="74"/>
                                        </p:tgtEl>
                                        <p:attrNameLst>
                                          <p:attrName>style.visibility</p:attrName>
                                        </p:attrNameLst>
                                      </p:cBhvr>
                                      <p:to>
                                        <p:strVal val="hidden"/>
                                      </p:to>
                                    </p:set>
                                  </p:childTnLst>
                                </p:cTn>
                              </p:par>
                            </p:childTnLst>
                          </p:cTn>
                        </p:par>
                      </p:childTnLst>
                    </p:cTn>
                  </p:par>
                  <p:par>
                    <p:cTn id="192" fill="hold">
                      <p:stCondLst>
                        <p:cond delay="indefinite"/>
                      </p:stCondLst>
                      <p:childTnLst>
                        <p:par>
                          <p:cTn id="193" fill="hold">
                            <p:stCondLst>
                              <p:cond delay="0"/>
                            </p:stCondLst>
                            <p:childTnLst>
                              <p:par>
                                <p:cTn id="194" presetID="42" presetClass="entr" presetSubtype="0" fill="hold" grpId="0" nodeType="clickEffect">
                                  <p:stCondLst>
                                    <p:cond delay="0"/>
                                  </p:stCondLst>
                                  <p:childTnLst>
                                    <p:set>
                                      <p:cBhvr>
                                        <p:cTn id="195" dur="1" fill="hold">
                                          <p:stCondLst>
                                            <p:cond delay="0"/>
                                          </p:stCondLst>
                                        </p:cTn>
                                        <p:tgtEl>
                                          <p:spTgt spid="90"/>
                                        </p:tgtEl>
                                        <p:attrNameLst>
                                          <p:attrName>style.visibility</p:attrName>
                                        </p:attrNameLst>
                                      </p:cBhvr>
                                      <p:to>
                                        <p:strVal val="visible"/>
                                      </p:to>
                                    </p:set>
                                    <p:animEffect transition="in" filter="fade">
                                      <p:cBhvr>
                                        <p:cTn id="196" dur="1000"/>
                                        <p:tgtEl>
                                          <p:spTgt spid="90"/>
                                        </p:tgtEl>
                                      </p:cBhvr>
                                    </p:animEffect>
                                    <p:anim calcmode="lin" valueType="num">
                                      <p:cBhvr>
                                        <p:cTn id="197" dur="1000" fill="hold"/>
                                        <p:tgtEl>
                                          <p:spTgt spid="90"/>
                                        </p:tgtEl>
                                        <p:attrNameLst>
                                          <p:attrName>ppt_x</p:attrName>
                                        </p:attrNameLst>
                                      </p:cBhvr>
                                      <p:tavLst>
                                        <p:tav tm="0">
                                          <p:val>
                                            <p:strVal val="#ppt_x"/>
                                          </p:val>
                                        </p:tav>
                                        <p:tav tm="100000">
                                          <p:val>
                                            <p:strVal val="#ppt_x"/>
                                          </p:val>
                                        </p:tav>
                                      </p:tavLst>
                                    </p:anim>
                                    <p:anim calcmode="lin" valueType="num">
                                      <p:cBhvr>
                                        <p:cTn id="198" dur="1000" fill="hold"/>
                                        <p:tgtEl>
                                          <p:spTgt spid="90"/>
                                        </p:tgtEl>
                                        <p:attrNameLst>
                                          <p:attrName>ppt_y</p:attrName>
                                        </p:attrNameLst>
                                      </p:cBhvr>
                                      <p:tavLst>
                                        <p:tav tm="0">
                                          <p:val>
                                            <p:strVal val="#ppt_y+.1"/>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21" presetClass="entr" presetSubtype="8" fill="hold" grpId="0" nodeType="clickEffect">
                                  <p:stCondLst>
                                    <p:cond delay="0"/>
                                  </p:stCondLst>
                                  <p:childTnLst>
                                    <p:set>
                                      <p:cBhvr>
                                        <p:cTn id="202" dur="1" fill="hold">
                                          <p:stCondLst>
                                            <p:cond delay="0"/>
                                          </p:stCondLst>
                                        </p:cTn>
                                        <p:tgtEl>
                                          <p:spTgt spid="3"/>
                                        </p:tgtEl>
                                        <p:attrNameLst>
                                          <p:attrName>style.visibility</p:attrName>
                                        </p:attrNameLst>
                                      </p:cBhvr>
                                      <p:to>
                                        <p:strVal val="visible"/>
                                      </p:to>
                                    </p:set>
                                    <p:animEffect transition="in" filter="wheel(8)">
                                      <p:cBhvr>
                                        <p:cTn id="203" dur="1500"/>
                                        <p:tgtEl>
                                          <p:spTgt spid="3"/>
                                        </p:tgtEl>
                                      </p:cBhvr>
                                    </p:animEffect>
                                  </p:childTnLst>
                                </p:cTn>
                              </p:par>
                              <p:par>
                                <p:cTn id="204" presetID="22" presetClass="entr" presetSubtype="1" fill="hold" grpId="0" nodeType="withEffect">
                                  <p:stCondLst>
                                    <p:cond delay="0"/>
                                  </p:stCondLst>
                                  <p:childTnLst>
                                    <p:set>
                                      <p:cBhvr>
                                        <p:cTn id="205" dur="1" fill="hold">
                                          <p:stCondLst>
                                            <p:cond delay="0"/>
                                          </p:stCondLst>
                                        </p:cTn>
                                        <p:tgtEl>
                                          <p:spTgt spid="76"/>
                                        </p:tgtEl>
                                        <p:attrNameLst>
                                          <p:attrName>style.visibility</p:attrName>
                                        </p:attrNameLst>
                                      </p:cBhvr>
                                      <p:to>
                                        <p:strVal val="visible"/>
                                      </p:to>
                                    </p:set>
                                    <p:animEffect transition="in" filter="wipe(up)">
                                      <p:cBhvr>
                                        <p:cTn id="206" dur="500"/>
                                        <p:tgtEl>
                                          <p:spTgt spid="76"/>
                                        </p:tgtEl>
                                      </p:cBhvr>
                                    </p:animEffect>
                                  </p:childTnLst>
                                </p:cTn>
                              </p:par>
                            </p:childTnLst>
                          </p:cTn>
                        </p:par>
                      </p:childTnLst>
                    </p:cTn>
                  </p:par>
                  <p:par>
                    <p:cTn id="207" fill="hold">
                      <p:stCondLst>
                        <p:cond delay="indefinite"/>
                      </p:stCondLst>
                      <p:childTnLst>
                        <p:par>
                          <p:cTn id="208" fill="hold">
                            <p:stCondLst>
                              <p:cond delay="0"/>
                            </p:stCondLst>
                            <p:childTnLst>
                              <p:par>
                                <p:cTn id="209" presetID="8" presetClass="emph" presetSubtype="0" fill="hold" grpId="1" nodeType="clickEffect">
                                  <p:stCondLst>
                                    <p:cond delay="0"/>
                                  </p:stCondLst>
                                  <p:childTnLst>
                                    <p:animRot by="21600000">
                                      <p:cBhvr>
                                        <p:cTn id="210" dur="1500" fill="hold"/>
                                        <p:tgtEl>
                                          <p:spTgt spid="77"/>
                                        </p:tgtEl>
                                        <p:attrNameLst>
                                          <p:attrName>r</p:attrName>
                                        </p:attrNameLst>
                                      </p:cBhvr>
                                    </p:animRot>
                                  </p:childTnLst>
                                </p:cTn>
                              </p:par>
                            </p:childTnLst>
                          </p:cTn>
                        </p:par>
                        <p:par>
                          <p:cTn id="211" fill="hold">
                            <p:stCondLst>
                              <p:cond delay="1500"/>
                            </p:stCondLst>
                            <p:childTnLst>
                              <p:par>
                                <p:cTn id="212" presetID="1" presetClass="entr" presetSubtype="0" fill="hold" grpId="0" nodeType="afterEffect">
                                  <p:stCondLst>
                                    <p:cond delay="0"/>
                                  </p:stCondLst>
                                  <p:childTnLst>
                                    <p:set>
                                      <p:cBhvr>
                                        <p:cTn id="213" dur="1" fill="hold">
                                          <p:stCondLst>
                                            <p:cond delay="0"/>
                                          </p:stCondLst>
                                        </p:cTn>
                                        <p:tgtEl>
                                          <p:spTgt spid="128"/>
                                        </p:tgtEl>
                                        <p:attrNameLst>
                                          <p:attrName>style.visibility</p:attrName>
                                        </p:attrNameLst>
                                      </p:cBhvr>
                                      <p:to>
                                        <p:strVal val="visible"/>
                                      </p:to>
                                    </p:set>
                                  </p:childTnLst>
                                </p:cTn>
                              </p:par>
                            </p:childTnLst>
                          </p:cTn>
                        </p:par>
                        <p:par>
                          <p:cTn id="214" fill="hold">
                            <p:stCondLst>
                              <p:cond delay="1500"/>
                            </p:stCondLst>
                            <p:childTnLst>
                              <p:par>
                                <p:cTn id="215" presetID="35" presetClass="path" presetSubtype="0" accel="50000" decel="50000" fill="hold" grpId="2" nodeType="afterEffect">
                                  <p:stCondLst>
                                    <p:cond delay="0"/>
                                  </p:stCondLst>
                                  <p:childTnLst>
                                    <p:animMotion origin="layout" path="M -2.70833E-6 -2.96296E-6 L -0.09922 -0.03703 " pathEditMode="relative" rAng="0" ptsTypes="AA">
                                      <p:cBhvr>
                                        <p:cTn id="216" dur="1500" fill="hold"/>
                                        <p:tgtEl>
                                          <p:spTgt spid="128"/>
                                        </p:tgtEl>
                                        <p:attrNameLst>
                                          <p:attrName>ppt_x</p:attrName>
                                          <p:attrName>ppt_y</p:attrName>
                                        </p:attrNameLst>
                                      </p:cBhvr>
                                      <p:rCtr x="-4961" y="-1852"/>
                                    </p:animMotion>
                                  </p:childTnLst>
                                </p:cTn>
                              </p:par>
                              <p:par>
                                <p:cTn id="217" presetID="1" presetClass="entr" presetSubtype="0" fill="hold" grpId="0" nodeType="withEffect">
                                  <p:stCondLst>
                                    <p:cond delay="0"/>
                                  </p:stCondLst>
                                  <p:childTnLst>
                                    <p:set>
                                      <p:cBhvr>
                                        <p:cTn id="218" dur="1" fill="hold">
                                          <p:stCondLst>
                                            <p:cond delay="0"/>
                                          </p:stCondLst>
                                        </p:cTn>
                                        <p:tgtEl>
                                          <p:spTgt spid="10"/>
                                        </p:tgtEl>
                                        <p:attrNameLst>
                                          <p:attrName>style.visibility</p:attrName>
                                        </p:attrNameLst>
                                      </p:cBhvr>
                                      <p:to>
                                        <p:strVal val="visible"/>
                                      </p:to>
                                    </p:set>
                                  </p:childTnLst>
                                </p:cTn>
                              </p:par>
                              <p:par>
                                <p:cTn id="219" presetID="35" presetClass="path" presetSubtype="0" accel="50000" decel="50000" fill="hold" grpId="1" nodeType="withEffect">
                                  <p:stCondLst>
                                    <p:cond delay="0"/>
                                  </p:stCondLst>
                                  <p:childTnLst>
                                    <p:animMotion origin="layout" path="M -3.95833E-6 2.59259E-6 L -0.09921 -0.05093 " pathEditMode="relative" rAng="0" ptsTypes="AA">
                                      <p:cBhvr>
                                        <p:cTn id="220" dur="1500" fill="hold"/>
                                        <p:tgtEl>
                                          <p:spTgt spid="10"/>
                                        </p:tgtEl>
                                        <p:attrNameLst>
                                          <p:attrName>ppt_x</p:attrName>
                                          <p:attrName>ppt_y</p:attrName>
                                        </p:attrNameLst>
                                      </p:cBhvr>
                                      <p:rCtr x="-4961" y="-2546"/>
                                    </p:animMotion>
                                  </p:childTnLst>
                                </p:cTn>
                              </p:par>
                            </p:childTnLst>
                          </p:cTn>
                        </p:par>
                        <p:par>
                          <p:cTn id="221" fill="hold">
                            <p:stCondLst>
                              <p:cond delay="3000"/>
                            </p:stCondLst>
                            <p:childTnLst>
                              <p:par>
                                <p:cTn id="222" presetID="42" presetClass="path" presetSubtype="0" accel="50000" decel="50000" fill="hold" grpId="2" nodeType="afterEffect">
                                  <p:stCondLst>
                                    <p:cond delay="0"/>
                                  </p:stCondLst>
                                  <p:childTnLst>
                                    <p:animMotion origin="layout" path="M -3.125E-6 -2.96296E-6 L -0.0444 0.1706 " pathEditMode="relative" rAng="0" ptsTypes="AA">
                                      <p:cBhvr>
                                        <p:cTn id="223" dur="1500" fill="hold"/>
                                        <p:tgtEl>
                                          <p:spTgt spid="77"/>
                                        </p:tgtEl>
                                        <p:attrNameLst>
                                          <p:attrName>ppt_x</p:attrName>
                                          <p:attrName>ppt_y</p:attrName>
                                        </p:attrNameLst>
                                      </p:cBhvr>
                                      <p:rCtr x="-2227" y="8519"/>
                                    </p:animMotion>
                                  </p:childTnLst>
                                </p:cTn>
                              </p:par>
                              <p:par>
                                <p:cTn id="224" presetID="3" presetClass="emph" presetSubtype="2" fill="hold" grpId="3" nodeType="withEffect">
                                  <p:stCondLst>
                                    <p:cond delay="0"/>
                                  </p:stCondLst>
                                  <p:childTnLst>
                                    <p:animClr clrSpc="rgb" dir="cw">
                                      <p:cBhvr override="childStyle">
                                        <p:cTn id="225" dur="1000" fill="hold"/>
                                        <p:tgtEl>
                                          <p:spTgt spid="77"/>
                                        </p:tgtEl>
                                        <p:attrNameLst>
                                          <p:attrName>style.color</p:attrName>
                                        </p:attrNameLst>
                                      </p:cBhvr>
                                      <p:to>
                                        <a:srgbClr val="7F340D"/>
                                      </p:to>
                                    </p:animClr>
                                  </p:childTnLst>
                                </p:cTn>
                              </p:par>
                              <p:par>
                                <p:cTn id="226" presetID="1" presetClass="emph" presetSubtype="2" fill="hold" nodeType="withEffect">
                                  <p:stCondLst>
                                    <p:cond delay="0"/>
                                  </p:stCondLst>
                                  <p:childTnLst>
                                    <p:animClr clrSpc="rgb" dir="cw">
                                      <p:cBhvr>
                                        <p:cTn id="227" dur="1000" fill="hold"/>
                                        <p:tgtEl>
                                          <p:spTgt spid="77"/>
                                        </p:tgtEl>
                                        <p:attrNameLst>
                                          <p:attrName>fillcolor</p:attrName>
                                        </p:attrNameLst>
                                      </p:cBhvr>
                                      <p:to>
                                        <a:srgbClr val="C1E4F5"/>
                                      </p:to>
                                    </p:animClr>
                                    <p:set>
                                      <p:cBhvr>
                                        <p:cTn id="228" dur="1000" fill="hold"/>
                                        <p:tgtEl>
                                          <p:spTgt spid="77"/>
                                        </p:tgtEl>
                                        <p:attrNameLst>
                                          <p:attrName>fill.type</p:attrName>
                                        </p:attrNameLst>
                                      </p:cBhvr>
                                      <p:to>
                                        <p:strVal val="solid"/>
                                      </p:to>
                                    </p:set>
                                    <p:set>
                                      <p:cBhvr>
                                        <p:cTn id="229" dur="1000" fill="hold"/>
                                        <p:tgtEl>
                                          <p:spTgt spid="77"/>
                                        </p:tgtEl>
                                        <p:attrNameLst>
                                          <p:attrName>fill.on</p:attrName>
                                        </p:attrNameLst>
                                      </p:cBhvr>
                                      <p:to>
                                        <p:strVal val="true"/>
                                      </p:to>
                                    </p:set>
                                  </p:childTnLst>
                                </p:cTn>
                              </p:par>
                              <p:par>
                                <p:cTn id="230" presetID="42" presetClass="path" presetSubtype="0" accel="50000" decel="50000" fill="hold" grpId="2" nodeType="withEffect">
                                  <p:stCondLst>
                                    <p:cond delay="0"/>
                                  </p:stCondLst>
                                  <p:childTnLst>
                                    <p:animMotion origin="layout" path="M -2.91667E-6 1.11111E-6 L -0.03502 0.17176 " pathEditMode="relative" rAng="0" ptsTypes="AA">
                                      <p:cBhvr>
                                        <p:cTn id="231" dur="1500" fill="hold"/>
                                        <p:tgtEl>
                                          <p:spTgt spid="150"/>
                                        </p:tgtEl>
                                        <p:attrNameLst>
                                          <p:attrName>ppt_x</p:attrName>
                                          <p:attrName>ppt_y</p:attrName>
                                        </p:attrNameLst>
                                      </p:cBhvr>
                                      <p:rCtr x="-1758" y="8588"/>
                                    </p:animMotion>
                                  </p:childTnLst>
                                </p:cTn>
                              </p:par>
                              <p:par>
                                <p:cTn id="232" presetID="3" presetClass="emph" presetSubtype="2" fill="hold" grpId="1" nodeType="withEffect">
                                  <p:stCondLst>
                                    <p:cond delay="0"/>
                                  </p:stCondLst>
                                  <p:childTnLst>
                                    <p:animClr clrSpc="rgb" dir="cw">
                                      <p:cBhvr override="childStyle">
                                        <p:cTn id="233" dur="1000" fill="hold"/>
                                        <p:tgtEl>
                                          <p:spTgt spid="150"/>
                                        </p:tgtEl>
                                        <p:attrNameLst>
                                          <p:attrName>style.color</p:attrName>
                                        </p:attrNameLst>
                                      </p:cBhvr>
                                      <p:to>
                                        <a:srgbClr val="95DCF7"/>
                                      </p:to>
                                    </p:animClr>
                                  </p:childTnLst>
                                </p:cTn>
                              </p:par>
                              <p:par>
                                <p:cTn id="234" presetID="64" presetClass="path" presetSubtype="0" accel="50000" decel="50000" fill="hold" grpId="1" nodeType="withEffect">
                                  <p:stCondLst>
                                    <p:cond delay="500"/>
                                  </p:stCondLst>
                                  <p:childTnLst>
                                    <p:animMotion origin="layout" path="M -2.70833E-6 -7.40741E-7 L 0.0444 -0.17199 " pathEditMode="relative" rAng="0" ptsTypes="AA">
                                      <p:cBhvr>
                                        <p:cTn id="235" dur="1500" fill="hold"/>
                                        <p:tgtEl>
                                          <p:spTgt spid="116"/>
                                        </p:tgtEl>
                                        <p:attrNameLst>
                                          <p:attrName>ppt_x</p:attrName>
                                          <p:attrName>ppt_y</p:attrName>
                                        </p:attrNameLst>
                                      </p:cBhvr>
                                      <p:rCtr x="2214" y="-8611"/>
                                    </p:animMotion>
                                  </p:childTnLst>
                                </p:cTn>
                              </p:par>
                              <p:par>
                                <p:cTn id="236" presetID="64" presetClass="path" presetSubtype="0" accel="50000" decel="50000" fill="hold" grpId="1" nodeType="withEffect">
                                  <p:stCondLst>
                                    <p:cond delay="500"/>
                                  </p:stCondLst>
                                  <p:childTnLst>
                                    <p:animMotion origin="layout" path="M 3.125E-6 3.7037E-7 L 0.03502 -0.17176 " pathEditMode="relative" rAng="0" ptsTypes="AA">
                                      <p:cBhvr>
                                        <p:cTn id="237" dur="1500" fill="hold"/>
                                        <p:tgtEl>
                                          <p:spTgt spid="159"/>
                                        </p:tgtEl>
                                        <p:attrNameLst>
                                          <p:attrName>ppt_x</p:attrName>
                                          <p:attrName>ppt_y</p:attrName>
                                        </p:attrNameLst>
                                      </p:cBhvr>
                                      <p:rCtr x="1745" y="-8588"/>
                                    </p:animMotion>
                                  </p:childTnLst>
                                </p:cTn>
                              </p:par>
                            </p:childTnLst>
                          </p:cTn>
                        </p:par>
                        <p:par>
                          <p:cTn id="238" fill="hold">
                            <p:stCondLst>
                              <p:cond delay="5000"/>
                            </p:stCondLst>
                            <p:childTnLst>
                              <p:par>
                                <p:cTn id="239" presetID="42" presetClass="path" presetSubtype="0" accel="50000" decel="50000" fill="hold" grpId="2" nodeType="afterEffect">
                                  <p:stCondLst>
                                    <p:cond delay="1000"/>
                                  </p:stCondLst>
                                  <p:childTnLst>
                                    <p:animMotion origin="layout" path="M 0.0444 -0.17199 L -0.01692 -0.12083 " pathEditMode="relative" rAng="0" ptsTypes="AA">
                                      <p:cBhvr>
                                        <p:cTn id="240" dur="1500" fill="hold"/>
                                        <p:tgtEl>
                                          <p:spTgt spid="116"/>
                                        </p:tgtEl>
                                        <p:attrNameLst>
                                          <p:attrName>ppt_x</p:attrName>
                                          <p:attrName>ppt_y</p:attrName>
                                        </p:attrNameLst>
                                      </p:cBhvr>
                                      <p:rCtr x="-3073" y="2546"/>
                                    </p:animMotion>
                                  </p:childTnLst>
                                </p:cTn>
                              </p:par>
                              <p:par>
                                <p:cTn id="241" presetID="35" presetClass="path" presetSubtype="0" accel="50000" decel="50000" fill="hold" grpId="2" nodeType="withEffect">
                                  <p:stCondLst>
                                    <p:cond delay="1000"/>
                                  </p:stCondLst>
                                  <p:childTnLst>
                                    <p:animMotion origin="layout" path="M 0.03502 -0.17176 L -0.05782 -0.16366 " pathEditMode="relative" rAng="0" ptsTypes="AA">
                                      <p:cBhvr>
                                        <p:cTn id="242" dur="1500" fill="hold"/>
                                        <p:tgtEl>
                                          <p:spTgt spid="159"/>
                                        </p:tgtEl>
                                        <p:attrNameLst>
                                          <p:attrName>ppt_x</p:attrName>
                                          <p:attrName>ppt_y</p:attrName>
                                        </p:attrNameLst>
                                      </p:cBhvr>
                                      <p:rCtr x="-4648" y="394"/>
                                    </p:animMotion>
                                  </p:childTnLst>
                                </p:cTn>
                              </p:par>
                              <p:par>
                                <p:cTn id="243" presetID="64" presetClass="path" presetSubtype="0" accel="50000" decel="50000" fill="hold" grpId="1" nodeType="withEffect">
                                  <p:stCondLst>
                                    <p:cond delay="1500"/>
                                  </p:stCondLst>
                                  <p:childTnLst>
                                    <p:animMotion origin="layout" path="M 4.16667E-6 2.59259E-6 L 0.06132 -0.05116 " pathEditMode="relative" rAng="0" ptsTypes="AA">
                                      <p:cBhvr>
                                        <p:cTn id="244" dur="1500" fill="hold"/>
                                        <p:tgtEl>
                                          <p:spTgt spid="79"/>
                                        </p:tgtEl>
                                        <p:attrNameLst>
                                          <p:attrName>ppt_x</p:attrName>
                                          <p:attrName>ppt_y</p:attrName>
                                        </p:attrNameLst>
                                      </p:cBhvr>
                                      <p:rCtr x="3060" y="-2569"/>
                                    </p:animMotion>
                                  </p:childTnLst>
                                </p:cTn>
                              </p:par>
                              <p:par>
                                <p:cTn id="245" presetID="63" presetClass="path" presetSubtype="0" accel="50000" decel="50000" fill="hold" grpId="1" nodeType="withEffect">
                                  <p:stCondLst>
                                    <p:cond delay="1500"/>
                                  </p:stCondLst>
                                  <p:childTnLst>
                                    <p:animMotion origin="layout" path="M -2.08333E-6 -4.81481E-6 L 0.09492 -0.00741 " pathEditMode="relative" rAng="0" ptsTypes="AA">
                                      <p:cBhvr>
                                        <p:cTn id="246" dur="1500" fill="hold"/>
                                        <p:tgtEl>
                                          <p:spTgt spid="152"/>
                                        </p:tgtEl>
                                        <p:attrNameLst>
                                          <p:attrName>ppt_x</p:attrName>
                                          <p:attrName>ppt_y</p:attrName>
                                        </p:attrNameLst>
                                      </p:cBhvr>
                                      <p:rCtr x="4701" y="-347"/>
                                    </p:animMotion>
                                  </p:childTnLst>
                                </p:cTn>
                              </p:par>
                            </p:childTnLst>
                          </p:cTn>
                        </p:par>
                        <p:par>
                          <p:cTn id="247" fill="hold">
                            <p:stCondLst>
                              <p:cond delay="8000"/>
                            </p:stCondLst>
                            <p:childTnLst>
                              <p:par>
                                <p:cTn id="248" presetID="42" presetClass="path" presetSubtype="0" accel="50000" decel="50000" fill="hold" grpId="3" nodeType="afterEffect">
                                  <p:stCondLst>
                                    <p:cond delay="1000"/>
                                  </p:stCondLst>
                                  <p:childTnLst>
                                    <p:animMotion origin="layout" path="M -0.01692 -0.12083 L -0.04856 -0.06389 " pathEditMode="relative" rAng="0" ptsTypes="AA">
                                      <p:cBhvr>
                                        <p:cTn id="249" dur="1500" fill="hold"/>
                                        <p:tgtEl>
                                          <p:spTgt spid="116"/>
                                        </p:tgtEl>
                                        <p:attrNameLst>
                                          <p:attrName>ppt_x</p:attrName>
                                          <p:attrName>ppt_y</p:attrName>
                                        </p:attrNameLst>
                                      </p:cBhvr>
                                      <p:rCtr x="-1589" y="2847"/>
                                    </p:animMotion>
                                  </p:childTnLst>
                                </p:cTn>
                              </p:par>
                              <p:par>
                                <p:cTn id="250" presetID="42" presetClass="path" presetSubtype="0" accel="50000" decel="50000" fill="hold" grpId="3" nodeType="withEffect">
                                  <p:stCondLst>
                                    <p:cond delay="1000"/>
                                  </p:stCondLst>
                                  <p:childTnLst>
                                    <p:animMotion origin="layout" path="M -0.05782 -0.16366 L -0.08894 -0.10602 " pathEditMode="relative" rAng="0" ptsTypes="AA">
                                      <p:cBhvr>
                                        <p:cTn id="251" dur="1500" fill="hold"/>
                                        <p:tgtEl>
                                          <p:spTgt spid="159"/>
                                        </p:tgtEl>
                                        <p:attrNameLst>
                                          <p:attrName>ppt_x</p:attrName>
                                          <p:attrName>ppt_y</p:attrName>
                                        </p:attrNameLst>
                                      </p:cBhvr>
                                      <p:rCtr x="-1563" y="2870"/>
                                    </p:animMotion>
                                  </p:childTnLst>
                                </p:cTn>
                              </p:par>
                              <p:par>
                                <p:cTn id="252" presetID="64" presetClass="path" presetSubtype="0" accel="50000" decel="50000" fill="hold" grpId="1" nodeType="withEffect">
                                  <p:stCondLst>
                                    <p:cond delay="1500"/>
                                  </p:stCondLst>
                                  <p:childTnLst>
                                    <p:animMotion origin="layout" path="M -4.58333E-6 -2.96296E-6 L 0.03191 -0.05555 " pathEditMode="relative" rAng="0" ptsTypes="AA">
                                      <p:cBhvr>
                                        <p:cTn id="253" dur="1500" fill="hold"/>
                                        <p:tgtEl>
                                          <p:spTgt spid="80"/>
                                        </p:tgtEl>
                                        <p:attrNameLst>
                                          <p:attrName>ppt_x</p:attrName>
                                          <p:attrName>ppt_y</p:attrName>
                                        </p:attrNameLst>
                                      </p:cBhvr>
                                      <p:rCtr x="1589" y="-2778"/>
                                    </p:animMotion>
                                  </p:childTnLst>
                                </p:cTn>
                              </p:par>
                              <p:par>
                                <p:cTn id="254" presetID="64" presetClass="path" presetSubtype="0" accel="50000" decel="50000" fill="hold" grpId="1" nodeType="withEffect">
                                  <p:stCondLst>
                                    <p:cond delay="1500"/>
                                  </p:stCondLst>
                                  <p:childTnLst>
                                    <p:animMotion origin="layout" path="M -4.58333E-6 3.7037E-7 L 0.02969 -0.05857 " pathEditMode="relative" rAng="0" ptsTypes="AA">
                                      <p:cBhvr>
                                        <p:cTn id="255" dur="1500" fill="hold"/>
                                        <p:tgtEl>
                                          <p:spTgt spid="153"/>
                                        </p:tgtEl>
                                        <p:attrNameLst>
                                          <p:attrName>ppt_x</p:attrName>
                                          <p:attrName>ppt_y</p:attrName>
                                        </p:attrNameLst>
                                      </p:cBhvr>
                                      <p:rCtr x="1419" y="-2894"/>
                                    </p:animMotion>
                                  </p:childTnLst>
                                </p:cTn>
                              </p:par>
                            </p:childTnLst>
                          </p:cTn>
                        </p:par>
                        <p:par>
                          <p:cTn id="256" fill="hold">
                            <p:stCondLst>
                              <p:cond delay="11000"/>
                            </p:stCondLst>
                            <p:childTnLst>
                              <p:par>
                                <p:cTn id="257" presetID="42" presetClass="entr" presetSubtype="0" fill="hold" grpId="0" nodeType="afterEffect">
                                  <p:stCondLst>
                                    <p:cond delay="500"/>
                                  </p:stCondLst>
                                  <p:iterate type="lt">
                                    <p:tmPct val="0"/>
                                  </p:iterate>
                                  <p:childTnLst>
                                    <p:set>
                                      <p:cBhvr>
                                        <p:cTn id="258" dur="1" fill="hold">
                                          <p:stCondLst>
                                            <p:cond delay="0"/>
                                          </p:stCondLst>
                                        </p:cTn>
                                        <p:tgtEl>
                                          <p:spTgt spid="49"/>
                                        </p:tgtEl>
                                        <p:attrNameLst>
                                          <p:attrName>style.visibility</p:attrName>
                                        </p:attrNameLst>
                                      </p:cBhvr>
                                      <p:to>
                                        <p:strVal val="visible"/>
                                      </p:to>
                                    </p:set>
                                    <p:animEffect transition="in" filter="fade">
                                      <p:cBhvr>
                                        <p:cTn id="259" dur="1000"/>
                                        <p:tgtEl>
                                          <p:spTgt spid="49"/>
                                        </p:tgtEl>
                                      </p:cBhvr>
                                    </p:animEffect>
                                    <p:anim calcmode="lin" valueType="num">
                                      <p:cBhvr>
                                        <p:cTn id="260" dur="1000" fill="hold"/>
                                        <p:tgtEl>
                                          <p:spTgt spid="49"/>
                                        </p:tgtEl>
                                        <p:attrNameLst>
                                          <p:attrName>ppt_x</p:attrName>
                                        </p:attrNameLst>
                                      </p:cBhvr>
                                      <p:tavLst>
                                        <p:tav tm="0">
                                          <p:val>
                                            <p:strVal val="#ppt_x"/>
                                          </p:val>
                                        </p:tav>
                                        <p:tav tm="100000">
                                          <p:val>
                                            <p:strVal val="#ppt_x"/>
                                          </p:val>
                                        </p:tav>
                                      </p:tavLst>
                                    </p:anim>
                                    <p:anim calcmode="lin" valueType="num">
                                      <p:cBhvr>
                                        <p:cTn id="261" dur="1000" fill="hold"/>
                                        <p:tgtEl>
                                          <p:spTgt spid="49"/>
                                        </p:tgtEl>
                                        <p:attrNameLst>
                                          <p:attrName>ppt_y</p:attrName>
                                        </p:attrNameLst>
                                      </p:cBhvr>
                                      <p:tavLst>
                                        <p:tav tm="0">
                                          <p:val>
                                            <p:strVal val="#ppt_y+.1"/>
                                          </p:val>
                                        </p:tav>
                                        <p:tav tm="100000">
                                          <p:val>
                                            <p:strVal val="#ppt_y"/>
                                          </p:val>
                                        </p:tav>
                                      </p:tavLst>
                                    </p:anim>
                                  </p:childTnLst>
                                </p:cTn>
                              </p:par>
                            </p:childTnLst>
                          </p:cTn>
                        </p:par>
                        <p:par>
                          <p:cTn id="262" fill="hold">
                            <p:stCondLst>
                              <p:cond delay="12500"/>
                            </p:stCondLst>
                            <p:childTnLst>
                              <p:par>
                                <p:cTn id="263" presetID="42" presetClass="path" presetSubtype="0" accel="50000" decel="50000" fill="hold" grpId="1" nodeType="afterEffect">
                                  <p:stCondLst>
                                    <p:cond delay="500"/>
                                  </p:stCondLst>
                                  <p:childTnLst>
                                    <p:animMotion origin="layout" path="M -0.09922 -0.03703 L -0.27356 0.30533 " pathEditMode="relative" rAng="0" ptsTypes="AA">
                                      <p:cBhvr>
                                        <p:cTn id="264" dur="1500" fill="hold"/>
                                        <p:tgtEl>
                                          <p:spTgt spid="128"/>
                                        </p:tgtEl>
                                        <p:attrNameLst>
                                          <p:attrName>ppt_x</p:attrName>
                                          <p:attrName>ppt_y</p:attrName>
                                        </p:attrNameLst>
                                      </p:cBhvr>
                                      <p:rCtr x="-8724" y="17106"/>
                                    </p:animMotion>
                                  </p:childTnLst>
                                </p:cTn>
                              </p:par>
                              <p:par>
                                <p:cTn id="265" presetID="42" presetClass="path" presetSubtype="0" accel="50000" decel="50000" fill="hold" grpId="2" nodeType="withEffect">
                                  <p:stCondLst>
                                    <p:cond delay="500"/>
                                  </p:stCondLst>
                                  <p:childTnLst>
                                    <p:animMotion origin="layout" path="M -0.09921 -0.05093 L -0.2789 0.28403 " pathEditMode="relative" rAng="0" ptsTypes="AA">
                                      <p:cBhvr>
                                        <p:cTn id="266" dur="1500" fill="hold"/>
                                        <p:tgtEl>
                                          <p:spTgt spid="10"/>
                                        </p:tgtEl>
                                        <p:attrNameLst>
                                          <p:attrName>ppt_x</p:attrName>
                                          <p:attrName>ppt_y</p:attrName>
                                        </p:attrNameLst>
                                      </p:cBhvr>
                                      <p:rCtr x="-8984" y="16736"/>
                                    </p:animMotion>
                                  </p:childTnLst>
                                </p:cTn>
                              </p:par>
                              <p:par>
                                <p:cTn id="267" presetID="10" presetClass="exit" presetSubtype="0" fill="hold" grpId="3" nodeType="withEffect">
                                  <p:stCondLst>
                                    <p:cond delay="1500"/>
                                  </p:stCondLst>
                                  <p:childTnLst>
                                    <p:animEffect transition="out" filter="fade">
                                      <p:cBhvr>
                                        <p:cTn id="268" dur="750"/>
                                        <p:tgtEl>
                                          <p:spTgt spid="10"/>
                                        </p:tgtEl>
                                      </p:cBhvr>
                                    </p:animEffect>
                                    <p:set>
                                      <p:cBhvr>
                                        <p:cTn id="269" dur="1" fill="hold">
                                          <p:stCondLst>
                                            <p:cond delay="749"/>
                                          </p:stCondLst>
                                        </p:cTn>
                                        <p:tgtEl>
                                          <p:spTgt spid="10"/>
                                        </p:tgtEl>
                                        <p:attrNameLst>
                                          <p:attrName>style.visibility</p:attrName>
                                        </p:attrNameLst>
                                      </p:cBhvr>
                                      <p:to>
                                        <p:strVal val="hidden"/>
                                      </p:to>
                                    </p:set>
                                  </p:childTnLst>
                                </p:cTn>
                              </p:par>
                            </p:childTnLst>
                          </p:cTn>
                        </p:par>
                        <p:par>
                          <p:cTn id="270" fill="hold">
                            <p:stCondLst>
                              <p:cond delay="14750"/>
                            </p:stCondLst>
                            <p:childTnLst>
                              <p:par>
                                <p:cTn id="271" presetID="16" presetClass="entr" presetSubtype="37" fill="hold" grpId="0" nodeType="afterEffect">
                                  <p:stCondLst>
                                    <p:cond delay="0"/>
                                  </p:stCondLst>
                                  <p:childTnLst>
                                    <p:set>
                                      <p:cBhvr>
                                        <p:cTn id="272" dur="1" fill="hold">
                                          <p:stCondLst>
                                            <p:cond delay="0"/>
                                          </p:stCondLst>
                                        </p:cTn>
                                        <p:tgtEl>
                                          <p:spTgt spid="123"/>
                                        </p:tgtEl>
                                        <p:attrNameLst>
                                          <p:attrName>style.visibility</p:attrName>
                                        </p:attrNameLst>
                                      </p:cBhvr>
                                      <p:to>
                                        <p:strVal val="visible"/>
                                      </p:to>
                                    </p:set>
                                    <p:animEffect transition="in" filter="barn(outVertical)">
                                      <p:cBhvr>
                                        <p:cTn id="273" dur="1000"/>
                                        <p:tgtEl>
                                          <p:spTgt spid="123"/>
                                        </p:tgtEl>
                                      </p:cBhvr>
                                    </p:animEffect>
                                  </p:childTnLst>
                                </p:cTn>
                              </p:par>
                            </p:childTnLst>
                          </p:cTn>
                        </p:par>
                      </p:childTnLst>
                    </p:cTn>
                  </p:par>
                  <p:par>
                    <p:cTn id="274" fill="hold">
                      <p:stCondLst>
                        <p:cond delay="indefinite"/>
                      </p:stCondLst>
                      <p:childTnLst>
                        <p:par>
                          <p:cTn id="275" fill="hold">
                            <p:stCondLst>
                              <p:cond delay="0"/>
                            </p:stCondLst>
                            <p:childTnLst>
                              <p:par>
                                <p:cTn id="276" presetID="32" presetClass="emph" presetSubtype="0" fill="hold" grpId="1" nodeType="clickEffect">
                                  <p:stCondLst>
                                    <p:cond delay="0"/>
                                  </p:stCondLst>
                                  <p:childTnLst>
                                    <p:animRot by="120000">
                                      <p:cBhvr>
                                        <p:cTn id="277" dur="100" fill="hold">
                                          <p:stCondLst>
                                            <p:cond delay="0"/>
                                          </p:stCondLst>
                                        </p:cTn>
                                        <p:tgtEl>
                                          <p:spTgt spid="3"/>
                                        </p:tgtEl>
                                        <p:attrNameLst>
                                          <p:attrName>r</p:attrName>
                                        </p:attrNameLst>
                                      </p:cBhvr>
                                    </p:animRot>
                                    <p:animRot by="-240000">
                                      <p:cBhvr>
                                        <p:cTn id="278" dur="200" fill="hold">
                                          <p:stCondLst>
                                            <p:cond delay="200"/>
                                          </p:stCondLst>
                                        </p:cTn>
                                        <p:tgtEl>
                                          <p:spTgt spid="3"/>
                                        </p:tgtEl>
                                        <p:attrNameLst>
                                          <p:attrName>r</p:attrName>
                                        </p:attrNameLst>
                                      </p:cBhvr>
                                    </p:animRot>
                                    <p:animRot by="240000">
                                      <p:cBhvr>
                                        <p:cTn id="279" dur="200" fill="hold">
                                          <p:stCondLst>
                                            <p:cond delay="400"/>
                                          </p:stCondLst>
                                        </p:cTn>
                                        <p:tgtEl>
                                          <p:spTgt spid="3"/>
                                        </p:tgtEl>
                                        <p:attrNameLst>
                                          <p:attrName>r</p:attrName>
                                        </p:attrNameLst>
                                      </p:cBhvr>
                                    </p:animRot>
                                    <p:animRot by="-240000">
                                      <p:cBhvr>
                                        <p:cTn id="280" dur="200" fill="hold">
                                          <p:stCondLst>
                                            <p:cond delay="600"/>
                                          </p:stCondLst>
                                        </p:cTn>
                                        <p:tgtEl>
                                          <p:spTgt spid="3"/>
                                        </p:tgtEl>
                                        <p:attrNameLst>
                                          <p:attrName>r</p:attrName>
                                        </p:attrNameLst>
                                      </p:cBhvr>
                                    </p:animRot>
                                    <p:animRot by="120000">
                                      <p:cBhvr>
                                        <p:cTn id="281" dur="200" fill="hold">
                                          <p:stCondLst>
                                            <p:cond delay="800"/>
                                          </p:stCondLst>
                                        </p:cTn>
                                        <p:tgtEl>
                                          <p:spTgt spid="3"/>
                                        </p:tgtEl>
                                        <p:attrNameLst>
                                          <p:attrName>r</p:attrName>
                                        </p:attrNameLst>
                                      </p:cBhvr>
                                    </p:animRot>
                                  </p:childTnLst>
                                </p:cTn>
                              </p:par>
                            </p:childTnLst>
                          </p:cTn>
                        </p:par>
                      </p:childTnLst>
                    </p:cTn>
                  </p:par>
                  <p:par>
                    <p:cTn id="282" fill="hold">
                      <p:stCondLst>
                        <p:cond delay="indefinite"/>
                      </p:stCondLst>
                      <p:childTnLst>
                        <p:par>
                          <p:cTn id="283" fill="hold">
                            <p:stCondLst>
                              <p:cond delay="0"/>
                            </p:stCondLst>
                            <p:childTnLst>
                              <p:par>
                                <p:cTn id="284" presetID="8" presetClass="emph" presetSubtype="0" fill="hold" grpId="2" nodeType="clickEffect">
                                  <p:stCondLst>
                                    <p:cond delay="0"/>
                                  </p:stCondLst>
                                  <p:childTnLst>
                                    <p:animRot by="21600000">
                                      <p:cBhvr>
                                        <p:cTn id="285" dur="1500" fill="hold"/>
                                        <p:tgtEl>
                                          <p:spTgt spid="79"/>
                                        </p:tgtEl>
                                        <p:attrNameLst>
                                          <p:attrName>r</p:attrName>
                                        </p:attrNameLst>
                                      </p:cBhvr>
                                    </p:animRot>
                                  </p:childTnLst>
                                </p:cTn>
                              </p:par>
                            </p:childTnLst>
                          </p:cTn>
                        </p:par>
                        <p:par>
                          <p:cTn id="286" fill="hold">
                            <p:stCondLst>
                              <p:cond delay="1500"/>
                            </p:stCondLst>
                            <p:childTnLst>
                              <p:par>
                                <p:cTn id="287" presetID="1" presetClass="entr" presetSubtype="0" fill="hold" grpId="0" nodeType="afterEffect">
                                  <p:stCondLst>
                                    <p:cond delay="0"/>
                                  </p:stCondLst>
                                  <p:childTnLst>
                                    <p:set>
                                      <p:cBhvr>
                                        <p:cTn id="288" dur="1" fill="hold">
                                          <p:stCondLst>
                                            <p:cond delay="0"/>
                                          </p:stCondLst>
                                        </p:cTn>
                                        <p:tgtEl>
                                          <p:spTgt spid="132"/>
                                        </p:tgtEl>
                                        <p:attrNameLst>
                                          <p:attrName>style.visibility</p:attrName>
                                        </p:attrNameLst>
                                      </p:cBhvr>
                                      <p:to>
                                        <p:strVal val="visible"/>
                                      </p:to>
                                    </p:set>
                                  </p:childTnLst>
                                </p:cTn>
                              </p:par>
                              <p:par>
                                <p:cTn id="289" presetID="35" presetClass="path" presetSubtype="0" accel="50000" decel="50000" fill="hold" grpId="1" nodeType="withEffect">
                                  <p:stCondLst>
                                    <p:cond delay="0"/>
                                  </p:stCondLst>
                                  <p:childTnLst>
                                    <p:animMotion origin="layout" path="M -3.95833E-6 1.48148E-6 L -0.09961 -0.03727 " pathEditMode="relative" rAng="0" ptsTypes="AA">
                                      <p:cBhvr>
                                        <p:cTn id="290" dur="1500" fill="hold"/>
                                        <p:tgtEl>
                                          <p:spTgt spid="132"/>
                                        </p:tgtEl>
                                        <p:attrNameLst>
                                          <p:attrName>ppt_x</p:attrName>
                                          <p:attrName>ppt_y</p:attrName>
                                        </p:attrNameLst>
                                      </p:cBhvr>
                                      <p:rCtr x="-4987" y="-1875"/>
                                    </p:animMotion>
                                  </p:childTnLst>
                                </p:cTn>
                              </p:par>
                              <p:par>
                                <p:cTn id="291" presetID="1" presetClass="entr" presetSubtype="0" fill="hold" grpId="0" nodeType="withEffect">
                                  <p:stCondLst>
                                    <p:cond delay="0"/>
                                  </p:stCondLst>
                                  <p:childTnLst>
                                    <p:set>
                                      <p:cBhvr>
                                        <p:cTn id="292" dur="1" fill="hold">
                                          <p:stCondLst>
                                            <p:cond delay="0"/>
                                          </p:stCondLst>
                                        </p:cTn>
                                        <p:tgtEl>
                                          <p:spTgt spid="60"/>
                                        </p:tgtEl>
                                        <p:attrNameLst>
                                          <p:attrName>style.visibility</p:attrName>
                                        </p:attrNameLst>
                                      </p:cBhvr>
                                      <p:to>
                                        <p:strVal val="visible"/>
                                      </p:to>
                                    </p:set>
                                  </p:childTnLst>
                                </p:cTn>
                              </p:par>
                              <p:par>
                                <p:cTn id="293" presetID="35" presetClass="path" presetSubtype="0" accel="50000" decel="50000" fill="hold" grpId="1" nodeType="withEffect">
                                  <p:stCondLst>
                                    <p:cond delay="0"/>
                                  </p:stCondLst>
                                  <p:childTnLst>
                                    <p:animMotion origin="layout" path="M -2.91667E-6 -4.44444E-6 L -0.09856 -0.05046 " pathEditMode="relative" rAng="0" ptsTypes="AA">
                                      <p:cBhvr>
                                        <p:cTn id="294" dur="1500" fill="hold"/>
                                        <p:tgtEl>
                                          <p:spTgt spid="60"/>
                                        </p:tgtEl>
                                        <p:attrNameLst>
                                          <p:attrName>ppt_x</p:attrName>
                                          <p:attrName>ppt_y</p:attrName>
                                        </p:attrNameLst>
                                      </p:cBhvr>
                                      <p:rCtr x="-4935" y="-2523"/>
                                    </p:animMotion>
                                  </p:childTnLst>
                                </p:cTn>
                              </p:par>
                            </p:childTnLst>
                          </p:cTn>
                        </p:par>
                        <p:par>
                          <p:cTn id="295" fill="hold">
                            <p:stCondLst>
                              <p:cond delay="3000"/>
                            </p:stCondLst>
                            <p:childTnLst>
                              <p:par>
                                <p:cTn id="296" presetID="42" presetClass="path" presetSubtype="0" accel="50000" decel="50000" fill="hold" grpId="3" nodeType="afterEffect">
                                  <p:stCondLst>
                                    <p:cond delay="0"/>
                                  </p:stCondLst>
                                  <p:childTnLst>
                                    <p:animMotion origin="layout" path="M 0.06119 -0.05116 L -0.01602 0.11967 " pathEditMode="relative" rAng="0" ptsTypes="AA">
                                      <p:cBhvr>
                                        <p:cTn id="297" dur="1500" fill="hold"/>
                                        <p:tgtEl>
                                          <p:spTgt spid="79"/>
                                        </p:tgtEl>
                                        <p:attrNameLst>
                                          <p:attrName>ppt_x</p:attrName>
                                          <p:attrName>ppt_y</p:attrName>
                                        </p:attrNameLst>
                                      </p:cBhvr>
                                      <p:rCtr x="-3867" y="8542"/>
                                    </p:animMotion>
                                  </p:childTnLst>
                                </p:cTn>
                              </p:par>
                              <p:par>
                                <p:cTn id="298" presetID="3" presetClass="emph" presetSubtype="2" fill="hold" grpId="4" nodeType="withEffect">
                                  <p:stCondLst>
                                    <p:cond delay="0"/>
                                  </p:stCondLst>
                                  <p:childTnLst>
                                    <p:animClr clrSpc="rgb" dir="cw">
                                      <p:cBhvr override="childStyle">
                                        <p:cTn id="299" dur="1000" fill="hold"/>
                                        <p:tgtEl>
                                          <p:spTgt spid="79"/>
                                        </p:tgtEl>
                                        <p:attrNameLst>
                                          <p:attrName>style.color</p:attrName>
                                        </p:attrNameLst>
                                      </p:cBhvr>
                                      <p:to>
                                        <a:srgbClr val="7F340D"/>
                                      </p:to>
                                    </p:animClr>
                                  </p:childTnLst>
                                </p:cTn>
                              </p:par>
                              <p:par>
                                <p:cTn id="300" presetID="1" presetClass="emph" presetSubtype="2" fill="hold" nodeType="withEffect">
                                  <p:stCondLst>
                                    <p:cond delay="0"/>
                                  </p:stCondLst>
                                  <p:childTnLst>
                                    <p:animClr clrSpc="rgb" dir="cw">
                                      <p:cBhvr>
                                        <p:cTn id="301" dur="1000" fill="hold"/>
                                        <p:tgtEl>
                                          <p:spTgt spid="79"/>
                                        </p:tgtEl>
                                        <p:attrNameLst>
                                          <p:attrName>fillcolor</p:attrName>
                                        </p:attrNameLst>
                                      </p:cBhvr>
                                      <p:to>
                                        <a:srgbClr val="C1E4F5"/>
                                      </p:to>
                                    </p:animClr>
                                    <p:set>
                                      <p:cBhvr>
                                        <p:cTn id="302" dur="1000" fill="hold"/>
                                        <p:tgtEl>
                                          <p:spTgt spid="79"/>
                                        </p:tgtEl>
                                        <p:attrNameLst>
                                          <p:attrName>fill.type</p:attrName>
                                        </p:attrNameLst>
                                      </p:cBhvr>
                                      <p:to>
                                        <p:strVal val="solid"/>
                                      </p:to>
                                    </p:set>
                                    <p:set>
                                      <p:cBhvr>
                                        <p:cTn id="303" dur="1000" fill="hold"/>
                                        <p:tgtEl>
                                          <p:spTgt spid="79"/>
                                        </p:tgtEl>
                                        <p:attrNameLst>
                                          <p:attrName>fill.on</p:attrName>
                                        </p:attrNameLst>
                                      </p:cBhvr>
                                      <p:to>
                                        <p:strVal val="true"/>
                                      </p:to>
                                    </p:set>
                                  </p:childTnLst>
                                </p:cTn>
                              </p:par>
                              <p:par>
                                <p:cTn id="304" presetID="42" presetClass="path" presetSubtype="0" accel="50000" decel="50000" fill="hold" grpId="2" nodeType="withEffect">
                                  <p:stCondLst>
                                    <p:cond delay="0"/>
                                  </p:stCondLst>
                                  <p:childTnLst>
                                    <p:animMotion origin="layout" path="M 0.09427 -0.00694 L 0.01732 0.16297 " pathEditMode="relative" rAng="0" ptsTypes="AA">
                                      <p:cBhvr>
                                        <p:cTn id="305" dur="1500" fill="hold"/>
                                        <p:tgtEl>
                                          <p:spTgt spid="152"/>
                                        </p:tgtEl>
                                        <p:attrNameLst>
                                          <p:attrName>ppt_x</p:attrName>
                                          <p:attrName>ppt_y</p:attrName>
                                        </p:attrNameLst>
                                      </p:cBhvr>
                                      <p:rCtr x="-3854" y="8495"/>
                                    </p:animMotion>
                                  </p:childTnLst>
                                </p:cTn>
                              </p:par>
                              <p:par>
                                <p:cTn id="306" presetID="3" presetClass="emph" presetSubtype="2" fill="hold" grpId="3" nodeType="withEffect">
                                  <p:stCondLst>
                                    <p:cond delay="0"/>
                                  </p:stCondLst>
                                  <p:childTnLst>
                                    <p:animClr clrSpc="rgb" dir="cw">
                                      <p:cBhvr override="childStyle">
                                        <p:cTn id="307" dur="1000" fill="hold"/>
                                        <p:tgtEl>
                                          <p:spTgt spid="152"/>
                                        </p:tgtEl>
                                        <p:attrNameLst>
                                          <p:attrName>style.color</p:attrName>
                                        </p:attrNameLst>
                                      </p:cBhvr>
                                      <p:to>
                                        <a:srgbClr val="95DCF7"/>
                                      </p:to>
                                    </p:animClr>
                                  </p:childTnLst>
                                </p:cTn>
                              </p:par>
                              <p:par>
                                <p:cTn id="308" presetID="64" presetClass="path" presetSubtype="0" accel="50000" decel="50000" fill="hold" grpId="1" nodeType="withEffect">
                                  <p:stCondLst>
                                    <p:cond delay="500"/>
                                  </p:stCondLst>
                                  <p:childTnLst>
                                    <p:animMotion origin="layout" path="M 0 -4.81481E-6 L 0.0763 -0.1706 " pathEditMode="relative" rAng="0" ptsTypes="AA">
                                      <p:cBhvr>
                                        <p:cTn id="309" dur="1500" fill="hold"/>
                                        <p:tgtEl>
                                          <p:spTgt spid="115"/>
                                        </p:tgtEl>
                                        <p:attrNameLst>
                                          <p:attrName>ppt_x</p:attrName>
                                          <p:attrName>ppt_y</p:attrName>
                                        </p:attrNameLst>
                                      </p:cBhvr>
                                      <p:rCtr x="3815" y="-8542"/>
                                    </p:animMotion>
                                  </p:childTnLst>
                                </p:cTn>
                              </p:par>
                              <p:par>
                                <p:cTn id="310" presetID="64" presetClass="path" presetSubtype="0" accel="50000" decel="50000" fill="hold" grpId="1" nodeType="withEffect">
                                  <p:stCondLst>
                                    <p:cond delay="500"/>
                                  </p:stCondLst>
                                  <p:childTnLst>
                                    <p:animMotion origin="layout" path="M -1.04167E-6 2.22222E-6 L 0.07682 -0.17037 " pathEditMode="relative" rAng="0" ptsTypes="AA">
                                      <p:cBhvr>
                                        <p:cTn id="311" dur="1500" fill="hold"/>
                                        <p:tgtEl>
                                          <p:spTgt spid="158"/>
                                        </p:tgtEl>
                                        <p:attrNameLst>
                                          <p:attrName>ppt_x</p:attrName>
                                          <p:attrName>ppt_y</p:attrName>
                                        </p:attrNameLst>
                                      </p:cBhvr>
                                      <p:rCtr x="3789" y="-8519"/>
                                    </p:animMotion>
                                  </p:childTnLst>
                                </p:cTn>
                              </p:par>
                            </p:childTnLst>
                          </p:cTn>
                        </p:par>
                        <p:par>
                          <p:cTn id="312" fill="hold">
                            <p:stCondLst>
                              <p:cond delay="5000"/>
                            </p:stCondLst>
                            <p:childTnLst>
                              <p:par>
                                <p:cTn id="313" presetID="42" presetClass="path" presetSubtype="0" accel="50000" decel="50000" fill="hold" grpId="2" nodeType="afterEffect">
                                  <p:stCondLst>
                                    <p:cond delay="1000"/>
                                  </p:stCondLst>
                                  <p:childTnLst>
                                    <p:animMotion origin="layout" path="M 0.07695 -0.17106 L 0.13424 -0.12175 " pathEditMode="relative" rAng="0" ptsTypes="AA">
                                      <p:cBhvr>
                                        <p:cTn id="314" dur="1500" fill="hold"/>
                                        <p:tgtEl>
                                          <p:spTgt spid="115"/>
                                        </p:tgtEl>
                                        <p:attrNameLst>
                                          <p:attrName>ppt_x</p:attrName>
                                          <p:attrName>ppt_y</p:attrName>
                                        </p:attrNameLst>
                                      </p:cBhvr>
                                      <p:rCtr x="2865" y="2454"/>
                                    </p:animMotion>
                                  </p:childTnLst>
                                </p:cTn>
                              </p:par>
                              <p:par>
                                <p:cTn id="315" presetID="42" presetClass="path" presetSubtype="0" accel="50000" decel="50000" fill="hold" grpId="2" nodeType="withEffect">
                                  <p:stCondLst>
                                    <p:cond delay="1000"/>
                                  </p:stCondLst>
                                  <p:childTnLst>
                                    <p:animMotion origin="layout" path="M 0.07617 -0.16991 L 0.16511 -0.1632 " pathEditMode="relative" rAng="0" ptsTypes="AA">
                                      <p:cBhvr>
                                        <p:cTn id="316" dur="1500" fill="hold"/>
                                        <p:tgtEl>
                                          <p:spTgt spid="158"/>
                                        </p:tgtEl>
                                        <p:attrNameLst>
                                          <p:attrName>ppt_x</p:attrName>
                                          <p:attrName>ppt_y</p:attrName>
                                        </p:attrNameLst>
                                      </p:cBhvr>
                                      <p:rCtr x="4440" y="324"/>
                                    </p:animMotion>
                                  </p:childTnLst>
                                </p:cTn>
                              </p:par>
                              <p:par>
                                <p:cTn id="317" presetID="64" presetClass="path" presetSubtype="0" accel="50000" decel="50000" fill="hold" grpId="1" nodeType="withEffect">
                                  <p:stCondLst>
                                    <p:cond delay="1500"/>
                                  </p:stCondLst>
                                  <p:childTnLst>
                                    <p:animMotion origin="layout" path="M 4.79167E-6 -4.07407E-6 L -0.05782 -0.04861 " pathEditMode="relative" rAng="0" ptsTypes="AA">
                                      <p:cBhvr>
                                        <p:cTn id="318" dur="1500" fill="hold"/>
                                        <p:tgtEl>
                                          <p:spTgt spid="78"/>
                                        </p:tgtEl>
                                        <p:attrNameLst>
                                          <p:attrName>ppt_x</p:attrName>
                                          <p:attrName>ppt_y</p:attrName>
                                        </p:attrNameLst>
                                      </p:cBhvr>
                                      <p:rCtr x="-2839" y="-2523"/>
                                    </p:animMotion>
                                  </p:childTnLst>
                                </p:cTn>
                              </p:par>
                              <p:par>
                                <p:cTn id="319" presetID="64" presetClass="path" presetSubtype="0" accel="50000" decel="50000" fill="hold" grpId="1" nodeType="withEffect">
                                  <p:stCondLst>
                                    <p:cond delay="1500"/>
                                  </p:stCondLst>
                                  <p:childTnLst>
                                    <p:animMotion origin="layout" path="M 4.79167E-6 -4.81481E-6 L -0.08829 -0.00741 " pathEditMode="relative" rAng="0" ptsTypes="AA">
                                      <p:cBhvr>
                                        <p:cTn id="320" dur="1500" fill="hold"/>
                                        <p:tgtEl>
                                          <p:spTgt spid="151"/>
                                        </p:tgtEl>
                                        <p:attrNameLst>
                                          <p:attrName>ppt_x</p:attrName>
                                          <p:attrName>ppt_y</p:attrName>
                                        </p:attrNameLst>
                                      </p:cBhvr>
                                      <p:rCtr x="-4401" y="-440"/>
                                    </p:animMotion>
                                  </p:childTnLst>
                                </p:cTn>
                              </p:par>
                            </p:childTnLst>
                          </p:cTn>
                        </p:par>
                        <p:par>
                          <p:cTn id="321" fill="hold">
                            <p:stCondLst>
                              <p:cond delay="8000"/>
                            </p:stCondLst>
                            <p:childTnLst>
                              <p:par>
                                <p:cTn id="322" presetID="42" presetClass="path" presetSubtype="0" accel="50000" decel="50000" fill="hold" grpId="3" nodeType="afterEffect">
                                  <p:stCondLst>
                                    <p:cond delay="500"/>
                                  </p:stCondLst>
                                  <p:childTnLst>
                                    <p:animMotion origin="layout" path="M 0.13424 -0.12175 L 0.10651 -0.06875 " pathEditMode="relative" rAng="0" ptsTypes="AA">
                                      <p:cBhvr>
                                        <p:cTn id="323" dur="1500" fill="hold"/>
                                        <p:tgtEl>
                                          <p:spTgt spid="115"/>
                                        </p:tgtEl>
                                        <p:attrNameLst>
                                          <p:attrName>ppt_x</p:attrName>
                                          <p:attrName>ppt_y</p:attrName>
                                        </p:attrNameLst>
                                      </p:cBhvr>
                                      <p:rCtr x="-1393" y="2639"/>
                                    </p:animMotion>
                                  </p:childTnLst>
                                </p:cTn>
                              </p:par>
                              <p:par>
                                <p:cTn id="324" presetID="42" presetClass="path" presetSubtype="0" accel="50000" decel="50000" fill="hold" grpId="3" nodeType="withEffect">
                                  <p:stCondLst>
                                    <p:cond delay="500"/>
                                  </p:stCondLst>
                                  <p:childTnLst>
                                    <p:animMotion origin="layout" path="M 0.16511 -0.1632 L 0.10846 -0.06806 " pathEditMode="relative" rAng="0" ptsTypes="AA">
                                      <p:cBhvr>
                                        <p:cTn id="325" dur="1500" fill="hold"/>
                                        <p:tgtEl>
                                          <p:spTgt spid="158"/>
                                        </p:tgtEl>
                                        <p:attrNameLst>
                                          <p:attrName>ppt_x</p:attrName>
                                          <p:attrName>ppt_y</p:attrName>
                                        </p:attrNameLst>
                                      </p:cBhvr>
                                      <p:rCtr x="-2839" y="4745"/>
                                    </p:animMotion>
                                  </p:childTnLst>
                                </p:cTn>
                              </p:par>
                              <p:par>
                                <p:cTn id="326" presetID="64" presetClass="path" presetSubtype="0" accel="50000" decel="50000" fill="hold" grpId="1" nodeType="withEffect">
                                  <p:stCondLst>
                                    <p:cond delay="1000"/>
                                  </p:stCondLst>
                                  <p:childTnLst>
                                    <p:animMotion origin="layout" path="M -1.25E-6 2.22222E-6 L 0.02748 -0.0537 " pathEditMode="relative" rAng="0" ptsTypes="AA">
                                      <p:cBhvr>
                                        <p:cTn id="327" dur="1500" fill="hold"/>
                                        <p:tgtEl>
                                          <p:spTgt spid="82"/>
                                        </p:tgtEl>
                                        <p:attrNameLst>
                                          <p:attrName>ppt_x</p:attrName>
                                          <p:attrName>ppt_y</p:attrName>
                                        </p:attrNameLst>
                                      </p:cBhvr>
                                      <p:rCtr x="1367" y="-2731"/>
                                    </p:animMotion>
                                  </p:childTnLst>
                                </p:cTn>
                              </p:par>
                              <p:par>
                                <p:cTn id="328" presetID="64" presetClass="path" presetSubtype="0" accel="50000" decel="50000" fill="hold" grpId="1" nodeType="withEffect">
                                  <p:stCondLst>
                                    <p:cond delay="1000"/>
                                  </p:stCondLst>
                                  <p:childTnLst>
                                    <p:animMotion origin="layout" path="M -4.58333E-6 -3.7037E-6 L 0.05664 -0.09514 " pathEditMode="relative" rAng="0" ptsTypes="AA">
                                      <p:cBhvr>
                                        <p:cTn id="329" dur="1500" fill="hold"/>
                                        <p:tgtEl>
                                          <p:spTgt spid="155"/>
                                        </p:tgtEl>
                                        <p:attrNameLst>
                                          <p:attrName>ppt_x</p:attrName>
                                          <p:attrName>ppt_y</p:attrName>
                                        </p:attrNameLst>
                                      </p:cBhvr>
                                      <p:rCtr x="2865" y="-4769"/>
                                    </p:animMotion>
                                  </p:childTnLst>
                                </p:cTn>
                              </p:par>
                            </p:childTnLst>
                          </p:cTn>
                        </p:par>
                        <p:par>
                          <p:cTn id="330" fill="hold">
                            <p:stCondLst>
                              <p:cond delay="10500"/>
                            </p:stCondLst>
                            <p:childTnLst>
                              <p:par>
                                <p:cTn id="331" presetID="42" presetClass="entr" presetSubtype="0" fill="hold" grpId="0" nodeType="afterEffect">
                                  <p:stCondLst>
                                    <p:cond delay="500"/>
                                  </p:stCondLst>
                                  <p:childTnLst>
                                    <p:set>
                                      <p:cBhvr>
                                        <p:cTn id="332" dur="1" fill="hold">
                                          <p:stCondLst>
                                            <p:cond delay="0"/>
                                          </p:stCondLst>
                                        </p:cTn>
                                        <p:tgtEl>
                                          <p:spTgt spid="61"/>
                                        </p:tgtEl>
                                        <p:attrNameLst>
                                          <p:attrName>style.visibility</p:attrName>
                                        </p:attrNameLst>
                                      </p:cBhvr>
                                      <p:to>
                                        <p:strVal val="visible"/>
                                      </p:to>
                                    </p:set>
                                    <p:animEffect transition="in" filter="fade">
                                      <p:cBhvr>
                                        <p:cTn id="333" dur="1000"/>
                                        <p:tgtEl>
                                          <p:spTgt spid="61"/>
                                        </p:tgtEl>
                                      </p:cBhvr>
                                    </p:animEffect>
                                    <p:anim calcmode="lin" valueType="num">
                                      <p:cBhvr>
                                        <p:cTn id="334" dur="1000" fill="hold"/>
                                        <p:tgtEl>
                                          <p:spTgt spid="61"/>
                                        </p:tgtEl>
                                        <p:attrNameLst>
                                          <p:attrName>ppt_x</p:attrName>
                                        </p:attrNameLst>
                                      </p:cBhvr>
                                      <p:tavLst>
                                        <p:tav tm="0">
                                          <p:val>
                                            <p:strVal val="#ppt_x"/>
                                          </p:val>
                                        </p:tav>
                                        <p:tav tm="100000">
                                          <p:val>
                                            <p:strVal val="#ppt_x"/>
                                          </p:val>
                                        </p:tav>
                                      </p:tavLst>
                                    </p:anim>
                                    <p:anim calcmode="lin" valueType="num">
                                      <p:cBhvr>
                                        <p:cTn id="335" dur="1000" fill="hold"/>
                                        <p:tgtEl>
                                          <p:spTgt spid="61"/>
                                        </p:tgtEl>
                                        <p:attrNameLst>
                                          <p:attrName>ppt_y</p:attrName>
                                        </p:attrNameLst>
                                      </p:cBhvr>
                                      <p:tavLst>
                                        <p:tav tm="0">
                                          <p:val>
                                            <p:strVal val="#ppt_y+.1"/>
                                          </p:val>
                                        </p:tav>
                                        <p:tav tm="100000">
                                          <p:val>
                                            <p:strVal val="#ppt_y"/>
                                          </p:val>
                                        </p:tav>
                                      </p:tavLst>
                                    </p:anim>
                                  </p:childTnLst>
                                </p:cTn>
                              </p:par>
                            </p:childTnLst>
                          </p:cTn>
                        </p:par>
                        <p:par>
                          <p:cTn id="336" fill="hold">
                            <p:stCondLst>
                              <p:cond delay="12000"/>
                            </p:stCondLst>
                            <p:childTnLst>
                              <p:par>
                                <p:cTn id="337" presetID="42" presetClass="path" presetSubtype="0" accel="50000" decel="50000" fill="hold" grpId="2" nodeType="afterEffect">
                                  <p:stCondLst>
                                    <p:cond delay="500"/>
                                  </p:stCondLst>
                                  <p:childTnLst>
                                    <p:animMotion origin="layout" path="M -0.1 -0.03634 L -0.2138 0.24398 " pathEditMode="relative" rAng="0" ptsTypes="AA">
                                      <p:cBhvr>
                                        <p:cTn id="338" dur="1500" fill="hold"/>
                                        <p:tgtEl>
                                          <p:spTgt spid="132"/>
                                        </p:tgtEl>
                                        <p:attrNameLst>
                                          <p:attrName>ppt_x</p:attrName>
                                          <p:attrName>ppt_y</p:attrName>
                                        </p:attrNameLst>
                                      </p:cBhvr>
                                      <p:rCtr x="-5690" y="14005"/>
                                    </p:animMotion>
                                  </p:childTnLst>
                                </p:cTn>
                              </p:par>
                              <p:par>
                                <p:cTn id="339" presetID="42" presetClass="path" presetSubtype="0" accel="50000" decel="50000" fill="hold" grpId="2" nodeType="withEffect">
                                  <p:stCondLst>
                                    <p:cond delay="500"/>
                                  </p:stCondLst>
                                  <p:childTnLst>
                                    <p:animMotion origin="layout" path="M -0.09856 -0.05046 L -0.21692 0.22639 " pathEditMode="relative" rAng="0" ptsTypes="AA">
                                      <p:cBhvr>
                                        <p:cTn id="340" dur="1500" fill="hold"/>
                                        <p:tgtEl>
                                          <p:spTgt spid="60"/>
                                        </p:tgtEl>
                                        <p:attrNameLst>
                                          <p:attrName>ppt_x</p:attrName>
                                          <p:attrName>ppt_y</p:attrName>
                                        </p:attrNameLst>
                                      </p:cBhvr>
                                      <p:rCtr x="-5924" y="13843"/>
                                    </p:animMotion>
                                  </p:childTnLst>
                                </p:cTn>
                              </p:par>
                              <p:par>
                                <p:cTn id="341" presetID="10" presetClass="exit" presetSubtype="0" fill="hold" grpId="3" nodeType="withEffect">
                                  <p:stCondLst>
                                    <p:cond delay="1750"/>
                                  </p:stCondLst>
                                  <p:childTnLst>
                                    <p:animEffect transition="out" filter="fade">
                                      <p:cBhvr>
                                        <p:cTn id="342" dur="750"/>
                                        <p:tgtEl>
                                          <p:spTgt spid="60"/>
                                        </p:tgtEl>
                                      </p:cBhvr>
                                    </p:animEffect>
                                    <p:set>
                                      <p:cBhvr>
                                        <p:cTn id="343" dur="1" fill="hold">
                                          <p:stCondLst>
                                            <p:cond delay="749"/>
                                          </p:stCondLst>
                                        </p:cTn>
                                        <p:tgtEl>
                                          <p:spTgt spid="60"/>
                                        </p:tgtEl>
                                        <p:attrNameLst>
                                          <p:attrName>style.visibility</p:attrName>
                                        </p:attrNameLst>
                                      </p:cBhvr>
                                      <p:to>
                                        <p:strVal val="hidden"/>
                                      </p:to>
                                    </p:set>
                                  </p:childTnLst>
                                </p:cTn>
                              </p:par>
                            </p:childTnLst>
                          </p:cTn>
                        </p:par>
                        <p:par>
                          <p:cTn id="344" fill="hold">
                            <p:stCondLst>
                              <p:cond delay="14500"/>
                            </p:stCondLst>
                            <p:childTnLst>
                              <p:par>
                                <p:cTn id="345" presetID="16" presetClass="entr" presetSubtype="21" fill="hold" grpId="0" nodeType="afterEffect">
                                  <p:stCondLst>
                                    <p:cond delay="0"/>
                                  </p:stCondLst>
                                  <p:childTnLst>
                                    <p:set>
                                      <p:cBhvr>
                                        <p:cTn id="346" dur="1" fill="hold">
                                          <p:stCondLst>
                                            <p:cond delay="0"/>
                                          </p:stCondLst>
                                        </p:cTn>
                                        <p:tgtEl>
                                          <p:spTgt spid="127"/>
                                        </p:tgtEl>
                                        <p:attrNameLst>
                                          <p:attrName>style.visibility</p:attrName>
                                        </p:attrNameLst>
                                      </p:cBhvr>
                                      <p:to>
                                        <p:strVal val="visible"/>
                                      </p:to>
                                    </p:set>
                                    <p:animEffect transition="in" filter="barn(inVertical)">
                                      <p:cBhvr>
                                        <p:cTn id="347" dur="1000"/>
                                        <p:tgtEl>
                                          <p:spTgt spid="127"/>
                                        </p:tgtEl>
                                      </p:cBhvr>
                                    </p:animEffect>
                                  </p:childTnLst>
                                </p:cTn>
                              </p:par>
                            </p:childTnLst>
                          </p:cTn>
                        </p:par>
                      </p:childTnLst>
                    </p:cTn>
                  </p:par>
                  <p:par>
                    <p:cTn id="348" fill="hold">
                      <p:stCondLst>
                        <p:cond delay="indefinite"/>
                      </p:stCondLst>
                      <p:childTnLst>
                        <p:par>
                          <p:cTn id="349" fill="hold">
                            <p:stCondLst>
                              <p:cond delay="0"/>
                            </p:stCondLst>
                            <p:childTnLst>
                              <p:par>
                                <p:cTn id="350" presetID="32" presetClass="emph" presetSubtype="0" fill="hold" grpId="2" nodeType="clickEffect">
                                  <p:stCondLst>
                                    <p:cond delay="0"/>
                                  </p:stCondLst>
                                  <p:childTnLst>
                                    <p:animRot by="120000">
                                      <p:cBhvr>
                                        <p:cTn id="351" dur="100" fill="hold">
                                          <p:stCondLst>
                                            <p:cond delay="0"/>
                                          </p:stCondLst>
                                        </p:cTn>
                                        <p:tgtEl>
                                          <p:spTgt spid="3"/>
                                        </p:tgtEl>
                                        <p:attrNameLst>
                                          <p:attrName>r</p:attrName>
                                        </p:attrNameLst>
                                      </p:cBhvr>
                                    </p:animRot>
                                    <p:animRot by="-240000">
                                      <p:cBhvr>
                                        <p:cTn id="352" dur="200" fill="hold">
                                          <p:stCondLst>
                                            <p:cond delay="200"/>
                                          </p:stCondLst>
                                        </p:cTn>
                                        <p:tgtEl>
                                          <p:spTgt spid="3"/>
                                        </p:tgtEl>
                                        <p:attrNameLst>
                                          <p:attrName>r</p:attrName>
                                        </p:attrNameLst>
                                      </p:cBhvr>
                                    </p:animRot>
                                    <p:animRot by="240000">
                                      <p:cBhvr>
                                        <p:cTn id="353" dur="200" fill="hold">
                                          <p:stCondLst>
                                            <p:cond delay="400"/>
                                          </p:stCondLst>
                                        </p:cTn>
                                        <p:tgtEl>
                                          <p:spTgt spid="3"/>
                                        </p:tgtEl>
                                        <p:attrNameLst>
                                          <p:attrName>r</p:attrName>
                                        </p:attrNameLst>
                                      </p:cBhvr>
                                    </p:animRot>
                                    <p:animRot by="-240000">
                                      <p:cBhvr>
                                        <p:cTn id="354" dur="200" fill="hold">
                                          <p:stCondLst>
                                            <p:cond delay="600"/>
                                          </p:stCondLst>
                                        </p:cTn>
                                        <p:tgtEl>
                                          <p:spTgt spid="3"/>
                                        </p:tgtEl>
                                        <p:attrNameLst>
                                          <p:attrName>r</p:attrName>
                                        </p:attrNameLst>
                                      </p:cBhvr>
                                    </p:animRot>
                                    <p:animRot by="120000">
                                      <p:cBhvr>
                                        <p:cTn id="355" dur="200" fill="hold">
                                          <p:stCondLst>
                                            <p:cond delay="800"/>
                                          </p:stCondLst>
                                        </p:cTn>
                                        <p:tgtEl>
                                          <p:spTgt spid="3"/>
                                        </p:tgtEl>
                                        <p:attrNameLst>
                                          <p:attrName>r</p:attrName>
                                        </p:attrNameLst>
                                      </p:cBhvr>
                                    </p:animRot>
                                  </p:childTnLst>
                                </p:cTn>
                              </p:par>
                            </p:childTnLst>
                          </p:cTn>
                        </p:par>
                      </p:childTnLst>
                    </p:cTn>
                  </p:par>
                  <p:par>
                    <p:cTn id="356" fill="hold">
                      <p:stCondLst>
                        <p:cond delay="indefinite"/>
                      </p:stCondLst>
                      <p:childTnLst>
                        <p:par>
                          <p:cTn id="357" fill="hold">
                            <p:stCondLst>
                              <p:cond delay="0"/>
                            </p:stCondLst>
                            <p:childTnLst>
                              <p:par>
                                <p:cTn id="358" presetID="8" presetClass="emph" presetSubtype="0" fill="hold" grpId="2" nodeType="clickEffect">
                                  <p:stCondLst>
                                    <p:cond delay="0"/>
                                  </p:stCondLst>
                                  <p:childTnLst>
                                    <p:animRot by="21600000">
                                      <p:cBhvr>
                                        <p:cTn id="359" dur="1500" fill="hold"/>
                                        <p:tgtEl>
                                          <p:spTgt spid="78"/>
                                        </p:tgtEl>
                                        <p:attrNameLst>
                                          <p:attrName>r</p:attrName>
                                        </p:attrNameLst>
                                      </p:cBhvr>
                                    </p:animRot>
                                  </p:childTnLst>
                                </p:cTn>
                              </p:par>
                            </p:childTnLst>
                          </p:cTn>
                        </p:par>
                        <p:par>
                          <p:cTn id="360" fill="hold">
                            <p:stCondLst>
                              <p:cond delay="1500"/>
                            </p:stCondLst>
                            <p:childTnLst>
                              <p:par>
                                <p:cTn id="361" presetID="1" presetClass="entr" presetSubtype="0" fill="hold" grpId="0" nodeType="afterEffect">
                                  <p:stCondLst>
                                    <p:cond delay="0"/>
                                  </p:stCondLst>
                                  <p:childTnLst>
                                    <p:set>
                                      <p:cBhvr>
                                        <p:cTn id="362" dur="1" fill="hold">
                                          <p:stCondLst>
                                            <p:cond delay="0"/>
                                          </p:stCondLst>
                                        </p:cTn>
                                        <p:tgtEl>
                                          <p:spTgt spid="134"/>
                                        </p:tgtEl>
                                        <p:attrNameLst>
                                          <p:attrName>style.visibility</p:attrName>
                                        </p:attrNameLst>
                                      </p:cBhvr>
                                      <p:to>
                                        <p:strVal val="visible"/>
                                      </p:to>
                                    </p:set>
                                  </p:childTnLst>
                                </p:cTn>
                              </p:par>
                              <p:par>
                                <p:cTn id="363" presetID="35" presetClass="path" presetSubtype="0" accel="50000" decel="50000" fill="hold" grpId="1" nodeType="withEffect">
                                  <p:stCondLst>
                                    <p:cond delay="0"/>
                                  </p:stCondLst>
                                  <p:childTnLst>
                                    <p:animMotion origin="layout" path="M -3.95833E-6 -1.48148E-6 L -0.1 -0.0368 " pathEditMode="relative" rAng="0" ptsTypes="AA">
                                      <p:cBhvr>
                                        <p:cTn id="364" dur="1500" fill="hold"/>
                                        <p:tgtEl>
                                          <p:spTgt spid="134"/>
                                        </p:tgtEl>
                                        <p:attrNameLst>
                                          <p:attrName>ppt_x</p:attrName>
                                          <p:attrName>ppt_y</p:attrName>
                                        </p:attrNameLst>
                                      </p:cBhvr>
                                      <p:rCtr x="-4961" y="-1852"/>
                                    </p:animMotion>
                                  </p:childTnLst>
                                </p:cTn>
                              </p:par>
                              <p:par>
                                <p:cTn id="365" presetID="1" presetClass="entr" presetSubtype="0" fill="hold" grpId="0" nodeType="withEffect">
                                  <p:stCondLst>
                                    <p:cond delay="0"/>
                                  </p:stCondLst>
                                  <p:childTnLst>
                                    <p:set>
                                      <p:cBhvr>
                                        <p:cTn id="366" dur="1" fill="hold">
                                          <p:stCondLst>
                                            <p:cond delay="0"/>
                                          </p:stCondLst>
                                        </p:cTn>
                                        <p:tgtEl>
                                          <p:spTgt spid="62"/>
                                        </p:tgtEl>
                                        <p:attrNameLst>
                                          <p:attrName>style.visibility</p:attrName>
                                        </p:attrNameLst>
                                      </p:cBhvr>
                                      <p:to>
                                        <p:strVal val="visible"/>
                                      </p:to>
                                    </p:set>
                                  </p:childTnLst>
                                </p:cTn>
                              </p:par>
                              <p:par>
                                <p:cTn id="367" presetID="35" presetClass="path" presetSubtype="0" accel="50000" decel="50000" fill="hold" grpId="1" nodeType="withEffect">
                                  <p:stCondLst>
                                    <p:cond delay="0"/>
                                  </p:stCondLst>
                                  <p:childTnLst>
                                    <p:animMotion origin="layout" path="M 4.79167E-6 -4.44444E-6 L -0.1 -0.05046 " pathEditMode="relative" rAng="0" ptsTypes="AA">
                                      <p:cBhvr>
                                        <p:cTn id="368" dur="1500" fill="hold"/>
                                        <p:tgtEl>
                                          <p:spTgt spid="62"/>
                                        </p:tgtEl>
                                        <p:attrNameLst>
                                          <p:attrName>ppt_x</p:attrName>
                                          <p:attrName>ppt_y</p:attrName>
                                        </p:attrNameLst>
                                      </p:cBhvr>
                                      <p:rCtr x="-5000" y="-2523"/>
                                    </p:animMotion>
                                  </p:childTnLst>
                                </p:cTn>
                              </p:par>
                            </p:childTnLst>
                          </p:cTn>
                        </p:par>
                        <p:par>
                          <p:cTn id="369" fill="hold">
                            <p:stCondLst>
                              <p:cond delay="3000"/>
                            </p:stCondLst>
                            <p:childTnLst>
                              <p:par>
                                <p:cTn id="370" presetID="42" presetClass="path" presetSubtype="0" accel="50000" decel="50000" fill="hold" grpId="3" nodeType="afterEffect">
                                  <p:stCondLst>
                                    <p:cond delay="0"/>
                                  </p:stCondLst>
                                  <p:childTnLst>
                                    <p:animMotion origin="layout" path="M -0.05717 -0.04907 L -0.16654 0.12107 " pathEditMode="relative" rAng="0" ptsTypes="AA">
                                      <p:cBhvr>
                                        <p:cTn id="371" dur="1500" fill="hold"/>
                                        <p:tgtEl>
                                          <p:spTgt spid="78"/>
                                        </p:tgtEl>
                                        <p:attrNameLst>
                                          <p:attrName>ppt_x</p:attrName>
                                          <p:attrName>ppt_y</p:attrName>
                                        </p:attrNameLst>
                                      </p:cBhvr>
                                      <p:rCtr x="-5469" y="8495"/>
                                    </p:animMotion>
                                  </p:childTnLst>
                                </p:cTn>
                              </p:par>
                              <p:par>
                                <p:cTn id="372" presetID="3" presetClass="emph" presetSubtype="2" fill="hold" grpId="4" nodeType="withEffect">
                                  <p:stCondLst>
                                    <p:cond delay="0"/>
                                  </p:stCondLst>
                                  <p:childTnLst>
                                    <p:animClr clrSpc="rgb" dir="cw">
                                      <p:cBhvr override="childStyle">
                                        <p:cTn id="373" dur="1000" fill="hold"/>
                                        <p:tgtEl>
                                          <p:spTgt spid="78"/>
                                        </p:tgtEl>
                                        <p:attrNameLst>
                                          <p:attrName>style.color</p:attrName>
                                        </p:attrNameLst>
                                      </p:cBhvr>
                                      <p:to>
                                        <a:srgbClr val="8E0000"/>
                                      </p:to>
                                    </p:animClr>
                                  </p:childTnLst>
                                </p:cTn>
                              </p:par>
                              <p:par>
                                <p:cTn id="374" presetID="1" presetClass="emph" presetSubtype="2" fill="hold" nodeType="withEffect">
                                  <p:stCondLst>
                                    <p:cond delay="0"/>
                                  </p:stCondLst>
                                  <p:childTnLst>
                                    <p:animClr clrSpc="rgb" dir="cw">
                                      <p:cBhvr>
                                        <p:cTn id="375" dur="1000" fill="hold"/>
                                        <p:tgtEl>
                                          <p:spTgt spid="78"/>
                                        </p:tgtEl>
                                        <p:attrNameLst>
                                          <p:attrName>fillcolor</p:attrName>
                                        </p:attrNameLst>
                                      </p:cBhvr>
                                      <p:to>
                                        <a:srgbClr val="C1E4F5"/>
                                      </p:to>
                                    </p:animClr>
                                    <p:set>
                                      <p:cBhvr>
                                        <p:cTn id="376" dur="1000" fill="hold"/>
                                        <p:tgtEl>
                                          <p:spTgt spid="78"/>
                                        </p:tgtEl>
                                        <p:attrNameLst>
                                          <p:attrName>fill.type</p:attrName>
                                        </p:attrNameLst>
                                      </p:cBhvr>
                                      <p:to>
                                        <p:strVal val="solid"/>
                                      </p:to>
                                    </p:set>
                                    <p:set>
                                      <p:cBhvr>
                                        <p:cTn id="377" dur="1000" fill="hold"/>
                                        <p:tgtEl>
                                          <p:spTgt spid="78"/>
                                        </p:tgtEl>
                                        <p:attrNameLst>
                                          <p:attrName>fill.on</p:attrName>
                                        </p:attrNameLst>
                                      </p:cBhvr>
                                      <p:to>
                                        <p:strVal val="true"/>
                                      </p:to>
                                    </p:set>
                                  </p:childTnLst>
                                </p:cTn>
                              </p:par>
                              <p:par>
                                <p:cTn id="378" presetID="42" presetClass="path" presetSubtype="0" accel="50000" decel="50000" fill="hold" grpId="2" nodeType="withEffect">
                                  <p:stCondLst>
                                    <p:cond delay="0"/>
                                  </p:stCondLst>
                                  <p:childTnLst>
                                    <p:animMotion origin="layout" path="M -0.08894 -0.00694 L -0.20391 0.16413 " pathEditMode="relative" rAng="0" ptsTypes="AA">
                                      <p:cBhvr>
                                        <p:cTn id="379" dur="1500" fill="hold"/>
                                        <p:tgtEl>
                                          <p:spTgt spid="151"/>
                                        </p:tgtEl>
                                        <p:attrNameLst>
                                          <p:attrName>ppt_x</p:attrName>
                                          <p:attrName>ppt_y</p:attrName>
                                        </p:attrNameLst>
                                      </p:cBhvr>
                                      <p:rCtr x="-5755" y="8542"/>
                                    </p:animMotion>
                                  </p:childTnLst>
                                </p:cTn>
                              </p:par>
                              <p:par>
                                <p:cTn id="380" presetID="3" presetClass="emph" presetSubtype="2" fill="hold" grpId="3" nodeType="withEffect">
                                  <p:stCondLst>
                                    <p:cond delay="0"/>
                                  </p:stCondLst>
                                  <p:childTnLst>
                                    <p:animClr clrSpc="rgb" dir="cw">
                                      <p:cBhvr override="childStyle">
                                        <p:cTn id="381" dur="1000" fill="hold"/>
                                        <p:tgtEl>
                                          <p:spTgt spid="151"/>
                                        </p:tgtEl>
                                        <p:attrNameLst>
                                          <p:attrName>style.color</p:attrName>
                                        </p:attrNameLst>
                                      </p:cBhvr>
                                      <p:to>
                                        <a:srgbClr val="95DCF7"/>
                                      </p:to>
                                    </p:animClr>
                                  </p:childTnLst>
                                </p:cTn>
                              </p:par>
                              <p:par>
                                <p:cTn id="382" presetID="64" presetClass="path" presetSubtype="0" accel="50000" decel="50000" fill="hold" grpId="1" nodeType="withEffect">
                                  <p:stCondLst>
                                    <p:cond delay="500"/>
                                  </p:stCondLst>
                                  <p:childTnLst>
                                    <p:animMotion origin="layout" path="M 1.04167E-6 1.11111E-6 L 0.10859 -0.16967 " pathEditMode="relative" rAng="0" ptsTypes="AA">
                                      <p:cBhvr>
                                        <p:cTn id="383" dur="1500" fill="hold"/>
                                        <p:tgtEl>
                                          <p:spTgt spid="114"/>
                                        </p:tgtEl>
                                        <p:attrNameLst>
                                          <p:attrName>ppt_x</p:attrName>
                                          <p:attrName>ppt_y</p:attrName>
                                        </p:attrNameLst>
                                      </p:cBhvr>
                                      <p:rCtr x="5378" y="-8542"/>
                                    </p:animMotion>
                                  </p:childTnLst>
                                </p:cTn>
                              </p:par>
                              <p:par>
                                <p:cTn id="384" presetID="64" presetClass="path" presetSubtype="0" accel="50000" decel="50000" fill="hold" grpId="1" nodeType="withEffect">
                                  <p:stCondLst>
                                    <p:cond delay="500"/>
                                  </p:stCondLst>
                                  <p:childTnLst>
                                    <p:animMotion origin="layout" path="M 1.45833E-6 -7.40741E-7 L 0.11588 -0.17083 " pathEditMode="relative" rAng="0" ptsTypes="AA">
                                      <p:cBhvr>
                                        <p:cTn id="385" dur="1500" fill="hold"/>
                                        <p:tgtEl>
                                          <p:spTgt spid="157"/>
                                        </p:tgtEl>
                                        <p:attrNameLst>
                                          <p:attrName>ppt_x</p:attrName>
                                          <p:attrName>ppt_y</p:attrName>
                                        </p:attrNameLst>
                                      </p:cBhvr>
                                      <p:rCtr x="5781" y="-8611"/>
                                    </p:animMotion>
                                  </p:childTnLst>
                                </p:cTn>
                              </p:par>
                            </p:childTnLst>
                          </p:cTn>
                        </p:par>
                        <p:par>
                          <p:cTn id="386" fill="hold">
                            <p:stCondLst>
                              <p:cond delay="5000"/>
                            </p:stCondLst>
                            <p:childTnLst>
                              <p:par>
                                <p:cTn id="387" presetID="42" presetClass="path" presetSubtype="0" accel="50000" decel="50000" fill="hold" grpId="2" nodeType="afterEffect">
                                  <p:stCondLst>
                                    <p:cond delay="1000"/>
                                  </p:stCondLst>
                                  <p:childTnLst>
                                    <p:animMotion origin="layout" path="M 0.10924 -0.17014 L 0.04805 -0.11898 " pathEditMode="relative" rAng="0" ptsTypes="AA">
                                      <p:cBhvr>
                                        <p:cTn id="388" dur="1500" fill="hold"/>
                                        <p:tgtEl>
                                          <p:spTgt spid="114"/>
                                        </p:tgtEl>
                                        <p:attrNameLst>
                                          <p:attrName>ppt_x</p:attrName>
                                          <p:attrName>ppt_y</p:attrName>
                                        </p:attrNameLst>
                                      </p:cBhvr>
                                      <p:rCtr x="-3047" y="2546"/>
                                    </p:animMotion>
                                  </p:childTnLst>
                                </p:cTn>
                              </p:par>
                              <p:par>
                                <p:cTn id="389" presetID="42" presetClass="path" presetSubtype="0" accel="50000" decel="50000" fill="hold" grpId="2" nodeType="withEffect">
                                  <p:stCondLst>
                                    <p:cond delay="1000"/>
                                  </p:stCondLst>
                                  <p:childTnLst>
                                    <p:animMotion origin="layout" path="M 0.11523 -0.17037 L 0.02096 -0.16342 " pathEditMode="relative" rAng="0" ptsTypes="AA">
                                      <p:cBhvr>
                                        <p:cTn id="390" dur="1500" fill="hold"/>
                                        <p:tgtEl>
                                          <p:spTgt spid="157"/>
                                        </p:tgtEl>
                                        <p:attrNameLst>
                                          <p:attrName>ppt_x</p:attrName>
                                          <p:attrName>ppt_y</p:attrName>
                                        </p:attrNameLst>
                                      </p:cBhvr>
                                      <p:rCtr x="-4648" y="347"/>
                                    </p:animMotion>
                                  </p:childTnLst>
                                </p:cTn>
                              </p:par>
                              <p:par>
                                <p:cTn id="391" presetID="64" presetClass="path" presetSubtype="0" accel="50000" decel="50000" fill="hold" grpId="2" nodeType="withEffect">
                                  <p:stCondLst>
                                    <p:cond delay="1500"/>
                                  </p:stCondLst>
                                  <p:childTnLst>
                                    <p:animMotion origin="layout" path="M 0.03191 -0.05555 L 0.09258 -0.10625 " pathEditMode="relative" rAng="0" ptsTypes="AA">
                                      <p:cBhvr>
                                        <p:cTn id="392" dur="1500" fill="hold"/>
                                        <p:tgtEl>
                                          <p:spTgt spid="80"/>
                                        </p:tgtEl>
                                        <p:attrNameLst>
                                          <p:attrName>ppt_x</p:attrName>
                                          <p:attrName>ppt_y</p:attrName>
                                        </p:attrNameLst>
                                      </p:cBhvr>
                                      <p:rCtr x="3021" y="-2593"/>
                                    </p:animMotion>
                                  </p:childTnLst>
                                </p:cTn>
                              </p:par>
                              <p:par>
                                <p:cTn id="393" presetID="64" presetClass="path" presetSubtype="0" accel="50000" decel="50000" fill="hold" grpId="2" nodeType="withEffect">
                                  <p:stCondLst>
                                    <p:cond delay="1500"/>
                                  </p:stCondLst>
                                  <p:childTnLst>
                                    <p:animMotion origin="layout" path="M 0.03112 -0.05741 L 0.12461 -0.06598 " pathEditMode="relative" rAng="0" ptsTypes="AA">
                                      <p:cBhvr>
                                        <p:cTn id="394" dur="1500" fill="hold"/>
                                        <p:tgtEl>
                                          <p:spTgt spid="153"/>
                                        </p:tgtEl>
                                        <p:attrNameLst>
                                          <p:attrName>ppt_x</p:attrName>
                                          <p:attrName>ppt_y</p:attrName>
                                        </p:attrNameLst>
                                      </p:cBhvr>
                                      <p:rCtr x="4622" y="-463"/>
                                    </p:animMotion>
                                  </p:childTnLst>
                                </p:cTn>
                              </p:par>
                            </p:childTnLst>
                          </p:cTn>
                        </p:par>
                        <p:par>
                          <p:cTn id="395" fill="hold">
                            <p:stCondLst>
                              <p:cond delay="8000"/>
                            </p:stCondLst>
                            <p:childTnLst>
                              <p:par>
                                <p:cTn id="396" presetID="42" presetClass="path" presetSubtype="0" accel="50000" decel="50000" fill="hold" grpId="3" nodeType="afterEffect">
                                  <p:stCondLst>
                                    <p:cond delay="500"/>
                                  </p:stCondLst>
                                  <p:childTnLst>
                                    <p:animMotion origin="layout" path="M 0.04792 -0.11898 L 0.07956 -0.06713 " pathEditMode="relative" rAng="0" ptsTypes="AA">
                                      <p:cBhvr>
                                        <p:cTn id="397" dur="1500" fill="hold"/>
                                        <p:tgtEl>
                                          <p:spTgt spid="114"/>
                                        </p:tgtEl>
                                        <p:attrNameLst>
                                          <p:attrName>ppt_x</p:attrName>
                                          <p:attrName>ppt_y</p:attrName>
                                        </p:attrNameLst>
                                      </p:cBhvr>
                                      <p:rCtr x="1576" y="2593"/>
                                    </p:animMotion>
                                  </p:childTnLst>
                                </p:cTn>
                              </p:par>
                              <p:par>
                                <p:cTn id="398" presetID="42" presetClass="path" presetSubtype="0" accel="50000" decel="50000" fill="hold" grpId="3" nodeType="withEffect">
                                  <p:stCondLst>
                                    <p:cond delay="500"/>
                                  </p:stCondLst>
                                  <p:childTnLst>
                                    <p:animMotion origin="layout" path="M 0.02239 -0.16227 L 0.10286 -0.07037 " pathEditMode="relative" rAng="0" ptsTypes="AA">
                                      <p:cBhvr>
                                        <p:cTn id="399" dur="1500" fill="hold"/>
                                        <p:tgtEl>
                                          <p:spTgt spid="157"/>
                                        </p:tgtEl>
                                        <p:attrNameLst>
                                          <p:attrName>ppt_x</p:attrName>
                                          <p:attrName>ppt_y</p:attrName>
                                        </p:attrNameLst>
                                      </p:cBhvr>
                                      <p:rCtr x="4023" y="4583"/>
                                    </p:animMotion>
                                  </p:childTnLst>
                                </p:cTn>
                              </p:par>
                              <p:par>
                                <p:cTn id="400" presetID="64" presetClass="path" presetSubtype="0" accel="50000" decel="50000" fill="hold" grpId="1" nodeType="withEffect">
                                  <p:stCondLst>
                                    <p:cond delay="1000"/>
                                  </p:stCondLst>
                                  <p:childTnLst>
                                    <p:animMotion origin="layout" path="M 3.95833E-6 2.22222E-6 L -0.03138 -0.05162 " pathEditMode="relative" rAng="0" ptsTypes="AA">
                                      <p:cBhvr>
                                        <p:cTn id="401" dur="1500" fill="hold"/>
                                        <p:tgtEl>
                                          <p:spTgt spid="81"/>
                                        </p:tgtEl>
                                        <p:attrNameLst>
                                          <p:attrName>ppt_x</p:attrName>
                                          <p:attrName>ppt_y</p:attrName>
                                        </p:attrNameLst>
                                      </p:cBhvr>
                                      <p:rCtr x="-1641" y="-2616"/>
                                    </p:animMotion>
                                  </p:childTnLst>
                                </p:cTn>
                              </p:par>
                              <p:par>
                                <p:cTn id="402" presetID="64" presetClass="path" presetSubtype="0" accel="50000" decel="50000" fill="hold" grpId="1" nodeType="withEffect">
                                  <p:stCondLst>
                                    <p:cond delay="1000"/>
                                  </p:stCondLst>
                                  <p:childTnLst>
                                    <p:animMotion origin="layout" path="M -4.16667E-6 -4.81481E-6 L -0.08256 -0.09375 " pathEditMode="relative" rAng="0" ptsTypes="AA">
                                      <p:cBhvr>
                                        <p:cTn id="403" dur="1500" fill="hold"/>
                                        <p:tgtEl>
                                          <p:spTgt spid="154"/>
                                        </p:tgtEl>
                                        <p:attrNameLst>
                                          <p:attrName>ppt_x</p:attrName>
                                          <p:attrName>ppt_y</p:attrName>
                                        </p:attrNameLst>
                                      </p:cBhvr>
                                      <p:rCtr x="-4062" y="-4676"/>
                                    </p:animMotion>
                                  </p:childTnLst>
                                </p:cTn>
                              </p:par>
                            </p:childTnLst>
                          </p:cTn>
                        </p:par>
                        <p:par>
                          <p:cTn id="404" fill="hold">
                            <p:stCondLst>
                              <p:cond delay="10500"/>
                            </p:stCondLst>
                            <p:childTnLst>
                              <p:par>
                                <p:cTn id="405" presetID="42" presetClass="entr" presetSubtype="0" fill="hold" grpId="0" nodeType="afterEffect">
                                  <p:stCondLst>
                                    <p:cond delay="500"/>
                                  </p:stCondLst>
                                  <p:childTnLst>
                                    <p:set>
                                      <p:cBhvr>
                                        <p:cTn id="406" dur="1" fill="hold">
                                          <p:stCondLst>
                                            <p:cond delay="0"/>
                                          </p:stCondLst>
                                        </p:cTn>
                                        <p:tgtEl>
                                          <p:spTgt spid="63"/>
                                        </p:tgtEl>
                                        <p:attrNameLst>
                                          <p:attrName>style.visibility</p:attrName>
                                        </p:attrNameLst>
                                      </p:cBhvr>
                                      <p:to>
                                        <p:strVal val="visible"/>
                                      </p:to>
                                    </p:set>
                                    <p:animEffect transition="in" filter="fade">
                                      <p:cBhvr>
                                        <p:cTn id="407" dur="1000"/>
                                        <p:tgtEl>
                                          <p:spTgt spid="63"/>
                                        </p:tgtEl>
                                      </p:cBhvr>
                                    </p:animEffect>
                                    <p:anim calcmode="lin" valueType="num">
                                      <p:cBhvr>
                                        <p:cTn id="408" dur="1000" fill="hold"/>
                                        <p:tgtEl>
                                          <p:spTgt spid="63"/>
                                        </p:tgtEl>
                                        <p:attrNameLst>
                                          <p:attrName>ppt_x</p:attrName>
                                        </p:attrNameLst>
                                      </p:cBhvr>
                                      <p:tavLst>
                                        <p:tav tm="0">
                                          <p:val>
                                            <p:strVal val="#ppt_x"/>
                                          </p:val>
                                        </p:tav>
                                        <p:tav tm="100000">
                                          <p:val>
                                            <p:strVal val="#ppt_x"/>
                                          </p:val>
                                        </p:tav>
                                      </p:tavLst>
                                    </p:anim>
                                    <p:anim calcmode="lin" valueType="num">
                                      <p:cBhvr>
                                        <p:cTn id="409" dur="1000" fill="hold"/>
                                        <p:tgtEl>
                                          <p:spTgt spid="63"/>
                                        </p:tgtEl>
                                        <p:attrNameLst>
                                          <p:attrName>ppt_y</p:attrName>
                                        </p:attrNameLst>
                                      </p:cBhvr>
                                      <p:tavLst>
                                        <p:tav tm="0">
                                          <p:val>
                                            <p:strVal val="#ppt_y+.1"/>
                                          </p:val>
                                        </p:tav>
                                        <p:tav tm="100000">
                                          <p:val>
                                            <p:strVal val="#ppt_y"/>
                                          </p:val>
                                        </p:tav>
                                      </p:tavLst>
                                    </p:anim>
                                  </p:childTnLst>
                                </p:cTn>
                              </p:par>
                            </p:childTnLst>
                          </p:cTn>
                        </p:par>
                        <p:par>
                          <p:cTn id="410" fill="hold">
                            <p:stCondLst>
                              <p:cond delay="12000"/>
                            </p:stCondLst>
                            <p:childTnLst>
                              <p:par>
                                <p:cTn id="411" presetID="42" presetClass="path" presetSubtype="0" accel="50000" decel="50000" fill="hold" grpId="2" nodeType="afterEffect">
                                  <p:stCondLst>
                                    <p:cond delay="500"/>
                                  </p:stCondLst>
                                  <p:childTnLst>
                                    <p:animMotion origin="layout" path="M -3.95833E-6 -1.48148E-6 L -0.2483 0.45208 " pathEditMode="relative" rAng="0" ptsTypes="AA">
                                      <p:cBhvr>
                                        <p:cTn id="412" dur="1500" fill="hold"/>
                                        <p:tgtEl>
                                          <p:spTgt spid="134"/>
                                        </p:tgtEl>
                                        <p:attrNameLst>
                                          <p:attrName>ppt_x</p:attrName>
                                          <p:attrName>ppt_y</p:attrName>
                                        </p:attrNameLst>
                                      </p:cBhvr>
                                      <p:rCtr x="-12422" y="22593"/>
                                    </p:animMotion>
                                  </p:childTnLst>
                                </p:cTn>
                              </p:par>
                              <p:par>
                                <p:cTn id="413" presetID="42" presetClass="path" presetSubtype="0" accel="50000" decel="50000" fill="hold" grpId="2" nodeType="withEffect">
                                  <p:stCondLst>
                                    <p:cond delay="500"/>
                                  </p:stCondLst>
                                  <p:childTnLst>
                                    <p:animMotion origin="layout" path="M -0.1 -0.05046 L -0.24714 0.38496 " pathEditMode="relative" rAng="0" ptsTypes="AA">
                                      <p:cBhvr>
                                        <p:cTn id="414" dur="1500" fill="hold"/>
                                        <p:tgtEl>
                                          <p:spTgt spid="62"/>
                                        </p:tgtEl>
                                        <p:attrNameLst>
                                          <p:attrName>ppt_x</p:attrName>
                                          <p:attrName>ppt_y</p:attrName>
                                        </p:attrNameLst>
                                      </p:cBhvr>
                                      <p:rCtr x="-7357" y="21759"/>
                                    </p:animMotion>
                                  </p:childTnLst>
                                </p:cTn>
                              </p:par>
                              <p:par>
                                <p:cTn id="415" presetID="10" presetClass="exit" presetSubtype="0" fill="hold" grpId="3" nodeType="withEffect">
                                  <p:stCondLst>
                                    <p:cond delay="1500"/>
                                  </p:stCondLst>
                                  <p:childTnLst>
                                    <p:animEffect transition="out" filter="fade">
                                      <p:cBhvr>
                                        <p:cTn id="416" dur="750"/>
                                        <p:tgtEl>
                                          <p:spTgt spid="62"/>
                                        </p:tgtEl>
                                      </p:cBhvr>
                                    </p:animEffect>
                                    <p:set>
                                      <p:cBhvr>
                                        <p:cTn id="417" dur="1" fill="hold">
                                          <p:stCondLst>
                                            <p:cond delay="749"/>
                                          </p:stCondLst>
                                        </p:cTn>
                                        <p:tgtEl>
                                          <p:spTgt spid="62"/>
                                        </p:tgtEl>
                                        <p:attrNameLst>
                                          <p:attrName>style.visibility</p:attrName>
                                        </p:attrNameLst>
                                      </p:cBhvr>
                                      <p:to>
                                        <p:strVal val="hidden"/>
                                      </p:to>
                                    </p:set>
                                  </p:childTnLst>
                                </p:cTn>
                              </p:par>
                            </p:childTnLst>
                          </p:cTn>
                        </p:par>
                        <p:par>
                          <p:cTn id="418" fill="hold">
                            <p:stCondLst>
                              <p:cond delay="14250"/>
                            </p:stCondLst>
                            <p:childTnLst>
                              <p:par>
                                <p:cTn id="419" presetID="16" presetClass="entr" presetSubtype="21" fill="hold" grpId="0" nodeType="afterEffect">
                                  <p:stCondLst>
                                    <p:cond delay="0"/>
                                  </p:stCondLst>
                                  <p:childTnLst>
                                    <p:set>
                                      <p:cBhvr>
                                        <p:cTn id="420" dur="1" fill="hold">
                                          <p:stCondLst>
                                            <p:cond delay="0"/>
                                          </p:stCondLst>
                                        </p:cTn>
                                        <p:tgtEl>
                                          <p:spTgt spid="119"/>
                                        </p:tgtEl>
                                        <p:attrNameLst>
                                          <p:attrName>style.visibility</p:attrName>
                                        </p:attrNameLst>
                                      </p:cBhvr>
                                      <p:to>
                                        <p:strVal val="visible"/>
                                      </p:to>
                                    </p:set>
                                    <p:animEffect transition="in" filter="barn(inVertical)">
                                      <p:cBhvr>
                                        <p:cTn id="421" dur="1000"/>
                                        <p:tgtEl>
                                          <p:spTgt spid="119"/>
                                        </p:tgtEl>
                                      </p:cBhvr>
                                    </p:animEffect>
                                  </p:childTnLst>
                                </p:cTn>
                              </p:par>
                            </p:childTnLst>
                          </p:cTn>
                        </p:par>
                      </p:childTnLst>
                    </p:cTn>
                  </p:par>
                  <p:par>
                    <p:cTn id="422" fill="hold">
                      <p:stCondLst>
                        <p:cond delay="indefinite"/>
                      </p:stCondLst>
                      <p:childTnLst>
                        <p:par>
                          <p:cTn id="423" fill="hold">
                            <p:stCondLst>
                              <p:cond delay="0"/>
                            </p:stCondLst>
                            <p:childTnLst>
                              <p:par>
                                <p:cTn id="424" presetID="32" presetClass="emph" presetSubtype="0" fill="hold" grpId="3" nodeType="clickEffect">
                                  <p:stCondLst>
                                    <p:cond delay="0"/>
                                  </p:stCondLst>
                                  <p:childTnLst>
                                    <p:animRot by="120000">
                                      <p:cBhvr>
                                        <p:cTn id="425" dur="100" fill="hold">
                                          <p:stCondLst>
                                            <p:cond delay="0"/>
                                          </p:stCondLst>
                                        </p:cTn>
                                        <p:tgtEl>
                                          <p:spTgt spid="3"/>
                                        </p:tgtEl>
                                        <p:attrNameLst>
                                          <p:attrName>r</p:attrName>
                                        </p:attrNameLst>
                                      </p:cBhvr>
                                    </p:animRot>
                                    <p:animRot by="-240000">
                                      <p:cBhvr>
                                        <p:cTn id="426" dur="200" fill="hold">
                                          <p:stCondLst>
                                            <p:cond delay="200"/>
                                          </p:stCondLst>
                                        </p:cTn>
                                        <p:tgtEl>
                                          <p:spTgt spid="3"/>
                                        </p:tgtEl>
                                        <p:attrNameLst>
                                          <p:attrName>r</p:attrName>
                                        </p:attrNameLst>
                                      </p:cBhvr>
                                    </p:animRot>
                                    <p:animRot by="240000">
                                      <p:cBhvr>
                                        <p:cTn id="427" dur="200" fill="hold">
                                          <p:stCondLst>
                                            <p:cond delay="400"/>
                                          </p:stCondLst>
                                        </p:cTn>
                                        <p:tgtEl>
                                          <p:spTgt spid="3"/>
                                        </p:tgtEl>
                                        <p:attrNameLst>
                                          <p:attrName>r</p:attrName>
                                        </p:attrNameLst>
                                      </p:cBhvr>
                                    </p:animRot>
                                    <p:animRot by="-240000">
                                      <p:cBhvr>
                                        <p:cTn id="428" dur="200" fill="hold">
                                          <p:stCondLst>
                                            <p:cond delay="600"/>
                                          </p:stCondLst>
                                        </p:cTn>
                                        <p:tgtEl>
                                          <p:spTgt spid="3"/>
                                        </p:tgtEl>
                                        <p:attrNameLst>
                                          <p:attrName>r</p:attrName>
                                        </p:attrNameLst>
                                      </p:cBhvr>
                                    </p:animRot>
                                    <p:animRot by="120000">
                                      <p:cBhvr>
                                        <p:cTn id="429" dur="200" fill="hold">
                                          <p:stCondLst>
                                            <p:cond delay="800"/>
                                          </p:stCondLst>
                                        </p:cTn>
                                        <p:tgtEl>
                                          <p:spTgt spid="3"/>
                                        </p:tgtEl>
                                        <p:attrNameLst>
                                          <p:attrName>r</p:attrName>
                                        </p:attrNameLst>
                                      </p:cBhvr>
                                    </p:animRot>
                                  </p:childTnLst>
                                </p:cTn>
                              </p:par>
                            </p:childTnLst>
                          </p:cTn>
                        </p:par>
                      </p:childTnLst>
                    </p:cTn>
                  </p:par>
                  <p:par>
                    <p:cTn id="430" fill="hold">
                      <p:stCondLst>
                        <p:cond delay="indefinite"/>
                      </p:stCondLst>
                      <p:childTnLst>
                        <p:par>
                          <p:cTn id="431" fill="hold">
                            <p:stCondLst>
                              <p:cond delay="0"/>
                            </p:stCondLst>
                            <p:childTnLst>
                              <p:par>
                                <p:cTn id="432" presetID="8" presetClass="emph" presetSubtype="0" fill="hold" grpId="3" nodeType="clickEffect">
                                  <p:stCondLst>
                                    <p:cond delay="0"/>
                                  </p:stCondLst>
                                  <p:childTnLst>
                                    <p:animRot by="21600000">
                                      <p:cBhvr>
                                        <p:cTn id="433" dur="1500" fill="hold"/>
                                        <p:tgtEl>
                                          <p:spTgt spid="80"/>
                                        </p:tgtEl>
                                        <p:attrNameLst>
                                          <p:attrName>r</p:attrName>
                                        </p:attrNameLst>
                                      </p:cBhvr>
                                    </p:animRot>
                                  </p:childTnLst>
                                </p:cTn>
                              </p:par>
                            </p:childTnLst>
                          </p:cTn>
                        </p:par>
                        <p:par>
                          <p:cTn id="434" fill="hold">
                            <p:stCondLst>
                              <p:cond delay="1500"/>
                            </p:stCondLst>
                            <p:childTnLst>
                              <p:par>
                                <p:cTn id="435" presetID="1" presetClass="entr" presetSubtype="0" fill="hold" grpId="0" nodeType="afterEffect">
                                  <p:stCondLst>
                                    <p:cond delay="0"/>
                                  </p:stCondLst>
                                  <p:childTnLst>
                                    <p:set>
                                      <p:cBhvr>
                                        <p:cTn id="436" dur="1" fill="hold">
                                          <p:stCondLst>
                                            <p:cond delay="0"/>
                                          </p:stCondLst>
                                        </p:cTn>
                                        <p:tgtEl>
                                          <p:spTgt spid="130"/>
                                        </p:tgtEl>
                                        <p:attrNameLst>
                                          <p:attrName>style.visibility</p:attrName>
                                        </p:attrNameLst>
                                      </p:cBhvr>
                                      <p:to>
                                        <p:strVal val="visible"/>
                                      </p:to>
                                    </p:set>
                                  </p:childTnLst>
                                </p:cTn>
                              </p:par>
                              <p:par>
                                <p:cTn id="437" presetID="35" presetClass="path" presetSubtype="0" accel="50000" decel="50000" fill="hold" grpId="1" nodeType="withEffect">
                                  <p:stCondLst>
                                    <p:cond delay="0"/>
                                  </p:stCondLst>
                                  <p:childTnLst>
                                    <p:animMotion origin="layout" path="M -3.54167E-6 1.48148E-6 L -0.09973 -0.03634 " pathEditMode="relative" rAng="0" ptsTypes="AA">
                                      <p:cBhvr>
                                        <p:cTn id="438" dur="1500" fill="hold"/>
                                        <p:tgtEl>
                                          <p:spTgt spid="130"/>
                                        </p:tgtEl>
                                        <p:attrNameLst>
                                          <p:attrName>ppt_x</p:attrName>
                                          <p:attrName>ppt_y</p:attrName>
                                        </p:attrNameLst>
                                      </p:cBhvr>
                                      <p:rCtr x="-4948" y="-1875"/>
                                    </p:animMotion>
                                  </p:childTnLst>
                                </p:cTn>
                              </p:par>
                              <p:par>
                                <p:cTn id="439" presetID="1" presetClass="entr" presetSubtype="0" fill="hold" grpId="0" nodeType="withEffect">
                                  <p:stCondLst>
                                    <p:cond delay="0"/>
                                  </p:stCondLst>
                                  <p:childTnLst>
                                    <p:set>
                                      <p:cBhvr>
                                        <p:cTn id="440" dur="1" fill="hold">
                                          <p:stCondLst>
                                            <p:cond delay="0"/>
                                          </p:stCondLst>
                                        </p:cTn>
                                        <p:tgtEl>
                                          <p:spTgt spid="64"/>
                                        </p:tgtEl>
                                        <p:attrNameLst>
                                          <p:attrName>style.visibility</p:attrName>
                                        </p:attrNameLst>
                                      </p:cBhvr>
                                      <p:to>
                                        <p:strVal val="visible"/>
                                      </p:to>
                                    </p:set>
                                  </p:childTnLst>
                                </p:cTn>
                              </p:par>
                              <p:par>
                                <p:cTn id="441" presetID="35" presetClass="path" presetSubtype="0" accel="50000" decel="50000" fill="hold" grpId="1" nodeType="withEffect">
                                  <p:stCondLst>
                                    <p:cond delay="0"/>
                                  </p:stCondLst>
                                  <p:childTnLst>
                                    <p:animMotion origin="layout" path="M -4.375E-6 -1.48148E-6 L -0.09947 -0.05 " pathEditMode="relative" rAng="0" ptsTypes="AA">
                                      <p:cBhvr>
                                        <p:cTn id="442" dur="1500" fill="hold"/>
                                        <p:tgtEl>
                                          <p:spTgt spid="64"/>
                                        </p:tgtEl>
                                        <p:attrNameLst>
                                          <p:attrName>ppt_x</p:attrName>
                                          <p:attrName>ppt_y</p:attrName>
                                        </p:attrNameLst>
                                      </p:cBhvr>
                                      <p:rCtr x="-4974" y="-2500"/>
                                    </p:animMotion>
                                  </p:childTnLst>
                                </p:cTn>
                              </p:par>
                            </p:childTnLst>
                          </p:cTn>
                        </p:par>
                        <p:par>
                          <p:cTn id="443" fill="hold">
                            <p:stCondLst>
                              <p:cond delay="3000"/>
                            </p:stCondLst>
                            <p:childTnLst>
                              <p:par>
                                <p:cTn id="444" presetID="42" presetClass="path" presetSubtype="0" accel="50000" decel="50000" fill="hold" grpId="4" nodeType="afterEffect">
                                  <p:stCondLst>
                                    <p:cond delay="0"/>
                                  </p:stCondLst>
                                  <p:childTnLst>
                                    <p:animMotion origin="layout" path="M 0.09323 -0.10671 L 0.17748 -0.0037 " pathEditMode="relative" rAng="0" ptsTypes="AA">
                                      <p:cBhvr>
                                        <p:cTn id="445" dur="1500" fill="hold"/>
                                        <p:tgtEl>
                                          <p:spTgt spid="80"/>
                                        </p:tgtEl>
                                        <p:attrNameLst>
                                          <p:attrName>ppt_x</p:attrName>
                                          <p:attrName>ppt_y</p:attrName>
                                        </p:attrNameLst>
                                      </p:cBhvr>
                                      <p:rCtr x="4206" y="5139"/>
                                    </p:animMotion>
                                  </p:childTnLst>
                                </p:cTn>
                              </p:par>
                              <p:par>
                                <p:cTn id="446" presetID="3" presetClass="emph" presetSubtype="2" fill="hold" grpId="5" nodeType="withEffect">
                                  <p:stCondLst>
                                    <p:cond delay="0"/>
                                  </p:stCondLst>
                                  <p:childTnLst>
                                    <p:animClr clrSpc="rgb" dir="cw">
                                      <p:cBhvr override="childStyle">
                                        <p:cTn id="447" dur="1000" fill="hold"/>
                                        <p:tgtEl>
                                          <p:spTgt spid="80"/>
                                        </p:tgtEl>
                                        <p:attrNameLst>
                                          <p:attrName>style.color</p:attrName>
                                        </p:attrNameLst>
                                      </p:cBhvr>
                                      <p:to>
                                        <a:srgbClr val="8E0000"/>
                                      </p:to>
                                    </p:animClr>
                                  </p:childTnLst>
                                </p:cTn>
                              </p:par>
                              <p:par>
                                <p:cTn id="448" presetID="1" presetClass="emph" presetSubtype="2" fill="hold" nodeType="withEffect">
                                  <p:stCondLst>
                                    <p:cond delay="0"/>
                                  </p:stCondLst>
                                  <p:childTnLst>
                                    <p:animClr clrSpc="rgb" dir="cw">
                                      <p:cBhvr>
                                        <p:cTn id="449" dur="1000" fill="hold"/>
                                        <p:tgtEl>
                                          <p:spTgt spid="80"/>
                                        </p:tgtEl>
                                        <p:attrNameLst>
                                          <p:attrName>fillcolor</p:attrName>
                                        </p:attrNameLst>
                                      </p:cBhvr>
                                      <p:to>
                                        <a:srgbClr val="C1E4F5"/>
                                      </p:to>
                                    </p:animClr>
                                    <p:set>
                                      <p:cBhvr>
                                        <p:cTn id="450" dur="1000" fill="hold"/>
                                        <p:tgtEl>
                                          <p:spTgt spid="80"/>
                                        </p:tgtEl>
                                        <p:attrNameLst>
                                          <p:attrName>fill.type</p:attrName>
                                        </p:attrNameLst>
                                      </p:cBhvr>
                                      <p:to>
                                        <p:strVal val="solid"/>
                                      </p:to>
                                    </p:set>
                                    <p:set>
                                      <p:cBhvr>
                                        <p:cTn id="451" dur="1000" fill="hold"/>
                                        <p:tgtEl>
                                          <p:spTgt spid="80"/>
                                        </p:tgtEl>
                                        <p:attrNameLst>
                                          <p:attrName>fill.on</p:attrName>
                                        </p:attrNameLst>
                                      </p:cBhvr>
                                      <p:to>
                                        <p:strVal val="true"/>
                                      </p:to>
                                    </p:set>
                                  </p:childTnLst>
                                </p:cTn>
                              </p:par>
                              <p:par>
                                <p:cTn id="452" presetID="42" presetClass="path" presetSubtype="0" accel="50000" decel="50000" fill="hold" grpId="3" nodeType="withEffect">
                                  <p:stCondLst>
                                    <p:cond delay="0"/>
                                  </p:stCondLst>
                                  <p:childTnLst>
                                    <p:animMotion origin="layout" path="M 0.12396 -0.06551 L 0.20873 0.03796 " pathEditMode="relative" rAng="0" ptsTypes="AA">
                                      <p:cBhvr>
                                        <p:cTn id="453" dur="1500" fill="hold"/>
                                        <p:tgtEl>
                                          <p:spTgt spid="153"/>
                                        </p:tgtEl>
                                        <p:attrNameLst>
                                          <p:attrName>ppt_x</p:attrName>
                                          <p:attrName>ppt_y</p:attrName>
                                        </p:attrNameLst>
                                      </p:cBhvr>
                                      <p:rCtr x="4232" y="5162"/>
                                    </p:animMotion>
                                  </p:childTnLst>
                                </p:cTn>
                              </p:par>
                              <p:par>
                                <p:cTn id="454" presetID="3" presetClass="emph" presetSubtype="2" fill="hold" grpId="4" nodeType="withEffect">
                                  <p:stCondLst>
                                    <p:cond delay="0"/>
                                  </p:stCondLst>
                                  <p:childTnLst>
                                    <p:animClr clrSpc="rgb" dir="cw">
                                      <p:cBhvr override="childStyle">
                                        <p:cTn id="455" dur="1000" fill="hold"/>
                                        <p:tgtEl>
                                          <p:spTgt spid="153"/>
                                        </p:tgtEl>
                                        <p:attrNameLst>
                                          <p:attrName>style.color</p:attrName>
                                        </p:attrNameLst>
                                      </p:cBhvr>
                                      <p:to>
                                        <a:srgbClr val="95DCF7"/>
                                      </p:to>
                                    </p:animClr>
                                  </p:childTnLst>
                                </p:cTn>
                              </p:par>
                              <p:par>
                                <p:cTn id="456" presetID="64" presetClass="path" presetSubtype="0" accel="50000" decel="50000" fill="hold" grpId="1" nodeType="withEffect">
                                  <p:stCondLst>
                                    <p:cond delay="500"/>
                                  </p:stCondLst>
                                  <p:childTnLst>
                                    <p:animMotion origin="layout" path="M 4.16667E-7 -7.40741E-7 L -0.08555 -0.10278 " pathEditMode="relative" rAng="0" ptsTypes="AA">
                                      <p:cBhvr>
                                        <p:cTn id="457" dur="1500" fill="hold"/>
                                        <p:tgtEl>
                                          <p:spTgt spid="113"/>
                                        </p:tgtEl>
                                        <p:attrNameLst>
                                          <p:attrName>ppt_x</p:attrName>
                                          <p:attrName>ppt_y</p:attrName>
                                        </p:attrNameLst>
                                      </p:cBhvr>
                                      <p:rCtr x="-4284" y="-5139"/>
                                    </p:animMotion>
                                  </p:childTnLst>
                                </p:cTn>
                              </p:par>
                              <p:par>
                                <p:cTn id="458" presetID="64" presetClass="path" presetSubtype="0" accel="50000" decel="50000" fill="hold" grpId="1" nodeType="withEffect">
                                  <p:stCondLst>
                                    <p:cond delay="500"/>
                                  </p:stCondLst>
                                  <p:childTnLst>
                                    <p:animMotion origin="layout" path="M -2.08333E-7 3.33333E-6 L -0.08516 -0.10301 " pathEditMode="relative" rAng="0" ptsTypes="AA">
                                      <p:cBhvr>
                                        <p:cTn id="459" dur="1500" fill="hold"/>
                                        <p:tgtEl>
                                          <p:spTgt spid="156"/>
                                        </p:tgtEl>
                                        <p:attrNameLst>
                                          <p:attrName>ppt_x</p:attrName>
                                          <p:attrName>ppt_y</p:attrName>
                                        </p:attrNameLst>
                                      </p:cBhvr>
                                      <p:rCtr x="-4310" y="-5139"/>
                                    </p:animMotion>
                                  </p:childTnLst>
                                </p:cTn>
                              </p:par>
                            </p:childTnLst>
                          </p:cTn>
                        </p:par>
                        <p:par>
                          <p:cTn id="460" fill="hold">
                            <p:stCondLst>
                              <p:cond delay="5000"/>
                            </p:stCondLst>
                            <p:childTnLst>
                              <p:par>
                                <p:cTn id="461" presetID="42" presetClass="entr" presetSubtype="0" fill="hold" grpId="0" nodeType="afterEffect">
                                  <p:stCondLst>
                                    <p:cond delay="500"/>
                                  </p:stCondLst>
                                  <p:iterate type="lt">
                                    <p:tmPct val="0"/>
                                  </p:iterate>
                                  <p:childTnLst>
                                    <p:set>
                                      <p:cBhvr>
                                        <p:cTn id="462" dur="1" fill="hold">
                                          <p:stCondLst>
                                            <p:cond delay="0"/>
                                          </p:stCondLst>
                                        </p:cTn>
                                        <p:tgtEl>
                                          <p:spTgt spid="65"/>
                                        </p:tgtEl>
                                        <p:attrNameLst>
                                          <p:attrName>style.visibility</p:attrName>
                                        </p:attrNameLst>
                                      </p:cBhvr>
                                      <p:to>
                                        <p:strVal val="visible"/>
                                      </p:to>
                                    </p:set>
                                    <p:animEffect transition="in" filter="fade">
                                      <p:cBhvr>
                                        <p:cTn id="463" dur="1000"/>
                                        <p:tgtEl>
                                          <p:spTgt spid="65"/>
                                        </p:tgtEl>
                                      </p:cBhvr>
                                    </p:animEffect>
                                    <p:anim calcmode="lin" valueType="num">
                                      <p:cBhvr>
                                        <p:cTn id="464" dur="1000" fill="hold"/>
                                        <p:tgtEl>
                                          <p:spTgt spid="65"/>
                                        </p:tgtEl>
                                        <p:attrNameLst>
                                          <p:attrName>ppt_x</p:attrName>
                                        </p:attrNameLst>
                                      </p:cBhvr>
                                      <p:tavLst>
                                        <p:tav tm="0">
                                          <p:val>
                                            <p:strVal val="#ppt_x"/>
                                          </p:val>
                                        </p:tav>
                                        <p:tav tm="100000">
                                          <p:val>
                                            <p:strVal val="#ppt_x"/>
                                          </p:val>
                                        </p:tav>
                                      </p:tavLst>
                                    </p:anim>
                                    <p:anim calcmode="lin" valueType="num">
                                      <p:cBhvr>
                                        <p:cTn id="465" dur="1000" fill="hold"/>
                                        <p:tgtEl>
                                          <p:spTgt spid="65"/>
                                        </p:tgtEl>
                                        <p:attrNameLst>
                                          <p:attrName>ppt_y</p:attrName>
                                        </p:attrNameLst>
                                      </p:cBhvr>
                                      <p:tavLst>
                                        <p:tav tm="0">
                                          <p:val>
                                            <p:strVal val="#ppt_y+.1"/>
                                          </p:val>
                                        </p:tav>
                                        <p:tav tm="100000">
                                          <p:val>
                                            <p:strVal val="#ppt_y"/>
                                          </p:val>
                                        </p:tav>
                                      </p:tavLst>
                                    </p:anim>
                                  </p:childTnLst>
                                </p:cTn>
                              </p:par>
                            </p:childTnLst>
                          </p:cTn>
                        </p:par>
                        <p:par>
                          <p:cTn id="466" fill="hold">
                            <p:stCondLst>
                              <p:cond delay="6500"/>
                            </p:stCondLst>
                            <p:childTnLst>
                              <p:par>
                                <p:cTn id="467" presetID="42" presetClass="path" presetSubtype="0" accel="50000" decel="50000" fill="hold" grpId="2" nodeType="afterEffect">
                                  <p:stCondLst>
                                    <p:cond delay="500"/>
                                  </p:stCondLst>
                                  <p:childTnLst>
                                    <p:animMotion origin="layout" path="M -0.09974 -0.03634 L -0.22382 0.30648 " pathEditMode="relative" rAng="0" ptsTypes="AA">
                                      <p:cBhvr>
                                        <p:cTn id="468" dur="1500" fill="hold"/>
                                        <p:tgtEl>
                                          <p:spTgt spid="130"/>
                                        </p:tgtEl>
                                        <p:attrNameLst>
                                          <p:attrName>ppt_x</p:attrName>
                                          <p:attrName>ppt_y</p:attrName>
                                        </p:attrNameLst>
                                      </p:cBhvr>
                                      <p:rCtr x="-6211" y="17130"/>
                                    </p:animMotion>
                                  </p:childTnLst>
                                </p:cTn>
                              </p:par>
                              <p:par>
                                <p:cTn id="469" presetID="42" presetClass="path" presetSubtype="0" accel="50000" decel="50000" fill="hold" grpId="2" nodeType="withEffect">
                                  <p:stCondLst>
                                    <p:cond delay="500"/>
                                  </p:stCondLst>
                                  <p:childTnLst>
                                    <p:animMotion origin="layout" path="M -0.09947 -0.05 L -0.21966 0.28681 " pathEditMode="relative" rAng="0" ptsTypes="AA">
                                      <p:cBhvr>
                                        <p:cTn id="470" dur="1500" fill="hold"/>
                                        <p:tgtEl>
                                          <p:spTgt spid="64"/>
                                        </p:tgtEl>
                                        <p:attrNameLst>
                                          <p:attrName>ppt_x</p:attrName>
                                          <p:attrName>ppt_y</p:attrName>
                                        </p:attrNameLst>
                                      </p:cBhvr>
                                      <p:rCtr x="-6016" y="16829"/>
                                    </p:animMotion>
                                  </p:childTnLst>
                                </p:cTn>
                              </p:par>
                              <p:par>
                                <p:cTn id="471" presetID="10" presetClass="exit" presetSubtype="0" fill="hold" grpId="3" nodeType="withEffect">
                                  <p:stCondLst>
                                    <p:cond delay="1500"/>
                                  </p:stCondLst>
                                  <p:childTnLst>
                                    <p:animEffect transition="out" filter="fade">
                                      <p:cBhvr>
                                        <p:cTn id="472" dur="750"/>
                                        <p:tgtEl>
                                          <p:spTgt spid="64"/>
                                        </p:tgtEl>
                                      </p:cBhvr>
                                    </p:animEffect>
                                    <p:set>
                                      <p:cBhvr>
                                        <p:cTn id="473" dur="1" fill="hold">
                                          <p:stCondLst>
                                            <p:cond delay="749"/>
                                          </p:stCondLst>
                                        </p:cTn>
                                        <p:tgtEl>
                                          <p:spTgt spid="64"/>
                                        </p:tgtEl>
                                        <p:attrNameLst>
                                          <p:attrName>style.visibility</p:attrName>
                                        </p:attrNameLst>
                                      </p:cBhvr>
                                      <p:to>
                                        <p:strVal val="hidden"/>
                                      </p:to>
                                    </p:set>
                                  </p:childTnLst>
                                </p:cTn>
                              </p:par>
                            </p:childTnLst>
                          </p:cTn>
                        </p:par>
                        <p:par>
                          <p:cTn id="474" fill="hold">
                            <p:stCondLst>
                              <p:cond delay="8750"/>
                            </p:stCondLst>
                            <p:childTnLst>
                              <p:par>
                                <p:cTn id="475" presetID="16" presetClass="entr" presetSubtype="21" fill="hold" grpId="0" nodeType="afterEffect">
                                  <p:stCondLst>
                                    <p:cond delay="0"/>
                                  </p:stCondLst>
                                  <p:childTnLst>
                                    <p:set>
                                      <p:cBhvr>
                                        <p:cTn id="476" dur="1" fill="hold">
                                          <p:stCondLst>
                                            <p:cond delay="0"/>
                                          </p:stCondLst>
                                        </p:cTn>
                                        <p:tgtEl>
                                          <p:spTgt spid="124"/>
                                        </p:tgtEl>
                                        <p:attrNameLst>
                                          <p:attrName>style.visibility</p:attrName>
                                        </p:attrNameLst>
                                      </p:cBhvr>
                                      <p:to>
                                        <p:strVal val="visible"/>
                                      </p:to>
                                    </p:set>
                                    <p:animEffect transition="in" filter="barn(inVertical)">
                                      <p:cBhvr>
                                        <p:cTn id="477" dur="1000"/>
                                        <p:tgtEl>
                                          <p:spTgt spid="124"/>
                                        </p:tgtEl>
                                      </p:cBhvr>
                                    </p:animEffect>
                                  </p:childTnLst>
                                </p:cTn>
                              </p:par>
                            </p:childTnLst>
                          </p:cTn>
                        </p:par>
                      </p:childTnLst>
                    </p:cTn>
                  </p:par>
                  <p:par>
                    <p:cTn id="478" fill="hold">
                      <p:stCondLst>
                        <p:cond delay="indefinite"/>
                      </p:stCondLst>
                      <p:childTnLst>
                        <p:par>
                          <p:cTn id="479" fill="hold">
                            <p:stCondLst>
                              <p:cond delay="0"/>
                            </p:stCondLst>
                            <p:childTnLst>
                              <p:par>
                                <p:cTn id="480" presetID="32" presetClass="emph" presetSubtype="0" fill="hold" grpId="4" nodeType="clickEffect">
                                  <p:stCondLst>
                                    <p:cond delay="0"/>
                                  </p:stCondLst>
                                  <p:childTnLst>
                                    <p:animRot by="120000">
                                      <p:cBhvr>
                                        <p:cTn id="481" dur="100" fill="hold">
                                          <p:stCondLst>
                                            <p:cond delay="0"/>
                                          </p:stCondLst>
                                        </p:cTn>
                                        <p:tgtEl>
                                          <p:spTgt spid="3"/>
                                        </p:tgtEl>
                                        <p:attrNameLst>
                                          <p:attrName>r</p:attrName>
                                        </p:attrNameLst>
                                      </p:cBhvr>
                                    </p:animRot>
                                    <p:animRot by="-240000">
                                      <p:cBhvr>
                                        <p:cTn id="482" dur="200" fill="hold">
                                          <p:stCondLst>
                                            <p:cond delay="200"/>
                                          </p:stCondLst>
                                        </p:cTn>
                                        <p:tgtEl>
                                          <p:spTgt spid="3"/>
                                        </p:tgtEl>
                                        <p:attrNameLst>
                                          <p:attrName>r</p:attrName>
                                        </p:attrNameLst>
                                      </p:cBhvr>
                                    </p:animRot>
                                    <p:animRot by="240000">
                                      <p:cBhvr>
                                        <p:cTn id="483" dur="200" fill="hold">
                                          <p:stCondLst>
                                            <p:cond delay="400"/>
                                          </p:stCondLst>
                                        </p:cTn>
                                        <p:tgtEl>
                                          <p:spTgt spid="3"/>
                                        </p:tgtEl>
                                        <p:attrNameLst>
                                          <p:attrName>r</p:attrName>
                                        </p:attrNameLst>
                                      </p:cBhvr>
                                    </p:animRot>
                                    <p:animRot by="-240000">
                                      <p:cBhvr>
                                        <p:cTn id="484" dur="200" fill="hold">
                                          <p:stCondLst>
                                            <p:cond delay="600"/>
                                          </p:stCondLst>
                                        </p:cTn>
                                        <p:tgtEl>
                                          <p:spTgt spid="3"/>
                                        </p:tgtEl>
                                        <p:attrNameLst>
                                          <p:attrName>r</p:attrName>
                                        </p:attrNameLst>
                                      </p:cBhvr>
                                    </p:animRot>
                                    <p:animRot by="120000">
                                      <p:cBhvr>
                                        <p:cTn id="485" dur="200" fill="hold">
                                          <p:stCondLst>
                                            <p:cond delay="800"/>
                                          </p:stCondLst>
                                        </p:cTn>
                                        <p:tgtEl>
                                          <p:spTgt spid="3"/>
                                        </p:tgtEl>
                                        <p:attrNameLst>
                                          <p:attrName>r</p:attrName>
                                        </p:attrNameLst>
                                      </p:cBhvr>
                                    </p:animRot>
                                  </p:childTnLst>
                                </p:cTn>
                              </p:par>
                            </p:childTnLst>
                          </p:cTn>
                        </p:par>
                      </p:childTnLst>
                    </p:cTn>
                  </p:par>
                  <p:par>
                    <p:cTn id="486" fill="hold">
                      <p:stCondLst>
                        <p:cond delay="indefinite"/>
                      </p:stCondLst>
                      <p:childTnLst>
                        <p:par>
                          <p:cTn id="487" fill="hold">
                            <p:stCondLst>
                              <p:cond delay="0"/>
                            </p:stCondLst>
                            <p:childTnLst>
                              <p:par>
                                <p:cTn id="488" presetID="8" presetClass="emph" presetSubtype="0" fill="hold" grpId="2" nodeType="clickEffect">
                                  <p:stCondLst>
                                    <p:cond delay="0"/>
                                  </p:stCondLst>
                                  <p:childTnLst>
                                    <p:animRot by="21600000">
                                      <p:cBhvr>
                                        <p:cTn id="489" dur="2000" fill="hold"/>
                                        <p:tgtEl>
                                          <p:spTgt spid="113"/>
                                        </p:tgtEl>
                                        <p:attrNameLst>
                                          <p:attrName>r</p:attrName>
                                        </p:attrNameLst>
                                      </p:cBhvr>
                                    </p:animRot>
                                  </p:childTnLst>
                                </p:cTn>
                              </p:par>
                            </p:childTnLst>
                          </p:cTn>
                        </p:par>
                        <p:par>
                          <p:cTn id="490" fill="hold">
                            <p:stCondLst>
                              <p:cond delay="2000"/>
                            </p:stCondLst>
                            <p:childTnLst>
                              <p:par>
                                <p:cTn id="491" presetID="1" presetClass="entr" presetSubtype="0" fill="hold" grpId="0" nodeType="afterEffect">
                                  <p:stCondLst>
                                    <p:cond delay="0"/>
                                  </p:stCondLst>
                                  <p:childTnLst>
                                    <p:set>
                                      <p:cBhvr>
                                        <p:cTn id="492" dur="1" fill="hold">
                                          <p:stCondLst>
                                            <p:cond delay="0"/>
                                          </p:stCondLst>
                                        </p:cTn>
                                        <p:tgtEl>
                                          <p:spTgt spid="66"/>
                                        </p:tgtEl>
                                        <p:attrNameLst>
                                          <p:attrName>style.visibility</p:attrName>
                                        </p:attrNameLst>
                                      </p:cBhvr>
                                      <p:to>
                                        <p:strVal val="visible"/>
                                      </p:to>
                                    </p:set>
                                  </p:childTnLst>
                                </p:cTn>
                              </p:par>
                              <p:par>
                                <p:cTn id="493" presetID="35" presetClass="path" presetSubtype="0" accel="50000" decel="50000" fill="hold" grpId="1" nodeType="withEffect">
                                  <p:stCondLst>
                                    <p:cond delay="0"/>
                                  </p:stCondLst>
                                  <p:childTnLst>
                                    <p:animMotion origin="layout" path="M -3.33333E-6 0 L -0.0996 -0.03657 " pathEditMode="relative" rAng="0" ptsTypes="AA">
                                      <p:cBhvr>
                                        <p:cTn id="494" dur="1500" fill="hold"/>
                                        <p:tgtEl>
                                          <p:spTgt spid="66"/>
                                        </p:tgtEl>
                                        <p:attrNameLst>
                                          <p:attrName>ppt_x</p:attrName>
                                          <p:attrName>ppt_y</p:attrName>
                                        </p:attrNameLst>
                                      </p:cBhvr>
                                      <p:rCtr x="-4948" y="-1921"/>
                                    </p:animMotion>
                                  </p:childTnLst>
                                </p:cTn>
                              </p:par>
                              <p:par>
                                <p:cTn id="495" presetID="1" presetClass="entr" presetSubtype="0" fill="hold" grpId="0" nodeType="withEffect">
                                  <p:stCondLst>
                                    <p:cond delay="0"/>
                                  </p:stCondLst>
                                  <p:childTnLst>
                                    <p:set>
                                      <p:cBhvr>
                                        <p:cTn id="496" dur="1" fill="hold">
                                          <p:stCondLst>
                                            <p:cond delay="0"/>
                                          </p:stCondLst>
                                        </p:cTn>
                                        <p:tgtEl>
                                          <p:spTgt spid="67"/>
                                        </p:tgtEl>
                                        <p:attrNameLst>
                                          <p:attrName>style.visibility</p:attrName>
                                        </p:attrNameLst>
                                      </p:cBhvr>
                                      <p:to>
                                        <p:strVal val="visible"/>
                                      </p:to>
                                    </p:set>
                                  </p:childTnLst>
                                </p:cTn>
                              </p:par>
                              <p:par>
                                <p:cTn id="497" presetID="35" presetClass="path" presetSubtype="0" accel="50000" decel="50000" fill="hold" grpId="1" nodeType="withEffect">
                                  <p:stCondLst>
                                    <p:cond delay="0"/>
                                  </p:stCondLst>
                                  <p:childTnLst>
                                    <p:animMotion origin="layout" path="M -4.375E-6 1.11111E-6 L -0.09947 -0.05116 " pathEditMode="relative" rAng="0" ptsTypes="AA">
                                      <p:cBhvr>
                                        <p:cTn id="498" dur="1500" fill="hold"/>
                                        <p:tgtEl>
                                          <p:spTgt spid="67"/>
                                        </p:tgtEl>
                                        <p:attrNameLst>
                                          <p:attrName>ppt_x</p:attrName>
                                          <p:attrName>ppt_y</p:attrName>
                                        </p:attrNameLst>
                                      </p:cBhvr>
                                      <p:rCtr x="-4974" y="-2569"/>
                                    </p:animMotion>
                                  </p:childTnLst>
                                </p:cTn>
                              </p:par>
                            </p:childTnLst>
                          </p:cTn>
                        </p:par>
                        <p:par>
                          <p:cTn id="499" fill="hold">
                            <p:stCondLst>
                              <p:cond delay="3500"/>
                            </p:stCondLst>
                            <p:childTnLst>
                              <p:par>
                                <p:cTn id="500" presetID="42" presetClass="path" presetSubtype="0" accel="50000" decel="50000" fill="hold" grpId="3" nodeType="afterEffect">
                                  <p:stCondLst>
                                    <p:cond delay="0"/>
                                  </p:stCondLst>
                                  <p:childTnLst>
                                    <p:animMotion origin="layout" path="M -0.0849 -0.10324 L -0.05521 -0.00046 " pathEditMode="relative" rAng="0" ptsTypes="AA">
                                      <p:cBhvr>
                                        <p:cTn id="501" dur="1500" fill="hold"/>
                                        <p:tgtEl>
                                          <p:spTgt spid="113"/>
                                        </p:tgtEl>
                                        <p:attrNameLst>
                                          <p:attrName>ppt_x</p:attrName>
                                          <p:attrName>ppt_y</p:attrName>
                                        </p:attrNameLst>
                                      </p:cBhvr>
                                      <p:rCtr x="1445" y="5093"/>
                                    </p:animMotion>
                                  </p:childTnLst>
                                </p:cTn>
                              </p:par>
                              <p:par>
                                <p:cTn id="502" presetID="3" presetClass="emph" presetSubtype="2" fill="hold" grpId="4" nodeType="withEffect">
                                  <p:stCondLst>
                                    <p:cond delay="0"/>
                                  </p:stCondLst>
                                  <p:childTnLst>
                                    <p:animClr clrSpc="rgb" dir="cw">
                                      <p:cBhvr override="childStyle">
                                        <p:cTn id="503" dur="1000" fill="hold"/>
                                        <p:tgtEl>
                                          <p:spTgt spid="113"/>
                                        </p:tgtEl>
                                        <p:attrNameLst>
                                          <p:attrName>style.color</p:attrName>
                                        </p:attrNameLst>
                                      </p:cBhvr>
                                      <p:to>
                                        <a:srgbClr val="8E0000"/>
                                      </p:to>
                                    </p:animClr>
                                  </p:childTnLst>
                                </p:cTn>
                              </p:par>
                              <p:par>
                                <p:cTn id="504" presetID="1" presetClass="emph" presetSubtype="2" fill="hold" nodeType="withEffect">
                                  <p:stCondLst>
                                    <p:cond delay="0"/>
                                  </p:stCondLst>
                                  <p:childTnLst>
                                    <p:animClr clrSpc="rgb" dir="cw">
                                      <p:cBhvr>
                                        <p:cTn id="505" dur="1000" fill="hold"/>
                                        <p:tgtEl>
                                          <p:spTgt spid="113"/>
                                        </p:tgtEl>
                                        <p:attrNameLst>
                                          <p:attrName>fillcolor</p:attrName>
                                        </p:attrNameLst>
                                      </p:cBhvr>
                                      <p:to>
                                        <a:srgbClr val="C1E4F5"/>
                                      </p:to>
                                    </p:animClr>
                                    <p:set>
                                      <p:cBhvr>
                                        <p:cTn id="506" dur="1000" fill="hold"/>
                                        <p:tgtEl>
                                          <p:spTgt spid="113"/>
                                        </p:tgtEl>
                                        <p:attrNameLst>
                                          <p:attrName>fill.type</p:attrName>
                                        </p:attrNameLst>
                                      </p:cBhvr>
                                      <p:to>
                                        <p:strVal val="solid"/>
                                      </p:to>
                                    </p:set>
                                    <p:set>
                                      <p:cBhvr>
                                        <p:cTn id="507" dur="1000" fill="hold"/>
                                        <p:tgtEl>
                                          <p:spTgt spid="113"/>
                                        </p:tgtEl>
                                        <p:attrNameLst>
                                          <p:attrName>fill.on</p:attrName>
                                        </p:attrNameLst>
                                      </p:cBhvr>
                                      <p:to>
                                        <p:strVal val="true"/>
                                      </p:to>
                                    </p:set>
                                  </p:childTnLst>
                                </p:cTn>
                              </p:par>
                              <p:par>
                                <p:cTn id="508" presetID="42" presetClass="path" presetSubtype="0" accel="50000" decel="50000" fill="hold" grpId="2" nodeType="withEffect">
                                  <p:stCondLst>
                                    <p:cond delay="0"/>
                                  </p:stCondLst>
                                  <p:childTnLst>
                                    <p:animMotion origin="layout" path="M -0.08581 -0.10255 L -0.05352 -0.00046 " pathEditMode="relative" rAng="0" ptsTypes="AA">
                                      <p:cBhvr>
                                        <p:cTn id="509" dur="1500" fill="hold"/>
                                        <p:tgtEl>
                                          <p:spTgt spid="156"/>
                                        </p:tgtEl>
                                        <p:attrNameLst>
                                          <p:attrName>ppt_x</p:attrName>
                                          <p:attrName>ppt_y</p:attrName>
                                        </p:attrNameLst>
                                      </p:cBhvr>
                                      <p:rCtr x="1615" y="5116"/>
                                    </p:animMotion>
                                  </p:childTnLst>
                                </p:cTn>
                              </p:par>
                              <p:par>
                                <p:cTn id="510" presetID="3" presetClass="emph" presetSubtype="2" fill="hold" grpId="3" nodeType="withEffect">
                                  <p:stCondLst>
                                    <p:cond delay="0"/>
                                  </p:stCondLst>
                                  <p:childTnLst>
                                    <p:animClr clrSpc="rgb" dir="cw">
                                      <p:cBhvr override="childStyle">
                                        <p:cTn id="511" dur="1000" fill="hold"/>
                                        <p:tgtEl>
                                          <p:spTgt spid="156"/>
                                        </p:tgtEl>
                                        <p:attrNameLst>
                                          <p:attrName>style.color</p:attrName>
                                        </p:attrNameLst>
                                      </p:cBhvr>
                                      <p:to>
                                        <a:srgbClr val="95DCF7"/>
                                      </p:to>
                                    </p:animClr>
                                  </p:childTnLst>
                                </p:cTn>
                              </p:par>
                              <p:par>
                                <p:cTn id="512" presetID="64" presetClass="path" presetSubtype="0" accel="50000" decel="50000" fill="hold" grpId="4" nodeType="withEffect">
                                  <p:stCondLst>
                                    <p:cond delay="500"/>
                                  </p:stCondLst>
                                  <p:childTnLst>
                                    <p:animMotion origin="layout" path="M 0.10651 -0.06875 L 0.07669 -0.1706 " pathEditMode="relative" rAng="0" ptsTypes="AA">
                                      <p:cBhvr>
                                        <p:cTn id="513" dur="1500" fill="hold"/>
                                        <p:tgtEl>
                                          <p:spTgt spid="115"/>
                                        </p:tgtEl>
                                        <p:attrNameLst>
                                          <p:attrName>ppt_x</p:attrName>
                                          <p:attrName>ppt_y</p:attrName>
                                        </p:attrNameLst>
                                      </p:cBhvr>
                                      <p:rCtr x="-1458" y="-5185"/>
                                    </p:animMotion>
                                  </p:childTnLst>
                                </p:cTn>
                              </p:par>
                              <p:par>
                                <p:cTn id="514" presetID="64" presetClass="path" presetSubtype="0" accel="50000" decel="50000" fill="hold" grpId="4" nodeType="withEffect">
                                  <p:stCondLst>
                                    <p:cond delay="500"/>
                                  </p:stCondLst>
                                  <p:childTnLst>
                                    <p:animMotion origin="layout" path="M 0.10846 -0.06806 L 0.07682 -0.17037 " pathEditMode="relative" rAng="0" ptsTypes="AA">
                                      <p:cBhvr>
                                        <p:cTn id="515" dur="1500" fill="hold"/>
                                        <p:tgtEl>
                                          <p:spTgt spid="158"/>
                                        </p:tgtEl>
                                        <p:attrNameLst>
                                          <p:attrName>ppt_x</p:attrName>
                                          <p:attrName>ppt_y</p:attrName>
                                        </p:attrNameLst>
                                      </p:cBhvr>
                                      <p:rCtr x="-1667" y="-5116"/>
                                    </p:animMotion>
                                  </p:childTnLst>
                                </p:cTn>
                              </p:par>
                            </p:childTnLst>
                          </p:cTn>
                        </p:par>
                        <p:par>
                          <p:cTn id="516" fill="hold">
                            <p:stCondLst>
                              <p:cond delay="5500"/>
                            </p:stCondLst>
                            <p:childTnLst>
                              <p:par>
                                <p:cTn id="517" presetID="42" presetClass="path" presetSubtype="0" accel="50000" decel="50000" fill="hold" grpId="5" nodeType="afterEffect">
                                  <p:stCondLst>
                                    <p:cond delay="750"/>
                                  </p:stCondLst>
                                  <p:childTnLst>
                                    <p:animMotion origin="layout" path="M 0.07734 -0.17106 L 0.01615 -0.1199 " pathEditMode="relative" rAng="0" ptsTypes="AA">
                                      <p:cBhvr>
                                        <p:cTn id="518" dur="1500" fill="hold"/>
                                        <p:tgtEl>
                                          <p:spTgt spid="115"/>
                                        </p:tgtEl>
                                        <p:attrNameLst>
                                          <p:attrName>ppt_x</p:attrName>
                                          <p:attrName>ppt_y</p:attrName>
                                        </p:attrNameLst>
                                      </p:cBhvr>
                                      <p:rCtr x="-3060" y="2546"/>
                                    </p:animMotion>
                                  </p:childTnLst>
                                </p:cTn>
                              </p:par>
                              <p:par>
                                <p:cTn id="519" presetID="42" presetClass="path" presetSubtype="0" accel="50000" decel="50000" fill="hold" grpId="5" nodeType="withEffect">
                                  <p:stCondLst>
                                    <p:cond delay="750"/>
                                  </p:stCondLst>
                                  <p:childTnLst>
                                    <p:animMotion origin="layout" path="M 0.07617 -0.16991 L -0.0181 -0.16296 " pathEditMode="relative" rAng="0" ptsTypes="AA">
                                      <p:cBhvr>
                                        <p:cTn id="520" dur="1500" fill="hold"/>
                                        <p:tgtEl>
                                          <p:spTgt spid="158"/>
                                        </p:tgtEl>
                                        <p:attrNameLst>
                                          <p:attrName>ppt_x</p:attrName>
                                          <p:attrName>ppt_y</p:attrName>
                                        </p:attrNameLst>
                                      </p:cBhvr>
                                      <p:rCtr x="-4766" y="301"/>
                                    </p:animMotion>
                                  </p:childTnLst>
                                </p:cTn>
                              </p:par>
                              <p:par>
                                <p:cTn id="521" presetID="64" presetClass="path" presetSubtype="0" accel="50000" decel="50000" fill="hold" grpId="2" nodeType="withEffect">
                                  <p:stCondLst>
                                    <p:cond delay="1250"/>
                                  </p:stCondLst>
                                  <p:childTnLst>
                                    <p:animMotion origin="layout" path="M -0.03151 -0.05162 L 0.02916 -0.10232 " pathEditMode="relative" rAng="0" ptsTypes="AA">
                                      <p:cBhvr>
                                        <p:cTn id="522" dur="1500" fill="hold"/>
                                        <p:tgtEl>
                                          <p:spTgt spid="81"/>
                                        </p:tgtEl>
                                        <p:attrNameLst>
                                          <p:attrName>ppt_x</p:attrName>
                                          <p:attrName>ppt_y</p:attrName>
                                        </p:attrNameLst>
                                      </p:cBhvr>
                                      <p:rCtr x="3034" y="-2546"/>
                                    </p:animMotion>
                                  </p:childTnLst>
                                </p:cTn>
                              </p:par>
                              <p:par>
                                <p:cTn id="523" presetID="64" presetClass="path" presetSubtype="0" accel="50000" decel="50000" fill="hold" grpId="2" nodeType="withEffect">
                                  <p:stCondLst>
                                    <p:cond delay="1250"/>
                                  </p:stCondLst>
                                  <p:childTnLst>
                                    <p:animMotion origin="layout" path="M -0.08112 -0.09259 L 0.01237 -0.10116 " pathEditMode="relative" rAng="0" ptsTypes="AA">
                                      <p:cBhvr>
                                        <p:cTn id="524" dur="1500" fill="hold"/>
                                        <p:tgtEl>
                                          <p:spTgt spid="154"/>
                                        </p:tgtEl>
                                        <p:attrNameLst>
                                          <p:attrName>ppt_x</p:attrName>
                                          <p:attrName>ppt_y</p:attrName>
                                        </p:attrNameLst>
                                      </p:cBhvr>
                                      <p:rCtr x="4688" y="-463"/>
                                    </p:animMotion>
                                  </p:childTnLst>
                                </p:cTn>
                              </p:par>
                            </p:childTnLst>
                          </p:cTn>
                        </p:par>
                        <p:par>
                          <p:cTn id="525" fill="hold">
                            <p:stCondLst>
                              <p:cond delay="8250"/>
                            </p:stCondLst>
                            <p:childTnLst>
                              <p:par>
                                <p:cTn id="526" presetID="8" presetClass="emph" presetSubtype="0" fill="hold" grpId="1" nodeType="afterEffect">
                                  <p:stCondLst>
                                    <p:cond delay="500"/>
                                  </p:stCondLst>
                                  <p:iterate type="lt">
                                    <p:tmPct val="0"/>
                                  </p:iterate>
                                  <p:childTnLst>
                                    <p:animRot by="21600000">
                                      <p:cBhvr>
                                        <p:cTn id="527" dur="1500" fill="hold"/>
                                        <p:tgtEl>
                                          <p:spTgt spid="49"/>
                                        </p:tgtEl>
                                        <p:attrNameLst>
                                          <p:attrName>r</p:attrName>
                                        </p:attrNameLst>
                                      </p:cBhvr>
                                    </p:animRot>
                                  </p:childTnLst>
                                </p:cTn>
                              </p:par>
                              <p:par>
                                <p:cTn id="528" presetID="8" presetClass="emph" presetSubtype="0" fill="hold" grpId="1" nodeType="withEffect">
                                  <p:stCondLst>
                                    <p:cond delay="500"/>
                                  </p:stCondLst>
                                  <p:iterate type="lt">
                                    <p:tmPct val="0"/>
                                  </p:iterate>
                                  <p:childTnLst>
                                    <p:animRot by="21600000">
                                      <p:cBhvr>
                                        <p:cTn id="529" dur="1500" fill="hold"/>
                                        <p:tgtEl>
                                          <p:spTgt spid="65"/>
                                        </p:tgtEl>
                                        <p:attrNameLst>
                                          <p:attrName>r</p:attrName>
                                        </p:attrNameLst>
                                      </p:cBhvr>
                                    </p:animRot>
                                  </p:childTnLst>
                                </p:cTn>
                              </p:par>
                              <p:par>
                                <p:cTn id="530" presetID="31" presetClass="entr" presetSubtype="0" fill="hold" grpId="0" nodeType="withEffect">
                                  <p:stCondLst>
                                    <p:cond delay="500"/>
                                  </p:stCondLst>
                                  <p:childTnLst>
                                    <p:set>
                                      <p:cBhvr>
                                        <p:cTn id="531" dur="1" fill="hold">
                                          <p:stCondLst>
                                            <p:cond delay="0"/>
                                          </p:stCondLst>
                                        </p:cTn>
                                        <p:tgtEl>
                                          <p:spTgt spid="68"/>
                                        </p:tgtEl>
                                        <p:attrNameLst>
                                          <p:attrName>style.visibility</p:attrName>
                                        </p:attrNameLst>
                                      </p:cBhvr>
                                      <p:to>
                                        <p:strVal val="visible"/>
                                      </p:to>
                                    </p:set>
                                    <p:anim calcmode="lin" valueType="num">
                                      <p:cBhvr>
                                        <p:cTn id="532" dur="1500" fill="hold"/>
                                        <p:tgtEl>
                                          <p:spTgt spid="68"/>
                                        </p:tgtEl>
                                        <p:attrNameLst>
                                          <p:attrName>ppt_w</p:attrName>
                                        </p:attrNameLst>
                                      </p:cBhvr>
                                      <p:tavLst>
                                        <p:tav tm="0">
                                          <p:val>
                                            <p:fltVal val="0"/>
                                          </p:val>
                                        </p:tav>
                                        <p:tav tm="100000">
                                          <p:val>
                                            <p:strVal val="#ppt_w"/>
                                          </p:val>
                                        </p:tav>
                                      </p:tavLst>
                                    </p:anim>
                                    <p:anim calcmode="lin" valueType="num">
                                      <p:cBhvr>
                                        <p:cTn id="533" dur="1500" fill="hold"/>
                                        <p:tgtEl>
                                          <p:spTgt spid="68"/>
                                        </p:tgtEl>
                                        <p:attrNameLst>
                                          <p:attrName>ppt_h</p:attrName>
                                        </p:attrNameLst>
                                      </p:cBhvr>
                                      <p:tavLst>
                                        <p:tav tm="0">
                                          <p:val>
                                            <p:fltVal val="0"/>
                                          </p:val>
                                        </p:tav>
                                        <p:tav tm="100000">
                                          <p:val>
                                            <p:strVal val="#ppt_h"/>
                                          </p:val>
                                        </p:tav>
                                      </p:tavLst>
                                    </p:anim>
                                    <p:anim calcmode="lin" valueType="num">
                                      <p:cBhvr>
                                        <p:cTn id="534" dur="1500" fill="hold"/>
                                        <p:tgtEl>
                                          <p:spTgt spid="68"/>
                                        </p:tgtEl>
                                        <p:attrNameLst>
                                          <p:attrName>style.rotation</p:attrName>
                                        </p:attrNameLst>
                                      </p:cBhvr>
                                      <p:tavLst>
                                        <p:tav tm="0">
                                          <p:val>
                                            <p:fltVal val="90"/>
                                          </p:val>
                                        </p:tav>
                                        <p:tav tm="100000">
                                          <p:val>
                                            <p:fltVal val="0"/>
                                          </p:val>
                                        </p:tav>
                                      </p:tavLst>
                                    </p:anim>
                                    <p:animEffect transition="in" filter="fade">
                                      <p:cBhvr>
                                        <p:cTn id="535" dur="1500"/>
                                        <p:tgtEl>
                                          <p:spTgt spid="68"/>
                                        </p:tgtEl>
                                      </p:cBhvr>
                                    </p:animEffect>
                                  </p:childTnLst>
                                </p:cTn>
                              </p:par>
                            </p:childTnLst>
                          </p:cTn>
                        </p:par>
                        <p:par>
                          <p:cTn id="536" fill="hold">
                            <p:stCondLst>
                              <p:cond delay="10250"/>
                            </p:stCondLst>
                            <p:childTnLst>
                              <p:par>
                                <p:cTn id="537" presetID="16" presetClass="entr" presetSubtype="21" fill="hold" grpId="0" nodeType="afterEffect">
                                  <p:stCondLst>
                                    <p:cond delay="0"/>
                                  </p:stCondLst>
                                  <p:childTnLst>
                                    <p:set>
                                      <p:cBhvr>
                                        <p:cTn id="538" dur="1" fill="hold">
                                          <p:stCondLst>
                                            <p:cond delay="0"/>
                                          </p:stCondLst>
                                        </p:cTn>
                                        <p:tgtEl>
                                          <p:spTgt spid="118"/>
                                        </p:tgtEl>
                                        <p:attrNameLst>
                                          <p:attrName>style.visibility</p:attrName>
                                        </p:attrNameLst>
                                      </p:cBhvr>
                                      <p:to>
                                        <p:strVal val="visible"/>
                                      </p:to>
                                    </p:set>
                                    <p:animEffect transition="in" filter="barn(inVertical)">
                                      <p:cBhvr>
                                        <p:cTn id="539" dur="1000"/>
                                        <p:tgtEl>
                                          <p:spTgt spid="118"/>
                                        </p:tgtEl>
                                      </p:cBhvr>
                                    </p:animEffect>
                                  </p:childTnLst>
                                </p:cTn>
                              </p:par>
                              <p:par>
                                <p:cTn id="540" presetID="21" presetClass="entr" presetSubtype="1" fill="hold" grpId="0" nodeType="withEffect">
                                  <p:stCondLst>
                                    <p:cond delay="0"/>
                                  </p:stCondLst>
                                  <p:childTnLst>
                                    <p:set>
                                      <p:cBhvr>
                                        <p:cTn id="541" dur="1" fill="hold">
                                          <p:stCondLst>
                                            <p:cond delay="0"/>
                                          </p:stCondLst>
                                        </p:cTn>
                                        <p:tgtEl>
                                          <p:spTgt spid="69"/>
                                        </p:tgtEl>
                                        <p:attrNameLst>
                                          <p:attrName>style.visibility</p:attrName>
                                        </p:attrNameLst>
                                      </p:cBhvr>
                                      <p:to>
                                        <p:strVal val="visible"/>
                                      </p:to>
                                    </p:set>
                                    <p:animEffect transition="in" filter="wheel(1)">
                                      <p:cBhvr>
                                        <p:cTn id="542" dur="1500"/>
                                        <p:tgtEl>
                                          <p:spTgt spid="69"/>
                                        </p:tgtEl>
                                      </p:cBhvr>
                                    </p:animEffect>
                                  </p:childTnLst>
                                </p:cTn>
                              </p:par>
                              <p:par>
                                <p:cTn id="543" presetID="22" presetClass="entr" presetSubtype="8" fill="hold" grpId="0" nodeType="withEffect">
                                  <p:stCondLst>
                                    <p:cond delay="0"/>
                                  </p:stCondLst>
                                  <p:childTnLst>
                                    <p:set>
                                      <p:cBhvr>
                                        <p:cTn id="544" dur="1" fill="hold">
                                          <p:stCondLst>
                                            <p:cond delay="0"/>
                                          </p:stCondLst>
                                        </p:cTn>
                                        <p:tgtEl>
                                          <p:spTgt spid="70"/>
                                        </p:tgtEl>
                                        <p:attrNameLst>
                                          <p:attrName>style.visibility</p:attrName>
                                        </p:attrNameLst>
                                      </p:cBhvr>
                                      <p:to>
                                        <p:strVal val="visible"/>
                                      </p:to>
                                    </p:set>
                                    <p:animEffect transition="in" filter="wipe(left)">
                                      <p:cBhvr>
                                        <p:cTn id="545" dur="500"/>
                                        <p:tgtEl>
                                          <p:spTgt spid="70"/>
                                        </p:tgtEl>
                                      </p:cBhvr>
                                    </p:animEffect>
                                  </p:childTnLst>
                                </p:cTn>
                              </p:par>
                            </p:childTnLst>
                          </p:cTn>
                        </p:par>
                        <p:par>
                          <p:cTn id="546" fill="hold">
                            <p:stCondLst>
                              <p:cond delay="11750"/>
                            </p:stCondLst>
                            <p:childTnLst>
                              <p:par>
                                <p:cTn id="547" presetID="32" presetClass="emph" presetSubtype="0" fill="hold" grpId="1" nodeType="afterEffect">
                                  <p:stCondLst>
                                    <p:cond delay="0"/>
                                  </p:stCondLst>
                                  <p:childTnLst>
                                    <p:animRot by="120000">
                                      <p:cBhvr>
                                        <p:cTn id="548" dur="100" fill="hold">
                                          <p:stCondLst>
                                            <p:cond delay="0"/>
                                          </p:stCondLst>
                                        </p:cTn>
                                        <p:tgtEl>
                                          <p:spTgt spid="69"/>
                                        </p:tgtEl>
                                        <p:attrNameLst>
                                          <p:attrName>r</p:attrName>
                                        </p:attrNameLst>
                                      </p:cBhvr>
                                    </p:animRot>
                                    <p:animRot by="-240000">
                                      <p:cBhvr>
                                        <p:cTn id="549" dur="200" fill="hold">
                                          <p:stCondLst>
                                            <p:cond delay="200"/>
                                          </p:stCondLst>
                                        </p:cTn>
                                        <p:tgtEl>
                                          <p:spTgt spid="69"/>
                                        </p:tgtEl>
                                        <p:attrNameLst>
                                          <p:attrName>r</p:attrName>
                                        </p:attrNameLst>
                                      </p:cBhvr>
                                    </p:animRot>
                                    <p:animRot by="240000">
                                      <p:cBhvr>
                                        <p:cTn id="550" dur="200" fill="hold">
                                          <p:stCondLst>
                                            <p:cond delay="400"/>
                                          </p:stCondLst>
                                        </p:cTn>
                                        <p:tgtEl>
                                          <p:spTgt spid="69"/>
                                        </p:tgtEl>
                                        <p:attrNameLst>
                                          <p:attrName>r</p:attrName>
                                        </p:attrNameLst>
                                      </p:cBhvr>
                                    </p:animRot>
                                    <p:animRot by="-240000">
                                      <p:cBhvr>
                                        <p:cTn id="551" dur="200" fill="hold">
                                          <p:stCondLst>
                                            <p:cond delay="600"/>
                                          </p:stCondLst>
                                        </p:cTn>
                                        <p:tgtEl>
                                          <p:spTgt spid="69"/>
                                        </p:tgtEl>
                                        <p:attrNameLst>
                                          <p:attrName>r</p:attrName>
                                        </p:attrNameLst>
                                      </p:cBhvr>
                                    </p:animRot>
                                    <p:animRot by="120000">
                                      <p:cBhvr>
                                        <p:cTn id="552" dur="200" fill="hold">
                                          <p:stCondLst>
                                            <p:cond delay="800"/>
                                          </p:stCondLst>
                                        </p:cTn>
                                        <p:tgtEl>
                                          <p:spTgt spid="69"/>
                                        </p:tgtEl>
                                        <p:attrNameLst>
                                          <p:attrName>r</p:attrName>
                                        </p:attrNameLst>
                                      </p:cBhvr>
                                    </p:animRot>
                                  </p:childTnLst>
                                </p:cTn>
                              </p:par>
                            </p:childTnLst>
                          </p:cTn>
                        </p:par>
                      </p:childTnLst>
                    </p:cTn>
                  </p:par>
                  <p:par>
                    <p:cTn id="553" fill="hold">
                      <p:stCondLst>
                        <p:cond delay="indefinite"/>
                      </p:stCondLst>
                      <p:childTnLst>
                        <p:par>
                          <p:cTn id="554" fill="hold">
                            <p:stCondLst>
                              <p:cond delay="0"/>
                            </p:stCondLst>
                            <p:childTnLst>
                              <p:par>
                                <p:cTn id="555" presetID="21" presetClass="exit" presetSubtype="1" fill="hold" grpId="2" nodeType="clickEffect">
                                  <p:stCondLst>
                                    <p:cond delay="0"/>
                                  </p:stCondLst>
                                  <p:childTnLst>
                                    <p:animEffect transition="out" filter="wheel(1)">
                                      <p:cBhvr>
                                        <p:cTn id="556" dur="2000"/>
                                        <p:tgtEl>
                                          <p:spTgt spid="69"/>
                                        </p:tgtEl>
                                      </p:cBhvr>
                                    </p:animEffect>
                                    <p:set>
                                      <p:cBhvr>
                                        <p:cTn id="557" dur="1" fill="hold">
                                          <p:stCondLst>
                                            <p:cond delay="1999"/>
                                          </p:stCondLst>
                                        </p:cTn>
                                        <p:tgtEl>
                                          <p:spTgt spid="69"/>
                                        </p:tgtEl>
                                        <p:attrNameLst>
                                          <p:attrName>style.visibility</p:attrName>
                                        </p:attrNameLst>
                                      </p:cBhvr>
                                      <p:to>
                                        <p:strVal val="hidden"/>
                                      </p:to>
                                    </p:set>
                                  </p:childTnLst>
                                </p:cTn>
                              </p:par>
                              <p:par>
                                <p:cTn id="558" presetID="16" presetClass="exit" presetSubtype="26" fill="hold" grpId="1" nodeType="withEffect">
                                  <p:stCondLst>
                                    <p:cond delay="0"/>
                                  </p:stCondLst>
                                  <p:childTnLst>
                                    <p:animEffect transition="out" filter="barn(inHorizontal)">
                                      <p:cBhvr>
                                        <p:cTn id="559" dur="1000"/>
                                        <p:tgtEl>
                                          <p:spTgt spid="118"/>
                                        </p:tgtEl>
                                      </p:cBhvr>
                                    </p:animEffect>
                                    <p:set>
                                      <p:cBhvr>
                                        <p:cTn id="560" dur="1" fill="hold">
                                          <p:stCondLst>
                                            <p:cond delay="999"/>
                                          </p:stCondLst>
                                        </p:cTn>
                                        <p:tgtEl>
                                          <p:spTgt spid="118"/>
                                        </p:tgtEl>
                                        <p:attrNameLst>
                                          <p:attrName>style.visibility</p:attrName>
                                        </p:attrNameLst>
                                      </p:cBhvr>
                                      <p:to>
                                        <p:strVal val="hidden"/>
                                      </p:to>
                                    </p:set>
                                  </p:childTnLst>
                                </p:cTn>
                              </p:par>
                            </p:childTnLst>
                          </p:cTn>
                        </p:par>
                        <p:par>
                          <p:cTn id="561" fill="hold">
                            <p:stCondLst>
                              <p:cond delay="2000"/>
                            </p:stCondLst>
                            <p:childTnLst>
                              <p:par>
                                <p:cTn id="562" presetID="26" presetClass="exit" presetSubtype="0" fill="hold" grpId="2" nodeType="afterEffect">
                                  <p:stCondLst>
                                    <p:cond delay="0"/>
                                  </p:stCondLst>
                                  <p:childTnLst>
                                    <p:animEffect transition="out" filter="wipe(down)">
                                      <p:cBhvr>
                                        <p:cTn id="563" dur="135" accel="50000">
                                          <p:stCondLst>
                                            <p:cond delay="1365"/>
                                          </p:stCondLst>
                                        </p:cTn>
                                        <p:tgtEl>
                                          <p:spTgt spid="66"/>
                                        </p:tgtEl>
                                      </p:cBhvr>
                                    </p:animEffect>
                                    <p:anim calcmode="lin" valueType="num">
                                      <p:cBhvr>
                                        <p:cTn id="564" dur="1366" tmFilter="0,0; 0.14,0.31; 0.43,0.73; 0.71,0.91; 1.0,1.0">
                                          <p:stCondLst>
                                            <p:cond delay="0"/>
                                          </p:stCondLst>
                                        </p:cTn>
                                        <p:tgtEl>
                                          <p:spTgt spid="66"/>
                                        </p:tgtEl>
                                        <p:attrNameLst>
                                          <p:attrName>ppt_x</p:attrName>
                                        </p:attrNameLst>
                                      </p:cBhvr>
                                      <p:tavLst>
                                        <p:tav tm="0">
                                          <p:val>
                                            <p:strVal val="ppt_x"/>
                                          </p:val>
                                        </p:tav>
                                        <p:tav tm="100000">
                                          <p:val>
                                            <p:strVal val="#ppt_x+0.25"/>
                                          </p:val>
                                        </p:tav>
                                      </p:tavLst>
                                    </p:anim>
                                    <p:anim calcmode="lin" valueType="num">
                                      <p:cBhvr>
                                        <p:cTn id="565" dur="133">
                                          <p:stCondLst>
                                            <p:cond delay="1366"/>
                                          </p:stCondLst>
                                        </p:cTn>
                                        <p:tgtEl>
                                          <p:spTgt spid="66"/>
                                        </p:tgtEl>
                                        <p:attrNameLst>
                                          <p:attrName>ppt_x</p:attrName>
                                        </p:attrNameLst>
                                      </p:cBhvr>
                                      <p:tavLst>
                                        <p:tav tm="0">
                                          <p:val>
                                            <p:strVal val="ppt_x"/>
                                          </p:val>
                                        </p:tav>
                                        <p:tav tm="100000">
                                          <p:val>
                                            <p:strVal val="ppt_x"/>
                                          </p:val>
                                        </p:tav>
                                      </p:tavLst>
                                    </p:anim>
                                    <p:anim calcmode="lin" valueType="num">
                                      <p:cBhvr>
                                        <p:cTn id="566" dur="498" tmFilter="0.0,0.0;0.25,0.07;0.50,0.2;0.75,0.467;1.0,1.0">
                                          <p:stCondLst>
                                            <p:cond delay="0"/>
                                          </p:stCondLst>
                                        </p:cTn>
                                        <p:tgtEl>
                                          <p:spTgt spid="66"/>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567" dur="498" tmFilter="0, 0; 0.125,0.2665; 0.25,0.4; 0.375,0.465; 0.5,0.5;  0.625,0.535; 0.75,0.6; 0.875,0.7335; 1,1">
                                          <p:stCondLst>
                                            <p:cond delay="498"/>
                                          </p:stCondLst>
                                        </p:cTn>
                                        <p:tgtEl>
                                          <p:spTgt spid="66"/>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568" dur="249" tmFilter="0, 0; 0.125,0.2665; 0.25,0.4; 0.375,0.465; 0.5,0.5;  0.625,0.535; 0.75,0.6; 0.875,0.7335; 1,1">
                                          <p:stCondLst>
                                            <p:cond delay="993"/>
                                          </p:stCondLst>
                                        </p:cTn>
                                        <p:tgtEl>
                                          <p:spTgt spid="66"/>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569" dur="123" tmFilter="0, 0; 0.125,0.2665; 0.25,0.4; 0.375,0.465; 0.5,0.5;  0.625,0.535; 0.75,0.6; 0.875,0.7335; 1,1">
                                          <p:stCondLst>
                                            <p:cond delay="1242"/>
                                          </p:stCondLst>
                                        </p:cTn>
                                        <p:tgtEl>
                                          <p:spTgt spid="66"/>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570" dur="135" accel="50000">
                                          <p:stCondLst>
                                            <p:cond delay="1365"/>
                                          </p:stCondLst>
                                        </p:cTn>
                                        <p:tgtEl>
                                          <p:spTgt spid="66"/>
                                        </p:tgtEl>
                                        <p:attrNameLst>
                                          <p:attrName>ppt_y</p:attrName>
                                        </p:attrNameLst>
                                      </p:cBhvr>
                                      <p:tavLst>
                                        <p:tav tm="0">
                                          <p:val>
                                            <p:strVal val="ppt_y"/>
                                          </p:val>
                                        </p:tav>
                                        <p:tav tm="100000">
                                          <p:val>
                                            <p:strVal val="ppt_y+ppt_h"/>
                                          </p:val>
                                        </p:tav>
                                      </p:tavLst>
                                    </p:anim>
                                    <p:animScale>
                                      <p:cBhvr>
                                        <p:cTn id="571" dur="19">
                                          <p:stCondLst>
                                            <p:cond delay="465"/>
                                          </p:stCondLst>
                                        </p:cTn>
                                        <p:tgtEl>
                                          <p:spTgt spid="66"/>
                                        </p:tgtEl>
                                      </p:cBhvr>
                                      <p:to x="100000" y="60000"/>
                                    </p:animScale>
                                    <p:animScale>
                                      <p:cBhvr>
                                        <p:cTn id="572" dur="124" decel="50000">
                                          <p:stCondLst>
                                            <p:cond delay="485"/>
                                          </p:stCondLst>
                                        </p:cTn>
                                        <p:tgtEl>
                                          <p:spTgt spid="66"/>
                                        </p:tgtEl>
                                      </p:cBhvr>
                                      <p:to x="100000" y="100000"/>
                                    </p:animScale>
                                    <p:animScale>
                                      <p:cBhvr>
                                        <p:cTn id="573" dur="19">
                                          <p:stCondLst>
                                            <p:cond delay="984"/>
                                          </p:stCondLst>
                                        </p:cTn>
                                        <p:tgtEl>
                                          <p:spTgt spid="66"/>
                                        </p:tgtEl>
                                      </p:cBhvr>
                                      <p:to x="100000" y="80000"/>
                                    </p:animScale>
                                    <p:animScale>
                                      <p:cBhvr>
                                        <p:cTn id="574" dur="124" decel="50000">
                                          <p:stCondLst>
                                            <p:cond delay="1004"/>
                                          </p:stCondLst>
                                        </p:cTn>
                                        <p:tgtEl>
                                          <p:spTgt spid="66"/>
                                        </p:tgtEl>
                                      </p:cBhvr>
                                      <p:to x="100000" y="100000"/>
                                    </p:animScale>
                                    <p:animScale>
                                      <p:cBhvr>
                                        <p:cTn id="575" dur="19">
                                          <p:stCondLst>
                                            <p:cond delay="1231"/>
                                          </p:stCondLst>
                                        </p:cTn>
                                        <p:tgtEl>
                                          <p:spTgt spid="66"/>
                                        </p:tgtEl>
                                      </p:cBhvr>
                                      <p:to x="100000" y="90000"/>
                                    </p:animScale>
                                    <p:animScale>
                                      <p:cBhvr>
                                        <p:cTn id="576" dur="124" decel="50000">
                                          <p:stCondLst>
                                            <p:cond delay="1251"/>
                                          </p:stCondLst>
                                        </p:cTn>
                                        <p:tgtEl>
                                          <p:spTgt spid="66"/>
                                        </p:tgtEl>
                                      </p:cBhvr>
                                      <p:to x="100000" y="100000"/>
                                    </p:animScale>
                                    <p:animScale>
                                      <p:cBhvr>
                                        <p:cTn id="577" dur="19">
                                          <p:stCondLst>
                                            <p:cond delay="1356"/>
                                          </p:stCondLst>
                                        </p:cTn>
                                        <p:tgtEl>
                                          <p:spTgt spid="66"/>
                                        </p:tgtEl>
                                      </p:cBhvr>
                                      <p:to x="100000" y="95000"/>
                                    </p:animScale>
                                    <p:animScale>
                                      <p:cBhvr>
                                        <p:cTn id="578" dur="124" decel="50000">
                                          <p:stCondLst>
                                            <p:cond delay="1375"/>
                                          </p:stCondLst>
                                        </p:cTn>
                                        <p:tgtEl>
                                          <p:spTgt spid="66"/>
                                        </p:tgtEl>
                                      </p:cBhvr>
                                      <p:to x="100000" y="100000"/>
                                    </p:animScale>
                                    <p:set>
                                      <p:cBhvr>
                                        <p:cTn id="579" dur="1" fill="hold">
                                          <p:stCondLst>
                                            <p:cond delay="1499"/>
                                          </p:stCondLst>
                                        </p:cTn>
                                        <p:tgtEl>
                                          <p:spTgt spid="66"/>
                                        </p:tgtEl>
                                        <p:attrNameLst>
                                          <p:attrName>style.visibility</p:attrName>
                                        </p:attrNameLst>
                                      </p:cBhvr>
                                      <p:to>
                                        <p:strVal val="hidden"/>
                                      </p:to>
                                    </p:set>
                                  </p:childTnLst>
                                </p:cTn>
                              </p:par>
                              <p:par>
                                <p:cTn id="580" presetID="26" presetClass="exit" presetSubtype="0" fill="hold" grpId="2" nodeType="withEffect">
                                  <p:stCondLst>
                                    <p:cond delay="0"/>
                                  </p:stCondLst>
                                  <p:childTnLst>
                                    <p:animEffect transition="out" filter="wipe(down)">
                                      <p:cBhvr>
                                        <p:cTn id="581" dur="135" accel="50000">
                                          <p:stCondLst>
                                            <p:cond delay="1365"/>
                                          </p:stCondLst>
                                        </p:cTn>
                                        <p:tgtEl>
                                          <p:spTgt spid="67"/>
                                        </p:tgtEl>
                                      </p:cBhvr>
                                    </p:animEffect>
                                    <p:anim calcmode="lin" valueType="num">
                                      <p:cBhvr>
                                        <p:cTn id="582" dur="1366" tmFilter="0,0; 0.14,0.31; 0.43,0.73; 0.71,0.91; 1.0,1.0">
                                          <p:stCondLst>
                                            <p:cond delay="0"/>
                                          </p:stCondLst>
                                        </p:cTn>
                                        <p:tgtEl>
                                          <p:spTgt spid="67"/>
                                        </p:tgtEl>
                                        <p:attrNameLst>
                                          <p:attrName>ppt_x</p:attrName>
                                        </p:attrNameLst>
                                      </p:cBhvr>
                                      <p:tavLst>
                                        <p:tav tm="0">
                                          <p:val>
                                            <p:strVal val="ppt_x"/>
                                          </p:val>
                                        </p:tav>
                                        <p:tav tm="100000">
                                          <p:val>
                                            <p:strVal val="#ppt_x+0.25"/>
                                          </p:val>
                                        </p:tav>
                                      </p:tavLst>
                                    </p:anim>
                                    <p:anim calcmode="lin" valueType="num">
                                      <p:cBhvr>
                                        <p:cTn id="583" dur="133">
                                          <p:stCondLst>
                                            <p:cond delay="1366"/>
                                          </p:stCondLst>
                                        </p:cTn>
                                        <p:tgtEl>
                                          <p:spTgt spid="67"/>
                                        </p:tgtEl>
                                        <p:attrNameLst>
                                          <p:attrName>ppt_x</p:attrName>
                                        </p:attrNameLst>
                                      </p:cBhvr>
                                      <p:tavLst>
                                        <p:tav tm="0">
                                          <p:val>
                                            <p:strVal val="ppt_x"/>
                                          </p:val>
                                        </p:tav>
                                        <p:tav tm="100000">
                                          <p:val>
                                            <p:strVal val="ppt_x"/>
                                          </p:val>
                                        </p:tav>
                                      </p:tavLst>
                                    </p:anim>
                                    <p:anim calcmode="lin" valueType="num">
                                      <p:cBhvr>
                                        <p:cTn id="584" dur="498" tmFilter="0.0,0.0;0.25,0.07;0.50,0.2;0.75,0.467;1.0,1.0">
                                          <p:stCondLst>
                                            <p:cond delay="0"/>
                                          </p:stCondLst>
                                        </p:cTn>
                                        <p:tgtEl>
                                          <p:spTgt spid="67"/>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585" dur="498" tmFilter="0, 0; 0.125,0.2665; 0.25,0.4; 0.375,0.465; 0.5,0.5;  0.625,0.535; 0.75,0.6; 0.875,0.7335; 1,1">
                                          <p:stCondLst>
                                            <p:cond delay="498"/>
                                          </p:stCondLst>
                                        </p:cTn>
                                        <p:tgtEl>
                                          <p:spTgt spid="67"/>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586" dur="249" tmFilter="0, 0; 0.125,0.2665; 0.25,0.4; 0.375,0.465; 0.5,0.5;  0.625,0.535; 0.75,0.6; 0.875,0.7335; 1,1">
                                          <p:stCondLst>
                                            <p:cond delay="993"/>
                                          </p:stCondLst>
                                        </p:cTn>
                                        <p:tgtEl>
                                          <p:spTgt spid="67"/>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587" dur="123" tmFilter="0, 0; 0.125,0.2665; 0.25,0.4; 0.375,0.465; 0.5,0.5;  0.625,0.535; 0.75,0.6; 0.875,0.7335; 1,1">
                                          <p:stCondLst>
                                            <p:cond delay="1242"/>
                                          </p:stCondLst>
                                        </p:cTn>
                                        <p:tgtEl>
                                          <p:spTgt spid="67"/>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588" dur="135" accel="50000">
                                          <p:stCondLst>
                                            <p:cond delay="1365"/>
                                          </p:stCondLst>
                                        </p:cTn>
                                        <p:tgtEl>
                                          <p:spTgt spid="67"/>
                                        </p:tgtEl>
                                        <p:attrNameLst>
                                          <p:attrName>ppt_y</p:attrName>
                                        </p:attrNameLst>
                                      </p:cBhvr>
                                      <p:tavLst>
                                        <p:tav tm="0">
                                          <p:val>
                                            <p:strVal val="ppt_y"/>
                                          </p:val>
                                        </p:tav>
                                        <p:tav tm="100000">
                                          <p:val>
                                            <p:strVal val="ppt_y+ppt_h"/>
                                          </p:val>
                                        </p:tav>
                                      </p:tavLst>
                                    </p:anim>
                                    <p:animScale>
                                      <p:cBhvr>
                                        <p:cTn id="589" dur="19">
                                          <p:stCondLst>
                                            <p:cond delay="465"/>
                                          </p:stCondLst>
                                        </p:cTn>
                                        <p:tgtEl>
                                          <p:spTgt spid="67"/>
                                        </p:tgtEl>
                                      </p:cBhvr>
                                      <p:to x="100000" y="60000"/>
                                    </p:animScale>
                                    <p:animScale>
                                      <p:cBhvr>
                                        <p:cTn id="590" dur="124" decel="50000">
                                          <p:stCondLst>
                                            <p:cond delay="485"/>
                                          </p:stCondLst>
                                        </p:cTn>
                                        <p:tgtEl>
                                          <p:spTgt spid="67"/>
                                        </p:tgtEl>
                                      </p:cBhvr>
                                      <p:to x="100000" y="100000"/>
                                    </p:animScale>
                                    <p:animScale>
                                      <p:cBhvr>
                                        <p:cTn id="591" dur="19">
                                          <p:stCondLst>
                                            <p:cond delay="984"/>
                                          </p:stCondLst>
                                        </p:cTn>
                                        <p:tgtEl>
                                          <p:spTgt spid="67"/>
                                        </p:tgtEl>
                                      </p:cBhvr>
                                      <p:to x="100000" y="80000"/>
                                    </p:animScale>
                                    <p:animScale>
                                      <p:cBhvr>
                                        <p:cTn id="592" dur="124" decel="50000">
                                          <p:stCondLst>
                                            <p:cond delay="1004"/>
                                          </p:stCondLst>
                                        </p:cTn>
                                        <p:tgtEl>
                                          <p:spTgt spid="67"/>
                                        </p:tgtEl>
                                      </p:cBhvr>
                                      <p:to x="100000" y="100000"/>
                                    </p:animScale>
                                    <p:animScale>
                                      <p:cBhvr>
                                        <p:cTn id="593" dur="19">
                                          <p:stCondLst>
                                            <p:cond delay="1231"/>
                                          </p:stCondLst>
                                        </p:cTn>
                                        <p:tgtEl>
                                          <p:spTgt spid="67"/>
                                        </p:tgtEl>
                                      </p:cBhvr>
                                      <p:to x="100000" y="90000"/>
                                    </p:animScale>
                                    <p:animScale>
                                      <p:cBhvr>
                                        <p:cTn id="594" dur="124" decel="50000">
                                          <p:stCondLst>
                                            <p:cond delay="1251"/>
                                          </p:stCondLst>
                                        </p:cTn>
                                        <p:tgtEl>
                                          <p:spTgt spid="67"/>
                                        </p:tgtEl>
                                      </p:cBhvr>
                                      <p:to x="100000" y="100000"/>
                                    </p:animScale>
                                    <p:animScale>
                                      <p:cBhvr>
                                        <p:cTn id="595" dur="19">
                                          <p:stCondLst>
                                            <p:cond delay="1356"/>
                                          </p:stCondLst>
                                        </p:cTn>
                                        <p:tgtEl>
                                          <p:spTgt spid="67"/>
                                        </p:tgtEl>
                                      </p:cBhvr>
                                      <p:to x="100000" y="95000"/>
                                    </p:animScale>
                                    <p:animScale>
                                      <p:cBhvr>
                                        <p:cTn id="596" dur="124" decel="50000">
                                          <p:stCondLst>
                                            <p:cond delay="1375"/>
                                          </p:stCondLst>
                                        </p:cTn>
                                        <p:tgtEl>
                                          <p:spTgt spid="67"/>
                                        </p:tgtEl>
                                      </p:cBhvr>
                                      <p:to x="100000" y="100000"/>
                                    </p:animScale>
                                    <p:set>
                                      <p:cBhvr>
                                        <p:cTn id="597" dur="1" fill="hold">
                                          <p:stCondLst>
                                            <p:cond delay="1499"/>
                                          </p:stCondLst>
                                        </p:cTn>
                                        <p:tgtEl>
                                          <p:spTgt spid="67"/>
                                        </p:tgtEl>
                                        <p:attrNameLst>
                                          <p:attrName>style.visibility</p:attrName>
                                        </p:attrNameLst>
                                      </p:cBhvr>
                                      <p:to>
                                        <p:strVal val="hidden"/>
                                      </p:to>
                                    </p:set>
                                  </p:childTnLst>
                                </p:cTn>
                              </p:par>
                              <p:par>
                                <p:cTn id="598" presetID="10" presetClass="exit" presetSubtype="0" fill="hold" grpId="1" nodeType="withEffect">
                                  <p:stCondLst>
                                    <p:cond delay="0"/>
                                  </p:stCondLst>
                                  <p:childTnLst>
                                    <p:animEffect transition="out" filter="fade">
                                      <p:cBhvr>
                                        <p:cTn id="599" dur="500"/>
                                        <p:tgtEl>
                                          <p:spTgt spid="68"/>
                                        </p:tgtEl>
                                      </p:cBhvr>
                                    </p:animEffect>
                                    <p:set>
                                      <p:cBhvr>
                                        <p:cTn id="600" dur="1" fill="hold">
                                          <p:stCondLst>
                                            <p:cond delay="499"/>
                                          </p:stCondLst>
                                        </p:cTn>
                                        <p:tgtEl>
                                          <p:spTgt spid="68"/>
                                        </p:tgtEl>
                                        <p:attrNameLst>
                                          <p:attrName>style.visibility</p:attrName>
                                        </p:attrNameLst>
                                      </p:cBhvr>
                                      <p:to>
                                        <p:strVal val="hidden"/>
                                      </p:to>
                                    </p:set>
                                  </p:childTnLst>
                                </p:cTn>
                              </p:par>
                              <p:par>
                                <p:cTn id="601" presetID="10" presetClass="exit" presetSubtype="0" fill="hold" grpId="1" nodeType="withEffect">
                                  <p:stCondLst>
                                    <p:cond delay="0"/>
                                  </p:stCondLst>
                                  <p:childTnLst>
                                    <p:animEffect transition="out" filter="fade">
                                      <p:cBhvr>
                                        <p:cTn id="602" dur="500"/>
                                        <p:tgtEl>
                                          <p:spTgt spid="70"/>
                                        </p:tgtEl>
                                      </p:cBhvr>
                                    </p:animEffect>
                                    <p:set>
                                      <p:cBhvr>
                                        <p:cTn id="603" dur="1" fill="hold">
                                          <p:stCondLst>
                                            <p:cond delay="499"/>
                                          </p:stCondLst>
                                        </p:cTn>
                                        <p:tgtEl>
                                          <p:spTgt spid="70"/>
                                        </p:tgtEl>
                                        <p:attrNameLst>
                                          <p:attrName>style.visibility</p:attrName>
                                        </p:attrNameLst>
                                      </p:cBhvr>
                                      <p:to>
                                        <p:strVal val="hidden"/>
                                      </p:to>
                                    </p:set>
                                  </p:childTnLst>
                                </p:cTn>
                              </p:par>
                            </p:childTnLst>
                          </p:cTn>
                        </p:par>
                        <p:par>
                          <p:cTn id="604" fill="hold">
                            <p:stCondLst>
                              <p:cond delay="3500"/>
                            </p:stCondLst>
                            <p:childTnLst>
                              <p:par>
                                <p:cTn id="605" presetID="32" presetClass="emph" presetSubtype="0" fill="hold" grpId="5" nodeType="afterEffect">
                                  <p:stCondLst>
                                    <p:cond delay="0"/>
                                  </p:stCondLst>
                                  <p:childTnLst>
                                    <p:animRot by="120000">
                                      <p:cBhvr>
                                        <p:cTn id="606" dur="100" fill="hold">
                                          <p:stCondLst>
                                            <p:cond delay="0"/>
                                          </p:stCondLst>
                                        </p:cTn>
                                        <p:tgtEl>
                                          <p:spTgt spid="3"/>
                                        </p:tgtEl>
                                        <p:attrNameLst>
                                          <p:attrName>r</p:attrName>
                                        </p:attrNameLst>
                                      </p:cBhvr>
                                    </p:animRot>
                                    <p:animRot by="-240000">
                                      <p:cBhvr>
                                        <p:cTn id="607" dur="200" fill="hold">
                                          <p:stCondLst>
                                            <p:cond delay="200"/>
                                          </p:stCondLst>
                                        </p:cTn>
                                        <p:tgtEl>
                                          <p:spTgt spid="3"/>
                                        </p:tgtEl>
                                        <p:attrNameLst>
                                          <p:attrName>r</p:attrName>
                                        </p:attrNameLst>
                                      </p:cBhvr>
                                    </p:animRot>
                                    <p:animRot by="240000">
                                      <p:cBhvr>
                                        <p:cTn id="608" dur="200" fill="hold">
                                          <p:stCondLst>
                                            <p:cond delay="400"/>
                                          </p:stCondLst>
                                        </p:cTn>
                                        <p:tgtEl>
                                          <p:spTgt spid="3"/>
                                        </p:tgtEl>
                                        <p:attrNameLst>
                                          <p:attrName>r</p:attrName>
                                        </p:attrNameLst>
                                      </p:cBhvr>
                                    </p:animRot>
                                    <p:animRot by="-240000">
                                      <p:cBhvr>
                                        <p:cTn id="609" dur="200" fill="hold">
                                          <p:stCondLst>
                                            <p:cond delay="600"/>
                                          </p:stCondLst>
                                        </p:cTn>
                                        <p:tgtEl>
                                          <p:spTgt spid="3"/>
                                        </p:tgtEl>
                                        <p:attrNameLst>
                                          <p:attrName>r</p:attrName>
                                        </p:attrNameLst>
                                      </p:cBhvr>
                                    </p:animRot>
                                    <p:animRot by="120000">
                                      <p:cBhvr>
                                        <p:cTn id="610" dur="200" fill="hold">
                                          <p:stCondLst>
                                            <p:cond delay="800"/>
                                          </p:stCondLst>
                                        </p:cTn>
                                        <p:tgtEl>
                                          <p:spTgt spid="3"/>
                                        </p:tgtEl>
                                        <p:attrNameLst>
                                          <p:attrName>r</p:attrName>
                                        </p:attrNameLst>
                                      </p:cBhvr>
                                    </p:animRot>
                                  </p:childTnLst>
                                </p:cTn>
                              </p:par>
                            </p:childTnLst>
                          </p:cTn>
                        </p:par>
                      </p:childTnLst>
                    </p:cTn>
                  </p:par>
                  <p:par>
                    <p:cTn id="611" fill="hold">
                      <p:stCondLst>
                        <p:cond delay="indefinite"/>
                      </p:stCondLst>
                      <p:childTnLst>
                        <p:par>
                          <p:cTn id="612" fill="hold">
                            <p:stCondLst>
                              <p:cond delay="0"/>
                            </p:stCondLst>
                            <p:childTnLst>
                              <p:par>
                                <p:cTn id="613" presetID="8" presetClass="emph" presetSubtype="0" fill="hold" grpId="3" nodeType="clickEffect">
                                  <p:stCondLst>
                                    <p:cond delay="0"/>
                                  </p:stCondLst>
                                  <p:childTnLst>
                                    <p:animRot by="21600000">
                                      <p:cBhvr>
                                        <p:cTn id="614" dur="1500" fill="hold"/>
                                        <p:tgtEl>
                                          <p:spTgt spid="81"/>
                                        </p:tgtEl>
                                        <p:attrNameLst>
                                          <p:attrName>r</p:attrName>
                                        </p:attrNameLst>
                                      </p:cBhvr>
                                    </p:animRot>
                                  </p:childTnLst>
                                </p:cTn>
                              </p:par>
                            </p:childTnLst>
                          </p:cTn>
                        </p:par>
                        <p:par>
                          <p:cTn id="615" fill="hold">
                            <p:stCondLst>
                              <p:cond delay="1500"/>
                            </p:stCondLst>
                            <p:childTnLst>
                              <p:par>
                                <p:cTn id="616" presetID="1" presetClass="entr" presetSubtype="0" fill="hold" grpId="0" nodeType="afterEffect">
                                  <p:stCondLst>
                                    <p:cond delay="0"/>
                                  </p:stCondLst>
                                  <p:childTnLst>
                                    <p:set>
                                      <p:cBhvr>
                                        <p:cTn id="617" dur="1" fill="hold">
                                          <p:stCondLst>
                                            <p:cond delay="0"/>
                                          </p:stCondLst>
                                        </p:cTn>
                                        <p:tgtEl>
                                          <p:spTgt spid="72"/>
                                        </p:tgtEl>
                                        <p:attrNameLst>
                                          <p:attrName>style.visibility</p:attrName>
                                        </p:attrNameLst>
                                      </p:cBhvr>
                                      <p:to>
                                        <p:strVal val="visible"/>
                                      </p:to>
                                    </p:set>
                                  </p:childTnLst>
                                </p:cTn>
                              </p:par>
                              <p:par>
                                <p:cTn id="618" presetID="35" presetClass="path" presetSubtype="0" accel="50000" decel="50000" fill="hold" grpId="1" nodeType="withEffect">
                                  <p:stCondLst>
                                    <p:cond delay="0"/>
                                  </p:stCondLst>
                                  <p:childTnLst>
                                    <p:animMotion origin="layout" path="M -2.70833E-6 -4.44444E-6 L -0.09961 -0.03657 " pathEditMode="relative" rAng="0" ptsTypes="AA">
                                      <p:cBhvr>
                                        <p:cTn id="619" dur="1500" fill="hold"/>
                                        <p:tgtEl>
                                          <p:spTgt spid="72"/>
                                        </p:tgtEl>
                                        <p:attrNameLst>
                                          <p:attrName>ppt_x</p:attrName>
                                          <p:attrName>ppt_y</p:attrName>
                                        </p:attrNameLst>
                                      </p:cBhvr>
                                      <p:rCtr x="-4987" y="-1829"/>
                                    </p:animMotion>
                                  </p:childTnLst>
                                </p:cTn>
                              </p:par>
                              <p:par>
                                <p:cTn id="620" presetID="1" presetClass="entr" presetSubtype="0" fill="hold" grpId="0" nodeType="withEffect">
                                  <p:stCondLst>
                                    <p:cond delay="0"/>
                                  </p:stCondLst>
                                  <p:childTnLst>
                                    <p:set>
                                      <p:cBhvr>
                                        <p:cTn id="621" dur="1" fill="hold">
                                          <p:stCondLst>
                                            <p:cond delay="0"/>
                                          </p:stCondLst>
                                        </p:cTn>
                                        <p:tgtEl>
                                          <p:spTgt spid="75"/>
                                        </p:tgtEl>
                                        <p:attrNameLst>
                                          <p:attrName>style.visibility</p:attrName>
                                        </p:attrNameLst>
                                      </p:cBhvr>
                                      <p:to>
                                        <p:strVal val="visible"/>
                                      </p:to>
                                    </p:set>
                                  </p:childTnLst>
                                </p:cTn>
                              </p:par>
                              <p:par>
                                <p:cTn id="622" presetID="35" presetClass="path" presetSubtype="0" accel="50000" decel="50000" fill="hold" grpId="1" nodeType="withEffect">
                                  <p:stCondLst>
                                    <p:cond delay="0"/>
                                  </p:stCondLst>
                                  <p:childTnLst>
                                    <p:animMotion origin="layout" path="M -3.54167E-6 2.59259E-6 L -0.09896 -0.05092 " pathEditMode="relative" rAng="0" ptsTypes="AA">
                                      <p:cBhvr>
                                        <p:cTn id="623" dur="1500" fill="hold"/>
                                        <p:tgtEl>
                                          <p:spTgt spid="75"/>
                                        </p:tgtEl>
                                        <p:attrNameLst>
                                          <p:attrName>ppt_x</p:attrName>
                                          <p:attrName>ppt_y</p:attrName>
                                        </p:attrNameLst>
                                      </p:cBhvr>
                                      <p:rCtr x="-4870" y="-2500"/>
                                    </p:animMotion>
                                  </p:childTnLst>
                                </p:cTn>
                              </p:par>
                            </p:childTnLst>
                          </p:cTn>
                        </p:par>
                        <p:par>
                          <p:cTn id="624" fill="hold">
                            <p:stCondLst>
                              <p:cond delay="3000"/>
                            </p:stCondLst>
                            <p:childTnLst>
                              <p:par>
                                <p:cTn id="625" presetID="42" presetClass="path" presetSubtype="0" accel="50000" decel="50000" fill="hold" grpId="4" nodeType="afterEffect">
                                  <p:stCondLst>
                                    <p:cond delay="0"/>
                                  </p:stCondLst>
                                  <p:childTnLst>
                                    <p:animMotion origin="layout" path="M 0.02981 -0.10278 L 4.16667E-6 -1.85185E-6 " pathEditMode="relative" rAng="0" ptsTypes="AA">
                                      <p:cBhvr>
                                        <p:cTn id="626" dur="1500" fill="hold"/>
                                        <p:tgtEl>
                                          <p:spTgt spid="81"/>
                                        </p:tgtEl>
                                        <p:attrNameLst>
                                          <p:attrName>ppt_x</p:attrName>
                                          <p:attrName>ppt_y</p:attrName>
                                        </p:attrNameLst>
                                      </p:cBhvr>
                                      <p:rCtr x="-1497" y="5093"/>
                                    </p:animMotion>
                                  </p:childTnLst>
                                </p:cTn>
                              </p:par>
                              <p:par>
                                <p:cTn id="627" presetID="3" presetClass="emph" presetSubtype="2" fill="hold" grpId="5" nodeType="withEffect">
                                  <p:stCondLst>
                                    <p:cond delay="0"/>
                                  </p:stCondLst>
                                  <p:childTnLst>
                                    <p:animClr clrSpc="rgb" dir="cw">
                                      <p:cBhvr override="childStyle">
                                        <p:cTn id="628" dur="1000" fill="hold"/>
                                        <p:tgtEl>
                                          <p:spTgt spid="81"/>
                                        </p:tgtEl>
                                        <p:attrNameLst>
                                          <p:attrName>style.color</p:attrName>
                                        </p:attrNameLst>
                                      </p:cBhvr>
                                      <p:to>
                                        <a:srgbClr val="8E0000"/>
                                      </p:to>
                                    </p:animClr>
                                  </p:childTnLst>
                                </p:cTn>
                              </p:par>
                              <p:par>
                                <p:cTn id="629" presetID="1" presetClass="emph" presetSubtype="2" fill="hold" nodeType="withEffect">
                                  <p:stCondLst>
                                    <p:cond delay="0"/>
                                  </p:stCondLst>
                                  <p:childTnLst>
                                    <p:animClr clrSpc="rgb" dir="cw">
                                      <p:cBhvr>
                                        <p:cTn id="630" dur="1000" fill="hold"/>
                                        <p:tgtEl>
                                          <p:spTgt spid="81"/>
                                        </p:tgtEl>
                                        <p:attrNameLst>
                                          <p:attrName>fillcolor</p:attrName>
                                        </p:attrNameLst>
                                      </p:cBhvr>
                                      <p:to>
                                        <a:srgbClr val="C1E4F5"/>
                                      </p:to>
                                    </p:animClr>
                                    <p:set>
                                      <p:cBhvr>
                                        <p:cTn id="631" dur="1000" fill="hold"/>
                                        <p:tgtEl>
                                          <p:spTgt spid="81"/>
                                        </p:tgtEl>
                                        <p:attrNameLst>
                                          <p:attrName>fill.type</p:attrName>
                                        </p:attrNameLst>
                                      </p:cBhvr>
                                      <p:to>
                                        <p:strVal val="solid"/>
                                      </p:to>
                                    </p:set>
                                    <p:set>
                                      <p:cBhvr>
                                        <p:cTn id="632" dur="1000" fill="hold"/>
                                        <p:tgtEl>
                                          <p:spTgt spid="81"/>
                                        </p:tgtEl>
                                        <p:attrNameLst>
                                          <p:attrName>fill.on</p:attrName>
                                        </p:attrNameLst>
                                      </p:cBhvr>
                                      <p:to>
                                        <p:strVal val="true"/>
                                      </p:to>
                                    </p:set>
                                  </p:childTnLst>
                                </p:cTn>
                              </p:par>
                              <p:par>
                                <p:cTn id="633" presetID="42" presetClass="path" presetSubtype="0" accel="50000" decel="50000" fill="hold" grpId="3" nodeType="withEffect">
                                  <p:stCondLst>
                                    <p:cond delay="0"/>
                                  </p:stCondLst>
                                  <p:childTnLst>
                                    <p:animMotion origin="layout" path="M 0.01172 -0.10069 L -4.16667E-6 3.33333E-6 " pathEditMode="relative" rAng="0" ptsTypes="AA">
                                      <p:cBhvr>
                                        <p:cTn id="634" dur="1500" fill="hold"/>
                                        <p:tgtEl>
                                          <p:spTgt spid="154"/>
                                        </p:tgtEl>
                                        <p:attrNameLst>
                                          <p:attrName>ppt_x</p:attrName>
                                          <p:attrName>ppt_y</p:attrName>
                                        </p:attrNameLst>
                                      </p:cBhvr>
                                      <p:rCtr x="-586" y="5116"/>
                                    </p:animMotion>
                                  </p:childTnLst>
                                </p:cTn>
                              </p:par>
                              <p:par>
                                <p:cTn id="635" presetID="3" presetClass="emph" presetSubtype="2" fill="hold" grpId="4" nodeType="withEffect">
                                  <p:stCondLst>
                                    <p:cond delay="0"/>
                                  </p:stCondLst>
                                  <p:childTnLst>
                                    <p:animClr clrSpc="rgb" dir="cw">
                                      <p:cBhvr override="childStyle">
                                        <p:cTn id="636" dur="1000" fill="hold"/>
                                        <p:tgtEl>
                                          <p:spTgt spid="154"/>
                                        </p:tgtEl>
                                        <p:attrNameLst>
                                          <p:attrName>style.color</p:attrName>
                                        </p:attrNameLst>
                                      </p:cBhvr>
                                      <p:to>
                                        <a:srgbClr val="95DCF7"/>
                                      </p:to>
                                    </p:animClr>
                                  </p:childTnLst>
                                </p:cTn>
                              </p:par>
                              <p:par>
                                <p:cTn id="637" presetID="64" presetClass="path" presetSubtype="0" accel="50000" decel="50000" fill="hold" grpId="4" nodeType="withEffect">
                                  <p:stCondLst>
                                    <p:cond delay="500"/>
                                  </p:stCondLst>
                                  <p:childTnLst>
                                    <p:animMotion origin="layout" path="M 0.07956 -0.06713 L 0.10859 -0.16967 " pathEditMode="relative" rAng="0" ptsTypes="AA">
                                      <p:cBhvr>
                                        <p:cTn id="638" dur="1500" fill="hold"/>
                                        <p:tgtEl>
                                          <p:spTgt spid="114"/>
                                        </p:tgtEl>
                                        <p:attrNameLst>
                                          <p:attrName>ppt_x</p:attrName>
                                          <p:attrName>ppt_y</p:attrName>
                                        </p:attrNameLst>
                                      </p:cBhvr>
                                      <p:rCtr x="1484" y="-5093"/>
                                    </p:animMotion>
                                  </p:childTnLst>
                                </p:cTn>
                              </p:par>
                              <p:par>
                                <p:cTn id="639" presetID="64" presetClass="path" presetSubtype="0" accel="50000" decel="50000" fill="hold" grpId="4" nodeType="withEffect">
                                  <p:stCondLst>
                                    <p:cond delay="500"/>
                                  </p:stCondLst>
                                  <p:childTnLst>
                                    <p:animMotion origin="layout" path="M 0.10286 -0.07037 L 0.11588 -0.17084 " pathEditMode="relative" rAng="0" ptsTypes="AA">
                                      <p:cBhvr>
                                        <p:cTn id="640" dur="1500" fill="hold"/>
                                        <p:tgtEl>
                                          <p:spTgt spid="157"/>
                                        </p:tgtEl>
                                        <p:attrNameLst>
                                          <p:attrName>ppt_x</p:attrName>
                                          <p:attrName>ppt_y</p:attrName>
                                        </p:attrNameLst>
                                      </p:cBhvr>
                                      <p:rCtr x="638" y="-5139"/>
                                    </p:animMotion>
                                  </p:childTnLst>
                                </p:cTn>
                              </p:par>
                            </p:childTnLst>
                          </p:cTn>
                        </p:par>
                        <p:par>
                          <p:cTn id="641" fill="hold">
                            <p:stCondLst>
                              <p:cond delay="5000"/>
                            </p:stCondLst>
                            <p:childTnLst>
                              <p:par>
                                <p:cTn id="642" presetID="42" presetClass="path" presetSubtype="0" accel="50000" decel="50000" fill="hold" grpId="5" nodeType="afterEffect">
                                  <p:stCondLst>
                                    <p:cond delay="500"/>
                                  </p:stCondLst>
                                  <p:childTnLst>
                                    <p:animMotion origin="layout" path="M 0.10924 -0.17014 L 0.16641 -0.12106 " pathEditMode="relative" rAng="0" ptsTypes="AA">
                                      <p:cBhvr>
                                        <p:cTn id="643" dur="1500" fill="hold"/>
                                        <p:tgtEl>
                                          <p:spTgt spid="114"/>
                                        </p:tgtEl>
                                        <p:attrNameLst>
                                          <p:attrName>ppt_x</p:attrName>
                                          <p:attrName>ppt_y</p:attrName>
                                        </p:attrNameLst>
                                      </p:cBhvr>
                                      <p:rCtr x="2865" y="2384"/>
                                    </p:animMotion>
                                  </p:childTnLst>
                                </p:cTn>
                              </p:par>
                              <p:par>
                                <p:cTn id="644" presetID="42" presetClass="path" presetSubtype="0" accel="50000" decel="50000" fill="hold" grpId="5" nodeType="withEffect">
                                  <p:stCondLst>
                                    <p:cond delay="500"/>
                                  </p:stCondLst>
                                  <p:childTnLst>
                                    <p:animMotion origin="layout" path="M 0.11523 -0.17037 L 0.20417 -0.16342 " pathEditMode="relative" rAng="0" ptsTypes="AA">
                                      <p:cBhvr>
                                        <p:cTn id="645" dur="1500" fill="hold"/>
                                        <p:tgtEl>
                                          <p:spTgt spid="157"/>
                                        </p:tgtEl>
                                        <p:attrNameLst>
                                          <p:attrName>ppt_x</p:attrName>
                                          <p:attrName>ppt_y</p:attrName>
                                        </p:attrNameLst>
                                      </p:cBhvr>
                                      <p:rCtr x="4440" y="301"/>
                                    </p:animMotion>
                                  </p:childTnLst>
                                </p:cTn>
                              </p:par>
                              <p:par>
                                <p:cTn id="646" presetID="64" presetClass="path" presetSubtype="0" accel="50000" decel="50000" fill="hold" grpId="2" nodeType="withEffect">
                                  <p:stCondLst>
                                    <p:cond delay="1000"/>
                                  </p:stCondLst>
                                  <p:childTnLst>
                                    <p:animMotion origin="layout" path="M 0.02721 -0.05347 L -0.03034 -0.10231 " pathEditMode="relative" rAng="0" ptsTypes="AA">
                                      <p:cBhvr>
                                        <p:cTn id="647" dur="1500" fill="hold"/>
                                        <p:tgtEl>
                                          <p:spTgt spid="82"/>
                                        </p:tgtEl>
                                        <p:attrNameLst>
                                          <p:attrName>ppt_x</p:attrName>
                                          <p:attrName>ppt_y</p:attrName>
                                        </p:attrNameLst>
                                      </p:cBhvr>
                                      <p:rCtr x="-2826" y="-2477"/>
                                    </p:animMotion>
                                  </p:childTnLst>
                                </p:cTn>
                              </p:par>
                              <p:par>
                                <p:cTn id="648" presetID="64" presetClass="path" presetSubtype="0" accel="50000" decel="50000" fill="hold" grpId="2" nodeType="withEffect">
                                  <p:stCondLst>
                                    <p:cond delay="1000"/>
                                  </p:stCondLst>
                                  <p:childTnLst>
                                    <p:animMotion origin="layout" path="M 0.05665 -0.09537 L -0.03165 -0.10255 " pathEditMode="relative" rAng="0" ptsTypes="AA">
                                      <p:cBhvr>
                                        <p:cTn id="649" dur="1500" fill="hold"/>
                                        <p:tgtEl>
                                          <p:spTgt spid="155"/>
                                        </p:tgtEl>
                                        <p:attrNameLst>
                                          <p:attrName>ppt_x</p:attrName>
                                          <p:attrName>ppt_y</p:attrName>
                                        </p:attrNameLst>
                                      </p:cBhvr>
                                      <p:rCtr x="-4401" y="-255"/>
                                    </p:animMotion>
                                  </p:childTnLst>
                                </p:cTn>
                              </p:par>
                            </p:childTnLst>
                          </p:cTn>
                        </p:par>
                        <p:par>
                          <p:cTn id="650" fill="hold">
                            <p:stCondLst>
                              <p:cond delay="7500"/>
                            </p:stCondLst>
                            <p:childTnLst>
                              <p:par>
                                <p:cTn id="651" presetID="1" presetClass="entr" presetSubtype="0" fill="hold" grpId="0" nodeType="afterEffect">
                                  <p:stCondLst>
                                    <p:cond delay="500"/>
                                  </p:stCondLst>
                                  <p:iterate type="lt">
                                    <p:tmAbs val="0"/>
                                  </p:iterate>
                                  <p:childTnLst>
                                    <p:set>
                                      <p:cBhvr>
                                        <p:cTn id="652" dur="1" fill="hold">
                                          <p:stCondLst>
                                            <p:cond delay="0"/>
                                          </p:stCondLst>
                                        </p:cTn>
                                        <p:tgtEl>
                                          <p:spTgt spid="84"/>
                                        </p:tgtEl>
                                        <p:attrNameLst>
                                          <p:attrName>style.visibility</p:attrName>
                                        </p:attrNameLst>
                                      </p:cBhvr>
                                      <p:to>
                                        <p:strVal val="visible"/>
                                      </p:to>
                                    </p:set>
                                  </p:childTnLst>
                                </p:cTn>
                              </p:par>
                              <p:par>
                                <p:cTn id="653" presetID="8" presetClass="emph" presetSubtype="0" fill="hold" grpId="1" nodeType="withEffect">
                                  <p:stCondLst>
                                    <p:cond delay="500"/>
                                  </p:stCondLst>
                                  <p:iterate type="lt">
                                    <p:tmPct val="0"/>
                                  </p:iterate>
                                  <p:childTnLst>
                                    <p:animRot by="21600000">
                                      <p:cBhvr>
                                        <p:cTn id="654" dur="1500" fill="hold"/>
                                        <p:tgtEl>
                                          <p:spTgt spid="84"/>
                                        </p:tgtEl>
                                        <p:attrNameLst>
                                          <p:attrName>r</p:attrName>
                                        </p:attrNameLst>
                                      </p:cBhvr>
                                    </p:animRot>
                                  </p:childTnLst>
                                </p:cTn>
                              </p:par>
                              <p:par>
                                <p:cTn id="655" presetID="8" presetClass="emph" presetSubtype="0" fill="hold" grpId="2" nodeType="withEffect">
                                  <p:stCondLst>
                                    <p:cond delay="500"/>
                                  </p:stCondLst>
                                  <p:iterate type="lt">
                                    <p:tmPct val="0"/>
                                  </p:iterate>
                                  <p:childTnLst>
                                    <p:animRot by="21600000">
                                      <p:cBhvr>
                                        <p:cTn id="656" dur="1500" fill="hold"/>
                                        <p:tgtEl>
                                          <p:spTgt spid="65"/>
                                        </p:tgtEl>
                                        <p:attrNameLst>
                                          <p:attrName>r</p:attrName>
                                        </p:attrNameLst>
                                      </p:cBhvr>
                                    </p:animRot>
                                  </p:childTnLst>
                                </p:cTn>
                              </p:par>
                              <p:par>
                                <p:cTn id="657" presetID="31" presetClass="entr" presetSubtype="0" fill="hold" grpId="0" nodeType="withEffect">
                                  <p:stCondLst>
                                    <p:cond delay="500"/>
                                  </p:stCondLst>
                                  <p:childTnLst>
                                    <p:set>
                                      <p:cBhvr>
                                        <p:cTn id="658" dur="1" fill="hold">
                                          <p:stCondLst>
                                            <p:cond delay="0"/>
                                          </p:stCondLst>
                                        </p:cTn>
                                        <p:tgtEl>
                                          <p:spTgt spid="83"/>
                                        </p:tgtEl>
                                        <p:attrNameLst>
                                          <p:attrName>style.visibility</p:attrName>
                                        </p:attrNameLst>
                                      </p:cBhvr>
                                      <p:to>
                                        <p:strVal val="visible"/>
                                      </p:to>
                                    </p:set>
                                    <p:anim calcmode="lin" valueType="num">
                                      <p:cBhvr>
                                        <p:cTn id="659" dur="1500" fill="hold"/>
                                        <p:tgtEl>
                                          <p:spTgt spid="83"/>
                                        </p:tgtEl>
                                        <p:attrNameLst>
                                          <p:attrName>ppt_w</p:attrName>
                                        </p:attrNameLst>
                                      </p:cBhvr>
                                      <p:tavLst>
                                        <p:tav tm="0">
                                          <p:val>
                                            <p:fltVal val="0"/>
                                          </p:val>
                                        </p:tav>
                                        <p:tav tm="100000">
                                          <p:val>
                                            <p:strVal val="#ppt_w"/>
                                          </p:val>
                                        </p:tav>
                                      </p:tavLst>
                                    </p:anim>
                                    <p:anim calcmode="lin" valueType="num">
                                      <p:cBhvr>
                                        <p:cTn id="660" dur="1500" fill="hold"/>
                                        <p:tgtEl>
                                          <p:spTgt spid="83"/>
                                        </p:tgtEl>
                                        <p:attrNameLst>
                                          <p:attrName>ppt_h</p:attrName>
                                        </p:attrNameLst>
                                      </p:cBhvr>
                                      <p:tavLst>
                                        <p:tav tm="0">
                                          <p:val>
                                            <p:fltVal val="0"/>
                                          </p:val>
                                        </p:tav>
                                        <p:tav tm="100000">
                                          <p:val>
                                            <p:strVal val="#ppt_h"/>
                                          </p:val>
                                        </p:tav>
                                      </p:tavLst>
                                    </p:anim>
                                    <p:anim calcmode="lin" valueType="num">
                                      <p:cBhvr>
                                        <p:cTn id="661" dur="1500" fill="hold"/>
                                        <p:tgtEl>
                                          <p:spTgt spid="83"/>
                                        </p:tgtEl>
                                        <p:attrNameLst>
                                          <p:attrName>style.rotation</p:attrName>
                                        </p:attrNameLst>
                                      </p:cBhvr>
                                      <p:tavLst>
                                        <p:tav tm="0">
                                          <p:val>
                                            <p:fltVal val="90"/>
                                          </p:val>
                                        </p:tav>
                                        <p:tav tm="100000">
                                          <p:val>
                                            <p:fltVal val="0"/>
                                          </p:val>
                                        </p:tav>
                                      </p:tavLst>
                                    </p:anim>
                                    <p:animEffect transition="in" filter="fade">
                                      <p:cBhvr>
                                        <p:cTn id="662" dur="1500"/>
                                        <p:tgtEl>
                                          <p:spTgt spid="83"/>
                                        </p:tgtEl>
                                      </p:cBhvr>
                                    </p:animEffect>
                                  </p:childTnLst>
                                </p:cTn>
                              </p:par>
                              <p:par>
                                <p:cTn id="663" presetID="10" presetClass="exit" presetSubtype="0" fill="hold" grpId="1" nodeType="withEffect">
                                  <p:stCondLst>
                                    <p:cond delay="500"/>
                                  </p:stCondLst>
                                  <p:childTnLst>
                                    <p:animEffect transition="out" filter="fade">
                                      <p:cBhvr>
                                        <p:cTn id="664" dur="500"/>
                                        <p:tgtEl>
                                          <p:spTgt spid="83"/>
                                        </p:tgtEl>
                                      </p:cBhvr>
                                    </p:animEffect>
                                    <p:set>
                                      <p:cBhvr>
                                        <p:cTn id="665" dur="1" fill="hold">
                                          <p:stCondLst>
                                            <p:cond delay="499"/>
                                          </p:stCondLst>
                                        </p:cTn>
                                        <p:tgtEl>
                                          <p:spTgt spid="83"/>
                                        </p:tgtEl>
                                        <p:attrNameLst>
                                          <p:attrName>style.visibility</p:attrName>
                                        </p:attrNameLst>
                                      </p:cBhvr>
                                      <p:to>
                                        <p:strVal val="hidden"/>
                                      </p:to>
                                    </p:set>
                                  </p:childTnLst>
                                </p:cTn>
                              </p:par>
                            </p:childTnLst>
                          </p:cTn>
                        </p:par>
                        <p:par>
                          <p:cTn id="666" fill="hold">
                            <p:stCondLst>
                              <p:cond delay="9500"/>
                            </p:stCondLst>
                            <p:childTnLst>
                              <p:par>
                                <p:cTn id="667" presetID="16" presetClass="entr" presetSubtype="21" fill="hold" grpId="0" nodeType="afterEffect">
                                  <p:stCondLst>
                                    <p:cond delay="0"/>
                                  </p:stCondLst>
                                  <p:childTnLst>
                                    <p:set>
                                      <p:cBhvr>
                                        <p:cTn id="668" dur="1" fill="hold">
                                          <p:stCondLst>
                                            <p:cond delay="0"/>
                                          </p:stCondLst>
                                        </p:cTn>
                                        <p:tgtEl>
                                          <p:spTgt spid="85"/>
                                        </p:tgtEl>
                                        <p:attrNameLst>
                                          <p:attrName>style.visibility</p:attrName>
                                        </p:attrNameLst>
                                      </p:cBhvr>
                                      <p:to>
                                        <p:strVal val="visible"/>
                                      </p:to>
                                    </p:set>
                                    <p:animEffect transition="in" filter="barn(inVertical)">
                                      <p:cBhvr>
                                        <p:cTn id="669" dur="1000"/>
                                        <p:tgtEl>
                                          <p:spTgt spid="85"/>
                                        </p:tgtEl>
                                      </p:cBhvr>
                                    </p:animEffect>
                                  </p:childTnLst>
                                </p:cTn>
                              </p:par>
                              <p:par>
                                <p:cTn id="670" presetID="21" presetClass="entr" presetSubtype="1" fill="hold" grpId="0" nodeType="withEffect">
                                  <p:stCondLst>
                                    <p:cond delay="0"/>
                                  </p:stCondLst>
                                  <p:childTnLst>
                                    <p:set>
                                      <p:cBhvr>
                                        <p:cTn id="671" dur="1" fill="hold">
                                          <p:stCondLst>
                                            <p:cond delay="0"/>
                                          </p:stCondLst>
                                        </p:cTn>
                                        <p:tgtEl>
                                          <p:spTgt spid="86"/>
                                        </p:tgtEl>
                                        <p:attrNameLst>
                                          <p:attrName>style.visibility</p:attrName>
                                        </p:attrNameLst>
                                      </p:cBhvr>
                                      <p:to>
                                        <p:strVal val="visible"/>
                                      </p:to>
                                    </p:set>
                                    <p:animEffect transition="in" filter="wheel(1)">
                                      <p:cBhvr>
                                        <p:cTn id="672" dur="1500"/>
                                        <p:tgtEl>
                                          <p:spTgt spid="86"/>
                                        </p:tgtEl>
                                      </p:cBhvr>
                                    </p:animEffect>
                                  </p:childTnLst>
                                </p:cTn>
                              </p:par>
                              <p:par>
                                <p:cTn id="673" presetID="22" presetClass="entr" presetSubtype="8" fill="hold" grpId="0" nodeType="withEffect">
                                  <p:stCondLst>
                                    <p:cond delay="0"/>
                                  </p:stCondLst>
                                  <p:childTnLst>
                                    <p:set>
                                      <p:cBhvr>
                                        <p:cTn id="674" dur="1" fill="hold">
                                          <p:stCondLst>
                                            <p:cond delay="0"/>
                                          </p:stCondLst>
                                        </p:cTn>
                                        <p:tgtEl>
                                          <p:spTgt spid="87"/>
                                        </p:tgtEl>
                                        <p:attrNameLst>
                                          <p:attrName>style.visibility</p:attrName>
                                        </p:attrNameLst>
                                      </p:cBhvr>
                                      <p:to>
                                        <p:strVal val="visible"/>
                                      </p:to>
                                    </p:set>
                                    <p:animEffect transition="in" filter="wipe(left)">
                                      <p:cBhvr>
                                        <p:cTn id="675" dur="500"/>
                                        <p:tgtEl>
                                          <p:spTgt spid="87"/>
                                        </p:tgtEl>
                                      </p:cBhvr>
                                    </p:animEffect>
                                  </p:childTnLst>
                                </p:cTn>
                              </p:par>
                            </p:childTnLst>
                          </p:cTn>
                        </p:par>
                        <p:par>
                          <p:cTn id="676" fill="hold">
                            <p:stCondLst>
                              <p:cond delay="11000"/>
                            </p:stCondLst>
                            <p:childTnLst>
                              <p:par>
                                <p:cTn id="677" presetID="32" presetClass="emph" presetSubtype="0" fill="hold" grpId="1" nodeType="afterEffect">
                                  <p:stCondLst>
                                    <p:cond delay="0"/>
                                  </p:stCondLst>
                                  <p:childTnLst>
                                    <p:animRot by="120000">
                                      <p:cBhvr>
                                        <p:cTn id="678" dur="100" fill="hold">
                                          <p:stCondLst>
                                            <p:cond delay="0"/>
                                          </p:stCondLst>
                                        </p:cTn>
                                        <p:tgtEl>
                                          <p:spTgt spid="86"/>
                                        </p:tgtEl>
                                        <p:attrNameLst>
                                          <p:attrName>r</p:attrName>
                                        </p:attrNameLst>
                                      </p:cBhvr>
                                    </p:animRot>
                                    <p:animRot by="-240000">
                                      <p:cBhvr>
                                        <p:cTn id="679" dur="200" fill="hold">
                                          <p:stCondLst>
                                            <p:cond delay="200"/>
                                          </p:stCondLst>
                                        </p:cTn>
                                        <p:tgtEl>
                                          <p:spTgt spid="86"/>
                                        </p:tgtEl>
                                        <p:attrNameLst>
                                          <p:attrName>r</p:attrName>
                                        </p:attrNameLst>
                                      </p:cBhvr>
                                    </p:animRot>
                                    <p:animRot by="240000">
                                      <p:cBhvr>
                                        <p:cTn id="680" dur="200" fill="hold">
                                          <p:stCondLst>
                                            <p:cond delay="400"/>
                                          </p:stCondLst>
                                        </p:cTn>
                                        <p:tgtEl>
                                          <p:spTgt spid="86"/>
                                        </p:tgtEl>
                                        <p:attrNameLst>
                                          <p:attrName>r</p:attrName>
                                        </p:attrNameLst>
                                      </p:cBhvr>
                                    </p:animRot>
                                    <p:animRot by="-240000">
                                      <p:cBhvr>
                                        <p:cTn id="681" dur="200" fill="hold">
                                          <p:stCondLst>
                                            <p:cond delay="600"/>
                                          </p:stCondLst>
                                        </p:cTn>
                                        <p:tgtEl>
                                          <p:spTgt spid="86"/>
                                        </p:tgtEl>
                                        <p:attrNameLst>
                                          <p:attrName>r</p:attrName>
                                        </p:attrNameLst>
                                      </p:cBhvr>
                                    </p:animRot>
                                    <p:animRot by="120000">
                                      <p:cBhvr>
                                        <p:cTn id="682" dur="200" fill="hold">
                                          <p:stCondLst>
                                            <p:cond delay="800"/>
                                          </p:stCondLst>
                                        </p:cTn>
                                        <p:tgtEl>
                                          <p:spTgt spid="86"/>
                                        </p:tgtEl>
                                        <p:attrNameLst>
                                          <p:attrName>r</p:attrName>
                                        </p:attrNameLst>
                                      </p:cBhvr>
                                    </p:animRot>
                                  </p:childTnLst>
                                </p:cTn>
                              </p:par>
                            </p:childTnLst>
                          </p:cTn>
                        </p:par>
                      </p:childTnLst>
                    </p:cTn>
                  </p:par>
                  <p:par>
                    <p:cTn id="683" fill="hold">
                      <p:stCondLst>
                        <p:cond delay="indefinite"/>
                      </p:stCondLst>
                      <p:childTnLst>
                        <p:par>
                          <p:cTn id="684" fill="hold">
                            <p:stCondLst>
                              <p:cond delay="0"/>
                            </p:stCondLst>
                            <p:childTnLst>
                              <p:par>
                                <p:cTn id="685" presetID="21" presetClass="exit" presetSubtype="1" fill="hold" grpId="2" nodeType="clickEffect">
                                  <p:stCondLst>
                                    <p:cond delay="0"/>
                                  </p:stCondLst>
                                  <p:childTnLst>
                                    <p:animEffect transition="out" filter="wheel(1)">
                                      <p:cBhvr>
                                        <p:cTn id="686" dur="1500"/>
                                        <p:tgtEl>
                                          <p:spTgt spid="86"/>
                                        </p:tgtEl>
                                      </p:cBhvr>
                                    </p:animEffect>
                                    <p:set>
                                      <p:cBhvr>
                                        <p:cTn id="687" dur="1" fill="hold">
                                          <p:stCondLst>
                                            <p:cond delay="1499"/>
                                          </p:stCondLst>
                                        </p:cTn>
                                        <p:tgtEl>
                                          <p:spTgt spid="86"/>
                                        </p:tgtEl>
                                        <p:attrNameLst>
                                          <p:attrName>style.visibility</p:attrName>
                                        </p:attrNameLst>
                                      </p:cBhvr>
                                      <p:to>
                                        <p:strVal val="hidden"/>
                                      </p:to>
                                    </p:set>
                                  </p:childTnLst>
                                </p:cTn>
                              </p:par>
                              <p:par>
                                <p:cTn id="688" presetID="16" presetClass="exit" presetSubtype="26" fill="hold" grpId="1" nodeType="withEffect">
                                  <p:stCondLst>
                                    <p:cond delay="0"/>
                                  </p:stCondLst>
                                  <p:childTnLst>
                                    <p:animEffect transition="out" filter="barn(inHorizontal)">
                                      <p:cBhvr>
                                        <p:cTn id="689" dur="1000"/>
                                        <p:tgtEl>
                                          <p:spTgt spid="85"/>
                                        </p:tgtEl>
                                      </p:cBhvr>
                                    </p:animEffect>
                                    <p:set>
                                      <p:cBhvr>
                                        <p:cTn id="690" dur="1" fill="hold">
                                          <p:stCondLst>
                                            <p:cond delay="999"/>
                                          </p:stCondLst>
                                        </p:cTn>
                                        <p:tgtEl>
                                          <p:spTgt spid="85"/>
                                        </p:tgtEl>
                                        <p:attrNameLst>
                                          <p:attrName>style.visibility</p:attrName>
                                        </p:attrNameLst>
                                      </p:cBhvr>
                                      <p:to>
                                        <p:strVal val="hidden"/>
                                      </p:to>
                                    </p:set>
                                  </p:childTnLst>
                                </p:cTn>
                              </p:par>
                            </p:childTnLst>
                          </p:cTn>
                        </p:par>
                        <p:par>
                          <p:cTn id="691" fill="hold">
                            <p:stCondLst>
                              <p:cond delay="1500"/>
                            </p:stCondLst>
                            <p:childTnLst>
                              <p:par>
                                <p:cTn id="692" presetID="26" presetClass="exit" presetSubtype="0" fill="hold" grpId="2" nodeType="afterEffect">
                                  <p:stCondLst>
                                    <p:cond delay="0"/>
                                  </p:stCondLst>
                                  <p:childTnLst>
                                    <p:animEffect transition="out" filter="wipe(down)">
                                      <p:cBhvr>
                                        <p:cTn id="693" dur="135" accel="50000">
                                          <p:stCondLst>
                                            <p:cond delay="1365"/>
                                          </p:stCondLst>
                                        </p:cTn>
                                        <p:tgtEl>
                                          <p:spTgt spid="72"/>
                                        </p:tgtEl>
                                      </p:cBhvr>
                                    </p:animEffect>
                                    <p:anim calcmode="lin" valueType="num">
                                      <p:cBhvr>
                                        <p:cTn id="694" dur="1366" tmFilter="0,0; 0.14,0.31; 0.43,0.73; 0.71,0.91; 1.0,1.0">
                                          <p:stCondLst>
                                            <p:cond delay="0"/>
                                          </p:stCondLst>
                                        </p:cTn>
                                        <p:tgtEl>
                                          <p:spTgt spid="72"/>
                                        </p:tgtEl>
                                        <p:attrNameLst>
                                          <p:attrName>ppt_x</p:attrName>
                                        </p:attrNameLst>
                                      </p:cBhvr>
                                      <p:tavLst>
                                        <p:tav tm="0">
                                          <p:val>
                                            <p:strVal val="ppt_x"/>
                                          </p:val>
                                        </p:tav>
                                        <p:tav tm="100000">
                                          <p:val>
                                            <p:strVal val="#ppt_x+0.25"/>
                                          </p:val>
                                        </p:tav>
                                      </p:tavLst>
                                    </p:anim>
                                    <p:anim calcmode="lin" valueType="num">
                                      <p:cBhvr>
                                        <p:cTn id="695" dur="133">
                                          <p:stCondLst>
                                            <p:cond delay="1366"/>
                                          </p:stCondLst>
                                        </p:cTn>
                                        <p:tgtEl>
                                          <p:spTgt spid="72"/>
                                        </p:tgtEl>
                                        <p:attrNameLst>
                                          <p:attrName>ppt_x</p:attrName>
                                        </p:attrNameLst>
                                      </p:cBhvr>
                                      <p:tavLst>
                                        <p:tav tm="0">
                                          <p:val>
                                            <p:strVal val="ppt_x"/>
                                          </p:val>
                                        </p:tav>
                                        <p:tav tm="100000">
                                          <p:val>
                                            <p:strVal val="ppt_x"/>
                                          </p:val>
                                        </p:tav>
                                      </p:tavLst>
                                    </p:anim>
                                    <p:anim calcmode="lin" valueType="num">
                                      <p:cBhvr>
                                        <p:cTn id="696" dur="498" tmFilter="0.0,0.0;0.25,0.07;0.50,0.2;0.75,0.467;1.0,1.0">
                                          <p:stCondLst>
                                            <p:cond delay="0"/>
                                          </p:stCondLst>
                                        </p:cTn>
                                        <p:tgtEl>
                                          <p:spTgt spid="72"/>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697" dur="498" tmFilter="0, 0; 0.125,0.2665; 0.25,0.4; 0.375,0.465; 0.5,0.5;  0.625,0.535; 0.75,0.6; 0.875,0.7335; 1,1">
                                          <p:stCondLst>
                                            <p:cond delay="498"/>
                                          </p:stCondLst>
                                        </p:cTn>
                                        <p:tgtEl>
                                          <p:spTgt spid="72"/>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698" dur="249" tmFilter="0, 0; 0.125,0.2665; 0.25,0.4; 0.375,0.465; 0.5,0.5;  0.625,0.535; 0.75,0.6; 0.875,0.7335; 1,1">
                                          <p:stCondLst>
                                            <p:cond delay="993"/>
                                          </p:stCondLst>
                                        </p:cTn>
                                        <p:tgtEl>
                                          <p:spTgt spid="72"/>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699" dur="123" tmFilter="0, 0; 0.125,0.2665; 0.25,0.4; 0.375,0.465; 0.5,0.5;  0.625,0.535; 0.75,0.6; 0.875,0.7335; 1,1">
                                          <p:stCondLst>
                                            <p:cond delay="1242"/>
                                          </p:stCondLst>
                                        </p:cTn>
                                        <p:tgtEl>
                                          <p:spTgt spid="72"/>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700" dur="135" accel="50000">
                                          <p:stCondLst>
                                            <p:cond delay="1365"/>
                                          </p:stCondLst>
                                        </p:cTn>
                                        <p:tgtEl>
                                          <p:spTgt spid="72"/>
                                        </p:tgtEl>
                                        <p:attrNameLst>
                                          <p:attrName>ppt_y</p:attrName>
                                        </p:attrNameLst>
                                      </p:cBhvr>
                                      <p:tavLst>
                                        <p:tav tm="0">
                                          <p:val>
                                            <p:strVal val="ppt_y"/>
                                          </p:val>
                                        </p:tav>
                                        <p:tav tm="100000">
                                          <p:val>
                                            <p:strVal val="ppt_y+ppt_h"/>
                                          </p:val>
                                        </p:tav>
                                      </p:tavLst>
                                    </p:anim>
                                    <p:animScale>
                                      <p:cBhvr>
                                        <p:cTn id="701" dur="19">
                                          <p:stCondLst>
                                            <p:cond delay="465"/>
                                          </p:stCondLst>
                                        </p:cTn>
                                        <p:tgtEl>
                                          <p:spTgt spid="72"/>
                                        </p:tgtEl>
                                      </p:cBhvr>
                                      <p:to x="100000" y="60000"/>
                                    </p:animScale>
                                    <p:animScale>
                                      <p:cBhvr>
                                        <p:cTn id="702" dur="124" decel="50000">
                                          <p:stCondLst>
                                            <p:cond delay="485"/>
                                          </p:stCondLst>
                                        </p:cTn>
                                        <p:tgtEl>
                                          <p:spTgt spid="72"/>
                                        </p:tgtEl>
                                      </p:cBhvr>
                                      <p:to x="100000" y="100000"/>
                                    </p:animScale>
                                    <p:animScale>
                                      <p:cBhvr>
                                        <p:cTn id="703" dur="19">
                                          <p:stCondLst>
                                            <p:cond delay="984"/>
                                          </p:stCondLst>
                                        </p:cTn>
                                        <p:tgtEl>
                                          <p:spTgt spid="72"/>
                                        </p:tgtEl>
                                      </p:cBhvr>
                                      <p:to x="100000" y="80000"/>
                                    </p:animScale>
                                    <p:animScale>
                                      <p:cBhvr>
                                        <p:cTn id="704" dur="124" decel="50000">
                                          <p:stCondLst>
                                            <p:cond delay="1004"/>
                                          </p:stCondLst>
                                        </p:cTn>
                                        <p:tgtEl>
                                          <p:spTgt spid="72"/>
                                        </p:tgtEl>
                                      </p:cBhvr>
                                      <p:to x="100000" y="100000"/>
                                    </p:animScale>
                                    <p:animScale>
                                      <p:cBhvr>
                                        <p:cTn id="705" dur="19">
                                          <p:stCondLst>
                                            <p:cond delay="1231"/>
                                          </p:stCondLst>
                                        </p:cTn>
                                        <p:tgtEl>
                                          <p:spTgt spid="72"/>
                                        </p:tgtEl>
                                      </p:cBhvr>
                                      <p:to x="100000" y="90000"/>
                                    </p:animScale>
                                    <p:animScale>
                                      <p:cBhvr>
                                        <p:cTn id="706" dur="124" decel="50000">
                                          <p:stCondLst>
                                            <p:cond delay="1251"/>
                                          </p:stCondLst>
                                        </p:cTn>
                                        <p:tgtEl>
                                          <p:spTgt spid="72"/>
                                        </p:tgtEl>
                                      </p:cBhvr>
                                      <p:to x="100000" y="100000"/>
                                    </p:animScale>
                                    <p:animScale>
                                      <p:cBhvr>
                                        <p:cTn id="707" dur="19">
                                          <p:stCondLst>
                                            <p:cond delay="1356"/>
                                          </p:stCondLst>
                                        </p:cTn>
                                        <p:tgtEl>
                                          <p:spTgt spid="72"/>
                                        </p:tgtEl>
                                      </p:cBhvr>
                                      <p:to x="100000" y="95000"/>
                                    </p:animScale>
                                    <p:animScale>
                                      <p:cBhvr>
                                        <p:cTn id="708" dur="124" decel="50000">
                                          <p:stCondLst>
                                            <p:cond delay="1375"/>
                                          </p:stCondLst>
                                        </p:cTn>
                                        <p:tgtEl>
                                          <p:spTgt spid="72"/>
                                        </p:tgtEl>
                                      </p:cBhvr>
                                      <p:to x="100000" y="100000"/>
                                    </p:animScale>
                                    <p:set>
                                      <p:cBhvr>
                                        <p:cTn id="709" dur="1" fill="hold">
                                          <p:stCondLst>
                                            <p:cond delay="1499"/>
                                          </p:stCondLst>
                                        </p:cTn>
                                        <p:tgtEl>
                                          <p:spTgt spid="72"/>
                                        </p:tgtEl>
                                        <p:attrNameLst>
                                          <p:attrName>style.visibility</p:attrName>
                                        </p:attrNameLst>
                                      </p:cBhvr>
                                      <p:to>
                                        <p:strVal val="hidden"/>
                                      </p:to>
                                    </p:set>
                                  </p:childTnLst>
                                </p:cTn>
                              </p:par>
                              <p:par>
                                <p:cTn id="710" presetID="26" presetClass="exit" presetSubtype="0" fill="hold" grpId="2" nodeType="withEffect">
                                  <p:stCondLst>
                                    <p:cond delay="0"/>
                                  </p:stCondLst>
                                  <p:childTnLst>
                                    <p:animEffect transition="out" filter="wipe(down)">
                                      <p:cBhvr>
                                        <p:cTn id="711" dur="135" accel="50000">
                                          <p:stCondLst>
                                            <p:cond delay="1365"/>
                                          </p:stCondLst>
                                        </p:cTn>
                                        <p:tgtEl>
                                          <p:spTgt spid="75"/>
                                        </p:tgtEl>
                                      </p:cBhvr>
                                    </p:animEffect>
                                    <p:anim calcmode="lin" valueType="num">
                                      <p:cBhvr>
                                        <p:cTn id="712" dur="1366" tmFilter="0,0; 0.14,0.31; 0.43,0.73; 0.71,0.91; 1.0,1.0">
                                          <p:stCondLst>
                                            <p:cond delay="0"/>
                                          </p:stCondLst>
                                        </p:cTn>
                                        <p:tgtEl>
                                          <p:spTgt spid="75"/>
                                        </p:tgtEl>
                                        <p:attrNameLst>
                                          <p:attrName>ppt_x</p:attrName>
                                        </p:attrNameLst>
                                      </p:cBhvr>
                                      <p:tavLst>
                                        <p:tav tm="0">
                                          <p:val>
                                            <p:strVal val="ppt_x"/>
                                          </p:val>
                                        </p:tav>
                                        <p:tav tm="100000">
                                          <p:val>
                                            <p:strVal val="#ppt_x+0.25"/>
                                          </p:val>
                                        </p:tav>
                                      </p:tavLst>
                                    </p:anim>
                                    <p:anim calcmode="lin" valueType="num">
                                      <p:cBhvr>
                                        <p:cTn id="713" dur="133">
                                          <p:stCondLst>
                                            <p:cond delay="1366"/>
                                          </p:stCondLst>
                                        </p:cTn>
                                        <p:tgtEl>
                                          <p:spTgt spid="75"/>
                                        </p:tgtEl>
                                        <p:attrNameLst>
                                          <p:attrName>ppt_x</p:attrName>
                                        </p:attrNameLst>
                                      </p:cBhvr>
                                      <p:tavLst>
                                        <p:tav tm="0">
                                          <p:val>
                                            <p:strVal val="ppt_x"/>
                                          </p:val>
                                        </p:tav>
                                        <p:tav tm="100000">
                                          <p:val>
                                            <p:strVal val="ppt_x"/>
                                          </p:val>
                                        </p:tav>
                                      </p:tavLst>
                                    </p:anim>
                                    <p:anim calcmode="lin" valueType="num">
                                      <p:cBhvr>
                                        <p:cTn id="714" dur="498" tmFilter="0.0,0.0;0.25,0.07;0.50,0.2;0.75,0.467;1.0,1.0">
                                          <p:stCondLst>
                                            <p:cond delay="0"/>
                                          </p:stCondLst>
                                        </p:cTn>
                                        <p:tgtEl>
                                          <p:spTgt spid="75"/>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715" dur="498" tmFilter="0, 0; 0.125,0.2665; 0.25,0.4; 0.375,0.465; 0.5,0.5;  0.625,0.535; 0.75,0.6; 0.875,0.7335; 1,1">
                                          <p:stCondLst>
                                            <p:cond delay="498"/>
                                          </p:stCondLst>
                                        </p:cTn>
                                        <p:tgtEl>
                                          <p:spTgt spid="75"/>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716" dur="249" tmFilter="0, 0; 0.125,0.2665; 0.25,0.4; 0.375,0.465; 0.5,0.5;  0.625,0.535; 0.75,0.6; 0.875,0.7335; 1,1">
                                          <p:stCondLst>
                                            <p:cond delay="993"/>
                                          </p:stCondLst>
                                        </p:cTn>
                                        <p:tgtEl>
                                          <p:spTgt spid="75"/>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717" dur="123" tmFilter="0, 0; 0.125,0.2665; 0.25,0.4; 0.375,0.465; 0.5,0.5;  0.625,0.535; 0.75,0.6; 0.875,0.7335; 1,1">
                                          <p:stCondLst>
                                            <p:cond delay="1242"/>
                                          </p:stCondLst>
                                        </p:cTn>
                                        <p:tgtEl>
                                          <p:spTgt spid="75"/>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718" dur="135" accel="50000">
                                          <p:stCondLst>
                                            <p:cond delay="1365"/>
                                          </p:stCondLst>
                                        </p:cTn>
                                        <p:tgtEl>
                                          <p:spTgt spid="75"/>
                                        </p:tgtEl>
                                        <p:attrNameLst>
                                          <p:attrName>ppt_y</p:attrName>
                                        </p:attrNameLst>
                                      </p:cBhvr>
                                      <p:tavLst>
                                        <p:tav tm="0">
                                          <p:val>
                                            <p:strVal val="ppt_y"/>
                                          </p:val>
                                        </p:tav>
                                        <p:tav tm="100000">
                                          <p:val>
                                            <p:strVal val="ppt_y+ppt_h"/>
                                          </p:val>
                                        </p:tav>
                                      </p:tavLst>
                                    </p:anim>
                                    <p:animScale>
                                      <p:cBhvr>
                                        <p:cTn id="719" dur="19">
                                          <p:stCondLst>
                                            <p:cond delay="465"/>
                                          </p:stCondLst>
                                        </p:cTn>
                                        <p:tgtEl>
                                          <p:spTgt spid="75"/>
                                        </p:tgtEl>
                                      </p:cBhvr>
                                      <p:to x="100000" y="60000"/>
                                    </p:animScale>
                                    <p:animScale>
                                      <p:cBhvr>
                                        <p:cTn id="720" dur="124" decel="50000">
                                          <p:stCondLst>
                                            <p:cond delay="485"/>
                                          </p:stCondLst>
                                        </p:cTn>
                                        <p:tgtEl>
                                          <p:spTgt spid="75"/>
                                        </p:tgtEl>
                                      </p:cBhvr>
                                      <p:to x="100000" y="100000"/>
                                    </p:animScale>
                                    <p:animScale>
                                      <p:cBhvr>
                                        <p:cTn id="721" dur="19">
                                          <p:stCondLst>
                                            <p:cond delay="984"/>
                                          </p:stCondLst>
                                        </p:cTn>
                                        <p:tgtEl>
                                          <p:spTgt spid="75"/>
                                        </p:tgtEl>
                                      </p:cBhvr>
                                      <p:to x="100000" y="80000"/>
                                    </p:animScale>
                                    <p:animScale>
                                      <p:cBhvr>
                                        <p:cTn id="722" dur="124" decel="50000">
                                          <p:stCondLst>
                                            <p:cond delay="1004"/>
                                          </p:stCondLst>
                                        </p:cTn>
                                        <p:tgtEl>
                                          <p:spTgt spid="75"/>
                                        </p:tgtEl>
                                      </p:cBhvr>
                                      <p:to x="100000" y="100000"/>
                                    </p:animScale>
                                    <p:animScale>
                                      <p:cBhvr>
                                        <p:cTn id="723" dur="19">
                                          <p:stCondLst>
                                            <p:cond delay="1231"/>
                                          </p:stCondLst>
                                        </p:cTn>
                                        <p:tgtEl>
                                          <p:spTgt spid="75"/>
                                        </p:tgtEl>
                                      </p:cBhvr>
                                      <p:to x="100000" y="90000"/>
                                    </p:animScale>
                                    <p:animScale>
                                      <p:cBhvr>
                                        <p:cTn id="724" dur="124" decel="50000">
                                          <p:stCondLst>
                                            <p:cond delay="1251"/>
                                          </p:stCondLst>
                                        </p:cTn>
                                        <p:tgtEl>
                                          <p:spTgt spid="75"/>
                                        </p:tgtEl>
                                      </p:cBhvr>
                                      <p:to x="100000" y="100000"/>
                                    </p:animScale>
                                    <p:animScale>
                                      <p:cBhvr>
                                        <p:cTn id="725" dur="19">
                                          <p:stCondLst>
                                            <p:cond delay="1356"/>
                                          </p:stCondLst>
                                        </p:cTn>
                                        <p:tgtEl>
                                          <p:spTgt spid="75"/>
                                        </p:tgtEl>
                                      </p:cBhvr>
                                      <p:to x="100000" y="95000"/>
                                    </p:animScale>
                                    <p:animScale>
                                      <p:cBhvr>
                                        <p:cTn id="726" dur="124" decel="50000">
                                          <p:stCondLst>
                                            <p:cond delay="1375"/>
                                          </p:stCondLst>
                                        </p:cTn>
                                        <p:tgtEl>
                                          <p:spTgt spid="75"/>
                                        </p:tgtEl>
                                      </p:cBhvr>
                                      <p:to x="100000" y="100000"/>
                                    </p:animScale>
                                    <p:set>
                                      <p:cBhvr>
                                        <p:cTn id="727" dur="1" fill="hold">
                                          <p:stCondLst>
                                            <p:cond delay="1499"/>
                                          </p:stCondLst>
                                        </p:cTn>
                                        <p:tgtEl>
                                          <p:spTgt spid="75"/>
                                        </p:tgtEl>
                                        <p:attrNameLst>
                                          <p:attrName>style.visibility</p:attrName>
                                        </p:attrNameLst>
                                      </p:cBhvr>
                                      <p:to>
                                        <p:strVal val="hidden"/>
                                      </p:to>
                                    </p:set>
                                  </p:childTnLst>
                                </p:cTn>
                              </p:par>
                              <p:par>
                                <p:cTn id="728" presetID="10" presetClass="exit" presetSubtype="0" fill="hold" grpId="2" nodeType="withEffect">
                                  <p:stCondLst>
                                    <p:cond delay="0"/>
                                  </p:stCondLst>
                                  <p:childTnLst>
                                    <p:animEffect transition="out" filter="fade">
                                      <p:cBhvr>
                                        <p:cTn id="729" dur="500"/>
                                        <p:tgtEl>
                                          <p:spTgt spid="83"/>
                                        </p:tgtEl>
                                      </p:cBhvr>
                                    </p:animEffect>
                                    <p:set>
                                      <p:cBhvr>
                                        <p:cTn id="730" dur="1" fill="hold">
                                          <p:stCondLst>
                                            <p:cond delay="499"/>
                                          </p:stCondLst>
                                        </p:cTn>
                                        <p:tgtEl>
                                          <p:spTgt spid="83"/>
                                        </p:tgtEl>
                                        <p:attrNameLst>
                                          <p:attrName>style.visibility</p:attrName>
                                        </p:attrNameLst>
                                      </p:cBhvr>
                                      <p:to>
                                        <p:strVal val="hidden"/>
                                      </p:to>
                                    </p:set>
                                  </p:childTnLst>
                                </p:cTn>
                              </p:par>
                              <p:par>
                                <p:cTn id="731" presetID="10" presetClass="exit" presetSubtype="0" fill="hold" grpId="1" nodeType="withEffect">
                                  <p:stCondLst>
                                    <p:cond delay="0"/>
                                  </p:stCondLst>
                                  <p:childTnLst>
                                    <p:animEffect transition="out" filter="fade">
                                      <p:cBhvr>
                                        <p:cTn id="732" dur="500"/>
                                        <p:tgtEl>
                                          <p:spTgt spid="87"/>
                                        </p:tgtEl>
                                      </p:cBhvr>
                                    </p:animEffect>
                                    <p:set>
                                      <p:cBhvr>
                                        <p:cTn id="733" dur="1" fill="hold">
                                          <p:stCondLst>
                                            <p:cond delay="499"/>
                                          </p:stCondLst>
                                        </p:cTn>
                                        <p:tgtEl>
                                          <p:spTgt spid="87"/>
                                        </p:tgtEl>
                                        <p:attrNameLst>
                                          <p:attrName>style.visibility</p:attrName>
                                        </p:attrNameLst>
                                      </p:cBhvr>
                                      <p:to>
                                        <p:strVal val="hidden"/>
                                      </p:to>
                                    </p:set>
                                  </p:childTnLst>
                                </p:cTn>
                              </p:par>
                            </p:childTnLst>
                          </p:cTn>
                        </p:par>
                        <p:par>
                          <p:cTn id="734" fill="hold">
                            <p:stCondLst>
                              <p:cond delay="3000"/>
                            </p:stCondLst>
                            <p:childTnLst>
                              <p:par>
                                <p:cTn id="735" presetID="32" presetClass="emph" presetSubtype="0" fill="hold" grpId="6" nodeType="afterEffect">
                                  <p:stCondLst>
                                    <p:cond delay="0"/>
                                  </p:stCondLst>
                                  <p:childTnLst>
                                    <p:animRot by="120000">
                                      <p:cBhvr>
                                        <p:cTn id="736" dur="100" fill="hold">
                                          <p:stCondLst>
                                            <p:cond delay="0"/>
                                          </p:stCondLst>
                                        </p:cTn>
                                        <p:tgtEl>
                                          <p:spTgt spid="3"/>
                                        </p:tgtEl>
                                        <p:attrNameLst>
                                          <p:attrName>r</p:attrName>
                                        </p:attrNameLst>
                                      </p:cBhvr>
                                    </p:animRot>
                                    <p:animRot by="-240000">
                                      <p:cBhvr>
                                        <p:cTn id="737" dur="200" fill="hold">
                                          <p:stCondLst>
                                            <p:cond delay="200"/>
                                          </p:stCondLst>
                                        </p:cTn>
                                        <p:tgtEl>
                                          <p:spTgt spid="3"/>
                                        </p:tgtEl>
                                        <p:attrNameLst>
                                          <p:attrName>r</p:attrName>
                                        </p:attrNameLst>
                                      </p:cBhvr>
                                    </p:animRot>
                                    <p:animRot by="240000">
                                      <p:cBhvr>
                                        <p:cTn id="738" dur="200" fill="hold">
                                          <p:stCondLst>
                                            <p:cond delay="400"/>
                                          </p:stCondLst>
                                        </p:cTn>
                                        <p:tgtEl>
                                          <p:spTgt spid="3"/>
                                        </p:tgtEl>
                                        <p:attrNameLst>
                                          <p:attrName>r</p:attrName>
                                        </p:attrNameLst>
                                      </p:cBhvr>
                                    </p:animRot>
                                    <p:animRot by="-240000">
                                      <p:cBhvr>
                                        <p:cTn id="739" dur="200" fill="hold">
                                          <p:stCondLst>
                                            <p:cond delay="600"/>
                                          </p:stCondLst>
                                        </p:cTn>
                                        <p:tgtEl>
                                          <p:spTgt spid="3"/>
                                        </p:tgtEl>
                                        <p:attrNameLst>
                                          <p:attrName>r</p:attrName>
                                        </p:attrNameLst>
                                      </p:cBhvr>
                                    </p:animRot>
                                    <p:animRot by="120000">
                                      <p:cBhvr>
                                        <p:cTn id="740" dur="200" fill="hold">
                                          <p:stCondLst>
                                            <p:cond delay="800"/>
                                          </p:stCondLst>
                                        </p:cTn>
                                        <p:tgtEl>
                                          <p:spTgt spid="3"/>
                                        </p:tgtEl>
                                        <p:attrNameLst>
                                          <p:attrName>r</p:attrName>
                                        </p:attrNameLst>
                                      </p:cBhvr>
                                    </p:animRot>
                                  </p:childTnLst>
                                </p:cTn>
                              </p:par>
                            </p:childTnLst>
                          </p:cTn>
                        </p:par>
                      </p:childTnLst>
                    </p:cTn>
                  </p:par>
                  <p:par>
                    <p:cTn id="741" fill="hold">
                      <p:stCondLst>
                        <p:cond delay="indefinite"/>
                      </p:stCondLst>
                      <p:childTnLst>
                        <p:par>
                          <p:cTn id="742" fill="hold">
                            <p:stCondLst>
                              <p:cond delay="0"/>
                            </p:stCondLst>
                            <p:childTnLst>
                              <p:par>
                                <p:cTn id="743" presetID="8" presetClass="emph" presetSubtype="0" fill="hold" grpId="3" nodeType="clickEffect">
                                  <p:stCondLst>
                                    <p:cond delay="0"/>
                                  </p:stCondLst>
                                  <p:childTnLst>
                                    <p:animRot by="21600000">
                                      <p:cBhvr>
                                        <p:cTn id="744" dur="1500" fill="hold"/>
                                        <p:tgtEl>
                                          <p:spTgt spid="82"/>
                                        </p:tgtEl>
                                        <p:attrNameLst>
                                          <p:attrName>r</p:attrName>
                                        </p:attrNameLst>
                                      </p:cBhvr>
                                    </p:animRot>
                                  </p:childTnLst>
                                </p:cTn>
                              </p:par>
                            </p:childTnLst>
                          </p:cTn>
                        </p:par>
                        <p:par>
                          <p:cTn id="745" fill="hold">
                            <p:stCondLst>
                              <p:cond delay="1500"/>
                            </p:stCondLst>
                            <p:childTnLst>
                              <p:par>
                                <p:cTn id="746" presetID="1" presetClass="entr" presetSubtype="0" fill="hold" grpId="0" nodeType="afterEffect">
                                  <p:stCondLst>
                                    <p:cond delay="0"/>
                                  </p:stCondLst>
                                  <p:childTnLst>
                                    <p:set>
                                      <p:cBhvr>
                                        <p:cTn id="747" dur="1" fill="hold">
                                          <p:stCondLst>
                                            <p:cond delay="0"/>
                                          </p:stCondLst>
                                        </p:cTn>
                                        <p:tgtEl>
                                          <p:spTgt spid="133"/>
                                        </p:tgtEl>
                                        <p:attrNameLst>
                                          <p:attrName>style.visibility</p:attrName>
                                        </p:attrNameLst>
                                      </p:cBhvr>
                                      <p:to>
                                        <p:strVal val="visible"/>
                                      </p:to>
                                    </p:set>
                                  </p:childTnLst>
                                </p:cTn>
                              </p:par>
                              <p:par>
                                <p:cTn id="748" presetID="35" presetClass="path" presetSubtype="0" accel="50000" decel="50000" fill="hold" grpId="1" nodeType="withEffect">
                                  <p:stCondLst>
                                    <p:cond delay="0"/>
                                  </p:stCondLst>
                                  <p:childTnLst>
                                    <p:animMotion origin="layout" path="M -3.125E-6 0 L -0.09947 -0.03658 " pathEditMode="relative" rAng="0" ptsTypes="AA">
                                      <p:cBhvr>
                                        <p:cTn id="749" dur="1500" fill="hold"/>
                                        <p:tgtEl>
                                          <p:spTgt spid="133"/>
                                        </p:tgtEl>
                                        <p:attrNameLst>
                                          <p:attrName>ppt_x</p:attrName>
                                          <p:attrName>ppt_y</p:attrName>
                                        </p:attrNameLst>
                                      </p:cBhvr>
                                      <p:rCtr x="-4935" y="-1782"/>
                                    </p:animMotion>
                                  </p:childTnLst>
                                </p:cTn>
                              </p:par>
                              <p:par>
                                <p:cTn id="750" presetID="1" presetClass="entr" presetSubtype="0" fill="hold" grpId="0" nodeType="withEffect">
                                  <p:stCondLst>
                                    <p:cond delay="0"/>
                                  </p:stCondLst>
                                  <p:childTnLst>
                                    <p:set>
                                      <p:cBhvr>
                                        <p:cTn id="751" dur="1" fill="hold">
                                          <p:stCondLst>
                                            <p:cond delay="0"/>
                                          </p:stCondLst>
                                        </p:cTn>
                                        <p:tgtEl>
                                          <p:spTgt spid="88"/>
                                        </p:tgtEl>
                                        <p:attrNameLst>
                                          <p:attrName>style.visibility</p:attrName>
                                        </p:attrNameLst>
                                      </p:cBhvr>
                                      <p:to>
                                        <p:strVal val="visible"/>
                                      </p:to>
                                    </p:set>
                                  </p:childTnLst>
                                </p:cTn>
                              </p:par>
                              <p:par>
                                <p:cTn id="752" presetID="35" presetClass="path" presetSubtype="0" accel="50000" decel="50000" fill="hold" grpId="1" nodeType="withEffect">
                                  <p:stCondLst>
                                    <p:cond delay="0"/>
                                  </p:stCondLst>
                                  <p:childTnLst>
                                    <p:animMotion origin="layout" path="M -4.79167E-6 -1.48148E-6 L -0.09973 -0.05 " pathEditMode="relative" rAng="0" ptsTypes="AA">
                                      <p:cBhvr>
                                        <p:cTn id="753" dur="1500" fill="hold"/>
                                        <p:tgtEl>
                                          <p:spTgt spid="88"/>
                                        </p:tgtEl>
                                        <p:attrNameLst>
                                          <p:attrName>ppt_x</p:attrName>
                                          <p:attrName>ppt_y</p:attrName>
                                        </p:attrNameLst>
                                      </p:cBhvr>
                                      <p:rCtr x="-4987" y="-2454"/>
                                    </p:animMotion>
                                  </p:childTnLst>
                                </p:cTn>
                              </p:par>
                            </p:childTnLst>
                          </p:cTn>
                        </p:par>
                        <p:par>
                          <p:cTn id="754" fill="hold">
                            <p:stCondLst>
                              <p:cond delay="3000"/>
                            </p:stCondLst>
                            <p:childTnLst>
                              <p:par>
                                <p:cTn id="755" presetID="42" presetClass="path" presetSubtype="0" accel="50000" decel="50000" fill="hold" grpId="4" nodeType="afterEffect">
                                  <p:stCondLst>
                                    <p:cond delay="0"/>
                                  </p:stCondLst>
                                  <p:childTnLst>
                                    <p:animMotion origin="layout" path="M -0.02969 -0.10278 L -0.12292 0.00393 " pathEditMode="relative" rAng="0" ptsTypes="AA">
                                      <p:cBhvr>
                                        <p:cTn id="756" dur="1500" fill="hold"/>
                                        <p:tgtEl>
                                          <p:spTgt spid="82"/>
                                        </p:tgtEl>
                                        <p:attrNameLst>
                                          <p:attrName>ppt_x</p:attrName>
                                          <p:attrName>ppt_y</p:attrName>
                                        </p:attrNameLst>
                                      </p:cBhvr>
                                      <p:rCtr x="-4661" y="5324"/>
                                    </p:animMotion>
                                  </p:childTnLst>
                                </p:cTn>
                              </p:par>
                              <p:par>
                                <p:cTn id="757" presetID="3" presetClass="emph" presetSubtype="2" fill="hold" grpId="5" nodeType="withEffect">
                                  <p:stCondLst>
                                    <p:cond delay="0"/>
                                  </p:stCondLst>
                                  <p:childTnLst>
                                    <p:animClr clrSpc="rgb" dir="cw">
                                      <p:cBhvr override="childStyle">
                                        <p:cTn id="758" dur="1000" fill="hold"/>
                                        <p:tgtEl>
                                          <p:spTgt spid="82"/>
                                        </p:tgtEl>
                                        <p:attrNameLst>
                                          <p:attrName>style.color</p:attrName>
                                        </p:attrNameLst>
                                      </p:cBhvr>
                                      <p:to>
                                        <a:srgbClr val="8E0000"/>
                                      </p:to>
                                    </p:animClr>
                                  </p:childTnLst>
                                </p:cTn>
                              </p:par>
                              <p:par>
                                <p:cTn id="759" presetID="1" presetClass="emph" presetSubtype="2" fill="hold" nodeType="withEffect">
                                  <p:stCondLst>
                                    <p:cond delay="0"/>
                                  </p:stCondLst>
                                  <p:childTnLst>
                                    <p:animClr clrSpc="rgb" dir="cw">
                                      <p:cBhvr>
                                        <p:cTn id="760" dur="1000" fill="hold"/>
                                        <p:tgtEl>
                                          <p:spTgt spid="82"/>
                                        </p:tgtEl>
                                        <p:attrNameLst>
                                          <p:attrName>fillcolor</p:attrName>
                                        </p:attrNameLst>
                                      </p:cBhvr>
                                      <p:to>
                                        <a:srgbClr val="C1E4F5"/>
                                      </p:to>
                                    </p:animClr>
                                    <p:set>
                                      <p:cBhvr>
                                        <p:cTn id="761" dur="1000" fill="hold"/>
                                        <p:tgtEl>
                                          <p:spTgt spid="82"/>
                                        </p:tgtEl>
                                        <p:attrNameLst>
                                          <p:attrName>fill.type</p:attrName>
                                        </p:attrNameLst>
                                      </p:cBhvr>
                                      <p:to>
                                        <p:strVal val="solid"/>
                                      </p:to>
                                    </p:set>
                                    <p:set>
                                      <p:cBhvr>
                                        <p:cTn id="762" dur="1000" fill="hold"/>
                                        <p:tgtEl>
                                          <p:spTgt spid="82"/>
                                        </p:tgtEl>
                                        <p:attrNameLst>
                                          <p:attrName>fill.on</p:attrName>
                                        </p:attrNameLst>
                                      </p:cBhvr>
                                      <p:to>
                                        <p:strVal val="true"/>
                                      </p:to>
                                    </p:set>
                                  </p:childTnLst>
                                </p:cTn>
                              </p:par>
                              <p:par>
                                <p:cTn id="763" presetID="42" presetClass="path" presetSubtype="0" accel="50000" decel="50000" fill="hold" grpId="3" nodeType="withEffect">
                                  <p:stCondLst>
                                    <p:cond delay="0"/>
                                  </p:stCondLst>
                                  <p:childTnLst>
                                    <p:animMotion origin="layout" path="M -0.03229 -0.10208 L -0.15625 -0.03657 " pathEditMode="relative" rAng="0" ptsTypes="AA">
                                      <p:cBhvr>
                                        <p:cTn id="764" dur="1500" fill="hold"/>
                                        <p:tgtEl>
                                          <p:spTgt spid="155"/>
                                        </p:tgtEl>
                                        <p:attrNameLst>
                                          <p:attrName>ppt_x</p:attrName>
                                          <p:attrName>ppt_y</p:attrName>
                                        </p:attrNameLst>
                                      </p:cBhvr>
                                      <p:rCtr x="-6159" y="3194"/>
                                    </p:animMotion>
                                  </p:childTnLst>
                                </p:cTn>
                              </p:par>
                              <p:par>
                                <p:cTn id="765" presetID="3" presetClass="emph" presetSubtype="2" fill="hold" grpId="4" nodeType="withEffect">
                                  <p:stCondLst>
                                    <p:cond delay="0"/>
                                  </p:stCondLst>
                                  <p:childTnLst>
                                    <p:animClr clrSpc="rgb" dir="cw">
                                      <p:cBhvr override="childStyle">
                                        <p:cTn id="766" dur="1000" fill="hold"/>
                                        <p:tgtEl>
                                          <p:spTgt spid="155"/>
                                        </p:tgtEl>
                                        <p:attrNameLst>
                                          <p:attrName>style.color</p:attrName>
                                        </p:attrNameLst>
                                      </p:cBhvr>
                                      <p:to>
                                        <a:srgbClr val="95DCF7"/>
                                      </p:to>
                                    </p:animClr>
                                  </p:childTnLst>
                                </p:cTn>
                              </p:par>
                            </p:childTnLst>
                          </p:cTn>
                        </p:par>
                        <p:par>
                          <p:cTn id="767" fill="hold">
                            <p:stCondLst>
                              <p:cond delay="4500"/>
                            </p:stCondLst>
                            <p:childTnLst>
                              <p:par>
                                <p:cTn id="768" presetID="64" presetClass="path" presetSubtype="0" accel="50000" decel="50000" fill="hold" grpId="4" nodeType="afterEffect">
                                  <p:stCondLst>
                                    <p:cond delay="0"/>
                                  </p:stCondLst>
                                  <p:childTnLst>
                                    <p:animMotion origin="layout" path="M -0.04856 -0.06389 L 0.04375 -0.17152 " pathEditMode="relative" rAng="0" ptsTypes="AA">
                                      <p:cBhvr>
                                        <p:cTn id="769" dur="1500" fill="hold"/>
                                        <p:tgtEl>
                                          <p:spTgt spid="116"/>
                                        </p:tgtEl>
                                        <p:attrNameLst>
                                          <p:attrName>ppt_x</p:attrName>
                                          <p:attrName>ppt_y</p:attrName>
                                        </p:attrNameLst>
                                      </p:cBhvr>
                                      <p:rCtr x="4648" y="-5440"/>
                                    </p:animMotion>
                                  </p:childTnLst>
                                </p:cTn>
                              </p:par>
                              <p:par>
                                <p:cTn id="770" presetID="64" presetClass="path" presetSubtype="0" accel="50000" decel="50000" fill="hold" grpId="4" nodeType="withEffect">
                                  <p:stCondLst>
                                    <p:cond delay="0"/>
                                  </p:stCondLst>
                                  <p:childTnLst>
                                    <p:animMotion origin="layout" path="M -0.08894 -0.10602 L 0.03567 -0.17222 " pathEditMode="relative" rAng="0" ptsTypes="AA">
                                      <p:cBhvr>
                                        <p:cTn id="771" dur="1500" fill="hold"/>
                                        <p:tgtEl>
                                          <p:spTgt spid="159"/>
                                        </p:tgtEl>
                                        <p:attrNameLst>
                                          <p:attrName>ppt_x</p:attrName>
                                          <p:attrName>ppt_y</p:attrName>
                                        </p:attrNameLst>
                                      </p:cBhvr>
                                      <p:rCtr x="6224" y="-3287"/>
                                    </p:animMotion>
                                  </p:childTnLst>
                                </p:cTn>
                              </p:par>
                            </p:childTnLst>
                          </p:cTn>
                        </p:par>
                        <p:par>
                          <p:cTn id="772" fill="hold">
                            <p:stCondLst>
                              <p:cond delay="6000"/>
                            </p:stCondLst>
                            <p:childTnLst>
                              <p:par>
                                <p:cTn id="773" presetID="42" presetClass="entr" presetSubtype="0" fill="hold" grpId="0" nodeType="afterEffect">
                                  <p:stCondLst>
                                    <p:cond delay="500"/>
                                  </p:stCondLst>
                                  <p:childTnLst>
                                    <p:set>
                                      <p:cBhvr>
                                        <p:cTn id="774" dur="1" fill="hold">
                                          <p:stCondLst>
                                            <p:cond delay="0"/>
                                          </p:stCondLst>
                                        </p:cTn>
                                        <p:tgtEl>
                                          <p:spTgt spid="89"/>
                                        </p:tgtEl>
                                        <p:attrNameLst>
                                          <p:attrName>style.visibility</p:attrName>
                                        </p:attrNameLst>
                                      </p:cBhvr>
                                      <p:to>
                                        <p:strVal val="visible"/>
                                      </p:to>
                                    </p:set>
                                    <p:animEffect transition="in" filter="fade">
                                      <p:cBhvr>
                                        <p:cTn id="775" dur="1000"/>
                                        <p:tgtEl>
                                          <p:spTgt spid="89"/>
                                        </p:tgtEl>
                                      </p:cBhvr>
                                    </p:animEffect>
                                    <p:anim calcmode="lin" valueType="num">
                                      <p:cBhvr>
                                        <p:cTn id="776" dur="1000" fill="hold"/>
                                        <p:tgtEl>
                                          <p:spTgt spid="89"/>
                                        </p:tgtEl>
                                        <p:attrNameLst>
                                          <p:attrName>ppt_x</p:attrName>
                                        </p:attrNameLst>
                                      </p:cBhvr>
                                      <p:tavLst>
                                        <p:tav tm="0">
                                          <p:val>
                                            <p:strVal val="#ppt_x"/>
                                          </p:val>
                                        </p:tav>
                                        <p:tav tm="100000">
                                          <p:val>
                                            <p:strVal val="#ppt_x"/>
                                          </p:val>
                                        </p:tav>
                                      </p:tavLst>
                                    </p:anim>
                                    <p:anim calcmode="lin" valueType="num">
                                      <p:cBhvr>
                                        <p:cTn id="777" dur="1000" fill="hold"/>
                                        <p:tgtEl>
                                          <p:spTgt spid="89"/>
                                        </p:tgtEl>
                                        <p:attrNameLst>
                                          <p:attrName>ppt_y</p:attrName>
                                        </p:attrNameLst>
                                      </p:cBhvr>
                                      <p:tavLst>
                                        <p:tav tm="0">
                                          <p:val>
                                            <p:strVal val="#ppt_y+.1"/>
                                          </p:val>
                                        </p:tav>
                                        <p:tav tm="100000">
                                          <p:val>
                                            <p:strVal val="#ppt_y"/>
                                          </p:val>
                                        </p:tav>
                                      </p:tavLst>
                                    </p:anim>
                                  </p:childTnLst>
                                </p:cTn>
                              </p:par>
                            </p:childTnLst>
                          </p:cTn>
                        </p:par>
                        <p:par>
                          <p:cTn id="778" fill="hold">
                            <p:stCondLst>
                              <p:cond delay="7500"/>
                            </p:stCondLst>
                            <p:childTnLst>
                              <p:par>
                                <p:cTn id="779" presetID="42" presetClass="path" presetSubtype="0" accel="50000" decel="50000" fill="hold" grpId="2" nodeType="afterEffect">
                                  <p:stCondLst>
                                    <p:cond delay="500"/>
                                  </p:stCondLst>
                                  <p:childTnLst>
                                    <p:animMotion origin="layout" path="M -0.09948 -0.03657 L -0.27174 0.37894 " pathEditMode="relative" rAng="0" ptsTypes="AA">
                                      <p:cBhvr>
                                        <p:cTn id="780" dur="1500" fill="hold"/>
                                        <p:tgtEl>
                                          <p:spTgt spid="133"/>
                                        </p:tgtEl>
                                        <p:attrNameLst>
                                          <p:attrName>ppt_x</p:attrName>
                                          <p:attrName>ppt_y</p:attrName>
                                        </p:attrNameLst>
                                      </p:cBhvr>
                                      <p:rCtr x="-8620" y="20764"/>
                                    </p:animMotion>
                                  </p:childTnLst>
                                </p:cTn>
                              </p:par>
                              <p:par>
                                <p:cTn id="781" presetID="42" presetClass="path" presetSubtype="0" accel="50000" decel="50000" fill="hold" grpId="2" nodeType="withEffect">
                                  <p:stCondLst>
                                    <p:cond delay="500"/>
                                  </p:stCondLst>
                                  <p:childTnLst>
                                    <p:animMotion origin="layout" path="M -0.09973 -0.05 L -0.26614 0.3588 " pathEditMode="relative" rAng="0" ptsTypes="AA">
                                      <p:cBhvr>
                                        <p:cTn id="782" dur="1500" fill="hold"/>
                                        <p:tgtEl>
                                          <p:spTgt spid="88"/>
                                        </p:tgtEl>
                                        <p:attrNameLst>
                                          <p:attrName>ppt_x</p:attrName>
                                          <p:attrName>ppt_y</p:attrName>
                                        </p:attrNameLst>
                                      </p:cBhvr>
                                      <p:rCtr x="-8320" y="20440"/>
                                    </p:animMotion>
                                  </p:childTnLst>
                                </p:cTn>
                              </p:par>
                              <p:par>
                                <p:cTn id="783" presetID="10" presetClass="exit" presetSubtype="0" fill="hold" grpId="3" nodeType="withEffect">
                                  <p:stCondLst>
                                    <p:cond delay="1500"/>
                                  </p:stCondLst>
                                  <p:childTnLst>
                                    <p:animEffect transition="out" filter="fade">
                                      <p:cBhvr>
                                        <p:cTn id="784" dur="750"/>
                                        <p:tgtEl>
                                          <p:spTgt spid="88"/>
                                        </p:tgtEl>
                                      </p:cBhvr>
                                    </p:animEffect>
                                    <p:set>
                                      <p:cBhvr>
                                        <p:cTn id="785" dur="1" fill="hold">
                                          <p:stCondLst>
                                            <p:cond delay="749"/>
                                          </p:stCondLst>
                                        </p:cTn>
                                        <p:tgtEl>
                                          <p:spTgt spid="88"/>
                                        </p:tgtEl>
                                        <p:attrNameLst>
                                          <p:attrName>style.visibility</p:attrName>
                                        </p:attrNameLst>
                                      </p:cBhvr>
                                      <p:to>
                                        <p:strVal val="hidden"/>
                                      </p:to>
                                    </p:set>
                                  </p:childTnLst>
                                </p:cTn>
                              </p:par>
                            </p:childTnLst>
                          </p:cTn>
                        </p:par>
                        <p:par>
                          <p:cTn id="786" fill="hold">
                            <p:stCondLst>
                              <p:cond delay="9750"/>
                            </p:stCondLst>
                            <p:childTnLst>
                              <p:par>
                                <p:cTn id="787" presetID="16" presetClass="entr" presetSubtype="42" fill="hold" grpId="0" nodeType="afterEffect">
                                  <p:stCondLst>
                                    <p:cond delay="0"/>
                                  </p:stCondLst>
                                  <p:childTnLst>
                                    <p:set>
                                      <p:cBhvr>
                                        <p:cTn id="788" dur="1" fill="hold">
                                          <p:stCondLst>
                                            <p:cond delay="0"/>
                                          </p:stCondLst>
                                        </p:cTn>
                                        <p:tgtEl>
                                          <p:spTgt spid="122"/>
                                        </p:tgtEl>
                                        <p:attrNameLst>
                                          <p:attrName>style.visibility</p:attrName>
                                        </p:attrNameLst>
                                      </p:cBhvr>
                                      <p:to>
                                        <p:strVal val="visible"/>
                                      </p:to>
                                    </p:set>
                                    <p:animEffect transition="in" filter="barn(outHorizontal)">
                                      <p:cBhvr>
                                        <p:cTn id="789" dur="10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3" grpId="3" animBg="1"/>
      <p:bldP spid="3" grpId="4" animBg="1"/>
      <p:bldP spid="3" grpId="5" animBg="1"/>
      <p:bldP spid="3" grpId="6" animBg="1"/>
      <p:bldP spid="160" grpId="0" animBg="1"/>
      <p:bldP spid="160" grpId="1" animBg="1"/>
      <p:bldP spid="4" grpId="0"/>
      <p:bldP spid="11" grpId="0" animBg="1"/>
      <p:bldP spid="76" grpId="0"/>
      <p:bldP spid="77" grpId="0" animBg="1"/>
      <p:bldP spid="77" grpId="1"/>
      <p:bldP spid="77" grpId="2"/>
      <p:bldP spid="77" grpId="3"/>
      <p:bldP spid="78" grpId="0" animBg="1"/>
      <p:bldP spid="78" grpId="1"/>
      <p:bldP spid="78" grpId="2"/>
      <p:bldP spid="78" grpId="3"/>
      <p:bldP spid="78" grpId="4"/>
      <p:bldP spid="79" grpId="0" animBg="1"/>
      <p:bldP spid="79" grpId="1"/>
      <p:bldP spid="79" grpId="2"/>
      <p:bldP spid="79" grpId="3"/>
      <p:bldP spid="79" grpId="4"/>
      <p:bldP spid="80" grpId="0" animBg="1"/>
      <p:bldP spid="80" grpId="1"/>
      <p:bldP spid="80" grpId="2"/>
      <p:bldP spid="80" grpId="3"/>
      <p:bldP spid="80" grpId="4"/>
      <p:bldP spid="80" grpId="5"/>
      <p:bldP spid="81" grpId="0" animBg="1"/>
      <p:bldP spid="81" grpId="1"/>
      <p:bldP spid="81" grpId="2"/>
      <p:bldP spid="81" grpId="3"/>
      <p:bldP spid="81" grpId="4"/>
      <p:bldP spid="81" grpId="5"/>
      <p:bldP spid="82" grpId="0" animBg="1"/>
      <p:bldP spid="82" grpId="1"/>
      <p:bldP spid="82" grpId="2"/>
      <p:bldP spid="82" grpId="3"/>
      <p:bldP spid="82" grpId="4"/>
      <p:bldP spid="82" grpId="5"/>
      <p:bldP spid="113" grpId="0" animBg="1"/>
      <p:bldP spid="113" grpId="1"/>
      <p:bldP spid="113" grpId="2"/>
      <p:bldP spid="113" grpId="3"/>
      <p:bldP spid="113" grpId="4"/>
      <p:bldP spid="114" grpId="0" animBg="1"/>
      <p:bldP spid="114" grpId="1"/>
      <p:bldP spid="114" grpId="2"/>
      <p:bldP spid="114" grpId="3"/>
      <p:bldP spid="114" grpId="4"/>
      <p:bldP spid="114" grpId="5"/>
      <p:bldP spid="115" grpId="0" animBg="1"/>
      <p:bldP spid="115" grpId="1"/>
      <p:bldP spid="115" grpId="2"/>
      <p:bldP spid="115" grpId="3"/>
      <p:bldP spid="115" grpId="4"/>
      <p:bldP spid="115" grpId="5"/>
      <p:bldP spid="116" grpId="0" animBg="1"/>
      <p:bldP spid="116" grpId="1"/>
      <p:bldP spid="116" grpId="2"/>
      <p:bldP spid="116" grpId="3"/>
      <p:bldP spid="116" grpId="4"/>
      <p:bldP spid="118" grpId="0" animBg="1"/>
      <p:bldP spid="118" grpId="1" animBg="1"/>
      <p:bldP spid="119" grpId="0" animBg="1"/>
      <p:bldP spid="122" grpId="0" animBg="1"/>
      <p:bldP spid="123" grpId="0" animBg="1"/>
      <p:bldP spid="124" grpId="0" animBg="1"/>
      <p:bldP spid="127" grpId="0" animBg="1"/>
      <p:bldP spid="128" grpId="0"/>
      <p:bldP spid="128" grpId="1"/>
      <p:bldP spid="128" grpId="2"/>
      <p:bldP spid="130" grpId="0"/>
      <p:bldP spid="130" grpId="1"/>
      <p:bldP spid="130" grpId="2"/>
      <p:bldP spid="132" grpId="0"/>
      <p:bldP spid="132" grpId="1"/>
      <p:bldP spid="132" grpId="2"/>
      <p:bldP spid="133" grpId="0"/>
      <p:bldP spid="133" grpId="1"/>
      <p:bldP spid="133" grpId="2"/>
      <p:bldP spid="134" grpId="0"/>
      <p:bldP spid="134" grpId="1"/>
      <p:bldP spid="134" grpId="2"/>
      <p:bldP spid="137" grpId="0" animBg="1"/>
      <p:bldP spid="138" grpId="0" animBg="1"/>
      <p:bldP spid="140" grpId="0" animBg="1"/>
      <p:bldP spid="141" grpId="0" animBg="1"/>
      <p:bldP spid="142" grpId="0" animBg="1"/>
      <p:bldP spid="143" grpId="0" animBg="1"/>
      <p:bldP spid="150" grpId="0"/>
      <p:bldP spid="150" grpId="1"/>
      <p:bldP spid="150" grpId="2"/>
      <p:bldP spid="151" grpId="0"/>
      <p:bldP spid="151" grpId="1"/>
      <p:bldP spid="151" grpId="2"/>
      <p:bldP spid="151" grpId="3"/>
      <p:bldP spid="152" grpId="0"/>
      <p:bldP spid="152" grpId="1"/>
      <p:bldP spid="152" grpId="2"/>
      <p:bldP spid="152" grpId="3"/>
      <p:bldP spid="153" grpId="0"/>
      <p:bldP spid="153" grpId="1"/>
      <p:bldP spid="153" grpId="2"/>
      <p:bldP spid="153" grpId="3"/>
      <p:bldP spid="153" grpId="4"/>
      <p:bldP spid="154" grpId="0"/>
      <p:bldP spid="154" grpId="1"/>
      <p:bldP spid="154" grpId="2"/>
      <p:bldP spid="154" grpId="3"/>
      <p:bldP spid="154" grpId="4"/>
      <p:bldP spid="155" grpId="0"/>
      <p:bldP spid="155" grpId="1"/>
      <p:bldP spid="155" grpId="2"/>
      <p:bldP spid="155" grpId="3"/>
      <p:bldP spid="155" grpId="4"/>
      <p:bldP spid="156" grpId="0"/>
      <p:bldP spid="156" grpId="1"/>
      <p:bldP spid="156" grpId="2"/>
      <p:bldP spid="156" grpId="3"/>
      <p:bldP spid="157" grpId="0"/>
      <p:bldP spid="157" grpId="1"/>
      <p:bldP spid="157" grpId="2"/>
      <p:bldP spid="157" grpId="3"/>
      <p:bldP spid="157" grpId="4"/>
      <p:bldP spid="157" grpId="5"/>
      <p:bldP spid="158" grpId="0"/>
      <p:bldP spid="158" grpId="1"/>
      <p:bldP spid="158" grpId="2"/>
      <p:bldP spid="158" grpId="3"/>
      <p:bldP spid="158" grpId="4"/>
      <p:bldP spid="158" grpId="5"/>
      <p:bldP spid="159" grpId="0"/>
      <p:bldP spid="159" grpId="1"/>
      <p:bldP spid="159" grpId="2"/>
      <p:bldP spid="159" grpId="3"/>
      <p:bldP spid="159" grpId="4"/>
      <p:bldP spid="10" grpId="0"/>
      <p:bldP spid="10" grpId="1"/>
      <p:bldP spid="10" grpId="2"/>
      <p:bldP spid="10" grpId="3"/>
      <p:bldP spid="49" grpId="0" animBg="1"/>
      <p:bldP spid="49" grpId="1" animBg="1"/>
      <p:bldP spid="60" grpId="0"/>
      <p:bldP spid="60" grpId="1"/>
      <p:bldP spid="60" grpId="2"/>
      <p:bldP spid="60" grpId="3"/>
      <p:bldP spid="61" grpId="0" animBg="1"/>
      <p:bldP spid="62" grpId="0"/>
      <p:bldP spid="62" grpId="1"/>
      <p:bldP spid="62" grpId="2"/>
      <p:bldP spid="62" grpId="3"/>
      <p:bldP spid="63" grpId="0" animBg="1"/>
      <p:bldP spid="64" grpId="0"/>
      <p:bldP spid="64" grpId="1"/>
      <p:bldP spid="64" grpId="2"/>
      <p:bldP spid="64" grpId="3"/>
      <p:bldP spid="65" grpId="0" animBg="1"/>
      <p:bldP spid="65" grpId="1" animBg="1"/>
      <p:bldP spid="65" grpId="2" animBg="1"/>
      <p:bldP spid="66" grpId="0"/>
      <p:bldP spid="66" grpId="1"/>
      <p:bldP spid="66" grpId="2"/>
      <p:bldP spid="67" grpId="0"/>
      <p:bldP spid="67" grpId="1"/>
      <p:bldP spid="67" grpId="2"/>
      <p:bldP spid="68" grpId="0"/>
      <p:bldP spid="68" grpId="1"/>
      <p:bldP spid="69" grpId="0" animBg="1"/>
      <p:bldP spid="69" grpId="1" animBg="1"/>
      <p:bldP spid="69" grpId="2" animBg="1"/>
      <p:bldP spid="70" grpId="0"/>
      <p:bldP spid="70" grpId="1"/>
      <p:bldP spid="72" grpId="0"/>
      <p:bldP spid="72" grpId="1"/>
      <p:bldP spid="72" grpId="2"/>
      <p:bldP spid="75" grpId="0"/>
      <p:bldP spid="75" grpId="1"/>
      <p:bldP spid="75" grpId="2"/>
      <p:bldP spid="83" grpId="0"/>
      <p:bldP spid="83" grpId="1"/>
      <p:bldP spid="83" grpId="2"/>
      <p:bldP spid="84" grpId="0" animBg="1"/>
      <p:bldP spid="84" grpId="1" animBg="1"/>
      <p:bldP spid="85" grpId="0" animBg="1"/>
      <p:bldP spid="85" grpId="1" animBg="1"/>
      <p:bldP spid="86" grpId="0" animBg="1"/>
      <p:bldP spid="86" grpId="1" animBg="1"/>
      <p:bldP spid="86" grpId="2" animBg="1"/>
      <p:bldP spid="87" grpId="0"/>
      <p:bldP spid="87" grpId="1"/>
      <p:bldP spid="88" grpId="0"/>
      <p:bldP spid="88" grpId="1"/>
      <p:bldP spid="88" grpId="2"/>
      <p:bldP spid="88" grpId="3"/>
      <p:bldP spid="89" grpId="0" animBg="1"/>
      <p:bldP spid="9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6E6D0FE-6E0C-FA31-954C-BEB0DFC75FD7}"/>
              </a:ext>
            </a:extLst>
          </p:cNvPr>
          <p:cNvSpPr>
            <a:spLocks noGrp="1"/>
          </p:cNvSpPr>
          <p:nvPr>
            <p:ph type="sldNum" sz="quarter" idx="12"/>
          </p:nvPr>
        </p:nvSpPr>
        <p:spPr/>
        <p:txBody>
          <a:bodyPr/>
          <a:lstStyle/>
          <a:p>
            <a:fld id="{D7C0FE0B-717B-41AE-9FA2-CA4BF851D1C3}" type="slidenum">
              <a:rPr lang="zh-CN" altLang="en-US" smtClean="0"/>
              <a:t>26</a:t>
            </a:fld>
            <a:endParaRPr lang="zh-CN" altLang="en-US"/>
          </a:p>
        </p:txBody>
      </p:sp>
      <p:sp>
        <p:nvSpPr>
          <p:cNvPr id="4" name="文本框 3">
            <a:extLst>
              <a:ext uri="{FF2B5EF4-FFF2-40B4-BE49-F238E27FC236}">
                <a16:creationId xmlns:a16="http://schemas.microsoft.com/office/drawing/2014/main" id="{44ED77A7-8226-E8B6-58D0-FC0E1ADACF95}"/>
              </a:ext>
            </a:extLst>
          </p:cNvPr>
          <p:cNvSpPr txBox="1"/>
          <p:nvPr/>
        </p:nvSpPr>
        <p:spPr>
          <a:xfrm>
            <a:off x="746846" y="208827"/>
            <a:ext cx="3409517" cy="523220"/>
          </a:xfrm>
          <a:prstGeom prst="rect">
            <a:avLst/>
          </a:prstGeom>
          <a:noFill/>
        </p:spPr>
        <p:txBody>
          <a:bodyPr wrap="square">
            <a:spAutoFit/>
          </a:bodyPr>
          <a:lstStyle/>
          <a:p>
            <a:pPr algn="ctr">
              <a:spcBef>
                <a:spcPts val="1300"/>
              </a:spcBef>
              <a:spcAft>
                <a:spcPts val="1300"/>
              </a:spcAft>
              <a:buNone/>
            </a:pPr>
            <a:r>
              <a:rPr lang="en-US" altLang="zh-CN" sz="2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7.5  </a:t>
            </a:r>
            <a:r>
              <a:rPr lang="zh-CN" altLang="zh-CN" sz="2800" b="1" kern="100" dirty="0">
                <a:solidFill>
                  <a:srgbClr val="041ABC"/>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Times New Roman" panose="02020603050405020304" pitchFamily="18" charset="0"/>
              </a:rPr>
              <a:t>最短路径</a:t>
            </a:r>
            <a:endParaRPr lang="zh-CN" altLang="zh-CN" sz="2800" b="1" kern="100" dirty="0">
              <a:solidFill>
                <a:srgbClr val="041ABC"/>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73E006EB-98E5-F75A-F63E-39DD7FF7B41B}"/>
              </a:ext>
            </a:extLst>
          </p:cNvPr>
          <p:cNvSpPr txBox="1"/>
          <p:nvPr/>
        </p:nvSpPr>
        <p:spPr>
          <a:xfrm>
            <a:off x="116046" y="782240"/>
            <a:ext cx="5701430" cy="430887"/>
          </a:xfrm>
          <a:prstGeom prst="rect">
            <a:avLst/>
          </a:prstGeom>
          <a:noFill/>
        </p:spPr>
        <p:txBody>
          <a:bodyPr wrap="square">
            <a:spAutoFit/>
          </a:bodyPr>
          <a:lstStyle/>
          <a:p>
            <a:pPr indent="269240">
              <a:buNone/>
            </a:pPr>
            <a:r>
              <a:rPr lang="en-US" altLang="zh-CN" sz="2200" b="1" kern="100" spc="-1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7.5.1  </a:t>
            </a:r>
            <a:r>
              <a:rPr lang="zh-CN" altLang="zh-CN" sz="2200" b="1" kern="100" spc="-1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单个源点到其余各顶点的最短路径</a:t>
            </a:r>
            <a:endParaRPr lang="zh-CN" altLang="zh-CN" sz="2200" b="1" kern="100" spc="-1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25" name="图片 15">
            <a:extLst>
              <a:ext uri="{FF2B5EF4-FFF2-40B4-BE49-F238E27FC236}">
                <a16:creationId xmlns:a16="http://schemas.microsoft.com/office/drawing/2014/main" id="{34C60061-6373-94F5-47EA-3C68CEACB6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5383" y="3684061"/>
            <a:ext cx="6109370" cy="246974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EFF349D0-BD2D-3D32-ACB2-D891FCD29773}"/>
              </a:ext>
            </a:extLst>
          </p:cNvPr>
          <p:cNvSpPr>
            <a:spLocks noChangeArrowheads="1"/>
          </p:cNvSpPr>
          <p:nvPr/>
        </p:nvSpPr>
        <p:spPr bwMode="auto">
          <a:xfrm>
            <a:off x="6101195" y="6019117"/>
            <a:ext cx="501881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7.21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无向网</a:t>
            </a:r>
            <a:r>
              <a:rPr kumimoji="0" lang="en-US" altLang="zh-CN" sz="1600" b="0"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G</a:t>
            </a:r>
            <a:r>
              <a:rPr kumimoji="0" lang="en-US" altLang="zh-CN" sz="1600" b="0" i="0" u="none" strike="noStrike" cap="none" normalizeH="0" baseline="-3000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6</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和从</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到其余顶点的最短路径</a:t>
            </a:r>
            <a:endParaRPr kumimoji="0" lang="zh-CN" alt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无向网</a:t>
            </a:r>
            <a:r>
              <a:rPr kumimoji="0" lang="en-US" altLang="zh-CN" sz="1400" b="0"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G</a:t>
            </a:r>
            <a:r>
              <a:rPr kumimoji="0" lang="en-US" altLang="zh-CN" sz="1400" b="0" i="0" u="none" strike="noStrike" cap="none" normalizeH="0" baseline="-3000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6</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a:t>
            </a: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 </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从顶点</a:t>
            </a: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到其余顶点的最短路径</a:t>
            </a:r>
            <a:endParaRPr kumimoji="0" lang="zh-CN" altLang="en-US" sz="1400" b="0" i="0" u="none" strike="noStrike" cap="none" normalizeH="0" baseline="0" dirty="0">
              <a:ln>
                <a:noFill/>
              </a:ln>
              <a:solidFill>
                <a:schemeClr val="tx1"/>
              </a:solidFill>
              <a:effectLst/>
              <a:latin typeface="Arial" panose="020B0604020202020204" pitchFamily="34" charset="0"/>
            </a:endParaRPr>
          </a:p>
        </p:txBody>
      </p:sp>
      <p:sp>
        <p:nvSpPr>
          <p:cNvPr id="10" name="文本框 9">
            <a:extLst>
              <a:ext uri="{FF2B5EF4-FFF2-40B4-BE49-F238E27FC236}">
                <a16:creationId xmlns:a16="http://schemas.microsoft.com/office/drawing/2014/main" id="{748D5BE4-DE4F-C84D-B62F-478143A2FA76}"/>
              </a:ext>
            </a:extLst>
          </p:cNvPr>
          <p:cNvSpPr txBox="1"/>
          <p:nvPr/>
        </p:nvSpPr>
        <p:spPr>
          <a:xfrm>
            <a:off x="475339" y="1448008"/>
            <a:ext cx="4533079" cy="4996111"/>
          </a:xfrm>
          <a:prstGeom prst="rect">
            <a:avLst/>
          </a:prstGeom>
          <a:noFill/>
        </p:spPr>
        <p:txBody>
          <a:bodyPr wrap="square">
            <a:spAutoFit/>
          </a:bodyPr>
          <a:lstStyle/>
          <a:p>
            <a:pPr algn="just">
              <a:lnSpc>
                <a:spcPct val="115000"/>
              </a:lnSpc>
              <a:spcBef>
                <a:spcPts val="600"/>
              </a:spcBef>
              <a:buNone/>
            </a:pP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迪杰斯特拉</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Dijkstra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）提出了一个</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算法</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：按路径长度递增次序求得源点</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到其他所有顶点的最短路径，依次记为</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15000"/>
              </a:lnSpc>
              <a:buNone/>
            </a:pP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1" kern="100" baseline="-25000" dirty="0">
                <a:effectLst/>
                <a:latin typeface="Times New Roman" panose="02020603050405020304" pitchFamily="18" charset="0"/>
                <a:ea typeface="宋体" panose="02010600030101010101" pitchFamily="2" charset="-122"/>
                <a:cs typeface="Times New Roman" panose="02020603050405020304" pitchFamily="18" charset="0"/>
              </a:rPr>
              <a:t>-1</a:t>
            </a:r>
          </a:p>
          <a:p>
            <a:pPr algn="just">
              <a:lnSpc>
                <a:spcPct val="115000"/>
              </a:lnSpc>
              <a:buNone/>
            </a:pP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的终点记为</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。若源点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到其他所有顶点的最短路径集</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15000"/>
              </a:lnSpc>
              <a:buNone/>
            </a:pP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1" kern="100" baseline="-25000" dirty="0">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是升序集，则</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具有以下两个性质：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Bef>
                <a:spcPts val="600"/>
              </a:spcBef>
              <a:buNone/>
            </a:pPr>
            <a:r>
              <a:rPr lang="zh-CN" altLang="zh-CN" sz="1800" b="1" kern="100" dirty="0">
                <a:solidFill>
                  <a:srgbClr val="041ABC"/>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性质</a:t>
            </a:r>
            <a:r>
              <a:rPr lang="en-US" altLang="zh-CN" sz="1800" b="1" kern="100" dirty="0">
                <a:solidFill>
                  <a:srgbClr val="041ABC"/>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1 </a:t>
            </a:r>
            <a:r>
              <a:rPr lang="en-US" altLang="zh-CN" sz="1800" b="1" i="1" kern="100" dirty="0">
                <a:effectLst/>
                <a:latin typeface="Times New Roman" panose="02020603050405020304" pitchFamily="18" charset="0"/>
                <a:ea typeface="楷体" panose="02010609060101010101" pitchFamily="49" charset="-122"/>
                <a:cs typeface="Times New Roman" panose="02020603050405020304" pitchFamily="18" charset="0"/>
              </a:rPr>
              <a:t>P</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中长度最短的路径</a:t>
            </a:r>
            <a:r>
              <a:rPr lang="en-US" altLang="zh-CN" sz="1800" b="1" i="1" kern="100" dirty="0" err="1">
                <a:effectLst/>
                <a:latin typeface="Times New Roman" panose="02020603050405020304" pitchFamily="18" charset="0"/>
                <a:ea typeface="楷体" panose="02010609060101010101" pitchFamily="49" charset="-122"/>
                <a:cs typeface="Times New Roman" panose="02020603050405020304" pitchFamily="18" charset="0"/>
              </a:rPr>
              <a:t>P</a:t>
            </a:r>
            <a:r>
              <a:rPr lang="en-US" altLang="zh-CN" sz="18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必定只含一条弧，并且是从源点</a:t>
            </a:r>
            <a:r>
              <a:rPr lang="en-US" altLang="zh-CN" sz="1800" i="1" kern="100" dirty="0">
                <a:effectLst/>
                <a:latin typeface="Times New Roman" panose="02020603050405020304" pitchFamily="18" charset="0"/>
                <a:ea typeface="楷体" panose="02010609060101010101" pitchFamily="49" charset="-122"/>
                <a:cs typeface="Times New Roman" panose="02020603050405020304" pitchFamily="18" charset="0"/>
              </a:rPr>
              <a:t>v</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出发的所有弧中权值最小的。</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spcBef>
                <a:spcPts val="600"/>
              </a:spcBef>
              <a:buNone/>
            </a:pPr>
            <a:r>
              <a:rPr lang="zh-CN" altLang="zh-CN" b="1" kern="100" dirty="0">
                <a:solidFill>
                  <a:srgbClr val="041ABC"/>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性质</a:t>
            </a:r>
            <a:r>
              <a:rPr lang="en-US" altLang="zh-CN" b="1" kern="100" dirty="0">
                <a:solidFill>
                  <a:srgbClr val="041ABC"/>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2 </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如果已求得</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1</a:t>
            </a:r>
            <a:r>
              <a:rPr lang="en-US"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2</a:t>
            </a:r>
            <a:r>
              <a:rPr lang="en-US"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 …,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则下一条最短路径</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或者是源点</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到</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的弧，或者是源点</a:t>
            </a:r>
            <a:r>
              <a:rPr lang="en-US" altLang="zh-CN" sz="1800" b="1" i="1" kern="100" dirty="0">
                <a:effectLst/>
                <a:latin typeface="Times New Roman" panose="02020603050405020304" pitchFamily="18" charset="0"/>
                <a:ea typeface="楷体" panose="02010609060101010101" pitchFamily="49" charset="-122"/>
                <a:cs typeface="Times New Roman" panose="02020603050405020304" pitchFamily="18" charset="0"/>
              </a:rPr>
              <a:t>v</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经过已求得的某条最短路径</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kern="100" baseline="-25000" dirty="0">
                <a:effectLst/>
                <a:latin typeface="Times New Roman" panose="02020603050405020304" pitchFamily="18" charset="0"/>
                <a:ea typeface="楷体" panose="02010609060101010101" pitchFamily="49" charset="-122"/>
                <a:cs typeface="Times New Roman" panose="02020603050405020304" pitchFamily="18" charset="0"/>
              </a:rPr>
              <a:t>k</a:t>
            </a:r>
            <a:r>
              <a:rPr lang="zh-CN" altLang="zh-CN" sz="1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b="1" kern="100" dirty="0" err="1">
                <a:effectLst/>
                <a:latin typeface="Times New Roman" panose="02020603050405020304" pitchFamily="18" charset="0"/>
                <a:ea typeface="楷体" panose="02010609060101010101" pitchFamily="49" charset="-122"/>
                <a:cs typeface="Times New Roman" panose="02020603050405020304" pitchFamily="18" charset="0"/>
              </a:rPr>
              <a:t>1≤k≤i</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）以及</a:t>
            </a:r>
            <a:r>
              <a:rPr lang="en-US" altLang="zh-CN" sz="1800" b="1" i="1" kern="100" dirty="0" err="1">
                <a:effectLst/>
                <a:latin typeface="Times New Roman" panose="02020603050405020304" pitchFamily="18" charset="0"/>
                <a:ea typeface="楷体" panose="02010609060101010101" pitchFamily="49"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k</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到</a:t>
            </a:r>
            <a:r>
              <a:rPr lang="en-US" altLang="zh-CN" sz="1800" b="1" i="1" kern="100" dirty="0" err="1">
                <a:effectLst/>
                <a:latin typeface="Times New Roman" panose="02020603050405020304" pitchFamily="18" charset="0"/>
                <a:ea typeface="楷体" panose="02010609060101010101" pitchFamily="49"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1800" b="1" kern="100" baseline="-25000" dirty="0" err="1">
                <a:effectLst/>
                <a:latin typeface="Times New Roman" panose="02020603050405020304" pitchFamily="18" charset="0"/>
                <a:ea typeface="楷体" panose="02010609060101010101" pitchFamily="49" charset="-122"/>
                <a:cs typeface="Times New Roman" panose="02020603050405020304" pitchFamily="18" charset="0"/>
              </a:rPr>
              <a:t>+1</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的弧。</a:t>
            </a:r>
            <a:endParaRPr lang="zh-CN" altLang="en-US" sz="1800" kern="100" dirty="0">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文本框 13">
            <a:extLst>
              <a:ext uri="{FF2B5EF4-FFF2-40B4-BE49-F238E27FC236}">
                <a16:creationId xmlns:a16="http://schemas.microsoft.com/office/drawing/2014/main" id="{F9463E01-2056-CBE0-FBFC-2AD7A917A9CB}"/>
              </a:ext>
            </a:extLst>
          </p:cNvPr>
          <p:cNvSpPr txBox="1"/>
          <p:nvPr/>
        </p:nvSpPr>
        <p:spPr>
          <a:xfrm>
            <a:off x="5766227" y="938928"/>
            <a:ext cx="5950434" cy="2060629"/>
          </a:xfrm>
          <a:prstGeom prst="rect">
            <a:avLst/>
          </a:prstGeom>
          <a:noFill/>
        </p:spPr>
        <p:txBody>
          <a:bodyPr wrap="square">
            <a:spAutoFit/>
          </a:bodyPr>
          <a:lstStyle/>
          <a:p>
            <a:pPr indent="265430" algn="just">
              <a:lnSpc>
                <a:spcPct val="120000"/>
              </a:lnSpc>
              <a:buNone/>
            </a:pPr>
            <a:r>
              <a:rPr lang="zh-CN" altLang="zh-CN" sz="1800"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证明</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（反证法）：假设下一条求得的最短路径</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不经过已求得最短路径的顶点，而经过其他顶点</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1" kern="100" dirty="0" err="1">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1" kern="1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）到达</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，则有等式</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表示</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到</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的路径长度，可推出</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&lt;</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，即源点</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到</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的路径长度更短，</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800" b="1"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是已求得的最短路径，</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应小于</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，与假设</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大于</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矛盾。</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B94BE498-EC62-80A4-2107-061D4F81082E}"/>
              </a:ext>
            </a:extLst>
          </p:cNvPr>
          <p:cNvSpPr txBox="1"/>
          <p:nvPr/>
        </p:nvSpPr>
        <p:spPr>
          <a:xfrm>
            <a:off x="5766227" y="2977264"/>
            <a:ext cx="6096000" cy="706797"/>
          </a:xfrm>
          <a:prstGeom prst="rect">
            <a:avLst/>
          </a:prstGeom>
          <a:noFill/>
        </p:spPr>
        <p:txBody>
          <a:bodyPr wrap="square">
            <a:spAutoFit/>
          </a:bodyPr>
          <a:lstStyle/>
          <a:p>
            <a:pPr indent="266700" algn="just">
              <a:lnSpc>
                <a:spcPct val="115000"/>
              </a:lnSpc>
              <a:buNone/>
            </a:pPr>
            <a:r>
              <a:rPr lang="zh-CN" altLang="zh-CN" sz="1800" b="1" kern="100" dirty="0">
                <a:solidFill>
                  <a:srgbClr val="333DFF"/>
                </a:solidFill>
                <a:effectLst/>
                <a:latin typeface="Times New Roman" panose="02020603050405020304" pitchFamily="18" charset="0"/>
                <a:ea typeface="宋体" panose="02010600030101010101" pitchFamily="2" charset="-122"/>
                <a:cs typeface="Times New Roman" panose="02020603050405020304" pitchFamily="18" charset="0"/>
              </a:rPr>
              <a:t>例如，图</a:t>
            </a:r>
            <a:r>
              <a:rPr lang="en-US" altLang="zh-CN" sz="1800" b="1" kern="100" dirty="0">
                <a:solidFill>
                  <a:srgbClr val="333DFF"/>
                </a:solidFill>
                <a:effectLst/>
                <a:latin typeface="Times New Roman" panose="02020603050405020304" pitchFamily="18" charset="0"/>
                <a:ea typeface="宋体" panose="02010600030101010101" pitchFamily="2" charset="-122"/>
                <a:cs typeface="Times New Roman" panose="02020603050405020304" pitchFamily="18" charset="0"/>
              </a:rPr>
              <a:t>7.21(a)</a:t>
            </a:r>
            <a:r>
              <a:rPr lang="zh-CN" altLang="zh-CN" sz="1800" b="1" kern="100" dirty="0">
                <a:solidFill>
                  <a:srgbClr val="333DFF"/>
                </a:solidFill>
                <a:effectLst/>
                <a:latin typeface="Times New Roman" panose="02020603050405020304" pitchFamily="18" charset="0"/>
                <a:ea typeface="宋体" panose="02010600030101010101" pitchFamily="2" charset="-122"/>
                <a:cs typeface="Times New Roman" panose="02020603050405020304" pitchFamily="18" charset="0"/>
              </a:rPr>
              <a:t>的有向带权图</a:t>
            </a:r>
            <a:r>
              <a:rPr lang="en-US" altLang="zh-CN" sz="1800" b="1" kern="100" dirty="0" err="1">
                <a:solidFill>
                  <a:srgbClr val="333DFF"/>
                </a:solidFill>
                <a:effectLst/>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1" kern="100" baseline="-25000" dirty="0" err="1">
                <a:solidFill>
                  <a:srgbClr val="333DFF"/>
                </a:solidFill>
                <a:effectLst/>
                <a:latin typeface="Times New Roman" panose="02020603050405020304" pitchFamily="18" charset="0"/>
                <a:ea typeface="宋体" panose="02010600030101010101" pitchFamily="2" charset="-122"/>
                <a:cs typeface="Times New Roman" panose="02020603050405020304" pitchFamily="18" charset="0"/>
              </a:rPr>
              <a:t>6</a:t>
            </a:r>
            <a:r>
              <a:rPr lang="zh-CN" altLang="zh-CN" sz="1800" b="1" kern="100" dirty="0">
                <a:solidFill>
                  <a:srgbClr val="333DFF"/>
                </a:solidFill>
                <a:effectLst/>
                <a:latin typeface="Times New Roman" panose="02020603050405020304" pitchFamily="18" charset="0"/>
                <a:ea typeface="宋体" panose="02010600030101010101" pitchFamily="2" charset="-122"/>
                <a:cs typeface="Times New Roman" panose="02020603050405020304" pitchFamily="18" charset="0"/>
              </a:rPr>
              <a:t>，依次求得源点</a:t>
            </a:r>
            <a:r>
              <a:rPr lang="en-US" altLang="zh-CN" sz="1800" b="1" kern="100" dirty="0">
                <a:solidFill>
                  <a:srgbClr val="333DFF"/>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800" b="1" kern="100" dirty="0">
                <a:solidFill>
                  <a:srgbClr val="333DFF"/>
                </a:solidFill>
                <a:effectLst/>
                <a:latin typeface="Times New Roman" panose="02020603050405020304" pitchFamily="18" charset="0"/>
                <a:ea typeface="宋体" panose="02010600030101010101" pitchFamily="2" charset="-122"/>
                <a:cs typeface="Times New Roman" panose="02020603050405020304" pitchFamily="18" charset="0"/>
              </a:rPr>
              <a:t>到其他所有顶点的最短路径如图</a:t>
            </a:r>
            <a:r>
              <a:rPr lang="en-US" altLang="zh-CN" sz="1800" b="1" kern="100" dirty="0">
                <a:solidFill>
                  <a:srgbClr val="333DFF"/>
                </a:solidFill>
                <a:effectLst/>
                <a:latin typeface="Times New Roman" panose="02020603050405020304" pitchFamily="18" charset="0"/>
                <a:ea typeface="宋体" panose="02010600030101010101" pitchFamily="2" charset="-122"/>
                <a:cs typeface="Times New Roman" panose="02020603050405020304" pitchFamily="18" charset="0"/>
              </a:rPr>
              <a:t>7.21(b)</a:t>
            </a:r>
            <a:r>
              <a:rPr lang="zh-CN" altLang="zh-CN" sz="1800" b="1" kern="100" dirty="0">
                <a:solidFill>
                  <a:srgbClr val="333DFF"/>
                </a:solidFill>
                <a:effectLst/>
                <a:latin typeface="Times New Roman" panose="02020603050405020304" pitchFamily="18" charset="0"/>
                <a:ea typeface="宋体" panose="02010600030101010101" pitchFamily="2" charset="-122"/>
                <a:cs typeface="Times New Roman" panose="02020603050405020304" pitchFamily="18" charset="0"/>
              </a:rPr>
              <a:t>所示。</a:t>
            </a:r>
            <a:endParaRPr lang="zh-CN" altLang="zh-CN" sz="1800" b="1" kern="100" dirty="0">
              <a:solidFill>
                <a:srgbClr val="333DFF"/>
              </a:solidFill>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0903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1000"/>
                                        <p:tgtEl>
                                          <p:spTgt spid="10">
                                            <p:txEl>
                                              <p:pRg st="1" end="1"/>
                                            </p:txEl>
                                          </p:spTgt>
                                        </p:tgtEl>
                                      </p:cBhvr>
                                    </p:animEffect>
                                    <p:anim calcmode="lin" valueType="num">
                                      <p:cBhvr>
                                        <p:cTn id="13"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1000"/>
                                        <p:tgtEl>
                                          <p:spTgt spid="10">
                                            <p:txEl>
                                              <p:pRg st="2" end="2"/>
                                            </p:txEl>
                                          </p:spTgt>
                                        </p:tgtEl>
                                      </p:cBhvr>
                                    </p:animEffect>
                                    <p:anim calcmode="lin" valueType="num">
                                      <p:cBhvr>
                                        <p:cTn id="1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1000"/>
                                        <p:tgtEl>
                                          <p:spTgt spid="10">
                                            <p:txEl>
                                              <p:pRg st="3" end="3"/>
                                            </p:txEl>
                                          </p:spTgt>
                                        </p:tgtEl>
                                      </p:cBhvr>
                                    </p:animEffect>
                                    <p:anim calcmode="lin" valueType="num">
                                      <p:cBhvr>
                                        <p:cTn id="2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0">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1000"/>
                                        <p:tgtEl>
                                          <p:spTgt spid="10">
                                            <p:txEl>
                                              <p:pRg st="4" end="4"/>
                                            </p:txEl>
                                          </p:spTgt>
                                        </p:tgtEl>
                                      </p:cBhvr>
                                    </p:animEffect>
                                    <p:anim calcmode="lin" valueType="num">
                                      <p:cBhvr>
                                        <p:cTn id="28"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0">
                                            <p:txEl>
                                              <p:pRg st="5" end="5"/>
                                            </p:txEl>
                                          </p:spTgt>
                                        </p:tgtEl>
                                        <p:attrNameLst>
                                          <p:attrName>style.visibility</p:attrName>
                                        </p:attrNameLst>
                                      </p:cBhvr>
                                      <p:to>
                                        <p:strVal val="visible"/>
                                      </p:to>
                                    </p:set>
                                    <p:animEffect transition="in" filter="fade">
                                      <p:cBhvr>
                                        <p:cTn id="34" dur="1000"/>
                                        <p:tgtEl>
                                          <p:spTgt spid="10">
                                            <p:txEl>
                                              <p:pRg st="5" end="5"/>
                                            </p:txEl>
                                          </p:spTgt>
                                        </p:tgtEl>
                                      </p:cBhvr>
                                    </p:animEffect>
                                    <p:anim calcmode="lin" valueType="num">
                                      <p:cBhvr>
                                        <p:cTn id="35"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0">
                                            <p:txEl>
                                              <p:pRg st="6" end="6"/>
                                            </p:txEl>
                                          </p:spTgt>
                                        </p:tgtEl>
                                        <p:attrNameLst>
                                          <p:attrName>style.visibility</p:attrName>
                                        </p:attrNameLst>
                                      </p:cBhvr>
                                      <p:to>
                                        <p:strVal val="visible"/>
                                      </p:to>
                                    </p:set>
                                    <p:animEffect transition="in" filter="fade">
                                      <p:cBhvr>
                                        <p:cTn id="41" dur="1000"/>
                                        <p:tgtEl>
                                          <p:spTgt spid="10">
                                            <p:txEl>
                                              <p:pRg st="6" end="6"/>
                                            </p:txEl>
                                          </p:spTgt>
                                        </p:tgtEl>
                                      </p:cBhvr>
                                    </p:animEffect>
                                    <p:anim calcmode="lin" valueType="num">
                                      <p:cBhvr>
                                        <p:cTn id="42"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1000"/>
                                        <p:tgtEl>
                                          <p:spTgt spid="14"/>
                                        </p:tgtEl>
                                      </p:cBhvr>
                                    </p:animEffect>
                                    <p:anim calcmode="lin" valueType="num">
                                      <p:cBhvr>
                                        <p:cTn id="49" dur="1000" fill="hold"/>
                                        <p:tgtEl>
                                          <p:spTgt spid="14"/>
                                        </p:tgtEl>
                                        <p:attrNameLst>
                                          <p:attrName>ppt_x</p:attrName>
                                        </p:attrNameLst>
                                      </p:cBhvr>
                                      <p:tavLst>
                                        <p:tav tm="0">
                                          <p:val>
                                            <p:strVal val="#ppt_x"/>
                                          </p:val>
                                        </p:tav>
                                        <p:tav tm="100000">
                                          <p:val>
                                            <p:strVal val="#ppt_x"/>
                                          </p:val>
                                        </p:tav>
                                      </p:tavLst>
                                    </p:anim>
                                    <p:anim calcmode="lin" valueType="num">
                                      <p:cBhvr>
                                        <p:cTn id="5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025"/>
                                        </p:tgtEl>
                                        <p:attrNameLst>
                                          <p:attrName>style.visibility</p:attrName>
                                        </p:attrNameLst>
                                      </p:cBhvr>
                                      <p:to>
                                        <p:strVal val="visible"/>
                                      </p:to>
                                    </p:set>
                                    <p:animEffect transition="in" filter="fade">
                                      <p:cBhvr>
                                        <p:cTn id="55" dur="1000"/>
                                        <p:tgtEl>
                                          <p:spTgt spid="1025"/>
                                        </p:tgtEl>
                                      </p:cBhvr>
                                    </p:animEffect>
                                    <p:anim calcmode="lin" valueType="num">
                                      <p:cBhvr>
                                        <p:cTn id="56" dur="1000" fill="hold"/>
                                        <p:tgtEl>
                                          <p:spTgt spid="1025"/>
                                        </p:tgtEl>
                                        <p:attrNameLst>
                                          <p:attrName>ppt_x</p:attrName>
                                        </p:attrNameLst>
                                      </p:cBhvr>
                                      <p:tavLst>
                                        <p:tav tm="0">
                                          <p:val>
                                            <p:strVal val="#ppt_x"/>
                                          </p:val>
                                        </p:tav>
                                        <p:tav tm="100000">
                                          <p:val>
                                            <p:strVal val="#ppt_x"/>
                                          </p:val>
                                        </p:tav>
                                      </p:tavLst>
                                    </p:anim>
                                    <p:anim calcmode="lin" valueType="num">
                                      <p:cBhvr>
                                        <p:cTn id="57" dur="1000" fill="hold"/>
                                        <p:tgtEl>
                                          <p:spTgt spid="1025"/>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1000"/>
                                        <p:tgtEl>
                                          <p:spTgt spid="8"/>
                                        </p:tgtEl>
                                      </p:cBhvr>
                                    </p:animEffect>
                                    <p:anim calcmode="lin" valueType="num">
                                      <p:cBhvr>
                                        <p:cTn id="61" dur="1000" fill="hold"/>
                                        <p:tgtEl>
                                          <p:spTgt spid="8"/>
                                        </p:tgtEl>
                                        <p:attrNameLst>
                                          <p:attrName>ppt_x</p:attrName>
                                        </p:attrNameLst>
                                      </p:cBhvr>
                                      <p:tavLst>
                                        <p:tav tm="0">
                                          <p:val>
                                            <p:strVal val="#ppt_x"/>
                                          </p:val>
                                        </p:tav>
                                        <p:tav tm="100000">
                                          <p:val>
                                            <p:strVal val="#ppt_x"/>
                                          </p:val>
                                        </p:tav>
                                      </p:tavLst>
                                    </p:anim>
                                    <p:anim calcmode="lin" valueType="num">
                                      <p:cBhvr>
                                        <p:cTn id="62" dur="1000" fill="hold"/>
                                        <p:tgtEl>
                                          <p:spTgt spid="8"/>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fade">
                                      <p:cBhvr>
                                        <p:cTn id="65" dur="1000"/>
                                        <p:tgtEl>
                                          <p:spTgt spid="7"/>
                                        </p:tgtEl>
                                      </p:cBhvr>
                                    </p:animEffect>
                                    <p:anim calcmode="lin" valueType="num">
                                      <p:cBhvr>
                                        <p:cTn id="66" dur="1000" fill="hold"/>
                                        <p:tgtEl>
                                          <p:spTgt spid="7"/>
                                        </p:tgtEl>
                                        <p:attrNameLst>
                                          <p:attrName>ppt_x</p:attrName>
                                        </p:attrNameLst>
                                      </p:cBhvr>
                                      <p:tavLst>
                                        <p:tav tm="0">
                                          <p:val>
                                            <p:strVal val="#ppt_x"/>
                                          </p:val>
                                        </p:tav>
                                        <p:tav tm="100000">
                                          <p:val>
                                            <p:strVal val="#ppt_x"/>
                                          </p:val>
                                        </p:tav>
                                      </p:tavLst>
                                    </p:anim>
                                    <p:anim calcmode="lin" valueType="num">
                                      <p:cBhvr>
                                        <p:cTn id="6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uiExpand="1" build="p"/>
      <p:bldP spid="14"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E2717A2-65E9-3B33-D2AB-7A685FE79B3D}"/>
              </a:ext>
            </a:extLst>
          </p:cNvPr>
          <p:cNvSpPr>
            <a:spLocks noGrp="1"/>
          </p:cNvSpPr>
          <p:nvPr>
            <p:ph type="sldNum" sz="quarter" idx="12"/>
          </p:nvPr>
        </p:nvSpPr>
        <p:spPr/>
        <p:txBody>
          <a:bodyPr/>
          <a:lstStyle/>
          <a:p>
            <a:fld id="{D7C0FE0B-717B-41AE-9FA2-CA4BF851D1C3}" type="slidenum">
              <a:rPr lang="zh-CN" altLang="en-US" smtClean="0"/>
              <a:t>27</a:t>
            </a:fld>
            <a:endParaRPr lang="zh-CN" altLang="en-US"/>
          </a:p>
        </p:txBody>
      </p:sp>
      <p:sp>
        <p:nvSpPr>
          <p:cNvPr id="3" name="文本框 5">
            <a:extLst>
              <a:ext uri="{FF2B5EF4-FFF2-40B4-BE49-F238E27FC236}">
                <a16:creationId xmlns:a16="http://schemas.microsoft.com/office/drawing/2014/main" id="{73E006EB-98E5-F75A-F63E-39DD7FF7B41B}"/>
              </a:ext>
            </a:extLst>
          </p:cNvPr>
          <p:cNvSpPr txBox="1"/>
          <p:nvPr/>
        </p:nvSpPr>
        <p:spPr>
          <a:xfrm>
            <a:off x="1091045" y="278322"/>
            <a:ext cx="6826828"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69240">
              <a:buNone/>
            </a:pPr>
            <a:r>
              <a:rPr lang="en-US" altLang="zh-CN" sz="2400" b="1" kern="100" spc="-1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7.5.1  </a:t>
            </a:r>
            <a:r>
              <a:rPr lang="zh-CN" altLang="zh-CN" sz="2400" b="1" kern="100" spc="-1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单个源点到其余各顶点的最短路径</a:t>
            </a:r>
            <a:r>
              <a:rPr lang="zh-CN" altLang="en-US" sz="2400" b="1" kern="100" spc="-10" dirty="0">
                <a:solidFill>
                  <a:srgbClr val="C00000"/>
                </a:solidFill>
                <a:latin typeface="微软雅黑" panose="020B0503020204020204" pitchFamily="34" charset="-122"/>
                <a:ea typeface="黑体" panose="02010609060101010101" pitchFamily="49" charset="-122"/>
                <a:cs typeface="Times New Roman" panose="02020603050405020304" pitchFamily="18" charset="0"/>
              </a:rPr>
              <a:t>（续）</a:t>
            </a:r>
            <a:endParaRPr lang="zh-CN" altLang="zh-CN" sz="2400" b="1" kern="100" spc="-1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Rectangle 7">
            <a:extLst>
              <a:ext uri="{FF2B5EF4-FFF2-40B4-BE49-F238E27FC236}">
                <a16:creationId xmlns:a16="http://schemas.microsoft.com/office/drawing/2014/main" id="{EB50B578-D990-6C87-647D-0060B542DF05}"/>
              </a:ext>
            </a:extLst>
          </p:cNvPr>
          <p:cNvSpPr>
            <a:spLocks noChangeArrowheads="1"/>
          </p:cNvSpPr>
          <p:nvPr/>
        </p:nvSpPr>
        <p:spPr bwMode="auto">
          <a:xfrm>
            <a:off x="571612" y="792811"/>
            <a:ext cx="1064017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667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与求最小生成树的普里姆算法类似，迪杰斯特拉算法也将图</a:t>
            </a:r>
            <a:r>
              <a:rPr kumimoji="0" lang="en-US" altLang="zh-CN"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G</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的顶点集</a:t>
            </a:r>
            <a:r>
              <a:rPr kumimoji="0" lang="en-US" altLang="zh-CN"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V</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分成两个子集</a:t>
            </a:r>
            <a:r>
              <a:rPr kumimoji="0" lang="en-US" altLang="zh-CN"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U</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a:t>
            </a:r>
            <a:r>
              <a:rPr kumimoji="0" lang="en-US" altLang="zh-CN"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V-U</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U</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是已求得最短路径的顶点集。用一维数组</a:t>
            </a:r>
            <a:r>
              <a:rPr kumimoji="0" lang="en-US" altLang="zh-CN"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Dist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记录集合</a:t>
            </a:r>
            <a:r>
              <a:rPr kumimoji="0" lang="en-US" altLang="zh-CN" b="0" i="1"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V-U</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中各顶点所求的当前最短路径信息。其定义如下：</a:t>
            </a:r>
            <a:endParaRPr kumimoji="0" lang="zh-CN"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typedef struct {</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   int  </a:t>
            </a:r>
            <a:r>
              <a:rPr kumimoji="0" lang="en-US" altLang="zh-CN" b="0" i="0" u="none" strike="noStrike" cap="none" normalizeH="0" baseline="0" dirty="0" err="1">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prev</a:t>
            </a:r>
            <a:r>
              <a:rPr kumimoji="0" lang="en-US" altLang="zh-CN" b="0" i="0" u="none" strike="noStrike" cap="none" normalizeH="0" baseline="0" dirty="0">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	      // </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当前最短路径上该顶点的前驱顶点的位序</a:t>
            </a:r>
            <a:endParaRPr kumimoji="0" lang="zh-CN"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   </a:t>
            </a:r>
            <a:r>
              <a:rPr kumimoji="0" lang="en-US" altLang="zh-CN" b="1" i="0" u="none" strike="noStrike" cap="none" normalizeH="0" baseline="0" dirty="0">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int</a:t>
            </a:r>
            <a:r>
              <a:rPr kumimoji="0" lang="en-US" altLang="zh-CN" b="0" i="0" u="none" strike="noStrike" cap="none" normalizeH="0" baseline="0" dirty="0">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  </a:t>
            </a:r>
            <a:r>
              <a:rPr kumimoji="0" lang="en-US" altLang="zh-CN" b="0" i="0" u="none" strike="noStrike" cap="none" normalizeH="0" baseline="0" dirty="0" err="1">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lowcost</a:t>
            </a:r>
            <a:r>
              <a:rPr kumimoji="0" lang="en-US" altLang="zh-CN" b="0" i="0" u="none" strike="noStrike" cap="none" normalizeH="0" baseline="0" dirty="0">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       // </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当前最短路径的长度</a:t>
            </a:r>
            <a:endParaRPr kumimoji="0" lang="zh-CN"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 </a:t>
            </a:r>
            <a:r>
              <a:rPr kumimoji="0" lang="en-US" altLang="zh-CN" b="0" i="0" u="none" strike="noStrike" cap="none" normalizeH="0" baseline="0" dirty="0" err="1">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DistInfo</a:t>
            </a:r>
            <a:r>
              <a:rPr kumimoji="0" lang="en-US" altLang="zh-CN" b="0" i="0" u="none" strike="noStrike" cap="none" normalizeH="0" baseline="0" dirty="0">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           // </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V-U</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中顶点的当前最短路径信息</a:t>
            </a:r>
            <a:endParaRPr kumimoji="0" lang="zh-CN"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err="1">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DistInfo</a:t>
            </a:r>
            <a:r>
              <a:rPr kumimoji="0" lang="en-US" altLang="zh-CN" b="0" i="0" u="none" strike="noStrike" cap="none" normalizeH="0" baseline="0" dirty="0">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 </a:t>
            </a:r>
            <a:r>
              <a:rPr kumimoji="0" lang="en-US" altLang="zh-CN" b="0" i="0" u="none" strike="noStrike" cap="none" normalizeH="0" baseline="0" dirty="0" err="1">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Dist</a:t>
            </a:r>
            <a:r>
              <a:rPr lang="en-US" altLang="zh-CN" dirty="0">
                <a:latin typeface="Courier New" panose="02070309020205020404" pitchFamily="49" charset="0"/>
                <a:ea typeface="等线" panose="02010600030101010101" pitchFamily="2" charset="-122"/>
                <a:cs typeface="Courier New" panose="02070309020205020404" pitchFamily="49" charset="0"/>
              </a:rPr>
              <a:t>[</a:t>
            </a:r>
            <a:r>
              <a:rPr lang="en-US" altLang="zh-CN" dirty="0" err="1">
                <a:latin typeface="Courier New" panose="02070309020205020404" pitchFamily="49" charset="0"/>
                <a:ea typeface="等线" panose="02010600030101010101" pitchFamily="2" charset="-122"/>
                <a:cs typeface="Courier New" panose="02070309020205020404" pitchFamily="49" charset="0"/>
              </a:rPr>
              <a:t>MA_VEX_NUM</a:t>
            </a:r>
            <a:r>
              <a:rPr lang="en-US" altLang="zh-CN" dirty="0">
                <a:latin typeface="Courier New" panose="02070309020205020404" pitchFamily="49" charset="0"/>
                <a:ea typeface="等线" panose="02010600030101010101" pitchFamily="2" charset="-122"/>
                <a:cs typeface="Courier New" panose="02070309020205020404" pitchFamily="49" charset="0"/>
              </a:rPr>
              <a:t>]</a:t>
            </a:r>
            <a:r>
              <a:rPr kumimoji="0" lang="en-US" altLang="zh-CN" b="0" i="0" u="none" strike="noStrike" cap="none" normalizeH="0" baseline="0" dirty="0">
                <a:ln>
                  <a:noFill/>
                </a:ln>
                <a:solidFill>
                  <a:schemeClr val="tx1"/>
                </a:solidFill>
                <a:effectLst/>
                <a:latin typeface="Courier New" panose="02070309020205020404" pitchFamily="49" charset="0"/>
                <a:ea typeface="等线" panose="02010600030101010101" pitchFamily="2" charset="-122"/>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zh-CN" dirty="0">
                <a:latin typeface="Courier New" panose="02070309020205020404" pitchFamily="49" charset="0"/>
                <a:ea typeface="等线" panose="02010600030101010101" pitchFamily="2" charset="-122"/>
                <a:cs typeface="Courier New" panose="02070309020205020404" pitchFamily="49" charset="0"/>
              </a:rPr>
              <a:t>int </a:t>
            </a:r>
            <a:r>
              <a:rPr lang="en-US" altLang="zh-CN" dirty="0" err="1">
                <a:latin typeface="Courier New" panose="02070309020205020404" pitchFamily="49" charset="0"/>
                <a:ea typeface="等线" panose="02010600030101010101" pitchFamily="2" charset="-122"/>
                <a:cs typeface="Courier New" panose="02070309020205020404" pitchFamily="49" charset="0"/>
              </a:rPr>
              <a:t>hpos</a:t>
            </a:r>
            <a:r>
              <a:rPr lang="en-US" altLang="zh-CN" dirty="0">
                <a:latin typeface="Courier New" panose="02070309020205020404" pitchFamily="49" charset="0"/>
                <a:ea typeface="等线" panose="02010600030101010101" pitchFamily="2" charset="-122"/>
                <a:cs typeface="Courier New" panose="02070309020205020404" pitchFamily="49" charset="0"/>
              </a:rPr>
              <a:t>[</a:t>
            </a:r>
            <a:r>
              <a:rPr lang="en-US" altLang="zh-CN" dirty="0" err="1">
                <a:latin typeface="Courier New" panose="02070309020205020404" pitchFamily="49" charset="0"/>
                <a:ea typeface="等线" panose="02010600030101010101" pitchFamily="2" charset="-122"/>
                <a:cs typeface="Courier New" panose="02070309020205020404" pitchFamily="49" charset="0"/>
              </a:rPr>
              <a:t>MAX_VEX_NUM</a:t>
            </a:r>
            <a:r>
              <a:rPr lang="en-US" altLang="zh-CN" dirty="0">
                <a:latin typeface="Courier New" panose="02070309020205020404" pitchFamily="49" charset="0"/>
                <a:ea typeface="等线" panose="02010600030101010101" pitchFamily="2" charset="-122"/>
                <a:cs typeface="Courier New" panose="02070309020205020404" pitchFamily="49" charset="0"/>
              </a:rPr>
              <a:t>];</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借助</a:t>
            </a:r>
            <a:r>
              <a:rPr kumimoji="0" lang="en-US" altLang="zh-CN" b="0" i="0" u="none" strike="noStrike" cap="none" normalizeH="0" baseline="0" dirty="0" err="1">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Dist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数组，迪杰斯特拉算法的步骤为：</a:t>
            </a:r>
            <a:r>
              <a:rPr kumimoji="0" lang="zh-CN" altLang="en-US"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US" b="0" i="0" u="none" strike="noStrike" cap="none" normalizeH="0" baseline="0" dirty="0">
              <a:ln>
                <a:noFill/>
              </a:ln>
              <a:solidFill>
                <a:schemeClr val="tx1"/>
              </a:solidFill>
              <a:effectLst/>
            </a:endParaRPr>
          </a:p>
        </p:txBody>
      </p:sp>
      <p:sp>
        <p:nvSpPr>
          <p:cNvPr id="15" name="Rectangle 12">
            <a:extLst>
              <a:ext uri="{FF2B5EF4-FFF2-40B4-BE49-F238E27FC236}">
                <a16:creationId xmlns:a16="http://schemas.microsoft.com/office/drawing/2014/main" id="{41F96EAB-472F-3680-9EE1-B5F19D9DD192}"/>
              </a:ext>
            </a:extLst>
          </p:cNvPr>
          <p:cNvSpPr>
            <a:spLocks noChangeArrowheads="1"/>
          </p:cNvSpPr>
          <p:nvPr/>
        </p:nvSpPr>
        <p:spPr bwMode="auto">
          <a:xfrm>
            <a:off x="485549" y="4938561"/>
            <a:ext cx="1150922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52663" algn="l"/>
              </a:tabLst>
              <a:defRPr>
                <a:solidFill>
                  <a:schemeClr val="tx1"/>
                </a:solidFill>
                <a:latin typeface="Arial" panose="020B0604020202020204" pitchFamily="34" charset="0"/>
              </a:defRPr>
            </a:lvl1pPr>
            <a:lvl2pPr eaLnBrk="0" fontAlgn="base" hangingPunct="0">
              <a:spcBef>
                <a:spcPct val="0"/>
              </a:spcBef>
              <a:spcAft>
                <a:spcPct val="0"/>
              </a:spcAft>
              <a:tabLst>
                <a:tab pos="2252663" algn="l"/>
              </a:tabLst>
              <a:defRPr>
                <a:solidFill>
                  <a:schemeClr val="tx1"/>
                </a:solidFill>
                <a:latin typeface="Arial" panose="020B0604020202020204" pitchFamily="34" charset="0"/>
              </a:defRPr>
            </a:lvl2pPr>
            <a:lvl3pPr eaLnBrk="0" fontAlgn="base" hangingPunct="0">
              <a:spcBef>
                <a:spcPct val="0"/>
              </a:spcBef>
              <a:spcAft>
                <a:spcPct val="0"/>
              </a:spcAft>
              <a:tabLst>
                <a:tab pos="2252663" algn="l"/>
              </a:tabLst>
              <a:defRPr>
                <a:solidFill>
                  <a:schemeClr val="tx1"/>
                </a:solidFill>
                <a:latin typeface="Arial" panose="020B0604020202020204" pitchFamily="34" charset="0"/>
              </a:defRPr>
            </a:lvl3pPr>
            <a:lvl4pPr eaLnBrk="0" fontAlgn="base" hangingPunct="0">
              <a:spcBef>
                <a:spcPct val="0"/>
              </a:spcBef>
              <a:spcAft>
                <a:spcPct val="0"/>
              </a:spcAft>
              <a:tabLst>
                <a:tab pos="2252663" algn="l"/>
              </a:tabLst>
              <a:defRPr>
                <a:solidFill>
                  <a:schemeClr val="tx1"/>
                </a:solidFill>
                <a:latin typeface="Arial" panose="020B0604020202020204" pitchFamily="34" charset="0"/>
              </a:defRPr>
            </a:lvl4pPr>
            <a:lvl5pPr eaLnBrk="0" fontAlgn="base" hangingPunct="0">
              <a:spcBef>
                <a:spcPct val="0"/>
              </a:spcBef>
              <a:spcAft>
                <a:spcPct val="0"/>
              </a:spcAft>
              <a:tabLst>
                <a:tab pos="2252663" algn="l"/>
              </a:tabLst>
              <a:defRPr>
                <a:solidFill>
                  <a:schemeClr val="tx1"/>
                </a:solidFill>
                <a:latin typeface="Arial" panose="020B0604020202020204" pitchFamily="34" charset="0"/>
              </a:defRPr>
            </a:lvl5pPr>
            <a:lvl6pPr eaLnBrk="0" fontAlgn="base" hangingPunct="0">
              <a:spcBef>
                <a:spcPct val="0"/>
              </a:spcBef>
              <a:spcAft>
                <a:spcPct val="0"/>
              </a:spcAft>
              <a:tabLst>
                <a:tab pos="2252663" algn="l"/>
              </a:tabLst>
              <a:defRPr>
                <a:solidFill>
                  <a:schemeClr val="tx1"/>
                </a:solidFill>
                <a:latin typeface="Arial" panose="020B0604020202020204" pitchFamily="34" charset="0"/>
              </a:defRPr>
            </a:lvl6pPr>
            <a:lvl7pPr eaLnBrk="0" fontAlgn="base" hangingPunct="0">
              <a:spcBef>
                <a:spcPct val="0"/>
              </a:spcBef>
              <a:spcAft>
                <a:spcPct val="0"/>
              </a:spcAft>
              <a:tabLst>
                <a:tab pos="2252663" algn="l"/>
              </a:tabLst>
              <a:defRPr>
                <a:solidFill>
                  <a:schemeClr val="tx1"/>
                </a:solidFill>
                <a:latin typeface="Arial" panose="020B0604020202020204" pitchFamily="34" charset="0"/>
              </a:defRPr>
            </a:lvl7pPr>
            <a:lvl8pPr eaLnBrk="0" fontAlgn="base" hangingPunct="0">
              <a:spcBef>
                <a:spcPct val="0"/>
              </a:spcBef>
              <a:spcAft>
                <a:spcPct val="0"/>
              </a:spcAft>
              <a:tabLst>
                <a:tab pos="2252663" algn="l"/>
              </a:tabLst>
              <a:defRPr>
                <a:solidFill>
                  <a:schemeClr val="tx1"/>
                </a:solidFill>
                <a:latin typeface="Arial" panose="020B0604020202020204" pitchFamily="34" charset="0"/>
              </a:defRPr>
            </a:lvl8pPr>
            <a:lvl9pPr eaLnBrk="0" fontAlgn="base" hangingPunct="0">
              <a:spcBef>
                <a:spcPct val="0"/>
              </a:spcBef>
              <a:spcAft>
                <a:spcPct val="0"/>
              </a:spcAft>
              <a:tabLst>
                <a:tab pos="2252663" algn="l"/>
              </a:tabLst>
              <a:defRPr>
                <a:solidFill>
                  <a:schemeClr val="tx1"/>
                </a:solidFill>
                <a:latin typeface="Arial" panose="020B0604020202020204" pitchFamily="34" charset="0"/>
              </a:defRPr>
            </a:lvl9pPr>
          </a:lstStyle>
          <a:p>
            <a:pPr marL="0" marR="0" lvl="0" algn="just" defTabSz="914400" rtl="0" eaLnBrk="0" fontAlgn="base" latinLnBrk="0" hangingPunct="0">
              <a:lnSpc>
                <a:spcPct val="100000"/>
              </a:lnSpc>
              <a:spcBef>
                <a:spcPct val="0"/>
              </a:spcBef>
              <a:spcAft>
                <a:spcPct val="0"/>
              </a:spcAft>
              <a:buClrTx/>
              <a:buSzTx/>
              <a:buFontTx/>
              <a:buNone/>
              <a:tabLst>
                <a:tab pos="2252663" algn="l"/>
              </a:tabLst>
            </a:pPr>
            <a:r>
              <a:rPr kumimoji="0" lang="zh-CN" altLang="it-IT"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a:t>
            </a:r>
            <a:r>
              <a:rPr kumimoji="0" lang="en-US" altLang="zh-CN"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2</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）按路径长度升序，依次求得源点到其他所有顶点的最短路径，每次：</a:t>
            </a:r>
            <a:endParaRPr kumimoji="0" lang="zh-CN" altLang="en-US" b="0" i="0" u="none" strike="noStrike" cap="none" normalizeH="0" baseline="0" dirty="0">
              <a:ln>
                <a:noFill/>
              </a:ln>
              <a:solidFill>
                <a:schemeClr val="tx1"/>
              </a:solidFill>
              <a:effectLst/>
              <a:latin typeface="+mn-lt"/>
            </a:endParaRPr>
          </a:p>
          <a:p>
            <a:pPr marL="0" marR="0" lvl="0" algn="just" defTabSz="914400" rtl="0" eaLnBrk="0" fontAlgn="base" latinLnBrk="0" hangingPunct="0">
              <a:lnSpc>
                <a:spcPct val="100000"/>
              </a:lnSpc>
              <a:spcBef>
                <a:spcPct val="0"/>
              </a:spcBef>
              <a:spcAft>
                <a:spcPct val="0"/>
              </a:spcAft>
              <a:buClrTx/>
              <a:buSzTx/>
              <a:buFontTx/>
              <a:buNone/>
              <a:tabLst>
                <a:tab pos="2252663" algn="l"/>
              </a:tabLst>
            </a:pPr>
            <a:r>
              <a:rPr kumimoji="0" lang="en-US" altLang="zh-CN"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    1</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）在</a:t>
            </a:r>
            <a:r>
              <a:rPr kumimoji="0" lang="en-US" altLang="zh-CN" b="0" i="0" u="none" strike="noStrike" cap="none" normalizeH="0" baseline="0" dirty="0" err="1">
                <a:ln>
                  <a:noFill/>
                </a:ln>
                <a:solidFill>
                  <a:schemeClr val="tx1"/>
                </a:solidFill>
                <a:effectLst/>
                <a:latin typeface="+mn-lt"/>
                <a:ea typeface="宋体" panose="02010600030101010101" pitchFamily="2" charset="-122"/>
                <a:cs typeface="Courier New" panose="02070309020205020404" pitchFamily="49" charset="0"/>
              </a:rPr>
              <a:t>Dist</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数组中按</a:t>
            </a:r>
            <a:r>
              <a:rPr kumimoji="0" lang="en-US" altLang="zh-CN" b="0" i="0" u="none" strike="noStrike" cap="none" normalizeH="0" baseline="0" dirty="0" err="1">
                <a:ln>
                  <a:noFill/>
                </a:ln>
                <a:solidFill>
                  <a:schemeClr val="tx1"/>
                </a:solidFill>
                <a:effectLst/>
                <a:latin typeface="+mn-lt"/>
                <a:ea typeface="宋体" panose="02010600030101010101" pitchFamily="2" charset="-122"/>
                <a:cs typeface="Courier New" panose="02070309020205020404" pitchFamily="49" charset="0"/>
              </a:rPr>
              <a:t>lowcost</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域找到最小值</a:t>
            </a:r>
            <a:r>
              <a:rPr kumimoji="0" lang="en-US" altLang="zh-CN" b="0" i="0" u="none" strike="noStrike" cap="none" normalizeH="0" baseline="0" dirty="0" err="1">
                <a:ln>
                  <a:noFill/>
                </a:ln>
                <a:solidFill>
                  <a:schemeClr val="tx1"/>
                </a:solidFill>
                <a:effectLst/>
                <a:latin typeface="+mn-lt"/>
                <a:ea typeface="宋体" panose="02010600030101010101" pitchFamily="2" charset="-122"/>
                <a:cs typeface="Courier New" panose="02070309020205020404" pitchFamily="49" charset="0"/>
              </a:rPr>
              <a:t>Dist</a:t>
            </a:r>
            <a:r>
              <a:rPr kumimoji="0" lang="en-US" altLang="zh-CN"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a:t>
            </a:r>
            <a:r>
              <a:rPr kumimoji="0" lang="en-US" altLang="zh-CN" b="0" i="1"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k</a:t>
            </a:r>
            <a:r>
              <a:rPr kumimoji="0" lang="en-US" altLang="zh-CN"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，求得从源点</a:t>
            </a:r>
            <a:r>
              <a:rPr kumimoji="0" lang="en-US" altLang="zh-CN" b="0" i="1"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v</a:t>
            </a:r>
            <a:r>
              <a:rPr kumimoji="0" lang="en-US" altLang="zh-CN" b="0" i="1" u="none" strike="noStrike" cap="none" normalizeH="0" baseline="-30000" dirty="0">
                <a:ln>
                  <a:noFill/>
                </a:ln>
                <a:solidFill>
                  <a:schemeClr val="tx1"/>
                </a:solidFill>
                <a:effectLst/>
                <a:latin typeface="+mn-lt"/>
                <a:ea typeface="宋体" panose="02010600030101010101" pitchFamily="2" charset="-122"/>
                <a:cs typeface="Courier New" panose="02070309020205020404" pitchFamily="49" charset="0"/>
              </a:rPr>
              <a:t>i</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到顶点</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Courier New" panose="02070309020205020404" pitchFamily="49" charset="0"/>
              </a:rPr>
              <a:t>v</a:t>
            </a:r>
            <a:r>
              <a:rPr kumimoji="0" lang="en-US" altLang="zh-CN" b="0" i="1" u="none" strike="noStrike" cap="none" normalizeH="0" baseline="-30000" dirty="0" err="1">
                <a:ln>
                  <a:noFill/>
                </a:ln>
                <a:solidFill>
                  <a:schemeClr val="tx1"/>
                </a:solidFill>
                <a:effectLst/>
                <a:latin typeface="+mn-lt"/>
                <a:ea typeface="宋体" panose="02010600030101010101" pitchFamily="2" charset="-122"/>
                <a:cs typeface="Courier New" panose="02070309020205020404" pitchFamily="49" charset="0"/>
              </a:rPr>
              <a:t>k</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的最短路径，其长度为</a:t>
            </a:r>
            <a:r>
              <a:rPr kumimoji="0" lang="en-US" altLang="zh-CN" b="0" i="0" u="none" strike="noStrike" cap="none" normalizeH="0" baseline="0" dirty="0" err="1">
                <a:ln>
                  <a:noFill/>
                </a:ln>
                <a:solidFill>
                  <a:schemeClr val="tx1"/>
                </a:solidFill>
                <a:effectLst/>
                <a:latin typeface="+mn-lt"/>
                <a:ea typeface="宋体" panose="02010600030101010101" pitchFamily="2" charset="-122"/>
                <a:cs typeface="Courier New" panose="02070309020205020404" pitchFamily="49" charset="0"/>
              </a:rPr>
              <a:t>Dist</a:t>
            </a:r>
            <a:r>
              <a:rPr kumimoji="0" lang="en-US" altLang="zh-CN"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a:t>
            </a:r>
            <a:r>
              <a:rPr kumimoji="0" lang="en-US" altLang="zh-CN" b="0" i="1"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k</a:t>
            </a:r>
            <a:r>
              <a:rPr kumimoji="0" lang="en-US" altLang="zh-CN"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a:t>
            </a:r>
            <a:r>
              <a:rPr kumimoji="0" lang="en-US" altLang="zh-CN" b="0" i="0" u="none" strike="noStrike" cap="none" normalizeH="0" baseline="0" dirty="0" err="1">
                <a:ln>
                  <a:noFill/>
                </a:ln>
                <a:solidFill>
                  <a:schemeClr val="tx1"/>
                </a:solidFill>
                <a:effectLst/>
                <a:latin typeface="+mn-lt"/>
                <a:ea typeface="宋体" panose="02010600030101010101" pitchFamily="2" charset="-122"/>
                <a:cs typeface="Courier New" panose="02070309020205020404" pitchFamily="49" charset="0"/>
              </a:rPr>
              <a:t>lowcost</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，将</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Courier New" panose="02070309020205020404" pitchFamily="49" charset="0"/>
              </a:rPr>
              <a:t>v</a:t>
            </a:r>
            <a:r>
              <a:rPr kumimoji="0" lang="en-US" altLang="zh-CN" b="0" i="1" u="none" strike="noStrike" cap="none" normalizeH="0" baseline="-30000" dirty="0" err="1">
                <a:ln>
                  <a:noFill/>
                </a:ln>
                <a:solidFill>
                  <a:schemeClr val="tx1"/>
                </a:solidFill>
                <a:effectLst/>
                <a:latin typeface="+mn-lt"/>
                <a:ea typeface="宋体" panose="02010600030101010101" pitchFamily="2" charset="-122"/>
                <a:cs typeface="Courier New" panose="02070309020205020404" pitchFamily="49" charset="0"/>
              </a:rPr>
              <a:t>k</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加入到集合</a:t>
            </a:r>
            <a:r>
              <a:rPr kumimoji="0" lang="en-US" altLang="zh-CN"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U</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，并从集合</a:t>
            </a:r>
            <a:r>
              <a:rPr kumimoji="0" lang="en-US" altLang="zh-CN"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V-U</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删除。</a:t>
            </a:r>
            <a:endParaRPr kumimoji="0" lang="zh-CN" altLang="en-US" b="0" i="0" u="none" strike="noStrike" cap="none" normalizeH="0" baseline="0" dirty="0">
              <a:ln>
                <a:noFill/>
              </a:ln>
              <a:solidFill>
                <a:schemeClr val="tx1"/>
              </a:solidFill>
              <a:effectLst/>
              <a:latin typeface="+mn-lt"/>
            </a:endParaRPr>
          </a:p>
          <a:p>
            <a:pPr algn="just"/>
            <a:r>
              <a:rPr kumimoji="0" lang="en-US" altLang="zh-CN"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    2</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）更新</a:t>
            </a:r>
            <a:r>
              <a:rPr kumimoji="0" lang="en-US" altLang="zh-CN" b="0" i="0" u="none" strike="noStrike" cap="none" normalizeH="0" baseline="0" dirty="0" err="1">
                <a:ln>
                  <a:noFill/>
                </a:ln>
                <a:solidFill>
                  <a:schemeClr val="tx1"/>
                </a:solidFill>
                <a:effectLst/>
                <a:latin typeface="+mn-lt"/>
                <a:ea typeface="宋体" panose="02010600030101010101" pitchFamily="2" charset="-122"/>
                <a:cs typeface="Courier New" panose="02070309020205020404" pitchFamily="49" charset="0"/>
              </a:rPr>
              <a:t>Dist</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数组。检查经过已求得的最短路径</a:t>
            </a:r>
            <a:r>
              <a:rPr kumimoji="0" lang="en-US" altLang="zh-CN"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P</a:t>
            </a:r>
            <a:r>
              <a:rPr kumimoji="0" lang="en-US" altLang="zh-CN" b="0" i="1" u="none" strike="noStrike" cap="none" normalizeH="0" baseline="-30000" dirty="0">
                <a:ln>
                  <a:noFill/>
                </a:ln>
                <a:solidFill>
                  <a:schemeClr val="tx1"/>
                </a:solidFill>
                <a:effectLst/>
                <a:latin typeface="+mn-lt"/>
                <a:ea typeface="宋体" panose="02010600030101010101" pitchFamily="2" charset="-122"/>
                <a:cs typeface="Courier New" panose="02070309020205020404" pitchFamily="49" charset="0"/>
              </a:rPr>
              <a:t>k</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以及</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Courier New" panose="02070309020205020404" pitchFamily="49" charset="0"/>
              </a:rPr>
              <a:t>v</a:t>
            </a:r>
            <a:r>
              <a:rPr kumimoji="0" lang="en-US" altLang="zh-CN" b="0" i="1" u="none" strike="noStrike" cap="none" normalizeH="0" baseline="-30000" dirty="0" err="1">
                <a:ln>
                  <a:noFill/>
                </a:ln>
                <a:solidFill>
                  <a:schemeClr val="tx1"/>
                </a:solidFill>
                <a:effectLst/>
                <a:latin typeface="+mn-lt"/>
                <a:ea typeface="宋体" panose="02010600030101010101" pitchFamily="2" charset="-122"/>
                <a:cs typeface="Courier New" panose="02070309020205020404" pitchFamily="49" charset="0"/>
              </a:rPr>
              <a:t>k</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到</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Courier New" panose="02070309020205020404" pitchFamily="49" charset="0"/>
              </a:rPr>
              <a:t>v</a:t>
            </a:r>
            <a:r>
              <a:rPr kumimoji="0" lang="en-US" altLang="zh-CN" b="0" i="1" u="none" strike="noStrike" cap="none" normalizeH="0" baseline="-30000" dirty="0" err="1">
                <a:ln>
                  <a:noFill/>
                </a:ln>
                <a:solidFill>
                  <a:schemeClr val="tx1"/>
                </a:solidFill>
                <a:effectLst/>
                <a:latin typeface="+mn-lt"/>
                <a:ea typeface="宋体" panose="02010600030101010101" pitchFamily="2" charset="-122"/>
                <a:cs typeface="Courier New" panose="02070309020205020404" pitchFamily="49" charset="0"/>
              </a:rPr>
              <a:t>j</a:t>
            </a:r>
            <a:r>
              <a:rPr kumimoji="0" lang="zh-CN" altLang="en-US" b="0" i="0" u="none" strike="noStrike" cap="none" normalizeH="0" baseline="0" dirty="0">
                <a:ln>
                  <a:noFill/>
                </a:ln>
                <a:solidFill>
                  <a:schemeClr val="tx1"/>
                </a:solidFill>
                <a:effectLst/>
                <a:latin typeface="+mn-lt"/>
                <a:ea typeface="宋体" panose="02010600030101010101" pitchFamily="2" charset="-122"/>
                <a:cs typeface="Courier New" panose="02070309020205020404" pitchFamily="49" charset="0"/>
              </a:rPr>
              <a:t>（</a:t>
            </a:r>
            <a:r>
              <a:rPr kumimoji="0" lang="en-US" altLang="zh-CN" b="0" i="1" u="none" strike="noStrike" cap="none" normalizeH="0" dirty="0" err="1">
                <a:ln>
                  <a:noFill/>
                </a:ln>
                <a:solidFill>
                  <a:schemeClr val="tx1"/>
                </a:solidFill>
                <a:effectLst/>
                <a:latin typeface="+mn-lt"/>
                <a:ea typeface="宋体" panose="02010600030101010101" pitchFamily="2" charset="-122"/>
                <a:cs typeface="Courier New" panose="02070309020205020404" pitchFamily="49" charset="0"/>
              </a:rPr>
              <a:t>v</a:t>
            </a:r>
            <a:r>
              <a:rPr kumimoji="0" lang="en-US" altLang="zh-CN" b="0" i="1" u="none" strike="noStrike" cap="none" normalizeH="0" baseline="-25000" dirty="0" err="1">
                <a:ln>
                  <a:noFill/>
                </a:ln>
                <a:solidFill>
                  <a:schemeClr val="tx1"/>
                </a:solidFill>
                <a:effectLst/>
                <a:latin typeface="+mn-lt"/>
                <a:ea typeface="宋体" panose="02010600030101010101" pitchFamily="2" charset="-122"/>
                <a:cs typeface="Courier New" panose="02070309020205020404" pitchFamily="49" charset="0"/>
              </a:rPr>
              <a:t>j</a:t>
            </a:r>
            <a:r>
              <a:rPr lang="en-US" altLang="zh-CN" kern="100" dirty="0">
                <a:latin typeface="+mn-lt"/>
                <a:cs typeface="Times New Roman" panose="02020603050405020304" pitchFamily="18" charset="0"/>
              </a:rPr>
              <a:t> ∈ </a:t>
            </a:r>
            <a:r>
              <a:rPr lang="en-US" altLang="zh-CN" dirty="0">
                <a:latin typeface="+mn-lt"/>
                <a:cs typeface="Courier New" panose="02070309020205020404" pitchFamily="49" charset="0"/>
              </a:rPr>
              <a:t>V-U</a:t>
            </a:r>
            <a:r>
              <a:rPr lang="zh-CN" altLang="en-US" dirty="0">
                <a:latin typeface="+mn-lt"/>
                <a:cs typeface="Courier New" panose="02070309020205020404" pitchFamily="49" charset="0"/>
              </a:rPr>
              <a:t>）的弧，如果使</a:t>
            </a:r>
            <a:r>
              <a:rPr lang="en-US" altLang="zh-CN" i="1" dirty="0" err="1">
                <a:latin typeface="+mn-lt"/>
                <a:cs typeface="Courier New" panose="02070309020205020404" pitchFamily="49" charset="0"/>
              </a:rPr>
              <a:t>v</a:t>
            </a:r>
            <a:r>
              <a:rPr lang="en-US" altLang="zh-CN" i="1" baseline="-30000" dirty="0" err="1">
                <a:latin typeface="+mn-lt"/>
                <a:cs typeface="Courier New" panose="02070309020205020404" pitchFamily="49" charset="0"/>
              </a:rPr>
              <a:t>j</a:t>
            </a:r>
            <a:r>
              <a:rPr lang="zh-CN" altLang="en-US" dirty="0">
                <a:latin typeface="+mn-lt"/>
                <a:cs typeface="Courier New" panose="02070309020205020404" pitchFamily="49" charset="0"/>
              </a:rPr>
              <a:t>当前最短路径长度变短，则更新</a:t>
            </a:r>
            <a:r>
              <a:rPr lang="en-US" altLang="zh-CN" dirty="0" err="1">
                <a:latin typeface="+mn-lt"/>
                <a:cs typeface="Courier New" panose="02070309020205020404" pitchFamily="49" charset="0"/>
              </a:rPr>
              <a:t>Dist</a:t>
            </a:r>
            <a:r>
              <a:rPr lang="zh-CN" altLang="en-US" dirty="0">
                <a:latin typeface="+mn-lt"/>
                <a:cs typeface="Courier New" panose="02070309020205020404" pitchFamily="49" charset="0"/>
              </a:rPr>
              <a:t>数组的值。即若</a:t>
            </a:r>
            <a:r>
              <a:rPr lang="en-US" altLang="zh-CN" dirty="0" err="1">
                <a:latin typeface="+mn-lt"/>
                <a:cs typeface="Courier New" panose="02070309020205020404" pitchFamily="49" charset="0"/>
              </a:rPr>
              <a:t>Dist</a:t>
            </a:r>
            <a:r>
              <a:rPr lang="en-US" altLang="zh-CN" dirty="0">
                <a:latin typeface="+mn-lt"/>
                <a:cs typeface="Courier New" panose="02070309020205020404" pitchFamily="49" charset="0"/>
              </a:rPr>
              <a:t>[</a:t>
            </a:r>
            <a:r>
              <a:rPr lang="en-US" altLang="zh-CN" i="1" dirty="0">
                <a:latin typeface="+mn-lt"/>
                <a:cs typeface="Courier New" panose="02070309020205020404" pitchFamily="49" charset="0"/>
              </a:rPr>
              <a:t>k</a:t>
            </a:r>
            <a:r>
              <a:rPr lang="en-US" altLang="zh-CN" dirty="0">
                <a:latin typeface="+mn-lt"/>
                <a:cs typeface="Courier New" panose="02070309020205020404" pitchFamily="49" charset="0"/>
              </a:rPr>
              <a:t>].</a:t>
            </a:r>
            <a:r>
              <a:rPr lang="en-US" altLang="zh-CN" dirty="0" err="1">
                <a:latin typeface="+mn-lt"/>
                <a:cs typeface="Courier New" panose="02070309020205020404" pitchFamily="49" charset="0"/>
              </a:rPr>
              <a:t>lowcost+</a:t>
            </a:r>
            <a:r>
              <a:rPr lang="en-US" altLang="zh-CN" i="1" dirty="0" err="1">
                <a:latin typeface="+mn-lt"/>
                <a:cs typeface="Courier New" panose="02070309020205020404" pitchFamily="49" charset="0"/>
              </a:rPr>
              <a:t>W</a:t>
            </a:r>
            <a:r>
              <a:rPr lang="en-US" altLang="zh-CN" i="1" baseline="-30000" dirty="0" err="1">
                <a:latin typeface="+mn-lt"/>
                <a:cs typeface="Courier New" panose="02070309020205020404" pitchFamily="49" charset="0"/>
              </a:rPr>
              <a:t>k</a:t>
            </a:r>
            <a:r>
              <a:rPr lang="en-US" altLang="zh-CN" i="1" baseline="-30000" dirty="0">
                <a:latin typeface="+mn-lt"/>
                <a:cs typeface="Courier New" panose="02070309020205020404" pitchFamily="49" charset="0"/>
              </a:rPr>
              <a:t> j </a:t>
            </a:r>
            <a:r>
              <a:rPr lang="en-US" altLang="zh-CN" dirty="0">
                <a:latin typeface="+mn-lt"/>
                <a:cs typeface="Courier New" panose="02070309020205020404" pitchFamily="49" charset="0"/>
              </a:rPr>
              <a:t>&lt; </a:t>
            </a:r>
            <a:r>
              <a:rPr lang="en-US" altLang="zh-CN" dirty="0" err="1">
                <a:latin typeface="+mn-lt"/>
                <a:cs typeface="Courier New" panose="02070309020205020404" pitchFamily="49" charset="0"/>
              </a:rPr>
              <a:t>Dist</a:t>
            </a:r>
            <a:r>
              <a:rPr lang="en-US" altLang="zh-CN" dirty="0">
                <a:latin typeface="+mn-lt"/>
                <a:cs typeface="Courier New" panose="02070309020205020404" pitchFamily="49" charset="0"/>
              </a:rPr>
              <a:t>[</a:t>
            </a:r>
            <a:r>
              <a:rPr lang="en-US" altLang="zh-CN" i="1" dirty="0">
                <a:latin typeface="+mn-lt"/>
                <a:cs typeface="Courier New" panose="02070309020205020404" pitchFamily="49" charset="0"/>
              </a:rPr>
              <a:t>j</a:t>
            </a:r>
            <a:r>
              <a:rPr lang="en-US" altLang="zh-CN" dirty="0">
                <a:latin typeface="+mn-lt"/>
                <a:cs typeface="Courier New" panose="02070309020205020404" pitchFamily="49" charset="0"/>
              </a:rPr>
              <a:t>].</a:t>
            </a:r>
            <a:r>
              <a:rPr lang="en-US" altLang="zh-CN" dirty="0" err="1">
                <a:latin typeface="+mn-lt"/>
                <a:cs typeface="Courier New" panose="02070309020205020404" pitchFamily="49" charset="0"/>
              </a:rPr>
              <a:t>lowcost</a:t>
            </a:r>
            <a:r>
              <a:rPr lang="zh-CN" altLang="en-US" dirty="0">
                <a:latin typeface="+mn-lt"/>
                <a:cs typeface="Courier New" panose="02070309020205020404" pitchFamily="49" charset="0"/>
              </a:rPr>
              <a:t>，则</a:t>
            </a:r>
            <a:r>
              <a:rPr lang="en-US" altLang="zh-CN" dirty="0" err="1">
                <a:latin typeface="+mn-lt"/>
                <a:cs typeface="Courier New" panose="02070309020205020404" pitchFamily="49" charset="0"/>
              </a:rPr>
              <a:t>Dist</a:t>
            </a:r>
            <a:r>
              <a:rPr lang="en-US" altLang="zh-CN" dirty="0">
                <a:latin typeface="+mn-lt"/>
                <a:cs typeface="Courier New" panose="02070309020205020404" pitchFamily="49" charset="0"/>
              </a:rPr>
              <a:t>[</a:t>
            </a:r>
            <a:r>
              <a:rPr lang="en-US" altLang="zh-CN" i="1" dirty="0">
                <a:latin typeface="+mn-lt"/>
                <a:cs typeface="Courier New" panose="02070309020205020404" pitchFamily="49" charset="0"/>
              </a:rPr>
              <a:t>j</a:t>
            </a:r>
            <a:r>
              <a:rPr lang="en-US" altLang="zh-CN" dirty="0">
                <a:latin typeface="+mn-lt"/>
                <a:cs typeface="Courier New" panose="02070309020205020404" pitchFamily="49" charset="0"/>
              </a:rPr>
              <a:t>] ={</a:t>
            </a:r>
            <a:r>
              <a:rPr lang="en-US" altLang="zh-CN" i="1" dirty="0">
                <a:latin typeface="+mn-lt"/>
                <a:cs typeface="Courier New" panose="02070309020205020404" pitchFamily="49" charset="0"/>
              </a:rPr>
              <a:t>k</a:t>
            </a:r>
            <a:r>
              <a:rPr lang="en-US" altLang="zh-CN" dirty="0">
                <a:latin typeface="+mn-lt"/>
                <a:cs typeface="Courier New" panose="02070309020205020404" pitchFamily="49" charset="0"/>
              </a:rPr>
              <a:t>, </a:t>
            </a:r>
            <a:r>
              <a:rPr lang="en-US" altLang="zh-CN" dirty="0" err="1">
                <a:latin typeface="+mn-lt"/>
                <a:cs typeface="Courier New" panose="02070309020205020404" pitchFamily="49" charset="0"/>
              </a:rPr>
              <a:t>Dist</a:t>
            </a:r>
            <a:r>
              <a:rPr lang="en-US" altLang="zh-CN" dirty="0">
                <a:latin typeface="+mn-lt"/>
                <a:cs typeface="Courier New" panose="02070309020205020404" pitchFamily="49" charset="0"/>
              </a:rPr>
              <a:t>[</a:t>
            </a:r>
            <a:r>
              <a:rPr lang="en-US" altLang="zh-CN" i="1" dirty="0">
                <a:latin typeface="+mn-lt"/>
                <a:cs typeface="Courier New" panose="02070309020205020404" pitchFamily="49" charset="0"/>
              </a:rPr>
              <a:t>k</a:t>
            </a:r>
            <a:r>
              <a:rPr lang="en-US" altLang="zh-CN" dirty="0">
                <a:latin typeface="+mn-lt"/>
                <a:cs typeface="Courier New" panose="02070309020205020404" pitchFamily="49" charset="0"/>
              </a:rPr>
              <a:t>].</a:t>
            </a:r>
            <a:r>
              <a:rPr lang="en-US" altLang="zh-CN" dirty="0" err="1">
                <a:latin typeface="+mn-lt"/>
                <a:cs typeface="Courier New" panose="02070309020205020404" pitchFamily="49" charset="0"/>
              </a:rPr>
              <a:t>lowcost</a:t>
            </a:r>
            <a:r>
              <a:rPr lang="en-US" altLang="zh-CN" dirty="0">
                <a:latin typeface="+mn-lt"/>
                <a:cs typeface="Courier New" panose="02070309020205020404" pitchFamily="49" charset="0"/>
              </a:rPr>
              <a:t> + </a:t>
            </a:r>
            <a:r>
              <a:rPr lang="en-US" altLang="zh-CN" i="1" dirty="0" err="1">
                <a:latin typeface="+mn-lt"/>
                <a:cs typeface="Courier New" panose="02070309020205020404" pitchFamily="49" charset="0"/>
              </a:rPr>
              <a:t>W</a:t>
            </a:r>
            <a:r>
              <a:rPr lang="en-US" altLang="zh-CN" i="1" baseline="-30000" dirty="0" err="1">
                <a:latin typeface="+mn-lt"/>
                <a:cs typeface="Courier New" panose="02070309020205020404" pitchFamily="49" charset="0"/>
              </a:rPr>
              <a:t>k</a:t>
            </a:r>
            <a:r>
              <a:rPr lang="en-US" altLang="zh-CN" i="1" baseline="-30000" dirty="0">
                <a:latin typeface="+mn-lt"/>
                <a:cs typeface="Courier New" panose="02070309020205020404" pitchFamily="49" charset="0"/>
              </a:rPr>
              <a:t> j</a:t>
            </a:r>
            <a:r>
              <a:rPr lang="en-US" altLang="zh-CN" dirty="0">
                <a:latin typeface="+mn-lt"/>
                <a:cs typeface="Courier New" panose="02070309020205020404" pitchFamily="49" charset="0"/>
              </a:rPr>
              <a:t>}</a:t>
            </a:r>
            <a:r>
              <a:rPr lang="zh-CN" altLang="en-US" dirty="0">
                <a:latin typeface="+mn-lt"/>
                <a:cs typeface="Courier New" panose="02070309020205020404" pitchFamily="49" charset="0"/>
              </a:rPr>
              <a:t>，否则不变。</a:t>
            </a:r>
            <a:r>
              <a:rPr lang="zh-CN" altLang="en-US" dirty="0">
                <a:latin typeface="+mn-lt"/>
              </a:rPr>
              <a:t> </a:t>
            </a:r>
          </a:p>
          <a:p>
            <a:pPr marL="0" marR="0" lvl="0" algn="just" defTabSz="914400" rtl="0" eaLnBrk="0" fontAlgn="base" latinLnBrk="0" hangingPunct="0">
              <a:lnSpc>
                <a:spcPct val="100000"/>
              </a:lnSpc>
              <a:spcBef>
                <a:spcPct val="0"/>
              </a:spcBef>
              <a:spcAft>
                <a:spcPct val="0"/>
              </a:spcAft>
              <a:buClrTx/>
              <a:buSzTx/>
              <a:buFontTx/>
              <a:buNone/>
              <a:tabLst>
                <a:tab pos="2252663" algn="l"/>
              </a:tabLst>
            </a:pPr>
            <a:endParaRPr kumimoji="0" lang="en-US" altLang="zh-CN" b="0" i="0" u="none" strike="noStrike" cap="none" normalizeH="0" baseline="0" dirty="0">
              <a:ln>
                <a:noFill/>
              </a:ln>
              <a:solidFill>
                <a:schemeClr val="tx1"/>
              </a:solidFill>
              <a:effectLst/>
              <a:latin typeface="+mn-lt"/>
            </a:endParaRPr>
          </a:p>
        </p:txBody>
      </p:sp>
      <p:sp>
        <p:nvSpPr>
          <p:cNvPr id="29" name="文本框 28">
            <a:extLst>
              <a:ext uri="{FF2B5EF4-FFF2-40B4-BE49-F238E27FC236}">
                <a16:creationId xmlns:a16="http://schemas.microsoft.com/office/drawing/2014/main" id="{838131AF-4327-8233-83B5-5C09B55933FD}"/>
              </a:ext>
            </a:extLst>
          </p:cNvPr>
          <p:cNvSpPr txBox="1"/>
          <p:nvPr/>
        </p:nvSpPr>
        <p:spPr>
          <a:xfrm>
            <a:off x="571612" y="3378134"/>
            <a:ext cx="6402099" cy="1560427"/>
          </a:xfrm>
          <a:prstGeom prst="rect">
            <a:avLst/>
          </a:prstGeom>
          <a:noFill/>
        </p:spPr>
        <p:txBody>
          <a:bodyPr wrap="square">
            <a:spAutoFit/>
          </a:bodyPr>
          <a:lstStyle/>
          <a:p>
            <a:pPr algn="l">
              <a:lnSpc>
                <a:spcPct val="115000"/>
              </a:lnSpc>
              <a:buNone/>
            </a:pPr>
            <a:r>
              <a:rPr lang="zh-CN" altLang="zh-CN" sz="1800" kern="100" dirty="0">
                <a:effectLst/>
                <a:ea typeface="宋体" panose="02010600030101010101" pitchFamily="2" charset="-122"/>
                <a:cs typeface="Times New Roman" panose="02020603050405020304" pitchFamily="18" charset="0"/>
              </a:rPr>
              <a:t>（</a:t>
            </a:r>
            <a:r>
              <a:rPr lang="en-US" altLang="zh-CN" sz="1800" kern="100" dirty="0">
                <a:effectLst/>
                <a:ea typeface="宋体" panose="02010600030101010101" pitchFamily="2" charset="-122"/>
                <a:cs typeface="Times New Roman" panose="02020603050405020304" pitchFamily="18" charset="0"/>
              </a:rPr>
              <a:t>1</a:t>
            </a:r>
            <a:r>
              <a:rPr lang="zh-CN" altLang="zh-CN" sz="1800" kern="100" dirty="0">
                <a:effectLst/>
                <a:ea typeface="宋体" panose="02010600030101010101" pitchFamily="2" charset="-122"/>
                <a:cs typeface="Times New Roman" panose="02020603050405020304" pitchFamily="18" charset="0"/>
              </a:rPr>
              <a:t>）</a:t>
            </a:r>
            <a:r>
              <a:rPr lang="zh-CN" altLang="zh-CN" sz="1800" kern="100" dirty="0">
                <a:effectLst/>
                <a:ea typeface="宋体" panose="02010600030101010101" pitchFamily="2" charset="-122"/>
                <a:cs typeface="Courier New" panose="02070309020205020404" pitchFamily="49" charset="0"/>
              </a:rPr>
              <a:t>假设源点为</a:t>
            </a:r>
            <a:r>
              <a:rPr lang="en-US" altLang="zh-CN" sz="1800" i="1" kern="100" dirty="0">
                <a:effectLst/>
                <a:ea typeface="宋体" panose="02010600030101010101" pitchFamily="2" charset="-122"/>
                <a:cs typeface="Times New Roman" panose="02020603050405020304" pitchFamily="18" charset="0"/>
              </a:rPr>
              <a:t>v</a:t>
            </a:r>
            <a:r>
              <a:rPr lang="en-US" altLang="zh-CN" sz="1800" i="1" kern="100" baseline="-25000" dirty="0">
                <a:effectLst/>
                <a:ea typeface="宋体" panose="02010600030101010101" pitchFamily="2" charset="-122"/>
                <a:cs typeface="Times New Roman" panose="02020603050405020304" pitchFamily="18" charset="0"/>
              </a:rPr>
              <a:t>i</a:t>
            </a:r>
            <a:r>
              <a:rPr lang="zh-CN" altLang="zh-CN" sz="1800" kern="100" dirty="0">
                <a:effectLst/>
                <a:ea typeface="宋体" panose="02010600030101010101" pitchFamily="2" charset="-122"/>
                <a:cs typeface="Courier New" panose="02070309020205020404" pitchFamily="49" charset="0"/>
              </a:rPr>
              <a:t>，初始：</a:t>
            </a:r>
            <a:endParaRPr lang="zh-CN" altLang="zh-CN" sz="1800" kern="100" dirty="0">
              <a:effectLst/>
              <a:ea typeface="等线" panose="02010600030101010101" pitchFamily="2" charset="-122"/>
              <a:cs typeface="Times New Roman" panose="02020603050405020304" pitchFamily="18" charset="0"/>
            </a:endParaRPr>
          </a:p>
          <a:p>
            <a:pPr algn="l">
              <a:lnSpc>
                <a:spcPct val="115000"/>
              </a:lnSpc>
              <a:buNone/>
            </a:pPr>
            <a:r>
              <a:rPr lang="en-US" altLang="zh-CN" sz="1800" kern="100" dirty="0">
                <a:effectLst/>
                <a:ea typeface="宋体" panose="02010600030101010101" pitchFamily="2" charset="-122"/>
                <a:cs typeface="Times New Roman" panose="02020603050405020304" pitchFamily="18" charset="0"/>
              </a:rPr>
              <a:t>          U = { </a:t>
            </a:r>
            <a:r>
              <a:rPr lang="zh-CN" altLang="zh-CN" sz="1800" kern="100" dirty="0">
                <a:effectLst/>
                <a:ea typeface="宋体" panose="02010600030101010101" pitchFamily="2" charset="-122"/>
                <a:cs typeface="Courier New" panose="02070309020205020404" pitchFamily="49" charset="0"/>
              </a:rPr>
              <a:t>源点</a:t>
            </a:r>
            <a:r>
              <a:rPr lang="en-US" altLang="zh-CN" sz="1800" i="1" kern="100" dirty="0">
                <a:effectLst/>
                <a:ea typeface="宋体" panose="02010600030101010101" pitchFamily="2" charset="-122"/>
                <a:cs typeface="Times New Roman" panose="02020603050405020304" pitchFamily="18" charset="0"/>
              </a:rPr>
              <a:t>v</a:t>
            </a:r>
            <a:r>
              <a:rPr lang="en-US" altLang="zh-CN" sz="1800" i="1" kern="100" baseline="-25000" dirty="0">
                <a:effectLst/>
                <a:ea typeface="宋体" panose="02010600030101010101" pitchFamily="2" charset="-122"/>
                <a:cs typeface="Times New Roman" panose="02020603050405020304" pitchFamily="18" charset="0"/>
              </a:rPr>
              <a:t>i</a:t>
            </a:r>
            <a:r>
              <a:rPr lang="en-US" altLang="zh-CN" sz="1800" kern="100" baseline="-25000" dirty="0">
                <a:effectLst/>
                <a:ea typeface="宋体" panose="02010600030101010101" pitchFamily="2" charset="-122"/>
                <a:cs typeface="Times New Roman" panose="02020603050405020304" pitchFamily="18" charset="0"/>
              </a:rPr>
              <a:t>  </a:t>
            </a:r>
            <a:r>
              <a:rPr lang="en-US" altLang="zh-CN" sz="1800" kern="100" dirty="0">
                <a:effectLst/>
                <a:ea typeface="宋体" panose="02010600030101010101" pitchFamily="2" charset="-122"/>
                <a:cs typeface="Times New Roman" panose="02020603050405020304" pitchFamily="18" charset="0"/>
              </a:rPr>
              <a:t>}         V-U = { </a:t>
            </a:r>
            <a:r>
              <a:rPr lang="zh-CN" altLang="zh-CN" sz="1800" kern="100" dirty="0">
                <a:effectLst/>
                <a:ea typeface="宋体" panose="02010600030101010101" pitchFamily="2" charset="-122"/>
                <a:cs typeface="Courier New" panose="02070309020205020404" pitchFamily="49" charset="0"/>
              </a:rPr>
              <a:t>除源点</a:t>
            </a:r>
            <a:r>
              <a:rPr lang="en-US" altLang="zh-CN" sz="1800" i="1" kern="100" dirty="0">
                <a:effectLst/>
                <a:ea typeface="宋体" panose="02010600030101010101" pitchFamily="2" charset="-122"/>
                <a:cs typeface="Times New Roman" panose="02020603050405020304" pitchFamily="18" charset="0"/>
              </a:rPr>
              <a:t>v</a:t>
            </a:r>
            <a:r>
              <a:rPr lang="en-US" altLang="zh-CN" sz="1800" i="1" kern="100" baseline="-25000" dirty="0">
                <a:effectLst/>
                <a:ea typeface="宋体" panose="02010600030101010101" pitchFamily="2" charset="-122"/>
                <a:cs typeface="Times New Roman" panose="02020603050405020304" pitchFamily="18" charset="0"/>
              </a:rPr>
              <a:t>i</a:t>
            </a:r>
            <a:r>
              <a:rPr lang="zh-CN" altLang="zh-CN" sz="1800" kern="100" dirty="0">
                <a:effectLst/>
                <a:ea typeface="宋体" panose="02010600030101010101" pitchFamily="2" charset="-122"/>
                <a:cs typeface="Courier New" panose="02070309020205020404" pitchFamily="49" charset="0"/>
              </a:rPr>
              <a:t>之外的其它顶点</a:t>
            </a:r>
            <a:r>
              <a:rPr lang="en-US" altLang="zh-CN" sz="1800" kern="100" dirty="0">
                <a:effectLst/>
                <a:ea typeface="宋体" panose="02010600030101010101" pitchFamily="2" charset="-122"/>
                <a:cs typeface="Times New Roman" panose="02020603050405020304" pitchFamily="18" charset="0"/>
              </a:rPr>
              <a:t> }</a:t>
            </a:r>
            <a:endParaRPr lang="zh-CN" altLang="zh-CN" sz="1800" kern="100" dirty="0">
              <a:effectLst/>
              <a:ea typeface="等线" panose="02010600030101010101" pitchFamily="2" charset="-122"/>
              <a:cs typeface="Times New Roman" panose="02020603050405020304" pitchFamily="18" charset="0"/>
            </a:endParaRPr>
          </a:p>
          <a:p>
            <a:pPr>
              <a:buNone/>
            </a:pPr>
            <a:r>
              <a:rPr lang="en-US" altLang="zh-CN" sz="1800" dirty="0">
                <a:effectLst/>
                <a:ea typeface="宋体" panose="02010600030101010101" pitchFamily="2" charset="-122"/>
              </a:rPr>
              <a:t>          </a:t>
            </a:r>
            <a:r>
              <a:rPr lang="en-US" altLang="zh-CN" sz="1800" dirty="0" err="1">
                <a:effectLst/>
                <a:ea typeface="宋体" panose="02010600030101010101" pitchFamily="2" charset="-122"/>
              </a:rPr>
              <a:t>Dist</a:t>
            </a:r>
            <a:r>
              <a:rPr lang="en-US" altLang="zh-CN" sz="1800" dirty="0">
                <a:effectLst/>
                <a:ea typeface="宋体" panose="02010600030101010101" pitchFamily="2" charset="-122"/>
              </a:rPr>
              <a:t>[</a:t>
            </a:r>
            <a:r>
              <a:rPr lang="en-US" altLang="zh-CN" sz="1800" i="1" dirty="0" err="1">
                <a:effectLst/>
                <a:ea typeface="宋体" panose="02010600030101010101" pitchFamily="2" charset="-122"/>
              </a:rPr>
              <a:t>i</a:t>
            </a:r>
            <a:r>
              <a:rPr lang="en-US" altLang="zh-CN" sz="1800" dirty="0">
                <a:effectLst/>
                <a:ea typeface="宋体" panose="02010600030101010101" pitchFamily="2" charset="-122"/>
              </a:rPr>
              <a:t>] = {-1, 0}       </a:t>
            </a:r>
            <a:r>
              <a:rPr lang="en-US" altLang="zh-CN" i="1" kern="100" dirty="0" err="1">
                <a:cs typeface="Times New Roman" panose="02020603050405020304" pitchFamily="18" charset="0"/>
              </a:rPr>
              <a:t>v</a:t>
            </a:r>
            <a:r>
              <a:rPr lang="en-US" altLang="zh-CN" i="1" kern="100" baseline="-25000" dirty="0" err="1">
                <a:cs typeface="Times New Roman" panose="02020603050405020304" pitchFamily="18" charset="0"/>
              </a:rPr>
              <a:t>i</a:t>
            </a:r>
            <a:r>
              <a:rPr lang="en-US" altLang="zh-CN" kern="100" dirty="0" err="1">
                <a:cs typeface="Times New Roman" panose="02020603050405020304" pitchFamily="18" charset="0"/>
              </a:rPr>
              <a:t>∈U</a:t>
            </a:r>
            <a:endParaRPr lang="en-US" altLang="zh-CN" kern="100" dirty="0">
              <a:cs typeface="Times New Roman" panose="02020603050405020304" pitchFamily="18" charset="0"/>
            </a:endParaRPr>
          </a:p>
          <a:p>
            <a:pPr>
              <a:buNone/>
            </a:pPr>
            <a:r>
              <a:rPr lang="en-US" altLang="zh-CN" dirty="0"/>
              <a:t>          </a:t>
            </a:r>
            <a:r>
              <a:rPr lang="en-US" altLang="zh-CN" dirty="0" err="1"/>
              <a:t>Dist</a:t>
            </a:r>
            <a:r>
              <a:rPr lang="en-US" altLang="zh-CN" dirty="0"/>
              <a:t>[</a:t>
            </a:r>
            <a:r>
              <a:rPr lang="en-US" altLang="zh-CN" i="1" dirty="0"/>
              <a:t>j</a:t>
            </a:r>
            <a:r>
              <a:rPr lang="en-US" altLang="zh-CN" dirty="0"/>
              <a:t>] = {</a:t>
            </a:r>
            <a:r>
              <a:rPr lang="en-US" altLang="zh-CN" i="1" dirty="0" err="1"/>
              <a:t>i</a:t>
            </a:r>
            <a:r>
              <a:rPr lang="en-US" altLang="zh-CN" dirty="0"/>
              <a:t>, </a:t>
            </a:r>
            <a:r>
              <a:rPr lang="en-US" altLang="zh-CN" i="1" dirty="0" err="1"/>
              <a:t>w</a:t>
            </a:r>
            <a:r>
              <a:rPr lang="en-US" altLang="zh-CN" i="1" baseline="-25000" dirty="0" err="1"/>
              <a:t>ij</a:t>
            </a:r>
            <a:r>
              <a:rPr lang="en-US" altLang="zh-CN" dirty="0"/>
              <a:t>}       </a:t>
            </a:r>
            <a:r>
              <a:rPr lang="en-US" altLang="zh-CN" i="1" kern="100" dirty="0" err="1">
                <a:cs typeface="Times New Roman" panose="02020603050405020304" pitchFamily="18" charset="0"/>
              </a:rPr>
              <a:t>v</a:t>
            </a:r>
            <a:r>
              <a:rPr lang="en-US" altLang="zh-CN" i="1" kern="100" baseline="-25000" dirty="0" err="1">
                <a:cs typeface="Times New Roman" panose="02020603050405020304" pitchFamily="18" charset="0"/>
              </a:rPr>
              <a:t>i</a:t>
            </a:r>
            <a:r>
              <a:rPr lang="en-US" altLang="zh-CN" kern="100" dirty="0" err="1">
                <a:cs typeface="Times New Roman" panose="02020603050405020304" pitchFamily="18" charset="0"/>
              </a:rPr>
              <a:t>∈V-U</a:t>
            </a:r>
            <a:r>
              <a:rPr lang="en-US" altLang="zh-CN" kern="100" dirty="0">
                <a:cs typeface="Times New Roman" panose="02020603050405020304" pitchFamily="18" charset="0"/>
              </a:rPr>
              <a:t>  </a:t>
            </a:r>
            <a:r>
              <a:rPr lang="zh-CN" altLang="en-US" kern="100" dirty="0">
                <a:cs typeface="Times New Roman" panose="02020603050405020304" pitchFamily="18" charset="0"/>
              </a:rPr>
              <a:t>且 </a:t>
            </a:r>
            <a:r>
              <a:rPr lang="en-US" altLang="zh-CN" kern="100" dirty="0">
                <a:cs typeface="Times New Roman" panose="02020603050405020304" pitchFamily="18" charset="0"/>
              </a:rPr>
              <a:t>&lt;</a:t>
            </a:r>
            <a:r>
              <a:rPr lang="en-US" altLang="zh-CN" i="1" kern="100" dirty="0">
                <a:cs typeface="Times New Roman" panose="02020603050405020304" pitchFamily="18" charset="0"/>
              </a:rPr>
              <a:t> v</a:t>
            </a:r>
            <a:r>
              <a:rPr lang="en-US" altLang="zh-CN" i="1" kern="100" baseline="-25000" dirty="0">
                <a:cs typeface="Times New Roman" panose="02020603050405020304" pitchFamily="18" charset="0"/>
              </a:rPr>
              <a:t>i</a:t>
            </a:r>
            <a:r>
              <a:rPr lang="en-US" altLang="zh-CN" kern="100" baseline="-25000" dirty="0">
                <a:cs typeface="Times New Roman" panose="02020603050405020304" pitchFamily="18" charset="0"/>
              </a:rPr>
              <a:t> </a:t>
            </a:r>
            <a:r>
              <a:rPr lang="en-US" altLang="zh-CN" kern="100" dirty="0">
                <a:cs typeface="Times New Roman" panose="02020603050405020304" pitchFamily="18" charset="0"/>
              </a:rPr>
              <a:t>, </a:t>
            </a:r>
            <a:r>
              <a:rPr lang="en-US" altLang="zh-CN" i="1" kern="100" dirty="0" err="1">
                <a:cs typeface="Times New Roman" panose="02020603050405020304" pitchFamily="18" charset="0"/>
              </a:rPr>
              <a:t>v</a:t>
            </a:r>
            <a:r>
              <a:rPr lang="en-US" altLang="zh-CN" i="1" kern="100" baseline="-25000" dirty="0" err="1">
                <a:cs typeface="Times New Roman" panose="02020603050405020304" pitchFamily="18" charset="0"/>
              </a:rPr>
              <a:t>j</a:t>
            </a:r>
            <a:r>
              <a:rPr lang="en-US" altLang="zh-CN" kern="100" dirty="0">
                <a:cs typeface="Times New Roman" panose="02020603050405020304" pitchFamily="18" charset="0"/>
              </a:rPr>
              <a:t>&gt; ∈ </a:t>
            </a:r>
            <a:r>
              <a:rPr lang="en-US" altLang="zh-CN" kern="100" dirty="0">
                <a:cs typeface="Times New Roman" panose="02020603050405020304" pitchFamily="18" charset="0"/>
                <a:sym typeface="Symbol" panose="05050102010706020507" pitchFamily="18" charset="2"/>
              </a:rPr>
              <a:t>E</a:t>
            </a:r>
          </a:p>
          <a:p>
            <a:r>
              <a:rPr lang="en-US" altLang="zh-CN" kern="100" dirty="0">
                <a:cs typeface="Times New Roman" panose="02020603050405020304" pitchFamily="18" charset="0"/>
              </a:rPr>
              <a:t>          </a:t>
            </a:r>
            <a:r>
              <a:rPr lang="en-US" altLang="zh-CN" dirty="0" err="1"/>
              <a:t>Dist</a:t>
            </a:r>
            <a:r>
              <a:rPr lang="en-US" altLang="zh-CN" dirty="0"/>
              <a:t>[</a:t>
            </a:r>
            <a:r>
              <a:rPr lang="en-US" altLang="zh-CN" i="1" dirty="0"/>
              <a:t>j</a:t>
            </a:r>
            <a:r>
              <a:rPr lang="en-US" altLang="zh-CN" dirty="0"/>
              <a:t>].</a:t>
            </a:r>
            <a:r>
              <a:rPr lang="en-US" altLang="zh-CN" dirty="0" err="1"/>
              <a:t>lowcost</a:t>
            </a:r>
            <a:r>
              <a:rPr lang="en-US" altLang="zh-CN" dirty="0"/>
              <a:t> = INFINITY    </a:t>
            </a:r>
            <a:r>
              <a:rPr lang="en-US" altLang="zh-CN" i="1" kern="100" dirty="0" err="1">
                <a:cs typeface="Times New Roman" panose="02020603050405020304" pitchFamily="18" charset="0"/>
              </a:rPr>
              <a:t>v</a:t>
            </a:r>
            <a:r>
              <a:rPr lang="en-US" altLang="zh-CN" i="1" kern="100" baseline="-25000" dirty="0" err="1">
                <a:cs typeface="Times New Roman" panose="02020603050405020304" pitchFamily="18" charset="0"/>
              </a:rPr>
              <a:t>i</a:t>
            </a:r>
            <a:r>
              <a:rPr lang="en-US" altLang="zh-CN" kern="100" dirty="0" err="1">
                <a:cs typeface="Times New Roman" panose="02020603050405020304" pitchFamily="18" charset="0"/>
              </a:rPr>
              <a:t>∈V-U</a:t>
            </a:r>
            <a:r>
              <a:rPr lang="en-US" altLang="zh-CN" kern="100" dirty="0">
                <a:cs typeface="Times New Roman" panose="02020603050405020304" pitchFamily="18" charset="0"/>
              </a:rPr>
              <a:t>  </a:t>
            </a:r>
            <a:r>
              <a:rPr lang="zh-CN" altLang="en-US" kern="100" dirty="0">
                <a:cs typeface="Times New Roman" panose="02020603050405020304" pitchFamily="18" charset="0"/>
              </a:rPr>
              <a:t>且 </a:t>
            </a:r>
            <a:r>
              <a:rPr lang="en-US" altLang="zh-CN" kern="100" dirty="0">
                <a:cs typeface="Times New Roman" panose="02020603050405020304" pitchFamily="18" charset="0"/>
              </a:rPr>
              <a:t>&lt;</a:t>
            </a:r>
            <a:r>
              <a:rPr lang="en-US" altLang="zh-CN" i="1" kern="100" dirty="0">
                <a:cs typeface="Times New Roman" panose="02020603050405020304" pitchFamily="18" charset="0"/>
              </a:rPr>
              <a:t> v</a:t>
            </a:r>
            <a:r>
              <a:rPr lang="en-US" altLang="zh-CN" i="1" kern="100" baseline="-25000" dirty="0">
                <a:cs typeface="Times New Roman" panose="02020603050405020304" pitchFamily="18" charset="0"/>
              </a:rPr>
              <a:t>i</a:t>
            </a:r>
            <a:r>
              <a:rPr lang="en-US" altLang="zh-CN" kern="100" baseline="-25000" dirty="0">
                <a:cs typeface="Times New Roman" panose="02020603050405020304" pitchFamily="18" charset="0"/>
              </a:rPr>
              <a:t> </a:t>
            </a:r>
            <a:r>
              <a:rPr lang="en-US" altLang="zh-CN" kern="100" dirty="0">
                <a:cs typeface="Times New Roman" panose="02020603050405020304" pitchFamily="18" charset="0"/>
              </a:rPr>
              <a:t>, </a:t>
            </a:r>
            <a:r>
              <a:rPr lang="en-US" altLang="zh-CN" i="1" kern="100" dirty="0" err="1">
                <a:cs typeface="Times New Roman" panose="02020603050405020304" pitchFamily="18" charset="0"/>
              </a:rPr>
              <a:t>v</a:t>
            </a:r>
            <a:r>
              <a:rPr lang="en-US" altLang="zh-CN" i="1" kern="100" baseline="-25000" dirty="0" err="1">
                <a:cs typeface="Times New Roman" panose="02020603050405020304" pitchFamily="18" charset="0"/>
              </a:rPr>
              <a:t>j</a:t>
            </a:r>
            <a:r>
              <a:rPr lang="en-US" altLang="zh-CN" kern="100" dirty="0">
                <a:cs typeface="Times New Roman" panose="02020603050405020304" pitchFamily="18" charset="0"/>
              </a:rPr>
              <a:t>&gt;</a:t>
            </a:r>
            <a:r>
              <a:rPr lang="en-US" altLang="zh-CN" kern="100" dirty="0">
                <a:cs typeface="Times New Roman" panose="02020603050405020304" pitchFamily="18" charset="0"/>
                <a:sym typeface="Symbol" panose="05050102010706020507" pitchFamily="18" charset="2"/>
              </a:rPr>
              <a:t>E</a:t>
            </a:r>
            <a:r>
              <a:rPr lang="en-US" altLang="zh-CN" dirty="0"/>
              <a:t> </a:t>
            </a:r>
            <a:endParaRPr lang="zh-CN" altLang="en-US" dirty="0"/>
          </a:p>
        </p:txBody>
      </p:sp>
      <p:graphicFrame>
        <p:nvGraphicFramePr>
          <p:cNvPr id="34" name="对象 33">
            <a:extLst>
              <a:ext uri="{FF2B5EF4-FFF2-40B4-BE49-F238E27FC236}">
                <a16:creationId xmlns:a16="http://schemas.microsoft.com/office/drawing/2014/main" id="{978A36B9-4CA8-9350-76E1-D6E6C2F6FD41}"/>
              </a:ext>
            </a:extLst>
          </p:cNvPr>
          <p:cNvGraphicFramePr>
            <a:graphicFrameLocks noChangeAspect="1"/>
          </p:cNvGraphicFramePr>
          <p:nvPr>
            <p:extLst>
              <p:ext uri="{D42A27DB-BD31-4B8C-83A1-F6EECF244321}">
                <p14:modId xmlns:p14="http://schemas.microsoft.com/office/powerpoint/2010/main" val="791427388"/>
              </p:ext>
            </p:extLst>
          </p:nvPr>
        </p:nvGraphicFramePr>
        <p:xfrm>
          <a:off x="3641" y="457200"/>
          <a:ext cx="120184" cy="123825"/>
        </p:xfrm>
        <a:graphic>
          <a:graphicData uri="http://schemas.openxmlformats.org/presentationml/2006/ole">
            <mc:AlternateContent xmlns:mc="http://schemas.openxmlformats.org/markup-compatibility/2006">
              <mc:Choice xmlns:v="urn:schemas-microsoft-com:vml" Requires="v">
                <p:oleObj r:id="rId2" imgW="132582" imgH="132582" progId="Equation.DSMT4">
                  <p:embed/>
                </p:oleObj>
              </mc:Choice>
              <mc:Fallback>
                <p:oleObj r:id="rId2" imgW="132582" imgH="132582" progId="Equation.DSMT4">
                  <p:embed/>
                  <p:pic>
                    <p:nvPicPr>
                      <p:cNvPr id="0"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1" y="457200"/>
                        <a:ext cx="120184" cy="123825"/>
                      </a:xfrm>
                      <a:prstGeom prst="rect">
                        <a:avLst/>
                      </a:prstGeom>
                      <a:noFill/>
                    </p:spPr>
                  </p:pic>
                </p:oleObj>
              </mc:Fallback>
            </mc:AlternateContent>
          </a:graphicData>
        </a:graphic>
      </p:graphicFrame>
    </p:spTree>
    <p:extLst>
      <p:ext uri="{BB962C8B-B14F-4D97-AF65-F5344CB8AC3E}">
        <p14:creationId xmlns:p14="http://schemas.microsoft.com/office/powerpoint/2010/main" val="381271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1000"/>
                                        <p:tgtEl>
                                          <p:spTgt spid="29"/>
                                        </p:tgtEl>
                                      </p:cBhvr>
                                    </p:animEffect>
                                    <p:anim calcmode="lin" valueType="num">
                                      <p:cBhvr>
                                        <p:cTn id="15" dur="1000" fill="hold"/>
                                        <p:tgtEl>
                                          <p:spTgt spid="29"/>
                                        </p:tgtEl>
                                        <p:attrNameLst>
                                          <p:attrName>ppt_x</p:attrName>
                                        </p:attrNameLst>
                                      </p:cBhvr>
                                      <p:tavLst>
                                        <p:tav tm="0">
                                          <p:val>
                                            <p:strVal val="#ppt_x"/>
                                          </p:val>
                                        </p:tav>
                                        <p:tav tm="100000">
                                          <p:val>
                                            <p:strVal val="#ppt_x"/>
                                          </p:val>
                                        </p:tav>
                                      </p:tavLst>
                                    </p:anim>
                                    <p:anim calcmode="lin" valueType="num">
                                      <p:cBhvr>
                                        <p:cTn id="16"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2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圆角 53">
            <a:extLst>
              <a:ext uri="{FF2B5EF4-FFF2-40B4-BE49-F238E27FC236}">
                <a16:creationId xmlns:a16="http://schemas.microsoft.com/office/drawing/2014/main" id="{6E9B98E3-5376-B5A2-74D2-8ACD42BBAADB}"/>
              </a:ext>
            </a:extLst>
          </p:cNvPr>
          <p:cNvSpPr/>
          <p:nvPr/>
        </p:nvSpPr>
        <p:spPr>
          <a:xfrm>
            <a:off x="539695" y="5803151"/>
            <a:ext cx="6633143" cy="289082"/>
          </a:xfrm>
          <a:prstGeom prst="roundRect">
            <a:avLst/>
          </a:prstGeom>
          <a:solidFill>
            <a:srgbClr val="E7FFFF"/>
          </a:solid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圆角 50">
            <a:extLst>
              <a:ext uri="{FF2B5EF4-FFF2-40B4-BE49-F238E27FC236}">
                <a16:creationId xmlns:a16="http://schemas.microsoft.com/office/drawing/2014/main" id="{5F5FEEF1-C3C9-ECE1-84F3-70F8C855FF13}"/>
              </a:ext>
            </a:extLst>
          </p:cNvPr>
          <p:cNvSpPr/>
          <p:nvPr/>
        </p:nvSpPr>
        <p:spPr>
          <a:xfrm>
            <a:off x="539696" y="5221413"/>
            <a:ext cx="10571493" cy="622812"/>
          </a:xfrm>
          <a:prstGeom prst="roundRect">
            <a:avLst/>
          </a:prstGeom>
          <a:solidFill>
            <a:srgbClr val="E7FFFF"/>
          </a:solid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a:extLst>
              <a:ext uri="{FF2B5EF4-FFF2-40B4-BE49-F238E27FC236}">
                <a16:creationId xmlns:a16="http://schemas.microsoft.com/office/drawing/2014/main" id="{42169419-16BD-7C38-7B59-7CF5EF070787}"/>
              </a:ext>
            </a:extLst>
          </p:cNvPr>
          <p:cNvSpPr/>
          <p:nvPr/>
        </p:nvSpPr>
        <p:spPr>
          <a:xfrm>
            <a:off x="562271" y="4691265"/>
            <a:ext cx="7805966" cy="622812"/>
          </a:xfrm>
          <a:prstGeom prst="roundRect">
            <a:avLst/>
          </a:prstGeom>
          <a:solidFill>
            <a:srgbClr val="E7FFFF"/>
          </a:solid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70F3E60F-08F0-7349-7FF1-F9398276A38A}"/>
              </a:ext>
            </a:extLst>
          </p:cNvPr>
          <p:cNvSpPr>
            <a:spLocks noGrp="1"/>
          </p:cNvSpPr>
          <p:nvPr>
            <p:ph type="sldNum" sz="quarter" idx="12"/>
          </p:nvPr>
        </p:nvSpPr>
        <p:spPr/>
        <p:txBody>
          <a:bodyPr/>
          <a:lstStyle/>
          <a:p>
            <a:fld id="{D7C0FE0B-717B-41AE-9FA2-CA4BF851D1C3}" type="slidenum">
              <a:rPr lang="zh-CN" altLang="en-US" smtClean="0"/>
              <a:t>28</a:t>
            </a:fld>
            <a:endParaRPr lang="zh-CN" altLang="en-US"/>
          </a:p>
        </p:txBody>
      </p:sp>
      <p:sp>
        <p:nvSpPr>
          <p:cNvPr id="3" name="文本框 5">
            <a:extLst>
              <a:ext uri="{FF2B5EF4-FFF2-40B4-BE49-F238E27FC236}">
                <a16:creationId xmlns:a16="http://schemas.microsoft.com/office/drawing/2014/main" id="{73E006EB-98E5-F75A-F63E-39DD7FF7B41B}"/>
              </a:ext>
            </a:extLst>
          </p:cNvPr>
          <p:cNvSpPr txBox="1"/>
          <p:nvPr/>
        </p:nvSpPr>
        <p:spPr>
          <a:xfrm>
            <a:off x="1009650" y="252344"/>
            <a:ext cx="6826828"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69240">
              <a:buNone/>
            </a:pPr>
            <a:r>
              <a:rPr lang="en-US" altLang="zh-CN" sz="2400" b="1" kern="100" spc="-1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7.5.1  </a:t>
            </a:r>
            <a:r>
              <a:rPr lang="zh-CN" altLang="zh-CN" sz="2400" b="1" kern="100" spc="-1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单个源点到其余各顶点的最短路径</a:t>
            </a:r>
            <a:r>
              <a:rPr lang="zh-CN" altLang="en-US" sz="2400" b="1" kern="100" spc="-10" dirty="0">
                <a:solidFill>
                  <a:srgbClr val="C00000"/>
                </a:solidFill>
                <a:latin typeface="微软雅黑" panose="020B0503020204020204" pitchFamily="34" charset="-122"/>
                <a:ea typeface="黑体" panose="02010609060101010101" pitchFamily="49" charset="-122"/>
                <a:cs typeface="Times New Roman" panose="02020603050405020304" pitchFamily="18" charset="0"/>
              </a:rPr>
              <a:t>（续）</a:t>
            </a:r>
            <a:endParaRPr lang="zh-CN" altLang="zh-CN" sz="2400" b="1" kern="100" spc="-1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2979A4FC-77A0-1029-B72E-C90A2548AFA3}"/>
              </a:ext>
            </a:extLst>
          </p:cNvPr>
          <p:cNvSpPr txBox="1"/>
          <p:nvPr/>
        </p:nvSpPr>
        <p:spPr>
          <a:xfrm>
            <a:off x="344632" y="966560"/>
            <a:ext cx="8265968" cy="2585323"/>
          </a:xfrm>
          <a:prstGeom prst="rect">
            <a:avLst/>
          </a:prstGeom>
          <a:noFill/>
        </p:spPr>
        <p:txBody>
          <a:bodyPr wrap="square">
            <a:spAutoFit/>
          </a:bodyPr>
          <a:lstStyle/>
          <a:p>
            <a:pPr marL="40005" algn="l">
              <a:spcBef>
                <a:spcPts val="600"/>
              </a:spcBef>
              <a:buNone/>
            </a:pP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struct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prev</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a:solidFill>
                  <a:schemeClr val="accent6">
                    <a:lumMod val="75000"/>
                  </a:schemeClr>
                </a:solidFill>
                <a:effectLst/>
                <a:latin typeface="Courier New" panose="02070309020205020404" pitchFamily="49" charset="0"/>
                <a:ea typeface="等线" panose="02010600030101010101" pitchFamily="2" charset="-122"/>
                <a:cs typeface="Times New Roman" panose="02020603050405020304" pitchFamily="18" charset="0"/>
              </a:rPr>
              <a:t>// </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当前最短路径上该顶点的前驱顶点的位序</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lowcost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当前最短路径的长度</a:t>
            </a:r>
          </a:p>
          <a:p>
            <a:pPr marL="40005" algn="l">
              <a:buNone/>
            </a:pP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DistInfo</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 V-U</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中顶点的当前最短路径信息</a:t>
            </a:r>
          </a:p>
          <a:p>
            <a:pPr marL="40005" algn="l">
              <a:buNone/>
            </a:pPr>
            <a:r>
              <a:rPr lang="en-US" altLang="zh-CN" sz="1800" b="1" kern="100" dirty="0" err="1">
                <a:solidFill>
                  <a:srgbClr val="333DFF"/>
                </a:solidFill>
                <a:effectLst/>
                <a:latin typeface="Courier New" panose="02070309020205020404" pitchFamily="49" charset="0"/>
                <a:ea typeface="等线" panose="02010600030101010101" pitchFamily="2" charset="-122"/>
                <a:cs typeface="Times New Roman" panose="02020603050405020304" pitchFamily="18" charset="0"/>
              </a:rPr>
              <a:t>DistInfo</a:t>
            </a:r>
            <a:r>
              <a:rPr lang="en-US" altLang="zh-CN" sz="1800" b="1" kern="100" dirty="0">
                <a:solidFill>
                  <a:srgbClr val="333DFF"/>
                </a:solidFill>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err="1">
                <a:solidFill>
                  <a:srgbClr val="333DFF"/>
                </a:solidFill>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b="1" kern="100" dirty="0">
                <a:solidFill>
                  <a:srgbClr val="333DFF"/>
                </a:solidFill>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b="1" kern="100" dirty="0" err="1">
                <a:solidFill>
                  <a:srgbClr val="333DFF"/>
                </a:solidFill>
                <a:effectLst/>
                <a:latin typeface="Courier New" panose="02070309020205020404" pitchFamily="49" charset="0"/>
                <a:ea typeface="等线" panose="02010600030101010101" pitchFamily="2" charset="-122"/>
                <a:cs typeface="Times New Roman" panose="02020603050405020304" pitchFamily="18" charset="0"/>
              </a:rPr>
              <a:t>MAX_VEX_NUM</a:t>
            </a:r>
            <a:r>
              <a:rPr lang="en-US" altLang="zh-CN" sz="1800" b="1" kern="100" dirty="0">
                <a:solidFill>
                  <a:srgbClr val="333DFF"/>
                </a:solidFill>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全局数组，当前各顶点最短路径信息</a:t>
            </a:r>
          </a:p>
          <a:p>
            <a:pPr marL="40005" algn="l">
              <a:buNone/>
            </a:pPr>
            <a:r>
              <a:rPr lang="en-US" altLang="zh-CN" sz="1800" b="1" kern="100" dirty="0">
                <a:solidFill>
                  <a:srgbClr val="7030A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int</a:t>
            </a:r>
            <a:r>
              <a:rPr lang="en-US" altLang="zh-CN" sz="1800" b="1" kern="100" dirty="0">
                <a:solidFill>
                  <a:srgbClr val="7030A0"/>
                </a:solidFill>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err="1">
                <a:solidFill>
                  <a:srgbClr val="7030A0"/>
                </a:solidFill>
                <a:effectLst/>
                <a:latin typeface="Courier New" panose="02070309020205020404" pitchFamily="49" charset="0"/>
                <a:ea typeface="等线" panose="02010600030101010101" pitchFamily="2" charset="-122"/>
                <a:cs typeface="Times New Roman" panose="02020603050405020304" pitchFamily="18" charset="0"/>
              </a:rPr>
              <a:t>hpos</a:t>
            </a:r>
            <a:r>
              <a:rPr lang="en-US" altLang="zh-CN" sz="1800" b="1" kern="100" dirty="0">
                <a:solidFill>
                  <a:srgbClr val="7030A0"/>
                </a:solidFill>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b="1" kern="100" dirty="0" err="1">
                <a:solidFill>
                  <a:srgbClr val="7030A0"/>
                </a:solidFill>
                <a:effectLst/>
                <a:latin typeface="Courier New" panose="02070309020205020404" pitchFamily="49" charset="0"/>
                <a:ea typeface="等线" panose="02010600030101010101" pitchFamily="2" charset="-122"/>
                <a:cs typeface="Times New Roman" panose="02020603050405020304" pitchFamily="18" charset="0"/>
              </a:rPr>
              <a:t>MAX_VEX_NUM</a:t>
            </a:r>
            <a:r>
              <a:rPr lang="en-US" altLang="zh-CN" sz="1800" b="1" kern="100" dirty="0">
                <a:solidFill>
                  <a:srgbClr val="7030A0"/>
                </a:solidFill>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顶点位序在小顶堆中的位置</a:t>
            </a:r>
          </a:p>
          <a:p>
            <a:pPr marL="40005" algn="l">
              <a:buNone/>
            </a:pP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typedef</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HElemType</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a:solidFill>
                  <a:schemeClr val="accent6">
                    <a:lumMod val="75000"/>
                  </a:schemeClr>
                </a:solidFill>
                <a:effectLst/>
                <a:latin typeface="Courier New" panose="02070309020205020404" pitchFamily="49" charset="0"/>
                <a:ea typeface="等线" panose="02010600030101010101" pitchFamily="2" charset="-122"/>
                <a:cs typeface="Times New Roman" panose="02020603050405020304" pitchFamily="18" charset="0"/>
              </a:rPr>
              <a:t>// </a:t>
            </a:r>
            <a:r>
              <a:rPr lang="zh-CN" altLang="zh-CN" sz="1800" kern="100" dirty="0">
                <a:solidFill>
                  <a:schemeClr val="accent6">
                    <a:lumMod val="75000"/>
                  </a:schemeClr>
                </a:solidFill>
                <a:effectLst/>
                <a:latin typeface="Courier New" panose="02070309020205020404" pitchFamily="49" charset="0"/>
                <a:ea typeface="等线" panose="02010600030101010101" pitchFamily="2" charset="-122"/>
                <a:cs typeface="Courier New" panose="02070309020205020404" pitchFamily="49" charset="0"/>
              </a:rPr>
              <a:t>小顶堆元素类型（顶点序号）</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Status</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lessPrior</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HElemType</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x,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HElemType</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y) </a:t>
            </a:r>
            <a:r>
              <a:rPr lang="en-US" altLang="zh-CN" sz="1800" kern="100" dirty="0">
                <a:solidFill>
                  <a:schemeClr val="accent6">
                    <a:lumMod val="75000"/>
                  </a:schemeClr>
                </a:solidFill>
                <a:effectLst/>
                <a:latin typeface="Courier New" panose="02070309020205020404" pitchFamily="49" charset="0"/>
                <a:ea typeface="等线" panose="02010600030101010101" pitchFamily="2" charset="-122"/>
                <a:cs typeface="Times New Roman" panose="02020603050405020304" pitchFamily="18" charset="0"/>
              </a:rPr>
              <a:t>// </a:t>
            </a:r>
            <a:r>
              <a:rPr lang="zh-CN" altLang="zh-CN" sz="1800" kern="100" dirty="0">
                <a:solidFill>
                  <a:schemeClr val="accent6">
                    <a:lumMod val="75000"/>
                  </a:schemeClr>
                </a:solidFill>
                <a:effectLst/>
                <a:latin typeface="Courier New" panose="02070309020205020404" pitchFamily="49" charset="0"/>
                <a:ea typeface="等线" panose="02010600030101010101" pitchFamily="2" charset="-122"/>
                <a:cs typeface="Courier New" panose="02070309020205020404" pitchFamily="49" charset="0"/>
              </a:rPr>
              <a:t>小顶堆优先函数</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return</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[x].</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lowcost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&lt;=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[y].</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lowcost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p>
        </p:txBody>
      </p:sp>
      <p:sp>
        <p:nvSpPr>
          <p:cNvPr id="7" name="文本框 6">
            <a:extLst>
              <a:ext uri="{FF2B5EF4-FFF2-40B4-BE49-F238E27FC236}">
                <a16:creationId xmlns:a16="http://schemas.microsoft.com/office/drawing/2014/main" id="{33C402AE-0A0B-7F40-777D-9087641A0953}"/>
              </a:ext>
            </a:extLst>
          </p:cNvPr>
          <p:cNvSpPr txBox="1"/>
          <p:nvPr/>
        </p:nvSpPr>
        <p:spPr>
          <a:xfrm>
            <a:off x="245919" y="3551883"/>
            <a:ext cx="11210059" cy="3139321"/>
          </a:xfrm>
          <a:prstGeom prst="rect">
            <a:avLst/>
          </a:prstGeom>
          <a:noFill/>
        </p:spPr>
        <p:txBody>
          <a:bodyPr wrap="square">
            <a:spAutoFit/>
          </a:bodyPr>
          <a:lstStyle/>
          <a:p>
            <a:pPr marL="40005" algn="l">
              <a:buNone/>
            </a:pP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void</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ShortestPath_DIJ</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ALGraph</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G,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a:solidFill>
                  <a:schemeClr val="accent6">
                    <a:lumMod val="75000"/>
                  </a:schemeClr>
                </a:solidFill>
                <a:effectLst/>
                <a:latin typeface="Courier New" panose="02070309020205020404" pitchFamily="49" charset="0"/>
                <a:ea typeface="等线" panose="02010600030101010101" pitchFamily="2" charset="-122"/>
                <a:cs typeface="Times New Roman" panose="02020603050405020304" pitchFamily="18" charset="0"/>
              </a:rPr>
              <a:t>// </a:t>
            </a:r>
            <a:r>
              <a:rPr lang="zh-CN" altLang="en-US" sz="18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算法</a:t>
            </a:r>
            <a:r>
              <a:rPr lang="en-US" altLang="zh-CN" sz="18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7.12  </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求有向网</a:t>
            </a:r>
            <a:r>
              <a:rPr lang="en-US" altLang="zh-CN" sz="1800"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G</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中从</a:t>
            </a:r>
            <a:r>
              <a:rPr lang="en-US" altLang="zh-CN" sz="1800" kern="10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顶点到其他所有顶点的最短路径，并由全局</a:t>
            </a:r>
            <a:r>
              <a:rPr lang="en-US" altLang="zh-CN" sz="1800" kern="10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Dist</a:t>
            </a:r>
            <a:r>
              <a:rPr lang="zh-CN" altLang="zh-CN" sz="1800"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数组返回路径信息</a:t>
            </a:r>
            <a:endParaRPr lang="zh-CN" altLang="zh-CN" sz="2800"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int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j, m, k, min;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ArcNP</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p;</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Heap H =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InitHeap</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(G-&gt;n);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初始化建容量为</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G</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的顶点个数的空小顶堆</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H</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for </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(j=0; j&lt;G-&gt;n;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j++</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Dist</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初始化</a:t>
            </a: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[j].</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prev</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 -1;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[j].</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lowcost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 INFINITY;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for </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(p=G-&gt;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vexs</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firstArc</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p</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=NULL;  p=p-&gt;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nextArc</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源点</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i</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引出弧信息存入</a:t>
            </a:r>
            <a:r>
              <a:rPr lang="en-US" altLang="zh-CN" kern="100" dirty="0" err="1">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Dist</a:t>
            </a:r>
            <a:endParaRPr lang="zh-CN"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[p-&gt;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adjvex</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prev</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[p-&gt;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adjvex</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lowcost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 p-&gt;weight;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for</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(j=0; j&lt;G-&gt;n;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j++</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if</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(j</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Insert(H, j);  </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 </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除源点外</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a:t>
            </a:r>
            <a:r>
              <a:rPr lang="zh-CN"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各顶点序号插入最小堆</a:t>
            </a:r>
            <a:r>
              <a:rPr lang="en-US" altLang="zh-CN"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H</a:t>
            </a:r>
          </a:p>
          <a:p>
            <a:pPr marL="40005"/>
            <a:r>
              <a:rPr lang="en-US" altLang="zh-CN" kern="100" spc="-10" dirty="0">
                <a:solidFill>
                  <a:srgbClr val="C00000"/>
                </a:solidFill>
                <a:latin typeface="Courier New" panose="02070309020205020404" pitchFamily="49" charset="0"/>
                <a:cs typeface="Times New Roman" panose="02020603050405020304" pitchFamily="18" charset="0"/>
              </a:rPr>
              <a:t>   •••••• /* </a:t>
            </a:r>
            <a:r>
              <a:rPr lang="zh-CN" altLang="en-US" b="1" kern="100" spc="-10" dirty="0">
                <a:solidFill>
                  <a:srgbClr val="C00000"/>
                </a:solidFill>
                <a:latin typeface="Courier New" panose="02070309020205020404" pitchFamily="49" charset="0"/>
                <a:cs typeface="Times New Roman" panose="02020603050405020304" pitchFamily="18" charset="0"/>
              </a:rPr>
              <a:t>求最短路径</a:t>
            </a:r>
            <a:r>
              <a:rPr lang="zh-CN" altLang="en-US" kern="100" spc="-10" dirty="0">
                <a:solidFill>
                  <a:srgbClr val="C00000"/>
                </a:solidFill>
                <a:latin typeface="Courier New" panose="02070309020205020404" pitchFamily="49" charset="0"/>
                <a:cs typeface="Times New Roman" panose="02020603050405020304" pitchFamily="18" charset="0"/>
              </a:rPr>
              <a:t> </a:t>
            </a:r>
            <a:r>
              <a:rPr lang="en-US" altLang="zh-CN" kern="100" spc="-10" dirty="0">
                <a:solidFill>
                  <a:srgbClr val="C00000"/>
                </a:solidFill>
                <a:latin typeface="Courier New" panose="02070309020205020404" pitchFamily="49" charset="0"/>
                <a:cs typeface="Times New Roman" panose="02020603050405020304" pitchFamily="18" charset="0"/>
              </a:rPr>
              <a:t>*/</a:t>
            </a:r>
          </a:p>
          <a:p>
            <a:pPr marL="40005" algn="l">
              <a:buNone/>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D758BB4E-A8A3-4F7F-BE38-D512C66F7368}"/>
              </a:ext>
            </a:extLst>
          </p:cNvPr>
          <p:cNvSpPr txBox="1"/>
          <p:nvPr/>
        </p:nvSpPr>
        <p:spPr>
          <a:xfrm>
            <a:off x="3170563" y="781894"/>
            <a:ext cx="3180917" cy="369332"/>
          </a:xfrm>
          <a:prstGeom prst="rect">
            <a:avLst/>
          </a:prstGeom>
          <a:noFill/>
        </p:spPr>
        <p:txBody>
          <a:bodyPr wrap="square">
            <a:spAutoFit/>
          </a:bodyPr>
          <a:lstStyle/>
          <a:p>
            <a:r>
              <a:rPr kumimoji="0" lang="zh-CN" altLang="en-US" sz="1800" b="0" i="0" u="none" strike="noStrike" cap="none" normalizeH="0" baseline="0" dirty="0">
                <a:ln>
                  <a:noFill/>
                </a:ln>
                <a:solidFill>
                  <a:schemeClr val="tx1"/>
                </a:solidFill>
                <a:effectLst/>
                <a:latin typeface="+mn-ea"/>
                <a:cs typeface="Times New Roman" panose="02020603050405020304" pitchFamily="18" charset="0"/>
              </a:rPr>
              <a:t>以</a:t>
            </a:r>
            <a:r>
              <a:rPr kumimoji="0" lang="zh-CN" altLang="zh-CN" sz="18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800" b="0" i="0" u="none" strike="noStrike" cap="none" normalizeH="0" baseline="0" dirty="0">
                <a:ln>
                  <a:noFill/>
                </a:ln>
                <a:solidFill>
                  <a:schemeClr val="tx1"/>
                </a:solidFill>
                <a:effectLst/>
                <a:latin typeface="+mj-ea"/>
                <a:ea typeface="+mj-ea"/>
                <a:cs typeface="Times New Roman" panose="02020603050405020304" pitchFamily="18" charset="0"/>
              </a:rPr>
              <a:t>7.21</a:t>
            </a:r>
            <a:r>
              <a:rPr lang="zh-CN" altLang="en-US" dirty="0">
                <a:latin typeface="+mn-ea"/>
                <a:cs typeface="Times New Roman" panose="02020603050405020304" pitchFamily="18" charset="0"/>
              </a:rPr>
              <a:t>的</a:t>
            </a: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无向网</a:t>
            </a:r>
            <a:r>
              <a:rPr kumimoji="0" lang="en-US" altLang="zh-CN" sz="1800" b="0"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G</a:t>
            </a:r>
            <a:r>
              <a:rPr kumimoji="0" lang="en-US" altLang="zh-CN" sz="1800" b="0" i="0" u="none" strike="noStrike" cap="none" normalizeH="0" baseline="-3000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6</a:t>
            </a:r>
            <a:r>
              <a:rPr kumimoji="0" lang="zh-CN" altLang="en-US" sz="1800" b="0" i="0" u="none" strike="noStrike" cap="none" normalizeH="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为示例：</a:t>
            </a:r>
            <a:endParaRPr lang="zh-CN" altLang="en-US" dirty="0"/>
          </a:p>
        </p:txBody>
      </p:sp>
      <p:sp>
        <p:nvSpPr>
          <p:cNvPr id="12" name="矩形 11">
            <a:extLst>
              <a:ext uri="{FF2B5EF4-FFF2-40B4-BE49-F238E27FC236}">
                <a16:creationId xmlns:a16="http://schemas.microsoft.com/office/drawing/2014/main" id="{90119DB2-B052-F911-D6D0-37CF8B69122C}"/>
              </a:ext>
            </a:extLst>
          </p:cNvPr>
          <p:cNvSpPr/>
          <p:nvPr/>
        </p:nvSpPr>
        <p:spPr>
          <a:xfrm>
            <a:off x="6476899" y="731446"/>
            <a:ext cx="5304219" cy="2486160"/>
          </a:xfrm>
          <a:prstGeom prst="rect">
            <a:avLst/>
          </a:prstGeom>
          <a:solidFill>
            <a:srgbClr val="FCF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表格 12">
            <a:extLst>
              <a:ext uri="{FF2B5EF4-FFF2-40B4-BE49-F238E27FC236}">
                <a16:creationId xmlns:a16="http://schemas.microsoft.com/office/drawing/2014/main" id="{8C2F337A-00CA-30C1-FE2F-382B148CC64D}"/>
              </a:ext>
            </a:extLst>
          </p:cNvPr>
          <p:cNvGraphicFramePr>
            <a:graphicFrameLocks noGrp="1"/>
          </p:cNvGraphicFramePr>
          <p:nvPr>
            <p:extLst>
              <p:ext uri="{D42A27DB-BD31-4B8C-83A1-F6EECF244321}">
                <p14:modId xmlns:p14="http://schemas.microsoft.com/office/powerpoint/2010/main" val="2274114045"/>
              </p:ext>
            </p:extLst>
          </p:nvPr>
        </p:nvGraphicFramePr>
        <p:xfrm>
          <a:off x="6493063" y="1823312"/>
          <a:ext cx="5134736" cy="1010920"/>
        </p:xfrm>
        <a:graphic>
          <a:graphicData uri="http://schemas.openxmlformats.org/drawingml/2006/table">
            <a:tbl>
              <a:tblPr firstRow="1" bandRow="1">
                <a:tableStyleId>{5940675A-B579-460E-94D1-54222C63F5DA}</a:tableStyleId>
              </a:tblPr>
              <a:tblGrid>
                <a:gridCol w="1472858">
                  <a:extLst>
                    <a:ext uri="{9D8B030D-6E8A-4147-A177-3AD203B41FA5}">
                      <a16:colId xmlns:a16="http://schemas.microsoft.com/office/drawing/2014/main" val="2433682801"/>
                    </a:ext>
                  </a:extLst>
                </a:gridCol>
                <a:gridCol w="610313">
                  <a:extLst>
                    <a:ext uri="{9D8B030D-6E8A-4147-A177-3AD203B41FA5}">
                      <a16:colId xmlns:a16="http://schemas.microsoft.com/office/drawing/2014/main" val="3727777468"/>
                    </a:ext>
                  </a:extLst>
                </a:gridCol>
                <a:gridCol w="615946">
                  <a:extLst>
                    <a:ext uri="{9D8B030D-6E8A-4147-A177-3AD203B41FA5}">
                      <a16:colId xmlns:a16="http://schemas.microsoft.com/office/drawing/2014/main" val="50537245"/>
                    </a:ext>
                  </a:extLst>
                </a:gridCol>
                <a:gridCol w="604680">
                  <a:extLst>
                    <a:ext uri="{9D8B030D-6E8A-4147-A177-3AD203B41FA5}">
                      <a16:colId xmlns:a16="http://schemas.microsoft.com/office/drawing/2014/main" val="959300783"/>
                    </a:ext>
                  </a:extLst>
                </a:gridCol>
                <a:gridCol w="610313">
                  <a:extLst>
                    <a:ext uri="{9D8B030D-6E8A-4147-A177-3AD203B41FA5}">
                      <a16:colId xmlns:a16="http://schemas.microsoft.com/office/drawing/2014/main" val="2638731864"/>
                    </a:ext>
                  </a:extLst>
                </a:gridCol>
                <a:gridCol w="610313">
                  <a:extLst>
                    <a:ext uri="{9D8B030D-6E8A-4147-A177-3AD203B41FA5}">
                      <a16:colId xmlns:a16="http://schemas.microsoft.com/office/drawing/2014/main" val="3471078806"/>
                    </a:ext>
                  </a:extLst>
                </a:gridCol>
                <a:gridCol w="610313">
                  <a:extLst>
                    <a:ext uri="{9D8B030D-6E8A-4147-A177-3AD203B41FA5}">
                      <a16:colId xmlns:a16="http://schemas.microsoft.com/office/drawing/2014/main" val="1448607798"/>
                    </a:ext>
                  </a:extLst>
                </a:gridCol>
              </a:tblGrid>
              <a:tr h="370840">
                <a:tc>
                  <a:txBody>
                    <a:bodyPr/>
                    <a:lstStyle/>
                    <a:p>
                      <a:pPr algn="ctr"/>
                      <a:r>
                        <a:rPr lang="en-US" altLang="zh-CN" b="1" dirty="0" err="1">
                          <a:solidFill>
                            <a:srgbClr val="333DFF"/>
                          </a:solidFill>
                        </a:rPr>
                        <a:t>Dist</a:t>
                      </a:r>
                      <a:endParaRPr lang="zh-CN" altLang="en-US" b="1" dirty="0">
                        <a:solidFill>
                          <a:srgbClr val="333DFF"/>
                        </a:solidFill>
                      </a:endParaRPr>
                    </a:p>
                  </a:txBody>
                  <a:tcPr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0070C0"/>
                          </a:solidFill>
                        </a:rPr>
                        <a:t>0</a:t>
                      </a:r>
                      <a:r>
                        <a:rPr lang="en-US" altLang="zh-CN" dirty="0">
                          <a:solidFill>
                            <a:srgbClr val="0070C0"/>
                          </a:solidFill>
                        </a:rPr>
                        <a:t>(</a:t>
                      </a:r>
                      <a:r>
                        <a:rPr lang="en-US" altLang="zh-CN" dirty="0">
                          <a:solidFill>
                            <a:srgbClr val="C00000"/>
                          </a:solidFill>
                        </a:rPr>
                        <a:t>A</a:t>
                      </a:r>
                      <a:r>
                        <a:rPr lang="en-US" altLang="zh-CN" dirty="0">
                          <a:solidFill>
                            <a:srgbClr val="0070C0"/>
                          </a:solidFill>
                        </a:rPr>
                        <a:t>)</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1</a:t>
                      </a:r>
                      <a:r>
                        <a:rPr lang="en-US" altLang="zh-CN" dirty="0">
                          <a:solidFill>
                            <a:srgbClr val="0070C0"/>
                          </a:solidFill>
                        </a:rPr>
                        <a:t>(</a:t>
                      </a:r>
                      <a:r>
                        <a:rPr lang="en-US" altLang="zh-CN" sz="1800" kern="1200" dirty="0">
                          <a:solidFill>
                            <a:srgbClr val="C00000"/>
                          </a:solidFill>
                          <a:latin typeface="+mn-lt"/>
                          <a:ea typeface="+mn-ea"/>
                          <a:cs typeface="+mn-cs"/>
                        </a:rPr>
                        <a:t>B</a:t>
                      </a:r>
                      <a:r>
                        <a:rPr lang="en-US" altLang="zh-CN" dirty="0">
                          <a:solidFill>
                            <a:srgbClr val="0070C0"/>
                          </a:solidFill>
                        </a:rPr>
                        <a:t>)</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2</a:t>
                      </a:r>
                      <a:r>
                        <a:rPr lang="en-US" altLang="zh-CN" dirty="0">
                          <a:solidFill>
                            <a:srgbClr val="0070C0"/>
                          </a:solidFill>
                        </a:rPr>
                        <a:t>(</a:t>
                      </a:r>
                      <a:r>
                        <a:rPr lang="en-US" altLang="zh-CN" sz="1800" kern="1200" dirty="0">
                          <a:solidFill>
                            <a:srgbClr val="C00000"/>
                          </a:solidFill>
                          <a:latin typeface="+mn-lt"/>
                          <a:ea typeface="+mn-ea"/>
                          <a:cs typeface="+mn-cs"/>
                        </a:rPr>
                        <a:t>C</a:t>
                      </a:r>
                      <a:r>
                        <a:rPr lang="en-US" altLang="zh-CN" dirty="0">
                          <a:solidFill>
                            <a:srgbClr val="0070C0"/>
                          </a:solidFill>
                        </a:rPr>
                        <a:t>)</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3(</a:t>
                      </a:r>
                      <a:r>
                        <a:rPr lang="en-US" altLang="zh-CN" sz="1800" b="1" kern="1200" dirty="0">
                          <a:solidFill>
                            <a:srgbClr val="C00000"/>
                          </a:solidFill>
                          <a:latin typeface="+mn-lt"/>
                          <a:ea typeface="+mn-ea"/>
                          <a:cs typeface="+mn-cs"/>
                        </a:rPr>
                        <a:t>D</a:t>
                      </a:r>
                      <a:r>
                        <a:rPr lang="en-US" altLang="zh-CN" sz="1800" b="1" kern="1200" dirty="0">
                          <a:solidFill>
                            <a:srgbClr val="0070C0"/>
                          </a:solidFill>
                          <a:latin typeface="+mn-lt"/>
                          <a:ea typeface="+mn-ea"/>
                          <a:cs typeface="+mn-cs"/>
                        </a:rPr>
                        <a:t>)</a:t>
                      </a:r>
                      <a:endParaRPr lang="zh-CN" altLang="en-US" sz="1800" b="1" kern="1200" dirty="0">
                        <a:solidFill>
                          <a:srgbClr val="0070C0"/>
                        </a:solidFill>
                        <a:latin typeface="+mn-lt"/>
                        <a:ea typeface="+mn-ea"/>
                        <a:cs typeface="+mn-cs"/>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4</a:t>
                      </a:r>
                      <a:r>
                        <a:rPr lang="en-US" altLang="zh-CN" dirty="0">
                          <a:solidFill>
                            <a:srgbClr val="0070C0"/>
                          </a:solidFill>
                        </a:rPr>
                        <a:t>(</a:t>
                      </a:r>
                      <a:r>
                        <a:rPr lang="en-US" altLang="zh-CN" sz="1800" kern="1200" dirty="0">
                          <a:solidFill>
                            <a:srgbClr val="C00000"/>
                          </a:solidFill>
                          <a:latin typeface="+mn-lt"/>
                          <a:ea typeface="+mn-ea"/>
                          <a:cs typeface="+mn-cs"/>
                        </a:rPr>
                        <a:t>E</a:t>
                      </a:r>
                      <a:r>
                        <a:rPr lang="en-US" altLang="zh-CN" dirty="0">
                          <a:solidFill>
                            <a:srgbClr val="0070C0"/>
                          </a:solidFill>
                        </a:rPr>
                        <a:t>)</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5</a:t>
                      </a:r>
                      <a:r>
                        <a:rPr lang="en-US" altLang="zh-CN" dirty="0">
                          <a:solidFill>
                            <a:srgbClr val="0070C0"/>
                          </a:solidFill>
                        </a:rPr>
                        <a:t>(</a:t>
                      </a:r>
                      <a:r>
                        <a:rPr lang="en-US" altLang="zh-CN" sz="1800" kern="1200" dirty="0">
                          <a:solidFill>
                            <a:srgbClr val="C00000"/>
                          </a:solidFill>
                          <a:latin typeface="+mn-lt"/>
                          <a:ea typeface="+mn-ea"/>
                          <a:cs typeface="+mn-cs"/>
                        </a:rPr>
                        <a:t>F</a:t>
                      </a:r>
                      <a:r>
                        <a:rPr lang="en-US" altLang="zh-CN" dirty="0">
                          <a:solidFill>
                            <a:srgbClr val="0070C0"/>
                          </a:solidFill>
                        </a:rPr>
                        <a:t>)</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4440848"/>
                  </a:ext>
                </a:extLst>
              </a:tr>
              <a:tr h="370840">
                <a:tc>
                  <a:txBody>
                    <a:bodyPr/>
                    <a:lstStyle/>
                    <a:p>
                      <a:pPr algn="r"/>
                      <a:r>
                        <a:rPr lang="en-US" altLang="zh-CN" sz="1800" b="1" dirty="0" err="1"/>
                        <a:t>lowcost</a:t>
                      </a:r>
                      <a:endParaRPr lang="en-US" altLang="zh-CN" sz="1800" b="1" dirty="0"/>
                    </a:p>
                    <a:p>
                      <a:pPr algn="r"/>
                      <a:r>
                        <a:rPr lang="en-US" altLang="zh-CN" sz="1800" b="1" dirty="0" err="1">
                          <a:solidFill>
                            <a:srgbClr val="0070C0"/>
                          </a:solidFill>
                        </a:rPr>
                        <a:t>prev</a:t>
                      </a:r>
                      <a:endParaRPr lang="en-US" altLang="zh-CN" sz="1800" b="1" dirty="0">
                        <a:solidFill>
                          <a:srgbClr val="0070C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58856659"/>
                  </a:ext>
                </a:extLst>
              </a:tr>
            </a:tbl>
          </a:graphicData>
        </a:graphic>
      </p:graphicFrame>
      <p:sp>
        <p:nvSpPr>
          <p:cNvPr id="14" name="文本框 13">
            <a:extLst>
              <a:ext uri="{FF2B5EF4-FFF2-40B4-BE49-F238E27FC236}">
                <a16:creationId xmlns:a16="http://schemas.microsoft.com/office/drawing/2014/main" id="{C27C91EB-96B4-81A2-5423-5C1508F8BDE8}"/>
              </a:ext>
            </a:extLst>
          </p:cNvPr>
          <p:cNvSpPr txBox="1"/>
          <p:nvPr/>
        </p:nvSpPr>
        <p:spPr>
          <a:xfrm>
            <a:off x="8736019" y="2216137"/>
            <a:ext cx="330787" cy="307777"/>
          </a:xfrm>
          <a:prstGeom prst="rect">
            <a:avLst/>
          </a:prstGeom>
          <a:noFill/>
        </p:spPr>
        <p:txBody>
          <a:bodyPr wrap="none" lIns="36000" tIns="0" rIns="36000" bIns="0" rtlCol="0">
            <a:spAutoFit/>
          </a:bodyPr>
          <a:lstStyle/>
          <a:p>
            <a:r>
              <a:rPr lang="en-US" altLang="zh-CN" sz="2000" b="1" dirty="0">
                <a:latin typeface="+mj-ea"/>
                <a:ea typeface="+mj-ea"/>
              </a:rPr>
              <a:t>∞</a:t>
            </a:r>
            <a:endParaRPr lang="zh-CN" altLang="en-US" sz="2000" b="1" dirty="0">
              <a:latin typeface="+mj-ea"/>
              <a:ea typeface="+mj-ea"/>
            </a:endParaRPr>
          </a:p>
        </p:txBody>
      </p:sp>
      <p:sp>
        <p:nvSpPr>
          <p:cNvPr id="15" name="文本框 14">
            <a:extLst>
              <a:ext uri="{FF2B5EF4-FFF2-40B4-BE49-F238E27FC236}">
                <a16:creationId xmlns:a16="http://schemas.microsoft.com/office/drawing/2014/main" id="{16087306-3146-7226-E9C3-DD0ADEBF5DE3}"/>
              </a:ext>
            </a:extLst>
          </p:cNvPr>
          <p:cNvSpPr txBox="1"/>
          <p:nvPr/>
        </p:nvSpPr>
        <p:spPr>
          <a:xfrm>
            <a:off x="8754789" y="2523914"/>
            <a:ext cx="265063" cy="276999"/>
          </a:xfrm>
          <a:prstGeom prst="rect">
            <a:avLst/>
          </a:prstGeom>
          <a:noFill/>
        </p:spPr>
        <p:txBody>
          <a:bodyPr wrap="none" lIns="36000" tIns="0" rIns="36000" bIns="0" rtlCol="0">
            <a:spAutoFit/>
          </a:bodyPr>
          <a:lstStyle/>
          <a:p>
            <a:pPr algn="ctr"/>
            <a:r>
              <a:rPr lang="en-US" altLang="zh-CN" b="1" dirty="0">
                <a:solidFill>
                  <a:srgbClr val="0070C0"/>
                </a:solidFill>
              </a:rPr>
              <a:t>-1</a:t>
            </a:r>
            <a:endParaRPr lang="zh-CN" altLang="en-US" b="1" dirty="0">
              <a:solidFill>
                <a:srgbClr val="0070C0"/>
              </a:solidFill>
            </a:endParaRPr>
          </a:p>
        </p:txBody>
      </p:sp>
      <p:sp>
        <p:nvSpPr>
          <p:cNvPr id="18" name="文本框 17">
            <a:extLst>
              <a:ext uri="{FF2B5EF4-FFF2-40B4-BE49-F238E27FC236}">
                <a16:creationId xmlns:a16="http://schemas.microsoft.com/office/drawing/2014/main" id="{DCA464E1-19A4-B50D-10CE-8B435E6CB819}"/>
              </a:ext>
            </a:extLst>
          </p:cNvPr>
          <p:cNvSpPr txBox="1"/>
          <p:nvPr/>
        </p:nvSpPr>
        <p:spPr>
          <a:xfrm>
            <a:off x="9959578" y="2216137"/>
            <a:ext cx="330787" cy="307777"/>
          </a:xfrm>
          <a:prstGeom prst="rect">
            <a:avLst/>
          </a:prstGeom>
          <a:noFill/>
        </p:spPr>
        <p:txBody>
          <a:bodyPr wrap="none" lIns="36000" tIns="0" rIns="36000" bIns="0" rtlCol="0">
            <a:spAutoFit/>
          </a:bodyPr>
          <a:lstStyle/>
          <a:p>
            <a:r>
              <a:rPr lang="en-US" altLang="zh-CN" sz="2000" b="1" dirty="0">
                <a:latin typeface="+mj-ea"/>
                <a:ea typeface="+mj-ea"/>
              </a:rPr>
              <a:t>∞</a:t>
            </a:r>
            <a:endParaRPr lang="zh-CN" altLang="en-US" sz="2000" b="1" dirty="0">
              <a:latin typeface="+mj-ea"/>
              <a:ea typeface="+mj-ea"/>
            </a:endParaRPr>
          </a:p>
        </p:txBody>
      </p:sp>
      <p:sp>
        <p:nvSpPr>
          <p:cNvPr id="19" name="文本框 18">
            <a:extLst>
              <a:ext uri="{FF2B5EF4-FFF2-40B4-BE49-F238E27FC236}">
                <a16:creationId xmlns:a16="http://schemas.microsoft.com/office/drawing/2014/main" id="{BF618D2C-5B63-DB45-7D1A-447A1CE99FD3}"/>
              </a:ext>
            </a:extLst>
          </p:cNvPr>
          <p:cNvSpPr txBox="1"/>
          <p:nvPr/>
        </p:nvSpPr>
        <p:spPr>
          <a:xfrm>
            <a:off x="9978348" y="2523914"/>
            <a:ext cx="265063" cy="276999"/>
          </a:xfrm>
          <a:prstGeom prst="rect">
            <a:avLst/>
          </a:prstGeom>
          <a:noFill/>
        </p:spPr>
        <p:txBody>
          <a:bodyPr wrap="none" lIns="36000" tIns="0" rIns="36000" bIns="0" rtlCol="0">
            <a:spAutoFit/>
          </a:bodyPr>
          <a:lstStyle/>
          <a:p>
            <a:pPr algn="ctr"/>
            <a:r>
              <a:rPr lang="en-US" altLang="zh-CN" b="1" dirty="0">
                <a:solidFill>
                  <a:srgbClr val="0070C0"/>
                </a:solidFill>
              </a:rPr>
              <a:t>-1</a:t>
            </a:r>
            <a:endParaRPr lang="zh-CN" altLang="en-US" b="1" dirty="0">
              <a:solidFill>
                <a:srgbClr val="0070C0"/>
              </a:solidFill>
            </a:endParaRPr>
          </a:p>
        </p:txBody>
      </p:sp>
      <p:sp>
        <p:nvSpPr>
          <p:cNvPr id="20" name="文本框 19">
            <a:extLst>
              <a:ext uri="{FF2B5EF4-FFF2-40B4-BE49-F238E27FC236}">
                <a16:creationId xmlns:a16="http://schemas.microsoft.com/office/drawing/2014/main" id="{5E61B7D1-C9E0-80C0-C6F8-8479E7C0139E}"/>
              </a:ext>
            </a:extLst>
          </p:cNvPr>
          <p:cNvSpPr txBox="1"/>
          <p:nvPr/>
        </p:nvSpPr>
        <p:spPr>
          <a:xfrm>
            <a:off x="9367132" y="2251452"/>
            <a:ext cx="303536" cy="276999"/>
          </a:xfrm>
          <a:prstGeom prst="rect">
            <a:avLst/>
          </a:prstGeom>
          <a:noFill/>
        </p:spPr>
        <p:txBody>
          <a:bodyPr wrap="none" lIns="36000" tIns="0" rIns="36000" bIns="0" rtlCol="0">
            <a:spAutoFit/>
          </a:bodyPr>
          <a:lstStyle/>
          <a:p>
            <a:r>
              <a:rPr lang="en-US" altLang="zh-CN" b="1" dirty="0"/>
              <a:t>10</a:t>
            </a:r>
            <a:endParaRPr lang="zh-CN" altLang="en-US" b="1" dirty="0"/>
          </a:p>
        </p:txBody>
      </p:sp>
      <p:sp>
        <p:nvSpPr>
          <p:cNvPr id="21" name="文本框 20">
            <a:extLst>
              <a:ext uri="{FF2B5EF4-FFF2-40B4-BE49-F238E27FC236}">
                <a16:creationId xmlns:a16="http://schemas.microsoft.com/office/drawing/2014/main" id="{8AE9C438-9599-921D-8616-232C881E2493}"/>
              </a:ext>
            </a:extLst>
          </p:cNvPr>
          <p:cNvSpPr txBox="1"/>
          <p:nvPr/>
        </p:nvSpPr>
        <p:spPr>
          <a:xfrm>
            <a:off x="9415721" y="2514192"/>
            <a:ext cx="188119" cy="276999"/>
          </a:xfrm>
          <a:prstGeom prst="rect">
            <a:avLst/>
          </a:prstGeom>
          <a:noFill/>
        </p:spPr>
        <p:txBody>
          <a:bodyPr wrap="none" lIns="36000" tIns="0" rIns="36000" bIns="0" rtlCol="0">
            <a:spAutoFit/>
          </a:bodyPr>
          <a:lstStyle/>
          <a:p>
            <a:pPr algn="ctr"/>
            <a:r>
              <a:rPr lang="en-US" altLang="zh-CN" b="1" dirty="0">
                <a:solidFill>
                  <a:srgbClr val="0070C0"/>
                </a:solidFill>
              </a:rPr>
              <a:t>0</a:t>
            </a:r>
            <a:endParaRPr lang="zh-CN" altLang="en-US" b="1" dirty="0">
              <a:solidFill>
                <a:srgbClr val="0070C0"/>
              </a:solidFill>
            </a:endParaRPr>
          </a:p>
        </p:txBody>
      </p:sp>
      <p:sp>
        <p:nvSpPr>
          <p:cNvPr id="22" name="文本框 21">
            <a:extLst>
              <a:ext uri="{FF2B5EF4-FFF2-40B4-BE49-F238E27FC236}">
                <a16:creationId xmlns:a16="http://schemas.microsoft.com/office/drawing/2014/main" id="{D9EEBCF5-BF4A-1E74-1F1C-93A942B49899}"/>
              </a:ext>
            </a:extLst>
          </p:cNvPr>
          <p:cNvSpPr txBox="1"/>
          <p:nvPr/>
        </p:nvSpPr>
        <p:spPr>
          <a:xfrm>
            <a:off x="10592162" y="2256394"/>
            <a:ext cx="303536" cy="276999"/>
          </a:xfrm>
          <a:prstGeom prst="rect">
            <a:avLst/>
          </a:prstGeom>
          <a:noFill/>
        </p:spPr>
        <p:txBody>
          <a:bodyPr wrap="none" lIns="36000" tIns="0" rIns="36000" bIns="0" rtlCol="0">
            <a:spAutoFit/>
          </a:bodyPr>
          <a:lstStyle/>
          <a:p>
            <a:r>
              <a:rPr lang="en-US" altLang="zh-CN" b="1" dirty="0"/>
              <a:t>30</a:t>
            </a:r>
            <a:endParaRPr lang="zh-CN" altLang="en-US" b="1" dirty="0"/>
          </a:p>
        </p:txBody>
      </p:sp>
      <p:sp>
        <p:nvSpPr>
          <p:cNvPr id="23" name="文本框 22">
            <a:extLst>
              <a:ext uri="{FF2B5EF4-FFF2-40B4-BE49-F238E27FC236}">
                <a16:creationId xmlns:a16="http://schemas.microsoft.com/office/drawing/2014/main" id="{DA443B18-629F-50E6-227C-F03953E127E5}"/>
              </a:ext>
            </a:extLst>
          </p:cNvPr>
          <p:cNvSpPr txBox="1"/>
          <p:nvPr/>
        </p:nvSpPr>
        <p:spPr>
          <a:xfrm>
            <a:off x="10617747" y="2519134"/>
            <a:ext cx="188119" cy="276999"/>
          </a:xfrm>
          <a:prstGeom prst="rect">
            <a:avLst/>
          </a:prstGeom>
          <a:noFill/>
        </p:spPr>
        <p:txBody>
          <a:bodyPr wrap="none" lIns="36000" tIns="0" rIns="36000" bIns="0" rtlCol="0">
            <a:spAutoFit/>
          </a:bodyPr>
          <a:lstStyle/>
          <a:p>
            <a:pPr algn="ctr"/>
            <a:r>
              <a:rPr lang="en-US" altLang="zh-CN" b="1" dirty="0">
                <a:solidFill>
                  <a:srgbClr val="0070C0"/>
                </a:solidFill>
              </a:rPr>
              <a:t>0</a:t>
            </a:r>
            <a:endParaRPr lang="zh-CN" altLang="en-US" b="1" dirty="0">
              <a:solidFill>
                <a:srgbClr val="0070C0"/>
              </a:solidFill>
            </a:endParaRPr>
          </a:p>
        </p:txBody>
      </p:sp>
      <p:sp>
        <p:nvSpPr>
          <p:cNvPr id="24" name="文本框 23">
            <a:extLst>
              <a:ext uri="{FF2B5EF4-FFF2-40B4-BE49-F238E27FC236}">
                <a16:creationId xmlns:a16="http://schemas.microsoft.com/office/drawing/2014/main" id="{DCA318E3-CC25-09D4-FD89-5FE250EC905E}"/>
              </a:ext>
            </a:extLst>
          </p:cNvPr>
          <p:cNvSpPr txBox="1"/>
          <p:nvPr/>
        </p:nvSpPr>
        <p:spPr>
          <a:xfrm>
            <a:off x="11111190" y="2261174"/>
            <a:ext cx="418952" cy="276999"/>
          </a:xfrm>
          <a:prstGeom prst="rect">
            <a:avLst/>
          </a:prstGeom>
          <a:noFill/>
        </p:spPr>
        <p:txBody>
          <a:bodyPr wrap="none" lIns="36000" tIns="0" rIns="36000" bIns="0" rtlCol="0">
            <a:spAutoFit/>
          </a:bodyPr>
          <a:lstStyle/>
          <a:p>
            <a:r>
              <a:rPr lang="en-US" altLang="zh-CN" b="1" dirty="0"/>
              <a:t>100</a:t>
            </a:r>
            <a:endParaRPr lang="zh-CN" altLang="en-US" b="1" dirty="0"/>
          </a:p>
        </p:txBody>
      </p:sp>
      <p:sp>
        <p:nvSpPr>
          <p:cNvPr id="25" name="文本框 24">
            <a:extLst>
              <a:ext uri="{FF2B5EF4-FFF2-40B4-BE49-F238E27FC236}">
                <a16:creationId xmlns:a16="http://schemas.microsoft.com/office/drawing/2014/main" id="{3D7AF56E-9EC5-D557-06A0-EC87AB78347B}"/>
              </a:ext>
            </a:extLst>
          </p:cNvPr>
          <p:cNvSpPr txBox="1"/>
          <p:nvPr/>
        </p:nvSpPr>
        <p:spPr>
          <a:xfrm>
            <a:off x="11228791" y="2523914"/>
            <a:ext cx="188119" cy="276999"/>
          </a:xfrm>
          <a:prstGeom prst="rect">
            <a:avLst/>
          </a:prstGeom>
          <a:noFill/>
        </p:spPr>
        <p:txBody>
          <a:bodyPr wrap="none" lIns="36000" tIns="0" rIns="36000" bIns="0" rtlCol="0">
            <a:spAutoFit/>
          </a:bodyPr>
          <a:lstStyle/>
          <a:p>
            <a:pPr algn="ctr"/>
            <a:r>
              <a:rPr lang="en-US" altLang="zh-CN" b="1" dirty="0">
                <a:solidFill>
                  <a:srgbClr val="0070C0"/>
                </a:solidFill>
              </a:rPr>
              <a:t>0</a:t>
            </a:r>
            <a:endParaRPr lang="zh-CN" altLang="en-US" b="1" dirty="0">
              <a:solidFill>
                <a:srgbClr val="0070C0"/>
              </a:solidFill>
            </a:endParaRPr>
          </a:p>
        </p:txBody>
      </p:sp>
      <p:sp>
        <p:nvSpPr>
          <p:cNvPr id="26" name="文本框 21">
            <a:extLst>
              <a:ext uri="{FF2B5EF4-FFF2-40B4-BE49-F238E27FC236}">
                <a16:creationId xmlns:a16="http://schemas.microsoft.com/office/drawing/2014/main" id="{D9EEBCF5-BF4A-1E74-1F1C-93A942B49899}"/>
              </a:ext>
            </a:extLst>
          </p:cNvPr>
          <p:cNvSpPr txBox="1"/>
          <p:nvPr/>
        </p:nvSpPr>
        <p:spPr>
          <a:xfrm>
            <a:off x="9268244" y="2865910"/>
            <a:ext cx="483072" cy="276999"/>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C00000"/>
                </a:solidFill>
              </a:rPr>
              <a:t>A-C</a:t>
            </a:r>
            <a:endParaRPr lang="zh-CN" altLang="en-US" b="1" dirty="0">
              <a:solidFill>
                <a:srgbClr val="C00000"/>
              </a:solidFill>
            </a:endParaRPr>
          </a:p>
        </p:txBody>
      </p:sp>
      <p:sp>
        <p:nvSpPr>
          <p:cNvPr id="28" name="文本框 21">
            <a:extLst>
              <a:ext uri="{FF2B5EF4-FFF2-40B4-BE49-F238E27FC236}">
                <a16:creationId xmlns:a16="http://schemas.microsoft.com/office/drawing/2014/main" id="{01083C5E-4046-D79D-DB64-D23E7CA1ED97}"/>
              </a:ext>
            </a:extLst>
          </p:cNvPr>
          <p:cNvSpPr txBox="1"/>
          <p:nvPr/>
        </p:nvSpPr>
        <p:spPr>
          <a:xfrm>
            <a:off x="10490451" y="2873328"/>
            <a:ext cx="470248" cy="276999"/>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C00000"/>
                </a:solidFill>
              </a:rPr>
              <a:t>A-E</a:t>
            </a:r>
            <a:endParaRPr lang="zh-CN" altLang="en-US" b="1" dirty="0">
              <a:solidFill>
                <a:srgbClr val="C00000"/>
              </a:solidFill>
            </a:endParaRPr>
          </a:p>
        </p:txBody>
      </p:sp>
      <p:sp>
        <p:nvSpPr>
          <p:cNvPr id="29" name="文本框 21">
            <a:extLst>
              <a:ext uri="{FF2B5EF4-FFF2-40B4-BE49-F238E27FC236}">
                <a16:creationId xmlns:a16="http://schemas.microsoft.com/office/drawing/2014/main" id="{D9EEBCF5-BF4A-1E74-1F1C-93A942B49899}"/>
              </a:ext>
            </a:extLst>
          </p:cNvPr>
          <p:cNvSpPr txBox="1"/>
          <p:nvPr/>
        </p:nvSpPr>
        <p:spPr>
          <a:xfrm>
            <a:off x="11072718" y="2871563"/>
            <a:ext cx="457424" cy="276999"/>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C00000"/>
                </a:solidFill>
              </a:rPr>
              <a:t>A-F</a:t>
            </a:r>
            <a:endParaRPr lang="zh-CN" altLang="en-US" b="1" dirty="0">
              <a:solidFill>
                <a:srgbClr val="C00000"/>
              </a:solidFill>
            </a:endParaRPr>
          </a:p>
        </p:txBody>
      </p:sp>
      <p:graphicFrame>
        <p:nvGraphicFramePr>
          <p:cNvPr id="30" name="表格 29">
            <a:extLst>
              <a:ext uri="{FF2B5EF4-FFF2-40B4-BE49-F238E27FC236}">
                <a16:creationId xmlns:a16="http://schemas.microsoft.com/office/drawing/2014/main" id="{359765AA-A390-95CA-7EF8-60E9D6225926}"/>
              </a:ext>
            </a:extLst>
          </p:cNvPr>
          <p:cNvGraphicFramePr>
            <a:graphicFrameLocks noGrp="1"/>
          </p:cNvGraphicFramePr>
          <p:nvPr>
            <p:extLst>
              <p:ext uri="{D42A27DB-BD31-4B8C-83A1-F6EECF244321}">
                <p14:modId xmlns:p14="http://schemas.microsoft.com/office/powerpoint/2010/main" val="1789594943"/>
              </p:ext>
            </p:extLst>
          </p:nvPr>
        </p:nvGraphicFramePr>
        <p:xfrm>
          <a:off x="7292196" y="1543924"/>
          <a:ext cx="4319439" cy="370840"/>
        </p:xfrm>
        <a:graphic>
          <a:graphicData uri="http://schemas.openxmlformats.org/drawingml/2006/table">
            <a:tbl>
              <a:tblPr firstRow="1" bandRow="1">
                <a:tableStyleId>{5940675A-B579-460E-94D1-54222C63F5DA}</a:tableStyleId>
              </a:tblPr>
              <a:tblGrid>
                <a:gridCol w="661359">
                  <a:extLst>
                    <a:ext uri="{9D8B030D-6E8A-4147-A177-3AD203B41FA5}">
                      <a16:colId xmlns:a16="http://schemas.microsoft.com/office/drawing/2014/main" val="2433682801"/>
                    </a:ext>
                  </a:extLst>
                </a:gridCol>
                <a:gridCol w="609680">
                  <a:extLst>
                    <a:ext uri="{9D8B030D-6E8A-4147-A177-3AD203B41FA5}">
                      <a16:colId xmlns:a16="http://schemas.microsoft.com/office/drawing/2014/main" val="3727777468"/>
                    </a:ext>
                  </a:extLst>
                </a:gridCol>
                <a:gridCol w="609680">
                  <a:extLst>
                    <a:ext uri="{9D8B030D-6E8A-4147-A177-3AD203B41FA5}">
                      <a16:colId xmlns:a16="http://schemas.microsoft.com/office/drawing/2014/main" val="50537245"/>
                    </a:ext>
                  </a:extLst>
                </a:gridCol>
                <a:gridCol w="609680">
                  <a:extLst>
                    <a:ext uri="{9D8B030D-6E8A-4147-A177-3AD203B41FA5}">
                      <a16:colId xmlns:a16="http://schemas.microsoft.com/office/drawing/2014/main" val="959300783"/>
                    </a:ext>
                  </a:extLst>
                </a:gridCol>
                <a:gridCol w="609680">
                  <a:extLst>
                    <a:ext uri="{9D8B030D-6E8A-4147-A177-3AD203B41FA5}">
                      <a16:colId xmlns:a16="http://schemas.microsoft.com/office/drawing/2014/main" val="2638731864"/>
                    </a:ext>
                  </a:extLst>
                </a:gridCol>
                <a:gridCol w="609680">
                  <a:extLst>
                    <a:ext uri="{9D8B030D-6E8A-4147-A177-3AD203B41FA5}">
                      <a16:colId xmlns:a16="http://schemas.microsoft.com/office/drawing/2014/main" val="3471078806"/>
                    </a:ext>
                  </a:extLst>
                </a:gridCol>
                <a:gridCol w="609680">
                  <a:extLst>
                    <a:ext uri="{9D8B030D-6E8A-4147-A177-3AD203B41FA5}">
                      <a16:colId xmlns:a16="http://schemas.microsoft.com/office/drawing/2014/main" val="1448607798"/>
                    </a:ext>
                  </a:extLst>
                </a:gridCol>
              </a:tblGrid>
              <a:tr h="370840">
                <a:tc>
                  <a:txBody>
                    <a:bodyPr/>
                    <a:lstStyle/>
                    <a:p>
                      <a:pPr algn="r"/>
                      <a:r>
                        <a:rPr lang="en-US" altLang="zh-CN" sz="1800" b="1" dirty="0" err="1"/>
                        <a:t>hpos</a:t>
                      </a:r>
                      <a:endParaRPr lang="en-US" altLang="zh-CN" sz="1800"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8856659"/>
                  </a:ext>
                </a:extLst>
              </a:tr>
            </a:tbl>
          </a:graphicData>
        </a:graphic>
      </p:graphicFrame>
      <p:graphicFrame>
        <p:nvGraphicFramePr>
          <p:cNvPr id="31" name="表格 30">
            <a:extLst>
              <a:ext uri="{FF2B5EF4-FFF2-40B4-BE49-F238E27FC236}">
                <a16:creationId xmlns:a16="http://schemas.microsoft.com/office/drawing/2014/main" id="{E639C424-723C-F078-C23E-83AD3B9EAAF5}"/>
              </a:ext>
            </a:extLst>
          </p:cNvPr>
          <p:cNvGraphicFramePr>
            <a:graphicFrameLocks noGrp="1"/>
          </p:cNvGraphicFramePr>
          <p:nvPr>
            <p:extLst>
              <p:ext uri="{D42A27DB-BD31-4B8C-83A1-F6EECF244321}">
                <p14:modId xmlns:p14="http://schemas.microsoft.com/office/powerpoint/2010/main" val="3758498547"/>
              </p:ext>
            </p:extLst>
          </p:nvPr>
        </p:nvGraphicFramePr>
        <p:xfrm>
          <a:off x="6591301" y="686495"/>
          <a:ext cx="5020334" cy="741680"/>
        </p:xfrm>
        <a:graphic>
          <a:graphicData uri="http://schemas.openxmlformats.org/drawingml/2006/table">
            <a:tbl>
              <a:tblPr firstRow="1" bandRow="1">
                <a:tableStyleId>{5940675A-B579-460E-94D1-54222C63F5DA}</a:tableStyleId>
              </a:tblPr>
              <a:tblGrid>
                <a:gridCol w="1355270">
                  <a:extLst>
                    <a:ext uri="{9D8B030D-6E8A-4147-A177-3AD203B41FA5}">
                      <a16:colId xmlns:a16="http://schemas.microsoft.com/office/drawing/2014/main" val="2433682801"/>
                    </a:ext>
                  </a:extLst>
                </a:gridCol>
                <a:gridCol w="610844">
                  <a:extLst>
                    <a:ext uri="{9D8B030D-6E8A-4147-A177-3AD203B41FA5}">
                      <a16:colId xmlns:a16="http://schemas.microsoft.com/office/drawing/2014/main" val="3727777468"/>
                    </a:ext>
                  </a:extLst>
                </a:gridCol>
                <a:gridCol w="610844">
                  <a:extLst>
                    <a:ext uri="{9D8B030D-6E8A-4147-A177-3AD203B41FA5}">
                      <a16:colId xmlns:a16="http://schemas.microsoft.com/office/drawing/2014/main" val="50537245"/>
                    </a:ext>
                  </a:extLst>
                </a:gridCol>
                <a:gridCol w="610844">
                  <a:extLst>
                    <a:ext uri="{9D8B030D-6E8A-4147-A177-3AD203B41FA5}">
                      <a16:colId xmlns:a16="http://schemas.microsoft.com/office/drawing/2014/main" val="959300783"/>
                    </a:ext>
                  </a:extLst>
                </a:gridCol>
                <a:gridCol w="610844">
                  <a:extLst>
                    <a:ext uri="{9D8B030D-6E8A-4147-A177-3AD203B41FA5}">
                      <a16:colId xmlns:a16="http://schemas.microsoft.com/office/drawing/2014/main" val="2638731864"/>
                    </a:ext>
                  </a:extLst>
                </a:gridCol>
                <a:gridCol w="610844">
                  <a:extLst>
                    <a:ext uri="{9D8B030D-6E8A-4147-A177-3AD203B41FA5}">
                      <a16:colId xmlns:a16="http://schemas.microsoft.com/office/drawing/2014/main" val="3471078806"/>
                    </a:ext>
                  </a:extLst>
                </a:gridCol>
                <a:gridCol w="610844">
                  <a:extLst>
                    <a:ext uri="{9D8B030D-6E8A-4147-A177-3AD203B41FA5}">
                      <a16:colId xmlns:a16="http://schemas.microsoft.com/office/drawing/2014/main" val="1448607798"/>
                    </a:ext>
                  </a:extLst>
                </a:gridCol>
              </a:tblGrid>
              <a:tr h="370840">
                <a:tc>
                  <a:txBody>
                    <a:bodyPr/>
                    <a:lstStyle/>
                    <a:p>
                      <a:pPr algn="l"/>
                      <a:r>
                        <a:rPr lang="zh-CN" altLang="en-US" b="1" dirty="0">
                          <a:solidFill>
                            <a:srgbClr val="333DFF"/>
                          </a:solidFill>
                        </a:rPr>
                        <a:t>小顶堆 </a:t>
                      </a:r>
                      <a:r>
                        <a:rPr lang="en-US" altLang="zh-CN" b="1" dirty="0">
                          <a:solidFill>
                            <a:srgbClr val="333DFF"/>
                          </a:solidFill>
                        </a:rPr>
                        <a:t>H</a:t>
                      </a:r>
                      <a:endParaRPr lang="zh-CN" altLang="en-US" b="1" dirty="0">
                        <a:solidFill>
                          <a:srgbClr val="333DFF"/>
                        </a:solidFill>
                      </a:endParaRPr>
                    </a:p>
                  </a:txBody>
                  <a:tcPr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0070C0"/>
                          </a:solidFill>
                        </a:rPr>
                        <a:t>0</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1</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2</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3</a:t>
                      </a:r>
                      <a:endParaRPr lang="zh-CN" altLang="en-US" sz="1800" b="1" kern="1200" dirty="0">
                        <a:solidFill>
                          <a:srgbClr val="0070C0"/>
                        </a:solidFill>
                        <a:latin typeface="+mn-lt"/>
                        <a:ea typeface="+mn-ea"/>
                        <a:cs typeface="+mn-cs"/>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4</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5</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4440848"/>
                  </a:ext>
                </a:extLst>
              </a:tr>
              <a:tr h="370840">
                <a:tc>
                  <a:txBody>
                    <a:bodyPr/>
                    <a:lstStyle/>
                    <a:p>
                      <a:pPr algn="r"/>
                      <a:r>
                        <a:rPr lang="en-US" altLang="zh-CN" sz="1800" b="1" dirty="0" err="1"/>
                        <a:t>elem</a:t>
                      </a:r>
                      <a:endParaRPr lang="en-US" altLang="zh-CN" sz="1800"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58856659"/>
                  </a:ext>
                </a:extLst>
              </a:tr>
            </a:tbl>
          </a:graphicData>
        </a:graphic>
      </p:graphicFrame>
      <p:cxnSp>
        <p:nvCxnSpPr>
          <p:cNvPr id="33" name="直接连接符 32">
            <a:extLst>
              <a:ext uri="{FF2B5EF4-FFF2-40B4-BE49-F238E27FC236}">
                <a16:creationId xmlns:a16="http://schemas.microsoft.com/office/drawing/2014/main" id="{B94E8971-8319-6A93-1389-FA2D3B379769}"/>
              </a:ext>
            </a:extLst>
          </p:cNvPr>
          <p:cNvCxnSpPr>
            <a:cxnSpLocks/>
          </p:cNvCxnSpPr>
          <p:nvPr/>
        </p:nvCxnSpPr>
        <p:spPr>
          <a:xfrm>
            <a:off x="490624" y="2386963"/>
            <a:ext cx="3661093"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36" name="文本框 35">
            <a:extLst>
              <a:ext uri="{FF2B5EF4-FFF2-40B4-BE49-F238E27FC236}">
                <a16:creationId xmlns:a16="http://schemas.microsoft.com/office/drawing/2014/main" id="{60911275-12B0-CA66-E29A-65969A23C843}"/>
              </a:ext>
            </a:extLst>
          </p:cNvPr>
          <p:cNvSpPr txBox="1"/>
          <p:nvPr/>
        </p:nvSpPr>
        <p:spPr>
          <a:xfrm>
            <a:off x="6428403" y="2834232"/>
            <a:ext cx="1620077" cy="369332"/>
          </a:xfrm>
          <a:prstGeom prst="rect">
            <a:avLst/>
          </a:prstGeom>
          <a:noFill/>
        </p:spPr>
        <p:txBody>
          <a:bodyPr wrap="square">
            <a:spAutoFit/>
          </a:bodyPr>
          <a:lstStyle/>
          <a:p>
            <a:pPr algn="r"/>
            <a:r>
              <a:rPr lang="zh-CN" altLang="en-US" sz="1800" b="1" dirty="0">
                <a:solidFill>
                  <a:srgbClr val="8E0000"/>
                </a:solidFill>
                <a:effectLst>
                  <a:outerShdw blurRad="38100" dist="38100" dir="2700000" algn="tl">
                    <a:srgbClr val="000000">
                      <a:alpha val="43137"/>
                    </a:srgbClr>
                  </a:outerShdw>
                </a:effectLst>
              </a:rPr>
              <a:t>当前最短路径</a:t>
            </a:r>
            <a:r>
              <a:rPr lang="en-US" altLang="zh-CN" sz="1800" b="1" dirty="0">
                <a:solidFill>
                  <a:srgbClr val="8E0000"/>
                </a:solidFill>
                <a:effectLst>
                  <a:outerShdw blurRad="38100" dist="38100" dir="2700000" algn="tl">
                    <a:srgbClr val="000000">
                      <a:alpha val="43137"/>
                    </a:srgbClr>
                  </a:outerShdw>
                </a:effectLst>
              </a:rPr>
              <a:t>:</a:t>
            </a:r>
          </a:p>
        </p:txBody>
      </p:sp>
      <p:cxnSp>
        <p:nvCxnSpPr>
          <p:cNvPr id="37" name="直接连接符 36">
            <a:extLst>
              <a:ext uri="{FF2B5EF4-FFF2-40B4-BE49-F238E27FC236}">
                <a16:creationId xmlns:a16="http://schemas.microsoft.com/office/drawing/2014/main" id="{9D74F2C2-BCA2-6D13-D49A-1B0E7D5C1BBB}"/>
              </a:ext>
            </a:extLst>
          </p:cNvPr>
          <p:cNvCxnSpPr>
            <a:cxnSpLocks/>
          </p:cNvCxnSpPr>
          <p:nvPr/>
        </p:nvCxnSpPr>
        <p:spPr>
          <a:xfrm>
            <a:off x="490623" y="2647637"/>
            <a:ext cx="2956835" cy="14776"/>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9" name="直接连接符 38">
            <a:extLst>
              <a:ext uri="{FF2B5EF4-FFF2-40B4-BE49-F238E27FC236}">
                <a16:creationId xmlns:a16="http://schemas.microsoft.com/office/drawing/2014/main" id="{C65F2FC0-9D6C-EF72-1F4A-52DE9F0C37F5}"/>
              </a:ext>
            </a:extLst>
          </p:cNvPr>
          <p:cNvCxnSpPr>
            <a:cxnSpLocks/>
          </p:cNvCxnSpPr>
          <p:nvPr/>
        </p:nvCxnSpPr>
        <p:spPr>
          <a:xfrm>
            <a:off x="736022" y="4690666"/>
            <a:ext cx="3415695" cy="14776"/>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42" name="文本框 41">
            <a:extLst>
              <a:ext uri="{FF2B5EF4-FFF2-40B4-BE49-F238E27FC236}">
                <a16:creationId xmlns:a16="http://schemas.microsoft.com/office/drawing/2014/main" id="{1D84476D-10C0-68AC-DAD1-5A2E228B2D57}"/>
              </a:ext>
            </a:extLst>
          </p:cNvPr>
          <p:cNvSpPr txBox="1"/>
          <p:nvPr/>
        </p:nvSpPr>
        <p:spPr>
          <a:xfrm>
            <a:off x="5234530" y="3376231"/>
            <a:ext cx="312906" cy="400110"/>
          </a:xfrm>
          <a:prstGeom prst="rect">
            <a:avLst/>
          </a:prstGeom>
          <a:noFill/>
        </p:spPr>
        <p:txBody>
          <a:bodyPr wrap="non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43" name="文本框 42">
            <a:extLst>
              <a:ext uri="{FF2B5EF4-FFF2-40B4-BE49-F238E27FC236}">
                <a16:creationId xmlns:a16="http://schemas.microsoft.com/office/drawing/2014/main" id="{0188A5C7-2DE9-02DE-CC98-29C2230B4B8F}"/>
              </a:ext>
            </a:extLst>
          </p:cNvPr>
          <p:cNvSpPr txBox="1"/>
          <p:nvPr/>
        </p:nvSpPr>
        <p:spPr>
          <a:xfrm>
            <a:off x="8103610" y="2220173"/>
            <a:ext cx="330787" cy="307777"/>
          </a:xfrm>
          <a:prstGeom prst="rect">
            <a:avLst/>
          </a:prstGeom>
          <a:noFill/>
        </p:spPr>
        <p:txBody>
          <a:bodyPr wrap="none" lIns="36000" tIns="0" rIns="36000" bIns="0" rtlCol="0">
            <a:spAutoFit/>
          </a:bodyPr>
          <a:lstStyle/>
          <a:p>
            <a:r>
              <a:rPr lang="en-US" altLang="zh-CN" sz="2000" b="1" dirty="0">
                <a:latin typeface="+mj-ea"/>
                <a:ea typeface="+mj-ea"/>
              </a:rPr>
              <a:t>∞</a:t>
            </a:r>
            <a:endParaRPr lang="zh-CN" altLang="en-US" sz="2000" b="1" dirty="0">
              <a:latin typeface="+mj-ea"/>
              <a:ea typeface="+mj-ea"/>
            </a:endParaRPr>
          </a:p>
        </p:txBody>
      </p:sp>
      <p:sp>
        <p:nvSpPr>
          <p:cNvPr id="44" name="文本框 43">
            <a:extLst>
              <a:ext uri="{FF2B5EF4-FFF2-40B4-BE49-F238E27FC236}">
                <a16:creationId xmlns:a16="http://schemas.microsoft.com/office/drawing/2014/main" id="{8ADCE653-13C4-23EC-14D8-B0D8D7D847AA}"/>
              </a:ext>
            </a:extLst>
          </p:cNvPr>
          <p:cNvSpPr txBox="1"/>
          <p:nvPr/>
        </p:nvSpPr>
        <p:spPr>
          <a:xfrm>
            <a:off x="8122620" y="2523912"/>
            <a:ext cx="265063" cy="276999"/>
          </a:xfrm>
          <a:prstGeom prst="rect">
            <a:avLst/>
          </a:prstGeom>
          <a:noFill/>
        </p:spPr>
        <p:txBody>
          <a:bodyPr wrap="none" lIns="36000" tIns="0" rIns="36000" bIns="0" rtlCol="0">
            <a:spAutoFit/>
          </a:bodyPr>
          <a:lstStyle/>
          <a:p>
            <a:pPr algn="ctr"/>
            <a:r>
              <a:rPr lang="en-US" altLang="zh-CN" b="1" dirty="0">
                <a:solidFill>
                  <a:srgbClr val="0070C0"/>
                </a:solidFill>
              </a:rPr>
              <a:t>-1</a:t>
            </a:r>
            <a:endParaRPr lang="zh-CN" altLang="en-US" b="1" dirty="0">
              <a:solidFill>
                <a:srgbClr val="0070C0"/>
              </a:solidFill>
            </a:endParaRPr>
          </a:p>
        </p:txBody>
      </p:sp>
      <p:sp>
        <p:nvSpPr>
          <p:cNvPr id="45" name="文本框 44">
            <a:extLst>
              <a:ext uri="{FF2B5EF4-FFF2-40B4-BE49-F238E27FC236}">
                <a16:creationId xmlns:a16="http://schemas.microsoft.com/office/drawing/2014/main" id="{16BF425B-7B87-1117-C6AC-7301509E819F}"/>
              </a:ext>
            </a:extLst>
          </p:cNvPr>
          <p:cNvSpPr txBox="1"/>
          <p:nvPr/>
        </p:nvSpPr>
        <p:spPr>
          <a:xfrm>
            <a:off x="9328378" y="2216136"/>
            <a:ext cx="330787" cy="307777"/>
          </a:xfrm>
          <a:prstGeom prst="rect">
            <a:avLst/>
          </a:prstGeom>
          <a:noFill/>
        </p:spPr>
        <p:txBody>
          <a:bodyPr wrap="none" lIns="36000" tIns="0" rIns="36000" bIns="0" rtlCol="0">
            <a:spAutoFit/>
          </a:bodyPr>
          <a:lstStyle/>
          <a:p>
            <a:r>
              <a:rPr lang="en-US" altLang="zh-CN" sz="2000" b="1" dirty="0">
                <a:latin typeface="+mj-ea"/>
                <a:ea typeface="+mj-ea"/>
              </a:rPr>
              <a:t>∞</a:t>
            </a:r>
            <a:endParaRPr lang="zh-CN" altLang="en-US" sz="2000" b="1" dirty="0">
              <a:latin typeface="+mj-ea"/>
              <a:ea typeface="+mj-ea"/>
            </a:endParaRPr>
          </a:p>
        </p:txBody>
      </p:sp>
      <p:sp>
        <p:nvSpPr>
          <p:cNvPr id="46" name="文本框 45">
            <a:extLst>
              <a:ext uri="{FF2B5EF4-FFF2-40B4-BE49-F238E27FC236}">
                <a16:creationId xmlns:a16="http://schemas.microsoft.com/office/drawing/2014/main" id="{7253D8F2-1E6B-F39B-639B-6A29C90F38E3}"/>
              </a:ext>
            </a:extLst>
          </p:cNvPr>
          <p:cNvSpPr txBox="1"/>
          <p:nvPr/>
        </p:nvSpPr>
        <p:spPr>
          <a:xfrm>
            <a:off x="9347148" y="2523913"/>
            <a:ext cx="265063" cy="276999"/>
          </a:xfrm>
          <a:prstGeom prst="rect">
            <a:avLst/>
          </a:prstGeom>
          <a:noFill/>
        </p:spPr>
        <p:txBody>
          <a:bodyPr wrap="none" lIns="36000" tIns="0" rIns="36000" bIns="0" rtlCol="0">
            <a:spAutoFit/>
          </a:bodyPr>
          <a:lstStyle/>
          <a:p>
            <a:pPr algn="ctr"/>
            <a:r>
              <a:rPr lang="en-US" altLang="zh-CN" b="1" dirty="0">
                <a:solidFill>
                  <a:srgbClr val="0070C0"/>
                </a:solidFill>
              </a:rPr>
              <a:t>-1</a:t>
            </a:r>
            <a:endParaRPr lang="zh-CN" altLang="en-US" b="1" dirty="0">
              <a:solidFill>
                <a:srgbClr val="0070C0"/>
              </a:solidFill>
            </a:endParaRPr>
          </a:p>
        </p:txBody>
      </p:sp>
      <p:sp>
        <p:nvSpPr>
          <p:cNvPr id="47" name="文本框 46">
            <a:extLst>
              <a:ext uri="{FF2B5EF4-FFF2-40B4-BE49-F238E27FC236}">
                <a16:creationId xmlns:a16="http://schemas.microsoft.com/office/drawing/2014/main" id="{9E237B74-27E3-D61E-C9A8-37D792E0EF1A}"/>
              </a:ext>
            </a:extLst>
          </p:cNvPr>
          <p:cNvSpPr txBox="1"/>
          <p:nvPr/>
        </p:nvSpPr>
        <p:spPr>
          <a:xfrm>
            <a:off x="10564911" y="2221273"/>
            <a:ext cx="330787" cy="307777"/>
          </a:xfrm>
          <a:prstGeom prst="rect">
            <a:avLst/>
          </a:prstGeom>
          <a:noFill/>
        </p:spPr>
        <p:txBody>
          <a:bodyPr wrap="none" lIns="36000" tIns="0" rIns="36000" bIns="0" rtlCol="0">
            <a:spAutoFit/>
          </a:bodyPr>
          <a:lstStyle/>
          <a:p>
            <a:r>
              <a:rPr lang="en-US" altLang="zh-CN" sz="2000" b="1" dirty="0">
                <a:latin typeface="+mj-ea"/>
                <a:ea typeface="+mj-ea"/>
              </a:rPr>
              <a:t>∞</a:t>
            </a:r>
            <a:endParaRPr lang="zh-CN" altLang="en-US" sz="2000" b="1" dirty="0">
              <a:latin typeface="+mj-ea"/>
              <a:ea typeface="+mj-ea"/>
            </a:endParaRPr>
          </a:p>
        </p:txBody>
      </p:sp>
      <p:sp>
        <p:nvSpPr>
          <p:cNvPr id="48" name="文本框 47">
            <a:extLst>
              <a:ext uri="{FF2B5EF4-FFF2-40B4-BE49-F238E27FC236}">
                <a16:creationId xmlns:a16="http://schemas.microsoft.com/office/drawing/2014/main" id="{7AB2F548-5BD6-0736-67C1-1038B9BE69BA}"/>
              </a:ext>
            </a:extLst>
          </p:cNvPr>
          <p:cNvSpPr txBox="1"/>
          <p:nvPr/>
        </p:nvSpPr>
        <p:spPr>
          <a:xfrm>
            <a:off x="10583681" y="2529050"/>
            <a:ext cx="265063" cy="276999"/>
          </a:xfrm>
          <a:prstGeom prst="rect">
            <a:avLst/>
          </a:prstGeom>
          <a:noFill/>
          <a:ln>
            <a:noFill/>
          </a:ln>
        </p:spPr>
        <p:txBody>
          <a:bodyPr wrap="none" lIns="36000" tIns="0" rIns="36000" bIns="0" rtlCol="0">
            <a:spAutoFit/>
          </a:bodyPr>
          <a:lstStyle/>
          <a:p>
            <a:pPr algn="ctr"/>
            <a:r>
              <a:rPr lang="en-US" altLang="zh-CN" b="1" dirty="0">
                <a:solidFill>
                  <a:srgbClr val="0070C0"/>
                </a:solidFill>
              </a:rPr>
              <a:t>-1</a:t>
            </a:r>
            <a:endParaRPr lang="zh-CN" altLang="en-US" b="1" dirty="0">
              <a:solidFill>
                <a:srgbClr val="0070C0"/>
              </a:solidFill>
            </a:endParaRPr>
          </a:p>
        </p:txBody>
      </p:sp>
      <p:sp>
        <p:nvSpPr>
          <p:cNvPr id="49" name="文本框 48">
            <a:extLst>
              <a:ext uri="{FF2B5EF4-FFF2-40B4-BE49-F238E27FC236}">
                <a16:creationId xmlns:a16="http://schemas.microsoft.com/office/drawing/2014/main" id="{361BB813-5EF4-61C4-4E36-D9F414F7F999}"/>
              </a:ext>
            </a:extLst>
          </p:cNvPr>
          <p:cNvSpPr txBox="1"/>
          <p:nvPr/>
        </p:nvSpPr>
        <p:spPr>
          <a:xfrm>
            <a:off x="11153058" y="2225616"/>
            <a:ext cx="330787" cy="307777"/>
          </a:xfrm>
          <a:prstGeom prst="rect">
            <a:avLst/>
          </a:prstGeom>
          <a:noFill/>
        </p:spPr>
        <p:txBody>
          <a:bodyPr wrap="none" lIns="36000" tIns="0" rIns="36000" bIns="0" rtlCol="0">
            <a:spAutoFit/>
          </a:bodyPr>
          <a:lstStyle/>
          <a:p>
            <a:r>
              <a:rPr lang="en-US" altLang="zh-CN" sz="2000" b="1" dirty="0">
                <a:latin typeface="+mj-ea"/>
                <a:ea typeface="+mj-ea"/>
              </a:rPr>
              <a:t>∞</a:t>
            </a:r>
            <a:endParaRPr lang="zh-CN" altLang="en-US" sz="2000" b="1" dirty="0">
              <a:latin typeface="+mj-ea"/>
              <a:ea typeface="+mj-ea"/>
            </a:endParaRPr>
          </a:p>
        </p:txBody>
      </p:sp>
      <p:sp>
        <p:nvSpPr>
          <p:cNvPr id="50" name="文本框 49">
            <a:extLst>
              <a:ext uri="{FF2B5EF4-FFF2-40B4-BE49-F238E27FC236}">
                <a16:creationId xmlns:a16="http://schemas.microsoft.com/office/drawing/2014/main" id="{52A5C35E-53D0-4025-7DCB-5A070F137179}"/>
              </a:ext>
            </a:extLst>
          </p:cNvPr>
          <p:cNvSpPr txBox="1"/>
          <p:nvPr/>
        </p:nvSpPr>
        <p:spPr>
          <a:xfrm>
            <a:off x="11171828" y="2533393"/>
            <a:ext cx="265063" cy="276999"/>
          </a:xfrm>
          <a:prstGeom prst="rect">
            <a:avLst/>
          </a:prstGeom>
          <a:noFill/>
        </p:spPr>
        <p:txBody>
          <a:bodyPr wrap="none" lIns="36000" tIns="0" rIns="36000" bIns="0" rtlCol="0">
            <a:spAutoFit/>
          </a:bodyPr>
          <a:lstStyle/>
          <a:p>
            <a:pPr algn="ctr"/>
            <a:r>
              <a:rPr lang="en-US" altLang="zh-CN" b="1" dirty="0">
                <a:solidFill>
                  <a:srgbClr val="0070C0"/>
                </a:solidFill>
              </a:rPr>
              <a:t>-1</a:t>
            </a:r>
            <a:endParaRPr lang="zh-CN" altLang="en-US" b="1" dirty="0">
              <a:solidFill>
                <a:srgbClr val="0070C0"/>
              </a:solidFill>
            </a:endParaRPr>
          </a:p>
        </p:txBody>
      </p:sp>
      <p:sp>
        <p:nvSpPr>
          <p:cNvPr id="55" name="矩形: 圆角 54">
            <a:extLst>
              <a:ext uri="{FF2B5EF4-FFF2-40B4-BE49-F238E27FC236}">
                <a16:creationId xmlns:a16="http://schemas.microsoft.com/office/drawing/2014/main" id="{649F9F7E-D5B2-1566-A0C2-D45EBACF453B}"/>
              </a:ext>
            </a:extLst>
          </p:cNvPr>
          <p:cNvSpPr/>
          <p:nvPr/>
        </p:nvSpPr>
        <p:spPr>
          <a:xfrm>
            <a:off x="8651210" y="1914764"/>
            <a:ext cx="453476" cy="919468"/>
          </a:xfrm>
          <a:prstGeom prst="roundRect">
            <a:avLst/>
          </a:prstGeom>
          <a:noFill/>
          <a:ln w="5715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1F8164CE-F9C0-0376-9AB1-FF4443B8AC9C}"/>
              </a:ext>
            </a:extLst>
          </p:cNvPr>
          <p:cNvSpPr txBox="1"/>
          <p:nvPr/>
        </p:nvSpPr>
        <p:spPr>
          <a:xfrm>
            <a:off x="8793291" y="1061081"/>
            <a:ext cx="141064" cy="338554"/>
          </a:xfrm>
          <a:prstGeom prst="rect">
            <a:avLst/>
          </a:prstGeom>
          <a:noFill/>
        </p:spPr>
        <p:txBody>
          <a:bodyPr wrap="none" lIns="0" tIns="0" rIns="0" bIns="0" rtlCol="0">
            <a:spAutoFit/>
          </a:bodyPr>
          <a:lstStyle/>
          <a:p>
            <a:r>
              <a:rPr lang="en-US" altLang="zh-CN" sz="2200" b="1" dirty="0">
                <a:solidFill>
                  <a:srgbClr val="C00000"/>
                </a:solidFill>
              </a:rPr>
              <a:t>1</a:t>
            </a:r>
            <a:endParaRPr lang="zh-CN" altLang="en-US" sz="2200" b="1" dirty="0">
              <a:solidFill>
                <a:srgbClr val="C00000"/>
              </a:solidFill>
            </a:endParaRPr>
          </a:p>
        </p:txBody>
      </p:sp>
      <p:sp>
        <p:nvSpPr>
          <p:cNvPr id="57" name="矩形: 圆角 56">
            <a:extLst>
              <a:ext uri="{FF2B5EF4-FFF2-40B4-BE49-F238E27FC236}">
                <a16:creationId xmlns:a16="http://schemas.microsoft.com/office/drawing/2014/main" id="{C61E9669-1B9C-6880-EEAD-A0E4DC65ADD5}"/>
              </a:ext>
            </a:extLst>
          </p:cNvPr>
          <p:cNvSpPr/>
          <p:nvPr/>
        </p:nvSpPr>
        <p:spPr>
          <a:xfrm>
            <a:off x="9269025" y="1914764"/>
            <a:ext cx="453476" cy="919468"/>
          </a:xfrm>
          <a:prstGeom prst="roundRect">
            <a:avLst/>
          </a:prstGeom>
          <a:noFill/>
          <a:ln w="5715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FFFA90AF-5F81-FBD6-F691-4F38DF9AAC4A}"/>
              </a:ext>
            </a:extLst>
          </p:cNvPr>
          <p:cNvSpPr txBox="1"/>
          <p:nvPr/>
        </p:nvSpPr>
        <p:spPr>
          <a:xfrm>
            <a:off x="9411106" y="1061081"/>
            <a:ext cx="141064" cy="338554"/>
          </a:xfrm>
          <a:prstGeom prst="rect">
            <a:avLst/>
          </a:prstGeom>
          <a:noFill/>
        </p:spPr>
        <p:txBody>
          <a:bodyPr wrap="none" lIns="0" tIns="0" rIns="0" bIns="0" rtlCol="0">
            <a:spAutoFit/>
          </a:bodyPr>
          <a:lstStyle/>
          <a:p>
            <a:r>
              <a:rPr lang="en-US" altLang="zh-CN" sz="2200" b="1" dirty="0">
                <a:solidFill>
                  <a:srgbClr val="C00000"/>
                </a:solidFill>
              </a:rPr>
              <a:t>2</a:t>
            </a:r>
            <a:endParaRPr lang="zh-CN" altLang="en-US" sz="2200" b="1" dirty="0">
              <a:solidFill>
                <a:srgbClr val="C00000"/>
              </a:solidFill>
            </a:endParaRPr>
          </a:p>
        </p:txBody>
      </p:sp>
      <p:sp>
        <p:nvSpPr>
          <p:cNvPr id="59" name="矩形: 圆角 58">
            <a:extLst>
              <a:ext uri="{FF2B5EF4-FFF2-40B4-BE49-F238E27FC236}">
                <a16:creationId xmlns:a16="http://schemas.microsoft.com/office/drawing/2014/main" id="{7C431B41-135A-38A6-A58F-9785E24E7285}"/>
              </a:ext>
            </a:extLst>
          </p:cNvPr>
          <p:cNvSpPr/>
          <p:nvPr/>
        </p:nvSpPr>
        <p:spPr>
          <a:xfrm>
            <a:off x="9854075" y="1914764"/>
            <a:ext cx="453476" cy="919468"/>
          </a:xfrm>
          <a:prstGeom prst="roundRect">
            <a:avLst/>
          </a:prstGeom>
          <a:noFill/>
          <a:ln w="5715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9574845D-F116-2D3E-36D3-7D8079748D74}"/>
              </a:ext>
            </a:extLst>
          </p:cNvPr>
          <p:cNvSpPr txBox="1"/>
          <p:nvPr/>
        </p:nvSpPr>
        <p:spPr>
          <a:xfrm>
            <a:off x="10023531" y="1061081"/>
            <a:ext cx="141064" cy="338554"/>
          </a:xfrm>
          <a:prstGeom prst="rect">
            <a:avLst/>
          </a:prstGeom>
          <a:noFill/>
        </p:spPr>
        <p:txBody>
          <a:bodyPr wrap="none" lIns="0" tIns="0" rIns="0" bIns="0" rtlCol="0">
            <a:spAutoFit/>
          </a:bodyPr>
          <a:lstStyle/>
          <a:p>
            <a:r>
              <a:rPr lang="en-US" altLang="zh-CN" sz="2200" b="1" dirty="0">
                <a:solidFill>
                  <a:srgbClr val="C00000"/>
                </a:solidFill>
              </a:rPr>
              <a:t>3</a:t>
            </a:r>
            <a:endParaRPr lang="zh-CN" altLang="en-US" sz="2200" b="1" dirty="0">
              <a:solidFill>
                <a:srgbClr val="C00000"/>
              </a:solidFill>
            </a:endParaRPr>
          </a:p>
        </p:txBody>
      </p:sp>
      <p:sp>
        <p:nvSpPr>
          <p:cNvPr id="61" name="矩形: 圆角 60">
            <a:extLst>
              <a:ext uri="{FF2B5EF4-FFF2-40B4-BE49-F238E27FC236}">
                <a16:creationId xmlns:a16="http://schemas.microsoft.com/office/drawing/2014/main" id="{232FDAC9-2B2B-95B3-5B6F-1E9F44E8B21F}"/>
              </a:ext>
            </a:extLst>
          </p:cNvPr>
          <p:cNvSpPr/>
          <p:nvPr/>
        </p:nvSpPr>
        <p:spPr>
          <a:xfrm>
            <a:off x="10439125" y="1914764"/>
            <a:ext cx="453476" cy="919468"/>
          </a:xfrm>
          <a:prstGeom prst="roundRect">
            <a:avLst/>
          </a:prstGeom>
          <a:noFill/>
          <a:ln w="5715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399C472F-7A0F-C277-20C3-2E048516B032}"/>
              </a:ext>
            </a:extLst>
          </p:cNvPr>
          <p:cNvSpPr txBox="1"/>
          <p:nvPr/>
        </p:nvSpPr>
        <p:spPr>
          <a:xfrm>
            <a:off x="10608581" y="1061081"/>
            <a:ext cx="141064" cy="338554"/>
          </a:xfrm>
          <a:prstGeom prst="rect">
            <a:avLst/>
          </a:prstGeom>
          <a:noFill/>
        </p:spPr>
        <p:txBody>
          <a:bodyPr wrap="none" lIns="0" tIns="0" rIns="0" bIns="0" rtlCol="0">
            <a:spAutoFit/>
          </a:bodyPr>
          <a:lstStyle/>
          <a:p>
            <a:r>
              <a:rPr lang="en-US" altLang="zh-CN" sz="2200" b="1" dirty="0">
                <a:solidFill>
                  <a:srgbClr val="C00000"/>
                </a:solidFill>
              </a:rPr>
              <a:t>4</a:t>
            </a:r>
            <a:endParaRPr lang="zh-CN" altLang="en-US" sz="2200" b="1" dirty="0">
              <a:solidFill>
                <a:srgbClr val="C00000"/>
              </a:solidFill>
            </a:endParaRPr>
          </a:p>
        </p:txBody>
      </p:sp>
      <p:sp>
        <p:nvSpPr>
          <p:cNvPr id="63" name="矩形: 圆角 62">
            <a:extLst>
              <a:ext uri="{FF2B5EF4-FFF2-40B4-BE49-F238E27FC236}">
                <a16:creationId xmlns:a16="http://schemas.microsoft.com/office/drawing/2014/main" id="{228E7AF8-EDDB-6B3B-C366-71C8FD8253A8}"/>
              </a:ext>
            </a:extLst>
          </p:cNvPr>
          <p:cNvSpPr/>
          <p:nvPr/>
        </p:nvSpPr>
        <p:spPr>
          <a:xfrm>
            <a:off x="11067333" y="1899704"/>
            <a:ext cx="453476" cy="919468"/>
          </a:xfrm>
          <a:prstGeom prst="roundRect">
            <a:avLst/>
          </a:prstGeom>
          <a:noFill/>
          <a:ln w="5715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9D919399-45D7-FC22-CD30-2A1CD60D3E44}"/>
              </a:ext>
            </a:extLst>
          </p:cNvPr>
          <p:cNvSpPr txBox="1"/>
          <p:nvPr/>
        </p:nvSpPr>
        <p:spPr>
          <a:xfrm>
            <a:off x="11236789" y="1062350"/>
            <a:ext cx="141064" cy="338554"/>
          </a:xfrm>
          <a:prstGeom prst="rect">
            <a:avLst/>
          </a:prstGeom>
          <a:noFill/>
        </p:spPr>
        <p:txBody>
          <a:bodyPr wrap="none" lIns="0" tIns="0" rIns="0" bIns="0" rtlCol="0">
            <a:spAutoFit/>
          </a:bodyPr>
          <a:lstStyle/>
          <a:p>
            <a:r>
              <a:rPr lang="en-US" altLang="zh-CN" sz="2200" b="1" dirty="0">
                <a:solidFill>
                  <a:srgbClr val="C00000"/>
                </a:solidFill>
              </a:rPr>
              <a:t>5</a:t>
            </a:r>
            <a:endParaRPr lang="zh-CN" altLang="en-US" sz="2200" b="1" dirty="0">
              <a:solidFill>
                <a:srgbClr val="C00000"/>
              </a:solidFill>
            </a:endParaRPr>
          </a:p>
        </p:txBody>
      </p:sp>
      <p:sp>
        <p:nvSpPr>
          <p:cNvPr id="65" name="文本框 64">
            <a:extLst>
              <a:ext uri="{FF2B5EF4-FFF2-40B4-BE49-F238E27FC236}">
                <a16:creationId xmlns:a16="http://schemas.microsoft.com/office/drawing/2014/main" id="{A82D3243-7BFF-EF48-251A-FA3AED229ACC}"/>
              </a:ext>
            </a:extLst>
          </p:cNvPr>
          <p:cNvSpPr txBox="1"/>
          <p:nvPr/>
        </p:nvSpPr>
        <p:spPr>
          <a:xfrm>
            <a:off x="8793291" y="1543924"/>
            <a:ext cx="141064" cy="338554"/>
          </a:xfrm>
          <a:prstGeom prst="rect">
            <a:avLst/>
          </a:prstGeom>
          <a:noFill/>
        </p:spPr>
        <p:txBody>
          <a:bodyPr wrap="none" lIns="0" tIns="0" rIns="0" bIns="0" rtlCol="0">
            <a:spAutoFit/>
          </a:bodyPr>
          <a:lstStyle/>
          <a:p>
            <a:r>
              <a:rPr lang="en-US" altLang="zh-CN" sz="2200" b="1" dirty="0">
                <a:solidFill>
                  <a:srgbClr val="C00000"/>
                </a:solidFill>
              </a:rPr>
              <a:t>1</a:t>
            </a:r>
            <a:endParaRPr lang="zh-CN" altLang="en-US" sz="2200" b="1" dirty="0">
              <a:solidFill>
                <a:srgbClr val="C00000"/>
              </a:solidFill>
            </a:endParaRPr>
          </a:p>
        </p:txBody>
      </p:sp>
      <p:sp>
        <p:nvSpPr>
          <p:cNvPr id="66" name="文本框 65">
            <a:extLst>
              <a:ext uri="{FF2B5EF4-FFF2-40B4-BE49-F238E27FC236}">
                <a16:creationId xmlns:a16="http://schemas.microsoft.com/office/drawing/2014/main" id="{558BDFDB-CD15-C752-D220-30AB58F802D8}"/>
              </a:ext>
            </a:extLst>
          </p:cNvPr>
          <p:cNvSpPr txBox="1"/>
          <p:nvPr/>
        </p:nvSpPr>
        <p:spPr>
          <a:xfrm>
            <a:off x="9394197" y="1543610"/>
            <a:ext cx="141064" cy="338554"/>
          </a:xfrm>
          <a:prstGeom prst="rect">
            <a:avLst/>
          </a:prstGeom>
          <a:noFill/>
        </p:spPr>
        <p:txBody>
          <a:bodyPr wrap="none" lIns="0" tIns="0" rIns="0" bIns="0" rtlCol="0">
            <a:spAutoFit/>
          </a:bodyPr>
          <a:lstStyle/>
          <a:p>
            <a:r>
              <a:rPr lang="en-US" altLang="zh-CN" sz="2200" b="1" dirty="0">
                <a:solidFill>
                  <a:srgbClr val="C00000"/>
                </a:solidFill>
              </a:rPr>
              <a:t>2</a:t>
            </a:r>
            <a:endParaRPr lang="zh-CN" altLang="en-US" sz="2200" b="1" dirty="0">
              <a:solidFill>
                <a:srgbClr val="C00000"/>
              </a:solidFill>
            </a:endParaRPr>
          </a:p>
        </p:txBody>
      </p:sp>
      <p:sp>
        <p:nvSpPr>
          <p:cNvPr id="67" name="文本框 66">
            <a:extLst>
              <a:ext uri="{FF2B5EF4-FFF2-40B4-BE49-F238E27FC236}">
                <a16:creationId xmlns:a16="http://schemas.microsoft.com/office/drawing/2014/main" id="{A07D00DA-66EA-C6DF-AE94-241DCB22BE85}"/>
              </a:ext>
            </a:extLst>
          </p:cNvPr>
          <p:cNvSpPr txBox="1"/>
          <p:nvPr/>
        </p:nvSpPr>
        <p:spPr>
          <a:xfrm>
            <a:off x="10015533" y="1548027"/>
            <a:ext cx="141064" cy="338554"/>
          </a:xfrm>
          <a:prstGeom prst="rect">
            <a:avLst/>
          </a:prstGeom>
          <a:noFill/>
        </p:spPr>
        <p:txBody>
          <a:bodyPr wrap="none" lIns="0" tIns="0" rIns="0" bIns="0" rtlCol="0">
            <a:spAutoFit/>
          </a:bodyPr>
          <a:lstStyle/>
          <a:p>
            <a:r>
              <a:rPr lang="en-US" altLang="zh-CN" sz="2200" b="1" dirty="0">
                <a:solidFill>
                  <a:srgbClr val="C00000"/>
                </a:solidFill>
              </a:rPr>
              <a:t>3</a:t>
            </a:r>
            <a:endParaRPr lang="zh-CN" altLang="en-US" sz="2200" b="1" dirty="0">
              <a:solidFill>
                <a:srgbClr val="C00000"/>
              </a:solidFill>
            </a:endParaRPr>
          </a:p>
        </p:txBody>
      </p:sp>
      <p:sp>
        <p:nvSpPr>
          <p:cNvPr id="68" name="文本框 67">
            <a:extLst>
              <a:ext uri="{FF2B5EF4-FFF2-40B4-BE49-F238E27FC236}">
                <a16:creationId xmlns:a16="http://schemas.microsoft.com/office/drawing/2014/main" id="{B1A60E2F-C609-40FE-1D8A-D0AF12CE3713}"/>
              </a:ext>
            </a:extLst>
          </p:cNvPr>
          <p:cNvSpPr txBox="1"/>
          <p:nvPr/>
        </p:nvSpPr>
        <p:spPr>
          <a:xfrm>
            <a:off x="10600583" y="1548027"/>
            <a:ext cx="141064" cy="338554"/>
          </a:xfrm>
          <a:prstGeom prst="rect">
            <a:avLst/>
          </a:prstGeom>
          <a:noFill/>
        </p:spPr>
        <p:txBody>
          <a:bodyPr wrap="none" lIns="0" tIns="0" rIns="0" bIns="0" rtlCol="0">
            <a:spAutoFit/>
          </a:bodyPr>
          <a:lstStyle/>
          <a:p>
            <a:r>
              <a:rPr lang="en-US" altLang="zh-CN" sz="2200" b="1" dirty="0">
                <a:solidFill>
                  <a:srgbClr val="C00000"/>
                </a:solidFill>
              </a:rPr>
              <a:t>4</a:t>
            </a:r>
            <a:endParaRPr lang="zh-CN" altLang="en-US" sz="2200" b="1" dirty="0">
              <a:solidFill>
                <a:srgbClr val="C00000"/>
              </a:solidFill>
            </a:endParaRPr>
          </a:p>
        </p:txBody>
      </p:sp>
      <p:sp>
        <p:nvSpPr>
          <p:cNvPr id="69" name="文本框 68">
            <a:extLst>
              <a:ext uri="{FF2B5EF4-FFF2-40B4-BE49-F238E27FC236}">
                <a16:creationId xmlns:a16="http://schemas.microsoft.com/office/drawing/2014/main" id="{DF0FBA78-1585-EA8A-2DD3-71A6536641DF}"/>
              </a:ext>
            </a:extLst>
          </p:cNvPr>
          <p:cNvSpPr txBox="1"/>
          <p:nvPr/>
        </p:nvSpPr>
        <p:spPr>
          <a:xfrm>
            <a:off x="11228791" y="1549296"/>
            <a:ext cx="141064" cy="338554"/>
          </a:xfrm>
          <a:prstGeom prst="rect">
            <a:avLst/>
          </a:prstGeom>
          <a:noFill/>
        </p:spPr>
        <p:txBody>
          <a:bodyPr wrap="none" lIns="0" tIns="0" rIns="0" bIns="0" rtlCol="0">
            <a:spAutoFit/>
          </a:bodyPr>
          <a:lstStyle/>
          <a:p>
            <a:r>
              <a:rPr lang="en-US" altLang="zh-CN" sz="2200" b="1" dirty="0">
                <a:solidFill>
                  <a:srgbClr val="C00000"/>
                </a:solidFill>
              </a:rPr>
              <a:t>5</a:t>
            </a:r>
            <a:endParaRPr lang="zh-CN" altLang="en-US" sz="2200" b="1" dirty="0">
              <a:solidFill>
                <a:srgbClr val="C00000"/>
              </a:solidFill>
            </a:endParaRPr>
          </a:p>
        </p:txBody>
      </p:sp>
      <p:sp>
        <p:nvSpPr>
          <p:cNvPr id="70" name="文本框 69">
            <a:extLst>
              <a:ext uri="{FF2B5EF4-FFF2-40B4-BE49-F238E27FC236}">
                <a16:creationId xmlns:a16="http://schemas.microsoft.com/office/drawing/2014/main" id="{333D2575-D313-B677-4BB1-D86B741DDC12}"/>
              </a:ext>
            </a:extLst>
          </p:cNvPr>
          <p:cNvSpPr txBox="1"/>
          <p:nvPr/>
        </p:nvSpPr>
        <p:spPr>
          <a:xfrm>
            <a:off x="5801145" y="3417665"/>
            <a:ext cx="2908168" cy="369332"/>
          </a:xfrm>
          <a:prstGeom prst="rect">
            <a:avLst/>
          </a:prstGeom>
          <a:noFill/>
        </p:spPr>
        <p:txBody>
          <a:bodyPr wrap="none" rtlCol="0">
            <a:spAutoFit/>
          </a:bodyPr>
          <a:lstStyle/>
          <a:p>
            <a:r>
              <a:rPr lang="zh-CN" altLang="en-US" b="1" dirty="0">
                <a:solidFill>
                  <a:srgbClr val="C00000"/>
                </a:solidFill>
                <a:effectLst>
                  <a:outerShdw blurRad="38100" dist="38100" dir="2700000" algn="tl">
                    <a:srgbClr val="000000">
                      <a:alpha val="43137"/>
                    </a:srgbClr>
                  </a:outerShdw>
                </a:effectLst>
              </a:rPr>
              <a:t>求</a:t>
            </a:r>
            <a:r>
              <a:rPr lang="en-US" altLang="zh-CN" b="1" dirty="0">
                <a:solidFill>
                  <a:srgbClr val="C00000"/>
                </a:solidFill>
                <a:effectLst>
                  <a:outerShdw blurRad="38100" dist="38100" dir="2700000" algn="tl">
                    <a:srgbClr val="000000">
                      <a:alpha val="43137"/>
                    </a:srgbClr>
                  </a:outerShdw>
                </a:effectLst>
              </a:rPr>
              <a:t>A</a:t>
            </a:r>
            <a:r>
              <a:rPr lang="zh-CN" altLang="en-US" b="1" dirty="0">
                <a:solidFill>
                  <a:srgbClr val="C00000"/>
                </a:solidFill>
                <a:effectLst>
                  <a:outerShdw blurRad="38100" dist="38100" dir="2700000" algn="tl">
                    <a:srgbClr val="000000">
                      <a:alpha val="43137"/>
                    </a:srgbClr>
                  </a:outerShdw>
                </a:effectLst>
              </a:rPr>
              <a:t>到其余顶点的最短路径</a:t>
            </a:r>
          </a:p>
        </p:txBody>
      </p:sp>
      <p:cxnSp>
        <p:nvCxnSpPr>
          <p:cNvPr id="72" name="直接连接符 71">
            <a:extLst>
              <a:ext uri="{FF2B5EF4-FFF2-40B4-BE49-F238E27FC236}">
                <a16:creationId xmlns:a16="http://schemas.microsoft.com/office/drawing/2014/main" id="{6716B40A-959B-0FE0-9A71-96210CAE4626}"/>
              </a:ext>
            </a:extLst>
          </p:cNvPr>
          <p:cNvCxnSpPr>
            <a:endCxn id="42" idx="3"/>
          </p:cNvCxnSpPr>
          <p:nvPr/>
        </p:nvCxnSpPr>
        <p:spPr>
          <a:xfrm flipH="1" flipV="1">
            <a:off x="5547436" y="3576286"/>
            <a:ext cx="385278" cy="2604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790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10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1000"/>
                                        <p:tgtEl>
                                          <p:spTgt spid="13"/>
                                        </p:tgtEl>
                                      </p:cBhvr>
                                    </p:animEffect>
                                    <p:anim calcmode="lin" valueType="num">
                                      <p:cBhvr>
                                        <p:cTn id="17" dur="1000" fill="hold"/>
                                        <p:tgtEl>
                                          <p:spTgt spid="13"/>
                                        </p:tgtEl>
                                        <p:attrNameLst>
                                          <p:attrName>ppt_x</p:attrName>
                                        </p:attrNameLst>
                                      </p:cBhvr>
                                      <p:tavLst>
                                        <p:tav tm="0">
                                          <p:val>
                                            <p:strVal val="#ppt_x"/>
                                          </p:val>
                                        </p:tav>
                                        <p:tav tm="100000">
                                          <p:val>
                                            <p:strVal val="#ppt_x"/>
                                          </p:val>
                                        </p:tav>
                                      </p:tavLst>
                                    </p:anim>
                                    <p:anim calcmode="lin" valueType="num">
                                      <p:cBhvr>
                                        <p:cTn id="18" dur="1000" fill="hold"/>
                                        <p:tgtEl>
                                          <p:spTgt spid="13"/>
                                        </p:tgtEl>
                                        <p:attrNameLst>
                                          <p:attrName>ppt_y</p:attrName>
                                        </p:attrNameLst>
                                      </p:cBhvr>
                                      <p:tavLst>
                                        <p:tav tm="0">
                                          <p:val>
                                            <p:strVal val="#ppt_y-.1"/>
                                          </p:val>
                                        </p:tav>
                                        <p:tav tm="100000">
                                          <p:val>
                                            <p:strVal val="#ppt_y"/>
                                          </p:val>
                                        </p:tav>
                                      </p:tavLst>
                                    </p:anim>
                                  </p:childTnLst>
                                </p:cTn>
                              </p:par>
                            </p:childTnLst>
                          </p:cTn>
                        </p:par>
                        <p:par>
                          <p:cTn id="19" fill="hold">
                            <p:stCondLst>
                              <p:cond delay="1000"/>
                            </p:stCondLst>
                            <p:childTnLst>
                              <p:par>
                                <p:cTn id="20" presetID="22" presetClass="exit" presetSubtype="1" fill="hold" nodeType="afterEffect">
                                  <p:stCondLst>
                                    <p:cond delay="0"/>
                                  </p:stCondLst>
                                  <p:childTnLst>
                                    <p:animEffect transition="out" filter="wipe(up)">
                                      <p:cBhvr>
                                        <p:cTn id="21" dur="500"/>
                                        <p:tgtEl>
                                          <p:spTgt spid="33"/>
                                        </p:tgtEl>
                                      </p:cBhvr>
                                    </p:animEffect>
                                    <p:set>
                                      <p:cBhvr>
                                        <p:cTn id="22" dur="1" fill="hold">
                                          <p:stCondLst>
                                            <p:cond delay="499"/>
                                          </p:stCondLst>
                                        </p:cTn>
                                        <p:tgtEl>
                                          <p:spTgt spid="33"/>
                                        </p:tgtEl>
                                        <p:attrNameLst>
                                          <p:attrName>style.visibility</p:attrName>
                                        </p:attrNameLst>
                                      </p:cBhvr>
                                      <p:to>
                                        <p:strVal val="hidden"/>
                                      </p:to>
                                    </p:set>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10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1000"/>
                                        <p:tgtEl>
                                          <p:spTgt spid="30"/>
                                        </p:tgtEl>
                                      </p:cBhvr>
                                    </p:animEffect>
                                    <p:anim calcmode="lin" valueType="num">
                                      <p:cBhvr>
                                        <p:cTn id="32" dur="1000" fill="hold"/>
                                        <p:tgtEl>
                                          <p:spTgt spid="30"/>
                                        </p:tgtEl>
                                        <p:attrNameLst>
                                          <p:attrName>ppt_x</p:attrName>
                                        </p:attrNameLst>
                                      </p:cBhvr>
                                      <p:tavLst>
                                        <p:tav tm="0">
                                          <p:val>
                                            <p:strVal val="#ppt_x"/>
                                          </p:val>
                                        </p:tav>
                                        <p:tav tm="100000">
                                          <p:val>
                                            <p:strVal val="#ppt_x"/>
                                          </p:val>
                                        </p:tav>
                                      </p:tavLst>
                                    </p:anim>
                                    <p:anim calcmode="lin" valueType="num">
                                      <p:cBhvr>
                                        <p:cTn id="33" dur="1000" fill="hold"/>
                                        <p:tgtEl>
                                          <p:spTgt spid="30"/>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22" presetClass="exit" presetSubtype="1" fill="hold" nodeType="afterEffect">
                                  <p:stCondLst>
                                    <p:cond delay="0"/>
                                  </p:stCondLst>
                                  <p:childTnLst>
                                    <p:animEffect transition="out" filter="wipe(up)">
                                      <p:cBhvr>
                                        <p:cTn id="36" dur="500"/>
                                        <p:tgtEl>
                                          <p:spTgt spid="37"/>
                                        </p:tgtEl>
                                      </p:cBhvr>
                                    </p:animEffect>
                                    <p:set>
                                      <p:cBhvr>
                                        <p:cTn id="37" dur="1" fill="hold">
                                          <p:stCondLst>
                                            <p:cond delay="499"/>
                                          </p:stCondLst>
                                        </p:cTn>
                                        <p:tgtEl>
                                          <p:spTgt spid="37"/>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1000"/>
                                        <p:tgtEl>
                                          <p:spTgt spid="42"/>
                                        </p:tgtEl>
                                      </p:cBhvr>
                                    </p:animEffect>
                                    <p:anim calcmode="lin" valueType="num">
                                      <p:cBhvr>
                                        <p:cTn id="43" dur="1000" fill="hold"/>
                                        <p:tgtEl>
                                          <p:spTgt spid="42"/>
                                        </p:tgtEl>
                                        <p:attrNameLst>
                                          <p:attrName>ppt_x</p:attrName>
                                        </p:attrNameLst>
                                      </p:cBhvr>
                                      <p:tavLst>
                                        <p:tav tm="0">
                                          <p:val>
                                            <p:strVal val="#ppt_x"/>
                                          </p:val>
                                        </p:tav>
                                        <p:tav tm="100000">
                                          <p:val>
                                            <p:strVal val="#ppt_x"/>
                                          </p:val>
                                        </p:tav>
                                      </p:tavLst>
                                    </p:anim>
                                    <p:anim calcmode="lin" valueType="num">
                                      <p:cBhvr>
                                        <p:cTn id="44" dur="1000" fill="hold"/>
                                        <p:tgtEl>
                                          <p:spTgt spid="42"/>
                                        </p:tgtEl>
                                        <p:attrNameLst>
                                          <p:attrName>ppt_y</p:attrName>
                                        </p:attrNameLst>
                                      </p:cBhvr>
                                      <p:tavLst>
                                        <p:tav tm="0">
                                          <p:val>
                                            <p:strVal val="#ppt_y-.1"/>
                                          </p:val>
                                        </p:tav>
                                        <p:tav tm="100000">
                                          <p:val>
                                            <p:strVal val="#ppt_y"/>
                                          </p:val>
                                        </p:tav>
                                      </p:tavLst>
                                    </p:anim>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72"/>
                                        </p:tgtEl>
                                        <p:attrNameLst>
                                          <p:attrName>style.visibility</p:attrName>
                                        </p:attrNameLst>
                                      </p:cBhvr>
                                      <p:to>
                                        <p:strVal val="visible"/>
                                      </p:to>
                                    </p:set>
                                    <p:animEffect transition="in" filter="wipe(left)">
                                      <p:cBhvr>
                                        <p:cTn id="48" dur="500"/>
                                        <p:tgtEl>
                                          <p:spTgt spid="72"/>
                                        </p:tgtEl>
                                      </p:cBhvr>
                                    </p:animEffect>
                                  </p:childTnLst>
                                </p:cTn>
                              </p:par>
                            </p:childTnLst>
                          </p:cTn>
                        </p:par>
                        <p:par>
                          <p:cTn id="49" fill="hold">
                            <p:stCondLst>
                              <p:cond delay="1500"/>
                            </p:stCondLst>
                            <p:childTnLst>
                              <p:par>
                                <p:cTn id="50" presetID="22" presetClass="entr" presetSubtype="8" fill="hold" grpId="0" nodeType="afterEffect">
                                  <p:stCondLst>
                                    <p:cond delay="0"/>
                                  </p:stCondLst>
                                  <p:childTnLst>
                                    <p:set>
                                      <p:cBhvr>
                                        <p:cTn id="51" dur="1" fill="hold">
                                          <p:stCondLst>
                                            <p:cond delay="0"/>
                                          </p:stCondLst>
                                        </p:cTn>
                                        <p:tgtEl>
                                          <p:spTgt spid="70"/>
                                        </p:tgtEl>
                                        <p:attrNameLst>
                                          <p:attrName>style.visibility</p:attrName>
                                        </p:attrNameLst>
                                      </p:cBhvr>
                                      <p:to>
                                        <p:strVal val="visible"/>
                                      </p:to>
                                    </p:set>
                                    <p:animEffect transition="in" filter="wipe(left)">
                                      <p:cBhvr>
                                        <p:cTn id="52" dur="1000"/>
                                        <p:tgtEl>
                                          <p:spTgt spid="70"/>
                                        </p:tgtEl>
                                      </p:cBhvr>
                                    </p:animEffect>
                                  </p:childTnLst>
                                </p:cTn>
                              </p:par>
                            </p:childTnLst>
                          </p:cTn>
                        </p:par>
                        <p:par>
                          <p:cTn id="53" fill="hold">
                            <p:stCondLst>
                              <p:cond delay="2500"/>
                            </p:stCondLst>
                            <p:childTnLst>
                              <p:par>
                                <p:cTn id="54" presetID="22" presetClass="entr" presetSubtype="8" fill="hold" nodeType="after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left)">
                                      <p:cBhvr>
                                        <p:cTn id="56" dur="1000"/>
                                        <p:tgtEl>
                                          <p:spTgt spid="39"/>
                                        </p:tgtEl>
                                      </p:cBhvr>
                                    </p:animEffect>
                                  </p:childTnLst>
                                </p:cTn>
                              </p:par>
                            </p:childTnLst>
                          </p:cTn>
                        </p:par>
                      </p:childTnLst>
                    </p:cTn>
                  </p:par>
                  <p:par>
                    <p:cTn id="57" fill="hold">
                      <p:stCondLst>
                        <p:cond delay="indefinite"/>
                      </p:stCondLst>
                      <p:childTnLst>
                        <p:par>
                          <p:cTn id="58" fill="hold">
                            <p:stCondLst>
                              <p:cond delay="0"/>
                            </p:stCondLst>
                            <p:childTnLst>
                              <p:par>
                                <p:cTn id="59" presetID="47" presetClass="entr" presetSubtype="0" fill="hold"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1000"/>
                                        <p:tgtEl>
                                          <p:spTgt spid="31"/>
                                        </p:tgtEl>
                                      </p:cBhvr>
                                    </p:animEffect>
                                    <p:anim calcmode="lin" valueType="num">
                                      <p:cBhvr>
                                        <p:cTn id="62" dur="1000" fill="hold"/>
                                        <p:tgtEl>
                                          <p:spTgt spid="31"/>
                                        </p:tgtEl>
                                        <p:attrNameLst>
                                          <p:attrName>ppt_x</p:attrName>
                                        </p:attrNameLst>
                                      </p:cBhvr>
                                      <p:tavLst>
                                        <p:tav tm="0">
                                          <p:val>
                                            <p:strVal val="#ppt_x"/>
                                          </p:val>
                                        </p:tav>
                                        <p:tav tm="100000">
                                          <p:val>
                                            <p:strVal val="#ppt_x"/>
                                          </p:val>
                                        </p:tav>
                                      </p:tavLst>
                                    </p:anim>
                                    <p:anim calcmode="lin" valueType="num">
                                      <p:cBhvr>
                                        <p:cTn id="63" dur="1000" fill="hold"/>
                                        <p:tgtEl>
                                          <p:spTgt spid="31"/>
                                        </p:tgtEl>
                                        <p:attrNameLst>
                                          <p:attrName>ppt_y</p:attrName>
                                        </p:attrNameLst>
                                      </p:cBhvr>
                                      <p:tavLst>
                                        <p:tav tm="0">
                                          <p:val>
                                            <p:strVal val="#ppt_y-.1"/>
                                          </p:val>
                                        </p:tav>
                                        <p:tav tm="100000">
                                          <p:val>
                                            <p:strVal val="#ppt_y"/>
                                          </p:val>
                                        </p:tav>
                                      </p:tavLst>
                                    </p:anim>
                                  </p:childTnLst>
                                </p:cTn>
                              </p:par>
                            </p:childTnLst>
                          </p:cTn>
                        </p:par>
                        <p:par>
                          <p:cTn id="64" fill="hold">
                            <p:stCondLst>
                              <p:cond delay="1000"/>
                            </p:stCondLst>
                            <p:childTnLst>
                              <p:par>
                                <p:cTn id="65" presetID="22" presetClass="exit" presetSubtype="1" fill="hold" nodeType="afterEffect">
                                  <p:stCondLst>
                                    <p:cond delay="0"/>
                                  </p:stCondLst>
                                  <p:childTnLst>
                                    <p:animEffect transition="out" filter="wipe(up)">
                                      <p:cBhvr>
                                        <p:cTn id="66" dur="500"/>
                                        <p:tgtEl>
                                          <p:spTgt spid="39"/>
                                        </p:tgtEl>
                                      </p:cBhvr>
                                    </p:animEffect>
                                    <p:set>
                                      <p:cBhvr>
                                        <p:cTn id="67" dur="1" fill="hold">
                                          <p:stCondLst>
                                            <p:cond delay="499"/>
                                          </p:stCondLst>
                                        </p:cTn>
                                        <p:tgtEl>
                                          <p:spTgt spid="39"/>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21" presetClass="entr" presetSubtype="8" fill="hold" grpId="0" nodeType="click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wheel(8)">
                                      <p:cBhvr>
                                        <p:cTn id="72" dur="1500"/>
                                        <p:tgtEl>
                                          <p:spTgt spid="41"/>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1000"/>
                                        <p:tgtEl>
                                          <p:spTgt spid="43"/>
                                        </p:tgtEl>
                                      </p:cBhvr>
                                    </p:animEffect>
                                    <p:anim calcmode="lin" valueType="num">
                                      <p:cBhvr>
                                        <p:cTn id="78" dur="1000" fill="hold"/>
                                        <p:tgtEl>
                                          <p:spTgt spid="43"/>
                                        </p:tgtEl>
                                        <p:attrNameLst>
                                          <p:attrName>ppt_x</p:attrName>
                                        </p:attrNameLst>
                                      </p:cBhvr>
                                      <p:tavLst>
                                        <p:tav tm="0">
                                          <p:val>
                                            <p:strVal val="#ppt_x"/>
                                          </p:val>
                                        </p:tav>
                                        <p:tav tm="100000">
                                          <p:val>
                                            <p:strVal val="#ppt_x"/>
                                          </p:val>
                                        </p:tav>
                                      </p:tavLst>
                                    </p:anim>
                                    <p:anim calcmode="lin" valueType="num">
                                      <p:cBhvr>
                                        <p:cTn id="79" dur="1000" fill="hold"/>
                                        <p:tgtEl>
                                          <p:spTgt spid="43"/>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1000"/>
                                        <p:tgtEl>
                                          <p:spTgt spid="44"/>
                                        </p:tgtEl>
                                      </p:cBhvr>
                                    </p:animEffect>
                                    <p:anim calcmode="lin" valueType="num">
                                      <p:cBhvr>
                                        <p:cTn id="83" dur="1000" fill="hold"/>
                                        <p:tgtEl>
                                          <p:spTgt spid="44"/>
                                        </p:tgtEl>
                                        <p:attrNameLst>
                                          <p:attrName>ppt_x</p:attrName>
                                        </p:attrNameLst>
                                      </p:cBhvr>
                                      <p:tavLst>
                                        <p:tav tm="0">
                                          <p:val>
                                            <p:strVal val="#ppt_x"/>
                                          </p:val>
                                        </p:tav>
                                        <p:tav tm="100000">
                                          <p:val>
                                            <p:strVal val="#ppt_x"/>
                                          </p:val>
                                        </p:tav>
                                      </p:tavLst>
                                    </p:anim>
                                    <p:anim calcmode="lin" valueType="num">
                                      <p:cBhvr>
                                        <p:cTn id="84" dur="1000" fill="hold"/>
                                        <p:tgtEl>
                                          <p:spTgt spid="44"/>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250"/>
                                  </p:stCondLst>
                                  <p:childTnLst>
                                    <p:set>
                                      <p:cBhvr>
                                        <p:cTn id="86" dur="1" fill="hold">
                                          <p:stCondLst>
                                            <p:cond delay="0"/>
                                          </p:stCondLst>
                                        </p:cTn>
                                        <p:tgtEl>
                                          <p:spTgt spid="14"/>
                                        </p:tgtEl>
                                        <p:attrNameLst>
                                          <p:attrName>style.visibility</p:attrName>
                                        </p:attrNameLst>
                                      </p:cBhvr>
                                      <p:to>
                                        <p:strVal val="visible"/>
                                      </p:to>
                                    </p:set>
                                    <p:animEffect transition="in" filter="fade">
                                      <p:cBhvr>
                                        <p:cTn id="87" dur="1000"/>
                                        <p:tgtEl>
                                          <p:spTgt spid="14"/>
                                        </p:tgtEl>
                                      </p:cBhvr>
                                    </p:animEffect>
                                    <p:anim calcmode="lin" valueType="num">
                                      <p:cBhvr>
                                        <p:cTn id="88" dur="1000" fill="hold"/>
                                        <p:tgtEl>
                                          <p:spTgt spid="14"/>
                                        </p:tgtEl>
                                        <p:attrNameLst>
                                          <p:attrName>ppt_x</p:attrName>
                                        </p:attrNameLst>
                                      </p:cBhvr>
                                      <p:tavLst>
                                        <p:tav tm="0">
                                          <p:val>
                                            <p:strVal val="#ppt_x"/>
                                          </p:val>
                                        </p:tav>
                                        <p:tav tm="100000">
                                          <p:val>
                                            <p:strVal val="#ppt_x"/>
                                          </p:val>
                                        </p:tav>
                                      </p:tavLst>
                                    </p:anim>
                                    <p:anim calcmode="lin" valueType="num">
                                      <p:cBhvr>
                                        <p:cTn id="89" dur="1000" fill="hold"/>
                                        <p:tgtEl>
                                          <p:spTgt spid="14"/>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250"/>
                                  </p:stCondLst>
                                  <p:childTnLst>
                                    <p:set>
                                      <p:cBhvr>
                                        <p:cTn id="91" dur="1" fill="hold">
                                          <p:stCondLst>
                                            <p:cond delay="0"/>
                                          </p:stCondLst>
                                        </p:cTn>
                                        <p:tgtEl>
                                          <p:spTgt spid="15"/>
                                        </p:tgtEl>
                                        <p:attrNameLst>
                                          <p:attrName>style.visibility</p:attrName>
                                        </p:attrNameLst>
                                      </p:cBhvr>
                                      <p:to>
                                        <p:strVal val="visible"/>
                                      </p:to>
                                    </p:set>
                                    <p:animEffect transition="in" filter="fade">
                                      <p:cBhvr>
                                        <p:cTn id="92" dur="1000"/>
                                        <p:tgtEl>
                                          <p:spTgt spid="15"/>
                                        </p:tgtEl>
                                      </p:cBhvr>
                                    </p:animEffect>
                                    <p:anim calcmode="lin" valueType="num">
                                      <p:cBhvr>
                                        <p:cTn id="93" dur="1000" fill="hold"/>
                                        <p:tgtEl>
                                          <p:spTgt spid="15"/>
                                        </p:tgtEl>
                                        <p:attrNameLst>
                                          <p:attrName>ppt_x</p:attrName>
                                        </p:attrNameLst>
                                      </p:cBhvr>
                                      <p:tavLst>
                                        <p:tav tm="0">
                                          <p:val>
                                            <p:strVal val="#ppt_x"/>
                                          </p:val>
                                        </p:tav>
                                        <p:tav tm="100000">
                                          <p:val>
                                            <p:strVal val="#ppt_x"/>
                                          </p:val>
                                        </p:tav>
                                      </p:tavLst>
                                    </p:anim>
                                    <p:anim calcmode="lin" valueType="num">
                                      <p:cBhvr>
                                        <p:cTn id="94" dur="1000" fill="hold"/>
                                        <p:tgtEl>
                                          <p:spTgt spid="15"/>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500"/>
                                  </p:stCondLst>
                                  <p:childTnLst>
                                    <p:set>
                                      <p:cBhvr>
                                        <p:cTn id="96" dur="1" fill="hold">
                                          <p:stCondLst>
                                            <p:cond delay="0"/>
                                          </p:stCondLst>
                                        </p:cTn>
                                        <p:tgtEl>
                                          <p:spTgt spid="45"/>
                                        </p:tgtEl>
                                        <p:attrNameLst>
                                          <p:attrName>style.visibility</p:attrName>
                                        </p:attrNameLst>
                                      </p:cBhvr>
                                      <p:to>
                                        <p:strVal val="visible"/>
                                      </p:to>
                                    </p:set>
                                    <p:animEffect transition="in" filter="fade">
                                      <p:cBhvr>
                                        <p:cTn id="97" dur="1000"/>
                                        <p:tgtEl>
                                          <p:spTgt spid="45"/>
                                        </p:tgtEl>
                                      </p:cBhvr>
                                    </p:animEffect>
                                    <p:anim calcmode="lin" valueType="num">
                                      <p:cBhvr>
                                        <p:cTn id="98" dur="1000" fill="hold"/>
                                        <p:tgtEl>
                                          <p:spTgt spid="45"/>
                                        </p:tgtEl>
                                        <p:attrNameLst>
                                          <p:attrName>ppt_x</p:attrName>
                                        </p:attrNameLst>
                                      </p:cBhvr>
                                      <p:tavLst>
                                        <p:tav tm="0">
                                          <p:val>
                                            <p:strVal val="#ppt_x"/>
                                          </p:val>
                                        </p:tav>
                                        <p:tav tm="100000">
                                          <p:val>
                                            <p:strVal val="#ppt_x"/>
                                          </p:val>
                                        </p:tav>
                                      </p:tavLst>
                                    </p:anim>
                                    <p:anim calcmode="lin" valueType="num">
                                      <p:cBhvr>
                                        <p:cTn id="99" dur="1000" fill="hold"/>
                                        <p:tgtEl>
                                          <p:spTgt spid="45"/>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500"/>
                                  </p:stCondLst>
                                  <p:childTnLst>
                                    <p:set>
                                      <p:cBhvr>
                                        <p:cTn id="101" dur="1" fill="hold">
                                          <p:stCondLst>
                                            <p:cond delay="0"/>
                                          </p:stCondLst>
                                        </p:cTn>
                                        <p:tgtEl>
                                          <p:spTgt spid="46"/>
                                        </p:tgtEl>
                                        <p:attrNameLst>
                                          <p:attrName>style.visibility</p:attrName>
                                        </p:attrNameLst>
                                      </p:cBhvr>
                                      <p:to>
                                        <p:strVal val="visible"/>
                                      </p:to>
                                    </p:set>
                                    <p:animEffect transition="in" filter="fade">
                                      <p:cBhvr>
                                        <p:cTn id="102" dur="1000"/>
                                        <p:tgtEl>
                                          <p:spTgt spid="46"/>
                                        </p:tgtEl>
                                      </p:cBhvr>
                                    </p:animEffect>
                                    <p:anim calcmode="lin" valueType="num">
                                      <p:cBhvr>
                                        <p:cTn id="103" dur="1000" fill="hold"/>
                                        <p:tgtEl>
                                          <p:spTgt spid="46"/>
                                        </p:tgtEl>
                                        <p:attrNameLst>
                                          <p:attrName>ppt_x</p:attrName>
                                        </p:attrNameLst>
                                      </p:cBhvr>
                                      <p:tavLst>
                                        <p:tav tm="0">
                                          <p:val>
                                            <p:strVal val="#ppt_x"/>
                                          </p:val>
                                        </p:tav>
                                        <p:tav tm="100000">
                                          <p:val>
                                            <p:strVal val="#ppt_x"/>
                                          </p:val>
                                        </p:tav>
                                      </p:tavLst>
                                    </p:anim>
                                    <p:anim calcmode="lin" valueType="num">
                                      <p:cBhvr>
                                        <p:cTn id="104" dur="1000" fill="hold"/>
                                        <p:tgtEl>
                                          <p:spTgt spid="46"/>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750"/>
                                  </p:stCondLst>
                                  <p:childTnLst>
                                    <p:set>
                                      <p:cBhvr>
                                        <p:cTn id="106" dur="1" fill="hold">
                                          <p:stCondLst>
                                            <p:cond delay="0"/>
                                          </p:stCondLst>
                                        </p:cTn>
                                        <p:tgtEl>
                                          <p:spTgt spid="18"/>
                                        </p:tgtEl>
                                        <p:attrNameLst>
                                          <p:attrName>style.visibility</p:attrName>
                                        </p:attrNameLst>
                                      </p:cBhvr>
                                      <p:to>
                                        <p:strVal val="visible"/>
                                      </p:to>
                                    </p:set>
                                    <p:animEffect transition="in" filter="fade">
                                      <p:cBhvr>
                                        <p:cTn id="107" dur="1000"/>
                                        <p:tgtEl>
                                          <p:spTgt spid="18"/>
                                        </p:tgtEl>
                                      </p:cBhvr>
                                    </p:animEffect>
                                    <p:anim calcmode="lin" valueType="num">
                                      <p:cBhvr>
                                        <p:cTn id="108" dur="1000" fill="hold"/>
                                        <p:tgtEl>
                                          <p:spTgt spid="18"/>
                                        </p:tgtEl>
                                        <p:attrNameLst>
                                          <p:attrName>ppt_x</p:attrName>
                                        </p:attrNameLst>
                                      </p:cBhvr>
                                      <p:tavLst>
                                        <p:tav tm="0">
                                          <p:val>
                                            <p:strVal val="#ppt_x"/>
                                          </p:val>
                                        </p:tav>
                                        <p:tav tm="100000">
                                          <p:val>
                                            <p:strVal val="#ppt_x"/>
                                          </p:val>
                                        </p:tav>
                                      </p:tavLst>
                                    </p:anim>
                                    <p:anim calcmode="lin" valueType="num">
                                      <p:cBhvr>
                                        <p:cTn id="109" dur="1000" fill="hold"/>
                                        <p:tgtEl>
                                          <p:spTgt spid="18"/>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750"/>
                                  </p:stCondLst>
                                  <p:childTnLst>
                                    <p:set>
                                      <p:cBhvr>
                                        <p:cTn id="111" dur="1" fill="hold">
                                          <p:stCondLst>
                                            <p:cond delay="0"/>
                                          </p:stCondLst>
                                        </p:cTn>
                                        <p:tgtEl>
                                          <p:spTgt spid="19"/>
                                        </p:tgtEl>
                                        <p:attrNameLst>
                                          <p:attrName>style.visibility</p:attrName>
                                        </p:attrNameLst>
                                      </p:cBhvr>
                                      <p:to>
                                        <p:strVal val="visible"/>
                                      </p:to>
                                    </p:set>
                                    <p:animEffect transition="in" filter="fade">
                                      <p:cBhvr>
                                        <p:cTn id="112" dur="1000"/>
                                        <p:tgtEl>
                                          <p:spTgt spid="19"/>
                                        </p:tgtEl>
                                      </p:cBhvr>
                                    </p:animEffect>
                                    <p:anim calcmode="lin" valueType="num">
                                      <p:cBhvr>
                                        <p:cTn id="113" dur="1000" fill="hold"/>
                                        <p:tgtEl>
                                          <p:spTgt spid="19"/>
                                        </p:tgtEl>
                                        <p:attrNameLst>
                                          <p:attrName>ppt_x</p:attrName>
                                        </p:attrNameLst>
                                      </p:cBhvr>
                                      <p:tavLst>
                                        <p:tav tm="0">
                                          <p:val>
                                            <p:strVal val="#ppt_x"/>
                                          </p:val>
                                        </p:tav>
                                        <p:tav tm="100000">
                                          <p:val>
                                            <p:strVal val="#ppt_x"/>
                                          </p:val>
                                        </p:tav>
                                      </p:tavLst>
                                    </p:anim>
                                    <p:anim calcmode="lin" valueType="num">
                                      <p:cBhvr>
                                        <p:cTn id="114" dur="1000" fill="hold"/>
                                        <p:tgtEl>
                                          <p:spTgt spid="19"/>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1000"/>
                                  </p:stCondLst>
                                  <p:childTnLst>
                                    <p:set>
                                      <p:cBhvr>
                                        <p:cTn id="116" dur="1" fill="hold">
                                          <p:stCondLst>
                                            <p:cond delay="0"/>
                                          </p:stCondLst>
                                        </p:cTn>
                                        <p:tgtEl>
                                          <p:spTgt spid="47"/>
                                        </p:tgtEl>
                                        <p:attrNameLst>
                                          <p:attrName>style.visibility</p:attrName>
                                        </p:attrNameLst>
                                      </p:cBhvr>
                                      <p:to>
                                        <p:strVal val="visible"/>
                                      </p:to>
                                    </p:set>
                                    <p:animEffect transition="in" filter="fade">
                                      <p:cBhvr>
                                        <p:cTn id="117" dur="1000"/>
                                        <p:tgtEl>
                                          <p:spTgt spid="47"/>
                                        </p:tgtEl>
                                      </p:cBhvr>
                                    </p:animEffect>
                                    <p:anim calcmode="lin" valueType="num">
                                      <p:cBhvr>
                                        <p:cTn id="118" dur="1000" fill="hold"/>
                                        <p:tgtEl>
                                          <p:spTgt spid="47"/>
                                        </p:tgtEl>
                                        <p:attrNameLst>
                                          <p:attrName>ppt_x</p:attrName>
                                        </p:attrNameLst>
                                      </p:cBhvr>
                                      <p:tavLst>
                                        <p:tav tm="0">
                                          <p:val>
                                            <p:strVal val="#ppt_x"/>
                                          </p:val>
                                        </p:tav>
                                        <p:tav tm="100000">
                                          <p:val>
                                            <p:strVal val="#ppt_x"/>
                                          </p:val>
                                        </p:tav>
                                      </p:tavLst>
                                    </p:anim>
                                    <p:anim calcmode="lin" valueType="num">
                                      <p:cBhvr>
                                        <p:cTn id="119" dur="1000" fill="hold"/>
                                        <p:tgtEl>
                                          <p:spTgt spid="47"/>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100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1000"/>
                                        <p:tgtEl>
                                          <p:spTgt spid="48"/>
                                        </p:tgtEl>
                                      </p:cBhvr>
                                    </p:animEffect>
                                    <p:anim calcmode="lin" valueType="num">
                                      <p:cBhvr>
                                        <p:cTn id="123" dur="1000" fill="hold"/>
                                        <p:tgtEl>
                                          <p:spTgt spid="48"/>
                                        </p:tgtEl>
                                        <p:attrNameLst>
                                          <p:attrName>ppt_x</p:attrName>
                                        </p:attrNameLst>
                                      </p:cBhvr>
                                      <p:tavLst>
                                        <p:tav tm="0">
                                          <p:val>
                                            <p:strVal val="#ppt_x"/>
                                          </p:val>
                                        </p:tav>
                                        <p:tav tm="100000">
                                          <p:val>
                                            <p:strVal val="#ppt_x"/>
                                          </p:val>
                                        </p:tav>
                                      </p:tavLst>
                                    </p:anim>
                                    <p:anim calcmode="lin" valueType="num">
                                      <p:cBhvr>
                                        <p:cTn id="124" dur="1000" fill="hold"/>
                                        <p:tgtEl>
                                          <p:spTgt spid="48"/>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1250"/>
                                  </p:stCondLst>
                                  <p:childTnLst>
                                    <p:set>
                                      <p:cBhvr>
                                        <p:cTn id="126" dur="1" fill="hold">
                                          <p:stCondLst>
                                            <p:cond delay="0"/>
                                          </p:stCondLst>
                                        </p:cTn>
                                        <p:tgtEl>
                                          <p:spTgt spid="49"/>
                                        </p:tgtEl>
                                        <p:attrNameLst>
                                          <p:attrName>style.visibility</p:attrName>
                                        </p:attrNameLst>
                                      </p:cBhvr>
                                      <p:to>
                                        <p:strVal val="visible"/>
                                      </p:to>
                                    </p:set>
                                    <p:animEffect transition="in" filter="fade">
                                      <p:cBhvr>
                                        <p:cTn id="127" dur="1000"/>
                                        <p:tgtEl>
                                          <p:spTgt spid="49"/>
                                        </p:tgtEl>
                                      </p:cBhvr>
                                    </p:animEffect>
                                    <p:anim calcmode="lin" valueType="num">
                                      <p:cBhvr>
                                        <p:cTn id="128" dur="1000" fill="hold"/>
                                        <p:tgtEl>
                                          <p:spTgt spid="49"/>
                                        </p:tgtEl>
                                        <p:attrNameLst>
                                          <p:attrName>ppt_x</p:attrName>
                                        </p:attrNameLst>
                                      </p:cBhvr>
                                      <p:tavLst>
                                        <p:tav tm="0">
                                          <p:val>
                                            <p:strVal val="#ppt_x"/>
                                          </p:val>
                                        </p:tav>
                                        <p:tav tm="100000">
                                          <p:val>
                                            <p:strVal val="#ppt_x"/>
                                          </p:val>
                                        </p:tav>
                                      </p:tavLst>
                                    </p:anim>
                                    <p:anim calcmode="lin" valueType="num">
                                      <p:cBhvr>
                                        <p:cTn id="129" dur="1000" fill="hold"/>
                                        <p:tgtEl>
                                          <p:spTgt spid="49"/>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1250"/>
                                  </p:stCondLst>
                                  <p:childTnLst>
                                    <p:set>
                                      <p:cBhvr>
                                        <p:cTn id="131" dur="1" fill="hold">
                                          <p:stCondLst>
                                            <p:cond delay="0"/>
                                          </p:stCondLst>
                                        </p:cTn>
                                        <p:tgtEl>
                                          <p:spTgt spid="50"/>
                                        </p:tgtEl>
                                        <p:attrNameLst>
                                          <p:attrName>style.visibility</p:attrName>
                                        </p:attrNameLst>
                                      </p:cBhvr>
                                      <p:to>
                                        <p:strVal val="visible"/>
                                      </p:to>
                                    </p:set>
                                    <p:animEffect transition="in" filter="fade">
                                      <p:cBhvr>
                                        <p:cTn id="132" dur="1000"/>
                                        <p:tgtEl>
                                          <p:spTgt spid="50"/>
                                        </p:tgtEl>
                                      </p:cBhvr>
                                    </p:animEffect>
                                    <p:anim calcmode="lin" valueType="num">
                                      <p:cBhvr>
                                        <p:cTn id="133" dur="1000" fill="hold"/>
                                        <p:tgtEl>
                                          <p:spTgt spid="50"/>
                                        </p:tgtEl>
                                        <p:attrNameLst>
                                          <p:attrName>ppt_x</p:attrName>
                                        </p:attrNameLst>
                                      </p:cBhvr>
                                      <p:tavLst>
                                        <p:tav tm="0">
                                          <p:val>
                                            <p:strVal val="#ppt_x"/>
                                          </p:val>
                                        </p:tav>
                                        <p:tav tm="100000">
                                          <p:val>
                                            <p:strVal val="#ppt_x"/>
                                          </p:val>
                                        </p:tav>
                                      </p:tavLst>
                                    </p:anim>
                                    <p:anim calcmode="lin" valueType="num">
                                      <p:cBhvr>
                                        <p:cTn id="134" dur="1000" fill="hold"/>
                                        <p:tgtEl>
                                          <p:spTgt spid="50"/>
                                        </p:tgtEl>
                                        <p:attrNameLst>
                                          <p:attrName>ppt_y</p:attrName>
                                        </p:attrNameLst>
                                      </p:cBhvr>
                                      <p:tavLst>
                                        <p:tav tm="0">
                                          <p:val>
                                            <p:strVal val="#ppt_y+.1"/>
                                          </p:val>
                                        </p:tav>
                                        <p:tav tm="100000">
                                          <p:val>
                                            <p:strVal val="#ppt_y"/>
                                          </p:val>
                                        </p:tav>
                                      </p:tavLst>
                                    </p:anim>
                                  </p:childTnLst>
                                </p:cTn>
                              </p:par>
                            </p:childTnLst>
                          </p:cTn>
                        </p:par>
                        <p:par>
                          <p:cTn id="135" fill="hold">
                            <p:stCondLst>
                              <p:cond delay="2250"/>
                            </p:stCondLst>
                            <p:childTnLst>
                              <p:par>
                                <p:cTn id="136" presetID="21" presetClass="exit" presetSubtype="8" fill="hold" grpId="1" nodeType="afterEffect">
                                  <p:stCondLst>
                                    <p:cond delay="0"/>
                                  </p:stCondLst>
                                  <p:childTnLst>
                                    <p:animEffect transition="out" filter="wheel(8)">
                                      <p:cBhvr>
                                        <p:cTn id="137" dur="1000"/>
                                        <p:tgtEl>
                                          <p:spTgt spid="41"/>
                                        </p:tgtEl>
                                      </p:cBhvr>
                                    </p:animEffect>
                                    <p:set>
                                      <p:cBhvr>
                                        <p:cTn id="138" dur="1" fill="hold">
                                          <p:stCondLst>
                                            <p:cond delay="999"/>
                                          </p:stCondLst>
                                        </p:cTn>
                                        <p:tgtEl>
                                          <p:spTgt spid="41"/>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21" presetClass="entr" presetSubtype="8" fill="hold" grpId="0" nodeType="clickEffect">
                                  <p:stCondLst>
                                    <p:cond delay="0"/>
                                  </p:stCondLst>
                                  <p:childTnLst>
                                    <p:set>
                                      <p:cBhvr>
                                        <p:cTn id="142" dur="1" fill="hold">
                                          <p:stCondLst>
                                            <p:cond delay="0"/>
                                          </p:stCondLst>
                                        </p:cTn>
                                        <p:tgtEl>
                                          <p:spTgt spid="51"/>
                                        </p:tgtEl>
                                        <p:attrNameLst>
                                          <p:attrName>style.visibility</p:attrName>
                                        </p:attrNameLst>
                                      </p:cBhvr>
                                      <p:to>
                                        <p:strVal val="visible"/>
                                      </p:to>
                                    </p:set>
                                    <p:animEffect transition="in" filter="wheel(8)">
                                      <p:cBhvr>
                                        <p:cTn id="143" dur="1500"/>
                                        <p:tgtEl>
                                          <p:spTgt spid="51"/>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xit" presetSubtype="0" fill="hold" grpId="1" nodeType="clickEffect">
                                  <p:stCondLst>
                                    <p:cond delay="0"/>
                                  </p:stCondLst>
                                  <p:childTnLst>
                                    <p:animEffect transition="out" filter="fade">
                                      <p:cBhvr>
                                        <p:cTn id="147" dur="500"/>
                                        <p:tgtEl>
                                          <p:spTgt spid="45"/>
                                        </p:tgtEl>
                                      </p:cBhvr>
                                    </p:animEffect>
                                    <p:set>
                                      <p:cBhvr>
                                        <p:cTn id="148" dur="1" fill="hold">
                                          <p:stCondLst>
                                            <p:cond delay="499"/>
                                          </p:stCondLst>
                                        </p:cTn>
                                        <p:tgtEl>
                                          <p:spTgt spid="45"/>
                                        </p:tgtEl>
                                        <p:attrNameLst>
                                          <p:attrName>style.visibility</p:attrName>
                                        </p:attrNameLst>
                                      </p:cBhvr>
                                      <p:to>
                                        <p:strVal val="hidden"/>
                                      </p:to>
                                    </p:set>
                                  </p:childTnLst>
                                </p:cTn>
                              </p:par>
                              <p:par>
                                <p:cTn id="149" presetID="10" presetClass="exit" presetSubtype="0" fill="hold" grpId="1" nodeType="withEffect">
                                  <p:stCondLst>
                                    <p:cond delay="0"/>
                                  </p:stCondLst>
                                  <p:childTnLst>
                                    <p:animEffect transition="out" filter="fade">
                                      <p:cBhvr>
                                        <p:cTn id="150" dur="500"/>
                                        <p:tgtEl>
                                          <p:spTgt spid="46"/>
                                        </p:tgtEl>
                                      </p:cBhvr>
                                    </p:animEffect>
                                    <p:set>
                                      <p:cBhvr>
                                        <p:cTn id="151" dur="1" fill="hold">
                                          <p:stCondLst>
                                            <p:cond delay="499"/>
                                          </p:stCondLst>
                                        </p:cTn>
                                        <p:tgtEl>
                                          <p:spTgt spid="46"/>
                                        </p:tgtEl>
                                        <p:attrNameLst>
                                          <p:attrName>style.visibility</p:attrName>
                                        </p:attrNameLst>
                                      </p:cBhvr>
                                      <p:to>
                                        <p:strVal val="hidden"/>
                                      </p:to>
                                    </p:set>
                                  </p:childTnLst>
                                </p:cTn>
                              </p:par>
                            </p:childTnLst>
                          </p:cTn>
                        </p:par>
                        <p:par>
                          <p:cTn id="152" fill="hold">
                            <p:stCondLst>
                              <p:cond delay="500"/>
                            </p:stCondLst>
                            <p:childTnLst>
                              <p:par>
                                <p:cTn id="153" presetID="42" presetClass="entr" presetSubtype="0" fill="hold" grpId="0" nodeType="afterEffect">
                                  <p:stCondLst>
                                    <p:cond delay="0"/>
                                  </p:stCondLst>
                                  <p:childTnLst>
                                    <p:set>
                                      <p:cBhvr>
                                        <p:cTn id="154" dur="1" fill="hold">
                                          <p:stCondLst>
                                            <p:cond delay="0"/>
                                          </p:stCondLst>
                                        </p:cTn>
                                        <p:tgtEl>
                                          <p:spTgt spid="20"/>
                                        </p:tgtEl>
                                        <p:attrNameLst>
                                          <p:attrName>style.visibility</p:attrName>
                                        </p:attrNameLst>
                                      </p:cBhvr>
                                      <p:to>
                                        <p:strVal val="visible"/>
                                      </p:to>
                                    </p:set>
                                    <p:animEffect transition="in" filter="fade">
                                      <p:cBhvr>
                                        <p:cTn id="155" dur="1000"/>
                                        <p:tgtEl>
                                          <p:spTgt spid="20"/>
                                        </p:tgtEl>
                                      </p:cBhvr>
                                    </p:animEffect>
                                    <p:anim calcmode="lin" valueType="num">
                                      <p:cBhvr>
                                        <p:cTn id="156" dur="1000" fill="hold"/>
                                        <p:tgtEl>
                                          <p:spTgt spid="20"/>
                                        </p:tgtEl>
                                        <p:attrNameLst>
                                          <p:attrName>ppt_x</p:attrName>
                                        </p:attrNameLst>
                                      </p:cBhvr>
                                      <p:tavLst>
                                        <p:tav tm="0">
                                          <p:val>
                                            <p:strVal val="#ppt_x"/>
                                          </p:val>
                                        </p:tav>
                                        <p:tav tm="100000">
                                          <p:val>
                                            <p:strVal val="#ppt_x"/>
                                          </p:val>
                                        </p:tav>
                                      </p:tavLst>
                                    </p:anim>
                                    <p:anim calcmode="lin" valueType="num">
                                      <p:cBhvr>
                                        <p:cTn id="157" dur="1000" fill="hold"/>
                                        <p:tgtEl>
                                          <p:spTgt spid="20"/>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21"/>
                                        </p:tgtEl>
                                        <p:attrNameLst>
                                          <p:attrName>style.visibility</p:attrName>
                                        </p:attrNameLst>
                                      </p:cBhvr>
                                      <p:to>
                                        <p:strVal val="visible"/>
                                      </p:to>
                                    </p:set>
                                    <p:animEffect transition="in" filter="fade">
                                      <p:cBhvr>
                                        <p:cTn id="160" dur="1000"/>
                                        <p:tgtEl>
                                          <p:spTgt spid="21"/>
                                        </p:tgtEl>
                                      </p:cBhvr>
                                    </p:animEffect>
                                    <p:anim calcmode="lin" valueType="num">
                                      <p:cBhvr>
                                        <p:cTn id="161" dur="1000" fill="hold"/>
                                        <p:tgtEl>
                                          <p:spTgt spid="21"/>
                                        </p:tgtEl>
                                        <p:attrNameLst>
                                          <p:attrName>ppt_x</p:attrName>
                                        </p:attrNameLst>
                                      </p:cBhvr>
                                      <p:tavLst>
                                        <p:tav tm="0">
                                          <p:val>
                                            <p:strVal val="#ppt_x"/>
                                          </p:val>
                                        </p:tav>
                                        <p:tav tm="100000">
                                          <p:val>
                                            <p:strVal val="#ppt_x"/>
                                          </p:val>
                                        </p:tav>
                                      </p:tavLst>
                                    </p:anim>
                                    <p:anim calcmode="lin" valueType="num">
                                      <p:cBhvr>
                                        <p:cTn id="162" dur="1000" fill="hold"/>
                                        <p:tgtEl>
                                          <p:spTgt spid="21"/>
                                        </p:tgtEl>
                                        <p:attrNameLst>
                                          <p:attrName>ppt_y</p:attrName>
                                        </p:attrNameLst>
                                      </p:cBhvr>
                                      <p:tavLst>
                                        <p:tav tm="0">
                                          <p:val>
                                            <p:strVal val="#ppt_y+.1"/>
                                          </p:val>
                                        </p:tav>
                                        <p:tav tm="100000">
                                          <p:val>
                                            <p:strVal val="#ppt_y"/>
                                          </p:val>
                                        </p:tav>
                                      </p:tavLst>
                                    </p:anim>
                                  </p:childTnLst>
                                </p:cTn>
                              </p:par>
                            </p:childTnLst>
                          </p:cTn>
                        </p:par>
                        <p:par>
                          <p:cTn id="163" fill="hold">
                            <p:stCondLst>
                              <p:cond delay="1500"/>
                            </p:stCondLst>
                            <p:childTnLst>
                              <p:par>
                                <p:cTn id="164" presetID="10" presetClass="exit" presetSubtype="0" fill="hold" grpId="1" nodeType="afterEffect">
                                  <p:stCondLst>
                                    <p:cond delay="0"/>
                                  </p:stCondLst>
                                  <p:childTnLst>
                                    <p:animEffect transition="out" filter="fade">
                                      <p:cBhvr>
                                        <p:cTn id="165" dur="500"/>
                                        <p:tgtEl>
                                          <p:spTgt spid="47"/>
                                        </p:tgtEl>
                                      </p:cBhvr>
                                    </p:animEffect>
                                    <p:set>
                                      <p:cBhvr>
                                        <p:cTn id="166" dur="1" fill="hold">
                                          <p:stCondLst>
                                            <p:cond delay="499"/>
                                          </p:stCondLst>
                                        </p:cTn>
                                        <p:tgtEl>
                                          <p:spTgt spid="47"/>
                                        </p:tgtEl>
                                        <p:attrNameLst>
                                          <p:attrName>style.visibility</p:attrName>
                                        </p:attrNameLst>
                                      </p:cBhvr>
                                      <p:to>
                                        <p:strVal val="hidden"/>
                                      </p:to>
                                    </p:set>
                                  </p:childTnLst>
                                </p:cTn>
                              </p:par>
                              <p:par>
                                <p:cTn id="167" presetID="10" presetClass="exit" presetSubtype="0" fill="hold" grpId="1" nodeType="withEffect">
                                  <p:stCondLst>
                                    <p:cond delay="0"/>
                                  </p:stCondLst>
                                  <p:childTnLst>
                                    <p:animEffect transition="out" filter="fade">
                                      <p:cBhvr>
                                        <p:cTn id="168" dur="500"/>
                                        <p:tgtEl>
                                          <p:spTgt spid="48"/>
                                        </p:tgtEl>
                                      </p:cBhvr>
                                    </p:animEffect>
                                    <p:set>
                                      <p:cBhvr>
                                        <p:cTn id="169" dur="1" fill="hold">
                                          <p:stCondLst>
                                            <p:cond delay="499"/>
                                          </p:stCondLst>
                                        </p:cTn>
                                        <p:tgtEl>
                                          <p:spTgt spid="48"/>
                                        </p:tgtEl>
                                        <p:attrNameLst>
                                          <p:attrName>style.visibility</p:attrName>
                                        </p:attrNameLst>
                                      </p:cBhvr>
                                      <p:to>
                                        <p:strVal val="hidden"/>
                                      </p:to>
                                    </p:set>
                                  </p:childTnLst>
                                </p:cTn>
                              </p:par>
                            </p:childTnLst>
                          </p:cTn>
                        </p:par>
                        <p:par>
                          <p:cTn id="170" fill="hold">
                            <p:stCondLst>
                              <p:cond delay="2000"/>
                            </p:stCondLst>
                            <p:childTnLst>
                              <p:par>
                                <p:cTn id="171" presetID="42" presetClass="entr" presetSubtype="0" fill="hold" grpId="0" nodeType="afterEffect">
                                  <p:stCondLst>
                                    <p:cond delay="0"/>
                                  </p:stCondLst>
                                  <p:childTnLst>
                                    <p:set>
                                      <p:cBhvr>
                                        <p:cTn id="172" dur="1" fill="hold">
                                          <p:stCondLst>
                                            <p:cond delay="0"/>
                                          </p:stCondLst>
                                        </p:cTn>
                                        <p:tgtEl>
                                          <p:spTgt spid="22"/>
                                        </p:tgtEl>
                                        <p:attrNameLst>
                                          <p:attrName>style.visibility</p:attrName>
                                        </p:attrNameLst>
                                      </p:cBhvr>
                                      <p:to>
                                        <p:strVal val="visible"/>
                                      </p:to>
                                    </p:set>
                                    <p:animEffect transition="in" filter="fade">
                                      <p:cBhvr>
                                        <p:cTn id="173" dur="1000"/>
                                        <p:tgtEl>
                                          <p:spTgt spid="22"/>
                                        </p:tgtEl>
                                      </p:cBhvr>
                                    </p:animEffect>
                                    <p:anim calcmode="lin" valueType="num">
                                      <p:cBhvr>
                                        <p:cTn id="174" dur="1000" fill="hold"/>
                                        <p:tgtEl>
                                          <p:spTgt spid="22"/>
                                        </p:tgtEl>
                                        <p:attrNameLst>
                                          <p:attrName>ppt_x</p:attrName>
                                        </p:attrNameLst>
                                      </p:cBhvr>
                                      <p:tavLst>
                                        <p:tav tm="0">
                                          <p:val>
                                            <p:strVal val="#ppt_x"/>
                                          </p:val>
                                        </p:tav>
                                        <p:tav tm="100000">
                                          <p:val>
                                            <p:strVal val="#ppt_x"/>
                                          </p:val>
                                        </p:tav>
                                      </p:tavLst>
                                    </p:anim>
                                    <p:anim calcmode="lin" valueType="num">
                                      <p:cBhvr>
                                        <p:cTn id="175" dur="1000" fill="hold"/>
                                        <p:tgtEl>
                                          <p:spTgt spid="22"/>
                                        </p:tgtEl>
                                        <p:attrNameLst>
                                          <p:attrName>ppt_y</p:attrName>
                                        </p:attrNameLst>
                                      </p:cBhvr>
                                      <p:tavLst>
                                        <p:tav tm="0">
                                          <p:val>
                                            <p:strVal val="#ppt_y+.1"/>
                                          </p:val>
                                        </p:tav>
                                        <p:tav tm="100000">
                                          <p:val>
                                            <p:strVal val="#ppt_y"/>
                                          </p:val>
                                        </p:tav>
                                      </p:tavLst>
                                    </p:anim>
                                  </p:childTnLst>
                                </p:cTn>
                              </p:par>
                              <p:par>
                                <p:cTn id="176" presetID="42" presetClass="entr" presetSubtype="0" fill="hold" grpId="0" nodeType="withEffect">
                                  <p:stCondLst>
                                    <p:cond delay="0"/>
                                  </p:stCondLst>
                                  <p:childTnLst>
                                    <p:set>
                                      <p:cBhvr>
                                        <p:cTn id="177" dur="1" fill="hold">
                                          <p:stCondLst>
                                            <p:cond delay="0"/>
                                          </p:stCondLst>
                                        </p:cTn>
                                        <p:tgtEl>
                                          <p:spTgt spid="23"/>
                                        </p:tgtEl>
                                        <p:attrNameLst>
                                          <p:attrName>style.visibility</p:attrName>
                                        </p:attrNameLst>
                                      </p:cBhvr>
                                      <p:to>
                                        <p:strVal val="visible"/>
                                      </p:to>
                                    </p:set>
                                    <p:animEffect transition="in" filter="fade">
                                      <p:cBhvr>
                                        <p:cTn id="178" dur="1000"/>
                                        <p:tgtEl>
                                          <p:spTgt spid="23"/>
                                        </p:tgtEl>
                                      </p:cBhvr>
                                    </p:animEffect>
                                    <p:anim calcmode="lin" valueType="num">
                                      <p:cBhvr>
                                        <p:cTn id="179" dur="1000" fill="hold"/>
                                        <p:tgtEl>
                                          <p:spTgt spid="23"/>
                                        </p:tgtEl>
                                        <p:attrNameLst>
                                          <p:attrName>ppt_x</p:attrName>
                                        </p:attrNameLst>
                                      </p:cBhvr>
                                      <p:tavLst>
                                        <p:tav tm="0">
                                          <p:val>
                                            <p:strVal val="#ppt_x"/>
                                          </p:val>
                                        </p:tav>
                                        <p:tav tm="100000">
                                          <p:val>
                                            <p:strVal val="#ppt_x"/>
                                          </p:val>
                                        </p:tav>
                                      </p:tavLst>
                                    </p:anim>
                                    <p:anim calcmode="lin" valueType="num">
                                      <p:cBhvr>
                                        <p:cTn id="180" dur="1000" fill="hold"/>
                                        <p:tgtEl>
                                          <p:spTgt spid="23"/>
                                        </p:tgtEl>
                                        <p:attrNameLst>
                                          <p:attrName>ppt_y</p:attrName>
                                        </p:attrNameLst>
                                      </p:cBhvr>
                                      <p:tavLst>
                                        <p:tav tm="0">
                                          <p:val>
                                            <p:strVal val="#ppt_y+.1"/>
                                          </p:val>
                                        </p:tav>
                                        <p:tav tm="100000">
                                          <p:val>
                                            <p:strVal val="#ppt_y"/>
                                          </p:val>
                                        </p:tav>
                                      </p:tavLst>
                                    </p:anim>
                                  </p:childTnLst>
                                </p:cTn>
                              </p:par>
                            </p:childTnLst>
                          </p:cTn>
                        </p:par>
                        <p:par>
                          <p:cTn id="181" fill="hold">
                            <p:stCondLst>
                              <p:cond delay="3000"/>
                            </p:stCondLst>
                            <p:childTnLst>
                              <p:par>
                                <p:cTn id="182" presetID="10" presetClass="exit" presetSubtype="0" fill="hold" grpId="1" nodeType="afterEffect">
                                  <p:stCondLst>
                                    <p:cond delay="0"/>
                                  </p:stCondLst>
                                  <p:childTnLst>
                                    <p:animEffect transition="out" filter="fade">
                                      <p:cBhvr>
                                        <p:cTn id="183" dur="500"/>
                                        <p:tgtEl>
                                          <p:spTgt spid="49"/>
                                        </p:tgtEl>
                                      </p:cBhvr>
                                    </p:animEffect>
                                    <p:set>
                                      <p:cBhvr>
                                        <p:cTn id="184" dur="1" fill="hold">
                                          <p:stCondLst>
                                            <p:cond delay="499"/>
                                          </p:stCondLst>
                                        </p:cTn>
                                        <p:tgtEl>
                                          <p:spTgt spid="49"/>
                                        </p:tgtEl>
                                        <p:attrNameLst>
                                          <p:attrName>style.visibility</p:attrName>
                                        </p:attrNameLst>
                                      </p:cBhvr>
                                      <p:to>
                                        <p:strVal val="hidden"/>
                                      </p:to>
                                    </p:set>
                                  </p:childTnLst>
                                </p:cTn>
                              </p:par>
                              <p:par>
                                <p:cTn id="185" presetID="10" presetClass="exit" presetSubtype="0" fill="hold" grpId="1" nodeType="withEffect">
                                  <p:stCondLst>
                                    <p:cond delay="0"/>
                                  </p:stCondLst>
                                  <p:childTnLst>
                                    <p:animEffect transition="out" filter="fade">
                                      <p:cBhvr>
                                        <p:cTn id="186" dur="500"/>
                                        <p:tgtEl>
                                          <p:spTgt spid="50"/>
                                        </p:tgtEl>
                                      </p:cBhvr>
                                    </p:animEffect>
                                    <p:set>
                                      <p:cBhvr>
                                        <p:cTn id="187" dur="1" fill="hold">
                                          <p:stCondLst>
                                            <p:cond delay="499"/>
                                          </p:stCondLst>
                                        </p:cTn>
                                        <p:tgtEl>
                                          <p:spTgt spid="50"/>
                                        </p:tgtEl>
                                        <p:attrNameLst>
                                          <p:attrName>style.visibility</p:attrName>
                                        </p:attrNameLst>
                                      </p:cBhvr>
                                      <p:to>
                                        <p:strVal val="hidden"/>
                                      </p:to>
                                    </p:set>
                                  </p:childTnLst>
                                </p:cTn>
                              </p:par>
                            </p:childTnLst>
                          </p:cTn>
                        </p:par>
                        <p:par>
                          <p:cTn id="188" fill="hold">
                            <p:stCondLst>
                              <p:cond delay="3500"/>
                            </p:stCondLst>
                            <p:childTnLst>
                              <p:par>
                                <p:cTn id="189" presetID="42" presetClass="entr" presetSubtype="0" fill="hold" grpId="0" nodeType="afterEffect">
                                  <p:stCondLst>
                                    <p:cond delay="0"/>
                                  </p:stCondLst>
                                  <p:childTnLst>
                                    <p:set>
                                      <p:cBhvr>
                                        <p:cTn id="190" dur="1" fill="hold">
                                          <p:stCondLst>
                                            <p:cond delay="0"/>
                                          </p:stCondLst>
                                        </p:cTn>
                                        <p:tgtEl>
                                          <p:spTgt spid="24"/>
                                        </p:tgtEl>
                                        <p:attrNameLst>
                                          <p:attrName>style.visibility</p:attrName>
                                        </p:attrNameLst>
                                      </p:cBhvr>
                                      <p:to>
                                        <p:strVal val="visible"/>
                                      </p:to>
                                    </p:set>
                                    <p:animEffect transition="in" filter="fade">
                                      <p:cBhvr>
                                        <p:cTn id="191" dur="1000"/>
                                        <p:tgtEl>
                                          <p:spTgt spid="24"/>
                                        </p:tgtEl>
                                      </p:cBhvr>
                                    </p:animEffect>
                                    <p:anim calcmode="lin" valueType="num">
                                      <p:cBhvr>
                                        <p:cTn id="192" dur="1000" fill="hold"/>
                                        <p:tgtEl>
                                          <p:spTgt spid="24"/>
                                        </p:tgtEl>
                                        <p:attrNameLst>
                                          <p:attrName>ppt_x</p:attrName>
                                        </p:attrNameLst>
                                      </p:cBhvr>
                                      <p:tavLst>
                                        <p:tav tm="0">
                                          <p:val>
                                            <p:strVal val="#ppt_x"/>
                                          </p:val>
                                        </p:tav>
                                        <p:tav tm="100000">
                                          <p:val>
                                            <p:strVal val="#ppt_x"/>
                                          </p:val>
                                        </p:tav>
                                      </p:tavLst>
                                    </p:anim>
                                    <p:anim calcmode="lin" valueType="num">
                                      <p:cBhvr>
                                        <p:cTn id="193" dur="1000" fill="hold"/>
                                        <p:tgtEl>
                                          <p:spTgt spid="24"/>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0"/>
                                  </p:stCondLst>
                                  <p:childTnLst>
                                    <p:set>
                                      <p:cBhvr>
                                        <p:cTn id="195" dur="1" fill="hold">
                                          <p:stCondLst>
                                            <p:cond delay="0"/>
                                          </p:stCondLst>
                                        </p:cTn>
                                        <p:tgtEl>
                                          <p:spTgt spid="25"/>
                                        </p:tgtEl>
                                        <p:attrNameLst>
                                          <p:attrName>style.visibility</p:attrName>
                                        </p:attrNameLst>
                                      </p:cBhvr>
                                      <p:to>
                                        <p:strVal val="visible"/>
                                      </p:to>
                                    </p:set>
                                    <p:animEffect transition="in" filter="fade">
                                      <p:cBhvr>
                                        <p:cTn id="196" dur="1000"/>
                                        <p:tgtEl>
                                          <p:spTgt spid="25"/>
                                        </p:tgtEl>
                                      </p:cBhvr>
                                    </p:animEffect>
                                    <p:anim calcmode="lin" valueType="num">
                                      <p:cBhvr>
                                        <p:cTn id="197" dur="1000" fill="hold"/>
                                        <p:tgtEl>
                                          <p:spTgt spid="25"/>
                                        </p:tgtEl>
                                        <p:attrNameLst>
                                          <p:attrName>ppt_x</p:attrName>
                                        </p:attrNameLst>
                                      </p:cBhvr>
                                      <p:tavLst>
                                        <p:tav tm="0">
                                          <p:val>
                                            <p:strVal val="#ppt_x"/>
                                          </p:val>
                                        </p:tav>
                                        <p:tav tm="100000">
                                          <p:val>
                                            <p:strVal val="#ppt_x"/>
                                          </p:val>
                                        </p:tav>
                                      </p:tavLst>
                                    </p:anim>
                                    <p:anim calcmode="lin" valueType="num">
                                      <p:cBhvr>
                                        <p:cTn id="198" dur="1000" fill="hold"/>
                                        <p:tgtEl>
                                          <p:spTgt spid="25"/>
                                        </p:tgtEl>
                                        <p:attrNameLst>
                                          <p:attrName>ppt_y</p:attrName>
                                        </p:attrNameLst>
                                      </p:cBhvr>
                                      <p:tavLst>
                                        <p:tav tm="0">
                                          <p:val>
                                            <p:strVal val="#ppt_y+.1"/>
                                          </p:val>
                                        </p:tav>
                                        <p:tav tm="100000">
                                          <p:val>
                                            <p:strVal val="#ppt_y"/>
                                          </p:val>
                                        </p:tav>
                                      </p:tavLst>
                                    </p:anim>
                                  </p:childTnLst>
                                </p:cTn>
                              </p:par>
                            </p:childTnLst>
                          </p:cTn>
                        </p:par>
                        <p:par>
                          <p:cTn id="199" fill="hold">
                            <p:stCondLst>
                              <p:cond delay="4500"/>
                            </p:stCondLst>
                            <p:childTnLst>
                              <p:par>
                                <p:cTn id="200" presetID="21" presetClass="exit" presetSubtype="8" fill="hold" grpId="1" nodeType="afterEffect">
                                  <p:stCondLst>
                                    <p:cond delay="0"/>
                                  </p:stCondLst>
                                  <p:childTnLst>
                                    <p:animEffect transition="out" filter="wheel(8)">
                                      <p:cBhvr>
                                        <p:cTn id="201" dur="1000"/>
                                        <p:tgtEl>
                                          <p:spTgt spid="51"/>
                                        </p:tgtEl>
                                      </p:cBhvr>
                                    </p:animEffect>
                                    <p:set>
                                      <p:cBhvr>
                                        <p:cTn id="202" dur="1" fill="hold">
                                          <p:stCondLst>
                                            <p:cond delay="999"/>
                                          </p:stCondLst>
                                        </p:cTn>
                                        <p:tgtEl>
                                          <p:spTgt spid="51"/>
                                        </p:tgtEl>
                                        <p:attrNameLst>
                                          <p:attrName>style.visibility</p:attrName>
                                        </p:attrNameLst>
                                      </p:cBhvr>
                                      <p:to>
                                        <p:strVal val="hidden"/>
                                      </p:to>
                                    </p:set>
                                  </p:childTnLst>
                                </p:cTn>
                              </p:par>
                            </p:childTnLst>
                          </p:cTn>
                        </p:par>
                        <p:par>
                          <p:cTn id="203" fill="hold">
                            <p:stCondLst>
                              <p:cond delay="5500"/>
                            </p:stCondLst>
                            <p:childTnLst>
                              <p:par>
                                <p:cTn id="204" presetID="21" presetClass="entr" presetSubtype="8" fill="hold" grpId="0" nodeType="afterEffect">
                                  <p:stCondLst>
                                    <p:cond delay="0"/>
                                  </p:stCondLst>
                                  <p:childTnLst>
                                    <p:set>
                                      <p:cBhvr>
                                        <p:cTn id="205" dur="1" fill="hold">
                                          <p:stCondLst>
                                            <p:cond delay="0"/>
                                          </p:stCondLst>
                                        </p:cTn>
                                        <p:tgtEl>
                                          <p:spTgt spid="54"/>
                                        </p:tgtEl>
                                        <p:attrNameLst>
                                          <p:attrName>style.visibility</p:attrName>
                                        </p:attrNameLst>
                                      </p:cBhvr>
                                      <p:to>
                                        <p:strVal val="visible"/>
                                      </p:to>
                                    </p:set>
                                    <p:animEffect transition="in" filter="wheel(8)">
                                      <p:cBhvr>
                                        <p:cTn id="206" dur="1500"/>
                                        <p:tgtEl>
                                          <p:spTgt spid="54"/>
                                        </p:tgtEl>
                                      </p:cBhvr>
                                    </p:animEffect>
                                  </p:childTnLst>
                                </p:cTn>
                              </p:par>
                            </p:childTnLst>
                          </p:cTn>
                        </p:par>
                        <p:par>
                          <p:cTn id="207" fill="hold">
                            <p:stCondLst>
                              <p:cond delay="7000"/>
                            </p:stCondLst>
                            <p:childTnLst>
                              <p:par>
                                <p:cTn id="208" presetID="21" presetClass="exit" presetSubtype="8" fill="hold" grpId="1" nodeType="afterEffect">
                                  <p:stCondLst>
                                    <p:cond delay="0"/>
                                  </p:stCondLst>
                                  <p:childTnLst>
                                    <p:animEffect transition="out" filter="wheel(8)">
                                      <p:cBhvr>
                                        <p:cTn id="209" dur="1000"/>
                                        <p:tgtEl>
                                          <p:spTgt spid="54"/>
                                        </p:tgtEl>
                                      </p:cBhvr>
                                    </p:animEffect>
                                    <p:set>
                                      <p:cBhvr>
                                        <p:cTn id="210" dur="1" fill="hold">
                                          <p:stCondLst>
                                            <p:cond delay="999"/>
                                          </p:stCondLst>
                                        </p:cTn>
                                        <p:tgtEl>
                                          <p:spTgt spid="54"/>
                                        </p:tgtEl>
                                        <p:attrNameLst>
                                          <p:attrName>style.visibility</p:attrName>
                                        </p:attrNameLst>
                                      </p:cBhvr>
                                      <p:to>
                                        <p:strVal val="hidden"/>
                                      </p:to>
                                    </p:set>
                                  </p:childTnLst>
                                </p:cTn>
                              </p:par>
                            </p:childTnLst>
                          </p:cTn>
                        </p:par>
                      </p:childTnLst>
                    </p:cTn>
                  </p:par>
                  <p:par>
                    <p:cTn id="211" fill="hold">
                      <p:stCondLst>
                        <p:cond delay="indefinite"/>
                      </p:stCondLst>
                      <p:childTnLst>
                        <p:par>
                          <p:cTn id="212" fill="hold">
                            <p:stCondLst>
                              <p:cond delay="0"/>
                            </p:stCondLst>
                            <p:childTnLst>
                              <p:par>
                                <p:cTn id="213" presetID="21" presetClass="entr" presetSubtype="1" fill="hold" grpId="0" nodeType="clickEffect">
                                  <p:stCondLst>
                                    <p:cond delay="0"/>
                                  </p:stCondLst>
                                  <p:childTnLst>
                                    <p:set>
                                      <p:cBhvr>
                                        <p:cTn id="214" dur="1" fill="hold">
                                          <p:stCondLst>
                                            <p:cond delay="0"/>
                                          </p:stCondLst>
                                        </p:cTn>
                                        <p:tgtEl>
                                          <p:spTgt spid="55"/>
                                        </p:tgtEl>
                                        <p:attrNameLst>
                                          <p:attrName>style.visibility</p:attrName>
                                        </p:attrNameLst>
                                      </p:cBhvr>
                                      <p:to>
                                        <p:strVal val="visible"/>
                                      </p:to>
                                    </p:set>
                                    <p:animEffect transition="in" filter="wheel(1)">
                                      <p:cBhvr>
                                        <p:cTn id="215" dur="1500"/>
                                        <p:tgtEl>
                                          <p:spTgt spid="55"/>
                                        </p:tgtEl>
                                      </p:cBhvr>
                                    </p:animEffect>
                                  </p:childTnLst>
                                </p:cTn>
                              </p:par>
                            </p:childTnLst>
                          </p:cTn>
                        </p:par>
                        <p:par>
                          <p:cTn id="216" fill="hold">
                            <p:stCondLst>
                              <p:cond delay="1500"/>
                            </p:stCondLst>
                            <p:childTnLst>
                              <p:par>
                                <p:cTn id="217" presetID="47" presetClass="exit" presetSubtype="0" fill="hold" grpId="1" nodeType="afterEffect">
                                  <p:stCondLst>
                                    <p:cond delay="0"/>
                                  </p:stCondLst>
                                  <p:childTnLst>
                                    <p:animEffect transition="out" filter="fade">
                                      <p:cBhvr>
                                        <p:cTn id="218" dur="1000"/>
                                        <p:tgtEl>
                                          <p:spTgt spid="55"/>
                                        </p:tgtEl>
                                      </p:cBhvr>
                                    </p:animEffect>
                                    <p:anim calcmode="lin" valueType="num">
                                      <p:cBhvr>
                                        <p:cTn id="219" dur="1000"/>
                                        <p:tgtEl>
                                          <p:spTgt spid="55"/>
                                        </p:tgtEl>
                                        <p:attrNameLst>
                                          <p:attrName>ppt_x</p:attrName>
                                        </p:attrNameLst>
                                      </p:cBhvr>
                                      <p:tavLst>
                                        <p:tav tm="0">
                                          <p:val>
                                            <p:strVal val="ppt_x"/>
                                          </p:val>
                                        </p:tav>
                                        <p:tav tm="100000">
                                          <p:val>
                                            <p:strVal val="ppt_x"/>
                                          </p:val>
                                        </p:tav>
                                      </p:tavLst>
                                    </p:anim>
                                    <p:anim calcmode="lin" valueType="num">
                                      <p:cBhvr>
                                        <p:cTn id="220" dur="1000"/>
                                        <p:tgtEl>
                                          <p:spTgt spid="55"/>
                                        </p:tgtEl>
                                        <p:attrNameLst>
                                          <p:attrName>ppt_y</p:attrName>
                                        </p:attrNameLst>
                                      </p:cBhvr>
                                      <p:tavLst>
                                        <p:tav tm="0">
                                          <p:val>
                                            <p:strVal val="ppt_y"/>
                                          </p:val>
                                        </p:tav>
                                        <p:tav tm="100000">
                                          <p:val>
                                            <p:strVal val="ppt_y-.1"/>
                                          </p:val>
                                        </p:tav>
                                      </p:tavLst>
                                    </p:anim>
                                    <p:set>
                                      <p:cBhvr>
                                        <p:cTn id="221" dur="1" fill="hold">
                                          <p:stCondLst>
                                            <p:cond delay="999"/>
                                          </p:stCondLst>
                                        </p:cTn>
                                        <p:tgtEl>
                                          <p:spTgt spid="55"/>
                                        </p:tgtEl>
                                        <p:attrNameLst>
                                          <p:attrName>style.visibility</p:attrName>
                                        </p:attrNameLst>
                                      </p:cBhvr>
                                      <p:to>
                                        <p:strVal val="hidden"/>
                                      </p:to>
                                    </p:set>
                                  </p:childTnLst>
                                </p:cTn>
                              </p:par>
                            </p:childTnLst>
                          </p:cTn>
                        </p:par>
                        <p:par>
                          <p:cTn id="222" fill="hold">
                            <p:stCondLst>
                              <p:cond delay="2500"/>
                            </p:stCondLst>
                            <p:childTnLst>
                              <p:par>
                                <p:cTn id="223" presetID="22" presetClass="entr" presetSubtype="4" fill="hold" grpId="0" nodeType="afterEffect">
                                  <p:stCondLst>
                                    <p:cond delay="0"/>
                                  </p:stCondLst>
                                  <p:childTnLst>
                                    <p:set>
                                      <p:cBhvr>
                                        <p:cTn id="224" dur="1" fill="hold">
                                          <p:stCondLst>
                                            <p:cond delay="0"/>
                                          </p:stCondLst>
                                        </p:cTn>
                                        <p:tgtEl>
                                          <p:spTgt spid="56"/>
                                        </p:tgtEl>
                                        <p:attrNameLst>
                                          <p:attrName>style.visibility</p:attrName>
                                        </p:attrNameLst>
                                      </p:cBhvr>
                                      <p:to>
                                        <p:strVal val="visible"/>
                                      </p:to>
                                    </p:set>
                                    <p:animEffect transition="in" filter="wipe(down)">
                                      <p:cBhvr>
                                        <p:cTn id="225" dur="500"/>
                                        <p:tgtEl>
                                          <p:spTgt spid="56"/>
                                        </p:tgtEl>
                                      </p:cBhvr>
                                    </p:animEffect>
                                  </p:childTnLst>
                                </p:cTn>
                              </p:par>
                            </p:childTnLst>
                          </p:cTn>
                        </p:par>
                        <p:par>
                          <p:cTn id="226" fill="hold">
                            <p:stCondLst>
                              <p:cond delay="3000"/>
                            </p:stCondLst>
                            <p:childTnLst>
                              <p:par>
                                <p:cTn id="227" presetID="47" presetClass="entr" presetSubtype="0" fill="hold" grpId="0" nodeType="afterEffect">
                                  <p:stCondLst>
                                    <p:cond delay="0"/>
                                  </p:stCondLst>
                                  <p:childTnLst>
                                    <p:set>
                                      <p:cBhvr>
                                        <p:cTn id="228" dur="1" fill="hold">
                                          <p:stCondLst>
                                            <p:cond delay="0"/>
                                          </p:stCondLst>
                                        </p:cTn>
                                        <p:tgtEl>
                                          <p:spTgt spid="65"/>
                                        </p:tgtEl>
                                        <p:attrNameLst>
                                          <p:attrName>style.visibility</p:attrName>
                                        </p:attrNameLst>
                                      </p:cBhvr>
                                      <p:to>
                                        <p:strVal val="visible"/>
                                      </p:to>
                                    </p:set>
                                    <p:animEffect transition="in" filter="fade">
                                      <p:cBhvr>
                                        <p:cTn id="229" dur="1000"/>
                                        <p:tgtEl>
                                          <p:spTgt spid="65"/>
                                        </p:tgtEl>
                                      </p:cBhvr>
                                    </p:animEffect>
                                    <p:anim calcmode="lin" valueType="num">
                                      <p:cBhvr>
                                        <p:cTn id="230" dur="1000" fill="hold"/>
                                        <p:tgtEl>
                                          <p:spTgt spid="65"/>
                                        </p:tgtEl>
                                        <p:attrNameLst>
                                          <p:attrName>ppt_x</p:attrName>
                                        </p:attrNameLst>
                                      </p:cBhvr>
                                      <p:tavLst>
                                        <p:tav tm="0">
                                          <p:val>
                                            <p:strVal val="#ppt_x"/>
                                          </p:val>
                                        </p:tav>
                                        <p:tav tm="100000">
                                          <p:val>
                                            <p:strVal val="#ppt_x"/>
                                          </p:val>
                                        </p:tav>
                                      </p:tavLst>
                                    </p:anim>
                                    <p:anim calcmode="lin" valueType="num">
                                      <p:cBhvr>
                                        <p:cTn id="231"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232" fill="hold">
                      <p:stCondLst>
                        <p:cond delay="indefinite"/>
                      </p:stCondLst>
                      <p:childTnLst>
                        <p:par>
                          <p:cTn id="233" fill="hold">
                            <p:stCondLst>
                              <p:cond delay="0"/>
                            </p:stCondLst>
                            <p:childTnLst>
                              <p:par>
                                <p:cTn id="234" presetID="21" presetClass="entr" presetSubtype="1" fill="hold" grpId="0" nodeType="clickEffect">
                                  <p:stCondLst>
                                    <p:cond delay="0"/>
                                  </p:stCondLst>
                                  <p:childTnLst>
                                    <p:set>
                                      <p:cBhvr>
                                        <p:cTn id="235" dur="1" fill="hold">
                                          <p:stCondLst>
                                            <p:cond delay="0"/>
                                          </p:stCondLst>
                                        </p:cTn>
                                        <p:tgtEl>
                                          <p:spTgt spid="57"/>
                                        </p:tgtEl>
                                        <p:attrNameLst>
                                          <p:attrName>style.visibility</p:attrName>
                                        </p:attrNameLst>
                                      </p:cBhvr>
                                      <p:to>
                                        <p:strVal val="visible"/>
                                      </p:to>
                                    </p:set>
                                    <p:animEffect transition="in" filter="wheel(1)">
                                      <p:cBhvr>
                                        <p:cTn id="236" dur="1500"/>
                                        <p:tgtEl>
                                          <p:spTgt spid="57"/>
                                        </p:tgtEl>
                                      </p:cBhvr>
                                    </p:animEffect>
                                  </p:childTnLst>
                                </p:cTn>
                              </p:par>
                            </p:childTnLst>
                          </p:cTn>
                        </p:par>
                        <p:par>
                          <p:cTn id="237" fill="hold">
                            <p:stCondLst>
                              <p:cond delay="1500"/>
                            </p:stCondLst>
                            <p:childTnLst>
                              <p:par>
                                <p:cTn id="238" presetID="47" presetClass="exit" presetSubtype="0" fill="hold" grpId="1" nodeType="afterEffect">
                                  <p:stCondLst>
                                    <p:cond delay="0"/>
                                  </p:stCondLst>
                                  <p:childTnLst>
                                    <p:animEffect transition="out" filter="fade">
                                      <p:cBhvr>
                                        <p:cTn id="239" dur="1000"/>
                                        <p:tgtEl>
                                          <p:spTgt spid="57"/>
                                        </p:tgtEl>
                                      </p:cBhvr>
                                    </p:animEffect>
                                    <p:anim calcmode="lin" valueType="num">
                                      <p:cBhvr>
                                        <p:cTn id="240" dur="1000"/>
                                        <p:tgtEl>
                                          <p:spTgt spid="57"/>
                                        </p:tgtEl>
                                        <p:attrNameLst>
                                          <p:attrName>ppt_x</p:attrName>
                                        </p:attrNameLst>
                                      </p:cBhvr>
                                      <p:tavLst>
                                        <p:tav tm="0">
                                          <p:val>
                                            <p:strVal val="ppt_x"/>
                                          </p:val>
                                        </p:tav>
                                        <p:tav tm="100000">
                                          <p:val>
                                            <p:strVal val="ppt_x"/>
                                          </p:val>
                                        </p:tav>
                                      </p:tavLst>
                                    </p:anim>
                                    <p:anim calcmode="lin" valueType="num">
                                      <p:cBhvr>
                                        <p:cTn id="241" dur="1000"/>
                                        <p:tgtEl>
                                          <p:spTgt spid="57"/>
                                        </p:tgtEl>
                                        <p:attrNameLst>
                                          <p:attrName>ppt_y</p:attrName>
                                        </p:attrNameLst>
                                      </p:cBhvr>
                                      <p:tavLst>
                                        <p:tav tm="0">
                                          <p:val>
                                            <p:strVal val="ppt_y"/>
                                          </p:val>
                                        </p:tav>
                                        <p:tav tm="100000">
                                          <p:val>
                                            <p:strVal val="ppt_y-.1"/>
                                          </p:val>
                                        </p:tav>
                                      </p:tavLst>
                                    </p:anim>
                                    <p:set>
                                      <p:cBhvr>
                                        <p:cTn id="242" dur="1" fill="hold">
                                          <p:stCondLst>
                                            <p:cond delay="999"/>
                                          </p:stCondLst>
                                        </p:cTn>
                                        <p:tgtEl>
                                          <p:spTgt spid="57"/>
                                        </p:tgtEl>
                                        <p:attrNameLst>
                                          <p:attrName>style.visibility</p:attrName>
                                        </p:attrNameLst>
                                      </p:cBhvr>
                                      <p:to>
                                        <p:strVal val="hidden"/>
                                      </p:to>
                                    </p:set>
                                  </p:childTnLst>
                                </p:cTn>
                              </p:par>
                            </p:childTnLst>
                          </p:cTn>
                        </p:par>
                        <p:par>
                          <p:cTn id="243" fill="hold">
                            <p:stCondLst>
                              <p:cond delay="2500"/>
                            </p:stCondLst>
                            <p:childTnLst>
                              <p:par>
                                <p:cTn id="244" presetID="22" presetClass="entr" presetSubtype="4" fill="hold" grpId="0" nodeType="afterEffect">
                                  <p:stCondLst>
                                    <p:cond delay="0"/>
                                  </p:stCondLst>
                                  <p:childTnLst>
                                    <p:set>
                                      <p:cBhvr>
                                        <p:cTn id="245" dur="1" fill="hold">
                                          <p:stCondLst>
                                            <p:cond delay="0"/>
                                          </p:stCondLst>
                                        </p:cTn>
                                        <p:tgtEl>
                                          <p:spTgt spid="58"/>
                                        </p:tgtEl>
                                        <p:attrNameLst>
                                          <p:attrName>style.visibility</p:attrName>
                                        </p:attrNameLst>
                                      </p:cBhvr>
                                      <p:to>
                                        <p:strVal val="visible"/>
                                      </p:to>
                                    </p:set>
                                    <p:animEffect transition="in" filter="wipe(down)">
                                      <p:cBhvr>
                                        <p:cTn id="246" dur="500"/>
                                        <p:tgtEl>
                                          <p:spTgt spid="58"/>
                                        </p:tgtEl>
                                      </p:cBhvr>
                                    </p:animEffect>
                                  </p:childTnLst>
                                </p:cTn>
                              </p:par>
                            </p:childTnLst>
                          </p:cTn>
                        </p:par>
                        <p:par>
                          <p:cTn id="247" fill="hold">
                            <p:stCondLst>
                              <p:cond delay="3000"/>
                            </p:stCondLst>
                            <p:childTnLst>
                              <p:par>
                                <p:cTn id="248" presetID="47" presetClass="entr" presetSubtype="0" fill="hold" grpId="0" nodeType="afterEffect">
                                  <p:stCondLst>
                                    <p:cond delay="0"/>
                                  </p:stCondLst>
                                  <p:childTnLst>
                                    <p:set>
                                      <p:cBhvr>
                                        <p:cTn id="249" dur="1" fill="hold">
                                          <p:stCondLst>
                                            <p:cond delay="0"/>
                                          </p:stCondLst>
                                        </p:cTn>
                                        <p:tgtEl>
                                          <p:spTgt spid="66"/>
                                        </p:tgtEl>
                                        <p:attrNameLst>
                                          <p:attrName>style.visibility</p:attrName>
                                        </p:attrNameLst>
                                      </p:cBhvr>
                                      <p:to>
                                        <p:strVal val="visible"/>
                                      </p:to>
                                    </p:set>
                                    <p:animEffect transition="in" filter="fade">
                                      <p:cBhvr>
                                        <p:cTn id="250" dur="1000"/>
                                        <p:tgtEl>
                                          <p:spTgt spid="66"/>
                                        </p:tgtEl>
                                      </p:cBhvr>
                                    </p:animEffect>
                                    <p:anim calcmode="lin" valueType="num">
                                      <p:cBhvr>
                                        <p:cTn id="251" dur="1000" fill="hold"/>
                                        <p:tgtEl>
                                          <p:spTgt spid="66"/>
                                        </p:tgtEl>
                                        <p:attrNameLst>
                                          <p:attrName>ppt_x</p:attrName>
                                        </p:attrNameLst>
                                      </p:cBhvr>
                                      <p:tavLst>
                                        <p:tav tm="0">
                                          <p:val>
                                            <p:strVal val="#ppt_x"/>
                                          </p:val>
                                        </p:tav>
                                        <p:tav tm="100000">
                                          <p:val>
                                            <p:strVal val="#ppt_x"/>
                                          </p:val>
                                        </p:tav>
                                      </p:tavLst>
                                    </p:anim>
                                    <p:anim calcmode="lin" valueType="num">
                                      <p:cBhvr>
                                        <p:cTn id="252" dur="1000" fill="hold"/>
                                        <p:tgtEl>
                                          <p:spTgt spid="66"/>
                                        </p:tgtEl>
                                        <p:attrNameLst>
                                          <p:attrName>ppt_y</p:attrName>
                                        </p:attrNameLst>
                                      </p:cBhvr>
                                      <p:tavLst>
                                        <p:tav tm="0">
                                          <p:val>
                                            <p:strVal val="#ppt_y-.1"/>
                                          </p:val>
                                        </p:tav>
                                        <p:tav tm="100000">
                                          <p:val>
                                            <p:strVal val="#ppt_y"/>
                                          </p:val>
                                        </p:tav>
                                      </p:tavLst>
                                    </p:anim>
                                  </p:childTnLst>
                                </p:cTn>
                              </p:par>
                            </p:childTnLst>
                          </p:cTn>
                        </p:par>
                        <p:par>
                          <p:cTn id="253" fill="hold">
                            <p:stCondLst>
                              <p:cond delay="4000"/>
                            </p:stCondLst>
                            <p:childTnLst>
                              <p:par>
                                <p:cTn id="254" presetID="35" presetClass="path" presetSubtype="0" accel="50000" decel="50000" fill="hold" grpId="1" nodeType="afterEffect">
                                  <p:stCondLst>
                                    <p:cond delay="0"/>
                                  </p:stCondLst>
                                  <p:childTnLst>
                                    <p:animMotion origin="layout" path="M -4.16667E-6 1.85185E-6 L -0.05039 0.00185 " pathEditMode="relative" rAng="0" ptsTypes="AA">
                                      <p:cBhvr>
                                        <p:cTn id="255" dur="1250" fill="hold"/>
                                        <p:tgtEl>
                                          <p:spTgt spid="58"/>
                                        </p:tgtEl>
                                        <p:attrNameLst>
                                          <p:attrName>ppt_x</p:attrName>
                                          <p:attrName>ppt_y</p:attrName>
                                        </p:attrNameLst>
                                      </p:cBhvr>
                                      <p:rCtr x="-2526" y="93"/>
                                    </p:animMotion>
                                  </p:childTnLst>
                                </p:cTn>
                              </p:par>
                              <p:par>
                                <p:cTn id="256" presetID="63" presetClass="path" presetSubtype="0" accel="50000" decel="50000" fill="hold" grpId="1" nodeType="withEffect">
                                  <p:stCondLst>
                                    <p:cond delay="500"/>
                                  </p:stCondLst>
                                  <p:childTnLst>
                                    <p:animMotion origin="layout" path="M -3.125E-6 1.85185E-6 L 0.05065 2.60209E-18 " pathEditMode="relative" rAng="0" ptsTypes="AA">
                                      <p:cBhvr>
                                        <p:cTn id="257" dur="1250" fill="hold"/>
                                        <p:tgtEl>
                                          <p:spTgt spid="56"/>
                                        </p:tgtEl>
                                        <p:attrNameLst>
                                          <p:attrName>ppt_x</p:attrName>
                                          <p:attrName>ppt_y</p:attrName>
                                        </p:attrNameLst>
                                      </p:cBhvr>
                                      <p:rCtr x="2474" y="93"/>
                                    </p:animMotion>
                                  </p:childTnLst>
                                </p:cTn>
                              </p:par>
                            </p:childTnLst>
                          </p:cTn>
                        </p:par>
                        <p:par>
                          <p:cTn id="258" fill="hold">
                            <p:stCondLst>
                              <p:cond delay="5750"/>
                            </p:stCondLst>
                            <p:childTnLst>
                              <p:par>
                                <p:cTn id="259" presetID="35" presetClass="path" presetSubtype="0" accel="50000" decel="50000" fill="hold" grpId="1" nodeType="afterEffect">
                                  <p:stCondLst>
                                    <p:cond delay="0"/>
                                  </p:stCondLst>
                                  <p:childTnLst>
                                    <p:animMotion origin="layout" path="M -2.08333E-6 1.48148E-6 L -0.05039 0.00185 " pathEditMode="relative" rAng="0" ptsTypes="AA">
                                      <p:cBhvr>
                                        <p:cTn id="260" dur="1250" fill="hold"/>
                                        <p:tgtEl>
                                          <p:spTgt spid="66"/>
                                        </p:tgtEl>
                                        <p:attrNameLst>
                                          <p:attrName>ppt_x</p:attrName>
                                          <p:attrName>ppt_y</p:attrName>
                                        </p:attrNameLst>
                                      </p:cBhvr>
                                      <p:rCtr x="-2526" y="93"/>
                                    </p:animMotion>
                                  </p:childTnLst>
                                </p:cTn>
                              </p:par>
                              <p:par>
                                <p:cTn id="261" presetID="63" presetClass="path" presetSubtype="0" accel="50000" decel="50000" fill="hold" grpId="1" nodeType="withEffect">
                                  <p:stCondLst>
                                    <p:cond delay="500"/>
                                  </p:stCondLst>
                                  <p:childTnLst>
                                    <p:animMotion origin="layout" path="M -3.125E-6 1.48148E-6 L 0.05065 1.48148E-6 " pathEditMode="relative" rAng="0" ptsTypes="AA">
                                      <p:cBhvr>
                                        <p:cTn id="262" dur="1250" fill="hold"/>
                                        <p:tgtEl>
                                          <p:spTgt spid="65"/>
                                        </p:tgtEl>
                                        <p:attrNameLst>
                                          <p:attrName>ppt_x</p:attrName>
                                          <p:attrName>ppt_y</p:attrName>
                                        </p:attrNameLst>
                                      </p:cBhvr>
                                      <p:rCtr x="2526" y="0"/>
                                    </p:animMotion>
                                  </p:childTnLst>
                                </p:cTn>
                              </p:par>
                            </p:childTnLst>
                          </p:cTn>
                        </p:par>
                        <p:par>
                          <p:cTn id="263" fill="hold">
                            <p:stCondLst>
                              <p:cond delay="7500"/>
                            </p:stCondLst>
                            <p:childTnLst>
                              <p:par>
                                <p:cTn id="264" presetID="21" presetClass="entr" presetSubtype="1" fill="hold" grpId="0" nodeType="afterEffect">
                                  <p:stCondLst>
                                    <p:cond delay="0"/>
                                  </p:stCondLst>
                                  <p:childTnLst>
                                    <p:set>
                                      <p:cBhvr>
                                        <p:cTn id="265" dur="1" fill="hold">
                                          <p:stCondLst>
                                            <p:cond delay="0"/>
                                          </p:stCondLst>
                                        </p:cTn>
                                        <p:tgtEl>
                                          <p:spTgt spid="59"/>
                                        </p:tgtEl>
                                        <p:attrNameLst>
                                          <p:attrName>style.visibility</p:attrName>
                                        </p:attrNameLst>
                                      </p:cBhvr>
                                      <p:to>
                                        <p:strVal val="visible"/>
                                      </p:to>
                                    </p:set>
                                    <p:animEffect transition="in" filter="wheel(1)">
                                      <p:cBhvr>
                                        <p:cTn id="266" dur="1500"/>
                                        <p:tgtEl>
                                          <p:spTgt spid="59"/>
                                        </p:tgtEl>
                                      </p:cBhvr>
                                    </p:animEffect>
                                  </p:childTnLst>
                                </p:cTn>
                              </p:par>
                            </p:childTnLst>
                          </p:cTn>
                        </p:par>
                        <p:par>
                          <p:cTn id="267" fill="hold">
                            <p:stCondLst>
                              <p:cond delay="9000"/>
                            </p:stCondLst>
                            <p:childTnLst>
                              <p:par>
                                <p:cTn id="268" presetID="47" presetClass="exit" presetSubtype="0" fill="hold" grpId="1" nodeType="afterEffect">
                                  <p:stCondLst>
                                    <p:cond delay="0"/>
                                  </p:stCondLst>
                                  <p:childTnLst>
                                    <p:animEffect transition="out" filter="fade">
                                      <p:cBhvr>
                                        <p:cTn id="269" dur="1000"/>
                                        <p:tgtEl>
                                          <p:spTgt spid="59"/>
                                        </p:tgtEl>
                                      </p:cBhvr>
                                    </p:animEffect>
                                    <p:anim calcmode="lin" valueType="num">
                                      <p:cBhvr>
                                        <p:cTn id="270" dur="1000"/>
                                        <p:tgtEl>
                                          <p:spTgt spid="59"/>
                                        </p:tgtEl>
                                        <p:attrNameLst>
                                          <p:attrName>ppt_x</p:attrName>
                                        </p:attrNameLst>
                                      </p:cBhvr>
                                      <p:tavLst>
                                        <p:tav tm="0">
                                          <p:val>
                                            <p:strVal val="ppt_x"/>
                                          </p:val>
                                        </p:tav>
                                        <p:tav tm="100000">
                                          <p:val>
                                            <p:strVal val="ppt_x"/>
                                          </p:val>
                                        </p:tav>
                                      </p:tavLst>
                                    </p:anim>
                                    <p:anim calcmode="lin" valueType="num">
                                      <p:cBhvr>
                                        <p:cTn id="271" dur="1000"/>
                                        <p:tgtEl>
                                          <p:spTgt spid="59"/>
                                        </p:tgtEl>
                                        <p:attrNameLst>
                                          <p:attrName>ppt_y</p:attrName>
                                        </p:attrNameLst>
                                      </p:cBhvr>
                                      <p:tavLst>
                                        <p:tav tm="0">
                                          <p:val>
                                            <p:strVal val="ppt_y"/>
                                          </p:val>
                                        </p:tav>
                                        <p:tav tm="100000">
                                          <p:val>
                                            <p:strVal val="ppt_y-.1"/>
                                          </p:val>
                                        </p:tav>
                                      </p:tavLst>
                                    </p:anim>
                                    <p:set>
                                      <p:cBhvr>
                                        <p:cTn id="272" dur="1" fill="hold">
                                          <p:stCondLst>
                                            <p:cond delay="999"/>
                                          </p:stCondLst>
                                        </p:cTn>
                                        <p:tgtEl>
                                          <p:spTgt spid="59"/>
                                        </p:tgtEl>
                                        <p:attrNameLst>
                                          <p:attrName>style.visibility</p:attrName>
                                        </p:attrNameLst>
                                      </p:cBhvr>
                                      <p:to>
                                        <p:strVal val="hidden"/>
                                      </p:to>
                                    </p:set>
                                  </p:childTnLst>
                                </p:cTn>
                              </p:par>
                            </p:childTnLst>
                          </p:cTn>
                        </p:par>
                        <p:par>
                          <p:cTn id="273" fill="hold">
                            <p:stCondLst>
                              <p:cond delay="10000"/>
                            </p:stCondLst>
                            <p:childTnLst>
                              <p:par>
                                <p:cTn id="274" presetID="22" presetClass="entr" presetSubtype="4" fill="hold" grpId="0" nodeType="afterEffect">
                                  <p:stCondLst>
                                    <p:cond delay="0"/>
                                  </p:stCondLst>
                                  <p:childTnLst>
                                    <p:set>
                                      <p:cBhvr>
                                        <p:cTn id="275" dur="1" fill="hold">
                                          <p:stCondLst>
                                            <p:cond delay="0"/>
                                          </p:stCondLst>
                                        </p:cTn>
                                        <p:tgtEl>
                                          <p:spTgt spid="60"/>
                                        </p:tgtEl>
                                        <p:attrNameLst>
                                          <p:attrName>style.visibility</p:attrName>
                                        </p:attrNameLst>
                                      </p:cBhvr>
                                      <p:to>
                                        <p:strVal val="visible"/>
                                      </p:to>
                                    </p:set>
                                    <p:animEffect transition="in" filter="wipe(down)">
                                      <p:cBhvr>
                                        <p:cTn id="276" dur="500"/>
                                        <p:tgtEl>
                                          <p:spTgt spid="60"/>
                                        </p:tgtEl>
                                      </p:cBhvr>
                                    </p:animEffect>
                                  </p:childTnLst>
                                </p:cTn>
                              </p:par>
                            </p:childTnLst>
                          </p:cTn>
                        </p:par>
                        <p:par>
                          <p:cTn id="277" fill="hold">
                            <p:stCondLst>
                              <p:cond delay="10500"/>
                            </p:stCondLst>
                            <p:childTnLst>
                              <p:par>
                                <p:cTn id="278" presetID="47" presetClass="entr" presetSubtype="0" fill="hold" grpId="0" nodeType="afterEffect">
                                  <p:stCondLst>
                                    <p:cond delay="0"/>
                                  </p:stCondLst>
                                  <p:childTnLst>
                                    <p:set>
                                      <p:cBhvr>
                                        <p:cTn id="279" dur="1" fill="hold">
                                          <p:stCondLst>
                                            <p:cond delay="0"/>
                                          </p:stCondLst>
                                        </p:cTn>
                                        <p:tgtEl>
                                          <p:spTgt spid="67"/>
                                        </p:tgtEl>
                                        <p:attrNameLst>
                                          <p:attrName>style.visibility</p:attrName>
                                        </p:attrNameLst>
                                      </p:cBhvr>
                                      <p:to>
                                        <p:strVal val="visible"/>
                                      </p:to>
                                    </p:set>
                                    <p:animEffect transition="in" filter="fade">
                                      <p:cBhvr>
                                        <p:cTn id="280" dur="1000"/>
                                        <p:tgtEl>
                                          <p:spTgt spid="67"/>
                                        </p:tgtEl>
                                      </p:cBhvr>
                                    </p:animEffect>
                                    <p:anim calcmode="lin" valueType="num">
                                      <p:cBhvr>
                                        <p:cTn id="281" dur="1000" fill="hold"/>
                                        <p:tgtEl>
                                          <p:spTgt spid="67"/>
                                        </p:tgtEl>
                                        <p:attrNameLst>
                                          <p:attrName>ppt_x</p:attrName>
                                        </p:attrNameLst>
                                      </p:cBhvr>
                                      <p:tavLst>
                                        <p:tav tm="0">
                                          <p:val>
                                            <p:strVal val="#ppt_x"/>
                                          </p:val>
                                        </p:tav>
                                        <p:tav tm="100000">
                                          <p:val>
                                            <p:strVal val="#ppt_x"/>
                                          </p:val>
                                        </p:tav>
                                      </p:tavLst>
                                    </p:anim>
                                    <p:anim calcmode="lin" valueType="num">
                                      <p:cBhvr>
                                        <p:cTn id="282" dur="1000" fill="hold"/>
                                        <p:tgtEl>
                                          <p:spTgt spid="67"/>
                                        </p:tgtEl>
                                        <p:attrNameLst>
                                          <p:attrName>ppt_y</p:attrName>
                                        </p:attrNameLst>
                                      </p:cBhvr>
                                      <p:tavLst>
                                        <p:tav tm="0">
                                          <p:val>
                                            <p:strVal val="#ppt_y-.1"/>
                                          </p:val>
                                        </p:tav>
                                        <p:tav tm="100000">
                                          <p:val>
                                            <p:strVal val="#ppt_y"/>
                                          </p:val>
                                        </p:tav>
                                      </p:tavLst>
                                    </p:anim>
                                  </p:childTnLst>
                                </p:cTn>
                              </p:par>
                            </p:childTnLst>
                          </p:cTn>
                        </p:par>
                        <p:par>
                          <p:cTn id="283" fill="hold">
                            <p:stCondLst>
                              <p:cond delay="11500"/>
                            </p:stCondLst>
                            <p:childTnLst>
                              <p:par>
                                <p:cTn id="284" presetID="21" presetClass="entr" presetSubtype="1" fill="hold" grpId="0" nodeType="afterEffect">
                                  <p:stCondLst>
                                    <p:cond delay="0"/>
                                  </p:stCondLst>
                                  <p:childTnLst>
                                    <p:set>
                                      <p:cBhvr>
                                        <p:cTn id="285" dur="1" fill="hold">
                                          <p:stCondLst>
                                            <p:cond delay="0"/>
                                          </p:stCondLst>
                                        </p:cTn>
                                        <p:tgtEl>
                                          <p:spTgt spid="61"/>
                                        </p:tgtEl>
                                        <p:attrNameLst>
                                          <p:attrName>style.visibility</p:attrName>
                                        </p:attrNameLst>
                                      </p:cBhvr>
                                      <p:to>
                                        <p:strVal val="visible"/>
                                      </p:to>
                                    </p:set>
                                    <p:animEffect transition="in" filter="wheel(1)">
                                      <p:cBhvr>
                                        <p:cTn id="286" dur="1500"/>
                                        <p:tgtEl>
                                          <p:spTgt spid="61"/>
                                        </p:tgtEl>
                                      </p:cBhvr>
                                    </p:animEffect>
                                  </p:childTnLst>
                                </p:cTn>
                              </p:par>
                            </p:childTnLst>
                          </p:cTn>
                        </p:par>
                        <p:par>
                          <p:cTn id="287" fill="hold">
                            <p:stCondLst>
                              <p:cond delay="13000"/>
                            </p:stCondLst>
                            <p:childTnLst>
                              <p:par>
                                <p:cTn id="288" presetID="47" presetClass="exit" presetSubtype="0" fill="hold" grpId="1" nodeType="afterEffect">
                                  <p:stCondLst>
                                    <p:cond delay="0"/>
                                  </p:stCondLst>
                                  <p:childTnLst>
                                    <p:animEffect transition="out" filter="fade">
                                      <p:cBhvr>
                                        <p:cTn id="289" dur="1000"/>
                                        <p:tgtEl>
                                          <p:spTgt spid="61"/>
                                        </p:tgtEl>
                                      </p:cBhvr>
                                    </p:animEffect>
                                    <p:anim calcmode="lin" valueType="num">
                                      <p:cBhvr>
                                        <p:cTn id="290" dur="1000"/>
                                        <p:tgtEl>
                                          <p:spTgt spid="61"/>
                                        </p:tgtEl>
                                        <p:attrNameLst>
                                          <p:attrName>ppt_x</p:attrName>
                                        </p:attrNameLst>
                                      </p:cBhvr>
                                      <p:tavLst>
                                        <p:tav tm="0">
                                          <p:val>
                                            <p:strVal val="ppt_x"/>
                                          </p:val>
                                        </p:tav>
                                        <p:tav tm="100000">
                                          <p:val>
                                            <p:strVal val="ppt_x"/>
                                          </p:val>
                                        </p:tav>
                                      </p:tavLst>
                                    </p:anim>
                                    <p:anim calcmode="lin" valueType="num">
                                      <p:cBhvr>
                                        <p:cTn id="291" dur="1000"/>
                                        <p:tgtEl>
                                          <p:spTgt spid="61"/>
                                        </p:tgtEl>
                                        <p:attrNameLst>
                                          <p:attrName>ppt_y</p:attrName>
                                        </p:attrNameLst>
                                      </p:cBhvr>
                                      <p:tavLst>
                                        <p:tav tm="0">
                                          <p:val>
                                            <p:strVal val="ppt_y"/>
                                          </p:val>
                                        </p:tav>
                                        <p:tav tm="100000">
                                          <p:val>
                                            <p:strVal val="ppt_y-.1"/>
                                          </p:val>
                                        </p:tav>
                                      </p:tavLst>
                                    </p:anim>
                                    <p:set>
                                      <p:cBhvr>
                                        <p:cTn id="292" dur="1" fill="hold">
                                          <p:stCondLst>
                                            <p:cond delay="999"/>
                                          </p:stCondLst>
                                        </p:cTn>
                                        <p:tgtEl>
                                          <p:spTgt spid="61"/>
                                        </p:tgtEl>
                                        <p:attrNameLst>
                                          <p:attrName>style.visibility</p:attrName>
                                        </p:attrNameLst>
                                      </p:cBhvr>
                                      <p:to>
                                        <p:strVal val="hidden"/>
                                      </p:to>
                                    </p:set>
                                  </p:childTnLst>
                                </p:cTn>
                              </p:par>
                            </p:childTnLst>
                          </p:cTn>
                        </p:par>
                        <p:par>
                          <p:cTn id="293" fill="hold">
                            <p:stCondLst>
                              <p:cond delay="14000"/>
                            </p:stCondLst>
                            <p:childTnLst>
                              <p:par>
                                <p:cTn id="294" presetID="22" presetClass="entr" presetSubtype="4" fill="hold" grpId="0" nodeType="afterEffect">
                                  <p:stCondLst>
                                    <p:cond delay="0"/>
                                  </p:stCondLst>
                                  <p:childTnLst>
                                    <p:set>
                                      <p:cBhvr>
                                        <p:cTn id="295" dur="1" fill="hold">
                                          <p:stCondLst>
                                            <p:cond delay="0"/>
                                          </p:stCondLst>
                                        </p:cTn>
                                        <p:tgtEl>
                                          <p:spTgt spid="62"/>
                                        </p:tgtEl>
                                        <p:attrNameLst>
                                          <p:attrName>style.visibility</p:attrName>
                                        </p:attrNameLst>
                                      </p:cBhvr>
                                      <p:to>
                                        <p:strVal val="visible"/>
                                      </p:to>
                                    </p:set>
                                    <p:animEffect transition="in" filter="wipe(down)">
                                      <p:cBhvr>
                                        <p:cTn id="296" dur="500"/>
                                        <p:tgtEl>
                                          <p:spTgt spid="62"/>
                                        </p:tgtEl>
                                      </p:cBhvr>
                                    </p:animEffect>
                                  </p:childTnLst>
                                </p:cTn>
                              </p:par>
                            </p:childTnLst>
                          </p:cTn>
                        </p:par>
                        <p:par>
                          <p:cTn id="297" fill="hold">
                            <p:stCondLst>
                              <p:cond delay="14500"/>
                            </p:stCondLst>
                            <p:childTnLst>
                              <p:par>
                                <p:cTn id="298" presetID="47" presetClass="entr" presetSubtype="0" fill="hold" grpId="0" nodeType="afterEffect">
                                  <p:stCondLst>
                                    <p:cond delay="0"/>
                                  </p:stCondLst>
                                  <p:childTnLst>
                                    <p:set>
                                      <p:cBhvr>
                                        <p:cTn id="299" dur="1" fill="hold">
                                          <p:stCondLst>
                                            <p:cond delay="0"/>
                                          </p:stCondLst>
                                        </p:cTn>
                                        <p:tgtEl>
                                          <p:spTgt spid="68"/>
                                        </p:tgtEl>
                                        <p:attrNameLst>
                                          <p:attrName>style.visibility</p:attrName>
                                        </p:attrNameLst>
                                      </p:cBhvr>
                                      <p:to>
                                        <p:strVal val="visible"/>
                                      </p:to>
                                    </p:set>
                                    <p:animEffect transition="in" filter="fade">
                                      <p:cBhvr>
                                        <p:cTn id="300" dur="1000"/>
                                        <p:tgtEl>
                                          <p:spTgt spid="68"/>
                                        </p:tgtEl>
                                      </p:cBhvr>
                                    </p:animEffect>
                                    <p:anim calcmode="lin" valueType="num">
                                      <p:cBhvr>
                                        <p:cTn id="301" dur="1000" fill="hold"/>
                                        <p:tgtEl>
                                          <p:spTgt spid="68"/>
                                        </p:tgtEl>
                                        <p:attrNameLst>
                                          <p:attrName>ppt_x</p:attrName>
                                        </p:attrNameLst>
                                      </p:cBhvr>
                                      <p:tavLst>
                                        <p:tav tm="0">
                                          <p:val>
                                            <p:strVal val="#ppt_x"/>
                                          </p:val>
                                        </p:tav>
                                        <p:tav tm="100000">
                                          <p:val>
                                            <p:strVal val="#ppt_x"/>
                                          </p:val>
                                        </p:tav>
                                      </p:tavLst>
                                    </p:anim>
                                    <p:anim calcmode="lin" valueType="num">
                                      <p:cBhvr>
                                        <p:cTn id="302" dur="1000" fill="hold"/>
                                        <p:tgtEl>
                                          <p:spTgt spid="68"/>
                                        </p:tgtEl>
                                        <p:attrNameLst>
                                          <p:attrName>ppt_y</p:attrName>
                                        </p:attrNameLst>
                                      </p:cBhvr>
                                      <p:tavLst>
                                        <p:tav tm="0">
                                          <p:val>
                                            <p:strVal val="#ppt_y-.1"/>
                                          </p:val>
                                        </p:tav>
                                        <p:tav tm="100000">
                                          <p:val>
                                            <p:strVal val="#ppt_y"/>
                                          </p:val>
                                        </p:tav>
                                      </p:tavLst>
                                    </p:anim>
                                  </p:childTnLst>
                                </p:cTn>
                              </p:par>
                            </p:childTnLst>
                          </p:cTn>
                        </p:par>
                        <p:par>
                          <p:cTn id="303" fill="hold">
                            <p:stCondLst>
                              <p:cond delay="15500"/>
                            </p:stCondLst>
                            <p:childTnLst>
                              <p:par>
                                <p:cTn id="304" presetID="63" presetClass="path" presetSubtype="0" accel="50000" decel="50000" fill="hold" grpId="2" nodeType="afterEffect">
                                  <p:stCondLst>
                                    <p:cond delay="0"/>
                                  </p:stCondLst>
                                  <p:childTnLst>
                                    <p:animMotion origin="layout" path="M 0.05065 1.85185E-6 L 0.14805 0.00046 " pathEditMode="relative" rAng="0" ptsTypes="AA">
                                      <p:cBhvr>
                                        <p:cTn id="305" dur="1250" fill="hold"/>
                                        <p:tgtEl>
                                          <p:spTgt spid="56"/>
                                        </p:tgtEl>
                                        <p:attrNameLst>
                                          <p:attrName>ppt_x</p:attrName>
                                          <p:attrName>ppt_y</p:attrName>
                                        </p:attrNameLst>
                                      </p:cBhvr>
                                      <p:rCtr x="4870" y="23"/>
                                    </p:animMotion>
                                  </p:childTnLst>
                                </p:cTn>
                              </p:par>
                              <p:par>
                                <p:cTn id="306" presetID="35" presetClass="path" presetSubtype="0" accel="50000" decel="50000" fill="hold" grpId="1" nodeType="withEffect">
                                  <p:stCondLst>
                                    <p:cond delay="500"/>
                                  </p:stCondLst>
                                  <p:childTnLst>
                                    <p:animMotion origin="layout" path="M -1.45833E-6 1.85185E-6 L -0.09831 3.7037E-7 " pathEditMode="relative" rAng="0" ptsTypes="AA">
                                      <p:cBhvr>
                                        <p:cTn id="307" dur="1250" fill="hold"/>
                                        <p:tgtEl>
                                          <p:spTgt spid="62"/>
                                        </p:tgtEl>
                                        <p:attrNameLst>
                                          <p:attrName>ppt_x</p:attrName>
                                          <p:attrName>ppt_y</p:attrName>
                                        </p:attrNameLst>
                                      </p:cBhvr>
                                      <p:rCtr x="-4909" y="324"/>
                                    </p:animMotion>
                                  </p:childTnLst>
                                </p:cTn>
                              </p:par>
                            </p:childTnLst>
                          </p:cTn>
                        </p:par>
                        <p:par>
                          <p:cTn id="308" fill="hold">
                            <p:stCondLst>
                              <p:cond delay="17250"/>
                            </p:stCondLst>
                            <p:childTnLst>
                              <p:par>
                                <p:cTn id="309" presetID="63" presetClass="path" presetSubtype="0" accel="50000" decel="50000" fill="hold" grpId="2" nodeType="afterEffect">
                                  <p:stCondLst>
                                    <p:cond delay="0"/>
                                  </p:stCondLst>
                                  <p:childTnLst>
                                    <p:animMotion origin="layout" path="M -0.05039 0.00185 L 0.09909 0.00162 " pathEditMode="relative" rAng="0" ptsTypes="AA">
                                      <p:cBhvr>
                                        <p:cTn id="310" dur="1250" fill="hold"/>
                                        <p:tgtEl>
                                          <p:spTgt spid="66"/>
                                        </p:tgtEl>
                                        <p:attrNameLst>
                                          <p:attrName>ppt_x</p:attrName>
                                          <p:attrName>ppt_y</p:attrName>
                                        </p:attrNameLst>
                                      </p:cBhvr>
                                      <p:rCtr x="7474" y="-23"/>
                                    </p:animMotion>
                                  </p:childTnLst>
                                </p:cTn>
                              </p:par>
                              <p:par>
                                <p:cTn id="311" presetID="35" presetClass="path" presetSubtype="0" accel="50000" decel="50000" fill="hold" grpId="1" nodeType="withEffect">
                                  <p:stCondLst>
                                    <p:cond delay="500"/>
                                  </p:stCondLst>
                                  <p:childTnLst>
                                    <p:animMotion origin="layout" path="M -4.16667E-7 -1.48148E-6 L -0.14831 -0.00046 " pathEditMode="relative" rAng="0" ptsTypes="AA">
                                      <p:cBhvr>
                                        <p:cTn id="312" dur="1250" fill="hold"/>
                                        <p:tgtEl>
                                          <p:spTgt spid="68"/>
                                        </p:tgtEl>
                                        <p:attrNameLst>
                                          <p:attrName>ppt_x</p:attrName>
                                          <p:attrName>ppt_y</p:attrName>
                                        </p:attrNameLst>
                                      </p:cBhvr>
                                      <p:rCtr x="-7448" y="46"/>
                                    </p:animMotion>
                                  </p:childTnLst>
                                </p:cTn>
                              </p:par>
                            </p:childTnLst>
                          </p:cTn>
                        </p:par>
                        <p:par>
                          <p:cTn id="313" fill="hold">
                            <p:stCondLst>
                              <p:cond delay="19000"/>
                            </p:stCondLst>
                            <p:childTnLst>
                              <p:par>
                                <p:cTn id="314" presetID="21" presetClass="entr" presetSubtype="1" fill="hold" grpId="0" nodeType="afterEffect">
                                  <p:stCondLst>
                                    <p:cond delay="0"/>
                                  </p:stCondLst>
                                  <p:childTnLst>
                                    <p:set>
                                      <p:cBhvr>
                                        <p:cTn id="315" dur="1" fill="hold">
                                          <p:stCondLst>
                                            <p:cond delay="0"/>
                                          </p:stCondLst>
                                        </p:cTn>
                                        <p:tgtEl>
                                          <p:spTgt spid="63"/>
                                        </p:tgtEl>
                                        <p:attrNameLst>
                                          <p:attrName>style.visibility</p:attrName>
                                        </p:attrNameLst>
                                      </p:cBhvr>
                                      <p:to>
                                        <p:strVal val="visible"/>
                                      </p:to>
                                    </p:set>
                                    <p:animEffect transition="in" filter="wheel(1)">
                                      <p:cBhvr>
                                        <p:cTn id="316" dur="1500"/>
                                        <p:tgtEl>
                                          <p:spTgt spid="63"/>
                                        </p:tgtEl>
                                      </p:cBhvr>
                                    </p:animEffect>
                                  </p:childTnLst>
                                </p:cTn>
                              </p:par>
                            </p:childTnLst>
                          </p:cTn>
                        </p:par>
                        <p:par>
                          <p:cTn id="317" fill="hold">
                            <p:stCondLst>
                              <p:cond delay="20500"/>
                            </p:stCondLst>
                            <p:childTnLst>
                              <p:par>
                                <p:cTn id="318" presetID="47" presetClass="exit" presetSubtype="0" fill="hold" grpId="1" nodeType="afterEffect">
                                  <p:stCondLst>
                                    <p:cond delay="0"/>
                                  </p:stCondLst>
                                  <p:childTnLst>
                                    <p:animEffect transition="out" filter="fade">
                                      <p:cBhvr>
                                        <p:cTn id="319" dur="1000"/>
                                        <p:tgtEl>
                                          <p:spTgt spid="63"/>
                                        </p:tgtEl>
                                      </p:cBhvr>
                                    </p:animEffect>
                                    <p:anim calcmode="lin" valueType="num">
                                      <p:cBhvr>
                                        <p:cTn id="320" dur="1000"/>
                                        <p:tgtEl>
                                          <p:spTgt spid="63"/>
                                        </p:tgtEl>
                                        <p:attrNameLst>
                                          <p:attrName>ppt_x</p:attrName>
                                        </p:attrNameLst>
                                      </p:cBhvr>
                                      <p:tavLst>
                                        <p:tav tm="0">
                                          <p:val>
                                            <p:strVal val="ppt_x"/>
                                          </p:val>
                                        </p:tav>
                                        <p:tav tm="100000">
                                          <p:val>
                                            <p:strVal val="ppt_x"/>
                                          </p:val>
                                        </p:tav>
                                      </p:tavLst>
                                    </p:anim>
                                    <p:anim calcmode="lin" valueType="num">
                                      <p:cBhvr>
                                        <p:cTn id="321" dur="1000"/>
                                        <p:tgtEl>
                                          <p:spTgt spid="63"/>
                                        </p:tgtEl>
                                        <p:attrNameLst>
                                          <p:attrName>ppt_y</p:attrName>
                                        </p:attrNameLst>
                                      </p:cBhvr>
                                      <p:tavLst>
                                        <p:tav tm="0">
                                          <p:val>
                                            <p:strVal val="ppt_y"/>
                                          </p:val>
                                        </p:tav>
                                        <p:tav tm="100000">
                                          <p:val>
                                            <p:strVal val="ppt_y-.1"/>
                                          </p:val>
                                        </p:tav>
                                      </p:tavLst>
                                    </p:anim>
                                    <p:set>
                                      <p:cBhvr>
                                        <p:cTn id="322" dur="1" fill="hold">
                                          <p:stCondLst>
                                            <p:cond delay="999"/>
                                          </p:stCondLst>
                                        </p:cTn>
                                        <p:tgtEl>
                                          <p:spTgt spid="63"/>
                                        </p:tgtEl>
                                        <p:attrNameLst>
                                          <p:attrName>style.visibility</p:attrName>
                                        </p:attrNameLst>
                                      </p:cBhvr>
                                      <p:to>
                                        <p:strVal val="hidden"/>
                                      </p:to>
                                    </p:set>
                                  </p:childTnLst>
                                </p:cTn>
                              </p:par>
                            </p:childTnLst>
                          </p:cTn>
                        </p:par>
                        <p:par>
                          <p:cTn id="323" fill="hold">
                            <p:stCondLst>
                              <p:cond delay="21500"/>
                            </p:stCondLst>
                            <p:childTnLst>
                              <p:par>
                                <p:cTn id="324" presetID="22" presetClass="entr" presetSubtype="4" fill="hold" grpId="0" nodeType="afterEffect">
                                  <p:stCondLst>
                                    <p:cond delay="0"/>
                                  </p:stCondLst>
                                  <p:childTnLst>
                                    <p:set>
                                      <p:cBhvr>
                                        <p:cTn id="325" dur="1" fill="hold">
                                          <p:stCondLst>
                                            <p:cond delay="0"/>
                                          </p:stCondLst>
                                        </p:cTn>
                                        <p:tgtEl>
                                          <p:spTgt spid="64"/>
                                        </p:tgtEl>
                                        <p:attrNameLst>
                                          <p:attrName>style.visibility</p:attrName>
                                        </p:attrNameLst>
                                      </p:cBhvr>
                                      <p:to>
                                        <p:strVal val="visible"/>
                                      </p:to>
                                    </p:set>
                                    <p:animEffect transition="in" filter="wipe(down)">
                                      <p:cBhvr>
                                        <p:cTn id="326" dur="500"/>
                                        <p:tgtEl>
                                          <p:spTgt spid="64"/>
                                        </p:tgtEl>
                                      </p:cBhvr>
                                    </p:animEffect>
                                  </p:childTnLst>
                                </p:cTn>
                              </p:par>
                            </p:childTnLst>
                          </p:cTn>
                        </p:par>
                        <p:par>
                          <p:cTn id="327" fill="hold">
                            <p:stCondLst>
                              <p:cond delay="22000"/>
                            </p:stCondLst>
                            <p:childTnLst>
                              <p:par>
                                <p:cTn id="328" presetID="47" presetClass="entr" presetSubtype="0" fill="hold" grpId="0" nodeType="afterEffect">
                                  <p:stCondLst>
                                    <p:cond delay="0"/>
                                  </p:stCondLst>
                                  <p:childTnLst>
                                    <p:set>
                                      <p:cBhvr>
                                        <p:cTn id="329" dur="1" fill="hold">
                                          <p:stCondLst>
                                            <p:cond delay="0"/>
                                          </p:stCondLst>
                                        </p:cTn>
                                        <p:tgtEl>
                                          <p:spTgt spid="69"/>
                                        </p:tgtEl>
                                        <p:attrNameLst>
                                          <p:attrName>style.visibility</p:attrName>
                                        </p:attrNameLst>
                                      </p:cBhvr>
                                      <p:to>
                                        <p:strVal val="visible"/>
                                      </p:to>
                                    </p:set>
                                    <p:animEffect transition="in" filter="fade">
                                      <p:cBhvr>
                                        <p:cTn id="330" dur="1000"/>
                                        <p:tgtEl>
                                          <p:spTgt spid="69"/>
                                        </p:tgtEl>
                                      </p:cBhvr>
                                    </p:animEffect>
                                    <p:anim calcmode="lin" valueType="num">
                                      <p:cBhvr>
                                        <p:cTn id="331" dur="1000" fill="hold"/>
                                        <p:tgtEl>
                                          <p:spTgt spid="69"/>
                                        </p:tgtEl>
                                        <p:attrNameLst>
                                          <p:attrName>ppt_x</p:attrName>
                                        </p:attrNameLst>
                                      </p:cBhvr>
                                      <p:tavLst>
                                        <p:tav tm="0">
                                          <p:val>
                                            <p:strVal val="#ppt_x"/>
                                          </p:val>
                                        </p:tav>
                                        <p:tav tm="100000">
                                          <p:val>
                                            <p:strVal val="#ppt_x"/>
                                          </p:val>
                                        </p:tav>
                                      </p:tavLst>
                                    </p:anim>
                                    <p:anim calcmode="lin" valueType="num">
                                      <p:cBhvr>
                                        <p:cTn id="332"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333" fill="hold">
                      <p:stCondLst>
                        <p:cond delay="indefinite"/>
                      </p:stCondLst>
                      <p:childTnLst>
                        <p:par>
                          <p:cTn id="334" fill="hold">
                            <p:stCondLst>
                              <p:cond delay="0"/>
                            </p:stCondLst>
                            <p:childTnLst>
                              <p:par>
                                <p:cTn id="335" presetID="22" presetClass="entr" presetSubtype="8" fill="hold" grpId="0" nodeType="clickEffect">
                                  <p:stCondLst>
                                    <p:cond delay="0"/>
                                  </p:stCondLst>
                                  <p:childTnLst>
                                    <p:set>
                                      <p:cBhvr>
                                        <p:cTn id="336" dur="1" fill="hold">
                                          <p:stCondLst>
                                            <p:cond delay="0"/>
                                          </p:stCondLst>
                                        </p:cTn>
                                        <p:tgtEl>
                                          <p:spTgt spid="36"/>
                                        </p:tgtEl>
                                        <p:attrNameLst>
                                          <p:attrName>style.visibility</p:attrName>
                                        </p:attrNameLst>
                                      </p:cBhvr>
                                      <p:to>
                                        <p:strVal val="visible"/>
                                      </p:to>
                                    </p:set>
                                    <p:animEffect transition="in" filter="wipe(left)">
                                      <p:cBhvr>
                                        <p:cTn id="337" dur="1000"/>
                                        <p:tgtEl>
                                          <p:spTgt spid="36"/>
                                        </p:tgtEl>
                                      </p:cBhvr>
                                    </p:animEffect>
                                  </p:childTnLst>
                                </p:cTn>
                              </p:par>
                            </p:childTnLst>
                          </p:cTn>
                        </p:par>
                        <p:par>
                          <p:cTn id="338" fill="hold">
                            <p:stCondLst>
                              <p:cond delay="1000"/>
                            </p:stCondLst>
                            <p:childTnLst>
                              <p:par>
                                <p:cTn id="339" presetID="22" presetClass="entr" presetSubtype="8" fill="hold" grpId="0" nodeType="afterEffect">
                                  <p:stCondLst>
                                    <p:cond delay="0"/>
                                  </p:stCondLst>
                                  <p:childTnLst>
                                    <p:set>
                                      <p:cBhvr>
                                        <p:cTn id="340" dur="1" fill="hold">
                                          <p:stCondLst>
                                            <p:cond delay="0"/>
                                          </p:stCondLst>
                                        </p:cTn>
                                        <p:tgtEl>
                                          <p:spTgt spid="26"/>
                                        </p:tgtEl>
                                        <p:attrNameLst>
                                          <p:attrName>style.visibility</p:attrName>
                                        </p:attrNameLst>
                                      </p:cBhvr>
                                      <p:to>
                                        <p:strVal val="visible"/>
                                      </p:to>
                                    </p:set>
                                    <p:animEffect transition="in" filter="wipe(left)">
                                      <p:cBhvr>
                                        <p:cTn id="341" dur="1000"/>
                                        <p:tgtEl>
                                          <p:spTgt spid="26"/>
                                        </p:tgtEl>
                                      </p:cBhvr>
                                    </p:animEffect>
                                  </p:childTnLst>
                                </p:cTn>
                              </p:par>
                            </p:childTnLst>
                          </p:cTn>
                        </p:par>
                        <p:par>
                          <p:cTn id="342" fill="hold">
                            <p:stCondLst>
                              <p:cond delay="2000"/>
                            </p:stCondLst>
                            <p:childTnLst>
                              <p:par>
                                <p:cTn id="343" presetID="22" presetClass="entr" presetSubtype="8" fill="hold" grpId="0" nodeType="afterEffect">
                                  <p:stCondLst>
                                    <p:cond delay="0"/>
                                  </p:stCondLst>
                                  <p:childTnLst>
                                    <p:set>
                                      <p:cBhvr>
                                        <p:cTn id="344" dur="1" fill="hold">
                                          <p:stCondLst>
                                            <p:cond delay="0"/>
                                          </p:stCondLst>
                                        </p:cTn>
                                        <p:tgtEl>
                                          <p:spTgt spid="28"/>
                                        </p:tgtEl>
                                        <p:attrNameLst>
                                          <p:attrName>style.visibility</p:attrName>
                                        </p:attrNameLst>
                                      </p:cBhvr>
                                      <p:to>
                                        <p:strVal val="visible"/>
                                      </p:to>
                                    </p:set>
                                    <p:animEffect transition="in" filter="wipe(left)">
                                      <p:cBhvr>
                                        <p:cTn id="345" dur="1000"/>
                                        <p:tgtEl>
                                          <p:spTgt spid="28"/>
                                        </p:tgtEl>
                                      </p:cBhvr>
                                    </p:animEffect>
                                  </p:childTnLst>
                                </p:cTn>
                              </p:par>
                            </p:childTnLst>
                          </p:cTn>
                        </p:par>
                        <p:par>
                          <p:cTn id="346" fill="hold">
                            <p:stCondLst>
                              <p:cond delay="3000"/>
                            </p:stCondLst>
                            <p:childTnLst>
                              <p:par>
                                <p:cTn id="347" presetID="22" presetClass="entr" presetSubtype="8" fill="hold" grpId="0" nodeType="afterEffect">
                                  <p:stCondLst>
                                    <p:cond delay="0"/>
                                  </p:stCondLst>
                                  <p:childTnLst>
                                    <p:set>
                                      <p:cBhvr>
                                        <p:cTn id="348" dur="1" fill="hold">
                                          <p:stCondLst>
                                            <p:cond delay="0"/>
                                          </p:stCondLst>
                                        </p:cTn>
                                        <p:tgtEl>
                                          <p:spTgt spid="29"/>
                                        </p:tgtEl>
                                        <p:attrNameLst>
                                          <p:attrName>style.visibility</p:attrName>
                                        </p:attrNameLst>
                                      </p:cBhvr>
                                      <p:to>
                                        <p:strVal val="visible"/>
                                      </p:to>
                                    </p:set>
                                    <p:animEffect transition="in" filter="wipe(left)">
                                      <p:cBhvr>
                                        <p:cTn id="349"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4" grpId="1" animBg="1"/>
      <p:bldP spid="51" grpId="0" animBg="1"/>
      <p:bldP spid="51" grpId="1" animBg="1"/>
      <p:bldP spid="41" grpId="0" animBg="1"/>
      <p:bldP spid="41" grpId="1" animBg="1"/>
      <p:bldP spid="12" grpId="0" animBg="1"/>
      <p:bldP spid="14" grpId="0"/>
      <p:bldP spid="15" grpId="0"/>
      <p:bldP spid="18" grpId="0"/>
      <p:bldP spid="19" grpId="0"/>
      <p:bldP spid="20" grpId="0"/>
      <p:bldP spid="21" grpId="0"/>
      <p:bldP spid="22" grpId="0"/>
      <p:bldP spid="23" grpId="0"/>
      <p:bldP spid="24" grpId="0"/>
      <p:bldP spid="25" grpId="0"/>
      <p:bldP spid="26" grpId="0"/>
      <p:bldP spid="28" grpId="0"/>
      <p:bldP spid="29" grpId="0"/>
      <p:bldP spid="36" grpId="0"/>
      <p:bldP spid="42" grpId="0"/>
      <p:bldP spid="43" grpId="0"/>
      <p:bldP spid="44" grpId="0"/>
      <p:bldP spid="45" grpId="0"/>
      <p:bldP spid="45" grpId="1"/>
      <p:bldP spid="46" grpId="0"/>
      <p:bldP spid="46" grpId="1"/>
      <p:bldP spid="47" grpId="0"/>
      <p:bldP spid="47" grpId="1"/>
      <p:bldP spid="48" grpId="0"/>
      <p:bldP spid="48" grpId="1"/>
      <p:bldP spid="49" grpId="0"/>
      <p:bldP spid="49" grpId="1"/>
      <p:bldP spid="50" grpId="0"/>
      <p:bldP spid="50" grpId="1"/>
      <p:bldP spid="55" grpId="0" animBg="1"/>
      <p:bldP spid="55" grpId="1" animBg="1"/>
      <p:bldP spid="56" grpId="0"/>
      <p:bldP spid="56" grpId="1"/>
      <p:bldP spid="56" grpId="2"/>
      <p:bldP spid="57" grpId="0" animBg="1"/>
      <p:bldP spid="57" grpId="1" animBg="1"/>
      <p:bldP spid="58" grpId="0"/>
      <p:bldP spid="58" grpId="1"/>
      <p:bldP spid="59" grpId="0" animBg="1"/>
      <p:bldP spid="59" grpId="1" animBg="1"/>
      <p:bldP spid="60" grpId="0"/>
      <p:bldP spid="61" grpId="0" animBg="1"/>
      <p:bldP spid="61" grpId="1" animBg="1"/>
      <p:bldP spid="62" grpId="0"/>
      <p:bldP spid="62" grpId="1"/>
      <p:bldP spid="63" grpId="0" animBg="1"/>
      <p:bldP spid="63" grpId="1" animBg="1"/>
      <p:bldP spid="64" grpId="0"/>
      <p:bldP spid="65" grpId="0"/>
      <p:bldP spid="65" grpId="1"/>
      <p:bldP spid="66" grpId="0"/>
      <p:bldP spid="66" grpId="1"/>
      <p:bldP spid="66" grpId="2"/>
      <p:bldP spid="67" grpId="0"/>
      <p:bldP spid="68" grpId="0"/>
      <p:bldP spid="68" grpId="1"/>
      <p:bldP spid="69" grpId="0"/>
      <p:bldP spid="7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16A43F7D-550A-0158-88B2-E8E314A3885E}"/>
              </a:ext>
            </a:extLst>
          </p:cNvPr>
          <p:cNvSpPr/>
          <p:nvPr/>
        </p:nvSpPr>
        <p:spPr>
          <a:xfrm>
            <a:off x="503027" y="3561465"/>
            <a:ext cx="10371800" cy="2628902"/>
          </a:xfrm>
          <a:prstGeom prst="roundRect">
            <a:avLst/>
          </a:prstGeom>
          <a:solidFill>
            <a:srgbClr val="F0FAEC"/>
          </a:solid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24985894-7A51-A7C6-88ED-7A5EEC110C3D}"/>
              </a:ext>
            </a:extLst>
          </p:cNvPr>
          <p:cNvSpPr>
            <a:spLocks noGrp="1"/>
          </p:cNvSpPr>
          <p:nvPr>
            <p:ph type="sldNum" sz="quarter" idx="12"/>
          </p:nvPr>
        </p:nvSpPr>
        <p:spPr/>
        <p:txBody>
          <a:bodyPr/>
          <a:lstStyle/>
          <a:p>
            <a:fld id="{D7C0FE0B-717B-41AE-9FA2-CA4BF851D1C3}" type="slidenum">
              <a:rPr lang="zh-CN" altLang="en-US" smtClean="0"/>
              <a:t>29</a:t>
            </a:fld>
            <a:endParaRPr lang="zh-CN" altLang="en-US"/>
          </a:p>
        </p:txBody>
      </p:sp>
      <p:sp>
        <p:nvSpPr>
          <p:cNvPr id="3" name="文本框 5">
            <a:extLst>
              <a:ext uri="{FF2B5EF4-FFF2-40B4-BE49-F238E27FC236}">
                <a16:creationId xmlns:a16="http://schemas.microsoft.com/office/drawing/2014/main" id="{B25C1F85-E9CA-1F01-2C93-C5D812C3F144}"/>
              </a:ext>
            </a:extLst>
          </p:cNvPr>
          <p:cNvSpPr txBox="1"/>
          <p:nvPr/>
        </p:nvSpPr>
        <p:spPr>
          <a:xfrm>
            <a:off x="1009650" y="252344"/>
            <a:ext cx="6826828"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69240">
              <a:buNone/>
            </a:pPr>
            <a:r>
              <a:rPr lang="en-US" altLang="zh-CN" sz="2400" b="1" kern="100" spc="-1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7.5.1  </a:t>
            </a:r>
            <a:r>
              <a:rPr lang="zh-CN" altLang="zh-CN" sz="2400" b="1" kern="100" spc="-1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单个源点到其余各顶点的最短路径</a:t>
            </a:r>
            <a:r>
              <a:rPr lang="zh-CN" altLang="en-US" sz="2400" b="1" kern="100" spc="-10" dirty="0">
                <a:solidFill>
                  <a:srgbClr val="C00000"/>
                </a:solidFill>
                <a:latin typeface="微软雅黑" panose="020B0503020204020204" pitchFamily="34" charset="-122"/>
                <a:ea typeface="黑体" panose="02010609060101010101" pitchFamily="49" charset="-122"/>
                <a:cs typeface="Times New Roman" panose="02020603050405020304" pitchFamily="18" charset="0"/>
              </a:rPr>
              <a:t>（续）</a:t>
            </a:r>
            <a:endParaRPr lang="zh-CN" altLang="zh-CN" sz="2400" b="1" kern="100" spc="-1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92DAB9D6-FEC7-22DF-4336-747C064DBF5A}"/>
              </a:ext>
            </a:extLst>
          </p:cNvPr>
          <p:cNvSpPr txBox="1"/>
          <p:nvPr/>
        </p:nvSpPr>
        <p:spPr>
          <a:xfrm>
            <a:off x="263978" y="2987727"/>
            <a:ext cx="10958401" cy="3831818"/>
          </a:xfrm>
          <a:prstGeom prst="rect">
            <a:avLst/>
          </a:prstGeom>
          <a:noFill/>
        </p:spPr>
        <p:txBody>
          <a:bodyPr wrap="square">
            <a:spAutoFit/>
          </a:bodyPr>
          <a:lstStyle/>
          <a:p>
            <a:pPr marL="40005"/>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kern="100" spc="-10" dirty="0">
                <a:solidFill>
                  <a:srgbClr val="C00000"/>
                </a:solidFill>
                <a:latin typeface="Courier New" panose="02070309020205020404" pitchFamily="49" charset="0"/>
                <a:cs typeface="Times New Roman" panose="02020603050405020304" pitchFamily="18" charset="0"/>
              </a:rPr>
              <a:t>•••••• /* </a:t>
            </a:r>
            <a:r>
              <a:rPr lang="zh-CN" altLang="en-US" b="1" kern="100" spc="-10" dirty="0">
                <a:solidFill>
                  <a:srgbClr val="C00000"/>
                </a:solidFill>
                <a:latin typeface="Courier New" panose="02070309020205020404" pitchFamily="49" charset="0"/>
                <a:cs typeface="Times New Roman" panose="02020603050405020304" pitchFamily="18" charset="0"/>
              </a:rPr>
              <a:t>初始化</a:t>
            </a:r>
            <a:r>
              <a:rPr lang="zh-CN" altLang="en-US" kern="100" spc="-10" dirty="0">
                <a:solidFill>
                  <a:srgbClr val="C00000"/>
                </a:solidFill>
                <a:latin typeface="Courier New" panose="02070309020205020404" pitchFamily="49" charset="0"/>
                <a:cs typeface="Times New Roman" panose="02020603050405020304" pitchFamily="18" charset="0"/>
              </a:rPr>
              <a:t> </a:t>
            </a:r>
            <a:r>
              <a:rPr lang="en-US" altLang="zh-CN" kern="100" spc="-10" dirty="0">
                <a:solidFill>
                  <a:srgbClr val="C00000"/>
                </a:solidFill>
                <a:latin typeface="Courier New" panose="02070309020205020404" pitchFamily="49" charset="0"/>
                <a:cs typeface="Times New Roman" panose="02020603050405020304" pitchFamily="18" charset="0"/>
              </a:rPr>
              <a:t>*/</a:t>
            </a:r>
            <a:endPar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endParaRPr>
          </a:p>
          <a:p>
            <a:pPr marL="40005" algn="l">
              <a:buNone/>
            </a:pPr>
            <a:r>
              <a:rPr lang="en-US" altLang="zh-CN" kern="100" dirty="0">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lowcost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 0;  </a:t>
            </a:r>
            <a:r>
              <a:rPr lang="en-US" altLang="zh-CN" sz="1800" kern="100" dirty="0">
                <a:solidFill>
                  <a:schemeClr val="accent6">
                    <a:lumMod val="75000"/>
                  </a:schemeClr>
                </a:solidFill>
                <a:effectLst/>
                <a:latin typeface="Courier New" panose="02070309020205020404" pitchFamily="49" charset="0"/>
                <a:ea typeface="等线"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源点</a:t>
            </a:r>
            <a:r>
              <a:rPr lang="en-US" altLang="zh-CN" kern="100" dirty="0" err="1">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i</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的</a:t>
            </a:r>
            <a:r>
              <a:rPr lang="en-US" altLang="zh-CN" kern="100" dirty="0" err="1">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lowcost</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值置</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0</a:t>
            </a:r>
            <a:endPar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for </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(m=1; m&lt;G-&gt;n; m++)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按路径长度升序，依次求源点到其他顶点的最短路径</a:t>
            </a:r>
          </a:p>
          <a:p>
            <a:pPr marL="40005"/>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k = </a:t>
            </a:r>
            <a:r>
              <a:rPr lang="en-US" altLang="zh-CN" sz="1800" kern="100" dirty="0" err="1">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DelTop</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(H);    </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删除并获取堆顶（</a:t>
            </a:r>
            <a:r>
              <a:rPr lang="en-US" altLang="zh-CN" kern="100" dirty="0" err="1">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lowcost</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最小）的顶点序号，求出</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T</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的下一个</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k</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顶点</a:t>
            </a:r>
          </a:p>
          <a:p>
            <a:pPr marL="40005"/>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for</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(p=G-&gt;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vexs</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[k].</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firstArc</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p</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=NULL; p=p-&gt;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nextArc</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更新</a:t>
            </a:r>
            <a:r>
              <a:rPr lang="en-US" altLang="zh-CN" kern="100" dirty="0" err="1">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Dist</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数组</a:t>
            </a: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j = p-&gt;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adjvex</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if</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hpos</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[j] &gt; H-&gt;</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len</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break</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if</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[k].</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lowcost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 p-&gt;weight &lt;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[j].</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lowcost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[j].</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lowcost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[k].</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lowcost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 p-&gt;weight;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Dist</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[j].</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prev</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=k;</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SiftUp</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(H,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hpos</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[j]);  </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对</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j</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顶点在</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H</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中位置向上调整</a:t>
            </a:r>
          </a:p>
          <a:p>
            <a:pPr marL="40005" algn="l">
              <a:lnSpc>
                <a:spcPts val="1800"/>
              </a:lnSpc>
              <a:buNone/>
            </a:pPr>
            <a:r>
              <a:rPr lang="en-US" altLang="zh-CN" sz="1800" b="1" kern="100" dirty="0">
                <a:solidFill>
                  <a:srgbClr val="EE0000"/>
                </a:solidFill>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40005" algn="l">
              <a:lnSpc>
                <a:spcPts val="1800"/>
              </a:lnSpc>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40005" algn="l">
              <a:lnSpc>
                <a:spcPts val="1800"/>
              </a:lnSpc>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40005" algn="l">
              <a:buNone/>
            </a:pP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等线" panose="02010600030101010101" pitchFamily="2" charset="-122"/>
                <a:cs typeface="Times New Roman" panose="02020603050405020304" pitchFamily="18" charset="0"/>
              </a:rPr>
              <a:t>FreeHeap</a:t>
            </a:r>
            <a:r>
              <a:rPr lang="en-US" altLang="zh-CN" sz="1800" kern="100" dirty="0">
                <a:effectLst/>
                <a:latin typeface="Courier New" panose="02070309020205020404" pitchFamily="49" charset="0"/>
                <a:ea typeface="等线" panose="02010600030101010101" pitchFamily="2" charset="-122"/>
                <a:cs typeface="Times New Roman" panose="02020603050405020304" pitchFamily="18" charset="0"/>
              </a:rPr>
              <a:t>(H);  </a:t>
            </a:r>
            <a:r>
              <a:rPr lang="en-US"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ea typeface="等线" panose="02010600030101010101" pitchFamily="2" charset="-122"/>
                <a:cs typeface="Times New Roman" panose="02020603050405020304" pitchFamily="18" charset="0"/>
              </a:rPr>
              <a:t>回收堆</a:t>
            </a:r>
          </a:p>
          <a:p>
            <a:pPr marL="40005" algn="l">
              <a:buNone/>
            </a:pP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CF6E96B4-B34E-FC4C-5DDE-F34D9E4F0BCC}"/>
              </a:ext>
            </a:extLst>
          </p:cNvPr>
          <p:cNvSpPr/>
          <p:nvPr/>
        </p:nvSpPr>
        <p:spPr>
          <a:xfrm>
            <a:off x="6476899" y="731446"/>
            <a:ext cx="5304219" cy="2486160"/>
          </a:xfrm>
          <a:prstGeom prst="rect">
            <a:avLst/>
          </a:prstGeom>
          <a:solidFill>
            <a:srgbClr val="FCF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表格 6">
            <a:extLst>
              <a:ext uri="{FF2B5EF4-FFF2-40B4-BE49-F238E27FC236}">
                <a16:creationId xmlns:a16="http://schemas.microsoft.com/office/drawing/2014/main" id="{EA3C9E7E-2F78-C8E8-D3C1-75AA0C41828B}"/>
              </a:ext>
            </a:extLst>
          </p:cNvPr>
          <p:cNvGraphicFramePr>
            <a:graphicFrameLocks noGrp="1"/>
          </p:cNvGraphicFramePr>
          <p:nvPr>
            <p:extLst>
              <p:ext uri="{D42A27DB-BD31-4B8C-83A1-F6EECF244321}">
                <p14:modId xmlns:p14="http://schemas.microsoft.com/office/powerpoint/2010/main" val="2557897421"/>
              </p:ext>
            </p:extLst>
          </p:nvPr>
        </p:nvGraphicFramePr>
        <p:xfrm>
          <a:off x="6493063" y="1823312"/>
          <a:ext cx="5134736" cy="1010920"/>
        </p:xfrm>
        <a:graphic>
          <a:graphicData uri="http://schemas.openxmlformats.org/drawingml/2006/table">
            <a:tbl>
              <a:tblPr firstRow="1" bandRow="1">
                <a:tableStyleId>{5940675A-B579-460E-94D1-54222C63F5DA}</a:tableStyleId>
              </a:tblPr>
              <a:tblGrid>
                <a:gridCol w="1472858">
                  <a:extLst>
                    <a:ext uri="{9D8B030D-6E8A-4147-A177-3AD203B41FA5}">
                      <a16:colId xmlns:a16="http://schemas.microsoft.com/office/drawing/2014/main" val="2433682801"/>
                    </a:ext>
                  </a:extLst>
                </a:gridCol>
                <a:gridCol w="610313">
                  <a:extLst>
                    <a:ext uri="{9D8B030D-6E8A-4147-A177-3AD203B41FA5}">
                      <a16:colId xmlns:a16="http://schemas.microsoft.com/office/drawing/2014/main" val="3727777468"/>
                    </a:ext>
                  </a:extLst>
                </a:gridCol>
                <a:gridCol w="615946">
                  <a:extLst>
                    <a:ext uri="{9D8B030D-6E8A-4147-A177-3AD203B41FA5}">
                      <a16:colId xmlns:a16="http://schemas.microsoft.com/office/drawing/2014/main" val="50537245"/>
                    </a:ext>
                  </a:extLst>
                </a:gridCol>
                <a:gridCol w="604680">
                  <a:extLst>
                    <a:ext uri="{9D8B030D-6E8A-4147-A177-3AD203B41FA5}">
                      <a16:colId xmlns:a16="http://schemas.microsoft.com/office/drawing/2014/main" val="959300783"/>
                    </a:ext>
                  </a:extLst>
                </a:gridCol>
                <a:gridCol w="610313">
                  <a:extLst>
                    <a:ext uri="{9D8B030D-6E8A-4147-A177-3AD203B41FA5}">
                      <a16:colId xmlns:a16="http://schemas.microsoft.com/office/drawing/2014/main" val="2638731864"/>
                    </a:ext>
                  </a:extLst>
                </a:gridCol>
                <a:gridCol w="610313">
                  <a:extLst>
                    <a:ext uri="{9D8B030D-6E8A-4147-A177-3AD203B41FA5}">
                      <a16:colId xmlns:a16="http://schemas.microsoft.com/office/drawing/2014/main" val="3471078806"/>
                    </a:ext>
                  </a:extLst>
                </a:gridCol>
                <a:gridCol w="610313">
                  <a:extLst>
                    <a:ext uri="{9D8B030D-6E8A-4147-A177-3AD203B41FA5}">
                      <a16:colId xmlns:a16="http://schemas.microsoft.com/office/drawing/2014/main" val="1448607798"/>
                    </a:ext>
                  </a:extLst>
                </a:gridCol>
              </a:tblGrid>
              <a:tr h="370840">
                <a:tc>
                  <a:txBody>
                    <a:bodyPr/>
                    <a:lstStyle/>
                    <a:p>
                      <a:pPr algn="ctr"/>
                      <a:r>
                        <a:rPr lang="en-US" altLang="zh-CN" b="1" dirty="0" err="1">
                          <a:solidFill>
                            <a:srgbClr val="333DFF"/>
                          </a:solidFill>
                        </a:rPr>
                        <a:t>Dist</a:t>
                      </a:r>
                      <a:endParaRPr lang="zh-CN" altLang="en-US" b="1" dirty="0">
                        <a:solidFill>
                          <a:srgbClr val="333DFF"/>
                        </a:solidFill>
                      </a:endParaRPr>
                    </a:p>
                  </a:txBody>
                  <a:tcPr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0070C0"/>
                          </a:solidFill>
                        </a:rPr>
                        <a:t>0</a:t>
                      </a:r>
                      <a:r>
                        <a:rPr lang="en-US" altLang="zh-CN" dirty="0">
                          <a:solidFill>
                            <a:srgbClr val="0070C0"/>
                          </a:solidFill>
                        </a:rPr>
                        <a:t>(</a:t>
                      </a:r>
                      <a:r>
                        <a:rPr lang="en-US" altLang="zh-CN" dirty="0">
                          <a:solidFill>
                            <a:srgbClr val="C00000"/>
                          </a:solidFill>
                        </a:rPr>
                        <a:t>A</a:t>
                      </a:r>
                      <a:r>
                        <a:rPr lang="en-US" altLang="zh-CN" dirty="0">
                          <a:solidFill>
                            <a:srgbClr val="0070C0"/>
                          </a:solidFill>
                        </a:rPr>
                        <a:t>)</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1</a:t>
                      </a:r>
                      <a:r>
                        <a:rPr lang="en-US" altLang="zh-CN" dirty="0">
                          <a:solidFill>
                            <a:srgbClr val="0070C0"/>
                          </a:solidFill>
                        </a:rPr>
                        <a:t>(</a:t>
                      </a:r>
                      <a:r>
                        <a:rPr lang="en-US" altLang="zh-CN" sz="1800" kern="1200" dirty="0">
                          <a:solidFill>
                            <a:srgbClr val="C00000"/>
                          </a:solidFill>
                          <a:latin typeface="+mn-lt"/>
                          <a:ea typeface="+mn-ea"/>
                          <a:cs typeface="+mn-cs"/>
                        </a:rPr>
                        <a:t>B</a:t>
                      </a:r>
                      <a:r>
                        <a:rPr lang="en-US" altLang="zh-CN" dirty="0">
                          <a:solidFill>
                            <a:srgbClr val="0070C0"/>
                          </a:solidFill>
                        </a:rPr>
                        <a:t>)</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2</a:t>
                      </a:r>
                      <a:r>
                        <a:rPr lang="en-US" altLang="zh-CN" dirty="0">
                          <a:solidFill>
                            <a:srgbClr val="0070C0"/>
                          </a:solidFill>
                        </a:rPr>
                        <a:t>(</a:t>
                      </a:r>
                      <a:r>
                        <a:rPr lang="en-US" altLang="zh-CN" sz="1800" kern="1200" dirty="0">
                          <a:solidFill>
                            <a:srgbClr val="C00000"/>
                          </a:solidFill>
                          <a:latin typeface="+mn-lt"/>
                          <a:ea typeface="+mn-ea"/>
                          <a:cs typeface="+mn-cs"/>
                        </a:rPr>
                        <a:t>C</a:t>
                      </a:r>
                      <a:r>
                        <a:rPr lang="en-US" altLang="zh-CN" dirty="0">
                          <a:solidFill>
                            <a:srgbClr val="0070C0"/>
                          </a:solidFill>
                        </a:rPr>
                        <a:t>)</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3(</a:t>
                      </a:r>
                      <a:r>
                        <a:rPr lang="en-US" altLang="zh-CN" sz="1800" b="1" kern="1200" dirty="0">
                          <a:solidFill>
                            <a:srgbClr val="C00000"/>
                          </a:solidFill>
                          <a:latin typeface="+mn-lt"/>
                          <a:ea typeface="+mn-ea"/>
                          <a:cs typeface="+mn-cs"/>
                        </a:rPr>
                        <a:t>D</a:t>
                      </a:r>
                      <a:r>
                        <a:rPr lang="en-US" altLang="zh-CN" sz="1800" b="1" kern="1200" dirty="0">
                          <a:solidFill>
                            <a:srgbClr val="0070C0"/>
                          </a:solidFill>
                          <a:latin typeface="+mn-lt"/>
                          <a:ea typeface="+mn-ea"/>
                          <a:cs typeface="+mn-cs"/>
                        </a:rPr>
                        <a:t>)</a:t>
                      </a:r>
                      <a:endParaRPr lang="zh-CN" altLang="en-US" sz="1800" b="1" kern="1200" dirty="0">
                        <a:solidFill>
                          <a:srgbClr val="0070C0"/>
                        </a:solidFill>
                        <a:latin typeface="+mn-lt"/>
                        <a:ea typeface="+mn-ea"/>
                        <a:cs typeface="+mn-cs"/>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4</a:t>
                      </a:r>
                      <a:r>
                        <a:rPr lang="en-US" altLang="zh-CN" dirty="0">
                          <a:solidFill>
                            <a:srgbClr val="0070C0"/>
                          </a:solidFill>
                        </a:rPr>
                        <a:t>(</a:t>
                      </a:r>
                      <a:r>
                        <a:rPr lang="en-US" altLang="zh-CN" sz="1800" kern="1200" dirty="0">
                          <a:solidFill>
                            <a:srgbClr val="C00000"/>
                          </a:solidFill>
                          <a:latin typeface="+mn-lt"/>
                          <a:ea typeface="+mn-ea"/>
                          <a:cs typeface="+mn-cs"/>
                        </a:rPr>
                        <a:t>E</a:t>
                      </a:r>
                      <a:r>
                        <a:rPr lang="en-US" altLang="zh-CN" dirty="0">
                          <a:solidFill>
                            <a:srgbClr val="0070C0"/>
                          </a:solidFill>
                        </a:rPr>
                        <a:t>)</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5</a:t>
                      </a:r>
                      <a:r>
                        <a:rPr lang="en-US" altLang="zh-CN" dirty="0">
                          <a:solidFill>
                            <a:srgbClr val="0070C0"/>
                          </a:solidFill>
                        </a:rPr>
                        <a:t>(</a:t>
                      </a:r>
                      <a:r>
                        <a:rPr lang="en-US" altLang="zh-CN" sz="1800" kern="1200" dirty="0">
                          <a:solidFill>
                            <a:srgbClr val="C00000"/>
                          </a:solidFill>
                          <a:latin typeface="+mn-lt"/>
                          <a:ea typeface="+mn-ea"/>
                          <a:cs typeface="+mn-cs"/>
                        </a:rPr>
                        <a:t>F</a:t>
                      </a:r>
                      <a:r>
                        <a:rPr lang="en-US" altLang="zh-CN" dirty="0">
                          <a:solidFill>
                            <a:srgbClr val="0070C0"/>
                          </a:solidFill>
                        </a:rPr>
                        <a:t>)</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4440848"/>
                  </a:ext>
                </a:extLst>
              </a:tr>
              <a:tr h="370840">
                <a:tc>
                  <a:txBody>
                    <a:bodyPr/>
                    <a:lstStyle/>
                    <a:p>
                      <a:pPr algn="r"/>
                      <a:r>
                        <a:rPr lang="en-US" altLang="zh-CN" sz="1800" b="1" dirty="0" err="1"/>
                        <a:t>lowcost</a:t>
                      </a:r>
                      <a:endParaRPr lang="en-US" altLang="zh-CN" sz="1800" b="1" dirty="0"/>
                    </a:p>
                    <a:p>
                      <a:pPr algn="r"/>
                      <a:r>
                        <a:rPr lang="en-US" altLang="zh-CN" sz="1800" b="1" dirty="0" err="1">
                          <a:solidFill>
                            <a:srgbClr val="0070C0"/>
                          </a:solidFill>
                        </a:rPr>
                        <a:t>prev</a:t>
                      </a:r>
                      <a:endParaRPr lang="en-US" altLang="zh-CN" sz="1800" b="1" dirty="0">
                        <a:solidFill>
                          <a:srgbClr val="0070C0"/>
                        </a:solidFill>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58856659"/>
                  </a:ext>
                </a:extLst>
              </a:tr>
            </a:tbl>
          </a:graphicData>
        </a:graphic>
      </p:graphicFrame>
      <p:sp>
        <p:nvSpPr>
          <p:cNvPr id="8" name="文本框 7">
            <a:extLst>
              <a:ext uri="{FF2B5EF4-FFF2-40B4-BE49-F238E27FC236}">
                <a16:creationId xmlns:a16="http://schemas.microsoft.com/office/drawing/2014/main" id="{3F84C969-31DE-2AAA-6198-5E5BAD91F8CA}"/>
              </a:ext>
            </a:extLst>
          </p:cNvPr>
          <p:cNvSpPr txBox="1"/>
          <p:nvPr/>
        </p:nvSpPr>
        <p:spPr>
          <a:xfrm>
            <a:off x="8736019" y="2216137"/>
            <a:ext cx="330787" cy="307777"/>
          </a:xfrm>
          <a:prstGeom prst="rect">
            <a:avLst/>
          </a:prstGeom>
          <a:noFill/>
        </p:spPr>
        <p:txBody>
          <a:bodyPr wrap="none" lIns="36000" tIns="0" rIns="36000" bIns="0" rtlCol="0">
            <a:spAutoFit/>
          </a:bodyPr>
          <a:lstStyle/>
          <a:p>
            <a:r>
              <a:rPr lang="en-US" altLang="zh-CN" sz="2000" b="1" dirty="0">
                <a:latin typeface="+mj-ea"/>
                <a:ea typeface="+mj-ea"/>
              </a:rPr>
              <a:t>∞</a:t>
            </a:r>
            <a:endParaRPr lang="zh-CN" altLang="en-US" sz="2000" b="1" dirty="0">
              <a:latin typeface="+mj-ea"/>
              <a:ea typeface="+mj-ea"/>
            </a:endParaRPr>
          </a:p>
        </p:txBody>
      </p:sp>
      <p:sp>
        <p:nvSpPr>
          <p:cNvPr id="9" name="文本框 8">
            <a:extLst>
              <a:ext uri="{FF2B5EF4-FFF2-40B4-BE49-F238E27FC236}">
                <a16:creationId xmlns:a16="http://schemas.microsoft.com/office/drawing/2014/main" id="{D4C707FE-9AC9-9EAB-557E-C98A39CB5C4E}"/>
              </a:ext>
            </a:extLst>
          </p:cNvPr>
          <p:cNvSpPr txBox="1"/>
          <p:nvPr/>
        </p:nvSpPr>
        <p:spPr>
          <a:xfrm>
            <a:off x="8744369" y="2523914"/>
            <a:ext cx="285903" cy="307777"/>
          </a:xfrm>
          <a:prstGeom prst="rect">
            <a:avLst/>
          </a:prstGeom>
          <a:noFill/>
        </p:spPr>
        <p:txBody>
          <a:bodyPr wrap="none" lIns="36000" tIns="0" rIns="36000" bIns="0" rtlCol="0">
            <a:spAutoFit/>
          </a:bodyPr>
          <a:lstStyle/>
          <a:p>
            <a:pPr algn="ctr"/>
            <a:r>
              <a:rPr lang="en-US" altLang="zh-CN" sz="2000" b="1" dirty="0">
                <a:solidFill>
                  <a:srgbClr val="0070C0"/>
                </a:solidFill>
              </a:rPr>
              <a:t>-1</a:t>
            </a:r>
            <a:endParaRPr lang="zh-CN" altLang="en-US" sz="2000" b="1" dirty="0">
              <a:solidFill>
                <a:srgbClr val="0070C0"/>
              </a:solidFill>
            </a:endParaRPr>
          </a:p>
        </p:txBody>
      </p:sp>
      <p:sp>
        <p:nvSpPr>
          <p:cNvPr id="10" name="文本框 9">
            <a:extLst>
              <a:ext uri="{FF2B5EF4-FFF2-40B4-BE49-F238E27FC236}">
                <a16:creationId xmlns:a16="http://schemas.microsoft.com/office/drawing/2014/main" id="{1CDC94AC-93F9-4B84-3626-D307CB2890E6}"/>
              </a:ext>
            </a:extLst>
          </p:cNvPr>
          <p:cNvSpPr txBox="1"/>
          <p:nvPr/>
        </p:nvSpPr>
        <p:spPr>
          <a:xfrm>
            <a:off x="9959578" y="2216137"/>
            <a:ext cx="330787" cy="307777"/>
          </a:xfrm>
          <a:prstGeom prst="rect">
            <a:avLst/>
          </a:prstGeom>
          <a:noFill/>
        </p:spPr>
        <p:txBody>
          <a:bodyPr wrap="none" lIns="36000" tIns="0" rIns="36000" bIns="0" rtlCol="0">
            <a:spAutoFit/>
          </a:bodyPr>
          <a:lstStyle/>
          <a:p>
            <a:r>
              <a:rPr lang="en-US" altLang="zh-CN" sz="2000" b="1" dirty="0">
                <a:latin typeface="+mj-ea"/>
                <a:ea typeface="+mj-ea"/>
              </a:rPr>
              <a:t>∞</a:t>
            </a:r>
            <a:endParaRPr lang="zh-CN" altLang="en-US" sz="2000" b="1" dirty="0">
              <a:latin typeface="+mj-ea"/>
              <a:ea typeface="+mj-ea"/>
            </a:endParaRPr>
          </a:p>
        </p:txBody>
      </p:sp>
      <p:sp>
        <p:nvSpPr>
          <p:cNvPr id="11" name="文本框 10">
            <a:extLst>
              <a:ext uri="{FF2B5EF4-FFF2-40B4-BE49-F238E27FC236}">
                <a16:creationId xmlns:a16="http://schemas.microsoft.com/office/drawing/2014/main" id="{A3CF7C6C-FE4B-C8C4-D028-49F8E07300AF}"/>
              </a:ext>
            </a:extLst>
          </p:cNvPr>
          <p:cNvSpPr txBox="1"/>
          <p:nvPr/>
        </p:nvSpPr>
        <p:spPr>
          <a:xfrm>
            <a:off x="9967928" y="2523914"/>
            <a:ext cx="285903" cy="307777"/>
          </a:xfrm>
          <a:prstGeom prst="rect">
            <a:avLst/>
          </a:prstGeom>
          <a:noFill/>
        </p:spPr>
        <p:txBody>
          <a:bodyPr wrap="none" lIns="36000" tIns="0" rIns="36000" bIns="0" rtlCol="0">
            <a:spAutoFit/>
          </a:bodyPr>
          <a:lstStyle/>
          <a:p>
            <a:pPr algn="ctr"/>
            <a:r>
              <a:rPr lang="en-US" altLang="zh-CN" sz="2000" b="1" dirty="0">
                <a:solidFill>
                  <a:srgbClr val="0070C0"/>
                </a:solidFill>
              </a:rPr>
              <a:t>-1</a:t>
            </a:r>
            <a:endParaRPr lang="zh-CN" altLang="en-US" sz="2000" b="1" dirty="0">
              <a:solidFill>
                <a:srgbClr val="0070C0"/>
              </a:solidFill>
            </a:endParaRPr>
          </a:p>
        </p:txBody>
      </p:sp>
      <p:sp>
        <p:nvSpPr>
          <p:cNvPr id="12" name="文本框 11">
            <a:extLst>
              <a:ext uri="{FF2B5EF4-FFF2-40B4-BE49-F238E27FC236}">
                <a16:creationId xmlns:a16="http://schemas.microsoft.com/office/drawing/2014/main" id="{F3ECAEA6-5584-E823-D2DB-027B282048E0}"/>
              </a:ext>
            </a:extLst>
          </p:cNvPr>
          <p:cNvSpPr txBox="1"/>
          <p:nvPr/>
        </p:nvSpPr>
        <p:spPr>
          <a:xfrm>
            <a:off x="9367132" y="2251452"/>
            <a:ext cx="329184" cy="307777"/>
          </a:xfrm>
          <a:prstGeom prst="rect">
            <a:avLst/>
          </a:prstGeom>
          <a:noFill/>
        </p:spPr>
        <p:txBody>
          <a:bodyPr wrap="none" lIns="36000" tIns="0" rIns="36000" bIns="0" rtlCol="0">
            <a:spAutoFit/>
          </a:bodyPr>
          <a:lstStyle/>
          <a:p>
            <a:r>
              <a:rPr lang="en-US" altLang="zh-CN" sz="2000" b="1" dirty="0"/>
              <a:t>10</a:t>
            </a:r>
            <a:endParaRPr lang="zh-CN" altLang="en-US" sz="2000" b="1" dirty="0"/>
          </a:p>
        </p:txBody>
      </p:sp>
      <p:sp>
        <p:nvSpPr>
          <p:cNvPr id="13" name="文本框 12">
            <a:extLst>
              <a:ext uri="{FF2B5EF4-FFF2-40B4-BE49-F238E27FC236}">
                <a16:creationId xmlns:a16="http://schemas.microsoft.com/office/drawing/2014/main" id="{A54F0D97-E25B-C270-5B7F-A29674F2B27A}"/>
              </a:ext>
            </a:extLst>
          </p:cNvPr>
          <p:cNvSpPr txBox="1"/>
          <p:nvPr/>
        </p:nvSpPr>
        <p:spPr>
          <a:xfrm>
            <a:off x="9409309" y="2514192"/>
            <a:ext cx="200944" cy="307777"/>
          </a:xfrm>
          <a:prstGeom prst="rect">
            <a:avLst/>
          </a:prstGeom>
          <a:noFill/>
        </p:spPr>
        <p:txBody>
          <a:bodyPr wrap="none" lIns="36000" tIns="0" rIns="36000" bIns="0" rtlCol="0">
            <a:spAutoFit/>
          </a:bodyPr>
          <a:lstStyle/>
          <a:p>
            <a:pPr algn="ctr"/>
            <a:r>
              <a:rPr lang="en-US" altLang="zh-CN" sz="2000" b="1" dirty="0">
                <a:solidFill>
                  <a:srgbClr val="0070C0"/>
                </a:solidFill>
              </a:rPr>
              <a:t>0</a:t>
            </a:r>
            <a:endParaRPr lang="zh-CN" altLang="en-US" sz="2000" b="1" dirty="0">
              <a:solidFill>
                <a:srgbClr val="0070C0"/>
              </a:solidFill>
            </a:endParaRPr>
          </a:p>
        </p:txBody>
      </p:sp>
      <p:sp>
        <p:nvSpPr>
          <p:cNvPr id="14" name="文本框 13">
            <a:extLst>
              <a:ext uri="{FF2B5EF4-FFF2-40B4-BE49-F238E27FC236}">
                <a16:creationId xmlns:a16="http://schemas.microsoft.com/office/drawing/2014/main" id="{C372922C-8E92-E5FF-B2D0-3E6C36D035F3}"/>
              </a:ext>
            </a:extLst>
          </p:cNvPr>
          <p:cNvSpPr txBox="1"/>
          <p:nvPr/>
        </p:nvSpPr>
        <p:spPr>
          <a:xfrm>
            <a:off x="10575833" y="2256394"/>
            <a:ext cx="329184" cy="307777"/>
          </a:xfrm>
          <a:prstGeom prst="rect">
            <a:avLst/>
          </a:prstGeom>
          <a:noFill/>
        </p:spPr>
        <p:txBody>
          <a:bodyPr wrap="none" lIns="36000" tIns="0" rIns="36000" bIns="0" rtlCol="0">
            <a:spAutoFit/>
          </a:bodyPr>
          <a:lstStyle/>
          <a:p>
            <a:r>
              <a:rPr lang="en-US" altLang="zh-CN" sz="2000" b="1" dirty="0"/>
              <a:t>30</a:t>
            </a:r>
            <a:endParaRPr lang="zh-CN" altLang="en-US" sz="2000" b="1" dirty="0"/>
          </a:p>
        </p:txBody>
      </p:sp>
      <p:sp>
        <p:nvSpPr>
          <p:cNvPr id="15" name="文本框 14">
            <a:extLst>
              <a:ext uri="{FF2B5EF4-FFF2-40B4-BE49-F238E27FC236}">
                <a16:creationId xmlns:a16="http://schemas.microsoft.com/office/drawing/2014/main" id="{03FE90D0-A960-D7F3-085D-AFB88EA9FA4B}"/>
              </a:ext>
            </a:extLst>
          </p:cNvPr>
          <p:cNvSpPr txBox="1"/>
          <p:nvPr/>
        </p:nvSpPr>
        <p:spPr>
          <a:xfrm>
            <a:off x="10611335" y="2519134"/>
            <a:ext cx="200944" cy="307777"/>
          </a:xfrm>
          <a:prstGeom prst="rect">
            <a:avLst/>
          </a:prstGeom>
          <a:noFill/>
        </p:spPr>
        <p:txBody>
          <a:bodyPr wrap="none" lIns="36000" tIns="0" rIns="36000" bIns="0" rtlCol="0">
            <a:spAutoFit/>
          </a:bodyPr>
          <a:lstStyle/>
          <a:p>
            <a:pPr algn="ctr"/>
            <a:r>
              <a:rPr lang="en-US" altLang="zh-CN" sz="2000" b="1" dirty="0">
                <a:solidFill>
                  <a:srgbClr val="0070C0"/>
                </a:solidFill>
              </a:rPr>
              <a:t>0</a:t>
            </a:r>
            <a:endParaRPr lang="zh-CN" altLang="en-US" sz="2000" b="1" dirty="0">
              <a:solidFill>
                <a:srgbClr val="0070C0"/>
              </a:solidFill>
            </a:endParaRPr>
          </a:p>
        </p:txBody>
      </p:sp>
      <p:sp>
        <p:nvSpPr>
          <p:cNvPr id="16" name="文本框 15">
            <a:extLst>
              <a:ext uri="{FF2B5EF4-FFF2-40B4-BE49-F238E27FC236}">
                <a16:creationId xmlns:a16="http://schemas.microsoft.com/office/drawing/2014/main" id="{A974CFDC-2144-0CFA-5DFC-3B08A3588EE2}"/>
              </a:ext>
            </a:extLst>
          </p:cNvPr>
          <p:cNvSpPr txBox="1"/>
          <p:nvPr/>
        </p:nvSpPr>
        <p:spPr>
          <a:xfrm>
            <a:off x="11111190" y="2261174"/>
            <a:ext cx="457424" cy="307777"/>
          </a:xfrm>
          <a:prstGeom prst="rect">
            <a:avLst/>
          </a:prstGeom>
          <a:noFill/>
        </p:spPr>
        <p:txBody>
          <a:bodyPr wrap="none" lIns="36000" tIns="0" rIns="36000" bIns="0" rtlCol="0">
            <a:spAutoFit/>
          </a:bodyPr>
          <a:lstStyle/>
          <a:p>
            <a:r>
              <a:rPr lang="en-US" altLang="zh-CN" sz="2000" b="1" dirty="0"/>
              <a:t>100</a:t>
            </a:r>
            <a:endParaRPr lang="zh-CN" altLang="en-US" sz="2000" b="1" dirty="0"/>
          </a:p>
        </p:txBody>
      </p:sp>
      <p:sp>
        <p:nvSpPr>
          <p:cNvPr id="17" name="文本框 16">
            <a:extLst>
              <a:ext uri="{FF2B5EF4-FFF2-40B4-BE49-F238E27FC236}">
                <a16:creationId xmlns:a16="http://schemas.microsoft.com/office/drawing/2014/main" id="{84183C36-19A3-E9D3-0B05-678832E3290B}"/>
              </a:ext>
            </a:extLst>
          </p:cNvPr>
          <p:cNvSpPr txBox="1"/>
          <p:nvPr/>
        </p:nvSpPr>
        <p:spPr>
          <a:xfrm>
            <a:off x="11222379" y="2523914"/>
            <a:ext cx="200944" cy="307777"/>
          </a:xfrm>
          <a:prstGeom prst="rect">
            <a:avLst/>
          </a:prstGeom>
          <a:noFill/>
        </p:spPr>
        <p:txBody>
          <a:bodyPr wrap="none" lIns="36000" tIns="0" rIns="36000" bIns="0" rtlCol="0">
            <a:spAutoFit/>
          </a:bodyPr>
          <a:lstStyle/>
          <a:p>
            <a:pPr algn="ctr"/>
            <a:r>
              <a:rPr lang="en-US" altLang="zh-CN" sz="2000" b="1" dirty="0">
                <a:solidFill>
                  <a:srgbClr val="0070C0"/>
                </a:solidFill>
              </a:rPr>
              <a:t>0</a:t>
            </a:r>
            <a:endParaRPr lang="zh-CN" altLang="en-US" sz="2000" b="1" dirty="0">
              <a:solidFill>
                <a:srgbClr val="0070C0"/>
              </a:solidFill>
            </a:endParaRPr>
          </a:p>
        </p:txBody>
      </p:sp>
      <p:sp>
        <p:nvSpPr>
          <p:cNvPr id="18" name="文本框 21">
            <a:extLst>
              <a:ext uri="{FF2B5EF4-FFF2-40B4-BE49-F238E27FC236}">
                <a16:creationId xmlns:a16="http://schemas.microsoft.com/office/drawing/2014/main" id="{4DAE6EC8-5FB2-0445-7C9B-13DC175D3871}"/>
              </a:ext>
            </a:extLst>
          </p:cNvPr>
          <p:cNvSpPr txBox="1"/>
          <p:nvPr/>
        </p:nvSpPr>
        <p:spPr>
          <a:xfrm>
            <a:off x="9268244" y="2865910"/>
            <a:ext cx="436585" cy="246221"/>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rgbClr val="0070C0"/>
                </a:solidFill>
              </a:rPr>
              <a:t>A-C</a:t>
            </a:r>
            <a:endParaRPr lang="zh-CN" altLang="en-US" sz="1600" b="1" dirty="0">
              <a:solidFill>
                <a:srgbClr val="0070C0"/>
              </a:solidFill>
            </a:endParaRPr>
          </a:p>
        </p:txBody>
      </p:sp>
      <p:sp>
        <p:nvSpPr>
          <p:cNvPr id="19" name="文本框 21">
            <a:extLst>
              <a:ext uri="{FF2B5EF4-FFF2-40B4-BE49-F238E27FC236}">
                <a16:creationId xmlns:a16="http://schemas.microsoft.com/office/drawing/2014/main" id="{AC5AE80E-1DA1-FCBF-9063-4FBAE9842FAF}"/>
              </a:ext>
            </a:extLst>
          </p:cNvPr>
          <p:cNvSpPr txBox="1"/>
          <p:nvPr/>
        </p:nvSpPr>
        <p:spPr>
          <a:xfrm>
            <a:off x="10490451" y="2873328"/>
            <a:ext cx="425364" cy="246221"/>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rgbClr val="0070C0"/>
                </a:solidFill>
              </a:rPr>
              <a:t>A-E</a:t>
            </a:r>
            <a:endParaRPr lang="zh-CN" altLang="en-US" sz="1600" b="1" dirty="0">
              <a:solidFill>
                <a:srgbClr val="0070C0"/>
              </a:solidFill>
            </a:endParaRPr>
          </a:p>
        </p:txBody>
      </p:sp>
      <p:sp>
        <p:nvSpPr>
          <p:cNvPr id="20" name="文本框 21">
            <a:extLst>
              <a:ext uri="{FF2B5EF4-FFF2-40B4-BE49-F238E27FC236}">
                <a16:creationId xmlns:a16="http://schemas.microsoft.com/office/drawing/2014/main" id="{4FADE15E-82B9-C9E7-00D4-7F4F8577FDBE}"/>
              </a:ext>
            </a:extLst>
          </p:cNvPr>
          <p:cNvSpPr txBox="1"/>
          <p:nvPr/>
        </p:nvSpPr>
        <p:spPr>
          <a:xfrm>
            <a:off x="11072718" y="2871563"/>
            <a:ext cx="414143" cy="246221"/>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rgbClr val="0070C0"/>
                </a:solidFill>
              </a:rPr>
              <a:t>A-F</a:t>
            </a:r>
            <a:endParaRPr lang="zh-CN" altLang="en-US" sz="1600" b="1" dirty="0">
              <a:solidFill>
                <a:srgbClr val="0070C0"/>
              </a:solidFill>
            </a:endParaRPr>
          </a:p>
        </p:txBody>
      </p:sp>
      <p:graphicFrame>
        <p:nvGraphicFramePr>
          <p:cNvPr id="21" name="表格 20">
            <a:extLst>
              <a:ext uri="{FF2B5EF4-FFF2-40B4-BE49-F238E27FC236}">
                <a16:creationId xmlns:a16="http://schemas.microsoft.com/office/drawing/2014/main" id="{C9CA59E6-FDC0-6729-39F6-5F9E3819EC24}"/>
              </a:ext>
            </a:extLst>
          </p:cNvPr>
          <p:cNvGraphicFramePr>
            <a:graphicFrameLocks noGrp="1"/>
          </p:cNvGraphicFramePr>
          <p:nvPr>
            <p:extLst>
              <p:ext uri="{D42A27DB-BD31-4B8C-83A1-F6EECF244321}">
                <p14:modId xmlns:p14="http://schemas.microsoft.com/office/powerpoint/2010/main" val="2169690346"/>
              </p:ext>
            </p:extLst>
          </p:nvPr>
        </p:nvGraphicFramePr>
        <p:xfrm>
          <a:off x="7292196" y="1543924"/>
          <a:ext cx="4319439" cy="370840"/>
        </p:xfrm>
        <a:graphic>
          <a:graphicData uri="http://schemas.openxmlformats.org/drawingml/2006/table">
            <a:tbl>
              <a:tblPr firstRow="1" bandRow="1">
                <a:tableStyleId>{5940675A-B579-460E-94D1-54222C63F5DA}</a:tableStyleId>
              </a:tblPr>
              <a:tblGrid>
                <a:gridCol w="661359">
                  <a:extLst>
                    <a:ext uri="{9D8B030D-6E8A-4147-A177-3AD203B41FA5}">
                      <a16:colId xmlns:a16="http://schemas.microsoft.com/office/drawing/2014/main" val="2433682801"/>
                    </a:ext>
                  </a:extLst>
                </a:gridCol>
                <a:gridCol w="609680">
                  <a:extLst>
                    <a:ext uri="{9D8B030D-6E8A-4147-A177-3AD203B41FA5}">
                      <a16:colId xmlns:a16="http://schemas.microsoft.com/office/drawing/2014/main" val="3727777468"/>
                    </a:ext>
                  </a:extLst>
                </a:gridCol>
                <a:gridCol w="609680">
                  <a:extLst>
                    <a:ext uri="{9D8B030D-6E8A-4147-A177-3AD203B41FA5}">
                      <a16:colId xmlns:a16="http://schemas.microsoft.com/office/drawing/2014/main" val="50537245"/>
                    </a:ext>
                  </a:extLst>
                </a:gridCol>
                <a:gridCol w="609680">
                  <a:extLst>
                    <a:ext uri="{9D8B030D-6E8A-4147-A177-3AD203B41FA5}">
                      <a16:colId xmlns:a16="http://schemas.microsoft.com/office/drawing/2014/main" val="959300783"/>
                    </a:ext>
                  </a:extLst>
                </a:gridCol>
                <a:gridCol w="609680">
                  <a:extLst>
                    <a:ext uri="{9D8B030D-6E8A-4147-A177-3AD203B41FA5}">
                      <a16:colId xmlns:a16="http://schemas.microsoft.com/office/drawing/2014/main" val="2638731864"/>
                    </a:ext>
                  </a:extLst>
                </a:gridCol>
                <a:gridCol w="609680">
                  <a:extLst>
                    <a:ext uri="{9D8B030D-6E8A-4147-A177-3AD203B41FA5}">
                      <a16:colId xmlns:a16="http://schemas.microsoft.com/office/drawing/2014/main" val="3471078806"/>
                    </a:ext>
                  </a:extLst>
                </a:gridCol>
                <a:gridCol w="609680">
                  <a:extLst>
                    <a:ext uri="{9D8B030D-6E8A-4147-A177-3AD203B41FA5}">
                      <a16:colId xmlns:a16="http://schemas.microsoft.com/office/drawing/2014/main" val="1448607798"/>
                    </a:ext>
                  </a:extLst>
                </a:gridCol>
              </a:tblGrid>
              <a:tr h="370840">
                <a:tc>
                  <a:txBody>
                    <a:bodyPr/>
                    <a:lstStyle/>
                    <a:p>
                      <a:pPr algn="r"/>
                      <a:r>
                        <a:rPr lang="en-US" altLang="zh-CN" sz="1800" b="1" dirty="0" err="1"/>
                        <a:t>hpos</a:t>
                      </a:r>
                      <a:endParaRPr lang="en-US" altLang="zh-CN" sz="1800"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8856659"/>
                  </a:ext>
                </a:extLst>
              </a:tr>
            </a:tbl>
          </a:graphicData>
        </a:graphic>
      </p:graphicFrame>
      <p:graphicFrame>
        <p:nvGraphicFramePr>
          <p:cNvPr id="22" name="表格 21">
            <a:extLst>
              <a:ext uri="{FF2B5EF4-FFF2-40B4-BE49-F238E27FC236}">
                <a16:creationId xmlns:a16="http://schemas.microsoft.com/office/drawing/2014/main" id="{FDDAF4D4-405B-C842-751F-44160D283429}"/>
              </a:ext>
            </a:extLst>
          </p:cNvPr>
          <p:cNvGraphicFramePr>
            <a:graphicFrameLocks noGrp="1"/>
          </p:cNvGraphicFramePr>
          <p:nvPr>
            <p:extLst>
              <p:ext uri="{D42A27DB-BD31-4B8C-83A1-F6EECF244321}">
                <p14:modId xmlns:p14="http://schemas.microsoft.com/office/powerpoint/2010/main" val="3802517005"/>
              </p:ext>
            </p:extLst>
          </p:nvPr>
        </p:nvGraphicFramePr>
        <p:xfrm>
          <a:off x="6591301" y="686495"/>
          <a:ext cx="5020334" cy="741680"/>
        </p:xfrm>
        <a:graphic>
          <a:graphicData uri="http://schemas.openxmlformats.org/drawingml/2006/table">
            <a:tbl>
              <a:tblPr firstRow="1" bandRow="1">
                <a:tableStyleId>{5940675A-B579-460E-94D1-54222C63F5DA}</a:tableStyleId>
              </a:tblPr>
              <a:tblGrid>
                <a:gridCol w="1355270">
                  <a:extLst>
                    <a:ext uri="{9D8B030D-6E8A-4147-A177-3AD203B41FA5}">
                      <a16:colId xmlns:a16="http://schemas.microsoft.com/office/drawing/2014/main" val="2433682801"/>
                    </a:ext>
                  </a:extLst>
                </a:gridCol>
                <a:gridCol w="610844">
                  <a:extLst>
                    <a:ext uri="{9D8B030D-6E8A-4147-A177-3AD203B41FA5}">
                      <a16:colId xmlns:a16="http://schemas.microsoft.com/office/drawing/2014/main" val="3727777468"/>
                    </a:ext>
                  </a:extLst>
                </a:gridCol>
                <a:gridCol w="610844">
                  <a:extLst>
                    <a:ext uri="{9D8B030D-6E8A-4147-A177-3AD203B41FA5}">
                      <a16:colId xmlns:a16="http://schemas.microsoft.com/office/drawing/2014/main" val="50537245"/>
                    </a:ext>
                  </a:extLst>
                </a:gridCol>
                <a:gridCol w="610844">
                  <a:extLst>
                    <a:ext uri="{9D8B030D-6E8A-4147-A177-3AD203B41FA5}">
                      <a16:colId xmlns:a16="http://schemas.microsoft.com/office/drawing/2014/main" val="959300783"/>
                    </a:ext>
                  </a:extLst>
                </a:gridCol>
                <a:gridCol w="610844">
                  <a:extLst>
                    <a:ext uri="{9D8B030D-6E8A-4147-A177-3AD203B41FA5}">
                      <a16:colId xmlns:a16="http://schemas.microsoft.com/office/drawing/2014/main" val="2638731864"/>
                    </a:ext>
                  </a:extLst>
                </a:gridCol>
                <a:gridCol w="610844">
                  <a:extLst>
                    <a:ext uri="{9D8B030D-6E8A-4147-A177-3AD203B41FA5}">
                      <a16:colId xmlns:a16="http://schemas.microsoft.com/office/drawing/2014/main" val="3471078806"/>
                    </a:ext>
                  </a:extLst>
                </a:gridCol>
                <a:gridCol w="610844">
                  <a:extLst>
                    <a:ext uri="{9D8B030D-6E8A-4147-A177-3AD203B41FA5}">
                      <a16:colId xmlns:a16="http://schemas.microsoft.com/office/drawing/2014/main" val="1448607798"/>
                    </a:ext>
                  </a:extLst>
                </a:gridCol>
              </a:tblGrid>
              <a:tr h="370840">
                <a:tc>
                  <a:txBody>
                    <a:bodyPr/>
                    <a:lstStyle/>
                    <a:p>
                      <a:pPr algn="l"/>
                      <a:r>
                        <a:rPr lang="zh-CN" altLang="en-US" b="1" dirty="0">
                          <a:solidFill>
                            <a:srgbClr val="333DFF"/>
                          </a:solidFill>
                        </a:rPr>
                        <a:t>小顶堆 </a:t>
                      </a:r>
                      <a:r>
                        <a:rPr lang="en-US" altLang="zh-CN" b="1" dirty="0">
                          <a:solidFill>
                            <a:srgbClr val="333DFF"/>
                          </a:solidFill>
                        </a:rPr>
                        <a:t>H</a:t>
                      </a:r>
                      <a:endParaRPr lang="zh-CN" altLang="en-US" b="1" dirty="0">
                        <a:solidFill>
                          <a:srgbClr val="333DFF"/>
                        </a:solidFill>
                      </a:endParaRPr>
                    </a:p>
                  </a:txBody>
                  <a:tcPr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0070C0"/>
                          </a:solidFill>
                        </a:rPr>
                        <a:t>0</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1</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2</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3</a:t>
                      </a:r>
                      <a:endParaRPr lang="zh-CN" altLang="en-US" sz="1800" b="1" kern="1200" dirty="0">
                        <a:solidFill>
                          <a:srgbClr val="0070C0"/>
                        </a:solidFill>
                        <a:latin typeface="+mn-lt"/>
                        <a:ea typeface="+mn-ea"/>
                        <a:cs typeface="+mn-cs"/>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4</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1" kern="1200" dirty="0">
                          <a:solidFill>
                            <a:srgbClr val="0070C0"/>
                          </a:solidFill>
                          <a:latin typeface="+mn-lt"/>
                          <a:ea typeface="+mn-ea"/>
                          <a:cs typeface="+mn-cs"/>
                        </a:rPr>
                        <a:t>5</a:t>
                      </a:r>
                      <a:endParaRPr lang="zh-CN" altLang="en-US" dirty="0">
                        <a:solidFill>
                          <a:srgbClr val="0070C0"/>
                        </a:solidFill>
                      </a:endParaRPr>
                    </a:p>
                  </a:txBody>
                  <a:tcPr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4440848"/>
                  </a:ext>
                </a:extLst>
              </a:tr>
              <a:tr h="370840">
                <a:tc>
                  <a:txBody>
                    <a:bodyPr/>
                    <a:lstStyle/>
                    <a:p>
                      <a:pPr algn="r"/>
                      <a:r>
                        <a:rPr lang="en-US" altLang="zh-CN" sz="1800" b="1" dirty="0" err="1"/>
                        <a:t>elem</a:t>
                      </a:r>
                      <a:endParaRPr lang="en-US" altLang="zh-CN" sz="1800" b="1"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58856659"/>
                  </a:ext>
                </a:extLst>
              </a:tr>
            </a:tbl>
          </a:graphicData>
        </a:graphic>
      </p:graphicFrame>
      <p:sp>
        <p:nvSpPr>
          <p:cNvPr id="23" name="文本框 22">
            <a:extLst>
              <a:ext uri="{FF2B5EF4-FFF2-40B4-BE49-F238E27FC236}">
                <a16:creationId xmlns:a16="http://schemas.microsoft.com/office/drawing/2014/main" id="{88F281F5-C5C5-61A4-48D7-C1D730D02152}"/>
              </a:ext>
            </a:extLst>
          </p:cNvPr>
          <p:cNvSpPr txBox="1"/>
          <p:nvPr/>
        </p:nvSpPr>
        <p:spPr>
          <a:xfrm>
            <a:off x="6428403" y="2834232"/>
            <a:ext cx="1620077" cy="369332"/>
          </a:xfrm>
          <a:prstGeom prst="rect">
            <a:avLst/>
          </a:prstGeom>
          <a:noFill/>
        </p:spPr>
        <p:txBody>
          <a:bodyPr wrap="square">
            <a:spAutoFit/>
          </a:bodyPr>
          <a:lstStyle/>
          <a:p>
            <a:pPr algn="r"/>
            <a:r>
              <a:rPr lang="zh-CN" altLang="en-US" sz="1800" b="1" dirty="0">
                <a:solidFill>
                  <a:srgbClr val="8E0000"/>
                </a:solidFill>
                <a:effectLst>
                  <a:outerShdw blurRad="38100" dist="38100" dir="2700000" algn="tl">
                    <a:srgbClr val="000000">
                      <a:alpha val="43137"/>
                    </a:srgbClr>
                  </a:outerShdw>
                </a:effectLst>
              </a:rPr>
              <a:t>当前最短路径</a:t>
            </a:r>
            <a:r>
              <a:rPr lang="en-US" altLang="zh-CN" sz="1800" b="1" dirty="0">
                <a:solidFill>
                  <a:srgbClr val="8E0000"/>
                </a:solidFill>
                <a:effectLst>
                  <a:outerShdw blurRad="38100" dist="38100" dir="2700000" algn="tl">
                    <a:srgbClr val="000000">
                      <a:alpha val="43137"/>
                    </a:srgbClr>
                  </a:outerShdw>
                </a:effectLst>
              </a:rPr>
              <a:t>:</a:t>
            </a:r>
          </a:p>
        </p:txBody>
      </p:sp>
      <p:sp>
        <p:nvSpPr>
          <p:cNvPr id="24" name="文本框 23">
            <a:extLst>
              <a:ext uri="{FF2B5EF4-FFF2-40B4-BE49-F238E27FC236}">
                <a16:creationId xmlns:a16="http://schemas.microsoft.com/office/drawing/2014/main" id="{F9DEE2B7-5315-0980-0B86-EAAD3AC3875D}"/>
              </a:ext>
            </a:extLst>
          </p:cNvPr>
          <p:cNvSpPr txBox="1"/>
          <p:nvPr/>
        </p:nvSpPr>
        <p:spPr>
          <a:xfrm>
            <a:off x="8103610" y="2220173"/>
            <a:ext cx="330787" cy="307777"/>
          </a:xfrm>
          <a:prstGeom prst="rect">
            <a:avLst/>
          </a:prstGeom>
          <a:noFill/>
        </p:spPr>
        <p:txBody>
          <a:bodyPr wrap="none" lIns="36000" tIns="0" rIns="36000" bIns="0" rtlCol="0">
            <a:spAutoFit/>
          </a:bodyPr>
          <a:lstStyle/>
          <a:p>
            <a:r>
              <a:rPr lang="en-US" altLang="zh-CN" sz="2000" b="1" dirty="0">
                <a:latin typeface="+mj-ea"/>
                <a:ea typeface="+mj-ea"/>
              </a:rPr>
              <a:t>∞</a:t>
            </a:r>
            <a:endParaRPr lang="zh-CN" altLang="en-US" sz="2000" b="1" dirty="0">
              <a:latin typeface="+mj-ea"/>
              <a:ea typeface="+mj-ea"/>
            </a:endParaRPr>
          </a:p>
        </p:txBody>
      </p:sp>
      <p:sp>
        <p:nvSpPr>
          <p:cNvPr id="25" name="文本框 24">
            <a:extLst>
              <a:ext uri="{FF2B5EF4-FFF2-40B4-BE49-F238E27FC236}">
                <a16:creationId xmlns:a16="http://schemas.microsoft.com/office/drawing/2014/main" id="{697D6D47-90CD-3381-9A41-4557DDCAAD9B}"/>
              </a:ext>
            </a:extLst>
          </p:cNvPr>
          <p:cNvSpPr txBox="1"/>
          <p:nvPr/>
        </p:nvSpPr>
        <p:spPr>
          <a:xfrm>
            <a:off x="8112200" y="2523912"/>
            <a:ext cx="285903" cy="307777"/>
          </a:xfrm>
          <a:prstGeom prst="rect">
            <a:avLst/>
          </a:prstGeom>
          <a:noFill/>
        </p:spPr>
        <p:txBody>
          <a:bodyPr wrap="none" lIns="36000" tIns="0" rIns="36000" bIns="0" rtlCol="0">
            <a:spAutoFit/>
          </a:bodyPr>
          <a:lstStyle/>
          <a:p>
            <a:pPr algn="ctr"/>
            <a:r>
              <a:rPr lang="en-US" altLang="zh-CN" sz="2000" b="1" dirty="0">
                <a:solidFill>
                  <a:srgbClr val="0070C0"/>
                </a:solidFill>
              </a:rPr>
              <a:t>-1</a:t>
            </a:r>
            <a:endParaRPr lang="zh-CN" altLang="en-US" sz="2000" b="1" dirty="0">
              <a:solidFill>
                <a:srgbClr val="0070C0"/>
              </a:solidFill>
            </a:endParaRPr>
          </a:p>
        </p:txBody>
      </p:sp>
      <p:sp>
        <p:nvSpPr>
          <p:cNvPr id="33" name="文本框 32">
            <a:extLst>
              <a:ext uri="{FF2B5EF4-FFF2-40B4-BE49-F238E27FC236}">
                <a16:creationId xmlns:a16="http://schemas.microsoft.com/office/drawing/2014/main" id="{5FBF7BEB-295E-9FA5-495D-833141CB7251}"/>
              </a:ext>
            </a:extLst>
          </p:cNvPr>
          <p:cNvSpPr txBox="1"/>
          <p:nvPr/>
        </p:nvSpPr>
        <p:spPr>
          <a:xfrm>
            <a:off x="8793291" y="1061081"/>
            <a:ext cx="141064" cy="338554"/>
          </a:xfrm>
          <a:prstGeom prst="rect">
            <a:avLst/>
          </a:prstGeom>
          <a:noFill/>
        </p:spPr>
        <p:txBody>
          <a:bodyPr wrap="none" lIns="0" tIns="0" rIns="0" bIns="0" rtlCol="0">
            <a:spAutoFit/>
          </a:bodyPr>
          <a:lstStyle/>
          <a:p>
            <a:r>
              <a:rPr lang="en-US" altLang="zh-CN" sz="2200" b="1" dirty="0">
                <a:solidFill>
                  <a:srgbClr val="C00000"/>
                </a:solidFill>
              </a:rPr>
              <a:t>2</a:t>
            </a:r>
            <a:endParaRPr lang="zh-CN" altLang="en-US" sz="2200" b="1" dirty="0">
              <a:solidFill>
                <a:srgbClr val="C00000"/>
              </a:solidFill>
            </a:endParaRPr>
          </a:p>
        </p:txBody>
      </p:sp>
      <p:sp>
        <p:nvSpPr>
          <p:cNvPr id="35" name="文本框 34">
            <a:extLst>
              <a:ext uri="{FF2B5EF4-FFF2-40B4-BE49-F238E27FC236}">
                <a16:creationId xmlns:a16="http://schemas.microsoft.com/office/drawing/2014/main" id="{14B408C0-D785-72D4-8A9C-0EE8925440B8}"/>
              </a:ext>
            </a:extLst>
          </p:cNvPr>
          <p:cNvSpPr txBox="1"/>
          <p:nvPr/>
        </p:nvSpPr>
        <p:spPr>
          <a:xfrm>
            <a:off x="9411106" y="1061081"/>
            <a:ext cx="141064" cy="338554"/>
          </a:xfrm>
          <a:prstGeom prst="rect">
            <a:avLst/>
          </a:prstGeom>
          <a:noFill/>
        </p:spPr>
        <p:txBody>
          <a:bodyPr wrap="none" lIns="0" tIns="0" rIns="0" bIns="0" rtlCol="0">
            <a:spAutoFit/>
          </a:bodyPr>
          <a:lstStyle/>
          <a:p>
            <a:r>
              <a:rPr lang="en-US" altLang="zh-CN" sz="2200" b="1" dirty="0">
                <a:solidFill>
                  <a:srgbClr val="C00000"/>
                </a:solidFill>
              </a:rPr>
              <a:t>4</a:t>
            </a:r>
            <a:endParaRPr lang="zh-CN" altLang="en-US" sz="2200" b="1" dirty="0">
              <a:solidFill>
                <a:srgbClr val="C00000"/>
              </a:solidFill>
            </a:endParaRPr>
          </a:p>
        </p:txBody>
      </p:sp>
      <p:sp>
        <p:nvSpPr>
          <p:cNvPr id="37" name="文本框 36">
            <a:extLst>
              <a:ext uri="{FF2B5EF4-FFF2-40B4-BE49-F238E27FC236}">
                <a16:creationId xmlns:a16="http://schemas.microsoft.com/office/drawing/2014/main" id="{E593A1EA-7803-3D6B-D9CE-04C05C16E4BF}"/>
              </a:ext>
            </a:extLst>
          </p:cNvPr>
          <p:cNvSpPr txBox="1"/>
          <p:nvPr/>
        </p:nvSpPr>
        <p:spPr>
          <a:xfrm>
            <a:off x="10023531" y="1061081"/>
            <a:ext cx="141064" cy="338554"/>
          </a:xfrm>
          <a:prstGeom prst="rect">
            <a:avLst/>
          </a:prstGeom>
          <a:noFill/>
        </p:spPr>
        <p:txBody>
          <a:bodyPr wrap="none" lIns="0" tIns="0" rIns="0" bIns="0" rtlCol="0">
            <a:spAutoFit/>
          </a:bodyPr>
          <a:lstStyle/>
          <a:p>
            <a:r>
              <a:rPr lang="en-US" altLang="zh-CN" sz="2200" b="1" dirty="0">
                <a:solidFill>
                  <a:srgbClr val="C00000"/>
                </a:solidFill>
              </a:rPr>
              <a:t>3</a:t>
            </a:r>
            <a:endParaRPr lang="zh-CN" altLang="en-US" sz="2200" b="1" dirty="0">
              <a:solidFill>
                <a:srgbClr val="C00000"/>
              </a:solidFill>
            </a:endParaRPr>
          </a:p>
        </p:txBody>
      </p:sp>
      <p:sp>
        <p:nvSpPr>
          <p:cNvPr id="39" name="文本框 38">
            <a:extLst>
              <a:ext uri="{FF2B5EF4-FFF2-40B4-BE49-F238E27FC236}">
                <a16:creationId xmlns:a16="http://schemas.microsoft.com/office/drawing/2014/main" id="{37041A53-8BA3-346B-C15A-0F27524156A7}"/>
              </a:ext>
            </a:extLst>
          </p:cNvPr>
          <p:cNvSpPr txBox="1"/>
          <p:nvPr/>
        </p:nvSpPr>
        <p:spPr>
          <a:xfrm>
            <a:off x="10624910" y="1061081"/>
            <a:ext cx="141064" cy="338554"/>
          </a:xfrm>
          <a:prstGeom prst="rect">
            <a:avLst/>
          </a:prstGeom>
          <a:noFill/>
        </p:spPr>
        <p:txBody>
          <a:bodyPr wrap="none" lIns="0" tIns="0" rIns="0" bIns="0" rtlCol="0">
            <a:spAutoFit/>
          </a:bodyPr>
          <a:lstStyle/>
          <a:p>
            <a:r>
              <a:rPr lang="en-US" altLang="zh-CN" sz="2200" b="1" dirty="0">
                <a:solidFill>
                  <a:srgbClr val="C00000"/>
                </a:solidFill>
              </a:rPr>
              <a:t>1</a:t>
            </a:r>
            <a:endParaRPr lang="zh-CN" altLang="en-US" sz="2200" b="1" dirty="0">
              <a:solidFill>
                <a:srgbClr val="C00000"/>
              </a:solidFill>
            </a:endParaRPr>
          </a:p>
        </p:txBody>
      </p:sp>
      <p:sp>
        <p:nvSpPr>
          <p:cNvPr id="41" name="文本框 40">
            <a:extLst>
              <a:ext uri="{FF2B5EF4-FFF2-40B4-BE49-F238E27FC236}">
                <a16:creationId xmlns:a16="http://schemas.microsoft.com/office/drawing/2014/main" id="{A799D199-316B-6DEE-DDCF-68997AA9D7E1}"/>
              </a:ext>
            </a:extLst>
          </p:cNvPr>
          <p:cNvSpPr txBox="1"/>
          <p:nvPr/>
        </p:nvSpPr>
        <p:spPr>
          <a:xfrm>
            <a:off x="11236789" y="1062350"/>
            <a:ext cx="141064" cy="338554"/>
          </a:xfrm>
          <a:prstGeom prst="rect">
            <a:avLst/>
          </a:prstGeom>
          <a:noFill/>
        </p:spPr>
        <p:txBody>
          <a:bodyPr wrap="none" lIns="0" tIns="0" rIns="0" bIns="0" rtlCol="0">
            <a:spAutoFit/>
          </a:bodyPr>
          <a:lstStyle/>
          <a:p>
            <a:r>
              <a:rPr lang="en-US" altLang="zh-CN" sz="2200" b="1" dirty="0">
                <a:solidFill>
                  <a:srgbClr val="C00000"/>
                </a:solidFill>
              </a:rPr>
              <a:t>5</a:t>
            </a:r>
            <a:endParaRPr lang="zh-CN" altLang="en-US" sz="2200" b="1" dirty="0">
              <a:solidFill>
                <a:srgbClr val="C00000"/>
              </a:solidFill>
            </a:endParaRPr>
          </a:p>
        </p:txBody>
      </p:sp>
      <p:sp>
        <p:nvSpPr>
          <p:cNvPr id="42" name="文本框 41">
            <a:extLst>
              <a:ext uri="{FF2B5EF4-FFF2-40B4-BE49-F238E27FC236}">
                <a16:creationId xmlns:a16="http://schemas.microsoft.com/office/drawing/2014/main" id="{7F0E7A83-E48D-CE44-4237-689219D2AD2C}"/>
              </a:ext>
            </a:extLst>
          </p:cNvPr>
          <p:cNvSpPr txBox="1"/>
          <p:nvPr/>
        </p:nvSpPr>
        <p:spPr>
          <a:xfrm>
            <a:off x="8793291" y="1543924"/>
            <a:ext cx="141064" cy="338554"/>
          </a:xfrm>
          <a:prstGeom prst="rect">
            <a:avLst/>
          </a:prstGeom>
          <a:noFill/>
        </p:spPr>
        <p:txBody>
          <a:bodyPr wrap="none" lIns="0" tIns="0" rIns="0" bIns="0" rtlCol="0">
            <a:spAutoFit/>
          </a:bodyPr>
          <a:lstStyle/>
          <a:p>
            <a:r>
              <a:rPr lang="en-US" altLang="zh-CN" sz="2200" b="1" dirty="0">
                <a:solidFill>
                  <a:srgbClr val="C00000"/>
                </a:solidFill>
              </a:rPr>
              <a:t>4</a:t>
            </a:r>
            <a:endParaRPr lang="zh-CN" altLang="en-US" sz="2200" b="1" dirty="0">
              <a:solidFill>
                <a:srgbClr val="C00000"/>
              </a:solidFill>
            </a:endParaRPr>
          </a:p>
        </p:txBody>
      </p:sp>
      <p:sp>
        <p:nvSpPr>
          <p:cNvPr id="43" name="文本框 42">
            <a:extLst>
              <a:ext uri="{FF2B5EF4-FFF2-40B4-BE49-F238E27FC236}">
                <a16:creationId xmlns:a16="http://schemas.microsoft.com/office/drawing/2014/main" id="{E9C05D81-A0AC-EE02-9503-4A77DAC5A403}"/>
              </a:ext>
            </a:extLst>
          </p:cNvPr>
          <p:cNvSpPr txBox="1"/>
          <p:nvPr/>
        </p:nvSpPr>
        <p:spPr>
          <a:xfrm>
            <a:off x="9394197" y="1543610"/>
            <a:ext cx="141064" cy="338554"/>
          </a:xfrm>
          <a:prstGeom prst="rect">
            <a:avLst/>
          </a:prstGeom>
          <a:noFill/>
        </p:spPr>
        <p:txBody>
          <a:bodyPr wrap="none" lIns="0" tIns="0" rIns="0" bIns="0" rtlCol="0">
            <a:spAutoFit/>
          </a:bodyPr>
          <a:lstStyle/>
          <a:p>
            <a:r>
              <a:rPr lang="en-US" altLang="zh-CN" sz="2200" b="1" dirty="0">
                <a:solidFill>
                  <a:srgbClr val="C00000"/>
                </a:solidFill>
              </a:rPr>
              <a:t>1</a:t>
            </a:r>
            <a:endParaRPr lang="zh-CN" altLang="en-US" sz="2200" b="1" dirty="0">
              <a:solidFill>
                <a:srgbClr val="C00000"/>
              </a:solidFill>
            </a:endParaRPr>
          </a:p>
        </p:txBody>
      </p:sp>
      <p:sp>
        <p:nvSpPr>
          <p:cNvPr id="44" name="文本框 43">
            <a:extLst>
              <a:ext uri="{FF2B5EF4-FFF2-40B4-BE49-F238E27FC236}">
                <a16:creationId xmlns:a16="http://schemas.microsoft.com/office/drawing/2014/main" id="{D113F39B-89C2-6F40-044F-B9EFD7102BD6}"/>
              </a:ext>
            </a:extLst>
          </p:cNvPr>
          <p:cNvSpPr txBox="1"/>
          <p:nvPr/>
        </p:nvSpPr>
        <p:spPr>
          <a:xfrm>
            <a:off x="10015533" y="1548027"/>
            <a:ext cx="141064" cy="338554"/>
          </a:xfrm>
          <a:prstGeom prst="rect">
            <a:avLst/>
          </a:prstGeom>
          <a:noFill/>
        </p:spPr>
        <p:txBody>
          <a:bodyPr wrap="none" lIns="0" tIns="0" rIns="0" bIns="0" rtlCol="0">
            <a:spAutoFit/>
          </a:bodyPr>
          <a:lstStyle/>
          <a:p>
            <a:r>
              <a:rPr lang="en-US" altLang="zh-CN" sz="2200" b="1" dirty="0">
                <a:solidFill>
                  <a:srgbClr val="C00000"/>
                </a:solidFill>
              </a:rPr>
              <a:t>3</a:t>
            </a:r>
            <a:endParaRPr lang="zh-CN" altLang="en-US" sz="2200" b="1" dirty="0">
              <a:solidFill>
                <a:srgbClr val="C00000"/>
              </a:solidFill>
            </a:endParaRPr>
          </a:p>
        </p:txBody>
      </p:sp>
      <p:sp>
        <p:nvSpPr>
          <p:cNvPr id="45" name="文本框 44">
            <a:extLst>
              <a:ext uri="{FF2B5EF4-FFF2-40B4-BE49-F238E27FC236}">
                <a16:creationId xmlns:a16="http://schemas.microsoft.com/office/drawing/2014/main" id="{266B0AFE-2147-3F51-A6B9-59FF84CDAEA5}"/>
              </a:ext>
            </a:extLst>
          </p:cNvPr>
          <p:cNvSpPr txBox="1"/>
          <p:nvPr/>
        </p:nvSpPr>
        <p:spPr>
          <a:xfrm>
            <a:off x="10600583" y="1548027"/>
            <a:ext cx="141064" cy="338554"/>
          </a:xfrm>
          <a:prstGeom prst="rect">
            <a:avLst/>
          </a:prstGeom>
          <a:noFill/>
        </p:spPr>
        <p:txBody>
          <a:bodyPr wrap="none" lIns="0" tIns="0" rIns="0" bIns="0" rtlCol="0">
            <a:spAutoFit/>
          </a:bodyPr>
          <a:lstStyle/>
          <a:p>
            <a:r>
              <a:rPr lang="en-US" altLang="zh-CN" sz="2200" b="1" dirty="0">
                <a:solidFill>
                  <a:srgbClr val="C00000"/>
                </a:solidFill>
              </a:rPr>
              <a:t>2</a:t>
            </a:r>
            <a:endParaRPr lang="zh-CN" altLang="en-US" sz="2200" b="1" dirty="0">
              <a:solidFill>
                <a:srgbClr val="C00000"/>
              </a:solidFill>
            </a:endParaRPr>
          </a:p>
        </p:txBody>
      </p:sp>
      <p:sp>
        <p:nvSpPr>
          <p:cNvPr id="46" name="文本框 45">
            <a:extLst>
              <a:ext uri="{FF2B5EF4-FFF2-40B4-BE49-F238E27FC236}">
                <a16:creationId xmlns:a16="http://schemas.microsoft.com/office/drawing/2014/main" id="{E72776E5-9AAD-48BA-CAF6-BD9A6B7F99E0}"/>
              </a:ext>
            </a:extLst>
          </p:cNvPr>
          <p:cNvSpPr txBox="1"/>
          <p:nvPr/>
        </p:nvSpPr>
        <p:spPr>
          <a:xfrm>
            <a:off x="11228791" y="1549296"/>
            <a:ext cx="141064" cy="338554"/>
          </a:xfrm>
          <a:prstGeom prst="rect">
            <a:avLst/>
          </a:prstGeom>
          <a:noFill/>
        </p:spPr>
        <p:txBody>
          <a:bodyPr wrap="none" lIns="0" tIns="0" rIns="0" bIns="0" rtlCol="0">
            <a:spAutoFit/>
          </a:bodyPr>
          <a:lstStyle/>
          <a:p>
            <a:r>
              <a:rPr lang="en-US" altLang="zh-CN" sz="2200" b="1" dirty="0">
                <a:solidFill>
                  <a:srgbClr val="C00000"/>
                </a:solidFill>
              </a:rPr>
              <a:t>5</a:t>
            </a:r>
            <a:endParaRPr lang="zh-CN" altLang="en-US" sz="2200" b="1" dirty="0">
              <a:solidFill>
                <a:srgbClr val="C00000"/>
              </a:solidFill>
            </a:endParaRPr>
          </a:p>
        </p:txBody>
      </p:sp>
      <p:sp>
        <p:nvSpPr>
          <p:cNvPr id="47" name="文本框 46">
            <a:extLst>
              <a:ext uri="{FF2B5EF4-FFF2-40B4-BE49-F238E27FC236}">
                <a16:creationId xmlns:a16="http://schemas.microsoft.com/office/drawing/2014/main" id="{1DC6CDAB-B84D-64F4-AC4D-7441F7632193}"/>
              </a:ext>
            </a:extLst>
          </p:cNvPr>
          <p:cNvSpPr txBox="1"/>
          <p:nvPr/>
        </p:nvSpPr>
        <p:spPr>
          <a:xfrm>
            <a:off x="3491392" y="5631103"/>
            <a:ext cx="5159818" cy="400110"/>
          </a:xfrm>
          <a:prstGeom prst="rect">
            <a:avLst/>
          </a:prstGeom>
          <a:solidFill>
            <a:schemeClr val="accent2">
              <a:lumMod val="20000"/>
              <a:lumOff val="80000"/>
            </a:schemeClr>
          </a:solidFill>
        </p:spPr>
        <p:txBody>
          <a:bodyPr wrap="square" rtlCol="0">
            <a:spAutoFit/>
          </a:bodyPr>
          <a:lstStyle/>
          <a:p>
            <a:pPr>
              <a:spcBef>
                <a:spcPts val="600"/>
              </a:spcBef>
            </a:pPr>
            <a:r>
              <a:rPr lang="en-US" altLang="zh-CN" sz="2000" b="1" dirty="0"/>
              <a:t>for</a:t>
            </a:r>
            <a:r>
              <a:rPr lang="zh-CN" altLang="en-US" sz="2000" dirty="0"/>
              <a:t>循环过程与求最小生成树的</a:t>
            </a:r>
            <a:r>
              <a:rPr lang="en-US" altLang="zh-CN" sz="2000" dirty="0"/>
              <a:t>Prim</a:t>
            </a:r>
            <a:r>
              <a:rPr lang="zh-CN" altLang="en-US" sz="2000" dirty="0"/>
              <a:t>算法类似</a:t>
            </a:r>
          </a:p>
        </p:txBody>
      </p:sp>
      <p:cxnSp>
        <p:nvCxnSpPr>
          <p:cNvPr id="49" name="直接连接符 48">
            <a:extLst>
              <a:ext uri="{FF2B5EF4-FFF2-40B4-BE49-F238E27FC236}">
                <a16:creationId xmlns:a16="http://schemas.microsoft.com/office/drawing/2014/main" id="{61C2763E-AF3E-E4E6-0686-FBADDBB78C68}"/>
              </a:ext>
            </a:extLst>
          </p:cNvPr>
          <p:cNvCxnSpPr/>
          <p:nvPr/>
        </p:nvCxnSpPr>
        <p:spPr>
          <a:xfrm>
            <a:off x="794657" y="3561465"/>
            <a:ext cx="2764971"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50" name="文本框 49">
            <a:extLst>
              <a:ext uri="{FF2B5EF4-FFF2-40B4-BE49-F238E27FC236}">
                <a16:creationId xmlns:a16="http://schemas.microsoft.com/office/drawing/2014/main" id="{5890AB9C-A248-371E-2BF1-73B250CA0C14}"/>
              </a:ext>
            </a:extLst>
          </p:cNvPr>
          <p:cNvSpPr txBox="1"/>
          <p:nvPr/>
        </p:nvSpPr>
        <p:spPr>
          <a:xfrm>
            <a:off x="8168086" y="2234622"/>
            <a:ext cx="217897" cy="307777"/>
          </a:xfrm>
          <a:prstGeom prst="rect">
            <a:avLst/>
          </a:prstGeom>
          <a:noFill/>
        </p:spPr>
        <p:txBody>
          <a:bodyPr wrap="square" lIns="36000" tIns="0" rIns="36000" bIns="0" rtlCol="0">
            <a:spAutoFit/>
          </a:bodyPr>
          <a:lstStyle/>
          <a:p>
            <a:pPr algn="ctr"/>
            <a:r>
              <a:rPr lang="en-US" altLang="zh-CN" sz="2000" b="1" dirty="0">
                <a:solidFill>
                  <a:srgbClr val="C00000"/>
                </a:solidFill>
              </a:rPr>
              <a:t>0</a:t>
            </a:r>
            <a:endParaRPr lang="zh-CN" altLang="en-US" sz="2000" b="1" dirty="0">
              <a:solidFill>
                <a:srgbClr val="C00000"/>
              </a:solidFill>
            </a:endParaRPr>
          </a:p>
        </p:txBody>
      </p:sp>
      <p:sp>
        <p:nvSpPr>
          <p:cNvPr id="52" name="椭圆 51">
            <a:extLst>
              <a:ext uri="{FF2B5EF4-FFF2-40B4-BE49-F238E27FC236}">
                <a16:creationId xmlns:a16="http://schemas.microsoft.com/office/drawing/2014/main" id="{F5910D6B-373F-C9C1-6DDE-132D2D0B7B68}"/>
              </a:ext>
            </a:extLst>
          </p:cNvPr>
          <p:cNvSpPr/>
          <p:nvPr/>
        </p:nvSpPr>
        <p:spPr>
          <a:xfrm>
            <a:off x="8659585" y="1033866"/>
            <a:ext cx="396000" cy="396000"/>
          </a:xfrm>
          <a:prstGeom prst="ellipse">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A59BBFC3-235A-B90D-1C7C-3BB40B4FD9A8}"/>
              </a:ext>
            </a:extLst>
          </p:cNvPr>
          <p:cNvSpPr txBox="1"/>
          <p:nvPr/>
        </p:nvSpPr>
        <p:spPr>
          <a:xfrm>
            <a:off x="8793291" y="1067728"/>
            <a:ext cx="141064" cy="338554"/>
          </a:xfrm>
          <a:prstGeom prst="rect">
            <a:avLst/>
          </a:prstGeom>
          <a:noFill/>
        </p:spPr>
        <p:txBody>
          <a:bodyPr wrap="none" lIns="0" tIns="0" rIns="0" bIns="0" rtlCol="0">
            <a:spAutoFit/>
          </a:bodyPr>
          <a:lstStyle/>
          <a:p>
            <a:r>
              <a:rPr lang="en-US" altLang="zh-CN" sz="2200" b="1" dirty="0">
                <a:solidFill>
                  <a:srgbClr val="C00000"/>
                </a:solidFill>
              </a:rPr>
              <a:t>2</a:t>
            </a:r>
            <a:endParaRPr lang="zh-CN" altLang="en-US" sz="2200" b="1" dirty="0">
              <a:solidFill>
                <a:srgbClr val="C00000"/>
              </a:solidFill>
            </a:endParaRPr>
          </a:p>
        </p:txBody>
      </p:sp>
      <p:sp>
        <p:nvSpPr>
          <p:cNvPr id="54" name="文本框 21">
            <a:extLst>
              <a:ext uri="{FF2B5EF4-FFF2-40B4-BE49-F238E27FC236}">
                <a16:creationId xmlns:a16="http://schemas.microsoft.com/office/drawing/2014/main" id="{BFBB5050-7C89-7E74-37F2-CE66CC990238}"/>
              </a:ext>
            </a:extLst>
          </p:cNvPr>
          <p:cNvSpPr txBox="1"/>
          <p:nvPr/>
        </p:nvSpPr>
        <p:spPr>
          <a:xfrm>
            <a:off x="6674728" y="1380051"/>
            <a:ext cx="380480"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K=</a:t>
            </a:r>
            <a:endParaRPr lang="zh-CN" altLang="en-US" sz="2000" b="1" dirty="0">
              <a:solidFill>
                <a:srgbClr val="C00000"/>
              </a:solidFill>
              <a:latin typeface="Courier New" panose="02070309020205020404" pitchFamily="49" charset="0"/>
              <a:cs typeface="Courier New" panose="02070309020205020404" pitchFamily="49" charset="0"/>
            </a:endParaRPr>
          </a:p>
        </p:txBody>
      </p:sp>
      <p:cxnSp>
        <p:nvCxnSpPr>
          <p:cNvPr id="55" name="直接连接符 54">
            <a:extLst>
              <a:ext uri="{FF2B5EF4-FFF2-40B4-BE49-F238E27FC236}">
                <a16:creationId xmlns:a16="http://schemas.microsoft.com/office/drawing/2014/main" id="{24AB2811-8D96-7070-74CD-22CC3586D321}"/>
              </a:ext>
            </a:extLst>
          </p:cNvPr>
          <p:cNvCxnSpPr>
            <a:cxnSpLocks/>
          </p:cNvCxnSpPr>
          <p:nvPr/>
        </p:nvCxnSpPr>
        <p:spPr>
          <a:xfrm>
            <a:off x="1224642" y="4116637"/>
            <a:ext cx="1926772"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graphicFrame>
        <p:nvGraphicFramePr>
          <p:cNvPr id="57" name="表格 56">
            <a:extLst>
              <a:ext uri="{FF2B5EF4-FFF2-40B4-BE49-F238E27FC236}">
                <a16:creationId xmlns:a16="http://schemas.microsoft.com/office/drawing/2014/main" id="{7EFD6C81-9DBB-987E-DBC7-3ECF5C0100CC}"/>
              </a:ext>
            </a:extLst>
          </p:cNvPr>
          <p:cNvGraphicFramePr>
            <a:graphicFrameLocks noGrp="1"/>
          </p:cNvGraphicFramePr>
          <p:nvPr>
            <p:extLst>
              <p:ext uri="{D42A27DB-BD31-4B8C-83A1-F6EECF244321}">
                <p14:modId xmlns:p14="http://schemas.microsoft.com/office/powerpoint/2010/main" val="1431433940"/>
              </p:ext>
            </p:extLst>
          </p:nvPr>
        </p:nvGraphicFramePr>
        <p:xfrm>
          <a:off x="2047058" y="813897"/>
          <a:ext cx="1119414" cy="2077920"/>
        </p:xfrm>
        <a:graphic>
          <a:graphicData uri="http://schemas.openxmlformats.org/drawingml/2006/table">
            <a:tbl>
              <a:tblPr firstRow="1" bandRow="1">
                <a:tableStyleId>{5940675A-B579-460E-94D1-54222C63F5DA}</a:tableStyleId>
              </a:tblPr>
              <a:tblGrid>
                <a:gridCol w="373138">
                  <a:extLst>
                    <a:ext uri="{9D8B030D-6E8A-4147-A177-3AD203B41FA5}">
                      <a16:colId xmlns:a16="http://schemas.microsoft.com/office/drawing/2014/main" val="2532384366"/>
                    </a:ext>
                  </a:extLst>
                </a:gridCol>
                <a:gridCol w="446939">
                  <a:extLst>
                    <a:ext uri="{9D8B030D-6E8A-4147-A177-3AD203B41FA5}">
                      <a16:colId xmlns:a16="http://schemas.microsoft.com/office/drawing/2014/main" val="4811035"/>
                    </a:ext>
                  </a:extLst>
                </a:gridCol>
                <a:gridCol w="299337">
                  <a:extLst>
                    <a:ext uri="{9D8B030D-6E8A-4147-A177-3AD203B41FA5}">
                      <a16:colId xmlns:a16="http://schemas.microsoft.com/office/drawing/2014/main" val="137518761"/>
                    </a:ext>
                  </a:extLst>
                </a:gridCol>
              </a:tblGrid>
              <a:tr h="256404">
                <a:tc>
                  <a:txBody>
                    <a:bodyPr/>
                    <a:lstStyle/>
                    <a:p>
                      <a:pPr algn="r"/>
                      <a:r>
                        <a:rPr lang="en-US" altLang="zh-CN" dirty="0"/>
                        <a:t>0</a:t>
                      </a:r>
                      <a:endParaRPr lang="zh-CN" altLang="en-US" dirty="0"/>
                    </a:p>
                  </a:txBody>
                  <a:tcPr marL="36000" marR="72000" marT="36000" marB="3600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333DFF"/>
                          </a:solidFill>
                        </a:rPr>
                        <a:t>A</a:t>
                      </a:r>
                      <a:endParaRPr lang="zh-CN" altLang="en-US" b="1" dirty="0">
                        <a:solidFill>
                          <a:srgbClr val="333DFF"/>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zh-CN" altLang="en-US" dirty="0"/>
                    </a:p>
                  </a:txBody>
                  <a:tcPr marL="36000" marR="36000" marT="36000" marB="36000">
                    <a:lnL w="12700" cap="flat" cmpd="sng" algn="ctr">
                      <a:solidFill>
                        <a:schemeClr val="tx1"/>
                      </a:solidFill>
                      <a:prstDash val="solid"/>
                      <a:round/>
                      <a:headEnd type="none" w="med" len="med"/>
                      <a:tailEnd type="none" w="med" len="med"/>
                    </a:lnL>
                    <a:solidFill>
                      <a:schemeClr val="tx2">
                        <a:lumMod val="10000"/>
                        <a:lumOff val="90000"/>
                      </a:schemeClr>
                    </a:solidFill>
                  </a:tcPr>
                </a:tc>
                <a:extLst>
                  <a:ext uri="{0D108BD9-81ED-4DB2-BD59-A6C34878D82A}">
                    <a16:rowId xmlns:a16="http://schemas.microsoft.com/office/drawing/2014/main" val="436938509"/>
                  </a:ext>
                </a:extLst>
              </a:tr>
              <a:tr h="256404">
                <a:tc>
                  <a:txBody>
                    <a:bodyPr/>
                    <a:lstStyle/>
                    <a:p>
                      <a:pPr algn="r"/>
                      <a:r>
                        <a:rPr lang="en-US" altLang="zh-CN" dirty="0"/>
                        <a:t>1</a:t>
                      </a:r>
                      <a:endParaRPr lang="zh-CN" altLang="en-US" dirty="0"/>
                    </a:p>
                  </a:txBody>
                  <a:tcPr marL="36000" marR="72000" marT="36000" marB="3600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333DFF"/>
                          </a:solidFill>
                        </a:rPr>
                        <a:t>B</a:t>
                      </a:r>
                      <a:endParaRPr lang="zh-CN" altLang="en-US" b="1" dirty="0">
                        <a:solidFill>
                          <a:srgbClr val="333DFF"/>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zh-CN" altLang="en-US" dirty="0"/>
                    </a:p>
                  </a:txBody>
                  <a:tcPr marL="36000" marR="36000" marT="36000" marB="36000">
                    <a:lnL w="12700" cap="flat" cmpd="sng" algn="ctr">
                      <a:solidFill>
                        <a:schemeClr val="tx1"/>
                      </a:solidFill>
                      <a:prstDash val="solid"/>
                      <a:round/>
                      <a:headEnd type="none" w="med" len="med"/>
                      <a:tailEnd type="none" w="med" len="med"/>
                    </a:lnL>
                    <a:solidFill>
                      <a:schemeClr val="tx2">
                        <a:lumMod val="10000"/>
                        <a:lumOff val="90000"/>
                      </a:schemeClr>
                    </a:solidFill>
                  </a:tcPr>
                </a:tc>
                <a:extLst>
                  <a:ext uri="{0D108BD9-81ED-4DB2-BD59-A6C34878D82A}">
                    <a16:rowId xmlns:a16="http://schemas.microsoft.com/office/drawing/2014/main" val="1014257192"/>
                  </a:ext>
                </a:extLst>
              </a:tr>
              <a:tr h="256404">
                <a:tc>
                  <a:txBody>
                    <a:bodyPr/>
                    <a:lstStyle/>
                    <a:p>
                      <a:pPr algn="r"/>
                      <a:r>
                        <a:rPr lang="en-US" altLang="zh-CN" dirty="0"/>
                        <a:t>2</a:t>
                      </a:r>
                      <a:endParaRPr lang="zh-CN" altLang="en-US" dirty="0"/>
                    </a:p>
                  </a:txBody>
                  <a:tcPr marL="36000" marR="72000" marT="36000" marB="3600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333DFF"/>
                          </a:solidFill>
                        </a:rPr>
                        <a:t>C</a:t>
                      </a:r>
                      <a:endParaRPr lang="zh-CN" altLang="en-US" b="1" dirty="0">
                        <a:solidFill>
                          <a:srgbClr val="333DFF"/>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zh-CN" altLang="en-US" dirty="0"/>
                    </a:p>
                  </a:txBody>
                  <a:tcPr marL="36000" marR="36000" marT="36000" marB="36000">
                    <a:lnL w="12700" cap="flat" cmpd="sng" algn="ctr">
                      <a:solidFill>
                        <a:schemeClr val="tx1"/>
                      </a:solidFill>
                      <a:prstDash val="solid"/>
                      <a:round/>
                      <a:headEnd type="none" w="med" len="med"/>
                      <a:tailEnd type="none" w="med" len="med"/>
                    </a:lnL>
                    <a:solidFill>
                      <a:schemeClr val="tx2">
                        <a:lumMod val="10000"/>
                        <a:lumOff val="90000"/>
                      </a:schemeClr>
                    </a:solidFill>
                  </a:tcPr>
                </a:tc>
                <a:extLst>
                  <a:ext uri="{0D108BD9-81ED-4DB2-BD59-A6C34878D82A}">
                    <a16:rowId xmlns:a16="http://schemas.microsoft.com/office/drawing/2014/main" val="802789068"/>
                  </a:ext>
                </a:extLst>
              </a:tr>
              <a:tr h="256404">
                <a:tc>
                  <a:txBody>
                    <a:bodyPr/>
                    <a:lstStyle/>
                    <a:p>
                      <a:pPr algn="r"/>
                      <a:r>
                        <a:rPr lang="en-US" altLang="zh-CN" dirty="0"/>
                        <a:t>3</a:t>
                      </a:r>
                      <a:endParaRPr lang="zh-CN" altLang="en-US" dirty="0"/>
                    </a:p>
                  </a:txBody>
                  <a:tcPr marL="36000" marR="72000" marT="36000" marB="3600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333DFF"/>
                          </a:solidFill>
                        </a:rPr>
                        <a:t>D</a:t>
                      </a:r>
                      <a:endParaRPr lang="zh-CN" altLang="en-US" b="1" dirty="0">
                        <a:solidFill>
                          <a:srgbClr val="333DFF"/>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zh-CN" altLang="en-US" dirty="0"/>
                    </a:p>
                  </a:txBody>
                  <a:tcPr marL="36000" marR="36000" marT="36000" marB="36000">
                    <a:lnL w="12700" cap="flat" cmpd="sng" algn="ctr">
                      <a:solidFill>
                        <a:schemeClr val="tx1"/>
                      </a:solidFill>
                      <a:prstDash val="solid"/>
                      <a:round/>
                      <a:headEnd type="none" w="med" len="med"/>
                      <a:tailEnd type="none" w="med" len="med"/>
                    </a:lnL>
                    <a:solidFill>
                      <a:schemeClr val="tx2">
                        <a:lumMod val="10000"/>
                        <a:lumOff val="90000"/>
                      </a:schemeClr>
                    </a:solidFill>
                  </a:tcPr>
                </a:tc>
                <a:extLst>
                  <a:ext uri="{0D108BD9-81ED-4DB2-BD59-A6C34878D82A}">
                    <a16:rowId xmlns:a16="http://schemas.microsoft.com/office/drawing/2014/main" val="4212498458"/>
                  </a:ext>
                </a:extLst>
              </a:tr>
              <a:tr h="256404">
                <a:tc>
                  <a:txBody>
                    <a:bodyPr/>
                    <a:lstStyle/>
                    <a:p>
                      <a:pPr algn="r"/>
                      <a:r>
                        <a:rPr lang="en-US" altLang="zh-CN" dirty="0"/>
                        <a:t>4</a:t>
                      </a:r>
                      <a:endParaRPr lang="zh-CN" altLang="en-US" dirty="0"/>
                    </a:p>
                  </a:txBody>
                  <a:tcPr marL="36000" marR="72000" marT="36000" marB="3600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333DFF"/>
                          </a:solidFill>
                        </a:rPr>
                        <a:t>E</a:t>
                      </a:r>
                      <a:endParaRPr lang="zh-CN" altLang="en-US" b="1" dirty="0">
                        <a:solidFill>
                          <a:srgbClr val="333DFF"/>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zh-CN" altLang="en-US" dirty="0"/>
                    </a:p>
                  </a:txBody>
                  <a:tcPr marL="36000" marR="36000" marT="36000" marB="36000">
                    <a:lnL w="12700" cap="flat" cmpd="sng" algn="ctr">
                      <a:solidFill>
                        <a:schemeClr val="tx1"/>
                      </a:solidFill>
                      <a:prstDash val="solid"/>
                      <a:round/>
                      <a:headEnd type="none" w="med" len="med"/>
                      <a:tailEnd type="none" w="med" len="med"/>
                    </a:lnL>
                    <a:solidFill>
                      <a:schemeClr val="tx2">
                        <a:lumMod val="10000"/>
                        <a:lumOff val="90000"/>
                      </a:schemeClr>
                    </a:solidFill>
                  </a:tcPr>
                </a:tc>
                <a:extLst>
                  <a:ext uri="{0D108BD9-81ED-4DB2-BD59-A6C34878D82A}">
                    <a16:rowId xmlns:a16="http://schemas.microsoft.com/office/drawing/2014/main" val="2191986770"/>
                  </a:ext>
                </a:extLst>
              </a:tr>
              <a:tr h="256404">
                <a:tc>
                  <a:txBody>
                    <a:bodyPr/>
                    <a:lstStyle/>
                    <a:p>
                      <a:pPr algn="r"/>
                      <a:r>
                        <a:rPr lang="en-US" altLang="zh-CN" dirty="0"/>
                        <a:t>5</a:t>
                      </a:r>
                      <a:endParaRPr lang="zh-CN" altLang="en-US" dirty="0"/>
                    </a:p>
                  </a:txBody>
                  <a:tcPr marL="36000" marR="72000" marT="36000" marB="3600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b="1" dirty="0">
                          <a:solidFill>
                            <a:srgbClr val="333DFF"/>
                          </a:solidFill>
                        </a:rPr>
                        <a:t>F</a:t>
                      </a:r>
                      <a:endParaRPr lang="zh-CN" altLang="en-US" b="1" dirty="0">
                        <a:solidFill>
                          <a:srgbClr val="333DFF"/>
                        </a:solidFill>
                      </a:endParaRPr>
                    </a:p>
                  </a:txBody>
                  <a:tcPr marL="36000" marR="3600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zh-CN" altLang="en-US" b="1" dirty="0">
                          <a:solidFill>
                            <a:srgbClr val="0070C0"/>
                          </a:solidFill>
                          <a:sym typeface="Symbol" panose="05050102010706020507" pitchFamily="18" charset="2"/>
                        </a:rPr>
                        <a:t></a:t>
                      </a:r>
                      <a:endParaRPr lang="zh-CN" altLang="en-US" b="1" dirty="0">
                        <a:solidFill>
                          <a:srgbClr val="0070C0"/>
                        </a:solidFill>
                      </a:endParaRPr>
                    </a:p>
                  </a:txBody>
                  <a:tcPr marL="36000" marR="36000" marT="0" marB="36000">
                    <a:lnL w="12700" cap="flat" cmpd="sng" algn="ctr">
                      <a:solidFill>
                        <a:schemeClr val="tx1"/>
                      </a:solidFill>
                      <a:prstDash val="solid"/>
                      <a:round/>
                      <a:headEnd type="none" w="med" len="med"/>
                      <a:tailEnd type="none" w="med" len="med"/>
                    </a:lnL>
                    <a:solidFill>
                      <a:schemeClr val="tx2">
                        <a:lumMod val="10000"/>
                        <a:lumOff val="90000"/>
                      </a:schemeClr>
                    </a:solidFill>
                  </a:tcPr>
                </a:tc>
                <a:extLst>
                  <a:ext uri="{0D108BD9-81ED-4DB2-BD59-A6C34878D82A}">
                    <a16:rowId xmlns:a16="http://schemas.microsoft.com/office/drawing/2014/main" val="2587703781"/>
                  </a:ext>
                </a:extLst>
              </a:tr>
            </a:tbl>
          </a:graphicData>
        </a:graphic>
      </p:graphicFrame>
      <p:grpSp>
        <p:nvGrpSpPr>
          <p:cNvPr id="118" name="组合 117">
            <a:extLst>
              <a:ext uri="{FF2B5EF4-FFF2-40B4-BE49-F238E27FC236}">
                <a16:creationId xmlns:a16="http://schemas.microsoft.com/office/drawing/2014/main" id="{B5A9D283-3051-A7AE-F570-762367AAFEE5}"/>
              </a:ext>
            </a:extLst>
          </p:cNvPr>
          <p:cNvGrpSpPr/>
          <p:nvPr/>
        </p:nvGrpSpPr>
        <p:grpSpPr>
          <a:xfrm>
            <a:off x="3082394" y="854319"/>
            <a:ext cx="1089256" cy="274551"/>
            <a:chOff x="3082394" y="854319"/>
            <a:chExt cx="1089256" cy="274551"/>
          </a:xfrm>
        </p:grpSpPr>
        <p:sp>
          <p:nvSpPr>
            <p:cNvPr id="69" name="矩形 68">
              <a:extLst>
                <a:ext uri="{FF2B5EF4-FFF2-40B4-BE49-F238E27FC236}">
                  <a16:creationId xmlns:a16="http://schemas.microsoft.com/office/drawing/2014/main" id="{6F8320F2-FAED-7215-45AB-997498C67ADF}"/>
                </a:ext>
              </a:extLst>
            </p:cNvPr>
            <p:cNvSpPr/>
            <p:nvPr/>
          </p:nvSpPr>
          <p:spPr>
            <a:xfrm>
              <a:off x="3410659" y="854319"/>
              <a:ext cx="255899"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02060"/>
                  </a:solidFill>
                </a:rPr>
                <a:t>2</a:t>
              </a:r>
              <a:endParaRPr lang="zh-CN" altLang="en-US" b="1" dirty="0">
                <a:solidFill>
                  <a:srgbClr val="002060"/>
                </a:solidFill>
              </a:endParaRPr>
            </a:p>
          </p:txBody>
        </p:sp>
        <p:sp>
          <p:nvSpPr>
            <p:cNvPr id="70" name="矩形 69">
              <a:extLst>
                <a:ext uri="{FF2B5EF4-FFF2-40B4-BE49-F238E27FC236}">
                  <a16:creationId xmlns:a16="http://schemas.microsoft.com/office/drawing/2014/main" id="{50AA4454-C018-B81D-DE68-1B21F62C6888}"/>
                </a:ext>
              </a:extLst>
            </p:cNvPr>
            <p:cNvSpPr/>
            <p:nvPr/>
          </p:nvSpPr>
          <p:spPr>
            <a:xfrm>
              <a:off x="3978441" y="854319"/>
              <a:ext cx="193209" cy="274551"/>
            </a:xfrm>
            <a:prstGeom prst="rect">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t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0070C0"/>
                </a:solidFill>
              </a:endParaRPr>
            </a:p>
          </p:txBody>
        </p:sp>
        <p:cxnSp>
          <p:nvCxnSpPr>
            <p:cNvPr id="68" name="直接箭头连接符 67">
              <a:extLst>
                <a:ext uri="{FF2B5EF4-FFF2-40B4-BE49-F238E27FC236}">
                  <a16:creationId xmlns:a16="http://schemas.microsoft.com/office/drawing/2014/main" id="{77FAFA68-9ED2-7AA5-459F-DBFDEEBFC843}"/>
                </a:ext>
              </a:extLst>
            </p:cNvPr>
            <p:cNvCxnSpPr>
              <a:cxnSpLocks/>
            </p:cNvCxnSpPr>
            <p:nvPr/>
          </p:nvCxnSpPr>
          <p:spPr>
            <a:xfrm>
              <a:off x="3082394" y="990051"/>
              <a:ext cx="324170"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sp>
          <p:nvSpPr>
            <p:cNvPr id="75" name="矩形 74">
              <a:extLst>
                <a:ext uri="{FF2B5EF4-FFF2-40B4-BE49-F238E27FC236}">
                  <a16:creationId xmlns:a16="http://schemas.microsoft.com/office/drawing/2014/main" id="{BF317FEC-DE62-4C6D-687E-09061B693D0E}"/>
                </a:ext>
              </a:extLst>
            </p:cNvPr>
            <p:cNvSpPr/>
            <p:nvPr/>
          </p:nvSpPr>
          <p:spPr>
            <a:xfrm>
              <a:off x="3665356" y="854319"/>
              <a:ext cx="311327"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accent2">
                      <a:lumMod val="75000"/>
                    </a:schemeClr>
                  </a:solidFill>
                </a:rPr>
                <a:t>10</a:t>
              </a:r>
              <a:endParaRPr lang="zh-CN" altLang="en-US" b="1" dirty="0">
                <a:solidFill>
                  <a:schemeClr val="accent2">
                    <a:lumMod val="75000"/>
                  </a:schemeClr>
                </a:solidFill>
              </a:endParaRPr>
            </a:p>
          </p:txBody>
        </p:sp>
      </p:grpSp>
      <p:grpSp>
        <p:nvGrpSpPr>
          <p:cNvPr id="86" name="组合 85">
            <a:extLst>
              <a:ext uri="{FF2B5EF4-FFF2-40B4-BE49-F238E27FC236}">
                <a16:creationId xmlns:a16="http://schemas.microsoft.com/office/drawing/2014/main" id="{28A90E84-B32E-5196-002B-8FEE3B228ACC}"/>
              </a:ext>
            </a:extLst>
          </p:cNvPr>
          <p:cNvGrpSpPr/>
          <p:nvPr/>
        </p:nvGrpSpPr>
        <p:grpSpPr>
          <a:xfrm>
            <a:off x="4076684" y="854319"/>
            <a:ext cx="1089256" cy="274551"/>
            <a:chOff x="3808943" y="854319"/>
            <a:chExt cx="1089256" cy="274551"/>
          </a:xfrm>
        </p:grpSpPr>
        <p:sp>
          <p:nvSpPr>
            <p:cNvPr id="81" name="矩形 80">
              <a:extLst>
                <a:ext uri="{FF2B5EF4-FFF2-40B4-BE49-F238E27FC236}">
                  <a16:creationId xmlns:a16="http://schemas.microsoft.com/office/drawing/2014/main" id="{7E9BC7B1-6F50-2853-731B-7D59B584A054}"/>
                </a:ext>
              </a:extLst>
            </p:cNvPr>
            <p:cNvSpPr/>
            <p:nvPr/>
          </p:nvSpPr>
          <p:spPr>
            <a:xfrm>
              <a:off x="4137208" y="854319"/>
              <a:ext cx="255899"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02060"/>
                  </a:solidFill>
                </a:rPr>
                <a:t>4</a:t>
              </a:r>
              <a:endParaRPr lang="zh-CN" altLang="en-US" b="1" dirty="0">
                <a:solidFill>
                  <a:srgbClr val="002060"/>
                </a:solidFill>
              </a:endParaRPr>
            </a:p>
          </p:txBody>
        </p:sp>
        <p:sp>
          <p:nvSpPr>
            <p:cNvPr id="82" name="矩形 81">
              <a:extLst>
                <a:ext uri="{FF2B5EF4-FFF2-40B4-BE49-F238E27FC236}">
                  <a16:creationId xmlns:a16="http://schemas.microsoft.com/office/drawing/2014/main" id="{38F1256C-A3F9-A4B6-49CE-ABC3FF08DAD3}"/>
                </a:ext>
              </a:extLst>
            </p:cNvPr>
            <p:cNvSpPr/>
            <p:nvPr/>
          </p:nvSpPr>
          <p:spPr>
            <a:xfrm>
              <a:off x="4704990" y="854319"/>
              <a:ext cx="193209" cy="274551"/>
            </a:xfrm>
            <a:prstGeom prst="rect">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t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0070C0"/>
                </a:solidFill>
              </a:endParaRPr>
            </a:p>
          </p:txBody>
        </p:sp>
        <p:cxnSp>
          <p:nvCxnSpPr>
            <p:cNvPr id="83" name="直接箭头连接符 82">
              <a:extLst>
                <a:ext uri="{FF2B5EF4-FFF2-40B4-BE49-F238E27FC236}">
                  <a16:creationId xmlns:a16="http://schemas.microsoft.com/office/drawing/2014/main" id="{10B3D9A0-4DC2-351C-A7EA-B52DB3A12D21}"/>
                </a:ext>
              </a:extLst>
            </p:cNvPr>
            <p:cNvCxnSpPr>
              <a:cxnSpLocks/>
            </p:cNvCxnSpPr>
            <p:nvPr/>
          </p:nvCxnSpPr>
          <p:spPr>
            <a:xfrm>
              <a:off x="3808943" y="990051"/>
              <a:ext cx="324170"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sp>
          <p:nvSpPr>
            <p:cNvPr id="84" name="矩形 83">
              <a:extLst>
                <a:ext uri="{FF2B5EF4-FFF2-40B4-BE49-F238E27FC236}">
                  <a16:creationId xmlns:a16="http://schemas.microsoft.com/office/drawing/2014/main" id="{AE5ED774-96FC-7A99-DDBD-E9422223D79B}"/>
                </a:ext>
              </a:extLst>
            </p:cNvPr>
            <p:cNvSpPr/>
            <p:nvPr/>
          </p:nvSpPr>
          <p:spPr>
            <a:xfrm>
              <a:off x="4391905" y="854319"/>
              <a:ext cx="311327"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accent2">
                      <a:lumMod val="75000"/>
                    </a:schemeClr>
                  </a:solidFill>
                </a:rPr>
                <a:t>30</a:t>
              </a:r>
              <a:endParaRPr lang="zh-CN" altLang="en-US" b="1" dirty="0">
                <a:solidFill>
                  <a:schemeClr val="accent2">
                    <a:lumMod val="75000"/>
                  </a:schemeClr>
                </a:solidFill>
              </a:endParaRPr>
            </a:p>
          </p:txBody>
        </p:sp>
      </p:grpSp>
      <p:grpSp>
        <p:nvGrpSpPr>
          <p:cNvPr id="87" name="组合 86">
            <a:extLst>
              <a:ext uri="{FF2B5EF4-FFF2-40B4-BE49-F238E27FC236}">
                <a16:creationId xmlns:a16="http://schemas.microsoft.com/office/drawing/2014/main" id="{7E4A90B0-5174-4D32-61D4-FFC1DDFB7050}"/>
              </a:ext>
            </a:extLst>
          </p:cNvPr>
          <p:cNvGrpSpPr/>
          <p:nvPr/>
        </p:nvGrpSpPr>
        <p:grpSpPr>
          <a:xfrm>
            <a:off x="5069335" y="854319"/>
            <a:ext cx="1089256" cy="274551"/>
            <a:chOff x="4687707" y="872924"/>
            <a:chExt cx="1089256" cy="274551"/>
          </a:xfrm>
        </p:grpSpPr>
        <p:sp>
          <p:nvSpPr>
            <p:cNvPr id="77" name="矩形 76">
              <a:extLst>
                <a:ext uri="{FF2B5EF4-FFF2-40B4-BE49-F238E27FC236}">
                  <a16:creationId xmlns:a16="http://schemas.microsoft.com/office/drawing/2014/main" id="{C3EAF3D9-07AB-8762-D182-08DBAF1268C1}"/>
                </a:ext>
              </a:extLst>
            </p:cNvPr>
            <p:cNvSpPr/>
            <p:nvPr/>
          </p:nvSpPr>
          <p:spPr>
            <a:xfrm>
              <a:off x="5015972" y="872924"/>
              <a:ext cx="255899"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02060"/>
                  </a:solidFill>
                </a:rPr>
                <a:t>5</a:t>
              </a:r>
              <a:endParaRPr lang="zh-CN" altLang="en-US" b="1" dirty="0">
                <a:solidFill>
                  <a:srgbClr val="002060"/>
                </a:solidFill>
              </a:endParaRPr>
            </a:p>
          </p:txBody>
        </p:sp>
        <p:sp>
          <p:nvSpPr>
            <p:cNvPr id="78" name="矩形 77">
              <a:extLst>
                <a:ext uri="{FF2B5EF4-FFF2-40B4-BE49-F238E27FC236}">
                  <a16:creationId xmlns:a16="http://schemas.microsoft.com/office/drawing/2014/main" id="{228D7D45-8275-1DA3-EA85-04897BB981CE}"/>
                </a:ext>
              </a:extLst>
            </p:cNvPr>
            <p:cNvSpPr/>
            <p:nvPr/>
          </p:nvSpPr>
          <p:spPr>
            <a:xfrm>
              <a:off x="5583754" y="872924"/>
              <a:ext cx="193209" cy="274551"/>
            </a:xfrm>
            <a:prstGeom prst="rect">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t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0070C0"/>
                  </a:solidFill>
                  <a:sym typeface="Symbol" panose="05050102010706020507" pitchFamily="18" charset="2"/>
                </a:rPr>
                <a:t></a:t>
              </a:r>
              <a:endParaRPr lang="zh-CN" altLang="en-US" b="1" dirty="0">
                <a:solidFill>
                  <a:srgbClr val="0070C0"/>
                </a:solidFill>
              </a:endParaRPr>
            </a:p>
          </p:txBody>
        </p:sp>
        <p:cxnSp>
          <p:nvCxnSpPr>
            <p:cNvPr id="79" name="直接箭头连接符 78">
              <a:extLst>
                <a:ext uri="{FF2B5EF4-FFF2-40B4-BE49-F238E27FC236}">
                  <a16:creationId xmlns:a16="http://schemas.microsoft.com/office/drawing/2014/main" id="{A0DE02AB-45FA-F581-8728-CCB51B7EE7DC}"/>
                </a:ext>
              </a:extLst>
            </p:cNvPr>
            <p:cNvCxnSpPr>
              <a:cxnSpLocks/>
            </p:cNvCxnSpPr>
            <p:nvPr/>
          </p:nvCxnSpPr>
          <p:spPr>
            <a:xfrm>
              <a:off x="4687707" y="1008656"/>
              <a:ext cx="324170"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sp>
          <p:nvSpPr>
            <p:cNvPr id="80" name="矩形 79">
              <a:extLst>
                <a:ext uri="{FF2B5EF4-FFF2-40B4-BE49-F238E27FC236}">
                  <a16:creationId xmlns:a16="http://schemas.microsoft.com/office/drawing/2014/main" id="{59F8DAE8-E66A-696C-6572-3BE244986570}"/>
                </a:ext>
              </a:extLst>
            </p:cNvPr>
            <p:cNvSpPr/>
            <p:nvPr/>
          </p:nvSpPr>
          <p:spPr>
            <a:xfrm>
              <a:off x="5270669" y="872924"/>
              <a:ext cx="311327"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accent2">
                      <a:lumMod val="75000"/>
                    </a:schemeClr>
                  </a:solidFill>
                </a:rPr>
                <a:t>100</a:t>
              </a:r>
              <a:endParaRPr lang="zh-CN" altLang="en-US" sz="1600" b="1" dirty="0">
                <a:solidFill>
                  <a:schemeClr val="accent2">
                    <a:lumMod val="75000"/>
                  </a:schemeClr>
                </a:solidFill>
              </a:endParaRPr>
            </a:p>
          </p:txBody>
        </p:sp>
      </p:grpSp>
      <p:cxnSp>
        <p:nvCxnSpPr>
          <p:cNvPr id="91" name="直接箭头连接符 90">
            <a:extLst>
              <a:ext uri="{FF2B5EF4-FFF2-40B4-BE49-F238E27FC236}">
                <a16:creationId xmlns:a16="http://schemas.microsoft.com/office/drawing/2014/main" id="{441A8E35-0F0A-C6B8-F7DC-573101CA50C2}"/>
              </a:ext>
            </a:extLst>
          </p:cNvPr>
          <p:cNvCxnSpPr>
            <a:cxnSpLocks/>
          </p:cNvCxnSpPr>
          <p:nvPr/>
        </p:nvCxnSpPr>
        <p:spPr>
          <a:xfrm>
            <a:off x="3082394" y="1328354"/>
            <a:ext cx="324170"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nvGrpSpPr>
          <p:cNvPr id="48" name="组合 47">
            <a:extLst>
              <a:ext uri="{FF2B5EF4-FFF2-40B4-BE49-F238E27FC236}">
                <a16:creationId xmlns:a16="http://schemas.microsoft.com/office/drawing/2014/main" id="{A65CD501-5650-32F0-795C-660322C0A514}"/>
              </a:ext>
            </a:extLst>
          </p:cNvPr>
          <p:cNvGrpSpPr/>
          <p:nvPr/>
        </p:nvGrpSpPr>
        <p:grpSpPr>
          <a:xfrm>
            <a:off x="3410659" y="1192622"/>
            <a:ext cx="760991" cy="274551"/>
            <a:chOff x="3410659" y="1192622"/>
            <a:chExt cx="760991" cy="274551"/>
          </a:xfrm>
        </p:grpSpPr>
        <p:sp>
          <p:nvSpPr>
            <p:cNvPr id="89" name="矩形 88">
              <a:extLst>
                <a:ext uri="{FF2B5EF4-FFF2-40B4-BE49-F238E27FC236}">
                  <a16:creationId xmlns:a16="http://schemas.microsoft.com/office/drawing/2014/main" id="{858991E1-2D4A-488D-65A0-BDC1AD57AE5C}"/>
                </a:ext>
              </a:extLst>
            </p:cNvPr>
            <p:cNvSpPr/>
            <p:nvPr/>
          </p:nvSpPr>
          <p:spPr>
            <a:xfrm>
              <a:off x="3410659" y="1192622"/>
              <a:ext cx="255899"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02060"/>
                  </a:solidFill>
                </a:rPr>
                <a:t>2</a:t>
              </a:r>
              <a:endParaRPr lang="zh-CN" altLang="en-US" b="1" dirty="0">
                <a:solidFill>
                  <a:srgbClr val="002060"/>
                </a:solidFill>
              </a:endParaRPr>
            </a:p>
          </p:txBody>
        </p:sp>
        <p:sp>
          <p:nvSpPr>
            <p:cNvPr id="90" name="矩形 89">
              <a:extLst>
                <a:ext uri="{FF2B5EF4-FFF2-40B4-BE49-F238E27FC236}">
                  <a16:creationId xmlns:a16="http://schemas.microsoft.com/office/drawing/2014/main" id="{6FE6DB23-B3D5-FE60-B8D6-4E90426B65CF}"/>
                </a:ext>
              </a:extLst>
            </p:cNvPr>
            <p:cNvSpPr/>
            <p:nvPr/>
          </p:nvSpPr>
          <p:spPr>
            <a:xfrm>
              <a:off x="3978441" y="1192622"/>
              <a:ext cx="193209" cy="274551"/>
            </a:xfrm>
            <a:prstGeom prst="rect">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t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0070C0"/>
                  </a:solidFill>
                  <a:sym typeface="Symbol" panose="05050102010706020507" pitchFamily="18" charset="2"/>
                </a:rPr>
                <a:t></a:t>
              </a:r>
              <a:endParaRPr lang="zh-CN" altLang="en-US" b="1" dirty="0">
                <a:solidFill>
                  <a:srgbClr val="0070C0"/>
                </a:solidFill>
              </a:endParaRPr>
            </a:p>
          </p:txBody>
        </p:sp>
        <p:sp>
          <p:nvSpPr>
            <p:cNvPr id="92" name="矩形 91">
              <a:extLst>
                <a:ext uri="{FF2B5EF4-FFF2-40B4-BE49-F238E27FC236}">
                  <a16:creationId xmlns:a16="http://schemas.microsoft.com/office/drawing/2014/main" id="{35951B4D-283B-C5D4-781C-DEB95B8E32C9}"/>
                </a:ext>
              </a:extLst>
            </p:cNvPr>
            <p:cNvSpPr/>
            <p:nvPr/>
          </p:nvSpPr>
          <p:spPr>
            <a:xfrm>
              <a:off x="3665356" y="1192622"/>
              <a:ext cx="311327"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accent2">
                      <a:lumMod val="75000"/>
                    </a:schemeClr>
                  </a:solidFill>
                </a:rPr>
                <a:t>5</a:t>
              </a:r>
              <a:endParaRPr lang="zh-CN" altLang="en-US" b="1" dirty="0">
                <a:solidFill>
                  <a:schemeClr val="accent2">
                    <a:lumMod val="75000"/>
                  </a:schemeClr>
                </a:solidFill>
              </a:endParaRPr>
            </a:p>
          </p:txBody>
        </p:sp>
      </p:grpSp>
      <p:cxnSp>
        <p:nvCxnSpPr>
          <p:cNvPr id="96" name="直接箭头连接符 95">
            <a:extLst>
              <a:ext uri="{FF2B5EF4-FFF2-40B4-BE49-F238E27FC236}">
                <a16:creationId xmlns:a16="http://schemas.microsoft.com/office/drawing/2014/main" id="{870DEB24-7135-FAEE-5FCB-58CBF957BA9D}"/>
              </a:ext>
            </a:extLst>
          </p:cNvPr>
          <p:cNvCxnSpPr>
            <a:cxnSpLocks/>
          </p:cNvCxnSpPr>
          <p:nvPr/>
        </p:nvCxnSpPr>
        <p:spPr>
          <a:xfrm>
            <a:off x="3082394" y="1673806"/>
            <a:ext cx="324170"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nvGrpSpPr>
          <p:cNvPr id="117" name="组合 116">
            <a:extLst>
              <a:ext uri="{FF2B5EF4-FFF2-40B4-BE49-F238E27FC236}">
                <a16:creationId xmlns:a16="http://schemas.microsoft.com/office/drawing/2014/main" id="{9AD8188F-B622-AD44-5C52-E71767EADB01}"/>
              </a:ext>
            </a:extLst>
          </p:cNvPr>
          <p:cNvGrpSpPr/>
          <p:nvPr/>
        </p:nvGrpSpPr>
        <p:grpSpPr>
          <a:xfrm>
            <a:off x="3410659" y="1538074"/>
            <a:ext cx="760991" cy="274551"/>
            <a:chOff x="3410659" y="1538074"/>
            <a:chExt cx="760991" cy="274551"/>
          </a:xfrm>
        </p:grpSpPr>
        <p:sp>
          <p:nvSpPr>
            <p:cNvPr id="94" name="矩形 93">
              <a:extLst>
                <a:ext uri="{FF2B5EF4-FFF2-40B4-BE49-F238E27FC236}">
                  <a16:creationId xmlns:a16="http://schemas.microsoft.com/office/drawing/2014/main" id="{9553DC4D-D794-586B-63BD-BBC67CC46EE2}"/>
                </a:ext>
              </a:extLst>
            </p:cNvPr>
            <p:cNvSpPr/>
            <p:nvPr/>
          </p:nvSpPr>
          <p:spPr>
            <a:xfrm>
              <a:off x="3410659" y="1538074"/>
              <a:ext cx="255899"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02060"/>
                  </a:solidFill>
                </a:rPr>
                <a:t>3</a:t>
              </a:r>
              <a:endParaRPr lang="zh-CN" altLang="en-US" b="1" dirty="0">
                <a:solidFill>
                  <a:srgbClr val="002060"/>
                </a:solidFill>
              </a:endParaRPr>
            </a:p>
          </p:txBody>
        </p:sp>
        <p:sp>
          <p:nvSpPr>
            <p:cNvPr id="95" name="矩形 94">
              <a:extLst>
                <a:ext uri="{FF2B5EF4-FFF2-40B4-BE49-F238E27FC236}">
                  <a16:creationId xmlns:a16="http://schemas.microsoft.com/office/drawing/2014/main" id="{660C7E54-F993-D203-7077-9CA2EEB9D262}"/>
                </a:ext>
              </a:extLst>
            </p:cNvPr>
            <p:cNvSpPr/>
            <p:nvPr/>
          </p:nvSpPr>
          <p:spPr>
            <a:xfrm>
              <a:off x="3978441" y="1538074"/>
              <a:ext cx="193209" cy="274551"/>
            </a:xfrm>
            <a:prstGeom prst="rect">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t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0070C0"/>
                  </a:solidFill>
                  <a:sym typeface="Symbol" panose="05050102010706020507" pitchFamily="18" charset="2"/>
                </a:rPr>
                <a:t></a:t>
              </a:r>
              <a:endParaRPr lang="zh-CN" altLang="en-US" b="1" dirty="0">
                <a:solidFill>
                  <a:srgbClr val="0070C0"/>
                </a:solidFill>
              </a:endParaRPr>
            </a:p>
          </p:txBody>
        </p:sp>
        <p:sp>
          <p:nvSpPr>
            <p:cNvPr id="97" name="矩形 96">
              <a:extLst>
                <a:ext uri="{FF2B5EF4-FFF2-40B4-BE49-F238E27FC236}">
                  <a16:creationId xmlns:a16="http://schemas.microsoft.com/office/drawing/2014/main" id="{FFF7FAF4-678B-5851-654B-4B68B3A359D7}"/>
                </a:ext>
              </a:extLst>
            </p:cNvPr>
            <p:cNvSpPr/>
            <p:nvPr/>
          </p:nvSpPr>
          <p:spPr>
            <a:xfrm>
              <a:off x="3665356" y="1538074"/>
              <a:ext cx="311327"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accent2">
                      <a:lumMod val="75000"/>
                    </a:schemeClr>
                  </a:solidFill>
                </a:rPr>
                <a:t>50</a:t>
              </a:r>
              <a:endParaRPr lang="zh-CN" altLang="en-US" b="1" dirty="0">
                <a:solidFill>
                  <a:schemeClr val="accent2">
                    <a:lumMod val="75000"/>
                  </a:schemeClr>
                </a:solidFill>
              </a:endParaRPr>
            </a:p>
          </p:txBody>
        </p:sp>
      </p:grpSp>
      <p:cxnSp>
        <p:nvCxnSpPr>
          <p:cNvPr id="101" name="直接箭头连接符 100">
            <a:extLst>
              <a:ext uri="{FF2B5EF4-FFF2-40B4-BE49-F238E27FC236}">
                <a16:creationId xmlns:a16="http://schemas.microsoft.com/office/drawing/2014/main" id="{D5BEECBC-8BCD-9773-88EB-EA34CED67C82}"/>
              </a:ext>
            </a:extLst>
          </p:cNvPr>
          <p:cNvCxnSpPr>
            <a:cxnSpLocks/>
          </p:cNvCxnSpPr>
          <p:nvPr/>
        </p:nvCxnSpPr>
        <p:spPr>
          <a:xfrm>
            <a:off x="3082394" y="2020744"/>
            <a:ext cx="324170"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nvGrpSpPr>
          <p:cNvPr id="26" name="组合 25">
            <a:extLst>
              <a:ext uri="{FF2B5EF4-FFF2-40B4-BE49-F238E27FC236}">
                <a16:creationId xmlns:a16="http://schemas.microsoft.com/office/drawing/2014/main" id="{413B8426-D411-97A3-AED0-2988EE835CDD}"/>
              </a:ext>
            </a:extLst>
          </p:cNvPr>
          <p:cNvGrpSpPr/>
          <p:nvPr/>
        </p:nvGrpSpPr>
        <p:grpSpPr>
          <a:xfrm>
            <a:off x="3410659" y="1885012"/>
            <a:ext cx="760991" cy="274551"/>
            <a:chOff x="3410659" y="1885012"/>
            <a:chExt cx="760991" cy="274551"/>
          </a:xfrm>
        </p:grpSpPr>
        <p:sp>
          <p:nvSpPr>
            <p:cNvPr id="99" name="矩形 98">
              <a:extLst>
                <a:ext uri="{FF2B5EF4-FFF2-40B4-BE49-F238E27FC236}">
                  <a16:creationId xmlns:a16="http://schemas.microsoft.com/office/drawing/2014/main" id="{22669597-5F08-4551-E2AA-3B2105F1C0D2}"/>
                </a:ext>
              </a:extLst>
            </p:cNvPr>
            <p:cNvSpPr/>
            <p:nvPr/>
          </p:nvSpPr>
          <p:spPr>
            <a:xfrm>
              <a:off x="3410659" y="1885012"/>
              <a:ext cx="255899"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02060"/>
                  </a:solidFill>
                </a:rPr>
                <a:t>5</a:t>
              </a:r>
              <a:endParaRPr lang="zh-CN" altLang="en-US" b="1" dirty="0">
                <a:solidFill>
                  <a:srgbClr val="002060"/>
                </a:solidFill>
              </a:endParaRPr>
            </a:p>
          </p:txBody>
        </p:sp>
        <p:sp>
          <p:nvSpPr>
            <p:cNvPr id="100" name="矩形 99">
              <a:extLst>
                <a:ext uri="{FF2B5EF4-FFF2-40B4-BE49-F238E27FC236}">
                  <a16:creationId xmlns:a16="http://schemas.microsoft.com/office/drawing/2014/main" id="{0735EC63-8196-94FB-210B-1FAA49ED648D}"/>
                </a:ext>
              </a:extLst>
            </p:cNvPr>
            <p:cNvSpPr/>
            <p:nvPr/>
          </p:nvSpPr>
          <p:spPr>
            <a:xfrm>
              <a:off x="3978441" y="1885012"/>
              <a:ext cx="193209" cy="274551"/>
            </a:xfrm>
            <a:prstGeom prst="rect">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t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0070C0"/>
                  </a:solidFill>
                  <a:sym typeface="Symbol" panose="05050102010706020507" pitchFamily="18" charset="2"/>
                </a:rPr>
                <a:t></a:t>
              </a:r>
              <a:endParaRPr lang="zh-CN" altLang="en-US" b="1" dirty="0">
                <a:solidFill>
                  <a:srgbClr val="0070C0"/>
                </a:solidFill>
              </a:endParaRPr>
            </a:p>
          </p:txBody>
        </p:sp>
        <p:sp>
          <p:nvSpPr>
            <p:cNvPr id="102" name="矩形 101">
              <a:extLst>
                <a:ext uri="{FF2B5EF4-FFF2-40B4-BE49-F238E27FC236}">
                  <a16:creationId xmlns:a16="http://schemas.microsoft.com/office/drawing/2014/main" id="{DCF61216-2834-F1AB-EDF3-0DEC4D2A6CE1}"/>
                </a:ext>
              </a:extLst>
            </p:cNvPr>
            <p:cNvSpPr/>
            <p:nvPr/>
          </p:nvSpPr>
          <p:spPr>
            <a:xfrm>
              <a:off x="3665356" y="1885012"/>
              <a:ext cx="311327"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accent2">
                      <a:lumMod val="75000"/>
                    </a:schemeClr>
                  </a:solidFill>
                </a:rPr>
                <a:t>10</a:t>
              </a:r>
              <a:endParaRPr lang="zh-CN" altLang="en-US" b="1" dirty="0">
                <a:solidFill>
                  <a:schemeClr val="accent2">
                    <a:lumMod val="75000"/>
                  </a:schemeClr>
                </a:solidFill>
              </a:endParaRPr>
            </a:p>
          </p:txBody>
        </p:sp>
      </p:grpSp>
      <p:cxnSp>
        <p:nvCxnSpPr>
          <p:cNvPr id="106" name="直接箭头连接符 105">
            <a:extLst>
              <a:ext uri="{FF2B5EF4-FFF2-40B4-BE49-F238E27FC236}">
                <a16:creationId xmlns:a16="http://schemas.microsoft.com/office/drawing/2014/main" id="{D96954C6-E10B-07EE-8D19-F7ABE98CCC1E}"/>
              </a:ext>
            </a:extLst>
          </p:cNvPr>
          <p:cNvCxnSpPr>
            <a:cxnSpLocks/>
          </p:cNvCxnSpPr>
          <p:nvPr/>
        </p:nvCxnSpPr>
        <p:spPr>
          <a:xfrm>
            <a:off x="3082394" y="2375373"/>
            <a:ext cx="324170"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nvGrpSpPr>
          <p:cNvPr id="120" name="组合 119">
            <a:extLst>
              <a:ext uri="{FF2B5EF4-FFF2-40B4-BE49-F238E27FC236}">
                <a16:creationId xmlns:a16="http://schemas.microsoft.com/office/drawing/2014/main" id="{5FE6CF88-8711-D5E3-5E85-B606F7E4D79A}"/>
              </a:ext>
            </a:extLst>
          </p:cNvPr>
          <p:cNvGrpSpPr/>
          <p:nvPr/>
        </p:nvGrpSpPr>
        <p:grpSpPr>
          <a:xfrm>
            <a:off x="3410659" y="2239641"/>
            <a:ext cx="760991" cy="274551"/>
            <a:chOff x="3410659" y="2239641"/>
            <a:chExt cx="760991" cy="274551"/>
          </a:xfrm>
        </p:grpSpPr>
        <p:sp>
          <p:nvSpPr>
            <p:cNvPr id="104" name="矩形 103">
              <a:extLst>
                <a:ext uri="{FF2B5EF4-FFF2-40B4-BE49-F238E27FC236}">
                  <a16:creationId xmlns:a16="http://schemas.microsoft.com/office/drawing/2014/main" id="{2002E9B9-0BFC-81E7-67BE-2F8B52A5FB87}"/>
                </a:ext>
              </a:extLst>
            </p:cNvPr>
            <p:cNvSpPr/>
            <p:nvPr/>
          </p:nvSpPr>
          <p:spPr>
            <a:xfrm>
              <a:off x="3410659" y="2239641"/>
              <a:ext cx="255899"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02060"/>
                  </a:solidFill>
                </a:rPr>
                <a:t>3</a:t>
              </a:r>
              <a:endParaRPr lang="zh-CN" altLang="en-US" b="1" dirty="0">
                <a:solidFill>
                  <a:srgbClr val="002060"/>
                </a:solidFill>
              </a:endParaRPr>
            </a:p>
          </p:txBody>
        </p:sp>
        <p:sp>
          <p:nvSpPr>
            <p:cNvPr id="105" name="矩形 104">
              <a:extLst>
                <a:ext uri="{FF2B5EF4-FFF2-40B4-BE49-F238E27FC236}">
                  <a16:creationId xmlns:a16="http://schemas.microsoft.com/office/drawing/2014/main" id="{733BBA0E-2B65-C935-6A79-FE03F07581EB}"/>
                </a:ext>
              </a:extLst>
            </p:cNvPr>
            <p:cNvSpPr/>
            <p:nvPr/>
          </p:nvSpPr>
          <p:spPr>
            <a:xfrm>
              <a:off x="3978441" y="2239641"/>
              <a:ext cx="193209" cy="274551"/>
            </a:xfrm>
            <a:prstGeom prst="rect">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t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0070C0"/>
                </a:solidFill>
              </a:endParaRPr>
            </a:p>
          </p:txBody>
        </p:sp>
        <p:sp>
          <p:nvSpPr>
            <p:cNvPr id="107" name="矩形 106">
              <a:extLst>
                <a:ext uri="{FF2B5EF4-FFF2-40B4-BE49-F238E27FC236}">
                  <a16:creationId xmlns:a16="http://schemas.microsoft.com/office/drawing/2014/main" id="{D6D1CCB8-ACD7-7DF7-5210-45D7E832B012}"/>
                </a:ext>
              </a:extLst>
            </p:cNvPr>
            <p:cNvSpPr/>
            <p:nvPr/>
          </p:nvSpPr>
          <p:spPr>
            <a:xfrm>
              <a:off x="3665356" y="2239641"/>
              <a:ext cx="311327"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accent2">
                      <a:lumMod val="75000"/>
                    </a:schemeClr>
                  </a:solidFill>
                </a:rPr>
                <a:t>20</a:t>
              </a:r>
              <a:endParaRPr lang="zh-CN" altLang="en-US" b="1" dirty="0">
                <a:solidFill>
                  <a:schemeClr val="accent2">
                    <a:lumMod val="75000"/>
                  </a:schemeClr>
                </a:solidFill>
              </a:endParaRPr>
            </a:p>
          </p:txBody>
        </p:sp>
      </p:grpSp>
      <p:cxnSp>
        <p:nvCxnSpPr>
          <p:cNvPr id="111" name="直接箭头连接符 110">
            <a:extLst>
              <a:ext uri="{FF2B5EF4-FFF2-40B4-BE49-F238E27FC236}">
                <a16:creationId xmlns:a16="http://schemas.microsoft.com/office/drawing/2014/main" id="{2B510269-5861-F55F-E2AD-10A51AE60437}"/>
              </a:ext>
            </a:extLst>
          </p:cNvPr>
          <p:cNvCxnSpPr>
            <a:cxnSpLocks/>
          </p:cNvCxnSpPr>
          <p:nvPr/>
        </p:nvCxnSpPr>
        <p:spPr>
          <a:xfrm>
            <a:off x="4074790" y="2375373"/>
            <a:ext cx="324170" cy="0"/>
          </a:xfrm>
          <a:prstGeom prst="straightConnector1">
            <a:avLst/>
          </a:prstGeom>
          <a:ln>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nvGrpSpPr>
          <p:cNvPr id="131" name="组合 130">
            <a:extLst>
              <a:ext uri="{FF2B5EF4-FFF2-40B4-BE49-F238E27FC236}">
                <a16:creationId xmlns:a16="http://schemas.microsoft.com/office/drawing/2014/main" id="{11F1F63D-AA14-0DB6-67EC-F55C574D17B4}"/>
              </a:ext>
            </a:extLst>
          </p:cNvPr>
          <p:cNvGrpSpPr/>
          <p:nvPr/>
        </p:nvGrpSpPr>
        <p:grpSpPr>
          <a:xfrm>
            <a:off x="4403055" y="2239641"/>
            <a:ext cx="760991" cy="274551"/>
            <a:chOff x="4403055" y="2239641"/>
            <a:chExt cx="760991" cy="274551"/>
          </a:xfrm>
        </p:grpSpPr>
        <p:sp>
          <p:nvSpPr>
            <p:cNvPr id="109" name="矩形 108">
              <a:extLst>
                <a:ext uri="{FF2B5EF4-FFF2-40B4-BE49-F238E27FC236}">
                  <a16:creationId xmlns:a16="http://schemas.microsoft.com/office/drawing/2014/main" id="{629D9ABF-066D-6432-8533-9CDC53D0F723}"/>
                </a:ext>
              </a:extLst>
            </p:cNvPr>
            <p:cNvSpPr/>
            <p:nvPr/>
          </p:nvSpPr>
          <p:spPr>
            <a:xfrm>
              <a:off x="4403055" y="2239641"/>
              <a:ext cx="255899"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rgbClr val="002060"/>
                  </a:solidFill>
                </a:rPr>
                <a:t>5</a:t>
              </a:r>
              <a:endParaRPr lang="zh-CN" altLang="en-US" b="1" dirty="0">
                <a:solidFill>
                  <a:srgbClr val="002060"/>
                </a:solidFill>
              </a:endParaRPr>
            </a:p>
          </p:txBody>
        </p:sp>
        <p:sp>
          <p:nvSpPr>
            <p:cNvPr id="110" name="矩形 109">
              <a:extLst>
                <a:ext uri="{FF2B5EF4-FFF2-40B4-BE49-F238E27FC236}">
                  <a16:creationId xmlns:a16="http://schemas.microsoft.com/office/drawing/2014/main" id="{2859919A-7F96-A9B9-C676-3DA2AA59C373}"/>
                </a:ext>
              </a:extLst>
            </p:cNvPr>
            <p:cNvSpPr/>
            <p:nvPr/>
          </p:nvSpPr>
          <p:spPr>
            <a:xfrm>
              <a:off x="4970837" y="2239641"/>
              <a:ext cx="193209" cy="274551"/>
            </a:xfrm>
            <a:prstGeom prst="rect">
              <a:avLst/>
            </a:prstGeom>
            <a:solidFill>
              <a:schemeClr val="tx2">
                <a:lumMod val="10000"/>
                <a:lumOff val="9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t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rgbClr val="0070C0"/>
                  </a:solidFill>
                  <a:sym typeface="Symbol" panose="05050102010706020507" pitchFamily="18" charset="2"/>
                </a:rPr>
                <a:t></a:t>
              </a:r>
              <a:endParaRPr lang="zh-CN" altLang="en-US" b="1" dirty="0">
                <a:solidFill>
                  <a:srgbClr val="0070C0"/>
                </a:solidFill>
              </a:endParaRPr>
            </a:p>
          </p:txBody>
        </p:sp>
        <p:sp>
          <p:nvSpPr>
            <p:cNvPr id="112" name="矩形 111">
              <a:extLst>
                <a:ext uri="{FF2B5EF4-FFF2-40B4-BE49-F238E27FC236}">
                  <a16:creationId xmlns:a16="http://schemas.microsoft.com/office/drawing/2014/main" id="{CF15A107-E47B-E01D-8D78-4176967B0A47}"/>
                </a:ext>
              </a:extLst>
            </p:cNvPr>
            <p:cNvSpPr/>
            <p:nvPr/>
          </p:nvSpPr>
          <p:spPr>
            <a:xfrm>
              <a:off x="4657752" y="2239641"/>
              <a:ext cx="311327" cy="274551"/>
            </a:xfrm>
            <a:prstGeom prst="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accent2">
                      <a:lumMod val="75000"/>
                    </a:schemeClr>
                  </a:solidFill>
                </a:rPr>
                <a:t>60</a:t>
              </a:r>
              <a:endParaRPr lang="zh-CN" altLang="en-US" b="1" dirty="0">
                <a:solidFill>
                  <a:schemeClr val="accent2">
                    <a:lumMod val="75000"/>
                  </a:schemeClr>
                </a:solidFill>
              </a:endParaRPr>
            </a:p>
          </p:txBody>
        </p:sp>
      </p:grpSp>
      <p:sp>
        <p:nvSpPr>
          <p:cNvPr id="114" name="文本框 113">
            <a:extLst>
              <a:ext uri="{FF2B5EF4-FFF2-40B4-BE49-F238E27FC236}">
                <a16:creationId xmlns:a16="http://schemas.microsoft.com/office/drawing/2014/main" id="{10F447D1-C8CA-1E2E-5BEA-CDA33225AC9F}"/>
              </a:ext>
            </a:extLst>
          </p:cNvPr>
          <p:cNvSpPr txBox="1"/>
          <p:nvPr/>
        </p:nvSpPr>
        <p:spPr>
          <a:xfrm>
            <a:off x="452252" y="814405"/>
            <a:ext cx="1527953" cy="707886"/>
          </a:xfrm>
          <a:prstGeom prst="rect">
            <a:avLst/>
          </a:prstGeom>
          <a:noFill/>
        </p:spPr>
        <p:txBody>
          <a:bodyPr wrap="square">
            <a:spAutoFit/>
          </a:bodyPr>
          <a:lstStyle/>
          <a:p>
            <a:pPr>
              <a:spcBef>
                <a:spcPts val="600"/>
              </a:spcBef>
            </a:pPr>
            <a:r>
              <a:rPr lang="zh-CN" altLang="en-US" sz="2000" dirty="0"/>
              <a:t>初始化之后的</a:t>
            </a:r>
            <a:r>
              <a:rPr lang="zh-CN" altLang="en-US" sz="2000" b="1" dirty="0">
                <a:solidFill>
                  <a:srgbClr val="333DFF"/>
                </a:solidFill>
                <a:effectLst>
                  <a:outerShdw blurRad="38100" dist="38100" dir="2700000" algn="tl">
                    <a:srgbClr val="000000">
                      <a:alpha val="43137"/>
                    </a:srgbClr>
                  </a:outerShdw>
                </a:effectLst>
              </a:rPr>
              <a:t>当前状态</a:t>
            </a:r>
            <a:endParaRPr lang="en-US" altLang="zh-CN" sz="2000" dirty="0"/>
          </a:p>
        </p:txBody>
      </p:sp>
      <p:sp>
        <p:nvSpPr>
          <p:cNvPr id="116" name="文本框 115">
            <a:extLst>
              <a:ext uri="{FF2B5EF4-FFF2-40B4-BE49-F238E27FC236}">
                <a16:creationId xmlns:a16="http://schemas.microsoft.com/office/drawing/2014/main" id="{2025F49C-501A-69DF-13F7-3776553998C0}"/>
              </a:ext>
            </a:extLst>
          </p:cNvPr>
          <p:cNvSpPr txBox="1"/>
          <p:nvPr/>
        </p:nvSpPr>
        <p:spPr>
          <a:xfrm>
            <a:off x="435515" y="1526323"/>
            <a:ext cx="1690046" cy="1015663"/>
          </a:xfrm>
          <a:prstGeom prst="rect">
            <a:avLst/>
          </a:prstGeom>
          <a:noFill/>
        </p:spPr>
        <p:txBody>
          <a:bodyPr wrap="square">
            <a:spAutoFit/>
          </a:bodyPr>
          <a:lstStyle/>
          <a:p>
            <a:pPr algn="just">
              <a:spcBef>
                <a:spcPts val="600"/>
              </a:spcBef>
            </a:pPr>
            <a:r>
              <a:rPr lang="zh-CN" altLang="en-US" sz="2000" dirty="0"/>
              <a:t>开始求</a:t>
            </a:r>
            <a:r>
              <a:rPr lang="en-US" altLang="zh-CN" sz="2000" b="1" dirty="0">
                <a:solidFill>
                  <a:srgbClr val="333DFF"/>
                </a:solidFill>
                <a:effectLst>
                  <a:outerShdw blurRad="38100" dist="38100" dir="2700000" algn="tl">
                    <a:srgbClr val="000000">
                      <a:alpha val="43137"/>
                    </a:srgbClr>
                  </a:outerShdw>
                </a:effectLst>
              </a:rPr>
              <a:t>0</a:t>
            </a:r>
            <a:r>
              <a:rPr lang="zh-CN" altLang="en-US" sz="2000" dirty="0"/>
              <a:t>顶点</a:t>
            </a:r>
            <a:r>
              <a:rPr lang="en-US" altLang="zh-CN" sz="2000" b="1" dirty="0">
                <a:solidFill>
                  <a:srgbClr val="C00000"/>
                </a:solidFill>
              </a:rPr>
              <a:t>A</a:t>
            </a:r>
            <a:r>
              <a:rPr lang="zh-CN" altLang="en-US" sz="2000" dirty="0"/>
              <a:t>到其余顶点的</a:t>
            </a:r>
            <a:r>
              <a:rPr lang="zh-CN" altLang="en-US" sz="2000" b="1" dirty="0">
                <a:solidFill>
                  <a:srgbClr val="333DFF"/>
                </a:solidFill>
                <a:effectLst>
                  <a:outerShdw blurRad="38100" dist="38100" dir="2700000" algn="tl">
                    <a:srgbClr val="000000">
                      <a:alpha val="43137"/>
                    </a:srgbClr>
                  </a:outerShdw>
                </a:effectLst>
              </a:rPr>
              <a:t>最短路径</a:t>
            </a:r>
            <a:endParaRPr lang="en-US" altLang="zh-CN" sz="2000" b="1" dirty="0">
              <a:solidFill>
                <a:srgbClr val="333DFF"/>
              </a:solidFill>
              <a:effectLst>
                <a:outerShdw blurRad="38100" dist="38100" dir="2700000" algn="tl">
                  <a:srgbClr val="000000">
                    <a:alpha val="43137"/>
                  </a:srgbClr>
                </a:outerShdw>
              </a:effectLst>
            </a:endParaRPr>
          </a:p>
        </p:txBody>
      </p:sp>
      <p:sp>
        <p:nvSpPr>
          <p:cNvPr id="119" name="文本框 118">
            <a:extLst>
              <a:ext uri="{FF2B5EF4-FFF2-40B4-BE49-F238E27FC236}">
                <a16:creationId xmlns:a16="http://schemas.microsoft.com/office/drawing/2014/main" id="{FFE17076-0116-0215-2E94-DB6D33B007E6}"/>
              </a:ext>
            </a:extLst>
          </p:cNvPr>
          <p:cNvSpPr txBox="1"/>
          <p:nvPr/>
        </p:nvSpPr>
        <p:spPr>
          <a:xfrm>
            <a:off x="8787053" y="1080360"/>
            <a:ext cx="141064" cy="338554"/>
          </a:xfrm>
          <a:prstGeom prst="rect">
            <a:avLst/>
          </a:prstGeom>
          <a:noFill/>
        </p:spPr>
        <p:txBody>
          <a:bodyPr wrap="none" lIns="0" tIns="0" rIns="0" bIns="0" rtlCol="0">
            <a:spAutoFit/>
          </a:bodyPr>
          <a:lstStyle/>
          <a:p>
            <a:r>
              <a:rPr lang="en-US" altLang="zh-CN" sz="2200" b="1" dirty="0">
                <a:solidFill>
                  <a:srgbClr val="C00000"/>
                </a:solidFill>
              </a:rPr>
              <a:t>4</a:t>
            </a:r>
            <a:endParaRPr lang="zh-CN" altLang="en-US" sz="2200" b="1" dirty="0">
              <a:solidFill>
                <a:srgbClr val="C00000"/>
              </a:solidFill>
            </a:endParaRPr>
          </a:p>
        </p:txBody>
      </p:sp>
      <p:sp>
        <p:nvSpPr>
          <p:cNvPr id="121" name="文本框 120">
            <a:extLst>
              <a:ext uri="{FF2B5EF4-FFF2-40B4-BE49-F238E27FC236}">
                <a16:creationId xmlns:a16="http://schemas.microsoft.com/office/drawing/2014/main" id="{6BFD57CE-272F-46D5-7891-FFDE23EB1647}"/>
              </a:ext>
            </a:extLst>
          </p:cNvPr>
          <p:cNvSpPr txBox="1"/>
          <p:nvPr/>
        </p:nvSpPr>
        <p:spPr>
          <a:xfrm>
            <a:off x="3470276" y="2207639"/>
            <a:ext cx="128240" cy="307777"/>
          </a:xfrm>
          <a:prstGeom prst="rect">
            <a:avLst/>
          </a:prstGeom>
          <a:noFill/>
        </p:spPr>
        <p:txBody>
          <a:bodyPr wrap="none" lIns="0" tIns="0" rIns="0" bIns="0" rtlCol="0">
            <a:spAutoFit/>
          </a:bodyPr>
          <a:lstStyle/>
          <a:p>
            <a:r>
              <a:rPr lang="en-US" altLang="zh-CN" sz="2000" b="1" dirty="0">
                <a:solidFill>
                  <a:srgbClr val="C00000"/>
                </a:solidFill>
              </a:rPr>
              <a:t>3</a:t>
            </a:r>
            <a:endParaRPr lang="zh-CN" altLang="en-US" sz="2000" b="1" dirty="0">
              <a:solidFill>
                <a:srgbClr val="C00000"/>
              </a:solidFill>
            </a:endParaRPr>
          </a:p>
        </p:txBody>
      </p:sp>
      <p:sp>
        <p:nvSpPr>
          <p:cNvPr id="122" name="文本框 121">
            <a:extLst>
              <a:ext uri="{FF2B5EF4-FFF2-40B4-BE49-F238E27FC236}">
                <a16:creationId xmlns:a16="http://schemas.microsoft.com/office/drawing/2014/main" id="{6225BC77-CAC2-8888-FD1E-B1BE2FE26239}"/>
              </a:ext>
            </a:extLst>
          </p:cNvPr>
          <p:cNvSpPr txBox="1"/>
          <p:nvPr/>
        </p:nvSpPr>
        <p:spPr>
          <a:xfrm>
            <a:off x="3692024" y="2200309"/>
            <a:ext cx="256480" cy="307777"/>
          </a:xfrm>
          <a:prstGeom prst="rect">
            <a:avLst/>
          </a:prstGeom>
          <a:noFill/>
        </p:spPr>
        <p:txBody>
          <a:bodyPr wrap="none" lIns="0" tIns="0" rIns="0" bIns="0" rtlCol="0">
            <a:spAutoFit/>
          </a:bodyPr>
          <a:lstStyle/>
          <a:p>
            <a:r>
              <a:rPr lang="en-US" altLang="zh-CN" sz="2000" b="1" dirty="0">
                <a:solidFill>
                  <a:srgbClr val="C00000"/>
                </a:solidFill>
              </a:rPr>
              <a:t>20</a:t>
            </a:r>
            <a:endParaRPr lang="zh-CN" altLang="en-US" sz="2000" b="1" dirty="0">
              <a:solidFill>
                <a:srgbClr val="C00000"/>
              </a:solidFill>
            </a:endParaRPr>
          </a:p>
        </p:txBody>
      </p:sp>
      <p:sp>
        <p:nvSpPr>
          <p:cNvPr id="123" name="文本框 122">
            <a:extLst>
              <a:ext uri="{FF2B5EF4-FFF2-40B4-BE49-F238E27FC236}">
                <a16:creationId xmlns:a16="http://schemas.microsoft.com/office/drawing/2014/main" id="{98551724-3583-26F1-45B1-B2525AD92381}"/>
              </a:ext>
            </a:extLst>
          </p:cNvPr>
          <p:cNvSpPr txBox="1"/>
          <p:nvPr/>
        </p:nvSpPr>
        <p:spPr>
          <a:xfrm>
            <a:off x="10599360" y="2239574"/>
            <a:ext cx="256480" cy="307777"/>
          </a:xfrm>
          <a:prstGeom prst="rect">
            <a:avLst/>
          </a:prstGeom>
          <a:noFill/>
        </p:spPr>
        <p:txBody>
          <a:bodyPr wrap="none" lIns="0" tIns="0" rIns="0" bIns="0" rtlCol="0">
            <a:spAutoFit/>
          </a:bodyPr>
          <a:lstStyle/>
          <a:p>
            <a:r>
              <a:rPr lang="en-US" altLang="zh-CN" sz="2000" b="1" dirty="0">
                <a:solidFill>
                  <a:srgbClr val="C00000"/>
                </a:solidFill>
              </a:rPr>
              <a:t>30</a:t>
            </a:r>
            <a:endParaRPr lang="zh-CN" altLang="en-US" sz="2000" b="1" dirty="0">
              <a:solidFill>
                <a:srgbClr val="C00000"/>
              </a:solidFill>
            </a:endParaRPr>
          </a:p>
        </p:txBody>
      </p:sp>
      <p:sp>
        <p:nvSpPr>
          <p:cNvPr id="124" name="文本框 123">
            <a:extLst>
              <a:ext uri="{FF2B5EF4-FFF2-40B4-BE49-F238E27FC236}">
                <a16:creationId xmlns:a16="http://schemas.microsoft.com/office/drawing/2014/main" id="{D334AF28-36EE-41AE-F9C9-1095FC0896F9}"/>
              </a:ext>
            </a:extLst>
          </p:cNvPr>
          <p:cNvSpPr txBox="1"/>
          <p:nvPr/>
        </p:nvSpPr>
        <p:spPr>
          <a:xfrm>
            <a:off x="9990621" y="2234131"/>
            <a:ext cx="256480" cy="307777"/>
          </a:xfrm>
          <a:prstGeom prst="rect">
            <a:avLst/>
          </a:prstGeom>
          <a:noFill/>
        </p:spPr>
        <p:txBody>
          <a:bodyPr wrap="none" lIns="0" tIns="0" rIns="0" bIns="0" rtlCol="0">
            <a:spAutoFit/>
          </a:bodyPr>
          <a:lstStyle/>
          <a:p>
            <a:r>
              <a:rPr lang="en-US" altLang="zh-CN" sz="2000" b="1" dirty="0">
                <a:solidFill>
                  <a:srgbClr val="0070C0"/>
                </a:solidFill>
              </a:rPr>
              <a:t>50</a:t>
            </a:r>
            <a:endParaRPr lang="zh-CN" altLang="en-US" sz="2000" b="1" dirty="0">
              <a:solidFill>
                <a:srgbClr val="0070C0"/>
              </a:solidFill>
            </a:endParaRPr>
          </a:p>
        </p:txBody>
      </p:sp>
      <p:sp>
        <p:nvSpPr>
          <p:cNvPr id="125" name="文本框 124">
            <a:extLst>
              <a:ext uri="{FF2B5EF4-FFF2-40B4-BE49-F238E27FC236}">
                <a16:creationId xmlns:a16="http://schemas.microsoft.com/office/drawing/2014/main" id="{13C96DA7-9763-C4F5-2013-D4B3474DFA41}"/>
              </a:ext>
            </a:extLst>
          </p:cNvPr>
          <p:cNvSpPr txBox="1"/>
          <p:nvPr/>
        </p:nvSpPr>
        <p:spPr>
          <a:xfrm>
            <a:off x="10074410" y="2498803"/>
            <a:ext cx="128240" cy="307777"/>
          </a:xfrm>
          <a:prstGeom prst="rect">
            <a:avLst/>
          </a:prstGeom>
          <a:noFill/>
        </p:spPr>
        <p:txBody>
          <a:bodyPr wrap="none" lIns="0" tIns="0" rIns="0" bIns="0" rtlCol="0">
            <a:spAutoFit/>
          </a:bodyPr>
          <a:lstStyle/>
          <a:p>
            <a:r>
              <a:rPr lang="en-US" altLang="zh-CN" sz="2000" b="1" dirty="0">
                <a:solidFill>
                  <a:srgbClr val="C00000"/>
                </a:solidFill>
              </a:rPr>
              <a:t>4</a:t>
            </a:r>
            <a:endParaRPr lang="zh-CN" altLang="en-US" sz="2000" b="1" dirty="0">
              <a:solidFill>
                <a:srgbClr val="C00000"/>
              </a:solidFill>
            </a:endParaRPr>
          </a:p>
        </p:txBody>
      </p:sp>
      <p:sp>
        <p:nvSpPr>
          <p:cNvPr id="126" name="文本框 21">
            <a:extLst>
              <a:ext uri="{FF2B5EF4-FFF2-40B4-BE49-F238E27FC236}">
                <a16:creationId xmlns:a16="http://schemas.microsoft.com/office/drawing/2014/main" id="{7C6A2E22-1188-9308-37FF-FE5EEE38B48D}"/>
              </a:ext>
            </a:extLst>
          </p:cNvPr>
          <p:cNvSpPr txBox="1"/>
          <p:nvPr/>
        </p:nvSpPr>
        <p:spPr>
          <a:xfrm>
            <a:off x="9777167" y="2864617"/>
            <a:ext cx="641770" cy="246221"/>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rgbClr val="0070C0"/>
                </a:solidFill>
              </a:rPr>
              <a:t>A-E-D</a:t>
            </a:r>
            <a:endParaRPr lang="zh-CN" altLang="en-US" sz="1600" b="1" dirty="0">
              <a:solidFill>
                <a:srgbClr val="0070C0"/>
              </a:solidFill>
            </a:endParaRPr>
          </a:p>
        </p:txBody>
      </p:sp>
      <p:cxnSp>
        <p:nvCxnSpPr>
          <p:cNvPr id="127" name="直接连接符 126">
            <a:extLst>
              <a:ext uri="{FF2B5EF4-FFF2-40B4-BE49-F238E27FC236}">
                <a16:creationId xmlns:a16="http://schemas.microsoft.com/office/drawing/2014/main" id="{D13D5CBD-D9FE-3833-1A1A-A96AE965B196}"/>
              </a:ext>
            </a:extLst>
          </p:cNvPr>
          <p:cNvCxnSpPr>
            <a:cxnSpLocks/>
          </p:cNvCxnSpPr>
          <p:nvPr/>
        </p:nvCxnSpPr>
        <p:spPr>
          <a:xfrm>
            <a:off x="2005344" y="5210651"/>
            <a:ext cx="8806935"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29" name="直接连接符 128">
            <a:extLst>
              <a:ext uri="{FF2B5EF4-FFF2-40B4-BE49-F238E27FC236}">
                <a16:creationId xmlns:a16="http://schemas.microsoft.com/office/drawing/2014/main" id="{25BE19A3-153F-00E7-3940-86C78CCF7EDD}"/>
              </a:ext>
            </a:extLst>
          </p:cNvPr>
          <p:cNvCxnSpPr>
            <a:cxnSpLocks/>
          </p:cNvCxnSpPr>
          <p:nvPr/>
        </p:nvCxnSpPr>
        <p:spPr>
          <a:xfrm>
            <a:off x="2006475" y="5510007"/>
            <a:ext cx="2588427"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132" name="文本框 131">
            <a:extLst>
              <a:ext uri="{FF2B5EF4-FFF2-40B4-BE49-F238E27FC236}">
                <a16:creationId xmlns:a16="http://schemas.microsoft.com/office/drawing/2014/main" id="{86D10211-9200-AB27-2592-006FB1487BFC}"/>
              </a:ext>
            </a:extLst>
          </p:cNvPr>
          <p:cNvSpPr txBox="1"/>
          <p:nvPr/>
        </p:nvSpPr>
        <p:spPr>
          <a:xfrm>
            <a:off x="4469376" y="2212454"/>
            <a:ext cx="128240" cy="307777"/>
          </a:xfrm>
          <a:prstGeom prst="rect">
            <a:avLst/>
          </a:prstGeom>
          <a:noFill/>
        </p:spPr>
        <p:txBody>
          <a:bodyPr wrap="none" lIns="0" tIns="0" rIns="0" bIns="0" rtlCol="0">
            <a:spAutoFit/>
          </a:bodyPr>
          <a:lstStyle/>
          <a:p>
            <a:r>
              <a:rPr lang="en-US" altLang="zh-CN" sz="2000" b="1" dirty="0">
                <a:solidFill>
                  <a:srgbClr val="C00000"/>
                </a:solidFill>
              </a:rPr>
              <a:t>5</a:t>
            </a:r>
            <a:endParaRPr lang="zh-CN" altLang="en-US" sz="2000" b="1" dirty="0">
              <a:solidFill>
                <a:srgbClr val="C00000"/>
              </a:solidFill>
            </a:endParaRPr>
          </a:p>
        </p:txBody>
      </p:sp>
      <p:sp>
        <p:nvSpPr>
          <p:cNvPr id="133" name="文本框 132">
            <a:extLst>
              <a:ext uri="{FF2B5EF4-FFF2-40B4-BE49-F238E27FC236}">
                <a16:creationId xmlns:a16="http://schemas.microsoft.com/office/drawing/2014/main" id="{DB85B6D5-31A5-FB87-7B1B-C031C996AEB4}"/>
              </a:ext>
            </a:extLst>
          </p:cNvPr>
          <p:cNvSpPr txBox="1"/>
          <p:nvPr/>
        </p:nvSpPr>
        <p:spPr>
          <a:xfrm>
            <a:off x="4680621" y="2203432"/>
            <a:ext cx="256480" cy="307777"/>
          </a:xfrm>
          <a:prstGeom prst="rect">
            <a:avLst/>
          </a:prstGeom>
          <a:noFill/>
        </p:spPr>
        <p:txBody>
          <a:bodyPr wrap="none" lIns="0" tIns="0" rIns="0" bIns="0" rtlCol="0">
            <a:spAutoFit/>
          </a:bodyPr>
          <a:lstStyle/>
          <a:p>
            <a:r>
              <a:rPr lang="en-US" altLang="zh-CN" sz="2000" b="1" dirty="0">
                <a:solidFill>
                  <a:srgbClr val="C00000"/>
                </a:solidFill>
              </a:rPr>
              <a:t>60</a:t>
            </a:r>
            <a:endParaRPr lang="zh-CN" altLang="en-US" sz="2000" b="1" dirty="0">
              <a:solidFill>
                <a:srgbClr val="C00000"/>
              </a:solidFill>
            </a:endParaRPr>
          </a:p>
        </p:txBody>
      </p:sp>
      <p:sp>
        <p:nvSpPr>
          <p:cNvPr id="134" name="文本框 133">
            <a:extLst>
              <a:ext uri="{FF2B5EF4-FFF2-40B4-BE49-F238E27FC236}">
                <a16:creationId xmlns:a16="http://schemas.microsoft.com/office/drawing/2014/main" id="{58C8F8F7-2FE6-AFD5-5CAD-F31C722FFCDF}"/>
              </a:ext>
            </a:extLst>
          </p:cNvPr>
          <p:cNvSpPr txBox="1"/>
          <p:nvPr/>
        </p:nvSpPr>
        <p:spPr>
          <a:xfrm>
            <a:off x="11193438" y="2241005"/>
            <a:ext cx="256480" cy="307777"/>
          </a:xfrm>
          <a:prstGeom prst="rect">
            <a:avLst/>
          </a:prstGeom>
          <a:noFill/>
        </p:spPr>
        <p:txBody>
          <a:bodyPr wrap="none" lIns="0" tIns="0" rIns="0" bIns="0" rtlCol="0">
            <a:spAutoFit/>
          </a:bodyPr>
          <a:lstStyle/>
          <a:p>
            <a:r>
              <a:rPr lang="en-US" altLang="zh-CN" sz="2000" b="1" dirty="0">
                <a:solidFill>
                  <a:srgbClr val="0070C0"/>
                </a:solidFill>
              </a:rPr>
              <a:t>90</a:t>
            </a:r>
            <a:endParaRPr lang="zh-CN" altLang="en-US" sz="2000" b="1" dirty="0">
              <a:solidFill>
                <a:srgbClr val="0070C0"/>
              </a:solidFill>
            </a:endParaRPr>
          </a:p>
        </p:txBody>
      </p:sp>
      <p:sp>
        <p:nvSpPr>
          <p:cNvPr id="135" name="文本框 134">
            <a:extLst>
              <a:ext uri="{FF2B5EF4-FFF2-40B4-BE49-F238E27FC236}">
                <a16:creationId xmlns:a16="http://schemas.microsoft.com/office/drawing/2014/main" id="{1A0684AD-107E-DB43-779E-8B8D2C5783AF}"/>
              </a:ext>
            </a:extLst>
          </p:cNvPr>
          <p:cNvSpPr txBox="1"/>
          <p:nvPr/>
        </p:nvSpPr>
        <p:spPr>
          <a:xfrm>
            <a:off x="11247675" y="2498803"/>
            <a:ext cx="128240" cy="307777"/>
          </a:xfrm>
          <a:prstGeom prst="rect">
            <a:avLst/>
          </a:prstGeom>
          <a:noFill/>
        </p:spPr>
        <p:txBody>
          <a:bodyPr wrap="none" lIns="0" tIns="0" rIns="0" bIns="0" rtlCol="0">
            <a:spAutoFit/>
          </a:bodyPr>
          <a:lstStyle/>
          <a:p>
            <a:r>
              <a:rPr lang="en-US" altLang="zh-CN" sz="2000" b="1" dirty="0">
                <a:solidFill>
                  <a:srgbClr val="C00000"/>
                </a:solidFill>
              </a:rPr>
              <a:t>4</a:t>
            </a:r>
            <a:endParaRPr lang="zh-CN" altLang="en-US" sz="2000" b="1" dirty="0">
              <a:solidFill>
                <a:srgbClr val="C00000"/>
              </a:solidFill>
            </a:endParaRPr>
          </a:p>
        </p:txBody>
      </p:sp>
      <p:sp>
        <p:nvSpPr>
          <p:cNvPr id="136" name="文本框 21">
            <a:extLst>
              <a:ext uri="{FF2B5EF4-FFF2-40B4-BE49-F238E27FC236}">
                <a16:creationId xmlns:a16="http://schemas.microsoft.com/office/drawing/2014/main" id="{2FBBEF32-F9BF-FB8E-360C-66E741DA648E}"/>
              </a:ext>
            </a:extLst>
          </p:cNvPr>
          <p:cNvSpPr txBox="1"/>
          <p:nvPr/>
        </p:nvSpPr>
        <p:spPr>
          <a:xfrm>
            <a:off x="11024838" y="2856802"/>
            <a:ext cx="619328" cy="246221"/>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rgbClr val="0070C0"/>
                </a:solidFill>
              </a:rPr>
              <a:t>A-E-F</a:t>
            </a:r>
            <a:endParaRPr lang="zh-CN" altLang="en-US" sz="1600" b="1" dirty="0">
              <a:solidFill>
                <a:srgbClr val="0070C0"/>
              </a:solidFill>
            </a:endParaRPr>
          </a:p>
        </p:txBody>
      </p:sp>
      <p:sp>
        <p:nvSpPr>
          <p:cNvPr id="4" name="文本框 3">
            <a:extLst>
              <a:ext uri="{FF2B5EF4-FFF2-40B4-BE49-F238E27FC236}">
                <a16:creationId xmlns:a16="http://schemas.microsoft.com/office/drawing/2014/main" id="{C87F28E5-508A-B6A5-C40D-E0B044FE5C3B}"/>
              </a:ext>
            </a:extLst>
          </p:cNvPr>
          <p:cNvSpPr txBox="1"/>
          <p:nvPr/>
        </p:nvSpPr>
        <p:spPr>
          <a:xfrm>
            <a:off x="8787053" y="1074483"/>
            <a:ext cx="141064" cy="338554"/>
          </a:xfrm>
          <a:prstGeom prst="rect">
            <a:avLst/>
          </a:prstGeom>
          <a:noFill/>
        </p:spPr>
        <p:txBody>
          <a:bodyPr wrap="none" lIns="0" tIns="0" rIns="0" bIns="0" rtlCol="0">
            <a:spAutoFit/>
          </a:bodyPr>
          <a:lstStyle/>
          <a:p>
            <a:r>
              <a:rPr lang="en-US" altLang="zh-CN" sz="2200" b="1" dirty="0">
                <a:solidFill>
                  <a:srgbClr val="C00000"/>
                </a:solidFill>
              </a:rPr>
              <a:t>3</a:t>
            </a:r>
            <a:endParaRPr lang="zh-CN" altLang="en-US" sz="2200" b="1" dirty="0">
              <a:solidFill>
                <a:srgbClr val="C00000"/>
              </a:solidFill>
            </a:endParaRPr>
          </a:p>
        </p:txBody>
      </p:sp>
      <p:sp>
        <p:nvSpPr>
          <p:cNvPr id="27" name="文本框 26">
            <a:extLst>
              <a:ext uri="{FF2B5EF4-FFF2-40B4-BE49-F238E27FC236}">
                <a16:creationId xmlns:a16="http://schemas.microsoft.com/office/drawing/2014/main" id="{87796671-D766-9B80-E6E5-C5FB5D994890}"/>
              </a:ext>
            </a:extLst>
          </p:cNvPr>
          <p:cNvSpPr txBox="1"/>
          <p:nvPr/>
        </p:nvSpPr>
        <p:spPr>
          <a:xfrm>
            <a:off x="3478159" y="1858652"/>
            <a:ext cx="128240" cy="307777"/>
          </a:xfrm>
          <a:prstGeom prst="rect">
            <a:avLst/>
          </a:prstGeom>
          <a:noFill/>
        </p:spPr>
        <p:txBody>
          <a:bodyPr wrap="none" lIns="0" tIns="0" rIns="0" bIns="0" rtlCol="0">
            <a:spAutoFit/>
          </a:bodyPr>
          <a:lstStyle/>
          <a:p>
            <a:r>
              <a:rPr lang="en-US" altLang="zh-CN" sz="2000" b="1" dirty="0">
                <a:solidFill>
                  <a:srgbClr val="C00000"/>
                </a:solidFill>
              </a:rPr>
              <a:t>5</a:t>
            </a:r>
            <a:endParaRPr lang="zh-CN" altLang="en-US" sz="2000" b="1" dirty="0">
              <a:solidFill>
                <a:srgbClr val="C00000"/>
              </a:solidFill>
            </a:endParaRPr>
          </a:p>
        </p:txBody>
      </p:sp>
      <p:sp>
        <p:nvSpPr>
          <p:cNvPr id="30" name="文本框 29">
            <a:extLst>
              <a:ext uri="{FF2B5EF4-FFF2-40B4-BE49-F238E27FC236}">
                <a16:creationId xmlns:a16="http://schemas.microsoft.com/office/drawing/2014/main" id="{81E6B4FD-548A-8EF1-5D54-C30E902EAFBA}"/>
              </a:ext>
            </a:extLst>
          </p:cNvPr>
          <p:cNvSpPr txBox="1"/>
          <p:nvPr/>
        </p:nvSpPr>
        <p:spPr>
          <a:xfrm>
            <a:off x="11198071" y="2254815"/>
            <a:ext cx="256480" cy="307777"/>
          </a:xfrm>
          <a:prstGeom prst="rect">
            <a:avLst/>
          </a:prstGeom>
          <a:noFill/>
        </p:spPr>
        <p:txBody>
          <a:bodyPr wrap="none" lIns="0" tIns="0" rIns="0" bIns="0" rtlCol="0">
            <a:spAutoFit/>
          </a:bodyPr>
          <a:lstStyle/>
          <a:p>
            <a:r>
              <a:rPr lang="en-US" altLang="zh-CN" sz="2000" b="1" dirty="0">
                <a:solidFill>
                  <a:srgbClr val="0070C0"/>
                </a:solidFill>
              </a:rPr>
              <a:t>60</a:t>
            </a:r>
            <a:endParaRPr lang="zh-CN" altLang="en-US" sz="2000" b="1" dirty="0">
              <a:solidFill>
                <a:srgbClr val="0070C0"/>
              </a:solidFill>
            </a:endParaRPr>
          </a:p>
        </p:txBody>
      </p:sp>
      <p:sp>
        <p:nvSpPr>
          <p:cNvPr id="31" name="文本框 30">
            <a:extLst>
              <a:ext uri="{FF2B5EF4-FFF2-40B4-BE49-F238E27FC236}">
                <a16:creationId xmlns:a16="http://schemas.microsoft.com/office/drawing/2014/main" id="{A76E0A10-D686-E85C-77F1-C490576E31C5}"/>
              </a:ext>
            </a:extLst>
          </p:cNvPr>
          <p:cNvSpPr txBox="1"/>
          <p:nvPr/>
        </p:nvSpPr>
        <p:spPr>
          <a:xfrm>
            <a:off x="8790197" y="1090322"/>
            <a:ext cx="141064" cy="338554"/>
          </a:xfrm>
          <a:prstGeom prst="rect">
            <a:avLst/>
          </a:prstGeom>
          <a:noFill/>
        </p:spPr>
        <p:txBody>
          <a:bodyPr wrap="none" lIns="0" tIns="0" rIns="0" bIns="0" rtlCol="0">
            <a:spAutoFit/>
          </a:bodyPr>
          <a:lstStyle/>
          <a:p>
            <a:r>
              <a:rPr lang="en-US" altLang="zh-CN" sz="2200" b="1" dirty="0">
                <a:solidFill>
                  <a:srgbClr val="C00000"/>
                </a:solidFill>
              </a:rPr>
              <a:t>5</a:t>
            </a:r>
            <a:endParaRPr lang="zh-CN" altLang="en-US" sz="2200" b="1" dirty="0">
              <a:solidFill>
                <a:srgbClr val="C00000"/>
              </a:solidFill>
            </a:endParaRPr>
          </a:p>
        </p:txBody>
      </p:sp>
      <p:sp>
        <p:nvSpPr>
          <p:cNvPr id="32" name="文本框 21">
            <a:extLst>
              <a:ext uri="{FF2B5EF4-FFF2-40B4-BE49-F238E27FC236}">
                <a16:creationId xmlns:a16="http://schemas.microsoft.com/office/drawing/2014/main" id="{2FBBEF32-F9BF-FB8E-360C-66E741DA648E}"/>
              </a:ext>
            </a:extLst>
          </p:cNvPr>
          <p:cNvSpPr txBox="1"/>
          <p:nvPr/>
        </p:nvSpPr>
        <p:spPr>
          <a:xfrm>
            <a:off x="10951988" y="2864182"/>
            <a:ext cx="835733" cy="246221"/>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solidFill>
                  <a:srgbClr val="0070C0"/>
                </a:solidFill>
              </a:rPr>
              <a:t>A-E-D-F</a:t>
            </a:r>
            <a:endParaRPr lang="zh-CN" altLang="en-US" sz="1600" b="1" dirty="0">
              <a:solidFill>
                <a:srgbClr val="0070C0"/>
              </a:solidFill>
            </a:endParaRPr>
          </a:p>
        </p:txBody>
      </p:sp>
      <p:sp>
        <p:nvSpPr>
          <p:cNvPr id="34" name="文本框 33">
            <a:extLst>
              <a:ext uri="{FF2B5EF4-FFF2-40B4-BE49-F238E27FC236}">
                <a16:creationId xmlns:a16="http://schemas.microsoft.com/office/drawing/2014/main" id="{4BC2F54A-EE1F-1D47-F256-3E33913574ED}"/>
              </a:ext>
            </a:extLst>
          </p:cNvPr>
          <p:cNvSpPr txBox="1"/>
          <p:nvPr/>
        </p:nvSpPr>
        <p:spPr>
          <a:xfrm>
            <a:off x="11268981" y="2514217"/>
            <a:ext cx="130945" cy="307777"/>
          </a:xfrm>
          <a:prstGeom prst="rect">
            <a:avLst/>
          </a:prstGeom>
          <a:noFill/>
        </p:spPr>
        <p:txBody>
          <a:bodyPr wrap="square" lIns="0" tIns="0" rIns="0" bIns="0" rtlCol="0">
            <a:spAutoFit/>
          </a:bodyPr>
          <a:lstStyle/>
          <a:p>
            <a:r>
              <a:rPr lang="en-US" altLang="zh-CN" sz="2000" b="1" dirty="0">
                <a:solidFill>
                  <a:srgbClr val="C00000"/>
                </a:solidFill>
              </a:rPr>
              <a:t>3</a:t>
            </a:r>
            <a:endParaRPr lang="zh-CN" altLang="en-US" sz="2000" b="1" dirty="0">
              <a:solidFill>
                <a:srgbClr val="C00000"/>
              </a:solidFill>
            </a:endParaRPr>
          </a:p>
        </p:txBody>
      </p:sp>
      <p:sp>
        <p:nvSpPr>
          <p:cNvPr id="36" name="文本框 35">
            <a:extLst>
              <a:ext uri="{FF2B5EF4-FFF2-40B4-BE49-F238E27FC236}">
                <a16:creationId xmlns:a16="http://schemas.microsoft.com/office/drawing/2014/main" id="{60CA0D34-34CD-F4B0-F64A-BDF1633B2163}"/>
              </a:ext>
            </a:extLst>
          </p:cNvPr>
          <p:cNvSpPr txBox="1"/>
          <p:nvPr/>
        </p:nvSpPr>
        <p:spPr>
          <a:xfrm>
            <a:off x="8784722" y="1083081"/>
            <a:ext cx="141064" cy="338554"/>
          </a:xfrm>
          <a:prstGeom prst="rect">
            <a:avLst/>
          </a:prstGeom>
          <a:noFill/>
        </p:spPr>
        <p:txBody>
          <a:bodyPr wrap="none" lIns="0" tIns="0" rIns="0" bIns="0" rtlCol="0">
            <a:spAutoFit/>
          </a:bodyPr>
          <a:lstStyle/>
          <a:p>
            <a:r>
              <a:rPr lang="en-US" altLang="zh-CN" sz="2200" b="1" dirty="0">
                <a:solidFill>
                  <a:srgbClr val="C00000"/>
                </a:solidFill>
              </a:rPr>
              <a:t>1</a:t>
            </a:r>
            <a:endParaRPr lang="zh-CN" altLang="en-US" sz="2200" b="1" dirty="0">
              <a:solidFill>
                <a:srgbClr val="C00000"/>
              </a:solidFill>
            </a:endParaRPr>
          </a:p>
        </p:txBody>
      </p:sp>
      <p:cxnSp>
        <p:nvCxnSpPr>
          <p:cNvPr id="38" name="直接连接符 37">
            <a:extLst>
              <a:ext uri="{FF2B5EF4-FFF2-40B4-BE49-F238E27FC236}">
                <a16:creationId xmlns:a16="http://schemas.microsoft.com/office/drawing/2014/main" id="{A797B456-21BB-6558-C84E-151639C06332}"/>
              </a:ext>
            </a:extLst>
          </p:cNvPr>
          <p:cNvCxnSpPr>
            <a:cxnSpLocks/>
          </p:cNvCxnSpPr>
          <p:nvPr/>
        </p:nvCxnSpPr>
        <p:spPr>
          <a:xfrm>
            <a:off x="3957727" y="4688495"/>
            <a:ext cx="3757181"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56" name="文本框 55">
            <a:extLst>
              <a:ext uri="{FF2B5EF4-FFF2-40B4-BE49-F238E27FC236}">
                <a16:creationId xmlns:a16="http://schemas.microsoft.com/office/drawing/2014/main" id="{DC8296FC-5332-57FE-1501-87D8A0384C73}"/>
              </a:ext>
            </a:extLst>
          </p:cNvPr>
          <p:cNvSpPr txBox="1"/>
          <p:nvPr/>
        </p:nvSpPr>
        <p:spPr>
          <a:xfrm>
            <a:off x="3466320" y="1165976"/>
            <a:ext cx="128240" cy="307777"/>
          </a:xfrm>
          <a:prstGeom prst="rect">
            <a:avLst/>
          </a:prstGeom>
          <a:noFill/>
        </p:spPr>
        <p:txBody>
          <a:bodyPr wrap="none" lIns="0" tIns="0" rIns="0" bIns="0" rtlCol="0">
            <a:spAutoFit/>
          </a:bodyPr>
          <a:lstStyle/>
          <a:p>
            <a:r>
              <a:rPr lang="en-US" altLang="zh-CN" sz="2000" b="1" dirty="0">
                <a:solidFill>
                  <a:srgbClr val="C00000"/>
                </a:solidFill>
              </a:rPr>
              <a:t>2</a:t>
            </a:r>
            <a:endParaRPr lang="zh-CN" altLang="en-US" sz="2000" b="1" dirty="0">
              <a:solidFill>
                <a:srgbClr val="C00000"/>
              </a:solidFill>
            </a:endParaRPr>
          </a:p>
        </p:txBody>
      </p:sp>
      <p:sp>
        <p:nvSpPr>
          <p:cNvPr id="58" name="文本框 57">
            <a:extLst>
              <a:ext uri="{FF2B5EF4-FFF2-40B4-BE49-F238E27FC236}">
                <a16:creationId xmlns:a16="http://schemas.microsoft.com/office/drawing/2014/main" id="{7D493E7E-D9E4-276B-0E0C-3254888BC4E5}"/>
              </a:ext>
            </a:extLst>
          </p:cNvPr>
          <p:cNvSpPr txBox="1"/>
          <p:nvPr/>
        </p:nvSpPr>
        <p:spPr>
          <a:xfrm>
            <a:off x="8934355" y="5433020"/>
            <a:ext cx="2164375" cy="923330"/>
          </a:xfrm>
          <a:prstGeom prst="rect">
            <a:avLst/>
          </a:prstGeom>
          <a:solidFill>
            <a:schemeClr val="accent5">
              <a:lumMod val="20000"/>
              <a:lumOff val="80000"/>
            </a:schemeClr>
          </a:solidFill>
        </p:spPr>
        <p:txBody>
          <a:bodyPr wrap="none" rtlCol="0">
            <a:spAutoFit/>
          </a:bodyPr>
          <a:lstStyle/>
          <a:p>
            <a:r>
              <a:rPr lang="zh-CN" altLang="en-US" b="1" dirty="0">
                <a:solidFill>
                  <a:srgbClr val="0070C0"/>
                </a:solidFill>
                <a:effectLst>
                  <a:outerShdw blurRad="38100" dist="38100" dir="2700000" algn="tl">
                    <a:srgbClr val="000000">
                      <a:alpha val="43137"/>
                    </a:srgbClr>
                  </a:outerShdw>
                </a:effectLst>
              </a:rPr>
              <a:t>至此 </a:t>
            </a:r>
            <a:r>
              <a:rPr lang="en-US" altLang="zh-CN" b="1" dirty="0">
                <a:solidFill>
                  <a:srgbClr val="0070C0"/>
                </a:solidFill>
                <a:effectLst>
                  <a:outerShdw blurRad="38100" dist="38100" dir="2700000" algn="tl">
                    <a:srgbClr val="000000">
                      <a:alpha val="43137"/>
                    </a:srgbClr>
                  </a:outerShdw>
                </a:effectLst>
              </a:rPr>
              <a:t>for</a:t>
            </a:r>
            <a:r>
              <a:rPr lang="zh-CN" altLang="en-US" b="1" dirty="0">
                <a:solidFill>
                  <a:srgbClr val="0070C0"/>
                </a:solidFill>
                <a:effectLst>
                  <a:outerShdw blurRad="38100" dist="38100" dir="2700000" algn="tl">
                    <a:srgbClr val="000000">
                      <a:alpha val="43137"/>
                    </a:srgbClr>
                  </a:outerShdw>
                </a:effectLst>
              </a:rPr>
              <a:t>循环结束，</a:t>
            </a:r>
            <a:endParaRPr lang="en-US" altLang="zh-CN" b="1" dirty="0">
              <a:solidFill>
                <a:srgbClr val="0070C0"/>
              </a:solidFill>
              <a:effectLst>
                <a:outerShdw blurRad="38100" dist="38100" dir="2700000" algn="tl">
                  <a:srgbClr val="000000">
                    <a:alpha val="43137"/>
                  </a:srgbClr>
                </a:outerShdw>
              </a:effectLst>
            </a:endParaRPr>
          </a:p>
          <a:p>
            <a:r>
              <a:rPr lang="zh-CN" altLang="en-US" b="1" dirty="0">
                <a:solidFill>
                  <a:srgbClr val="0070C0"/>
                </a:solidFill>
                <a:effectLst>
                  <a:outerShdw blurRad="38100" dist="38100" dir="2700000" algn="tl">
                    <a:srgbClr val="000000">
                      <a:alpha val="43137"/>
                    </a:srgbClr>
                  </a:outerShdw>
                </a:effectLst>
              </a:rPr>
              <a:t>从</a:t>
            </a:r>
            <a:r>
              <a:rPr lang="en-US" altLang="zh-CN" b="1" dirty="0">
                <a:solidFill>
                  <a:srgbClr val="0070C0"/>
                </a:solidFill>
                <a:effectLst>
                  <a:outerShdw blurRad="38100" dist="38100" dir="2700000" algn="tl">
                    <a:srgbClr val="000000">
                      <a:alpha val="43137"/>
                    </a:srgbClr>
                  </a:outerShdw>
                </a:effectLst>
              </a:rPr>
              <a:t>A</a:t>
            </a:r>
            <a:r>
              <a:rPr lang="zh-CN" altLang="en-US" b="1" dirty="0">
                <a:solidFill>
                  <a:srgbClr val="0070C0"/>
                </a:solidFill>
                <a:effectLst>
                  <a:outerShdw blurRad="38100" dist="38100" dir="2700000" algn="tl">
                    <a:srgbClr val="000000">
                      <a:alpha val="43137"/>
                    </a:srgbClr>
                  </a:outerShdw>
                </a:effectLst>
              </a:rPr>
              <a:t>到各顶点的最</a:t>
            </a:r>
            <a:endParaRPr lang="en-US" altLang="zh-CN" b="1" dirty="0">
              <a:solidFill>
                <a:srgbClr val="0070C0"/>
              </a:solidFill>
              <a:effectLst>
                <a:outerShdw blurRad="38100" dist="38100" dir="2700000" algn="tl">
                  <a:srgbClr val="000000">
                    <a:alpha val="43137"/>
                  </a:srgbClr>
                </a:outerShdw>
              </a:effectLst>
            </a:endParaRPr>
          </a:p>
          <a:p>
            <a:r>
              <a:rPr lang="zh-CN" altLang="en-US" b="1" dirty="0">
                <a:solidFill>
                  <a:srgbClr val="0070C0"/>
                </a:solidFill>
                <a:effectLst>
                  <a:outerShdw blurRad="38100" dist="38100" dir="2700000" algn="tl">
                    <a:srgbClr val="000000">
                      <a:alpha val="43137"/>
                    </a:srgbClr>
                  </a:outerShdw>
                </a:effectLst>
              </a:rPr>
              <a:t>短路径已求出</a:t>
            </a:r>
          </a:p>
        </p:txBody>
      </p:sp>
      <p:sp>
        <p:nvSpPr>
          <p:cNvPr id="59" name="矩形 58">
            <a:extLst>
              <a:ext uri="{FF2B5EF4-FFF2-40B4-BE49-F238E27FC236}">
                <a16:creationId xmlns:a16="http://schemas.microsoft.com/office/drawing/2014/main" id="{6EDC346F-B7F7-9DDC-8AC1-98809B35855B}"/>
              </a:ext>
            </a:extLst>
          </p:cNvPr>
          <p:cNvSpPr/>
          <p:nvPr/>
        </p:nvSpPr>
        <p:spPr>
          <a:xfrm>
            <a:off x="711808" y="3345498"/>
            <a:ext cx="9187804" cy="3334543"/>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0005"/>
            <a:r>
              <a:rPr lang="zh-CN" altLang="en-US" b="1" kern="100" dirty="0">
                <a:solidFill>
                  <a:srgbClr val="0070C0"/>
                </a:solidFill>
                <a:latin typeface="Courier New" panose="02070309020205020404" pitchFamily="49" charset="0"/>
                <a:ea typeface="等线" panose="02010600030101010101" pitchFamily="2" charset="-122"/>
                <a:cs typeface="Times New Roman" panose="02020603050405020304" pitchFamily="18" charset="0"/>
              </a:rPr>
              <a:t>调用函数</a:t>
            </a:r>
            <a:r>
              <a:rPr lang="en-US" altLang="zh-CN" b="1" kern="100" dirty="0" err="1">
                <a:solidFill>
                  <a:srgbClr val="0070C0"/>
                </a:solidFill>
                <a:latin typeface="Courier New" panose="02070309020205020404" pitchFamily="49" charset="0"/>
                <a:ea typeface="等线" panose="02010600030101010101" pitchFamily="2" charset="-122"/>
                <a:cs typeface="Times New Roman" panose="02020603050405020304" pitchFamily="18" charset="0"/>
              </a:rPr>
              <a:t>OutputPath</a:t>
            </a:r>
            <a:r>
              <a:rPr lang="en-US" altLang="zh-CN" b="1" kern="100" dirty="0">
                <a:solidFill>
                  <a:srgbClr val="0070C0"/>
                </a:solidFill>
                <a:latin typeface="Courier New" panose="02070309020205020404" pitchFamily="49" charset="0"/>
                <a:ea typeface="等线" panose="02010600030101010101" pitchFamily="2" charset="-122"/>
                <a:cs typeface="Times New Roman" panose="02020603050405020304" pitchFamily="18" charset="0"/>
              </a:rPr>
              <a:t>,</a:t>
            </a:r>
            <a:r>
              <a:rPr lang="zh-CN" altLang="en-US" b="1" kern="100" dirty="0">
                <a:solidFill>
                  <a:srgbClr val="0070C0"/>
                </a:solidFill>
                <a:latin typeface="Courier New" panose="02070309020205020404" pitchFamily="49" charset="0"/>
                <a:ea typeface="等线" panose="02010600030101010101" pitchFamily="2" charset="-122"/>
                <a:cs typeface="Times New Roman" panose="02020603050405020304" pitchFamily="18" charset="0"/>
              </a:rPr>
              <a:t>可由</a:t>
            </a:r>
            <a:r>
              <a:rPr lang="en-US" altLang="zh-CN" b="1" kern="100" dirty="0" err="1">
                <a:solidFill>
                  <a:srgbClr val="0070C0"/>
                </a:solidFill>
                <a:latin typeface="Courier New" panose="02070309020205020404" pitchFamily="49" charset="0"/>
                <a:ea typeface="等线" panose="02010600030101010101" pitchFamily="2" charset="-122"/>
                <a:cs typeface="Times New Roman" panose="02020603050405020304" pitchFamily="18" charset="0"/>
              </a:rPr>
              <a:t>Dist</a:t>
            </a:r>
            <a:r>
              <a:rPr lang="zh-CN" altLang="en-US" b="1" kern="100" dirty="0">
                <a:solidFill>
                  <a:srgbClr val="0070C0"/>
                </a:solidFill>
                <a:latin typeface="Courier New" panose="02070309020205020404" pitchFamily="49" charset="0"/>
                <a:ea typeface="等线" panose="02010600030101010101" pitchFamily="2" charset="-122"/>
                <a:cs typeface="Times New Roman" panose="02020603050405020304" pitchFamily="18" charset="0"/>
              </a:rPr>
              <a:t>数组信息输出从</a:t>
            </a:r>
            <a:r>
              <a:rPr lang="zh-CN" altLang="en-US" b="1" kern="100" dirty="0">
                <a:solidFill>
                  <a:srgbClr val="C00000"/>
                </a:solidFill>
                <a:latin typeface="Courier New" panose="02070309020205020404" pitchFamily="49" charset="0"/>
                <a:ea typeface="等线" panose="02010600030101010101" pitchFamily="2" charset="-122"/>
                <a:cs typeface="Times New Roman" panose="02020603050405020304" pitchFamily="18" charset="0"/>
              </a:rPr>
              <a:t>顶点</a:t>
            </a:r>
            <a:r>
              <a:rPr lang="en-US" altLang="zh-CN" b="1" kern="100" dirty="0">
                <a:solidFill>
                  <a:srgbClr val="C00000"/>
                </a:solidFill>
                <a:latin typeface="Courier New" panose="02070309020205020404" pitchFamily="49" charset="0"/>
                <a:ea typeface="等线" panose="02010600030101010101" pitchFamily="2" charset="-122"/>
                <a:cs typeface="Times New Roman" panose="02020603050405020304" pitchFamily="18" charset="0"/>
              </a:rPr>
              <a:t>A</a:t>
            </a:r>
            <a:r>
              <a:rPr lang="zh-CN" altLang="en-US" b="1" kern="100" dirty="0">
                <a:solidFill>
                  <a:srgbClr val="0070C0"/>
                </a:solidFill>
                <a:latin typeface="Courier New" panose="02070309020205020404" pitchFamily="49" charset="0"/>
                <a:ea typeface="等线" panose="02010600030101010101" pitchFamily="2" charset="-122"/>
                <a:cs typeface="Times New Roman" panose="02020603050405020304" pitchFamily="18" charset="0"/>
              </a:rPr>
              <a:t>到</a:t>
            </a:r>
            <a:r>
              <a:rPr lang="zh-CN" altLang="en-US" b="1" kern="100" dirty="0">
                <a:solidFill>
                  <a:srgbClr val="C00000"/>
                </a:solidFill>
                <a:latin typeface="Courier New" panose="02070309020205020404" pitchFamily="49" charset="0"/>
                <a:ea typeface="等线" panose="02010600030101010101" pitchFamily="2" charset="-122"/>
                <a:cs typeface="Times New Roman" panose="02020603050405020304" pitchFamily="18" charset="0"/>
              </a:rPr>
              <a:t>第</a:t>
            </a:r>
            <a:r>
              <a:rPr lang="en-US" altLang="zh-CN" b="1" kern="100" dirty="0">
                <a:solidFill>
                  <a:srgbClr val="C00000"/>
                </a:solidFill>
                <a:latin typeface="Courier New" panose="02070309020205020404" pitchFamily="49" charset="0"/>
                <a:ea typeface="等线" panose="02010600030101010101" pitchFamily="2" charset="-122"/>
                <a:cs typeface="Times New Roman" panose="02020603050405020304" pitchFamily="18" charset="0"/>
              </a:rPr>
              <a:t>k</a:t>
            </a:r>
            <a:r>
              <a:rPr lang="zh-CN" altLang="en-US" b="1" kern="100" dirty="0">
                <a:solidFill>
                  <a:srgbClr val="C00000"/>
                </a:solidFill>
                <a:latin typeface="Courier New" panose="02070309020205020404" pitchFamily="49" charset="0"/>
                <a:ea typeface="等线" panose="02010600030101010101" pitchFamily="2" charset="-122"/>
                <a:cs typeface="Times New Roman" panose="02020603050405020304" pitchFamily="18" charset="0"/>
              </a:rPr>
              <a:t>顶点</a:t>
            </a:r>
            <a:r>
              <a:rPr lang="zh-CN" altLang="en-US" b="1" kern="100" dirty="0">
                <a:solidFill>
                  <a:srgbClr val="0070C0"/>
                </a:solidFill>
                <a:latin typeface="Courier New" panose="02070309020205020404" pitchFamily="49" charset="0"/>
                <a:ea typeface="等线" panose="02010600030101010101" pitchFamily="2" charset="-122"/>
                <a:cs typeface="Times New Roman" panose="02020603050405020304" pitchFamily="18" charset="0"/>
              </a:rPr>
              <a:t>的</a:t>
            </a:r>
            <a:r>
              <a:rPr lang="zh-CN" altLang="en-US" b="1" kern="100" dirty="0">
                <a:solidFill>
                  <a:srgbClr val="C00000"/>
                </a:solidFill>
                <a:latin typeface="Courier New" panose="02070309020205020404" pitchFamily="49" charset="0"/>
                <a:ea typeface="等线" panose="02010600030101010101" pitchFamily="2" charset="-122"/>
                <a:cs typeface="Times New Roman" panose="02020603050405020304" pitchFamily="18" charset="0"/>
              </a:rPr>
              <a:t>最短路径</a:t>
            </a:r>
            <a:endParaRPr lang="en-US" altLang="zh-CN" b="1" kern="100" dirty="0">
              <a:solidFill>
                <a:srgbClr val="C00000"/>
              </a:solidFill>
              <a:latin typeface="Courier New" panose="02070309020205020404" pitchFamily="49" charset="0"/>
              <a:ea typeface="等线" panose="02010600030101010101" pitchFamily="2" charset="-122"/>
              <a:cs typeface="Times New Roman" panose="02020603050405020304" pitchFamily="18" charset="0"/>
            </a:endParaRPr>
          </a:p>
          <a:p>
            <a:pPr marL="40005">
              <a:spcBef>
                <a:spcPts val="600"/>
              </a:spcBef>
            </a:pPr>
            <a:r>
              <a:rPr lang="en-US" altLang="zh-CN" b="1"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void</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err="1">
                <a:solidFill>
                  <a:schemeClr val="tx1"/>
                </a:solidFill>
                <a:latin typeface="Courier New" panose="02070309020205020404" pitchFamily="49" charset="0"/>
                <a:ea typeface="等线" panose="02010600030101010101" pitchFamily="2" charset="-122"/>
                <a:cs typeface="Times New Roman" panose="02020603050405020304" pitchFamily="18" charset="0"/>
              </a:rPr>
              <a:t>OutputPath</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a:t>
            </a:r>
            <a:r>
              <a:rPr lang="en-US" altLang="zh-CN" kern="100" dirty="0" err="1">
                <a:solidFill>
                  <a:schemeClr val="tx1"/>
                </a:solidFill>
                <a:latin typeface="Courier New" panose="02070309020205020404" pitchFamily="49" charset="0"/>
                <a:ea typeface="等线" panose="02010600030101010101" pitchFamily="2" charset="-122"/>
                <a:cs typeface="Times New Roman" panose="02020603050405020304" pitchFamily="18" charset="0"/>
              </a:rPr>
              <a:t>ALGraph</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G, </a:t>
            </a:r>
            <a:r>
              <a:rPr lang="en-US" altLang="zh-CN" kern="100" dirty="0" err="1">
                <a:solidFill>
                  <a:schemeClr val="tx1"/>
                </a:solidFill>
                <a:latin typeface="Courier New" panose="02070309020205020404" pitchFamily="49" charset="0"/>
                <a:ea typeface="等线" panose="02010600030101010101" pitchFamily="2" charset="-122"/>
                <a:cs typeface="Times New Roman" panose="02020603050405020304" pitchFamily="18" charset="0"/>
              </a:rPr>
              <a:t>DistInfo</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err="1">
                <a:solidFill>
                  <a:schemeClr val="tx1"/>
                </a:solidFill>
                <a:latin typeface="Courier New" panose="02070309020205020404" pitchFamily="49" charset="0"/>
                <a:ea typeface="等线" panose="02010600030101010101" pitchFamily="2" charset="-122"/>
                <a:cs typeface="Times New Roman" panose="02020603050405020304" pitchFamily="18" charset="0"/>
              </a:rPr>
              <a:t>Dist</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b="1"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int</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k) </a:t>
            </a:r>
            <a:r>
              <a:rPr lang="en-US" altLang="zh-CN" b="1"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a:t>
            </a:r>
            <a:endParaRPr lang="zh-CN" altLang="zh-CN" sz="28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endParaRPr>
          </a:p>
          <a:p>
            <a:pPr marL="40005"/>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a:solidFill>
                  <a:schemeClr val="tx1"/>
                </a:solidFill>
                <a:latin typeface="Courier New" panose="02070309020205020404" pitchFamily="49" charset="0"/>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cs typeface="Courier New" panose="02070309020205020404" pitchFamily="49" charset="0"/>
              </a:rPr>
              <a:t>沿</a:t>
            </a:r>
            <a:r>
              <a:rPr lang="en-US" altLang="zh-CN" kern="100" dirty="0" err="1">
                <a:solidFill>
                  <a:schemeClr val="accent6">
                    <a:lumMod val="75000"/>
                  </a:schemeClr>
                </a:solidFill>
                <a:latin typeface="Courier New" panose="02070309020205020404" pitchFamily="49" charset="0"/>
                <a:cs typeface="Times New Roman" panose="02020603050405020304" pitchFamily="18" charset="0"/>
              </a:rPr>
              <a:t>Dist</a:t>
            </a:r>
            <a:r>
              <a:rPr lang="zh-CN" altLang="zh-CN" kern="100" dirty="0">
                <a:solidFill>
                  <a:schemeClr val="accent6">
                    <a:lumMod val="75000"/>
                  </a:schemeClr>
                </a:solidFill>
                <a:latin typeface="Courier New" panose="02070309020205020404" pitchFamily="49" charset="0"/>
                <a:cs typeface="Courier New" panose="02070309020205020404" pitchFamily="49" charset="0"/>
              </a:rPr>
              <a:t>数组的</a:t>
            </a:r>
            <a:r>
              <a:rPr lang="en-US" altLang="zh-CN" kern="100" dirty="0" err="1">
                <a:solidFill>
                  <a:schemeClr val="accent6">
                    <a:lumMod val="75000"/>
                  </a:schemeClr>
                </a:solidFill>
                <a:latin typeface="Courier New" panose="02070309020205020404" pitchFamily="49" charset="0"/>
                <a:cs typeface="Times New Roman" panose="02020603050405020304" pitchFamily="18" charset="0"/>
              </a:rPr>
              <a:t>prev</a:t>
            </a:r>
            <a:r>
              <a:rPr lang="zh-CN" altLang="zh-CN" kern="100" dirty="0">
                <a:solidFill>
                  <a:schemeClr val="accent6">
                    <a:lumMod val="75000"/>
                  </a:schemeClr>
                </a:solidFill>
                <a:latin typeface="Courier New" panose="02070309020205020404" pitchFamily="49" charset="0"/>
                <a:cs typeface="Courier New" panose="02070309020205020404" pitchFamily="49" charset="0"/>
              </a:rPr>
              <a:t>域，递归获得源点到</a:t>
            </a:r>
            <a:r>
              <a:rPr lang="en-US" altLang="zh-CN" kern="100" dirty="0">
                <a:solidFill>
                  <a:schemeClr val="accent6">
                    <a:lumMod val="75000"/>
                  </a:schemeClr>
                </a:solidFill>
                <a:latin typeface="Courier New" panose="02070309020205020404" pitchFamily="49" charset="0"/>
                <a:cs typeface="Times New Roman" panose="02020603050405020304" pitchFamily="18" charset="0"/>
              </a:rPr>
              <a:t>k</a:t>
            </a:r>
            <a:r>
              <a:rPr lang="zh-CN" altLang="zh-CN" kern="100" dirty="0">
                <a:solidFill>
                  <a:schemeClr val="accent6">
                    <a:lumMod val="75000"/>
                  </a:schemeClr>
                </a:solidFill>
                <a:latin typeface="Courier New" panose="02070309020205020404" pitchFamily="49" charset="0"/>
                <a:cs typeface="Courier New" panose="02070309020205020404" pitchFamily="49" charset="0"/>
              </a:rPr>
              <a:t>顶点的最短路径</a:t>
            </a:r>
            <a:endParaRPr lang="zh-CN" altLang="zh-CN" sz="2800" kern="100" dirty="0">
              <a:solidFill>
                <a:schemeClr val="accent6">
                  <a:lumMod val="75000"/>
                </a:schemeClr>
              </a:solidFill>
              <a:latin typeface="等线" panose="02010600030101010101" pitchFamily="2" charset="-122"/>
              <a:ea typeface="等线" panose="02010600030101010101" pitchFamily="2" charset="-122"/>
              <a:cs typeface="Times New Roman" panose="02020603050405020304" pitchFamily="18" charset="0"/>
            </a:endParaRPr>
          </a:p>
          <a:p>
            <a:pPr marL="40005"/>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b="1"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if </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(-1==k) </a:t>
            </a:r>
            <a:r>
              <a:rPr lang="en-US" altLang="zh-CN" b="1"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return</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cs typeface="Times New Roman" panose="02020603050405020304" pitchFamily="18" charset="0"/>
              </a:rPr>
              <a:t>上溯到路径尽头返回</a:t>
            </a:r>
          </a:p>
          <a:p>
            <a:pPr marL="40005"/>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err="1">
                <a:solidFill>
                  <a:schemeClr val="tx1"/>
                </a:solidFill>
                <a:latin typeface="Courier New" panose="02070309020205020404" pitchFamily="49" charset="0"/>
                <a:ea typeface="等线" panose="02010600030101010101" pitchFamily="2" charset="-122"/>
                <a:cs typeface="Times New Roman" panose="02020603050405020304" pitchFamily="18" charset="0"/>
              </a:rPr>
              <a:t>Outputpath</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(G, </a:t>
            </a:r>
            <a:r>
              <a:rPr lang="en-US" altLang="zh-CN" kern="100" dirty="0" err="1">
                <a:solidFill>
                  <a:schemeClr val="tx1"/>
                </a:solidFill>
                <a:latin typeface="Courier New" panose="02070309020205020404" pitchFamily="49" charset="0"/>
                <a:ea typeface="等线" panose="02010600030101010101" pitchFamily="2" charset="-122"/>
                <a:cs typeface="Times New Roman" panose="02020603050405020304" pitchFamily="18" charset="0"/>
              </a:rPr>
              <a:t>Dist</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err="1">
                <a:solidFill>
                  <a:schemeClr val="tx1"/>
                </a:solidFill>
                <a:latin typeface="Courier New" panose="02070309020205020404" pitchFamily="49" charset="0"/>
                <a:ea typeface="等线" panose="02010600030101010101" pitchFamily="2" charset="-122"/>
                <a:cs typeface="Times New Roman" panose="02020603050405020304" pitchFamily="18" charset="0"/>
              </a:rPr>
              <a:t>Dist</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[k].</a:t>
            </a:r>
            <a:r>
              <a:rPr lang="en-US" altLang="zh-CN" kern="100" dirty="0" err="1">
                <a:solidFill>
                  <a:schemeClr val="tx1"/>
                </a:solidFill>
                <a:latin typeface="Courier New" panose="02070309020205020404" pitchFamily="49" charset="0"/>
                <a:ea typeface="等线" panose="02010600030101010101" pitchFamily="2" charset="-122"/>
                <a:cs typeface="Times New Roman" panose="02020603050405020304" pitchFamily="18" charset="0"/>
              </a:rPr>
              <a:t>prev</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cs typeface="Times New Roman" panose="02020603050405020304" pitchFamily="18" charset="0"/>
              </a:rPr>
              <a:t>逆向递归获取路径上的顶点</a:t>
            </a:r>
          </a:p>
          <a:p>
            <a:pPr marL="40005"/>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   </a:t>
            </a:r>
            <a:r>
              <a:rPr lang="en-US" altLang="zh-CN" kern="100" dirty="0" err="1">
                <a:solidFill>
                  <a:schemeClr val="tx1"/>
                </a:solidFill>
                <a:latin typeface="Courier New" panose="02070309020205020404" pitchFamily="49" charset="0"/>
                <a:ea typeface="等线" panose="02010600030101010101" pitchFamily="2" charset="-122"/>
                <a:cs typeface="Times New Roman" panose="02020603050405020304" pitchFamily="18" charset="0"/>
              </a:rPr>
              <a:t>printf</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(“%c ”, G-&gt;</a:t>
            </a:r>
            <a:r>
              <a:rPr lang="en-US" altLang="zh-CN" kern="100" dirty="0" err="1">
                <a:solidFill>
                  <a:schemeClr val="tx1"/>
                </a:solidFill>
                <a:latin typeface="Courier New" panose="02070309020205020404" pitchFamily="49" charset="0"/>
                <a:ea typeface="等线" panose="02010600030101010101" pitchFamily="2" charset="-122"/>
                <a:cs typeface="Times New Roman" panose="02020603050405020304" pitchFamily="18" charset="0"/>
              </a:rPr>
              <a:t>vexs</a:t>
            </a:r>
            <a:r>
              <a:rPr lang="en-US" altLang="zh-CN"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[k].data);      </a:t>
            </a:r>
            <a:r>
              <a:rPr lang="en-US" altLang="zh-CN"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kern="100" dirty="0">
                <a:solidFill>
                  <a:schemeClr val="accent6">
                    <a:lumMod val="75000"/>
                  </a:schemeClr>
                </a:solidFill>
                <a:latin typeface="Courier New" panose="02070309020205020404" pitchFamily="49" charset="0"/>
                <a:cs typeface="Times New Roman" panose="02020603050405020304" pitchFamily="18" charset="0"/>
              </a:rPr>
              <a:t>正向输出当前路径上的顶点</a:t>
            </a:r>
          </a:p>
          <a:p>
            <a:pPr marL="40005"/>
            <a:r>
              <a:rPr lang="en-US" altLang="zh-CN" b="1" kern="100" dirty="0">
                <a:solidFill>
                  <a:schemeClr val="tx1"/>
                </a:solidFill>
                <a:latin typeface="Courier New" panose="02070309020205020404" pitchFamily="49" charset="0"/>
                <a:ea typeface="等线" panose="02010600030101010101" pitchFamily="2" charset="-122"/>
                <a:cs typeface="Times New Roman" panose="02020603050405020304" pitchFamily="18" charset="0"/>
              </a:rPr>
              <a:t>}</a:t>
            </a:r>
          </a:p>
          <a:p>
            <a:r>
              <a:rPr lang="en-US" altLang="zh-CN" b="1" dirty="0">
                <a:solidFill>
                  <a:srgbClr val="C00000"/>
                </a:solidFill>
              </a:rPr>
              <a:t>A C </a:t>
            </a:r>
            <a:endParaRPr lang="zh-CN" altLang="en-US" b="1" dirty="0">
              <a:solidFill>
                <a:srgbClr val="C00000"/>
              </a:solidFill>
            </a:endParaRPr>
          </a:p>
          <a:p>
            <a:r>
              <a:rPr lang="en-US" altLang="zh-CN" b="1" dirty="0">
                <a:solidFill>
                  <a:srgbClr val="C00000"/>
                </a:solidFill>
              </a:rPr>
              <a:t>A E D </a:t>
            </a:r>
            <a:endParaRPr lang="zh-CN" altLang="en-US" b="1" dirty="0">
              <a:solidFill>
                <a:srgbClr val="C00000"/>
              </a:solidFill>
            </a:endParaRPr>
          </a:p>
          <a:p>
            <a:r>
              <a:rPr lang="en-US" altLang="zh-CN" b="1" dirty="0">
                <a:solidFill>
                  <a:srgbClr val="C00000"/>
                </a:solidFill>
              </a:rPr>
              <a:t>A E </a:t>
            </a:r>
            <a:endParaRPr lang="zh-CN" altLang="en-US" b="1" dirty="0">
              <a:solidFill>
                <a:srgbClr val="C00000"/>
              </a:solidFill>
            </a:endParaRPr>
          </a:p>
          <a:p>
            <a:r>
              <a:rPr lang="en-US" altLang="zh-CN" b="1" dirty="0">
                <a:solidFill>
                  <a:srgbClr val="C00000"/>
                </a:solidFill>
              </a:rPr>
              <a:t>A E D F </a:t>
            </a:r>
            <a:endParaRPr lang="zh-CN" altLang="zh-CN" b="1" kern="100" dirty="0">
              <a:solidFill>
                <a:srgbClr val="C00000"/>
              </a:solidFill>
              <a:latin typeface="Courier New" panose="02070309020205020404" pitchFamily="49" charset="0"/>
              <a:ea typeface="等线" panose="02010600030101010101" pitchFamily="2" charset="-122"/>
              <a:cs typeface="Courier New" panose="02070309020205020404" pitchFamily="49" charset="0"/>
            </a:endParaRPr>
          </a:p>
        </p:txBody>
      </p:sp>
      <p:sp>
        <p:nvSpPr>
          <p:cNvPr id="62" name="文本框 61">
            <a:extLst>
              <a:ext uri="{FF2B5EF4-FFF2-40B4-BE49-F238E27FC236}">
                <a16:creationId xmlns:a16="http://schemas.microsoft.com/office/drawing/2014/main" id="{BBCFCBB9-0949-CA31-91C2-B831190580B3}"/>
              </a:ext>
            </a:extLst>
          </p:cNvPr>
          <p:cNvSpPr txBox="1"/>
          <p:nvPr/>
        </p:nvSpPr>
        <p:spPr>
          <a:xfrm>
            <a:off x="9990620" y="2239574"/>
            <a:ext cx="256480" cy="307777"/>
          </a:xfrm>
          <a:prstGeom prst="rect">
            <a:avLst/>
          </a:prstGeom>
          <a:noFill/>
        </p:spPr>
        <p:txBody>
          <a:bodyPr wrap="none" lIns="0" tIns="0" rIns="0" bIns="0" rtlCol="0">
            <a:spAutoFit/>
          </a:bodyPr>
          <a:lstStyle/>
          <a:p>
            <a:r>
              <a:rPr lang="en-US" altLang="zh-CN" sz="2000" b="1" dirty="0">
                <a:solidFill>
                  <a:srgbClr val="C00000"/>
                </a:solidFill>
              </a:rPr>
              <a:t>50</a:t>
            </a:r>
            <a:endParaRPr lang="zh-CN" altLang="en-US" sz="2000" b="1" dirty="0">
              <a:solidFill>
                <a:srgbClr val="C00000"/>
              </a:solidFill>
            </a:endParaRPr>
          </a:p>
        </p:txBody>
      </p:sp>
      <p:sp>
        <p:nvSpPr>
          <p:cNvPr id="63" name="文本框 62">
            <a:extLst>
              <a:ext uri="{FF2B5EF4-FFF2-40B4-BE49-F238E27FC236}">
                <a16:creationId xmlns:a16="http://schemas.microsoft.com/office/drawing/2014/main" id="{C853B1CC-2558-7D51-46D2-39E6C8D31A37}"/>
              </a:ext>
            </a:extLst>
          </p:cNvPr>
          <p:cNvSpPr txBox="1"/>
          <p:nvPr/>
        </p:nvSpPr>
        <p:spPr>
          <a:xfrm>
            <a:off x="10602179" y="2238673"/>
            <a:ext cx="256480" cy="307777"/>
          </a:xfrm>
          <a:prstGeom prst="rect">
            <a:avLst/>
          </a:prstGeom>
          <a:noFill/>
        </p:spPr>
        <p:txBody>
          <a:bodyPr wrap="none" lIns="0" tIns="0" rIns="0" bIns="0" rtlCol="0">
            <a:spAutoFit/>
          </a:bodyPr>
          <a:lstStyle/>
          <a:p>
            <a:r>
              <a:rPr lang="en-US" altLang="zh-CN" sz="2000" b="1" dirty="0">
                <a:solidFill>
                  <a:srgbClr val="C00000"/>
                </a:solidFill>
              </a:rPr>
              <a:t>30</a:t>
            </a:r>
            <a:endParaRPr lang="zh-CN" altLang="en-US" sz="2000" b="1" dirty="0">
              <a:solidFill>
                <a:srgbClr val="C00000"/>
              </a:solidFill>
            </a:endParaRPr>
          </a:p>
        </p:txBody>
      </p:sp>
      <p:sp>
        <p:nvSpPr>
          <p:cNvPr id="28" name="文本框 27">
            <a:extLst>
              <a:ext uri="{FF2B5EF4-FFF2-40B4-BE49-F238E27FC236}">
                <a16:creationId xmlns:a16="http://schemas.microsoft.com/office/drawing/2014/main" id="{885BE2D7-E8F5-E0F3-E2A2-68720530AA02}"/>
              </a:ext>
            </a:extLst>
          </p:cNvPr>
          <p:cNvSpPr txBox="1"/>
          <p:nvPr/>
        </p:nvSpPr>
        <p:spPr>
          <a:xfrm>
            <a:off x="3675598" y="1858652"/>
            <a:ext cx="256480" cy="307777"/>
          </a:xfrm>
          <a:prstGeom prst="rect">
            <a:avLst/>
          </a:prstGeom>
          <a:noFill/>
        </p:spPr>
        <p:txBody>
          <a:bodyPr wrap="none" lIns="0" tIns="0" rIns="0" bIns="0" rtlCol="0">
            <a:spAutoFit/>
          </a:bodyPr>
          <a:lstStyle/>
          <a:p>
            <a:r>
              <a:rPr lang="en-US" altLang="zh-CN" sz="2000" b="1" dirty="0">
                <a:solidFill>
                  <a:srgbClr val="C00000"/>
                </a:solidFill>
              </a:rPr>
              <a:t>10</a:t>
            </a:r>
            <a:endParaRPr lang="zh-CN" altLang="en-US" sz="2000" b="1" dirty="0">
              <a:solidFill>
                <a:srgbClr val="C00000"/>
              </a:solidFill>
            </a:endParaRPr>
          </a:p>
        </p:txBody>
      </p:sp>
    </p:spTree>
    <p:extLst>
      <p:ext uri="{BB962C8B-B14F-4D97-AF65-F5344CB8AC3E}">
        <p14:creationId xmlns:p14="http://schemas.microsoft.com/office/powerpoint/2010/main" val="261537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1000"/>
                                        <p:tgtEl>
                                          <p:spTgt spid="116"/>
                                        </p:tgtEl>
                                      </p:cBhvr>
                                    </p:animEffect>
                                    <p:anim calcmode="lin" valueType="num">
                                      <p:cBhvr>
                                        <p:cTn id="8" dur="1000" fill="hold"/>
                                        <p:tgtEl>
                                          <p:spTgt spid="116"/>
                                        </p:tgtEl>
                                        <p:attrNameLst>
                                          <p:attrName>ppt_x</p:attrName>
                                        </p:attrNameLst>
                                      </p:cBhvr>
                                      <p:tavLst>
                                        <p:tav tm="0">
                                          <p:val>
                                            <p:strVal val="#ppt_x"/>
                                          </p:val>
                                        </p:tav>
                                        <p:tav tm="100000">
                                          <p:val>
                                            <p:strVal val="#ppt_x"/>
                                          </p:val>
                                        </p:tav>
                                      </p:tavLst>
                                    </p:anim>
                                    <p:anim calcmode="lin" valueType="num">
                                      <p:cBhvr>
                                        <p:cTn id="9" dur="1000" fill="hold"/>
                                        <p:tgtEl>
                                          <p:spTgt spid="11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wipe(left)">
                                      <p:cBhvr>
                                        <p:cTn id="13" dur="1000"/>
                                        <p:tgtEl>
                                          <p:spTgt spid="4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grpId="0" nodeType="clickEffect">
                                  <p:stCondLst>
                                    <p:cond delay="0"/>
                                  </p:stCondLst>
                                  <p:childTnLst>
                                    <p:animEffect transition="out" filter="fade">
                                      <p:cBhvr>
                                        <p:cTn id="17" dur="1000"/>
                                        <p:tgtEl>
                                          <p:spTgt spid="24"/>
                                        </p:tgtEl>
                                      </p:cBhvr>
                                    </p:animEffect>
                                    <p:set>
                                      <p:cBhvr>
                                        <p:cTn id="18" dur="1" fill="hold">
                                          <p:stCondLst>
                                            <p:cond delay="999"/>
                                          </p:stCondLst>
                                        </p:cTn>
                                        <p:tgtEl>
                                          <p:spTgt spid="24"/>
                                        </p:tgtEl>
                                        <p:attrNameLst>
                                          <p:attrName>style.visibility</p:attrName>
                                        </p:attrNameLst>
                                      </p:cBhvr>
                                      <p:to>
                                        <p:strVal val="hidden"/>
                                      </p:to>
                                    </p:set>
                                  </p:childTnLst>
                                </p:cTn>
                              </p:par>
                              <p:par>
                                <p:cTn id="19" presetID="42"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fade">
                                      <p:cBhvr>
                                        <p:cTn id="21" dur="1000"/>
                                        <p:tgtEl>
                                          <p:spTgt spid="50"/>
                                        </p:tgtEl>
                                      </p:cBhvr>
                                    </p:animEffect>
                                    <p:anim calcmode="lin" valueType="num">
                                      <p:cBhvr>
                                        <p:cTn id="22" dur="1000" fill="hold"/>
                                        <p:tgtEl>
                                          <p:spTgt spid="50"/>
                                        </p:tgtEl>
                                        <p:attrNameLst>
                                          <p:attrName>ppt_x</p:attrName>
                                        </p:attrNameLst>
                                      </p:cBhvr>
                                      <p:tavLst>
                                        <p:tav tm="0">
                                          <p:val>
                                            <p:strVal val="#ppt_x"/>
                                          </p:val>
                                        </p:tav>
                                        <p:tav tm="100000">
                                          <p:val>
                                            <p:strVal val="#ppt_x"/>
                                          </p:val>
                                        </p:tav>
                                      </p:tavLst>
                                    </p:anim>
                                    <p:anim calcmode="lin" valueType="num">
                                      <p:cBhvr>
                                        <p:cTn id="23" dur="1000" fill="hold"/>
                                        <p:tgtEl>
                                          <p:spTgt spid="50"/>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22" presetClass="exit" presetSubtype="4" fill="hold" nodeType="afterEffect">
                                  <p:stCondLst>
                                    <p:cond delay="0"/>
                                  </p:stCondLst>
                                  <p:childTnLst>
                                    <p:animEffect transition="out" filter="wipe(down)">
                                      <p:cBhvr>
                                        <p:cTn id="26" dur="500"/>
                                        <p:tgtEl>
                                          <p:spTgt spid="49"/>
                                        </p:tgtEl>
                                      </p:cBhvr>
                                    </p:animEffect>
                                    <p:set>
                                      <p:cBhvr>
                                        <p:cTn id="27" dur="1" fill="hold">
                                          <p:stCondLst>
                                            <p:cond delay="499"/>
                                          </p:stCondLst>
                                        </p:cTn>
                                        <p:tgtEl>
                                          <p:spTgt spid="4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1" presetClass="entr" presetSubtype="4" fill="hold" grpId="0"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heel(4)">
                                      <p:cBhvr>
                                        <p:cTn id="32" dur="1500"/>
                                        <p:tgtEl>
                                          <p:spTgt spid="51"/>
                                        </p:tgtEl>
                                      </p:cBhvr>
                                    </p:animEffect>
                                  </p:childTnLst>
                                </p:cTn>
                              </p:par>
                            </p:childTnLst>
                          </p:cTn>
                        </p:par>
                        <p:par>
                          <p:cTn id="33" fill="hold">
                            <p:stCondLst>
                              <p:cond delay="1500"/>
                            </p:stCondLst>
                            <p:childTnLst>
                              <p:par>
                                <p:cTn id="34" presetID="22" presetClass="entr" presetSubtype="4" fill="hold" grpId="0" nodeType="afterEffect">
                                  <p:stCondLst>
                                    <p:cond delay="0"/>
                                  </p:stCondLst>
                                  <p:childTnLst>
                                    <p:set>
                                      <p:cBhvr>
                                        <p:cTn id="35" dur="1" fill="hold">
                                          <p:stCondLst>
                                            <p:cond delay="0"/>
                                          </p:stCondLst>
                                        </p:cTn>
                                        <p:tgtEl>
                                          <p:spTgt spid="47">
                                            <p:bg/>
                                          </p:spTgt>
                                        </p:tgtEl>
                                        <p:attrNameLst>
                                          <p:attrName>style.visibility</p:attrName>
                                        </p:attrNameLst>
                                      </p:cBhvr>
                                      <p:to>
                                        <p:strVal val="visible"/>
                                      </p:to>
                                    </p:set>
                                    <p:animEffect transition="in" filter="wipe(down)">
                                      <p:cBhvr>
                                        <p:cTn id="36" dur="500"/>
                                        <p:tgtEl>
                                          <p:spTgt spid="47">
                                            <p:bg/>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animEffect transition="in" filter="wipe(down)">
                                      <p:cBhvr>
                                        <p:cTn id="39" dur="500"/>
                                        <p:tgtEl>
                                          <p:spTgt spid="47">
                                            <p:txEl>
                                              <p:pRg st="0" end="0"/>
                                            </p:txEl>
                                          </p:spTgt>
                                        </p:tgtEl>
                                      </p:cBhvr>
                                    </p:animEffect>
                                  </p:childTnLst>
                                </p:cTn>
                              </p:par>
                            </p:childTnLst>
                          </p:cTn>
                        </p:par>
                        <p:par>
                          <p:cTn id="40" fill="hold">
                            <p:stCondLst>
                              <p:cond delay="2000"/>
                            </p:stCondLst>
                            <p:childTnLst>
                              <p:par>
                                <p:cTn id="41" presetID="22" presetClass="entr" presetSubtype="8" fill="hold" nodeType="after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wipe(left)">
                                      <p:cBhvr>
                                        <p:cTn id="43" dur="1000"/>
                                        <p:tgtEl>
                                          <p:spTgt spid="55"/>
                                        </p:tgtEl>
                                      </p:cBhvr>
                                    </p:animEffect>
                                  </p:childTnLst>
                                </p:cTn>
                              </p:par>
                            </p:childTnLst>
                          </p:cTn>
                        </p:par>
                      </p:childTnLst>
                    </p:cTn>
                  </p:par>
                  <p:par>
                    <p:cTn id="44" fill="hold">
                      <p:stCondLst>
                        <p:cond delay="indefinite"/>
                      </p:stCondLst>
                      <p:childTnLst>
                        <p:par>
                          <p:cTn id="45" fill="hold">
                            <p:stCondLst>
                              <p:cond delay="0"/>
                            </p:stCondLst>
                            <p:childTnLst>
                              <p:par>
                                <p:cTn id="46" presetID="45" presetClass="entr" presetSubtype="0" fill="hold" grpId="1" nodeType="click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fade">
                                      <p:cBhvr>
                                        <p:cTn id="48" dur="1000"/>
                                        <p:tgtEl>
                                          <p:spTgt spid="52"/>
                                        </p:tgtEl>
                                      </p:cBhvr>
                                    </p:animEffect>
                                    <p:anim calcmode="lin" valueType="num">
                                      <p:cBhvr>
                                        <p:cTn id="49" dur="1000" fill="hold"/>
                                        <p:tgtEl>
                                          <p:spTgt spid="52"/>
                                        </p:tgtEl>
                                        <p:attrNameLst>
                                          <p:attrName>ppt_w</p:attrName>
                                        </p:attrNameLst>
                                      </p:cBhvr>
                                      <p:tavLst>
                                        <p:tav tm="0" fmla="#ppt_w*sin(2.5*pi*$)">
                                          <p:val>
                                            <p:fltVal val="0"/>
                                          </p:val>
                                        </p:tav>
                                        <p:tav tm="100000">
                                          <p:val>
                                            <p:fltVal val="1"/>
                                          </p:val>
                                        </p:tav>
                                      </p:tavLst>
                                    </p:anim>
                                    <p:anim calcmode="lin" valueType="num">
                                      <p:cBhvr>
                                        <p:cTn id="50" dur="1000" fill="hold"/>
                                        <p:tgtEl>
                                          <p:spTgt spid="52"/>
                                        </p:tgtEl>
                                        <p:attrNameLst>
                                          <p:attrName>ppt_h</p:attrName>
                                        </p:attrNameLst>
                                      </p:cBhvr>
                                      <p:tavLst>
                                        <p:tav tm="0">
                                          <p:val>
                                            <p:strVal val="#ppt_h"/>
                                          </p:val>
                                        </p:tav>
                                        <p:tav tm="100000">
                                          <p:val>
                                            <p:strVal val="#ppt_h"/>
                                          </p:val>
                                        </p:tav>
                                      </p:tavLst>
                                    </p:anim>
                                  </p:childTnLst>
                                </p:cTn>
                              </p:par>
                            </p:childTnLst>
                          </p:cTn>
                        </p:par>
                        <p:par>
                          <p:cTn id="51" fill="hold">
                            <p:stCondLst>
                              <p:cond delay="1000"/>
                            </p:stCondLst>
                            <p:childTnLst>
                              <p:par>
                                <p:cTn id="52" presetID="8" presetClass="emph" presetSubtype="0" fill="hold" grpId="0" nodeType="afterEffect">
                                  <p:stCondLst>
                                    <p:cond delay="0"/>
                                  </p:stCondLst>
                                  <p:childTnLst>
                                    <p:animRot by="21600000">
                                      <p:cBhvr>
                                        <p:cTn id="53" dur="1500" fill="hold"/>
                                        <p:tgtEl>
                                          <p:spTgt spid="12"/>
                                        </p:tgtEl>
                                        <p:attrNameLst>
                                          <p:attrName>r</p:attrName>
                                        </p:attrNameLst>
                                      </p:cBhvr>
                                    </p:animRot>
                                  </p:childTnLst>
                                </p:cTn>
                              </p:par>
                              <p:par>
                                <p:cTn id="54" presetID="3" presetClass="emph" presetSubtype="2" fill="hold" grpId="1" nodeType="withEffect">
                                  <p:stCondLst>
                                    <p:cond delay="0"/>
                                  </p:stCondLst>
                                  <p:childTnLst>
                                    <p:animClr clrSpc="rgb" dir="cw">
                                      <p:cBhvr override="childStyle">
                                        <p:cTn id="55" dur="1000" fill="hold"/>
                                        <p:tgtEl>
                                          <p:spTgt spid="12"/>
                                        </p:tgtEl>
                                        <p:attrNameLst>
                                          <p:attrName>style.color</p:attrName>
                                        </p:attrNameLst>
                                      </p:cBhvr>
                                      <p:to>
                                        <a:srgbClr val="C00000"/>
                                      </p:to>
                                    </p:animClr>
                                  </p:childTnLst>
                                </p:cTn>
                              </p:par>
                            </p:childTnLst>
                          </p:cTn>
                        </p:par>
                        <p:par>
                          <p:cTn id="56" fill="hold">
                            <p:stCondLst>
                              <p:cond delay="2500"/>
                            </p:stCondLst>
                            <p:childTnLst>
                              <p:par>
                                <p:cTn id="57" presetID="1" presetClass="entr" presetSubtype="0" fill="hold" grpId="0" nodeType="after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par>
                          <p:cTn id="59" fill="hold">
                            <p:stCondLst>
                              <p:cond delay="2500"/>
                            </p:stCondLst>
                            <p:childTnLst>
                              <p:par>
                                <p:cTn id="60" presetID="35" presetClass="path" presetSubtype="0" accel="50000" decel="50000" fill="hold" grpId="1" nodeType="afterEffect">
                                  <p:stCondLst>
                                    <p:cond delay="0"/>
                                  </p:stCondLst>
                                  <p:childTnLst>
                                    <p:animMotion origin="layout" path="M -3.125E-6 -4.07407E-6 L -0.14271 0.04237 " pathEditMode="relative" rAng="0" ptsTypes="AA">
                                      <p:cBhvr>
                                        <p:cTn id="61" dur="1250" fill="hold"/>
                                        <p:tgtEl>
                                          <p:spTgt spid="53"/>
                                        </p:tgtEl>
                                        <p:attrNameLst>
                                          <p:attrName>ppt_x</p:attrName>
                                          <p:attrName>ppt_y</p:attrName>
                                        </p:attrNameLst>
                                      </p:cBhvr>
                                      <p:rCtr x="-7135" y="2106"/>
                                    </p:animMotion>
                                  </p:childTnLst>
                                </p:cTn>
                              </p:par>
                              <p:par>
                                <p:cTn id="62" presetID="22" presetClass="entr" presetSubtype="8" fill="hold" grpId="0" nodeType="with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wipe(left)">
                                      <p:cBhvr>
                                        <p:cTn id="64" dur="500"/>
                                        <p:tgtEl>
                                          <p:spTgt spid="54"/>
                                        </p:tgtEl>
                                      </p:cBhvr>
                                    </p:animEffect>
                                  </p:childTnLst>
                                </p:cTn>
                              </p:par>
                              <p:par>
                                <p:cTn id="65" presetID="21" presetClass="exit" presetSubtype="1" fill="hold" grpId="2" nodeType="withEffect">
                                  <p:stCondLst>
                                    <p:cond delay="0"/>
                                  </p:stCondLst>
                                  <p:childTnLst>
                                    <p:animEffect transition="out" filter="wheel(1)">
                                      <p:cBhvr>
                                        <p:cTn id="66" dur="1000"/>
                                        <p:tgtEl>
                                          <p:spTgt spid="52"/>
                                        </p:tgtEl>
                                      </p:cBhvr>
                                    </p:animEffect>
                                    <p:set>
                                      <p:cBhvr>
                                        <p:cTn id="67" dur="1" fill="hold">
                                          <p:stCondLst>
                                            <p:cond delay="999"/>
                                          </p:stCondLst>
                                        </p:cTn>
                                        <p:tgtEl>
                                          <p:spTgt spid="52"/>
                                        </p:tgtEl>
                                        <p:attrNameLst>
                                          <p:attrName>style.visibility</p:attrName>
                                        </p:attrNameLst>
                                      </p:cBhvr>
                                      <p:to>
                                        <p:strVal val="hidden"/>
                                      </p:to>
                                    </p:set>
                                  </p:childTnLst>
                                </p:cTn>
                              </p:par>
                              <p:par>
                                <p:cTn id="68" presetID="3" presetClass="emph" presetSubtype="2" fill="hold" grpId="0" nodeType="withEffect">
                                  <p:stCondLst>
                                    <p:cond delay="0"/>
                                  </p:stCondLst>
                                  <p:childTnLst>
                                    <p:animClr clrSpc="rgb" dir="cw">
                                      <p:cBhvr override="childStyle">
                                        <p:cTn id="69" dur="1000" fill="hold"/>
                                        <p:tgtEl>
                                          <p:spTgt spid="18"/>
                                        </p:tgtEl>
                                        <p:attrNameLst>
                                          <p:attrName>style.color</p:attrName>
                                        </p:attrNameLst>
                                      </p:cBhvr>
                                      <p:to>
                                        <a:srgbClr val="C00000"/>
                                      </p:to>
                                    </p:animClr>
                                  </p:childTnLst>
                                </p:cTn>
                              </p:par>
                            </p:childTnLst>
                          </p:cTn>
                        </p:par>
                        <p:par>
                          <p:cTn id="70" fill="hold">
                            <p:stCondLst>
                              <p:cond delay="3750"/>
                            </p:stCondLst>
                            <p:childTnLst>
                              <p:par>
                                <p:cTn id="71" presetID="63" presetClass="path" presetSubtype="0" accel="50000" decel="50000" fill="hold" grpId="0" nodeType="afterEffect">
                                  <p:stCondLst>
                                    <p:cond delay="0"/>
                                  </p:stCondLst>
                                  <p:childTnLst>
                                    <p:animMotion origin="layout" path="M -3.125E-6 1.85185E-6 L 0.20078 0.00046 " pathEditMode="relative" rAng="0" ptsTypes="AA">
                                      <p:cBhvr>
                                        <p:cTn id="72" dur="1500" fill="hold"/>
                                        <p:tgtEl>
                                          <p:spTgt spid="33"/>
                                        </p:tgtEl>
                                        <p:attrNameLst>
                                          <p:attrName>ppt_x</p:attrName>
                                          <p:attrName>ppt_y</p:attrName>
                                        </p:attrNameLst>
                                      </p:cBhvr>
                                      <p:rCtr x="10039" y="23"/>
                                    </p:animMotion>
                                  </p:childTnLst>
                                </p:cTn>
                              </p:par>
                              <p:par>
                                <p:cTn id="73" presetID="3" presetClass="emph" presetSubtype="2" fill="hold" grpId="1" nodeType="withEffect">
                                  <p:stCondLst>
                                    <p:cond delay="0"/>
                                  </p:stCondLst>
                                  <p:childTnLst>
                                    <p:animClr clrSpc="rgb" dir="cw">
                                      <p:cBhvr override="childStyle">
                                        <p:cTn id="74" dur="750" fill="hold"/>
                                        <p:tgtEl>
                                          <p:spTgt spid="33"/>
                                        </p:tgtEl>
                                        <p:attrNameLst>
                                          <p:attrName>style.color</p:attrName>
                                        </p:attrNameLst>
                                      </p:cBhvr>
                                      <p:to>
                                        <a:srgbClr val="501549"/>
                                      </p:to>
                                    </p:animClr>
                                  </p:childTnLst>
                                </p:cTn>
                              </p:par>
                              <p:par>
                                <p:cTn id="75" presetID="35" presetClass="path" presetSubtype="0" accel="50000" decel="50000" fill="hold" grpId="0" nodeType="withEffect">
                                  <p:stCondLst>
                                    <p:cond delay="500"/>
                                  </p:stCondLst>
                                  <p:childTnLst>
                                    <p:animMotion origin="layout" path="M 0.00039 0.00046 L -0.20039 -1.11111E-6 " pathEditMode="relative" rAng="0" ptsTypes="AA">
                                      <p:cBhvr>
                                        <p:cTn id="76" dur="1500" fill="hold"/>
                                        <p:tgtEl>
                                          <p:spTgt spid="41"/>
                                        </p:tgtEl>
                                        <p:attrNameLst>
                                          <p:attrName>ppt_x</p:attrName>
                                          <p:attrName>ppt_y</p:attrName>
                                        </p:attrNameLst>
                                      </p:cBhvr>
                                      <p:rCtr x="-10039" y="0"/>
                                    </p:animMotion>
                                  </p:childTnLst>
                                </p:cTn>
                              </p:par>
                              <p:par>
                                <p:cTn id="77" presetID="63" presetClass="path" presetSubtype="0" accel="50000" decel="50000" fill="hold" grpId="0" nodeType="withEffect">
                                  <p:stCondLst>
                                    <p:cond delay="1000"/>
                                  </p:stCondLst>
                                  <p:childTnLst>
                                    <p:animMotion origin="layout" path="M -2.08333E-6 1.48148E-6 L 0.15169 -0.0007 " pathEditMode="relative" rAng="0" ptsTypes="AA">
                                      <p:cBhvr>
                                        <p:cTn id="78" dur="1500" fill="hold"/>
                                        <p:tgtEl>
                                          <p:spTgt spid="43"/>
                                        </p:tgtEl>
                                        <p:attrNameLst>
                                          <p:attrName>ppt_x</p:attrName>
                                          <p:attrName>ppt_y</p:attrName>
                                        </p:attrNameLst>
                                      </p:cBhvr>
                                      <p:rCtr x="7578" y="-46"/>
                                    </p:animMotion>
                                  </p:childTnLst>
                                </p:cTn>
                              </p:par>
                              <p:par>
                                <p:cTn id="79" presetID="35" presetClass="path" presetSubtype="0" accel="50000" decel="50000" fill="hold" grpId="0" nodeType="withEffect">
                                  <p:stCondLst>
                                    <p:cond delay="1000"/>
                                  </p:stCondLst>
                                  <p:childTnLst>
                                    <p:animMotion origin="layout" path="M -2.70833E-6 -2.96296E-6 L -0.15039 -0.0007 " pathEditMode="relative" rAng="0" ptsTypes="AA">
                                      <p:cBhvr>
                                        <p:cTn id="80" dur="1500" fill="hold"/>
                                        <p:tgtEl>
                                          <p:spTgt spid="46"/>
                                        </p:tgtEl>
                                        <p:attrNameLst>
                                          <p:attrName>ppt_x</p:attrName>
                                          <p:attrName>ppt_y</p:attrName>
                                        </p:attrNameLst>
                                      </p:cBhvr>
                                      <p:rCtr x="-7487" y="-69"/>
                                    </p:animMotion>
                                  </p:childTnLst>
                                </p:cTn>
                              </p:par>
                              <p:par>
                                <p:cTn id="81" presetID="3" presetClass="emph" presetSubtype="2" fill="hold" grpId="1" nodeType="withEffect">
                                  <p:stCondLst>
                                    <p:cond delay="1000"/>
                                  </p:stCondLst>
                                  <p:childTnLst>
                                    <p:animClr clrSpc="rgb" dir="cw">
                                      <p:cBhvr override="childStyle">
                                        <p:cTn id="82" dur="750" fill="hold"/>
                                        <p:tgtEl>
                                          <p:spTgt spid="46"/>
                                        </p:tgtEl>
                                        <p:attrNameLst>
                                          <p:attrName>style.color</p:attrName>
                                        </p:attrNameLst>
                                      </p:cBhvr>
                                      <p:to>
                                        <a:srgbClr val="501549"/>
                                      </p:to>
                                    </p:animClr>
                                  </p:childTnLst>
                                </p:cTn>
                              </p:par>
                            </p:childTnLst>
                          </p:cTn>
                        </p:par>
                        <p:par>
                          <p:cTn id="83" fill="hold">
                            <p:stCondLst>
                              <p:cond delay="6250"/>
                            </p:stCondLst>
                            <p:childTnLst>
                              <p:par>
                                <p:cTn id="84" presetID="63" presetClass="path" presetSubtype="0" accel="50000" decel="50000" fill="hold" grpId="1" nodeType="afterEffect">
                                  <p:stCondLst>
                                    <p:cond delay="0"/>
                                  </p:stCondLst>
                                  <p:childTnLst>
                                    <p:animMotion origin="layout" path="M -0.20039 1.85185E-6 L -0.14961 0.00046 " pathEditMode="relative" rAng="0" ptsTypes="AA">
                                      <p:cBhvr>
                                        <p:cTn id="85" dur="1500" fill="hold"/>
                                        <p:tgtEl>
                                          <p:spTgt spid="41"/>
                                        </p:tgtEl>
                                        <p:attrNameLst>
                                          <p:attrName>ppt_x</p:attrName>
                                          <p:attrName>ppt_y</p:attrName>
                                        </p:attrNameLst>
                                      </p:cBhvr>
                                      <p:rCtr x="2539" y="23"/>
                                    </p:animMotion>
                                  </p:childTnLst>
                                </p:cTn>
                              </p:par>
                              <p:par>
                                <p:cTn id="86" presetID="35" presetClass="path" presetSubtype="0" accel="50000" decel="50000" fill="hold" grpId="0" nodeType="withEffect">
                                  <p:stCondLst>
                                    <p:cond delay="500"/>
                                  </p:stCondLst>
                                  <p:childTnLst>
                                    <p:animMotion origin="layout" path="M -4.16667E-6 1.85185E-6 L -0.05065 -1.11111E-6 " pathEditMode="relative" rAng="0" ptsTypes="AA">
                                      <p:cBhvr>
                                        <p:cTn id="87" dur="1500" fill="hold"/>
                                        <p:tgtEl>
                                          <p:spTgt spid="35"/>
                                        </p:tgtEl>
                                        <p:attrNameLst>
                                          <p:attrName>ppt_x</p:attrName>
                                          <p:attrName>ppt_y</p:attrName>
                                        </p:attrNameLst>
                                      </p:cBhvr>
                                      <p:rCtr x="-2591" y="23"/>
                                    </p:animMotion>
                                  </p:childTnLst>
                                </p:cTn>
                              </p:par>
                              <p:par>
                                <p:cTn id="88" presetID="63" presetClass="path" presetSubtype="0" accel="50000" decel="50000" fill="hold" grpId="1" nodeType="withEffect">
                                  <p:stCondLst>
                                    <p:cond delay="1000"/>
                                  </p:stCondLst>
                                  <p:childTnLst>
                                    <p:animMotion origin="layout" path="M 0.15169 -0.0007 L 0.09935 -0.00046 " pathEditMode="relative" rAng="0" ptsTypes="AA">
                                      <p:cBhvr>
                                        <p:cTn id="89" dur="1500" fill="hold"/>
                                        <p:tgtEl>
                                          <p:spTgt spid="43"/>
                                        </p:tgtEl>
                                        <p:attrNameLst>
                                          <p:attrName>ppt_x</p:attrName>
                                          <p:attrName>ppt_y</p:attrName>
                                        </p:attrNameLst>
                                      </p:cBhvr>
                                      <p:rCtr x="-2617" y="0"/>
                                    </p:animMotion>
                                  </p:childTnLst>
                                </p:cTn>
                              </p:par>
                              <p:par>
                                <p:cTn id="90" presetID="63" presetClass="path" presetSubtype="0" accel="50000" decel="50000" fill="hold" grpId="0" nodeType="withEffect">
                                  <p:stCondLst>
                                    <p:cond delay="1500"/>
                                  </p:stCondLst>
                                  <p:childTnLst>
                                    <p:animMotion origin="layout" path="M -4.16667E-7 -1.48148E-6 L 0.05143 0.00023 " pathEditMode="relative" rAng="0" ptsTypes="AA">
                                      <p:cBhvr>
                                        <p:cTn id="91" dur="1500" fill="hold"/>
                                        <p:tgtEl>
                                          <p:spTgt spid="45"/>
                                        </p:tgtEl>
                                        <p:attrNameLst>
                                          <p:attrName>ppt_x</p:attrName>
                                          <p:attrName>ppt_y</p:attrName>
                                        </p:attrNameLst>
                                      </p:cBhvr>
                                      <p:rCtr x="2591" y="46"/>
                                    </p:animMotion>
                                  </p:childTnLst>
                                </p:cTn>
                              </p:par>
                            </p:childTnLst>
                          </p:cTn>
                        </p:par>
                      </p:childTnLst>
                    </p:cTn>
                  </p:par>
                  <p:par>
                    <p:cTn id="92" fill="hold">
                      <p:stCondLst>
                        <p:cond delay="indefinite"/>
                      </p:stCondLst>
                      <p:childTnLst>
                        <p:par>
                          <p:cTn id="93" fill="hold">
                            <p:stCondLst>
                              <p:cond delay="0"/>
                            </p:stCondLst>
                            <p:childTnLst>
                              <p:par>
                                <p:cTn id="94" presetID="7" presetClass="emph" presetSubtype="2" fill="hold" nodeType="clickEffect">
                                  <p:stCondLst>
                                    <p:cond delay="0"/>
                                  </p:stCondLst>
                                  <p:childTnLst>
                                    <p:animClr clrSpc="rgb" dir="cw">
                                      <p:cBhvr>
                                        <p:cTn id="95" dur="1500" fill="hold"/>
                                        <p:tgtEl>
                                          <p:spTgt spid="96"/>
                                        </p:tgtEl>
                                        <p:attrNameLst>
                                          <p:attrName>stroke.color</p:attrName>
                                        </p:attrNameLst>
                                      </p:cBhvr>
                                      <p:to>
                                        <a:srgbClr val="C00000"/>
                                      </p:to>
                                    </p:animClr>
                                    <p:set>
                                      <p:cBhvr>
                                        <p:cTn id="96" dur="1500" fill="hold"/>
                                        <p:tgtEl>
                                          <p:spTgt spid="96"/>
                                        </p:tgtEl>
                                        <p:attrNameLst>
                                          <p:attrName>stroke.on</p:attrName>
                                        </p:attrNameLst>
                                      </p:cBhvr>
                                      <p:to>
                                        <p:strVal val="true"/>
                                      </p:to>
                                    </p:set>
                                  </p:childTnLst>
                                </p:cTn>
                              </p:par>
                              <p:par>
                                <p:cTn id="97" presetID="32" presetClass="emph" presetSubtype="0" fill="hold" nodeType="withEffect">
                                  <p:stCondLst>
                                    <p:cond delay="0"/>
                                  </p:stCondLst>
                                  <p:childTnLst>
                                    <p:animRot by="120000">
                                      <p:cBhvr>
                                        <p:cTn id="98" dur="150" fill="hold">
                                          <p:stCondLst>
                                            <p:cond delay="0"/>
                                          </p:stCondLst>
                                        </p:cTn>
                                        <p:tgtEl>
                                          <p:spTgt spid="96"/>
                                        </p:tgtEl>
                                        <p:attrNameLst>
                                          <p:attrName>r</p:attrName>
                                        </p:attrNameLst>
                                      </p:cBhvr>
                                    </p:animRot>
                                    <p:animRot by="-240000">
                                      <p:cBhvr>
                                        <p:cTn id="99" dur="300" fill="hold">
                                          <p:stCondLst>
                                            <p:cond delay="300"/>
                                          </p:stCondLst>
                                        </p:cTn>
                                        <p:tgtEl>
                                          <p:spTgt spid="96"/>
                                        </p:tgtEl>
                                        <p:attrNameLst>
                                          <p:attrName>r</p:attrName>
                                        </p:attrNameLst>
                                      </p:cBhvr>
                                    </p:animRot>
                                    <p:animRot by="240000">
                                      <p:cBhvr>
                                        <p:cTn id="100" dur="300" fill="hold">
                                          <p:stCondLst>
                                            <p:cond delay="600"/>
                                          </p:stCondLst>
                                        </p:cTn>
                                        <p:tgtEl>
                                          <p:spTgt spid="96"/>
                                        </p:tgtEl>
                                        <p:attrNameLst>
                                          <p:attrName>r</p:attrName>
                                        </p:attrNameLst>
                                      </p:cBhvr>
                                    </p:animRot>
                                    <p:animRot by="-240000">
                                      <p:cBhvr>
                                        <p:cTn id="101" dur="300" fill="hold">
                                          <p:stCondLst>
                                            <p:cond delay="900"/>
                                          </p:stCondLst>
                                        </p:cTn>
                                        <p:tgtEl>
                                          <p:spTgt spid="96"/>
                                        </p:tgtEl>
                                        <p:attrNameLst>
                                          <p:attrName>r</p:attrName>
                                        </p:attrNameLst>
                                      </p:cBhvr>
                                    </p:animRot>
                                    <p:animRot by="120000">
                                      <p:cBhvr>
                                        <p:cTn id="102" dur="300" fill="hold">
                                          <p:stCondLst>
                                            <p:cond delay="1200"/>
                                          </p:stCondLst>
                                        </p:cTn>
                                        <p:tgtEl>
                                          <p:spTgt spid="96"/>
                                        </p:tgtEl>
                                        <p:attrNameLst>
                                          <p:attrName>r</p:attrName>
                                        </p:attrNameLst>
                                      </p:cBhvr>
                                    </p:animRot>
                                  </p:childTnLst>
                                </p:cTn>
                              </p:par>
                            </p:childTnLst>
                          </p:cTn>
                        </p:par>
                        <p:par>
                          <p:cTn id="103" fill="hold">
                            <p:stCondLst>
                              <p:cond delay="1500"/>
                            </p:stCondLst>
                            <p:childTnLst>
                              <p:par>
                                <p:cTn id="104" presetID="32" presetClass="emph" presetSubtype="0" fill="hold" grpId="1" nodeType="afterEffect">
                                  <p:stCondLst>
                                    <p:cond delay="0"/>
                                  </p:stCondLst>
                                  <p:childTnLst>
                                    <p:animRot by="120000">
                                      <p:cBhvr>
                                        <p:cTn id="105" dur="100" fill="hold">
                                          <p:stCondLst>
                                            <p:cond delay="0"/>
                                          </p:stCondLst>
                                        </p:cTn>
                                        <p:tgtEl>
                                          <p:spTgt spid="51"/>
                                        </p:tgtEl>
                                        <p:attrNameLst>
                                          <p:attrName>r</p:attrName>
                                        </p:attrNameLst>
                                      </p:cBhvr>
                                    </p:animRot>
                                    <p:animRot by="-240000">
                                      <p:cBhvr>
                                        <p:cTn id="106" dur="200" fill="hold">
                                          <p:stCondLst>
                                            <p:cond delay="200"/>
                                          </p:stCondLst>
                                        </p:cTn>
                                        <p:tgtEl>
                                          <p:spTgt spid="51"/>
                                        </p:tgtEl>
                                        <p:attrNameLst>
                                          <p:attrName>r</p:attrName>
                                        </p:attrNameLst>
                                      </p:cBhvr>
                                    </p:animRot>
                                    <p:animRot by="240000">
                                      <p:cBhvr>
                                        <p:cTn id="107" dur="200" fill="hold">
                                          <p:stCondLst>
                                            <p:cond delay="400"/>
                                          </p:stCondLst>
                                        </p:cTn>
                                        <p:tgtEl>
                                          <p:spTgt spid="51"/>
                                        </p:tgtEl>
                                        <p:attrNameLst>
                                          <p:attrName>r</p:attrName>
                                        </p:attrNameLst>
                                      </p:cBhvr>
                                    </p:animRot>
                                    <p:animRot by="-240000">
                                      <p:cBhvr>
                                        <p:cTn id="108" dur="200" fill="hold">
                                          <p:stCondLst>
                                            <p:cond delay="600"/>
                                          </p:stCondLst>
                                        </p:cTn>
                                        <p:tgtEl>
                                          <p:spTgt spid="51"/>
                                        </p:tgtEl>
                                        <p:attrNameLst>
                                          <p:attrName>r</p:attrName>
                                        </p:attrNameLst>
                                      </p:cBhvr>
                                    </p:animRot>
                                    <p:animRot by="120000">
                                      <p:cBhvr>
                                        <p:cTn id="109" dur="200" fill="hold">
                                          <p:stCondLst>
                                            <p:cond delay="800"/>
                                          </p:stCondLst>
                                        </p:cTn>
                                        <p:tgtEl>
                                          <p:spTgt spid="51"/>
                                        </p:tgtEl>
                                        <p:attrNameLst>
                                          <p:attrName>r</p:attrName>
                                        </p:attrNameLst>
                                      </p:cBhvr>
                                    </p:animRot>
                                  </p:childTnLst>
                                </p:cTn>
                              </p:par>
                            </p:childTnLst>
                          </p:cTn>
                        </p:par>
                        <p:par>
                          <p:cTn id="110" fill="hold">
                            <p:stCondLst>
                              <p:cond delay="2500"/>
                            </p:stCondLst>
                            <p:childTnLst>
                              <p:par>
                                <p:cTn id="111" presetID="32" presetClass="emph" presetSubtype="0" fill="hold" nodeType="afterEffect">
                                  <p:stCondLst>
                                    <p:cond delay="0"/>
                                  </p:stCondLst>
                                  <p:childTnLst>
                                    <p:animRot by="120000">
                                      <p:cBhvr>
                                        <p:cTn id="112" dur="100" fill="hold">
                                          <p:stCondLst>
                                            <p:cond delay="0"/>
                                          </p:stCondLst>
                                        </p:cTn>
                                        <p:tgtEl>
                                          <p:spTgt spid="55"/>
                                        </p:tgtEl>
                                        <p:attrNameLst>
                                          <p:attrName>r</p:attrName>
                                        </p:attrNameLst>
                                      </p:cBhvr>
                                    </p:animRot>
                                    <p:animRot by="-240000">
                                      <p:cBhvr>
                                        <p:cTn id="113" dur="200" fill="hold">
                                          <p:stCondLst>
                                            <p:cond delay="200"/>
                                          </p:stCondLst>
                                        </p:cTn>
                                        <p:tgtEl>
                                          <p:spTgt spid="55"/>
                                        </p:tgtEl>
                                        <p:attrNameLst>
                                          <p:attrName>r</p:attrName>
                                        </p:attrNameLst>
                                      </p:cBhvr>
                                    </p:animRot>
                                    <p:animRot by="240000">
                                      <p:cBhvr>
                                        <p:cTn id="114" dur="200" fill="hold">
                                          <p:stCondLst>
                                            <p:cond delay="400"/>
                                          </p:stCondLst>
                                        </p:cTn>
                                        <p:tgtEl>
                                          <p:spTgt spid="55"/>
                                        </p:tgtEl>
                                        <p:attrNameLst>
                                          <p:attrName>r</p:attrName>
                                        </p:attrNameLst>
                                      </p:cBhvr>
                                    </p:animRot>
                                    <p:animRot by="-240000">
                                      <p:cBhvr>
                                        <p:cTn id="115" dur="200" fill="hold">
                                          <p:stCondLst>
                                            <p:cond delay="600"/>
                                          </p:stCondLst>
                                        </p:cTn>
                                        <p:tgtEl>
                                          <p:spTgt spid="55"/>
                                        </p:tgtEl>
                                        <p:attrNameLst>
                                          <p:attrName>r</p:attrName>
                                        </p:attrNameLst>
                                      </p:cBhvr>
                                    </p:animRot>
                                    <p:animRot by="120000">
                                      <p:cBhvr>
                                        <p:cTn id="116" dur="200" fill="hold">
                                          <p:stCondLst>
                                            <p:cond delay="800"/>
                                          </p:stCondLst>
                                        </p:cTn>
                                        <p:tgtEl>
                                          <p:spTgt spid="55"/>
                                        </p:tgtEl>
                                        <p:attrNameLst>
                                          <p:attrName>r</p:attrName>
                                        </p:attrNameLst>
                                      </p:cBhvr>
                                    </p:animRot>
                                  </p:childTnLst>
                                </p:cTn>
                              </p:par>
                            </p:childTnLst>
                          </p:cTn>
                        </p:par>
                      </p:childTnLst>
                    </p:cTn>
                  </p:par>
                  <p:par>
                    <p:cTn id="117" fill="hold">
                      <p:stCondLst>
                        <p:cond delay="indefinite"/>
                      </p:stCondLst>
                      <p:childTnLst>
                        <p:par>
                          <p:cTn id="118" fill="hold">
                            <p:stCondLst>
                              <p:cond delay="0"/>
                            </p:stCondLst>
                            <p:childTnLst>
                              <p:par>
                                <p:cTn id="119" presetID="45" presetClass="entr" presetSubtype="0" fill="hold" grpId="3" nodeType="clickEffect">
                                  <p:stCondLst>
                                    <p:cond delay="0"/>
                                  </p:stCondLst>
                                  <p:childTnLst>
                                    <p:set>
                                      <p:cBhvr>
                                        <p:cTn id="120" dur="1" fill="hold">
                                          <p:stCondLst>
                                            <p:cond delay="0"/>
                                          </p:stCondLst>
                                        </p:cTn>
                                        <p:tgtEl>
                                          <p:spTgt spid="52"/>
                                        </p:tgtEl>
                                        <p:attrNameLst>
                                          <p:attrName>style.visibility</p:attrName>
                                        </p:attrNameLst>
                                      </p:cBhvr>
                                      <p:to>
                                        <p:strVal val="visible"/>
                                      </p:to>
                                    </p:set>
                                    <p:animEffect transition="in" filter="fade">
                                      <p:cBhvr>
                                        <p:cTn id="121" dur="1000"/>
                                        <p:tgtEl>
                                          <p:spTgt spid="52"/>
                                        </p:tgtEl>
                                      </p:cBhvr>
                                    </p:animEffect>
                                    <p:anim calcmode="lin" valueType="num">
                                      <p:cBhvr>
                                        <p:cTn id="122" dur="1000" fill="hold"/>
                                        <p:tgtEl>
                                          <p:spTgt spid="52"/>
                                        </p:tgtEl>
                                        <p:attrNameLst>
                                          <p:attrName>ppt_w</p:attrName>
                                        </p:attrNameLst>
                                      </p:cBhvr>
                                      <p:tavLst>
                                        <p:tav tm="0" fmla="#ppt_w*sin(2.5*pi*$)">
                                          <p:val>
                                            <p:fltVal val="0"/>
                                          </p:val>
                                        </p:tav>
                                        <p:tav tm="100000">
                                          <p:val>
                                            <p:fltVal val="1"/>
                                          </p:val>
                                        </p:tav>
                                      </p:tavLst>
                                    </p:anim>
                                    <p:anim calcmode="lin" valueType="num">
                                      <p:cBhvr>
                                        <p:cTn id="123" dur="1000" fill="hold"/>
                                        <p:tgtEl>
                                          <p:spTgt spid="52"/>
                                        </p:tgtEl>
                                        <p:attrNameLst>
                                          <p:attrName>ppt_h</p:attrName>
                                        </p:attrNameLst>
                                      </p:cBhvr>
                                      <p:tavLst>
                                        <p:tav tm="0">
                                          <p:val>
                                            <p:strVal val="#ppt_h"/>
                                          </p:val>
                                        </p:tav>
                                        <p:tav tm="100000">
                                          <p:val>
                                            <p:strVal val="#ppt_h"/>
                                          </p:val>
                                        </p:tav>
                                      </p:tavLst>
                                    </p:anim>
                                  </p:childTnLst>
                                </p:cTn>
                              </p:par>
                            </p:childTnLst>
                          </p:cTn>
                        </p:par>
                        <p:par>
                          <p:cTn id="124" fill="hold">
                            <p:stCondLst>
                              <p:cond delay="1000"/>
                            </p:stCondLst>
                            <p:childTnLst>
                              <p:par>
                                <p:cTn id="125" presetID="8" presetClass="emph" presetSubtype="0" fill="hold" grpId="0" nodeType="afterEffect">
                                  <p:stCondLst>
                                    <p:cond delay="0"/>
                                  </p:stCondLst>
                                  <p:childTnLst>
                                    <p:animRot by="21600000">
                                      <p:cBhvr>
                                        <p:cTn id="126" dur="1500" fill="hold"/>
                                        <p:tgtEl>
                                          <p:spTgt spid="14"/>
                                        </p:tgtEl>
                                        <p:attrNameLst>
                                          <p:attrName>r</p:attrName>
                                        </p:attrNameLst>
                                      </p:cBhvr>
                                    </p:animRot>
                                  </p:childTnLst>
                                </p:cTn>
                              </p:par>
                              <p:par>
                                <p:cTn id="127" presetID="3" presetClass="emph" presetSubtype="2" fill="hold" grpId="1" nodeType="withEffect">
                                  <p:stCondLst>
                                    <p:cond delay="0"/>
                                  </p:stCondLst>
                                  <p:childTnLst>
                                    <p:animClr clrSpc="rgb" dir="cw">
                                      <p:cBhvr override="childStyle">
                                        <p:cTn id="128" dur="1000" fill="hold"/>
                                        <p:tgtEl>
                                          <p:spTgt spid="14"/>
                                        </p:tgtEl>
                                        <p:attrNameLst>
                                          <p:attrName>style.color</p:attrName>
                                        </p:attrNameLst>
                                      </p:cBhvr>
                                      <p:to>
                                        <a:srgbClr val="C00000"/>
                                      </p:to>
                                    </p:animClr>
                                  </p:childTnLst>
                                </p:cTn>
                              </p:par>
                            </p:childTnLst>
                          </p:cTn>
                        </p:par>
                        <p:par>
                          <p:cTn id="129" fill="hold">
                            <p:stCondLst>
                              <p:cond delay="2500"/>
                            </p:stCondLst>
                            <p:childTnLst>
                              <p:par>
                                <p:cTn id="130" presetID="1" presetClass="entr" presetSubtype="0" fill="hold" grpId="0" nodeType="afterEffect">
                                  <p:stCondLst>
                                    <p:cond delay="0"/>
                                  </p:stCondLst>
                                  <p:childTnLst>
                                    <p:set>
                                      <p:cBhvr>
                                        <p:cTn id="131" dur="1" fill="hold">
                                          <p:stCondLst>
                                            <p:cond delay="0"/>
                                          </p:stCondLst>
                                        </p:cTn>
                                        <p:tgtEl>
                                          <p:spTgt spid="119"/>
                                        </p:tgtEl>
                                        <p:attrNameLst>
                                          <p:attrName>style.visibility</p:attrName>
                                        </p:attrNameLst>
                                      </p:cBhvr>
                                      <p:to>
                                        <p:strVal val="visible"/>
                                      </p:to>
                                    </p:set>
                                  </p:childTnLst>
                                </p:cTn>
                              </p:par>
                            </p:childTnLst>
                          </p:cTn>
                        </p:par>
                        <p:par>
                          <p:cTn id="132" fill="hold">
                            <p:stCondLst>
                              <p:cond delay="2500"/>
                            </p:stCondLst>
                            <p:childTnLst>
                              <p:par>
                                <p:cTn id="133" presetID="35" presetClass="path" presetSubtype="0" accel="50000" decel="50000" fill="hold" grpId="1" nodeType="afterEffect">
                                  <p:stCondLst>
                                    <p:cond delay="0"/>
                                  </p:stCondLst>
                                  <p:childTnLst>
                                    <p:animMotion origin="layout" path="M -2.29167E-6 4.07407E-6 L -0.14088 0.04143 " pathEditMode="relative" rAng="0" ptsTypes="AA">
                                      <p:cBhvr>
                                        <p:cTn id="134" dur="1500" fill="hold"/>
                                        <p:tgtEl>
                                          <p:spTgt spid="119"/>
                                        </p:tgtEl>
                                        <p:attrNameLst>
                                          <p:attrName>ppt_x</p:attrName>
                                          <p:attrName>ppt_y</p:attrName>
                                        </p:attrNameLst>
                                      </p:cBhvr>
                                      <p:rCtr x="-7044" y="2060"/>
                                    </p:animMotion>
                                  </p:childTnLst>
                                </p:cTn>
                              </p:par>
                              <p:par>
                                <p:cTn id="135" presetID="10" presetClass="exit" presetSubtype="0" fill="hold" grpId="2" nodeType="withEffect">
                                  <p:stCondLst>
                                    <p:cond delay="0"/>
                                  </p:stCondLst>
                                  <p:childTnLst>
                                    <p:animEffect transition="out" filter="fade">
                                      <p:cBhvr>
                                        <p:cTn id="136" dur="500"/>
                                        <p:tgtEl>
                                          <p:spTgt spid="53"/>
                                        </p:tgtEl>
                                      </p:cBhvr>
                                    </p:animEffect>
                                    <p:set>
                                      <p:cBhvr>
                                        <p:cTn id="137" dur="1" fill="hold">
                                          <p:stCondLst>
                                            <p:cond delay="499"/>
                                          </p:stCondLst>
                                        </p:cTn>
                                        <p:tgtEl>
                                          <p:spTgt spid="53"/>
                                        </p:tgtEl>
                                        <p:attrNameLst>
                                          <p:attrName>style.visibility</p:attrName>
                                        </p:attrNameLst>
                                      </p:cBhvr>
                                      <p:to>
                                        <p:strVal val="hidden"/>
                                      </p:to>
                                    </p:set>
                                  </p:childTnLst>
                                </p:cTn>
                              </p:par>
                              <p:par>
                                <p:cTn id="138" presetID="21" presetClass="exit" presetSubtype="1" fill="hold" grpId="4" nodeType="withEffect">
                                  <p:stCondLst>
                                    <p:cond delay="0"/>
                                  </p:stCondLst>
                                  <p:childTnLst>
                                    <p:animEffect transition="out" filter="wheel(1)">
                                      <p:cBhvr>
                                        <p:cTn id="139" dur="1000"/>
                                        <p:tgtEl>
                                          <p:spTgt spid="52"/>
                                        </p:tgtEl>
                                      </p:cBhvr>
                                    </p:animEffect>
                                    <p:set>
                                      <p:cBhvr>
                                        <p:cTn id="140" dur="1" fill="hold">
                                          <p:stCondLst>
                                            <p:cond delay="999"/>
                                          </p:stCondLst>
                                        </p:cTn>
                                        <p:tgtEl>
                                          <p:spTgt spid="52"/>
                                        </p:tgtEl>
                                        <p:attrNameLst>
                                          <p:attrName>style.visibility</p:attrName>
                                        </p:attrNameLst>
                                      </p:cBhvr>
                                      <p:to>
                                        <p:strVal val="hidden"/>
                                      </p:to>
                                    </p:set>
                                  </p:childTnLst>
                                </p:cTn>
                              </p:par>
                              <p:par>
                                <p:cTn id="141" presetID="3" presetClass="emph" presetSubtype="2" fill="hold" grpId="0" nodeType="withEffect">
                                  <p:stCondLst>
                                    <p:cond delay="0"/>
                                  </p:stCondLst>
                                  <p:childTnLst>
                                    <p:animClr clrSpc="rgb" dir="cw">
                                      <p:cBhvr override="childStyle">
                                        <p:cTn id="142" dur="1000" fill="hold"/>
                                        <p:tgtEl>
                                          <p:spTgt spid="19"/>
                                        </p:tgtEl>
                                        <p:attrNameLst>
                                          <p:attrName>style.color</p:attrName>
                                        </p:attrNameLst>
                                      </p:cBhvr>
                                      <p:to>
                                        <a:srgbClr val="C00000"/>
                                      </p:to>
                                    </p:animClr>
                                  </p:childTnLst>
                                </p:cTn>
                              </p:par>
                            </p:childTnLst>
                          </p:cTn>
                        </p:par>
                        <p:par>
                          <p:cTn id="143" fill="hold">
                            <p:stCondLst>
                              <p:cond delay="4000"/>
                            </p:stCondLst>
                            <p:childTnLst>
                              <p:par>
                                <p:cTn id="144" presetID="63" presetClass="path" presetSubtype="0" accel="50000" decel="50000" fill="hold" grpId="1" nodeType="afterEffect">
                                  <p:stCondLst>
                                    <p:cond delay="0"/>
                                  </p:stCondLst>
                                  <p:childTnLst>
                                    <p:animMotion origin="layout" path="M -0.05065 1.85185E-6 L 0.10013 0.00046 " pathEditMode="relative" rAng="0" ptsTypes="AA">
                                      <p:cBhvr>
                                        <p:cTn id="145" dur="1500" fill="hold"/>
                                        <p:tgtEl>
                                          <p:spTgt spid="35"/>
                                        </p:tgtEl>
                                        <p:attrNameLst>
                                          <p:attrName>ppt_x</p:attrName>
                                          <p:attrName>ppt_y</p:attrName>
                                        </p:attrNameLst>
                                      </p:cBhvr>
                                      <p:rCtr x="7539" y="23"/>
                                    </p:animMotion>
                                  </p:childTnLst>
                                </p:cTn>
                              </p:par>
                              <p:par>
                                <p:cTn id="146" presetID="3" presetClass="emph" presetSubtype="2" fill="hold" grpId="2" nodeType="withEffect">
                                  <p:stCondLst>
                                    <p:cond delay="0"/>
                                  </p:stCondLst>
                                  <p:childTnLst>
                                    <p:animClr clrSpc="rgb" dir="cw">
                                      <p:cBhvr override="childStyle">
                                        <p:cTn id="147" dur="1000" fill="hold"/>
                                        <p:tgtEl>
                                          <p:spTgt spid="35"/>
                                        </p:tgtEl>
                                        <p:attrNameLst>
                                          <p:attrName>style.color</p:attrName>
                                        </p:attrNameLst>
                                      </p:cBhvr>
                                      <p:to>
                                        <a:srgbClr val="501549"/>
                                      </p:to>
                                    </p:animClr>
                                  </p:childTnLst>
                                </p:cTn>
                              </p:par>
                              <p:par>
                                <p:cTn id="148" presetID="35" presetClass="path" presetSubtype="0" accel="50000" decel="50000" fill="hold" grpId="0" nodeType="withEffect">
                                  <p:stCondLst>
                                    <p:cond delay="500"/>
                                  </p:stCondLst>
                                  <p:childTnLst>
                                    <p:animMotion origin="layout" path="M -3.54167E-6 1.85185E-6 L -0.15026 0.00093 " pathEditMode="relative" rAng="0" ptsTypes="AA">
                                      <p:cBhvr>
                                        <p:cTn id="149" dur="1500" fill="hold"/>
                                        <p:tgtEl>
                                          <p:spTgt spid="39"/>
                                        </p:tgtEl>
                                        <p:attrNameLst>
                                          <p:attrName>ppt_x</p:attrName>
                                          <p:attrName>ppt_y</p:attrName>
                                        </p:attrNameLst>
                                      </p:cBhvr>
                                      <p:rCtr x="-7474" y="370"/>
                                    </p:animMotion>
                                  </p:childTnLst>
                                </p:cTn>
                              </p:par>
                              <p:par>
                                <p:cTn id="150" presetID="63" presetClass="path" presetSubtype="0" accel="50000" decel="50000" fill="hold" grpId="0" nodeType="withEffect">
                                  <p:stCondLst>
                                    <p:cond delay="1000"/>
                                  </p:stCondLst>
                                  <p:childTnLst>
                                    <p:animMotion origin="layout" path="M -3.125E-6 1.48148E-6 L 0.14831 0.00046 " pathEditMode="relative" rAng="0" ptsTypes="AA">
                                      <p:cBhvr>
                                        <p:cTn id="151" dur="1500" fill="hold"/>
                                        <p:tgtEl>
                                          <p:spTgt spid="42"/>
                                        </p:tgtEl>
                                        <p:attrNameLst>
                                          <p:attrName>ppt_x</p:attrName>
                                          <p:attrName>ppt_y</p:attrName>
                                        </p:attrNameLst>
                                      </p:cBhvr>
                                      <p:rCtr x="7461" y="0"/>
                                    </p:animMotion>
                                  </p:childTnLst>
                                </p:cTn>
                              </p:par>
                              <p:par>
                                <p:cTn id="152" presetID="3" presetClass="emph" presetSubtype="2" fill="hold" grpId="1" nodeType="withEffect">
                                  <p:stCondLst>
                                    <p:cond delay="1000"/>
                                  </p:stCondLst>
                                  <p:childTnLst>
                                    <p:animClr clrSpc="rgb" dir="cw">
                                      <p:cBhvr override="childStyle">
                                        <p:cTn id="153" dur="1000" fill="hold"/>
                                        <p:tgtEl>
                                          <p:spTgt spid="42"/>
                                        </p:tgtEl>
                                        <p:attrNameLst>
                                          <p:attrName>style.color</p:attrName>
                                        </p:attrNameLst>
                                      </p:cBhvr>
                                      <p:to>
                                        <a:srgbClr val="501549"/>
                                      </p:to>
                                    </p:animClr>
                                  </p:childTnLst>
                                </p:cTn>
                              </p:par>
                              <p:par>
                                <p:cTn id="154" presetID="35" presetClass="path" presetSubtype="0" accel="50000" decel="50000" fill="hold" grpId="2" nodeType="withEffect">
                                  <p:stCondLst>
                                    <p:cond delay="1500"/>
                                  </p:stCondLst>
                                  <p:childTnLst>
                                    <p:animMotion origin="layout" path="M 0.09935 -0.00046 L -0.04934 -4.07407E-6 " pathEditMode="relative" rAng="0" ptsTypes="AA">
                                      <p:cBhvr>
                                        <p:cTn id="155" dur="1500" fill="hold"/>
                                        <p:tgtEl>
                                          <p:spTgt spid="43"/>
                                        </p:tgtEl>
                                        <p:attrNameLst>
                                          <p:attrName>ppt_x</p:attrName>
                                          <p:attrName>ppt_y</p:attrName>
                                        </p:attrNameLst>
                                      </p:cBhvr>
                                      <p:rCtr x="-7383" y="-23"/>
                                    </p:animMotion>
                                  </p:childTnLst>
                                </p:cTn>
                              </p:par>
                            </p:childTnLst>
                          </p:cTn>
                        </p:par>
                        <p:par>
                          <p:cTn id="156" fill="hold">
                            <p:stCondLst>
                              <p:cond delay="7000"/>
                            </p:stCondLst>
                            <p:childTnLst>
                              <p:par>
                                <p:cTn id="157" presetID="63" presetClass="path" presetSubtype="0" accel="50000" decel="50000" fill="hold" grpId="1" nodeType="afterEffect">
                                  <p:stCondLst>
                                    <p:cond delay="0"/>
                                  </p:stCondLst>
                                  <p:childTnLst>
                                    <p:animMotion origin="layout" path="M -0.15026 1.85185E-6 L -0.09961 -1.11111E-6 " pathEditMode="relative" rAng="0" ptsTypes="AA">
                                      <p:cBhvr>
                                        <p:cTn id="158" dur="1500" fill="hold"/>
                                        <p:tgtEl>
                                          <p:spTgt spid="39"/>
                                        </p:tgtEl>
                                        <p:attrNameLst>
                                          <p:attrName>ppt_x</p:attrName>
                                          <p:attrName>ppt_y</p:attrName>
                                        </p:attrNameLst>
                                      </p:cBhvr>
                                      <p:rCtr x="2669" y="23"/>
                                    </p:animMotion>
                                  </p:childTnLst>
                                </p:cTn>
                              </p:par>
                              <p:par>
                                <p:cTn id="159" presetID="35" presetClass="path" presetSubtype="0" accel="50000" decel="50000" fill="hold" grpId="2" nodeType="withEffect">
                                  <p:stCondLst>
                                    <p:cond delay="500"/>
                                  </p:stCondLst>
                                  <p:childTnLst>
                                    <p:animMotion origin="layout" path="M -0.14961 0.00046 L -0.20039 0.00092 " pathEditMode="relative" rAng="0" ptsTypes="AA">
                                      <p:cBhvr>
                                        <p:cTn id="160" dur="1500" fill="hold"/>
                                        <p:tgtEl>
                                          <p:spTgt spid="41"/>
                                        </p:tgtEl>
                                        <p:attrNameLst>
                                          <p:attrName>ppt_x</p:attrName>
                                          <p:attrName>ppt_y</p:attrName>
                                        </p:attrNameLst>
                                      </p:cBhvr>
                                      <p:rCtr x="-2461" y="231"/>
                                    </p:animMotion>
                                  </p:childTnLst>
                                </p:cTn>
                              </p:par>
                              <p:par>
                                <p:cTn id="161" presetID="63" presetClass="path" presetSubtype="0" accel="50000" decel="50000" fill="hold" grpId="3" nodeType="withEffect">
                                  <p:stCondLst>
                                    <p:cond delay="1000"/>
                                  </p:stCondLst>
                                  <p:childTnLst>
                                    <p:animMotion origin="layout" path="M -0.04935 1.48148E-6 L 0.15039 0.00069 " pathEditMode="relative" rAng="0" ptsTypes="AA">
                                      <p:cBhvr>
                                        <p:cTn id="162" dur="1500" fill="hold"/>
                                        <p:tgtEl>
                                          <p:spTgt spid="43"/>
                                        </p:tgtEl>
                                        <p:attrNameLst>
                                          <p:attrName>ppt_x</p:attrName>
                                          <p:attrName>ppt_y</p:attrName>
                                        </p:attrNameLst>
                                      </p:cBhvr>
                                      <p:rCtr x="9987" y="0"/>
                                    </p:animMotion>
                                  </p:childTnLst>
                                </p:cTn>
                              </p:par>
                              <p:par>
                                <p:cTn id="163" presetID="35" presetClass="path" presetSubtype="0" accel="50000" decel="50000" fill="hold" grpId="1" nodeType="withEffect">
                                  <p:stCondLst>
                                    <p:cond delay="1500"/>
                                  </p:stCondLst>
                                  <p:childTnLst>
                                    <p:animMotion origin="layout" path="M 0.05273 -0.00116 L -0.1483 -0.00046 " pathEditMode="relative" rAng="0" ptsTypes="AA">
                                      <p:cBhvr>
                                        <p:cTn id="164" dur="1500" fill="hold"/>
                                        <p:tgtEl>
                                          <p:spTgt spid="45"/>
                                        </p:tgtEl>
                                        <p:attrNameLst>
                                          <p:attrName>ppt_x</p:attrName>
                                          <p:attrName>ppt_y</p:attrName>
                                        </p:attrNameLst>
                                      </p:cBhvr>
                                      <p:rCtr x="-10000" y="139"/>
                                    </p:animMotion>
                                  </p:childTnLst>
                                </p:cTn>
                              </p:par>
                            </p:childTnLst>
                          </p:cTn>
                        </p:par>
                      </p:childTnLst>
                    </p:cTn>
                  </p:par>
                  <p:par>
                    <p:cTn id="165" fill="hold">
                      <p:stCondLst>
                        <p:cond delay="indefinite"/>
                      </p:stCondLst>
                      <p:childTnLst>
                        <p:par>
                          <p:cTn id="166" fill="hold">
                            <p:stCondLst>
                              <p:cond delay="0"/>
                            </p:stCondLst>
                            <p:childTnLst>
                              <p:par>
                                <p:cTn id="167" presetID="7" presetClass="emph" presetSubtype="2" fill="hold" nodeType="clickEffect">
                                  <p:stCondLst>
                                    <p:cond delay="0"/>
                                  </p:stCondLst>
                                  <p:childTnLst>
                                    <p:animClr clrSpc="rgb" dir="cw">
                                      <p:cBhvr>
                                        <p:cTn id="168" dur="1500" fill="hold"/>
                                        <p:tgtEl>
                                          <p:spTgt spid="106"/>
                                        </p:tgtEl>
                                        <p:attrNameLst>
                                          <p:attrName>stroke.color</p:attrName>
                                        </p:attrNameLst>
                                      </p:cBhvr>
                                      <p:to>
                                        <a:srgbClr val="C00000"/>
                                      </p:to>
                                    </p:animClr>
                                    <p:set>
                                      <p:cBhvr>
                                        <p:cTn id="169" dur="1500" fill="hold"/>
                                        <p:tgtEl>
                                          <p:spTgt spid="106"/>
                                        </p:tgtEl>
                                        <p:attrNameLst>
                                          <p:attrName>stroke.on</p:attrName>
                                        </p:attrNameLst>
                                      </p:cBhvr>
                                      <p:to>
                                        <p:strVal val="true"/>
                                      </p:to>
                                    </p:set>
                                  </p:childTnLst>
                                </p:cTn>
                              </p:par>
                              <p:par>
                                <p:cTn id="170" presetID="32" presetClass="emph" presetSubtype="0" fill="hold" nodeType="withEffect">
                                  <p:stCondLst>
                                    <p:cond delay="0"/>
                                  </p:stCondLst>
                                  <p:childTnLst>
                                    <p:animRot by="120000">
                                      <p:cBhvr>
                                        <p:cTn id="171" dur="150" fill="hold">
                                          <p:stCondLst>
                                            <p:cond delay="0"/>
                                          </p:stCondLst>
                                        </p:cTn>
                                        <p:tgtEl>
                                          <p:spTgt spid="106"/>
                                        </p:tgtEl>
                                        <p:attrNameLst>
                                          <p:attrName>r</p:attrName>
                                        </p:attrNameLst>
                                      </p:cBhvr>
                                    </p:animRot>
                                    <p:animRot by="-240000">
                                      <p:cBhvr>
                                        <p:cTn id="172" dur="300" fill="hold">
                                          <p:stCondLst>
                                            <p:cond delay="300"/>
                                          </p:stCondLst>
                                        </p:cTn>
                                        <p:tgtEl>
                                          <p:spTgt spid="106"/>
                                        </p:tgtEl>
                                        <p:attrNameLst>
                                          <p:attrName>r</p:attrName>
                                        </p:attrNameLst>
                                      </p:cBhvr>
                                    </p:animRot>
                                    <p:animRot by="240000">
                                      <p:cBhvr>
                                        <p:cTn id="173" dur="300" fill="hold">
                                          <p:stCondLst>
                                            <p:cond delay="600"/>
                                          </p:stCondLst>
                                        </p:cTn>
                                        <p:tgtEl>
                                          <p:spTgt spid="106"/>
                                        </p:tgtEl>
                                        <p:attrNameLst>
                                          <p:attrName>r</p:attrName>
                                        </p:attrNameLst>
                                      </p:cBhvr>
                                    </p:animRot>
                                    <p:animRot by="-240000">
                                      <p:cBhvr>
                                        <p:cTn id="174" dur="300" fill="hold">
                                          <p:stCondLst>
                                            <p:cond delay="900"/>
                                          </p:stCondLst>
                                        </p:cTn>
                                        <p:tgtEl>
                                          <p:spTgt spid="106"/>
                                        </p:tgtEl>
                                        <p:attrNameLst>
                                          <p:attrName>r</p:attrName>
                                        </p:attrNameLst>
                                      </p:cBhvr>
                                    </p:animRot>
                                    <p:animRot by="120000">
                                      <p:cBhvr>
                                        <p:cTn id="175" dur="300" fill="hold">
                                          <p:stCondLst>
                                            <p:cond delay="1200"/>
                                          </p:stCondLst>
                                        </p:cTn>
                                        <p:tgtEl>
                                          <p:spTgt spid="106"/>
                                        </p:tgtEl>
                                        <p:attrNameLst>
                                          <p:attrName>r</p:attrName>
                                        </p:attrNameLst>
                                      </p:cBhvr>
                                    </p:animRot>
                                  </p:childTnLst>
                                </p:cTn>
                              </p:par>
                            </p:childTnLst>
                          </p:cTn>
                        </p:par>
                        <p:par>
                          <p:cTn id="176" fill="hold">
                            <p:stCondLst>
                              <p:cond delay="1500"/>
                            </p:stCondLst>
                            <p:childTnLst>
                              <p:par>
                                <p:cTn id="177" presetID="1" presetClass="entr" presetSubtype="0" fill="hold" grpId="0" nodeType="afterEffect">
                                  <p:stCondLst>
                                    <p:cond delay="0"/>
                                  </p:stCondLst>
                                  <p:childTnLst>
                                    <p:set>
                                      <p:cBhvr>
                                        <p:cTn id="178" dur="1" fill="hold">
                                          <p:stCondLst>
                                            <p:cond delay="0"/>
                                          </p:stCondLst>
                                        </p:cTn>
                                        <p:tgtEl>
                                          <p:spTgt spid="121"/>
                                        </p:tgtEl>
                                        <p:attrNameLst>
                                          <p:attrName>style.visibility</p:attrName>
                                        </p:attrNameLst>
                                      </p:cBhvr>
                                      <p:to>
                                        <p:strVal val="visible"/>
                                      </p:to>
                                    </p:set>
                                  </p:childTnLst>
                                </p:cTn>
                              </p:par>
                            </p:childTnLst>
                          </p:cTn>
                        </p:par>
                        <p:par>
                          <p:cTn id="179" fill="hold">
                            <p:stCondLst>
                              <p:cond delay="1500"/>
                            </p:stCondLst>
                            <p:childTnLst>
                              <p:par>
                                <p:cTn id="180" presetID="42" presetClass="path" presetSubtype="0" accel="50000" decel="50000" fill="hold" grpId="1" nodeType="afterEffect">
                                  <p:stCondLst>
                                    <p:cond delay="0"/>
                                  </p:stCondLst>
                                  <p:childTnLst>
                                    <p:animMotion origin="layout" path="M -3.75E-6 -4.44444E-6 L -0.16315 0.31297 " pathEditMode="relative" rAng="0" ptsTypes="AA">
                                      <p:cBhvr>
                                        <p:cTn id="181" dur="1500" fill="hold"/>
                                        <p:tgtEl>
                                          <p:spTgt spid="121"/>
                                        </p:tgtEl>
                                        <p:attrNameLst>
                                          <p:attrName>ppt_x</p:attrName>
                                          <p:attrName>ppt_y</p:attrName>
                                        </p:attrNameLst>
                                      </p:cBhvr>
                                      <p:rCtr x="-8164" y="15648"/>
                                    </p:animMotion>
                                  </p:childTnLst>
                                </p:cTn>
                              </p:par>
                            </p:childTnLst>
                          </p:cTn>
                        </p:par>
                        <p:par>
                          <p:cTn id="182" fill="hold">
                            <p:stCondLst>
                              <p:cond delay="3000"/>
                            </p:stCondLst>
                            <p:childTnLst>
                              <p:par>
                                <p:cTn id="183" presetID="22" presetClass="entr" presetSubtype="8" fill="hold" nodeType="afterEffect">
                                  <p:stCondLst>
                                    <p:cond delay="0"/>
                                  </p:stCondLst>
                                  <p:childTnLst>
                                    <p:set>
                                      <p:cBhvr>
                                        <p:cTn id="184" dur="1" fill="hold">
                                          <p:stCondLst>
                                            <p:cond delay="0"/>
                                          </p:stCondLst>
                                        </p:cTn>
                                        <p:tgtEl>
                                          <p:spTgt spid="127"/>
                                        </p:tgtEl>
                                        <p:attrNameLst>
                                          <p:attrName>style.visibility</p:attrName>
                                        </p:attrNameLst>
                                      </p:cBhvr>
                                      <p:to>
                                        <p:strVal val="visible"/>
                                      </p:to>
                                    </p:set>
                                    <p:animEffect transition="in" filter="wipe(left)">
                                      <p:cBhvr>
                                        <p:cTn id="185" dur="1000"/>
                                        <p:tgtEl>
                                          <p:spTgt spid="127"/>
                                        </p:tgtEl>
                                      </p:cBhvr>
                                    </p:animEffect>
                                  </p:childTnLst>
                                </p:cTn>
                              </p:par>
                            </p:childTnLst>
                          </p:cTn>
                        </p:par>
                      </p:childTnLst>
                    </p:cTn>
                  </p:par>
                  <p:par>
                    <p:cTn id="186" fill="hold">
                      <p:stCondLst>
                        <p:cond delay="indefinite"/>
                      </p:stCondLst>
                      <p:childTnLst>
                        <p:par>
                          <p:cTn id="187" fill="hold">
                            <p:stCondLst>
                              <p:cond delay="0"/>
                            </p:stCondLst>
                            <p:childTnLst>
                              <p:par>
                                <p:cTn id="188" presetID="31" presetClass="entr" presetSubtype="0" fill="hold" grpId="0" nodeType="clickEffect">
                                  <p:stCondLst>
                                    <p:cond delay="0"/>
                                  </p:stCondLst>
                                  <p:childTnLst>
                                    <p:set>
                                      <p:cBhvr>
                                        <p:cTn id="189" dur="1" fill="hold">
                                          <p:stCondLst>
                                            <p:cond delay="0"/>
                                          </p:stCondLst>
                                        </p:cTn>
                                        <p:tgtEl>
                                          <p:spTgt spid="123"/>
                                        </p:tgtEl>
                                        <p:attrNameLst>
                                          <p:attrName>style.visibility</p:attrName>
                                        </p:attrNameLst>
                                      </p:cBhvr>
                                      <p:to>
                                        <p:strVal val="visible"/>
                                      </p:to>
                                    </p:set>
                                    <p:anim calcmode="lin" valueType="num">
                                      <p:cBhvr>
                                        <p:cTn id="190" dur="1000" fill="hold"/>
                                        <p:tgtEl>
                                          <p:spTgt spid="123"/>
                                        </p:tgtEl>
                                        <p:attrNameLst>
                                          <p:attrName>ppt_w</p:attrName>
                                        </p:attrNameLst>
                                      </p:cBhvr>
                                      <p:tavLst>
                                        <p:tav tm="0">
                                          <p:val>
                                            <p:fltVal val="0"/>
                                          </p:val>
                                        </p:tav>
                                        <p:tav tm="100000">
                                          <p:val>
                                            <p:strVal val="#ppt_w"/>
                                          </p:val>
                                        </p:tav>
                                      </p:tavLst>
                                    </p:anim>
                                    <p:anim calcmode="lin" valueType="num">
                                      <p:cBhvr>
                                        <p:cTn id="191" dur="1000" fill="hold"/>
                                        <p:tgtEl>
                                          <p:spTgt spid="123"/>
                                        </p:tgtEl>
                                        <p:attrNameLst>
                                          <p:attrName>ppt_h</p:attrName>
                                        </p:attrNameLst>
                                      </p:cBhvr>
                                      <p:tavLst>
                                        <p:tav tm="0">
                                          <p:val>
                                            <p:fltVal val="0"/>
                                          </p:val>
                                        </p:tav>
                                        <p:tav tm="100000">
                                          <p:val>
                                            <p:strVal val="#ppt_h"/>
                                          </p:val>
                                        </p:tav>
                                      </p:tavLst>
                                    </p:anim>
                                    <p:anim calcmode="lin" valueType="num">
                                      <p:cBhvr>
                                        <p:cTn id="192" dur="1000" fill="hold"/>
                                        <p:tgtEl>
                                          <p:spTgt spid="123"/>
                                        </p:tgtEl>
                                        <p:attrNameLst>
                                          <p:attrName>style.rotation</p:attrName>
                                        </p:attrNameLst>
                                      </p:cBhvr>
                                      <p:tavLst>
                                        <p:tav tm="0">
                                          <p:val>
                                            <p:fltVal val="90"/>
                                          </p:val>
                                        </p:tav>
                                        <p:tav tm="100000">
                                          <p:val>
                                            <p:fltVal val="0"/>
                                          </p:val>
                                        </p:tav>
                                      </p:tavLst>
                                    </p:anim>
                                    <p:animEffect transition="in" filter="fade">
                                      <p:cBhvr>
                                        <p:cTn id="193" dur="1000"/>
                                        <p:tgtEl>
                                          <p:spTgt spid="123"/>
                                        </p:tgtEl>
                                      </p:cBhvr>
                                    </p:animEffect>
                                  </p:childTnLst>
                                </p:cTn>
                              </p:par>
                              <p:par>
                                <p:cTn id="194" presetID="31" presetClass="entr" presetSubtype="0" fill="hold" grpId="0" nodeType="withEffect">
                                  <p:stCondLst>
                                    <p:cond delay="0"/>
                                  </p:stCondLst>
                                  <p:childTnLst>
                                    <p:set>
                                      <p:cBhvr>
                                        <p:cTn id="195" dur="1" fill="hold">
                                          <p:stCondLst>
                                            <p:cond delay="0"/>
                                          </p:stCondLst>
                                        </p:cTn>
                                        <p:tgtEl>
                                          <p:spTgt spid="122"/>
                                        </p:tgtEl>
                                        <p:attrNameLst>
                                          <p:attrName>style.visibility</p:attrName>
                                        </p:attrNameLst>
                                      </p:cBhvr>
                                      <p:to>
                                        <p:strVal val="visible"/>
                                      </p:to>
                                    </p:set>
                                    <p:anim calcmode="lin" valueType="num">
                                      <p:cBhvr>
                                        <p:cTn id="196" dur="1000" fill="hold"/>
                                        <p:tgtEl>
                                          <p:spTgt spid="122"/>
                                        </p:tgtEl>
                                        <p:attrNameLst>
                                          <p:attrName>ppt_w</p:attrName>
                                        </p:attrNameLst>
                                      </p:cBhvr>
                                      <p:tavLst>
                                        <p:tav tm="0">
                                          <p:val>
                                            <p:fltVal val="0"/>
                                          </p:val>
                                        </p:tav>
                                        <p:tav tm="100000">
                                          <p:val>
                                            <p:strVal val="#ppt_w"/>
                                          </p:val>
                                        </p:tav>
                                      </p:tavLst>
                                    </p:anim>
                                    <p:anim calcmode="lin" valueType="num">
                                      <p:cBhvr>
                                        <p:cTn id="197" dur="1000" fill="hold"/>
                                        <p:tgtEl>
                                          <p:spTgt spid="122"/>
                                        </p:tgtEl>
                                        <p:attrNameLst>
                                          <p:attrName>ppt_h</p:attrName>
                                        </p:attrNameLst>
                                      </p:cBhvr>
                                      <p:tavLst>
                                        <p:tav tm="0">
                                          <p:val>
                                            <p:fltVal val="0"/>
                                          </p:val>
                                        </p:tav>
                                        <p:tav tm="100000">
                                          <p:val>
                                            <p:strVal val="#ppt_h"/>
                                          </p:val>
                                        </p:tav>
                                      </p:tavLst>
                                    </p:anim>
                                    <p:anim calcmode="lin" valueType="num">
                                      <p:cBhvr>
                                        <p:cTn id="198" dur="1000" fill="hold"/>
                                        <p:tgtEl>
                                          <p:spTgt spid="122"/>
                                        </p:tgtEl>
                                        <p:attrNameLst>
                                          <p:attrName>style.rotation</p:attrName>
                                        </p:attrNameLst>
                                      </p:cBhvr>
                                      <p:tavLst>
                                        <p:tav tm="0">
                                          <p:val>
                                            <p:fltVal val="90"/>
                                          </p:val>
                                        </p:tav>
                                        <p:tav tm="100000">
                                          <p:val>
                                            <p:fltVal val="0"/>
                                          </p:val>
                                        </p:tav>
                                      </p:tavLst>
                                    </p:anim>
                                    <p:animEffect transition="in" filter="fade">
                                      <p:cBhvr>
                                        <p:cTn id="199" dur="1000"/>
                                        <p:tgtEl>
                                          <p:spTgt spid="122"/>
                                        </p:tgtEl>
                                      </p:cBhvr>
                                    </p:animEffect>
                                  </p:childTnLst>
                                </p:cTn>
                              </p:par>
                            </p:childTnLst>
                          </p:cTn>
                        </p:par>
                        <p:par>
                          <p:cTn id="200" fill="hold">
                            <p:stCondLst>
                              <p:cond delay="1000"/>
                            </p:stCondLst>
                            <p:childTnLst>
                              <p:par>
                                <p:cTn id="201" presetID="35" presetClass="path" presetSubtype="0" accel="50000" decel="50000" fill="hold" grpId="1" nodeType="afterEffect">
                                  <p:stCondLst>
                                    <p:cond delay="0"/>
                                  </p:stCondLst>
                                  <p:childTnLst>
                                    <p:animMotion origin="layout" path="M 2.29167E-6 -4.07407E-6 L -0.0487 -0.00115 " pathEditMode="relative" rAng="0" ptsTypes="AA">
                                      <p:cBhvr>
                                        <p:cTn id="202" dur="2000" fill="hold"/>
                                        <p:tgtEl>
                                          <p:spTgt spid="123"/>
                                        </p:tgtEl>
                                        <p:attrNameLst>
                                          <p:attrName>ppt_x</p:attrName>
                                          <p:attrName>ppt_y</p:attrName>
                                        </p:attrNameLst>
                                      </p:cBhvr>
                                      <p:rCtr x="-2435" y="-69"/>
                                    </p:animMotion>
                                  </p:childTnLst>
                                </p:cTn>
                              </p:par>
                              <p:par>
                                <p:cTn id="203" presetID="63" presetClass="path" presetSubtype="0" accel="50000" decel="50000" fill="hold" grpId="1" nodeType="withEffect">
                                  <p:stCondLst>
                                    <p:cond delay="0"/>
                                  </p:stCondLst>
                                  <p:childTnLst>
                                    <p:animMotion origin="layout" path="M -1.25E-6 2.96296E-6 L 0.51914 0.00671 " pathEditMode="relative" rAng="0" ptsTypes="AA">
                                      <p:cBhvr>
                                        <p:cTn id="204" dur="2000" fill="hold"/>
                                        <p:tgtEl>
                                          <p:spTgt spid="122"/>
                                        </p:tgtEl>
                                        <p:attrNameLst>
                                          <p:attrName>ppt_x</p:attrName>
                                          <p:attrName>ppt_y</p:attrName>
                                        </p:attrNameLst>
                                      </p:cBhvr>
                                      <p:rCtr x="25951" y="324"/>
                                    </p:animMotion>
                                  </p:childTnLst>
                                </p:cTn>
                              </p:par>
                              <p:par>
                                <p:cTn id="205" presetID="10" presetClass="exit" presetSubtype="0" fill="hold" grpId="0" nodeType="withEffect">
                                  <p:stCondLst>
                                    <p:cond delay="750"/>
                                  </p:stCondLst>
                                  <p:childTnLst>
                                    <p:animEffect transition="out" filter="fade">
                                      <p:cBhvr>
                                        <p:cTn id="206" dur="1000"/>
                                        <p:tgtEl>
                                          <p:spTgt spid="10"/>
                                        </p:tgtEl>
                                      </p:cBhvr>
                                    </p:animEffect>
                                    <p:set>
                                      <p:cBhvr>
                                        <p:cTn id="207" dur="1" fill="hold">
                                          <p:stCondLst>
                                            <p:cond delay="999"/>
                                          </p:stCondLst>
                                        </p:cTn>
                                        <p:tgtEl>
                                          <p:spTgt spid="10"/>
                                        </p:tgtEl>
                                        <p:attrNameLst>
                                          <p:attrName>style.visibility</p:attrName>
                                        </p:attrNameLst>
                                      </p:cBhvr>
                                      <p:to>
                                        <p:strVal val="hidden"/>
                                      </p:to>
                                    </p:set>
                                  </p:childTnLst>
                                </p:cTn>
                              </p:par>
                            </p:childTnLst>
                          </p:cTn>
                        </p:par>
                        <p:par>
                          <p:cTn id="208" fill="hold">
                            <p:stCondLst>
                              <p:cond delay="3000"/>
                            </p:stCondLst>
                            <p:childTnLst>
                              <p:par>
                                <p:cTn id="209" presetID="10" presetClass="exit" presetSubtype="0" fill="hold" grpId="2" nodeType="afterEffect">
                                  <p:stCondLst>
                                    <p:cond delay="0"/>
                                  </p:stCondLst>
                                  <p:childTnLst>
                                    <p:animEffect transition="out" filter="fade">
                                      <p:cBhvr>
                                        <p:cTn id="210" dur="750"/>
                                        <p:tgtEl>
                                          <p:spTgt spid="123"/>
                                        </p:tgtEl>
                                      </p:cBhvr>
                                    </p:animEffect>
                                    <p:set>
                                      <p:cBhvr>
                                        <p:cTn id="211" dur="1" fill="hold">
                                          <p:stCondLst>
                                            <p:cond delay="749"/>
                                          </p:stCondLst>
                                        </p:cTn>
                                        <p:tgtEl>
                                          <p:spTgt spid="123"/>
                                        </p:tgtEl>
                                        <p:attrNameLst>
                                          <p:attrName>style.visibility</p:attrName>
                                        </p:attrNameLst>
                                      </p:cBhvr>
                                      <p:to>
                                        <p:strVal val="hidden"/>
                                      </p:to>
                                    </p:set>
                                  </p:childTnLst>
                                </p:cTn>
                              </p:par>
                              <p:par>
                                <p:cTn id="212" presetID="10" presetClass="exit" presetSubtype="0" fill="hold" grpId="2" nodeType="withEffect">
                                  <p:stCondLst>
                                    <p:cond delay="0"/>
                                  </p:stCondLst>
                                  <p:childTnLst>
                                    <p:animEffect transition="out" filter="fade">
                                      <p:cBhvr>
                                        <p:cTn id="213" dur="750"/>
                                        <p:tgtEl>
                                          <p:spTgt spid="122"/>
                                        </p:tgtEl>
                                      </p:cBhvr>
                                    </p:animEffect>
                                    <p:set>
                                      <p:cBhvr>
                                        <p:cTn id="214" dur="1" fill="hold">
                                          <p:stCondLst>
                                            <p:cond delay="749"/>
                                          </p:stCondLst>
                                        </p:cTn>
                                        <p:tgtEl>
                                          <p:spTgt spid="122"/>
                                        </p:tgtEl>
                                        <p:attrNameLst>
                                          <p:attrName>style.visibility</p:attrName>
                                        </p:attrNameLst>
                                      </p:cBhvr>
                                      <p:to>
                                        <p:strVal val="hidden"/>
                                      </p:to>
                                    </p:set>
                                  </p:childTnLst>
                                </p:cTn>
                              </p:par>
                              <p:par>
                                <p:cTn id="215" presetID="10" presetClass="entr" presetSubtype="0" fill="hold" grpId="0" nodeType="withEffect">
                                  <p:stCondLst>
                                    <p:cond delay="0"/>
                                  </p:stCondLst>
                                  <p:childTnLst>
                                    <p:set>
                                      <p:cBhvr>
                                        <p:cTn id="216" dur="1" fill="hold">
                                          <p:stCondLst>
                                            <p:cond delay="0"/>
                                          </p:stCondLst>
                                        </p:cTn>
                                        <p:tgtEl>
                                          <p:spTgt spid="124"/>
                                        </p:tgtEl>
                                        <p:attrNameLst>
                                          <p:attrName>style.visibility</p:attrName>
                                        </p:attrNameLst>
                                      </p:cBhvr>
                                      <p:to>
                                        <p:strVal val="visible"/>
                                      </p:to>
                                    </p:set>
                                    <p:animEffect transition="in" filter="fade">
                                      <p:cBhvr>
                                        <p:cTn id="217" dur="1250"/>
                                        <p:tgtEl>
                                          <p:spTgt spid="124"/>
                                        </p:tgtEl>
                                      </p:cBhvr>
                                    </p:animEffect>
                                  </p:childTnLst>
                                </p:cTn>
                              </p:par>
                            </p:childTnLst>
                          </p:cTn>
                        </p:par>
                        <p:par>
                          <p:cTn id="218" fill="hold">
                            <p:stCondLst>
                              <p:cond delay="4250"/>
                            </p:stCondLst>
                            <p:childTnLst>
                              <p:par>
                                <p:cTn id="219" presetID="10" presetClass="exit" presetSubtype="0" fill="hold" grpId="0" nodeType="afterEffect">
                                  <p:stCondLst>
                                    <p:cond delay="0"/>
                                  </p:stCondLst>
                                  <p:childTnLst>
                                    <p:animEffect transition="out" filter="fade">
                                      <p:cBhvr>
                                        <p:cTn id="220" dur="1000"/>
                                        <p:tgtEl>
                                          <p:spTgt spid="11"/>
                                        </p:tgtEl>
                                      </p:cBhvr>
                                    </p:animEffect>
                                    <p:set>
                                      <p:cBhvr>
                                        <p:cTn id="221" dur="1" fill="hold">
                                          <p:stCondLst>
                                            <p:cond delay="999"/>
                                          </p:stCondLst>
                                        </p:cTn>
                                        <p:tgtEl>
                                          <p:spTgt spid="11"/>
                                        </p:tgtEl>
                                        <p:attrNameLst>
                                          <p:attrName>style.visibility</p:attrName>
                                        </p:attrNameLst>
                                      </p:cBhvr>
                                      <p:to>
                                        <p:strVal val="hidden"/>
                                      </p:to>
                                    </p:set>
                                  </p:childTnLst>
                                </p:cTn>
                              </p:par>
                              <p:par>
                                <p:cTn id="222" presetID="42" presetClass="entr" presetSubtype="0" fill="hold" grpId="0" nodeType="withEffect">
                                  <p:stCondLst>
                                    <p:cond delay="0"/>
                                  </p:stCondLst>
                                  <p:childTnLst>
                                    <p:set>
                                      <p:cBhvr>
                                        <p:cTn id="223" dur="1" fill="hold">
                                          <p:stCondLst>
                                            <p:cond delay="0"/>
                                          </p:stCondLst>
                                        </p:cTn>
                                        <p:tgtEl>
                                          <p:spTgt spid="125"/>
                                        </p:tgtEl>
                                        <p:attrNameLst>
                                          <p:attrName>style.visibility</p:attrName>
                                        </p:attrNameLst>
                                      </p:cBhvr>
                                      <p:to>
                                        <p:strVal val="visible"/>
                                      </p:to>
                                    </p:set>
                                    <p:animEffect transition="in" filter="fade">
                                      <p:cBhvr>
                                        <p:cTn id="224" dur="1000"/>
                                        <p:tgtEl>
                                          <p:spTgt spid="125"/>
                                        </p:tgtEl>
                                      </p:cBhvr>
                                    </p:animEffect>
                                    <p:anim calcmode="lin" valueType="num">
                                      <p:cBhvr>
                                        <p:cTn id="225" dur="1000" fill="hold"/>
                                        <p:tgtEl>
                                          <p:spTgt spid="125"/>
                                        </p:tgtEl>
                                        <p:attrNameLst>
                                          <p:attrName>ppt_x</p:attrName>
                                        </p:attrNameLst>
                                      </p:cBhvr>
                                      <p:tavLst>
                                        <p:tav tm="0">
                                          <p:val>
                                            <p:strVal val="#ppt_x"/>
                                          </p:val>
                                        </p:tav>
                                        <p:tav tm="100000">
                                          <p:val>
                                            <p:strVal val="#ppt_x"/>
                                          </p:val>
                                        </p:tav>
                                      </p:tavLst>
                                    </p:anim>
                                    <p:anim calcmode="lin" valueType="num">
                                      <p:cBhvr>
                                        <p:cTn id="226" dur="1000" fill="hold"/>
                                        <p:tgtEl>
                                          <p:spTgt spid="125"/>
                                        </p:tgtEl>
                                        <p:attrNameLst>
                                          <p:attrName>ppt_y</p:attrName>
                                        </p:attrNameLst>
                                      </p:cBhvr>
                                      <p:tavLst>
                                        <p:tav tm="0">
                                          <p:val>
                                            <p:strVal val="#ppt_y+.1"/>
                                          </p:val>
                                        </p:tav>
                                        <p:tav tm="100000">
                                          <p:val>
                                            <p:strVal val="#ppt_y"/>
                                          </p:val>
                                        </p:tav>
                                      </p:tavLst>
                                    </p:anim>
                                  </p:childTnLst>
                                </p:cTn>
                              </p:par>
                              <p:par>
                                <p:cTn id="227" presetID="42" presetClass="entr" presetSubtype="0" fill="hold" grpId="0" nodeType="withEffect">
                                  <p:stCondLst>
                                    <p:cond delay="500"/>
                                  </p:stCondLst>
                                  <p:childTnLst>
                                    <p:set>
                                      <p:cBhvr>
                                        <p:cTn id="228" dur="1" fill="hold">
                                          <p:stCondLst>
                                            <p:cond delay="0"/>
                                          </p:stCondLst>
                                        </p:cTn>
                                        <p:tgtEl>
                                          <p:spTgt spid="126"/>
                                        </p:tgtEl>
                                        <p:attrNameLst>
                                          <p:attrName>style.visibility</p:attrName>
                                        </p:attrNameLst>
                                      </p:cBhvr>
                                      <p:to>
                                        <p:strVal val="visible"/>
                                      </p:to>
                                    </p:set>
                                    <p:animEffect transition="in" filter="fade">
                                      <p:cBhvr>
                                        <p:cTn id="229" dur="1000"/>
                                        <p:tgtEl>
                                          <p:spTgt spid="126"/>
                                        </p:tgtEl>
                                      </p:cBhvr>
                                    </p:animEffect>
                                    <p:anim calcmode="lin" valueType="num">
                                      <p:cBhvr>
                                        <p:cTn id="230" dur="1000" fill="hold"/>
                                        <p:tgtEl>
                                          <p:spTgt spid="126"/>
                                        </p:tgtEl>
                                        <p:attrNameLst>
                                          <p:attrName>ppt_x</p:attrName>
                                        </p:attrNameLst>
                                      </p:cBhvr>
                                      <p:tavLst>
                                        <p:tav tm="0">
                                          <p:val>
                                            <p:strVal val="#ppt_x"/>
                                          </p:val>
                                        </p:tav>
                                        <p:tav tm="100000">
                                          <p:val>
                                            <p:strVal val="#ppt_x"/>
                                          </p:val>
                                        </p:tav>
                                      </p:tavLst>
                                    </p:anim>
                                    <p:anim calcmode="lin" valueType="num">
                                      <p:cBhvr>
                                        <p:cTn id="231" dur="1000" fill="hold"/>
                                        <p:tgtEl>
                                          <p:spTgt spid="126"/>
                                        </p:tgtEl>
                                        <p:attrNameLst>
                                          <p:attrName>ppt_y</p:attrName>
                                        </p:attrNameLst>
                                      </p:cBhvr>
                                      <p:tavLst>
                                        <p:tav tm="0">
                                          <p:val>
                                            <p:strVal val="#ppt_y+.1"/>
                                          </p:val>
                                        </p:tav>
                                        <p:tav tm="100000">
                                          <p:val>
                                            <p:strVal val="#ppt_y"/>
                                          </p:val>
                                        </p:tav>
                                      </p:tavLst>
                                    </p:anim>
                                  </p:childTnLst>
                                </p:cTn>
                              </p:par>
                            </p:childTnLst>
                          </p:cTn>
                        </p:par>
                        <p:par>
                          <p:cTn id="232" fill="hold">
                            <p:stCondLst>
                              <p:cond delay="5750"/>
                            </p:stCondLst>
                            <p:childTnLst>
                              <p:par>
                                <p:cTn id="233" presetID="22" presetClass="entr" presetSubtype="8" fill="hold" nodeType="afterEffect">
                                  <p:stCondLst>
                                    <p:cond delay="0"/>
                                  </p:stCondLst>
                                  <p:childTnLst>
                                    <p:set>
                                      <p:cBhvr>
                                        <p:cTn id="234" dur="1" fill="hold">
                                          <p:stCondLst>
                                            <p:cond delay="0"/>
                                          </p:stCondLst>
                                        </p:cTn>
                                        <p:tgtEl>
                                          <p:spTgt spid="129"/>
                                        </p:tgtEl>
                                        <p:attrNameLst>
                                          <p:attrName>style.visibility</p:attrName>
                                        </p:attrNameLst>
                                      </p:cBhvr>
                                      <p:to>
                                        <p:strVal val="visible"/>
                                      </p:to>
                                    </p:set>
                                    <p:animEffect transition="in" filter="wipe(left)">
                                      <p:cBhvr>
                                        <p:cTn id="235" dur="1000"/>
                                        <p:tgtEl>
                                          <p:spTgt spid="129"/>
                                        </p:tgtEl>
                                      </p:cBhvr>
                                    </p:animEffect>
                                  </p:childTnLst>
                                </p:cTn>
                              </p:par>
                            </p:childTnLst>
                          </p:cTn>
                        </p:par>
                      </p:childTnLst>
                    </p:cTn>
                  </p:par>
                  <p:par>
                    <p:cTn id="236" fill="hold">
                      <p:stCondLst>
                        <p:cond delay="indefinite"/>
                      </p:stCondLst>
                      <p:childTnLst>
                        <p:par>
                          <p:cTn id="237" fill="hold">
                            <p:stCondLst>
                              <p:cond delay="0"/>
                            </p:stCondLst>
                            <p:childTnLst>
                              <p:par>
                                <p:cTn id="238" presetID="35" presetClass="path" presetSubtype="0" accel="50000" decel="50000" fill="hold" grpId="0" nodeType="clickEffect">
                                  <p:stCondLst>
                                    <p:cond delay="0"/>
                                  </p:stCondLst>
                                  <p:childTnLst>
                                    <p:animMotion origin="layout" path="M -4.58333E-6 1.85185E-6 L -0.10092 0.00093 " pathEditMode="relative" rAng="0" ptsTypes="AA">
                                      <p:cBhvr>
                                        <p:cTn id="239" dur="1500" fill="hold"/>
                                        <p:tgtEl>
                                          <p:spTgt spid="37"/>
                                        </p:tgtEl>
                                        <p:attrNameLst>
                                          <p:attrName>ppt_x</p:attrName>
                                          <p:attrName>ppt_y</p:attrName>
                                        </p:attrNameLst>
                                      </p:cBhvr>
                                      <p:rCtr x="-5039" y="162"/>
                                    </p:animMotion>
                                  </p:childTnLst>
                                </p:cTn>
                              </p:par>
                              <p:par>
                                <p:cTn id="240" presetID="63" presetClass="path" presetSubtype="0" accel="50000" decel="50000" fill="hold" grpId="3" nodeType="withEffect">
                                  <p:stCondLst>
                                    <p:cond delay="500"/>
                                  </p:stCondLst>
                                  <p:childTnLst>
                                    <p:animMotion origin="layout" path="M -0.20039 1.85185E-6 L -0.09948 2.22222E-6 " pathEditMode="relative" rAng="0" ptsTypes="AA">
                                      <p:cBhvr>
                                        <p:cTn id="241" dur="1500" fill="hold"/>
                                        <p:tgtEl>
                                          <p:spTgt spid="41"/>
                                        </p:tgtEl>
                                        <p:attrNameLst>
                                          <p:attrName>ppt_x</p:attrName>
                                          <p:attrName>ppt_y</p:attrName>
                                        </p:attrNameLst>
                                      </p:cBhvr>
                                      <p:rCtr x="4961" y="-93"/>
                                    </p:animMotion>
                                  </p:childTnLst>
                                </p:cTn>
                              </p:par>
                              <p:par>
                                <p:cTn id="242" presetID="63" presetClass="path" presetSubtype="0" accel="50000" decel="50000" fill="hold" grpId="0" nodeType="withEffect">
                                  <p:stCondLst>
                                    <p:cond delay="1000"/>
                                  </p:stCondLst>
                                  <p:childTnLst>
                                    <p:animMotion origin="layout" path="M -3.54167E-6 -1.48148E-6 L 0.09948 0.00024 " pathEditMode="relative" rAng="0" ptsTypes="AA">
                                      <p:cBhvr>
                                        <p:cTn id="243" dur="1500" fill="hold"/>
                                        <p:tgtEl>
                                          <p:spTgt spid="44"/>
                                        </p:tgtEl>
                                        <p:attrNameLst>
                                          <p:attrName>ppt_x</p:attrName>
                                          <p:attrName>ppt_y</p:attrName>
                                        </p:attrNameLst>
                                      </p:cBhvr>
                                      <p:rCtr x="4870" y="116"/>
                                    </p:animMotion>
                                  </p:childTnLst>
                                </p:cTn>
                              </p:par>
                              <p:par>
                                <p:cTn id="244" presetID="35" presetClass="path" presetSubtype="0" accel="50000" decel="50000" fill="hold" grpId="4" nodeType="withEffect">
                                  <p:stCondLst>
                                    <p:cond delay="1500"/>
                                  </p:stCondLst>
                                  <p:childTnLst>
                                    <p:animMotion origin="layout" path="M 0.15169 -0.0007 L 0.05091 0.00046 " pathEditMode="relative" rAng="0" ptsTypes="AA">
                                      <p:cBhvr>
                                        <p:cTn id="245" dur="1500" fill="hold"/>
                                        <p:tgtEl>
                                          <p:spTgt spid="43"/>
                                        </p:tgtEl>
                                        <p:attrNameLst>
                                          <p:attrName>ppt_x</p:attrName>
                                          <p:attrName>ppt_y</p:attrName>
                                        </p:attrNameLst>
                                      </p:cBhvr>
                                      <p:rCtr x="-5091" y="69"/>
                                    </p:animMotion>
                                  </p:childTnLst>
                                </p:cTn>
                              </p:par>
                            </p:childTnLst>
                          </p:cTn>
                        </p:par>
                      </p:childTnLst>
                    </p:cTn>
                  </p:par>
                  <p:par>
                    <p:cTn id="246" fill="hold">
                      <p:stCondLst>
                        <p:cond delay="indefinite"/>
                      </p:stCondLst>
                      <p:childTnLst>
                        <p:par>
                          <p:cTn id="247" fill="hold">
                            <p:stCondLst>
                              <p:cond delay="0"/>
                            </p:stCondLst>
                            <p:childTnLst>
                              <p:par>
                                <p:cTn id="248" presetID="7" presetClass="emph" presetSubtype="2" fill="hold" nodeType="clickEffect">
                                  <p:stCondLst>
                                    <p:cond delay="0"/>
                                  </p:stCondLst>
                                  <p:childTnLst>
                                    <p:animClr clrSpc="rgb" dir="cw">
                                      <p:cBhvr>
                                        <p:cTn id="249" dur="1500" fill="hold"/>
                                        <p:tgtEl>
                                          <p:spTgt spid="111"/>
                                        </p:tgtEl>
                                        <p:attrNameLst>
                                          <p:attrName>stroke.color</p:attrName>
                                        </p:attrNameLst>
                                      </p:cBhvr>
                                      <p:to>
                                        <a:srgbClr val="C00000"/>
                                      </p:to>
                                    </p:animClr>
                                    <p:set>
                                      <p:cBhvr>
                                        <p:cTn id="250" dur="1500" fill="hold"/>
                                        <p:tgtEl>
                                          <p:spTgt spid="111"/>
                                        </p:tgtEl>
                                        <p:attrNameLst>
                                          <p:attrName>stroke.on</p:attrName>
                                        </p:attrNameLst>
                                      </p:cBhvr>
                                      <p:to>
                                        <p:strVal val="true"/>
                                      </p:to>
                                    </p:set>
                                  </p:childTnLst>
                                </p:cTn>
                              </p:par>
                              <p:par>
                                <p:cTn id="251" presetID="32" presetClass="emph" presetSubtype="0" fill="hold" nodeType="withEffect">
                                  <p:stCondLst>
                                    <p:cond delay="0"/>
                                  </p:stCondLst>
                                  <p:childTnLst>
                                    <p:animRot by="120000">
                                      <p:cBhvr>
                                        <p:cTn id="252" dur="150" fill="hold">
                                          <p:stCondLst>
                                            <p:cond delay="0"/>
                                          </p:stCondLst>
                                        </p:cTn>
                                        <p:tgtEl>
                                          <p:spTgt spid="111"/>
                                        </p:tgtEl>
                                        <p:attrNameLst>
                                          <p:attrName>r</p:attrName>
                                        </p:attrNameLst>
                                      </p:cBhvr>
                                    </p:animRot>
                                    <p:animRot by="-240000">
                                      <p:cBhvr>
                                        <p:cTn id="253" dur="300" fill="hold">
                                          <p:stCondLst>
                                            <p:cond delay="300"/>
                                          </p:stCondLst>
                                        </p:cTn>
                                        <p:tgtEl>
                                          <p:spTgt spid="111"/>
                                        </p:tgtEl>
                                        <p:attrNameLst>
                                          <p:attrName>r</p:attrName>
                                        </p:attrNameLst>
                                      </p:cBhvr>
                                    </p:animRot>
                                    <p:animRot by="240000">
                                      <p:cBhvr>
                                        <p:cTn id="254" dur="300" fill="hold">
                                          <p:stCondLst>
                                            <p:cond delay="600"/>
                                          </p:stCondLst>
                                        </p:cTn>
                                        <p:tgtEl>
                                          <p:spTgt spid="111"/>
                                        </p:tgtEl>
                                        <p:attrNameLst>
                                          <p:attrName>r</p:attrName>
                                        </p:attrNameLst>
                                      </p:cBhvr>
                                    </p:animRot>
                                    <p:animRot by="-240000">
                                      <p:cBhvr>
                                        <p:cTn id="255" dur="300" fill="hold">
                                          <p:stCondLst>
                                            <p:cond delay="900"/>
                                          </p:stCondLst>
                                        </p:cTn>
                                        <p:tgtEl>
                                          <p:spTgt spid="111"/>
                                        </p:tgtEl>
                                        <p:attrNameLst>
                                          <p:attrName>r</p:attrName>
                                        </p:attrNameLst>
                                      </p:cBhvr>
                                    </p:animRot>
                                    <p:animRot by="120000">
                                      <p:cBhvr>
                                        <p:cTn id="256" dur="300" fill="hold">
                                          <p:stCondLst>
                                            <p:cond delay="1200"/>
                                          </p:stCondLst>
                                        </p:cTn>
                                        <p:tgtEl>
                                          <p:spTgt spid="111"/>
                                        </p:tgtEl>
                                        <p:attrNameLst>
                                          <p:attrName>r</p:attrName>
                                        </p:attrNameLst>
                                      </p:cBhvr>
                                    </p:animRot>
                                  </p:childTnLst>
                                </p:cTn>
                              </p:par>
                            </p:childTnLst>
                          </p:cTn>
                        </p:par>
                        <p:par>
                          <p:cTn id="257" fill="hold">
                            <p:stCondLst>
                              <p:cond delay="1500"/>
                            </p:stCondLst>
                            <p:childTnLst>
                              <p:par>
                                <p:cTn id="258" presetID="1" presetClass="entr" presetSubtype="0" fill="hold" grpId="0" nodeType="afterEffect">
                                  <p:stCondLst>
                                    <p:cond delay="0"/>
                                  </p:stCondLst>
                                  <p:childTnLst>
                                    <p:set>
                                      <p:cBhvr>
                                        <p:cTn id="259" dur="1" fill="hold">
                                          <p:stCondLst>
                                            <p:cond delay="0"/>
                                          </p:stCondLst>
                                        </p:cTn>
                                        <p:tgtEl>
                                          <p:spTgt spid="132"/>
                                        </p:tgtEl>
                                        <p:attrNameLst>
                                          <p:attrName>style.visibility</p:attrName>
                                        </p:attrNameLst>
                                      </p:cBhvr>
                                      <p:to>
                                        <p:strVal val="visible"/>
                                      </p:to>
                                    </p:set>
                                  </p:childTnLst>
                                </p:cTn>
                              </p:par>
                            </p:childTnLst>
                          </p:cTn>
                        </p:par>
                        <p:par>
                          <p:cTn id="260" fill="hold">
                            <p:stCondLst>
                              <p:cond delay="1500"/>
                            </p:stCondLst>
                            <p:childTnLst>
                              <p:par>
                                <p:cTn id="261" presetID="42" presetClass="path" presetSubtype="0" accel="50000" decel="50000" fill="hold" grpId="1" nodeType="afterEffect">
                                  <p:stCondLst>
                                    <p:cond delay="0"/>
                                  </p:stCondLst>
                                  <p:childTnLst>
                                    <p:animMotion origin="layout" path="M -4.79167E-6 1.11111E-6 L -0.24375 0.30648 " pathEditMode="relative" rAng="0" ptsTypes="AA">
                                      <p:cBhvr>
                                        <p:cTn id="262" dur="1500" fill="hold"/>
                                        <p:tgtEl>
                                          <p:spTgt spid="132"/>
                                        </p:tgtEl>
                                        <p:attrNameLst>
                                          <p:attrName>ppt_x</p:attrName>
                                          <p:attrName>ppt_y</p:attrName>
                                        </p:attrNameLst>
                                      </p:cBhvr>
                                      <p:rCtr x="-12188" y="15324"/>
                                    </p:animMotion>
                                  </p:childTnLst>
                                </p:cTn>
                              </p:par>
                              <p:par>
                                <p:cTn id="263" presetID="10" presetClass="exit" presetSubtype="0" fill="hold" grpId="2" nodeType="withEffect">
                                  <p:stCondLst>
                                    <p:cond delay="0"/>
                                  </p:stCondLst>
                                  <p:childTnLst>
                                    <p:animEffect transition="out" filter="fade">
                                      <p:cBhvr>
                                        <p:cTn id="264" dur="1500"/>
                                        <p:tgtEl>
                                          <p:spTgt spid="121"/>
                                        </p:tgtEl>
                                      </p:cBhvr>
                                    </p:animEffect>
                                    <p:set>
                                      <p:cBhvr>
                                        <p:cTn id="265" dur="1" fill="hold">
                                          <p:stCondLst>
                                            <p:cond delay="1499"/>
                                          </p:stCondLst>
                                        </p:cTn>
                                        <p:tgtEl>
                                          <p:spTgt spid="121"/>
                                        </p:tgtEl>
                                        <p:attrNameLst>
                                          <p:attrName>style.visibility</p:attrName>
                                        </p:attrNameLst>
                                      </p:cBhvr>
                                      <p:to>
                                        <p:strVal val="hidden"/>
                                      </p:to>
                                    </p:set>
                                  </p:childTnLst>
                                </p:cTn>
                              </p:par>
                            </p:childTnLst>
                          </p:cTn>
                        </p:par>
                        <p:par>
                          <p:cTn id="266" fill="hold">
                            <p:stCondLst>
                              <p:cond delay="3000"/>
                            </p:stCondLst>
                            <p:childTnLst>
                              <p:par>
                                <p:cTn id="267" presetID="32" presetClass="emph" presetSubtype="0" fill="hold" nodeType="afterEffect">
                                  <p:stCondLst>
                                    <p:cond delay="0"/>
                                  </p:stCondLst>
                                  <p:childTnLst>
                                    <p:animRot by="120000">
                                      <p:cBhvr>
                                        <p:cTn id="268" dur="100" fill="hold">
                                          <p:stCondLst>
                                            <p:cond delay="0"/>
                                          </p:stCondLst>
                                        </p:cTn>
                                        <p:tgtEl>
                                          <p:spTgt spid="127"/>
                                        </p:tgtEl>
                                        <p:attrNameLst>
                                          <p:attrName>r</p:attrName>
                                        </p:attrNameLst>
                                      </p:cBhvr>
                                    </p:animRot>
                                    <p:animRot by="-240000">
                                      <p:cBhvr>
                                        <p:cTn id="269" dur="200" fill="hold">
                                          <p:stCondLst>
                                            <p:cond delay="200"/>
                                          </p:stCondLst>
                                        </p:cTn>
                                        <p:tgtEl>
                                          <p:spTgt spid="127"/>
                                        </p:tgtEl>
                                        <p:attrNameLst>
                                          <p:attrName>r</p:attrName>
                                        </p:attrNameLst>
                                      </p:cBhvr>
                                    </p:animRot>
                                    <p:animRot by="240000">
                                      <p:cBhvr>
                                        <p:cTn id="270" dur="200" fill="hold">
                                          <p:stCondLst>
                                            <p:cond delay="400"/>
                                          </p:stCondLst>
                                        </p:cTn>
                                        <p:tgtEl>
                                          <p:spTgt spid="127"/>
                                        </p:tgtEl>
                                        <p:attrNameLst>
                                          <p:attrName>r</p:attrName>
                                        </p:attrNameLst>
                                      </p:cBhvr>
                                    </p:animRot>
                                    <p:animRot by="-240000">
                                      <p:cBhvr>
                                        <p:cTn id="271" dur="200" fill="hold">
                                          <p:stCondLst>
                                            <p:cond delay="600"/>
                                          </p:stCondLst>
                                        </p:cTn>
                                        <p:tgtEl>
                                          <p:spTgt spid="127"/>
                                        </p:tgtEl>
                                        <p:attrNameLst>
                                          <p:attrName>r</p:attrName>
                                        </p:attrNameLst>
                                      </p:cBhvr>
                                    </p:animRot>
                                    <p:animRot by="120000">
                                      <p:cBhvr>
                                        <p:cTn id="272" dur="200" fill="hold">
                                          <p:stCondLst>
                                            <p:cond delay="800"/>
                                          </p:stCondLst>
                                        </p:cTn>
                                        <p:tgtEl>
                                          <p:spTgt spid="127"/>
                                        </p:tgtEl>
                                        <p:attrNameLst>
                                          <p:attrName>r</p:attrName>
                                        </p:attrNameLst>
                                      </p:cBhvr>
                                    </p:animRot>
                                  </p:childTnLst>
                                </p:cTn>
                              </p:par>
                            </p:childTnLst>
                          </p:cTn>
                        </p:par>
                      </p:childTnLst>
                    </p:cTn>
                  </p:par>
                  <p:par>
                    <p:cTn id="273" fill="hold">
                      <p:stCondLst>
                        <p:cond delay="indefinite"/>
                      </p:stCondLst>
                      <p:childTnLst>
                        <p:par>
                          <p:cTn id="274" fill="hold">
                            <p:stCondLst>
                              <p:cond delay="0"/>
                            </p:stCondLst>
                            <p:childTnLst>
                              <p:par>
                                <p:cTn id="275" presetID="31" presetClass="entr" presetSubtype="0" fill="hold" grpId="3" nodeType="clickEffect">
                                  <p:stCondLst>
                                    <p:cond delay="0"/>
                                  </p:stCondLst>
                                  <p:childTnLst>
                                    <p:set>
                                      <p:cBhvr>
                                        <p:cTn id="276" dur="1" fill="hold">
                                          <p:stCondLst>
                                            <p:cond delay="0"/>
                                          </p:stCondLst>
                                        </p:cTn>
                                        <p:tgtEl>
                                          <p:spTgt spid="63"/>
                                        </p:tgtEl>
                                        <p:attrNameLst>
                                          <p:attrName>style.visibility</p:attrName>
                                        </p:attrNameLst>
                                      </p:cBhvr>
                                      <p:to>
                                        <p:strVal val="visible"/>
                                      </p:to>
                                    </p:set>
                                    <p:anim calcmode="lin" valueType="num">
                                      <p:cBhvr>
                                        <p:cTn id="277" dur="1000" fill="hold"/>
                                        <p:tgtEl>
                                          <p:spTgt spid="63"/>
                                        </p:tgtEl>
                                        <p:attrNameLst>
                                          <p:attrName>ppt_w</p:attrName>
                                        </p:attrNameLst>
                                      </p:cBhvr>
                                      <p:tavLst>
                                        <p:tav tm="0">
                                          <p:val>
                                            <p:fltVal val="0"/>
                                          </p:val>
                                        </p:tav>
                                        <p:tav tm="100000">
                                          <p:val>
                                            <p:strVal val="#ppt_w"/>
                                          </p:val>
                                        </p:tav>
                                      </p:tavLst>
                                    </p:anim>
                                    <p:anim calcmode="lin" valueType="num">
                                      <p:cBhvr>
                                        <p:cTn id="278" dur="1000" fill="hold"/>
                                        <p:tgtEl>
                                          <p:spTgt spid="63"/>
                                        </p:tgtEl>
                                        <p:attrNameLst>
                                          <p:attrName>ppt_h</p:attrName>
                                        </p:attrNameLst>
                                      </p:cBhvr>
                                      <p:tavLst>
                                        <p:tav tm="0">
                                          <p:val>
                                            <p:fltVal val="0"/>
                                          </p:val>
                                        </p:tav>
                                        <p:tav tm="100000">
                                          <p:val>
                                            <p:strVal val="#ppt_h"/>
                                          </p:val>
                                        </p:tav>
                                      </p:tavLst>
                                    </p:anim>
                                    <p:anim calcmode="lin" valueType="num">
                                      <p:cBhvr>
                                        <p:cTn id="279" dur="1000" fill="hold"/>
                                        <p:tgtEl>
                                          <p:spTgt spid="63"/>
                                        </p:tgtEl>
                                        <p:attrNameLst>
                                          <p:attrName>style.rotation</p:attrName>
                                        </p:attrNameLst>
                                      </p:cBhvr>
                                      <p:tavLst>
                                        <p:tav tm="0">
                                          <p:val>
                                            <p:fltVal val="90"/>
                                          </p:val>
                                        </p:tav>
                                        <p:tav tm="100000">
                                          <p:val>
                                            <p:fltVal val="0"/>
                                          </p:val>
                                        </p:tav>
                                      </p:tavLst>
                                    </p:anim>
                                    <p:animEffect transition="in" filter="fade">
                                      <p:cBhvr>
                                        <p:cTn id="280" dur="1000"/>
                                        <p:tgtEl>
                                          <p:spTgt spid="63"/>
                                        </p:tgtEl>
                                      </p:cBhvr>
                                    </p:animEffect>
                                  </p:childTnLst>
                                </p:cTn>
                              </p:par>
                              <p:par>
                                <p:cTn id="281" presetID="31" presetClass="entr" presetSubtype="0" fill="hold" grpId="0" nodeType="withEffect">
                                  <p:stCondLst>
                                    <p:cond delay="0"/>
                                  </p:stCondLst>
                                  <p:childTnLst>
                                    <p:set>
                                      <p:cBhvr>
                                        <p:cTn id="282" dur="1" fill="hold">
                                          <p:stCondLst>
                                            <p:cond delay="0"/>
                                          </p:stCondLst>
                                        </p:cTn>
                                        <p:tgtEl>
                                          <p:spTgt spid="133"/>
                                        </p:tgtEl>
                                        <p:attrNameLst>
                                          <p:attrName>style.visibility</p:attrName>
                                        </p:attrNameLst>
                                      </p:cBhvr>
                                      <p:to>
                                        <p:strVal val="visible"/>
                                      </p:to>
                                    </p:set>
                                    <p:anim calcmode="lin" valueType="num">
                                      <p:cBhvr>
                                        <p:cTn id="283" dur="1000" fill="hold"/>
                                        <p:tgtEl>
                                          <p:spTgt spid="133"/>
                                        </p:tgtEl>
                                        <p:attrNameLst>
                                          <p:attrName>ppt_w</p:attrName>
                                        </p:attrNameLst>
                                      </p:cBhvr>
                                      <p:tavLst>
                                        <p:tav tm="0">
                                          <p:val>
                                            <p:fltVal val="0"/>
                                          </p:val>
                                        </p:tav>
                                        <p:tav tm="100000">
                                          <p:val>
                                            <p:strVal val="#ppt_w"/>
                                          </p:val>
                                        </p:tav>
                                      </p:tavLst>
                                    </p:anim>
                                    <p:anim calcmode="lin" valueType="num">
                                      <p:cBhvr>
                                        <p:cTn id="284" dur="1000" fill="hold"/>
                                        <p:tgtEl>
                                          <p:spTgt spid="133"/>
                                        </p:tgtEl>
                                        <p:attrNameLst>
                                          <p:attrName>ppt_h</p:attrName>
                                        </p:attrNameLst>
                                      </p:cBhvr>
                                      <p:tavLst>
                                        <p:tav tm="0">
                                          <p:val>
                                            <p:fltVal val="0"/>
                                          </p:val>
                                        </p:tav>
                                        <p:tav tm="100000">
                                          <p:val>
                                            <p:strVal val="#ppt_h"/>
                                          </p:val>
                                        </p:tav>
                                      </p:tavLst>
                                    </p:anim>
                                    <p:anim calcmode="lin" valueType="num">
                                      <p:cBhvr>
                                        <p:cTn id="285" dur="1000" fill="hold"/>
                                        <p:tgtEl>
                                          <p:spTgt spid="133"/>
                                        </p:tgtEl>
                                        <p:attrNameLst>
                                          <p:attrName>style.rotation</p:attrName>
                                        </p:attrNameLst>
                                      </p:cBhvr>
                                      <p:tavLst>
                                        <p:tav tm="0">
                                          <p:val>
                                            <p:fltVal val="90"/>
                                          </p:val>
                                        </p:tav>
                                        <p:tav tm="100000">
                                          <p:val>
                                            <p:fltVal val="0"/>
                                          </p:val>
                                        </p:tav>
                                      </p:tavLst>
                                    </p:anim>
                                    <p:animEffect transition="in" filter="fade">
                                      <p:cBhvr>
                                        <p:cTn id="286" dur="1000"/>
                                        <p:tgtEl>
                                          <p:spTgt spid="133"/>
                                        </p:tgtEl>
                                      </p:cBhvr>
                                    </p:animEffect>
                                  </p:childTnLst>
                                </p:cTn>
                              </p:par>
                            </p:childTnLst>
                          </p:cTn>
                        </p:par>
                        <p:par>
                          <p:cTn id="287" fill="hold">
                            <p:stCondLst>
                              <p:cond delay="1000"/>
                            </p:stCondLst>
                            <p:childTnLst>
                              <p:par>
                                <p:cTn id="288" presetID="63" presetClass="path" presetSubtype="0" accel="50000" decel="50000" fill="hold" grpId="1" nodeType="afterEffect">
                                  <p:stCondLst>
                                    <p:cond delay="0"/>
                                  </p:stCondLst>
                                  <p:childTnLst>
                                    <p:animMotion origin="layout" path="M -1.04167E-6 5.55112E-17 L 0.53229 0.00556 " pathEditMode="relative" rAng="0" ptsTypes="AA">
                                      <p:cBhvr>
                                        <p:cTn id="289" dur="2000" fill="hold"/>
                                        <p:tgtEl>
                                          <p:spTgt spid="133"/>
                                        </p:tgtEl>
                                        <p:attrNameLst>
                                          <p:attrName>ppt_x</p:attrName>
                                          <p:attrName>ppt_y</p:attrName>
                                        </p:attrNameLst>
                                      </p:cBhvr>
                                      <p:rCtr x="26615" y="278"/>
                                    </p:animMotion>
                                  </p:childTnLst>
                                </p:cTn>
                              </p:par>
                              <p:par>
                                <p:cTn id="290" presetID="63" presetClass="path" presetSubtype="0" accel="50000" decel="50000" fill="hold" grpId="4" nodeType="withEffect">
                                  <p:stCondLst>
                                    <p:cond delay="0"/>
                                  </p:stCondLst>
                                  <p:childTnLst>
                                    <p:animMotion origin="layout" path="M 1.875E-6 -2.59259E-6 L 0.04596 0.00417 " pathEditMode="relative" rAng="0" ptsTypes="AA">
                                      <p:cBhvr>
                                        <p:cTn id="291" dur="2000" fill="hold"/>
                                        <p:tgtEl>
                                          <p:spTgt spid="63"/>
                                        </p:tgtEl>
                                        <p:attrNameLst>
                                          <p:attrName>ppt_x</p:attrName>
                                          <p:attrName>ppt_y</p:attrName>
                                        </p:attrNameLst>
                                      </p:cBhvr>
                                      <p:rCtr x="2292" y="208"/>
                                    </p:animMotion>
                                  </p:childTnLst>
                                </p:cTn>
                              </p:par>
                              <p:par>
                                <p:cTn id="292" presetID="10" presetClass="exit" presetSubtype="0" fill="hold" grpId="0" nodeType="withEffect">
                                  <p:stCondLst>
                                    <p:cond delay="750"/>
                                  </p:stCondLst>
                                  <p:childTnLst>
                                    <p:animEffect transition="out" filter="fade">
                                      <p:cBhvr>
                                        <p:cTn id="293" dur="1000"/>
                                        <p:tgtEl>
                                          <p:spTgt spid="16"/>
                                        </p:tgtEl>
                                      </p:cBhvr>
                                    </p:animEffect>
                                    <p:set>
                                      <p:cBhvr>
                                        <p:cTn id="294" dur="1" fill="hold">
                                          <p:stCondLst>
                                            <p:cond delay="999"/>
                                          </p:stCondLst>
                                        </p:cTn>
                                        <p:tgtEl>
                                          <p:spTgt spid="16"/>
                                        </p:tgtEl>
                                        <p:attrNameLst>
                                          <p:attrName>style.visibility</p:attrName>
                                        </p:attrNameLst>
                                      </p:cBhvr>
                                      <p:to>
                                        <p:strVal val="hidden"/>
                                      </p:to>
                                    </p:set>
                                  </p:childTnLst>
                                </p:cTn>
                              </p:par>
                            </p:childTnLst>
                          </p:cTn>
                        </p:par>
                        <p:par>
                          <p:cTn id="295" fill="hold">
                            <p:stCondLst>
                              <p:cond delay="3000"/>
                            </p:stCondLst>
                            <p:childTnLst>
                              <p:par>
                                <p:cTn id="296" presetID="10" presetClass="exit" presetSubtype="0" fill="hold" grpId="2" nodeType="afterEffect">
                                  <p:stCondLst>
                                    <p:cond delay="0"/>
                                  </p:stCondLst>
                                  <p:childTnLst>
                                    <p:animEffect transition="out" filter="fade">
                                      <p:cBhvr>
                                        <p:cTn id="297" dur="750"/>
                                        <p:tgtEl>
                                          <p:spTgt spid="133"/>
                                        </p:tgtEl>
                                      </p:cBhvr>
                                    </p:animEffect>
                                    <p:set>
                                      <p:cBhvr>
                                        <p:cTn id="298" dur="1" fill="hold">
                                          <p:stCondLst>
                                            <p:cond delay="749"/>
                                          </p:stCondLst>
                                        </p:cTn>
                                        <p:tgtEl>
                                          <p:spTgt spid="133"/>
                                        </p:tgtEl>
                                        <p:attrNameLst>
                                          <p:attrName>style.visibility</p:attrName>
                                        </p:attrNameLst>
                                      </p:cBhvr>
                                      <p:to>
                                        <p:strVal val="hidden"/>
                                      </p:to>
                                    </p:set>
                                  </p:childTnLst>
                                </p:cTn>
                              </p:par>
                              <p:par>
                                <p:cTn id="299" presetID="10" presetClass="exit" presetSubtype="0" fill="hold" grpId="5" nodeType="withEffect">
                                  <p:stCondLst>
                                    <p:cond delay="0"/>
                                  </p:stCondLst>
                                  <p:childTnLst>
                                    <p:animEffect transition="out" filter="fade">
                                      <p:cBhvr>
                                        <p:cTn id="300" dur="750"/>
                                        <p:tgtEl>
                                          <p:spTgt spid="63"/>
                                        </p:tgtEl>
                                      </p:cBhvr>
                                    </p:animEffect>
                                    <p:set>
                                      <p:cBhvr>
                                        <p:cTn id="301" dur="1" fill="hold">
                                          <p:stCondLst>
                                            <p:cond delay="749"/>
                                          </p:stCondLst>
                                        </p:cTn>
                                        <p:tgtEl>
                                          <p:spTgt spid="63"/>
                                        </p:tgtEl>
                                        <p:attrNameLst>
                                          <p:attrName>style.visibility</p:attrName>
                                        </p:attrNameLst>
                                      </p:cBhvr>
                                      <p:to>
                                        <p:strVal val="hidden"/>
                                      </p:to>
                                    </p:set>
                                  </p:childTnLst>
                                </p:cTn>
                              </p:par>
                              <p:par>
                                <p:cTn id="302" presetID="10" presetClass="entr" presetSubtype="0" fill="hold" grpId="0" nodeType="withEffect">
                                  <p:stCondLst>
                                    <p:cond delay="0"/>
                                  </p:stCondLst>
                                  <p:childTnLst>
                                    <p:set>
                                      <p:cBhvr>
                                        <p:cTn id="303" dur="1" fill="hold">
                                          <p:stCondLst>
                                            <p:cond delay="0"/>
                                          </p:stCondLst>
                                        </p:cTn>
                                        <p:tgtEl>
                                          <p:spTgt spid="134"/>
                                        </p:tgtEl>
                                        <p:attrNameLst>
                                          <p:attrName>style.visibility</p:attrName>
                                        </p:attrNameLst>
                                      </p:cBhvr>
                                      <p:to>
                                        <p:strVal val="visible"/>
                                      </p:to>
                                    </p:set>
                                    <p:animEffect transition="in" filter="fade">
                                      <p:cBhvr>
                                        <p:cTn id="304" dur="1250"/>
                                        <p:tgtEl>
                                          <p:spTgt spid="134"/>
                                        </p:tgtEl>
                                      </p:cBhvr>
                                    </p:animEffect>
                                  </p:childTnLst>
                                </p:cTn>
                              </p:par>
                            </p:childTnLst>
                          </p:cTn>
                        </p:par>
                        <p:par>
                          <p:cTn id="305" fill="hold">
                            <p:stCondLst>
                              <p:cond delay="4250"/>
                            </p:stCondLst>
                            <p:childTnLst>
                              <p:par>
                                <p:cTn id="306" presetID="10" presetClass="exit" presetSubtype="0" fill="hold" grpId="0" nodeType="afterEffect">
                                  <p:stCondLst>
                                    <p:cond delay="0"/>
                                  </p:stCondLst>
                                  <p:childTnLst>
                                    <p:animEffect transition="out" filter="fade">
                                      <p:cBhvr>
                                        <p:cTn id="307" dur="1000"/>
                                        <p:tgtEl>
                                          <p:spTgt spid="17"/>
                                        </p:tgtEl>
                                      </p:cBhvr>
                                    </p:animEffect>
                                    <p:set>
                                      <p:cBhvr>
                                        <p:cTn id="308" dur="1" fill="hold">
                                          <p:stCondLst>
                                            <p:cond delay="999"/>
                                          </p:stCondLst>
                                        </p:cTn>
                                        <p:tgtEl>
                                          <p:spTgt spid="17"/>
                                        </p:tgtEl>
                                        <p:attrNameLst>
                                          <p:attrName>style.visibility</p:attrName>
                                        </p:attrNameLst>
                                      </p:cBhvr>
                                      <p:to>
                                        <p:strVal val="hidden"/>
                                      </p:to>
                                    </p:set>
                                  </p:childTnLst>
                                </p:cTn>
                              </p:par>
                              <p:par>
                                <p:cTn id="309" presetID="42" presetClass="entr" presetSubtype="0" fill="hold" grpId="0" nodeType="withEffect">
                                  <p:stCondLst>
                                    <p:cond delay="0"/>
                                  </p:stCondLst>
                                  <p:childTnLst>
                                    <p:set>
                                      <p:cBhvr>
                                        <p:cTn id="310" dur="1" fill="hold">
                                          <p:stCondLst>
                                            <p:cond delay="0"/>
                                          </p:stCondLst>
                                        </p:cTn>
                                        <p:tgtEl>
                                          <p:spTgt spid="135"/>
                                        </p:tgtEl>
                                        <p:attrNameLst>
                                          <p:attrName>style.visibility</p:attrName>
                                        </p:attrNameLst>
                                      </p:cBhvr>
                                      <p:to>
                                        <p:strVal val="visible"/>
                                      </p:to>
                                    </p:set>
                                    <p:animEffect transition="in" filter="fade">
                                      <p:cBhvr>
                                        <p:cTn id="311" dur="1000"/>
                                        <p:tgtEl>
                                          <p:spTgt spid="135"/>
                                        </p:tgtEl>
                                      </p:cBhvr>
                                    </p:animEffect>
                                    <p:anim calcmode="lin" valueType="num">
                                      <p:cBhvr>
                                        <p:cTn id="312" dur="1000" fill="hold"/>
                                        <p:tgtEl>
                                          <p:spTgt spid="135"/>
                                        </p:tgtEl>
                                        <p:attrNameLst>
                                          <p:attrName>ppt_x</p:attrName>
                                        </p:attrNameLst>
                                      </p:cBhvr>
                                      <p:tavLst>
                                        <p:tav tm="0">
                                          <p:val>
                                            <p:strVal val="#ppt_x"/>
                                          </p:val>
                                        </p:tav>
                                        <p:tav tm="100000">
                                          <p:val>
                                            <p:strVal val="#ppt_x"/>
                                          </p:val>
                                        </p:tav>
                                      </p:tavLst>
                                    </p:anim>
                                    <p:anim calcmode="lin" valueType="num">
                                      <p:cBhvr>
                                        <p:cTn id="313" dur="1000" fill="hold"/>
                                        <p:tgtEl>
                                          <p:spTgt spid="135"/>
                                        </p:tgtEl>
                                        <p:attrNameLst>
                                          <p:attrName>ppt_y</p:attrName>
                                        </p:attrNameLst>
                                      </p:cBhvr>
                                      <p:tavLst>
                                        <p:tav tm="0">
                                          <p:val>
                                            <p:strVal val="#ppt_y+.1"/>
                                          </p:val>
                                        </p:tav>
                                        <p:tav tm="100000">
                                          <p:val>
                                            <p:strVal val="#ppt_y"/>
                                          </p:val>
                                        </p:tav>
                                      </p:tavLst>
                                    </p:anim>
                                  </p:childTnLst>
                                </p:cTn>
                              </p:par>
                              <p:par>
                                <p:cTn id="314" presetID="42" presetClass="entr" presetSubtype="0" fill="hold" grpId="0" nodeType="withEffect">
                                  <p:stCondLst>
                                    <p:cond delay="0"/>
                                  </p:stCondLst>
                                  <p:childTnLst>
                                    <p:set>
                                      <p:cBhvr>
                                        <p:cTn id="315" dur="1" fill="hold">
                                          <p:stCondLst>
                                            <p:cond delay="0"/>
                                          </p:stCondLst>
                                        </p:cTn>
                                        <p:tgtEl>
                                          <p:spTgt spid="136"/>
                                        </p:tgtEl>
                                        <p:attrNameLst>
                                          <p:attrName>style.visibility</p:attrName>
                                        </p:attrNameLst>
                                      </p:cBhvr>
                                      <p:to>
                                        <p:strVal val="visible"/>
                                      </p:to>
                                    </p:set>
                                    <p:animEffect transition="in" filter="fade">
                                      <p:cBhvr>
                                        <p:cTn id="316" dur="1000"/>
                                        <p:tgtEl>
                                          <p:spTgt spid="136"/>
                                        </p:tgtEl>
                                      </p:cBhvr>
                                    </p:animEffect>
                                    <p:anim calcmode="lin" valueType="num">
                                      <p:cBhvr>
                                        <p:cTn id="317" dur="1000" fill="hold"/>
                                        <p:tgtEl>
                                          <p:spTgt spid="136"/>
                                        </p:tgtEl>
                                        <p:attrNameLst>
                                          <p:attrName>ppt_x</p:attrName>
                                        </p:attrNameLst>
                                      </p:cBhvr>
                                      <p:tavLst>
                                        <p:tav tm="0">
                                          <p:val>
                                            <p:strVal val="#ppt_x"/>
                                          </p:val>
                                        </p:tav>
                                        <p:tav tm="100000">
                                          <p:val>
                                            <p:strVal val="#ppt_x"/>
                                          </p:val>
                                        </p:tav>
                                      </p:tavLst>
                                    </p:anim>
                                    <p:anim calcmode="lin" valueType="num">
                                      <p:cBhvr>
                                        <p:cTn id="318" dur="1000" fill="hold"/>
                                        <p:tgtEl>
                                          <p:spTgt spid="136"/>
                                        </p:tgtEl>
                                        <p:attrNameLst>
                                          <p:attrName>ppt_y</p:attrName>
                                        </p:attrNameLst>
                                      </p:cBhvr>
                                      <p:tavLst>
                                        <p:tav tm="0">
                                          <p:val>
                                            <p:strVal val="#ppt_y+.1"/>
                                          </p:val>
                                        </p:tav>
                                        <p:tav tm="100000">
                                          <p:val>
                                            <p:strVal val="#ppt_y"/>
                                          </p:val>
                                        </p:tav>
                                      </p:tavLst>
                                    </p:anim>
                                  </p:childTnLst>
                                </p:cTn>
                              </p:par>
                              <p:par>
                                <p:cTn id="319" presetID="10" presetClass="exit" presetSubtype="0" fill="hold" grpId="0" nodeType="withEffect">
                                  <p:stCondLst>
                                    <p:cond delay="0"/>
                                  </p:stCondLst>
                                  <p:childTnLst>
                                    <p:animEffect transition="out" filter="fade">
                                      <p:cBhvr>
                                        <p:cTn id="320" dur="1000"/>
                                        <p:tgtEl>
                                          <p:spTgt spid="20"/>
                                        </p:tgtEl>
                                      </p:cBhvr>
                                    </p:animEffect>
                                    <p:set>
                                      <p:cBhvr>
                                        <p:cTn id="321" dur="1" fill="hold">
                                          <p:stCondLst>
                                            <p:cond delay="999"/>
                                          </p:stCondLst>
                                        </p:cTn>
                                        <p:tgtEl>
                                          <p:spTgt spid="20"/>
                                        </p:tgtEl>
                                        <p:attrNameLst>
                                          <p:attrName>style.visibility</p:attrName>
                                        </p:attrNameLst>
                                      </p:cBhvr>
                                      <p:to>
                                        <p:strVal val="hidden"/>
                                      </p:to>
                                    </p:set>
                                  </p:childTnLst>
                                </p:cTn>
                              </p:par>
                            </p:childTnLst>
                          </p:cTn>
                        </p:par>
                        <p:par>
                          <p:cTn id="322" fill="hold">
                            <p:stCondLst>
                              <p:cond delay="5250"/>
                            </p:stCondLst>
                            <p:childTnLst>
                              <p:par>
                                <p:cTn id="323" presetID="32" presetClass="emph" presetSubtype="0" fill="hold" nodeType="afterEffect">
                                  <p:stCondLst>
                                    <p:cond delay="0"/>
                                  </p:stCondLst>
                                  <p:childTnLst>
                                    <p:animRot by="120000">
                                      <p:cBhvr>
                                        <p:cTn id="324" dur="100" fill="hold">
                                          <p:stCondLst>
                                            <p:cond delay="0"/>
                                          </p:stCondLst>
                                        </p:cTn>
                                        <p:tgtEl>
                                          <p:spTgt spid="129"/>
                                        </p:tgtEl>
                                        <p:attrNameLst>
                                          <p:attrName>r</p:attrName>
                                        </p:attrNameLst>
                                      </p:cBhvr>
                                    </p:animRot>
                                    <p:animRot by="-240000">
                                      <p:cBhvr>
                                        <p:cTn id="325" dur="200" fill="hold">
                                          <p:stCondLst>
                                            <p:cond delay="200"/>
                                          </p:stCondLst>
                                        </p:cTn>
                                        <p:tgtEl>
                                          <p:spTgt spid="129"/>
                                        </p:tgtEl>
                                        <p:attrNameLst>
                                          <p:attrName>r</p:attrName>
                                        </p:attrNameLst>
                                      </p:cBhvr>
                                    </p:animRot>
                                    <p:animRot by="240000">
                                      <p:cBhvr>
                                        <p:cTn id="326" dur="200" fill="hold">
                                          <p:stCondLst>
                                            <p:cond delay="400"/>
                                          </p:stCondLst>
                                        </p:cTn>
                                        <p:tgtEl>
                                          <p:spTgt spid="129"/>
                                        </p:tgtEl>
                                        <p:attrNameLst>
                                          <p:attrName>r</p:attrName>
                                        </p:attrNameLst>
                                      </p:cBhvr>
                                    </p:animRot>
                                    <p:animRot by="-240000">
                                      <p:cBhvr>
                                        <p:cTn id="327" dur="200" fill="hold">
                                          <p:stCondLst>
                                            <p:cond delay="600"/>
                                          </p:stCondLst>
                                        </p:cTn>
                                        <p:tgtEl>
                                          <p:spTgt spid="129"/>
                                        </p:tgtEl>
                                        <p:attrNameLst>
                                          <p:attrName>r</p:attrName>
                                        </p:attrNameLst>
                                      </p:cBhvr>
                                    </p:animRot>
                                    <p:animRot by="120000">
                                      <p:cBhvr>
                                        <p:cTn id="328" dur="200" fill="hold">
                                          <p:stCondLst>
                                            <p:cond delay="800"/>
                                          </p:stCondLst>
                                        </p:cTn>
                                        <p:tgtEl>
                                          <p:spTgt spid="129"/>
                                        </p:tgtEl>
                                        <p:attrNameLst>
                                          <p:attrName>r</p:attrName>
                                        </p:attrNameLst>
                                      </p:cBhvr>
                                    </p:animRot>
                                  </p:childTnLst>
                                </p:cTn>
                              </p:par>
                            </p:childTnLst>
                          </p:cTn>
                        </p:par>
                      </p:childTnLst>
                    </p:cTn>
                  </p:par>
                  <p:par>
                    <p:cTn id="329" fill="hold">
                      <p:stCondLst>
                        <p:cond delay="indefinite"/>
                      </p:stCondLst>
                      <p:childTnLst>
                        <p:par>
                          <p:cTn id="330" fill="hold">
                            <p:stCondLst>
                              <p:cond delay="0"/>
                            </p:stCondLst>
                            <p:childTnLst>
                              <p:par>
                                <p:cTn id="331" presetID="32" presetClass="emph" presetSubtype="0" fill="hold" nodeType="clickEffect">
                                  <p:stCondLst>
                                    <p:cond delay="0"/>
                                  </p:stCondLst>
                                  <p:childTnLst>
                                    <p:animRot by="120000">
                                      <p:cBhvr>
                                        <p:cTn id="332" dur="100" fill="hold">
                                          <p:stCondLst>
                                            <p:cond delay="0"/>
                                          </p:stCondLst>
                                        </p:cTn>
                                        <p:tgtEl>
                                          <p:spTgt spid="55"/>
                                        </p:tgtEl>
                                        <p:attrNameLst>
                                          <p:attrName>r</p:attrName>
                                        </p:attrNameLst>
                                      </p:cBhvr>
                                    </p:animRot>
                                    <p:animRot by="-240000">
                                      <p:cBhvr>
                                        <p:cTn id="333" dur="200" fill="hold">
                                          <p:stCondLst>
                                            <p:cond delay="200"/>
                                          </p:stCondLst>
                                        </p:cTn>
                                        <p:tgtEl>
                                          <p:spTgt spid="55"/>
                                        </p:tgtEl>
                                        <p:attrNameLst>
                                          <p:attrName>r</p:attrName>
                                        </p:attrNameLst>
                                      </p:cBhvr>
                                    </p:animRot>
                                    <p:animRot by="240000">
                                      <p:cBhvr>
                                        <p:cTn id="334" dur="200" fill="hold">
                                          <p:stCondLst>
                                            <p:cond delay="400"/>
                                          </p:stCondLst>
                                        </p:cTn>
                                        <p:tgtEl>
                                          <p:spTgt spid="55"/>
                                        </p:tgtEl>
                                        <p:attrNameLst>
                                          <p:attrName>r</p:attrName>
                                        </p:attrNameLst>
                                      </p:cBhvr>
                                    </p:animRot>
                                    <p:animRot by="-240000">
                                      <p:cBhvr>
                                        <p:cTn id="335" dur="200" fill="hold">
                                          <p:stCondLst>
                                            <p:cond delay="600"/>
                                          </p:stCondLst>
                                        </p:cTn>
                                        <p:tgtEl>
                                          <p:spTgt spid="55"/>
                                        </p:tgtEl>
                                        <p:attrNameLst>
                                          <p:attrName>r</p:attrName>
                                        </p:attrNameLst>
                                      </p:cBhvr>
                                    </p:animRot>
                                    <p:animRot by="120000">
                                      <p:cBhvr>
                                        <p:cTn id="336" dur="200" fill="hold">
                                          <p:stCondLst>
                                            <p:cond delay="800"/>
                                          </p:stCondLst>
                                        </p:cTn>
                                        <p:tgtEl>
                                          <p:spTgt spid="55"/>
                                        </p:tgtEl>
                                        <p:attrNameLst>
                                          <p:attrName>r</p:attrName>
                                        </p:attrNameLst>
                                      </p:cBhvr>
                                    </p:animRot>
                                  </p:childTnLst>
                                </p:cTn>
                              </p:par>
                            </p:childTnLst>
                          </p:cTn>
                        </p:par>
                      </p:childTnLst>
                    </p:cTn>
                  </p:par>
                  <p:par>
                    <p:cTn id="337" fill="hold">
                      <p:stCondLst>
                        <p:cond delay="indefinite"/>
                      </p:stCondLst>
                      <p:childTnLst>
                        <p:par>
                          <p:cTn id="338" fill="hold">
                            <p:stCondLst>
                              <p:cond delay="0"/>
                            </p:stCondLst>
                            <p:childTnLst>
                              <p:par>
                                <p:cTn id="339" presetID="45" presetClass="entr" presetSubtype="0" fill="hold" grpId="5" nodeType="clickEffect">
                                  <p:stCondLst>
                                    <p:cond delay="0"/>
                                  </p:stCondLst>
                                  <p:childTnLst>
                                    <p:set>
                                      <p:cBhvr>
                                        <p:cTn id="340" dur="1" fill="hold">
                                          <p:stCondLst>
                                            <p:cond delay="0"/>
                                          </p:stCondLst>
                                        </p:cTn>
                                        <p:tgtEl>
                                          <p:spTgt spid="52"/>
                                        </p:tgtEl>
                                        <p:attrNameLst>
                                          <p:attrName>style.visibility</p:attrName>
                                        </p:attrNameLst>
                                      </p:cBhvr>
                                      <p:to>
                                        <p:strVal val="visible"/>
                                      </p:to>
                                    </p:set>
                                    <p:animEffect transition="in" filter="fade">
                                      <p:cBhvr>
                                        <p:cTn id="341" dur="1000"/>
                                        <p:tgtEl>
                                          <p:spTgt spid="52"/>
                                        </p:tgtEl>
                                      </p:cBhvr>
                                    </p:animEffect>
                                    <p:anim calcmode="lin" valueType="num">
                                      <p:cBhvr>
                                        <p:cTn id="342" dur="1000" fill="hold"/>
                                        <p:tgtEl>
                                          <p:spTgt spid="52"/>
                                        </p:tgtEl>
                                        <p:attrNameLst>
                                          <p:attrName>ppt_w</p:attrName>
                                        </p:attrNameLst>
                                      </p:cBhvr>
                                      <p:tavLst>
                                        <p:tav tm="0" fmla="#ppt_w*sin(2.5*pi*$)">
                                          <p:val>
                                            <p:fltVal val="0"/>
                                          </p:val>
                                        </p:tav>
                                        <p:tav tm="100000">
                                          <p:val>
                                            <p:fltVal val="1"/>
                                          </p:val>
                                        </p:tav>
                                      </p:tavLst>
                                    </p:anim>
                                    <p:anim calcmode="lin" valueType="num">
                                      <p:cBhvr>
                                        <p:cTn id="343" dur="1000" fill="hold"/>
                                        <p:tgtEl>
                                          <p:spTgt spid="52"/>
                                        </p:tgtEl>
                                        <p:attrNameLst>
                                          <p:attrName>ppt_h</p:attrName>
                                        </p:attrNameLst>
                                      </p:cBhvr>
                                      <p:tavLst>
                                        <p:tav tm="0">
                                          <p:val>
                                            <p:strVal val="#ppt_h"/>
                                          </p:val>
                                        </p:tav>
                                        <p:tav tm="100000">
                                          <p:val>
                                            <p:strVal val="#ppt_h"/>
                                          </p:val>
                                        </p:tav>
                                      </p:tavLst>
                                    </p:anim>
                                  </p:childTnLst>
                                </p:cTn>
                              </p:par>
                            </p:childTnLst>
                          </p:cTn>
                        </p:par>
                        <p:par>
                          <p:cTn id="344" fill="hold">
                            <p:stCondLst>
                              <p:cond delay="1000"/>
                            </p:stCondLst>
                            <p:childTnLst>
                              <p:par>
                                <p:cTn id="345" presetID="8" presetClass="emph" presetSubtype="0" fill="hold" grpId="1" nodeType="afterEffect">
                                  <p:stCondLst>
                                    <p:cond delay="0"/>
                                  </p:stCondLst>
                                  <p:childTnLst>
                                    <p:animRot by="21600000">
                                      <p:cBhvr>
                                        <p:cTn id="346" dur="1500" fill="hold"/>
                                        <p:tgtEl>
                                          <p:spTgt spid="124"/>
                                        </p:tgtEl>
                                        <p:attrNameLst>
                                          <p:attrName>r</p:attrName>
                                        </p:attrNameLst>
                                      </p:cBhvr>
                                    </p:animRot>
                                  </p:childTnLst>
                                </p:cTn>
                              </p:par>
                              <p:par>
                                <p:cTn id="347" presetID="3" presetClass="emph" presetSubtype="2" fill="hold" grpId="2" nodeType="withEffect">
                                  <p:stCondLst>
                                    <p:cond delay="0"/>
                                  </p:stCondLst>
                                  <p:childTnLst>
                                    <p:animClr clrSpc="rgb" dir="cw">
                                      <p:cBhvr override="childStyle">
                                        <p:cTn id="348" dur="1500" fill="hold"/>
                                        <p:tgtEl>
                                          <p:spTgt spid="124"/>
                                        </p:tgtEl>
                                        <p:attrNameLst>
                                          <p:attrName>style.color</p:attrName>
                                        </p:attrNameLst>
                                      </p:cBhvr>
                                      <p:to>
                                        <a:srgbClr val="C00000"/>
                                      </p:to>
                                    </p:animClr>
                                  </p:childTnLst>
                                </p:cTn>
                              </p:par>
                            </p:childTnLst>
                          </p:cTn>
                        </p:par>
                        <p:par>
                          <p:cTn id="349" fill="hold">
                            <p:stCondLst>
                              <p:cond delay="2500"/>
                            </p:stCondLst>
                            <p:childTnLst>
                              <p:par>
                                <p:cTn id="350" presetID="1" presetClass="entr" presetSubtype="0" fill="hold" grpId="0" nodeType="afterEffect">
                                  <p:stCondLst>
                                    <p:cond delay="0"/>
                                  </p:stCondLst>
                                  <p:childTnLst>
                                    <p:set>
                                      <p:cBhvr>
                                        <p:cTn id="351" dur="1" fill="hold">
                                          <p:stCondLst>
                                            <p:cond delay="0"/>
                                          </p:stCondLst>
                                        </p:cTn>
                                        <p:tgtEl>
                                          <p:spTgt spid="4"/>
                                        </p:tgtEl>
                                        <p:attrNameLst>
                                          <p:attrName>style.visibility</p:attrName>
                                        </p:attrNameLst>
                                      </p:cBhvr>
                                      <p:to>
                                        <p:strVal val="visible"/>
                                      </p:to>
                                    </p:set>
                                  </p:childTnLst>
                                </p:cTn>
                              </p:par>
                            </p:childTnLst>
                          </p:cTn>
                        </p:par>
                        <p:par>
                          <p:cTn id="352" fill="hold">
                            <p:stCondLst>
                              <p:cond delay="2500"/>
                            </p:stCondLst>
                            <p:childTnLst>
                              <p:par>
                                <p:cTn id="353" presetID="35" presetClass="path" presetSubtype="0" accel="50000" decel="50000" fill="hold" grpId="1" nodeType="afterEffect">
                                  <p:stCondLst>
                                    <p:cond delay="0"/>
                                  </p:stCondLst>
                                  <p:childTnLst>
                                    <p:animMotion origin="layout" path="M -2.29167E-6 2.77556E-17 L -0.14088 0.04144 " pathEditMode="relative" rAng="0" ptsTypes="AA">
                                      <p:cBhvr>
                                        <p:cTn id="354" dur="1500" fill="hold"/>
                                        <p:tgtEl>
                                          <p:spTgt spid="4"/>
                                        </p:tgtEl>
                                        <p:attrNameLst>
                                          <p:attrName>ppt_x</p:attrName>
                                          <p:attrName>ppt_y</p:attrName>
                                        </p:attrNameLst>
                                      </p:cBhvr>
                                      <p:rCtr x="-7044" y="2060"/>
                                    </p:animMotion>
                                  </p:childTnLst>
                                </p:cTn>
                              </p:par>
                              <p:par>
                                <p:cTn id="355" presetID="10" presetClass="exit" presetSubtype="0" fill="hold" grpId="2" nodeType="withEffect">
                                  <p:stCondLst>
                                    <p:cond delay="250"/>
                                  </p:stCondLst>
                                  <p:childTnLst>
                                    <p:animEffect transition="out" filter="fade">
                                      <p:cBhvr>
                                        <p:cTn id="356" dur="1250"/>
                                        <p:tgtEl>
                                          <p:spTgt spid="119"/>
                                        </p:tgtEl>
                                      </p:cBhvr>
                                    </p:animEffect>
                                    <p:set>
                                      <p:cBhvr>
                                        <p:cTn id="357" dur="1" fill="hold">
                                          <p:stCondLst>
                                            <p:cond delay="1249"/>
                                          </p:stCondLst>
                                        </p:cTn>
                                        <p:tgtEl>
                                          <p:spTgt spid="119"/>
                                        </p:tgtEl>
                                        <p:attrNameLst>
                                          <p:attrName>style.visibility</p:attrName>
                                        </p:attrNameLst>
                                      </p:cBhvr>
                                      <p:to>
                                        <p:strVal val="hidden"/>
                                      </p:to>
                                    </p:set>
                                  </p:childTnLst>
                                </p:cTn>
                              </p:par>
                              <p:par>
                                <p:cTn id="358" presetID="10" presetClass="exit" presetSubtype="0" fill="hold" grpId="6" nodeType="withEffect">
                                  <p:stCondLst>
                                    <p:cond delay="250"/>
                                  </p:stCondLst>
                                  <p:childTnLst>
                                    <p:animEffect transition="out" filter="fade">
                                      <p:cBhvr>
                                        <p:cTn id="359" dur="1000"/>
                                        <p:tgtEl>
                                          <p:spTgt spid="52"/>
                                        </p:tgtEl>
                                      </p:cBhvr>
                                    </p:animEffect>
                                    <p:set>
                                      <p:cBhvr>
                                        <p:cTn id="360" dur="1" fill="hold">
                                          <p:stCondLst>
                                            <p:cond delay="999"/>
                                          </p:stCondLst>
                                        </p:cTn>
                                        <p:tgtEl>
                                          <p:spTgt spid="52"/>
                                        </p:tgtEl>
                                        <p:attrNameLst>
                                          <p:attrName>style.visibility</p:attrName>
                                        </p:attrNameLst>
                                      </p:cBhvr>
                                      <p:to>
                                        <p:strVal val="hidden"/>
                                      </p:to>
                                    </p:set>
                                  </p:childTnLst>
                                </p:cTn>
                              </p:par>
                            </p:childTnLst>
                          </p:cTn>
                        </p:par>
                        <p:par>
                          <p:cTn id="361" fill="hold">
                            <p:stCondLst>
                              <p:cond delay="4000"/>
                            </p:stCondLst>
                            <p:childTnLst>
                              <p:par>
                                <p:cTn id="362" presetID="3" presetClass="emph" presetSubtype="2" fill="hold" grpId="1" nodeType="afterEffect">
                                  <p:stCondLst>
                                    <p:cond delay="0"/>
                                  </p:stCondLst>
                                  <p:childTnLst>
                                    <p:animClr clrSpc="rgb" dir="cw">
                                      <p:cBhvr override="childStyle">
                                        <p:cTn id="363" dur="750" fill="hold"/>
                                        <p:tgtEl>
                                          <p:spTgt spid="126"/>
                                        </p:tgtEl>
                                        <p:attrNameLst>
                                          <p:attrName>style.color</p:attrName>
                                        </p:attrNameLst>
                                      </p:cBhvr>
                                      <p:to>
                                        <a:srgbClr val="C00000"/>
                                      </p:to>
                                    </p:animClr>
                                  </p:childTnLst>
                                </p:cTn>
                              </p:par>
                            </p:childTnLst>
                          </p:cTn>
                        </p:par>
                      </p:childTnLst>
                    </p:cTn>
                  </p:par>
                  <p:par>
                    <p:cTn id="364" fill="hold">
                      <p:stCondLst>
                        <p:cond delay="indefinite"/>
                      </p:stCondLst>
                      <p:childTnLst>
                        <p:par>
                          <p:cTn id="365" fill="hold">
                            <p:stCondLst>
                              <p:cond delay="0"/>
                            </p:stCondLst>
                            <p:childTnLst>
                              <p:par>
                                <p:cTn id="366" presetID="63" presetClass="path" presetSubtype="0" accel="50000" decel="50000" fill="hold" grpId="1" nodeType="clickEffect">
                                  <p:stCondLst>
                                    <p:cond delay="0"/>
                                  </p:stCondLst>
                                  <p:childTnLst>
                                    <p:animMotion origin="layout" path="M -0.10091 1.85185E-6 L -2.08333E-6 -1.11111E-6 " pathEditMode="relative" rAng="0" ptsTypes="AA">
                                      <p:cBhvr>
                                        <p:cTn id="367" dur="1500" fill="hold"/>
                                        <p:tgtEl>
                                          <p:spTgt spid="37"/>
                                        </p:tgtEl>
                                        <p:attrNameLst>
                                          <p:attrName>ppt_x</p:attrName>
                                          <p:attrName>ppt_y</p:attrName>
                                        </p:attrNameLst>
                                      </p:cBhvr>
                                      <p:rCtr x="4961" y="23"/>
                                    </p:animMotion>
                                  </p:childTnLst>
                                </p:cTn>
                              </p:par>
                              <p:par>
                                <p:cTn id="368" presetID="3" presetClass="emph" presetSubtype="2" fill="hold" grpId="2" nodeType="withEffect">
                                  <p:stCondLst>
                                    <p:cond delay="0"/>
                                  </p:stCondLst>
                                  <p:childTnLst>
                                    <p:animClr clrSpc="rgb" dir="cw">
                                      <p:cBhvr override="childStyle">
                                        <p:cTn id="369" dur="1500" fill="hold"/>
                                        <p:tgtEl>
                                          <p:spTgt spid="37"/>
                                        </p:tgtEl>
                                        <p:attrNameLst>
                                          <p:attrName>style.color</p:attrName>
                                        </p:attrNameLst>
                                      </p:cBhvr>
                                      <p:to>
                                        <a:srgbClr val="501549"/>
                                      </p:to>
                                    </p:animClr>
                                  </p:childTnLst>
                                </p:cTn>
                              </p:par>
                              <p:par>
                                <p:cTn id="370" presetID="35" presetClass="path" presetSubtype="0" accel="50000" decel="50000" fill="hold" grpId="4" nodeType="withEffect">
                                  <p:stCondLst>
                                    <p:cond delay="500"/>
                                  </p:stCondLst>
                                  <p:childTnLst>
                                    <p:animMotion origin="layout" path="M -0.09948 1.85185E-6 L -0.20039 0.00093 " pathEditMode="relative" rAng="0" ptsTypes="AA">
                                      <p:cBhvr>
                                        <p:cTn id="371" dur="1500" fill="hold"/>
                                        <p:tgtEl>
                                          <p:spTgt spid="41"/>
                                        </p:tgtEl>
                                        <p:attrNameLst>
                                          <p:attrName>ppt_x</p:attrName>
                                          <p:attrName>ppt_y</p:attrName>
                                        </p:attrNameLst>
                                      </p:cBhvr>
                                      <p:rCtr x="-5065" y="139"/>
                                    </p:animMotion>
                                  </p:childTnLst>
                                </p:cTn>
                              </p:par>
                              <p:par>
                                <p:cTn id="372" presetID="63" presetClass="path" presetSubtype="0" accel="50000" decel="50000" fill="hold" grpId="5" nodeType="withEffect">
                                  <p:stCondLst>
                                    <p:cond delay="1000"/>
                                  </p:stCondLst>
                                  <p:childTnLst>
                                    <p:animMotion origin="layout" path="M 0.05091 0.00046 L 0.15039 0.0007 " pathEditMode="relative" rAng="0" ptsTypes="AA">
                                      <p:cBhvr>
                                        <p:cTn id="373" dur="1500" fill="hold"/>
                                        <p:tgtEl>
                                          <p:spTgt spid="43"/>
                                        </p:tgtEl>
                                        <p:attrNameLst>
                                          <p:attrName>ppt_x</p:attrName>
                                          <p:attrName>ppt_y</p:attrName>
                                        </p:attrNameLst>
                                      </p:cBhvr>
                                      <p:rCtr x="4870" y="46"/>
                                    </p:animMotion>
                                  </p:childTnLst>
                                </p:cTn>
                              </p:par>
                              <p:par>
                                <p:cTn id="374" presetID="35" presetClass="path" presetSubtype="0" accel="50000" decel="50000" fill="hold" grpId="1" nodeType="withEffect">
                                  <p:stCondLst>
                                    <p:cond delay="1500"/>
                                  </p:stCondLst>
                                  <p:childTnLst>
                                    <p:animMotion origin="layout" path="M 0.10078 -0.00116 L -2.08333E-6 -4.81481E-6 " pathEditMode="relative" rAng="0" ptsTypes="AA">
                                      <p:cBhvr>
                                        <p:cTn id="375" dur="1500" fill="hold"/>
                                        <p:tgtEl>
                                          <p:spTgt spid="44"/>
                                        </p:tgtEl>
                                        <p:attrNameLst>
                                          <p:attrName>ppt_x</p:attrName>
                                          <p:attrName>ppt_y</p:attrName>
                                        </p:attrNameLst>
                                      </p:cBhvr>
                                      <p:rCtr x="-5091" y="162"/>
                                    </p:animMotion>
                                  </p:childTnLst>
                                </p:cTn>
                              </p:par>
                              <p:par>
                                <p:cTn id="376" presetID="3" presetClass="emph" presetSubtype="2" fill="hold" grpId="2" nodeType="withEffect">
                                  <p:stCondLst>
                                    <p:cond delay="1500"/>
                                  </p:stCondLst>
                                  <p:childTnLst>
                                    <p:animClr clrSpc="rgb" dir="cw">
                                      <p:cBhvr override="childStyle">
                                        <p:cTn id="377" dur="1500" fill="hold"/>
                                        <p:tgtEl>
                                          <p:spTgt spid="44"/>
                                        </p:tgtEl>
                                        <p:attrNameLst>
                                          <p:attrName>style.color</p:attrName>
                                        </p:attrNameLst>
                                      </p:cBhvr>
                                      <p:to>
                                        <a:srgbClr val="501549"/>
                                      </p:to>
                                    </p:animClr>
                                  </p:childTnLst>
                                </p:cTn>
                              </p:par>
                            </p:childTnLst>
                          </p:cTn>
                        </p:par>
                      </p:childTnLst>
                    </p:cTn>
                  </p:par>
                  <p:par>
                    <p:cTn id="378" fill="hold">
                      <p:stCondLst>
                        <p:cond delay="indefinite"/>
                      </p:stCondLst>
                      <p:childTnLst>
                        <p:par>
                          <p:cTn id="379" fill="hold">
                            <p:stCondLst>
                              <p:cond delay="0"/>
                            </p:stCondLst>
                            <p:childTnLst>
                              <p:par>
                                <p:cTn id="380" presetID="7" presetClass="emph" presetSubtype="2" fill="hold" nodeType="clickEffect">
                                  <p:stCondLst>
                                    <p:cond delay="0"/>
                                  </p:stCondLst>
                                  <p:childTnLst>
                                    <p:animClr clrSpc="rgb" dir="cw">
                                      <p:cBhvr>
                                        <p:cTn id="381" dur="1500" fill="hold"/>
                                        <p:tgtEl>
                                          <p:spTgt spid="101"/>
                                        </p:tgtEl>
                                        <p:attrNameLst>
                                          <p:attrName>stroke.color</p:attrName>
                                        </p:attrNameLst>
                                      </p:cBhvr>
                                      <p:to>
                                        <a:srgbClr val="C00000"/>
                                      </p:to>
                                    </p:animClr>
                                    <p:set>
                                      <p:cBhvr>
                                        <p:cTn id="382" dur="1500" fill="hold"/>
                                        <p:tgtEl>
                                          <p:spTgt spid="101"/>
                                        </p:tgtEl>
                                        <p:attrNameLst>
                                          <p:attrName>stroke.on</p:attrName>
                                        </p:attrNameLst>
                                      </p:cBhvr>
                                      <p:to>
                                        <p:strVal val="true"/>
                                      </p:to>
                                    </p:set>
                                  </p:childTnLst>
                                </p:cTn>
                              </p:par>
                              <p:par>
                                <p:cTn id="383" presetID="32" presetClass="emph" presetSubtype="0" fill="hold" nodeType="withEffect">
                                  <p:stCondLst>
                                    <p:cond delay="0"/>
                                  </p:stCondLst>
                                  <p:childTnLst>
                                    <p:animRot by="120000">
                                      <p:cBhvr>
                                        <p:cTn id="384" dur="150" fill="hold">
                                          <p:stCondLst>
                                            <p:cond delay="0"/>
                                          </p:stCondLst>
                                        </p:cTn>
                                        <p:tgtEl>
                                          <p:spTgt spid="101"/>
                                        </p:tgtEl>
                                        <p:attrNameLst>
                                          <p:attrName>r</p:attrName>
                                        </p:attrNameLst>
                                      </p:cBhvr>
                                    </p:animRot>
                                    <p:animRot by="-240000">
                                      <p:cBhvr>
                                        <p:cTn id="385" dur="300" fill="hold">
                                          <p:stCondLst>
                                            <p:cond delay="300"/>
                                          </p:stCondLst>
                                        </p:cTn>
                                        <p:tgtEl>
                                          <p:spTgt spid="101"/>
                                        </p:tgtEl>
                                        <p:attrNameLst>
                                          <p:attrName>r</p:attrName>
                                        </p:attrNameLst>
                                      </p:cBhvr>
                                    </p:animRot>
                                    <p:animRot by="240000">
                                      <p:cBhvr>
                                        <p:cTn id="386" dur="300" fill="hold">
                                          <p:stCondLst>
                                            <p:cond delay="600"/>
                                          </p:stCondLst>
                                        </p:cTn>
                                        <p:tgtEl>
                                          <p:spTgt spid="101"/>
                                        </p:tgtEl>
                                        <p:attrNameLst>
                                          <p:attrName>r</p:attrName>
                                        </p:attrNameLst>
                                      </p:cBhvr>
                                    </p:animRot>
                                    <p:animRot by="-240000">
                                      <p:cBhvr>
                                        <p:cTn id="387" dur="300" fill="hold">
                                          <p:stCondLst>
                                            <p:cond delay="900"/>
                                          </p:stCondLst>
                                        </p:cTn>
                                        <p:tgtEl>
                                          <p:spTgt spid="101"/>
                                        </p:tgtEl>
                                        <p:attrNameLst>
                                          <p:attrName>r</p:attrName>
                                        </p:attrNameLst>
                                      </p:cBhvr>
                                    </p:animRot>
                                    <p:animRot by="120000">
                                      <p:cBhvr>
                                        <p:cTn id="388" dur="300" fill="hold">
                                          <p:stCondLst>
                                            <p:cond delay="1200"/>
                                          </p:stCondLst>
                                        </p:cTn>
                                        <p:tgtEl>
                                          <p:spTgt spid="101"/>
                                        </p:tgtEl>
                                        <p:attrNameLst>
                                          <p:attrName>r</p:attrName>
                                        </p:attrNameLst>
                                      </p:cBhvr>
                                    </p:animRot>
                                  </p:childTnLst>
                                </p:cTn>
                              </p:par>
                            </p:childTnLst>
                          </p:cTn>
                        </p:par>
                        <p:par>
                          <p:cTn id="389" fill="hold">
                            <p:stCondLst>
                              <p:cond delay="1500"/>
                            </p:stCondLst>
                            <p:childTnLst>
                              <p:par>
                                <p:cTn id="390" presetID="1" presetClass="entr" presetSubtype="0" fill="hold" grpId="0" nodeType="afterEffect">
                                  <p:stCondLst>
                                    <p:cond delay="0"/>
                                  </p:stCondLst>
                                  <p:childTnLst>
                                    <p:set>
                                      <p:cBhvr>
                                        <p:cTn id="391" dur="1" fill="hold">
                                          <p:stCondLst>
                                            <p:cond delay="0"/>
                                          </p:stCondLst>
                                        </p:cTn>
                                        <p:tgtEl>
                                          <p:spTgt spid="27"/>
                                        </p:tgtEl>
                                        <p:attrNameLst>
                                          <p:attrName>style.visibility</p:attrName>
                                        </p:attrNameLst>
                                      </p:cBhvr>
                                      <p:to>
                                        <p:strVal val="visible"/>
                                      </p:to>
                                    </p:set>
                                  </p:childTnLst>
                                </p:cTn>
                              </p:par>
                            </p:childTnLst>
                          </p:cTn>
                        </p:par>
                        <p:par>
                          <p:cTn id="392" fill="hold">
                            <p:stCondLst>
                              <p:cond delay="1500"/>
                            </p:stCondLst>
                            <p:childTnLst>
                              <p:par>
                                <p:cTn id="393" presetID="42" presetClass="path" presetSubtype="0" accel="50000" decel="50000" fill="hold" grpId="1" nodeType="afterEffect">
                                  <p:stCondLst>
                                    <p:cond delay="0"/>
                                  </p:stCondLst>
                                  <p:childTnLst>
                                    <p:animMotion origin="layout" path="M -4.79167E-6 1.48148E-6 L -0.1595 0.35625 " pathEditMode="relative" rAng="0" ptsTypes="AA">
                                      <p:cBhvr>
                                        <p:cTn id="394" dur="1500" fill="hold"/>
                                        <p:tgtEl>
                                          <p:spTgt spid="27"/>
                                        </p:tgtEl>
                                        <p:attrNameLst>
                                          <p:attrName>ppt_x</p:attrName>
                                          <p:attrName>ppt_y</p:attrName>
                                        </p:attrNameLst>
                                      </p:cBhvr>
                                      <p:rCtr x="-7982" y="17801"/>
                                    </p:animMotion>
                                  </p:childTnLst>
                                </p:cTn>
                              </p:par>
                              <p:par>
                                <p:cTn id="395" presetID="10" presetClass="exit" presetSubtype="0" fill="hold" grpId="2" nodeType="withEffect">
                                  <p:stCondLst>
                                    <p:cond delay="0"/>
                                  </p:stCondLst>
                                  <p:childTnLst>
                                    <p:animEffect transition="out" filter="fade">
                                      <p:cBhvr>
                                        <p:cTn id="396" dur="1500"/>
                                        <p:tgtEl>
                                          <p:spTgt spid="132"/>
                                        </p:tgtEl>
                                      </p:cBhvr>
                                    </p:animEffect>
                                    <p:set>
                                      <p:cBhvr>
                                        <p:cTn id="397" dur="1" fill="hold">
                                          <p:stCondLst>
                                            <p:cond delay="1499"/>
                                          </p:stCondLst>
                                        </p:cTn>
                                        <p:tgtEl>
                                          <p:spTgt spid="132"/>
                                        </p:tgtEl>
                                        <p:attrNameLst>
                                          <p:attrName>style.visibility</p:attrName>
                                        </p:attrNameLst>
                                      </p:cBhvr>
                                      <p:to>
                                        <p:strVal val="hidden"/>
                                      </p:to>
                                    </p:set>
                                  </p:childTnLst>
                                </p:cTn>
                              </p:par>
                            </p:childTnLst>
                          </p:cTn>
                        </p:par>
                        <p:par>
                          <p:cTn id="398" fill="hold">
                            <p:stCondLst>
                              <p:cond delay="3000"/>
                            </p:stCondLst>
                            <p:childTnLst>
                              <p:par>
                                <p:cTn id="399" presetID="32" presetClass="emph" presetSubtype="0" fill="hold" nodeType="afterEffect">
                                  <p:stCondLst>
                                    <p:cond delay="0"/>
                                  </p:stCondLst>
                                  <p:childTnLst>
                                    <p:animRot by="120000">
                                      <p:cBhvr>
                                        <p:cTn id="400" dur="100" fill="hold">
                                          <p:stCondLst>
                                            <p:cond delay="0"/>
                                          </p:stCondLst>
                                        </p:cTn>
                                        <p:tgtEl>
                                          <p:spTgt spid="127"/>
                                        </p:tgtEl>
                                        <p:attrNameLst>
                                          <p:attrName>r</p:attrName>
                                        </p:attrNameLst>
                                      </p:cBhvr>
                                    </p:animRot>
                                    <p:animRot by="-240000">
                                      <p:cBhvr>
                                        <p:cTn id="401" dur="200" fill="hold">
                                          <p:stCondLst>
                                            <p:cond delay="200"/>
                                          </p:stCondLst>
                                        </p:cTn>
                                        <p:tgtEl>
                                          <p:spTgt spid="127"/>
                                        </p:tgtEl>
                                        <p:attrNameLst>
                                          <p:attrName>r</p:attrName>
                                        </p:attrNameLst>
                                      </p:cBhvr>
                                    </p:animRot>
                                    <p:animRot by="240000">
                                      <p:cBhvr>
                                        <p:cTn id="402" dur="200" fill="hold">
                                          <p:stCondLst>
                                            <p:cond delay="400"/>
                                          </p:stCondLst>
                                        </p:cTn>
                                        <p:tgtEl>
                                          <p:spTgt spid="127"/>
                                        </p:tgtEl>
                                        <p:attrNameLst>
                                          <p:attrName>r</p:attrName>
                                        </p:attrNameLst>
                                      </p:cBhvr>
                                    </p:animRot>
                                    <p:animRot by="-240000">
                                      <p:cBhvr>
                                        <p:cTn id="403" dur="200" fill="hold">
                                          <p:stCondLst>
                                            <p:cond delay="600"/>
                                          </p:stCondLst>
                                        </p:cTn>
                                        <p:tgtEl>
                                          <p:spTgt spid="127"/>
                                        </p:tgtEl>
                                        <p:attrNameLst>
                                          <p:attrName>r</p:attrName>
                                        </p:attrNameLst>
                                      </p:cBhvr>
                                    </p:animRot>
                                    <p:animRot by="120000">
                                      <p:cBhvr>
                                        <p:cTn id="404" dur="200" fill="hold">
                                          <p:stCondLst>
                                            <p:cond delay="800"/>
                                          </p:stCondLst>
                                        </p:cTn>
                                        <p:tgtEl>
                                          <p:spTgt spid="127"/>
                                        </p:tgtEl>
                                        <p:attrNameLst>
                                          <p:attrName>r</p:attrName>
                                        </p:attrNameLst>
                                      </p:cBhvr>
                                    </p:animRot>
                                  </p:childTnLst>
                                </p:cTn>
                              </p:par>
                            </p:childTnLst>
                          </p:cTn>
                        </p:par>
                      </p:childTnLst>
                    </p:cTn>
                  </p:par>
                  <p:par>
                    <p:cTn id="405" fill="hold">
                      <p:stCondLst>
                        <p:cond delay="indefinite"/>
                      </p:stCondLst>
                      <p:childTnLst>
                        <p:par>
                          <p:cTn id="406" fill="hold">
                            <p:stCondLst>
                              <p:cond delay="0"/>
                            </p:stCondLst>
                            <p:childTnLst>
                              <p:par>
                                <p:cTn id="407" presetID="31" presetClass="entr" presetSubtype="0" fill="hold" grpId="3" nodeType="clickEffect">
                                  <p:stCondLst>
                                    <p:cond delay="0"/>
                                  </p:stCondLst>
                                  <p:childTnLst>
                                    <p:set>
                                      <p:cBhvr>
                                        <p:cTn id="408" dur="1" fill="hold">
                                          <p:stCondLst>
                                            <p:cond delay="0"/>
                                          </p:stCondLst>
                                        </p:cTn>
                                        <p:tgtEl>
                                          <p:spTgt spid="62"/>
                                        </p:tgtEl>
                                        <p:attrNameLst>
                                          <p:attrName>style.visibility</p:attrName>
                                        </p:attrNameLst>
                                      </p:cBhvr>
                                      <p:to>
                                        <p:strVal val="visible"/>
                                      </p:to>
                                    </p:set>
                                    <p:anim calcmode="lin" valueType="num">
                                      <p:cBhvr>
                                        <p:cTn id="409" dur="1000" fill="hold"/>
                                        <p:tgtEl>
                                          <p:spTgt spid="62"/>
                                        </p:tgtEl>
                                        <p:attrNameLst>
                                          <p:attrName>ppt_w</p:attrName>
                                        </p:attrNameLst>
                                      </p:cBhvr>
                                      <p:tavLst>
                                        <p:tav tm="0">
                                          <p:val>
                                            <p:fltVal val="0"/>
                                          </p:val>
                                        </p:tav>
                                        <p:tav tm="100000">
                                          <p:val>
                                            <p:strVal val="#ppt_w"/>
                                          </p:val>
                                        </p:tav>
                                      </p:tavLst>
                                    </p:anim>
                                    <p:anim calcmode="lin" valueType="num">
                                      <p:cBhvr>
                                        <p:cTn id="410" dur="1000" fill="hold"/>
                                        <p:tgtEl>
                                          <p:spTgt spid="62"/>
                                        </p:tgtEl>
                                        <p:attrNameLst>
                                          <p:attrName>ppt_h</p:attrName>
                                        </p:attrNameLst>
                                      </p:cBhvr>
                                      <p:tavLst>
                                        <p:tav tm="0">
                                          <p:val>
                                            <p:fltVal val="0"/>
                                          </p:val>
                                        </p:tav>
                                        <p:tav tm="100000">
                                          <p:val>
                                            <p:strVal val="#ppt_h"/>
                                          </p:val>
                                        </p:tav>
                                      </p:tavLst>
                                    </p:anim>
                                    <p:anim calcmode="lin" valueType="num">
                                      <p:cBhvr>
                                        <p:cTn id="411" dur="1000" fill="hold"/>
                                        <p:tgtEl>
                                          <p:spTgt spid="62"/>
                                        </p:tgtEl>
                                        <p:attrNameLst>
                                          <p:attrName>style.rotation</p:attrName>
                                        </p:attrNameLst>
                                      </p:cBhvr>
                                      <p:tavLst>
                                        <p:tav tm="0">
                                          <p:val>
                                            <p:fltVal val="90"/>
                                          </p:val>
                                        </p:tav>
                                        <p:tav tm="100000">
                                          <p:val>
                                            <p:fltVal val="0"/>
                                          </p:val>
                                        </p:tav>
                                      </p:tavLst>
                                    </p:anim>
                                    <p:animEffect transition="in" filter="fade">
                                      <p:cBhvr>
                                        <p:cTn id="412" dur="1000"/>
                                        <p:tgtEl>
                                          <p:spTgt spid="62"/>
                                        </p:tgtEl>
                                      </p:cBhvr>
                                    </p:animEffect>
                                  </p:childTnLst>
                                </p:cTn>
                              </p:par>
                              <p:par>
                                <p:cTn id="413" presetID="31" presetClass="entr" presetSubtype="0" fill="hold" grpId="0" nodeType="withEffect">
                                  <p:stCondLst>
                                    <p:cond delay="0"/>
                                  </p:stCondLst>
                                  <p:childTnLst>
                                    <p:set>
                                      <p:cBhvr>
                                        <p:cTn id="414" dur="1" fill="hold">
                                          <p:stCondLst>
                                            <p:cond delay="0"/>
                                          </p:stCondLst>
                                        </p:cTn>
                                        <p:tgtEl>
                                          <p:spTgt spid="28"/>
                                        </p:tgtEl>
                                        <p:attrNameLst>
                                          <p:attrName>style.visibility</p:attrName>
                                        </p:attrNameLst>
                                      </p:cBhvr>
                                      <p:to>
                                        <p:strVal val="visible"/>
                                      </p:to>
                                    </p:set>
                                    <p:anim calcmode="lin" valueType="num">
                                      <p:cBhvr>
                                        <p:cTn id="415" dur="1000" fill="hold"/>
                                        <p:tgtEl>
                                          <p:spTgt spid="28"/>
                                        </p:tgtEl>
                                        <p:attrNameLst>
                                          <p:attrName>ppt_w</p:attrName>
                                        </p:attrNameLst>
                                      </p:cBhvr>
                                      <p:tavLst>
                                        <p:tav tm="0">
                                          <p:val>
                                            <p:fltVal val="0"/>
                                          </p:val>
                                        </p:tav>
                                        <p:tav tm="100000">
                                          <p:val>
                                            <p:strVal val="#ppt_w"/>
                                          </p:val>
                                        </p:tav>
                                      </p:tavLst>
                                    </p:anim>
                                    <p:anim calcmode="lin" valueType="num">
                                      <p:cBhvr>
                                        <p:cTn id="416" dur="1000" fill="hold"/>
                                        <p:tgtEl>
                                          <p:spTgt spid="28"/>
                                        </p:tgtEl>
                                        <p:attrNameLst>
                                          <p:attrName>ppt_h</p:attrName>
                                        </p:attrNameLst>
                                      </p:cBhvr>
                                      <p:tavLst>
                                        <p:tav tm="0">
                                          <p:val>
                                            <p:fltVal val="0"/>
                                          </p:val>
                                        </p:tav>
                                        <p:tav tm="100000">
                                          <p:val>
                                            <p:strVal val="#ppt_h"/>
                                          </p:val>
                                        </p:tav>
                                      </p:tavLst>
                                    </p:anim>
                                    <p:anim calcmode="lin" valueType="num">
                                      <p:cBhvr>
                                        <p:cTn id="417" dur="1000" fill="hold"/>
                                        <p:tgtEl>
                                          <p:spTgt spid="28"/>
                                        </p:tgtEl>
                                        <p:attrNameLst>
                                          <p:attrName>style.rotation</p:attrName>
                                        </p:attrNameLst>
                                      </p:cBhvr>
                                      <p:tavLst>
                                        <p:tav tm="0">
                                          <p:val>
                                            <p:fltVal val="90"/>
                                          </p:val>
                                        </p:tav>
                                        <p:tav tm="100000">
                                          <p:val>
                                            <p:fltVal val="0"/>
                                          </p:val>
                                        </p:tav>
                                      </p:tavLst>
                                    </p:anim>
                                    <p:animEffect transition="in" filter="fade">
                                      <p:cBhvr>
                                        <p:cTn id="418" dur="1000"/>
                                        <p:tgtEl>
                                          <p:spTgt spid="28"/>
                                        </p:tgtEl>
                                      </p:cBhvr>
                                    </p:animEffect>
                                  </p:childTnLst>
                                </p:cTn>
                              </p:par>
                            </p:childTnLst>
                          </p:cTn>
                        </p:par>
                        <p:par>
                          <p:cTn id="419" fill="hold">
                            <p:stCondLst>
                              <p:cond delay="1000"/>
                            </p:stCondLst>
                            <p:childTnLst>
                              <p:par>
                                <p:cTn id="420" presetID="63" presetClass="path" presetSubtype="0" accel="50000" decel="50000" fill="hold" grpId="4" nodeType="afterEffect">
                                  <p:stCondLst>
                                    <p:cond delay="0"/>
                                  </p:stCondLst>
                                  <p:childTnLst>
                                    <p:animMotion origin="layout" path="M 2.08333E-6 -4.07407E-6 L 0.10026 0.00209 " pathEditMode="relative" rAng="0" ptsTypes="AA">
                                      <p:cBhvr>
                                        <p:cTn id="421" dur="1500" fill="hold"/>
                                        <p:tgtEl>
                                          <p:spTgt spid="62"/>
                                        </p:tgtEl>
                                        <p:attrNameLst>
                                          <p:attrName>ppt_x</p:attrName>
                                          <p:attrName>ppt_y</p:attrName>
                                        </p:attrNameLst>
                                      </p:cBhvr>
                                      <p:rCtr x="5013" y="93"/>
                                    </p:animMotion>
                                  </p:childTnLst>
                                </p:cTn>
                              </p:par>
                              <p:par>
                                <p:cTn id="422" presetID="63" presetClass="path" presetSubtype="0" accel="50000" decel="50000" fill="hold" grpId="1" nodeType="withEffect">
                                  <p:stCondLst>
                                    <p:cond delay="0"/>
                                  </p:stCondLst>
                                  <p:childTnLst>
                                    <p:animMotion origin="layout" path="M 8.33333E-7 1.48148E-6 L 0.61823 0.0537 " pathEditMode="relative" rAng="0" ptsTypes="AA">
                                      <p:cBhvr>
                                        <p:cTn id="423" dur="1500" fill="hold"/>
                                        <p:tgtEl>
                                          <p:spTgt spid="28"/>
                                        </p:tgtEl>
                                        <p:attrNameLst>
                                          <p:attrName>ppt_x</p:attrName>
                                          <p:attrName>ppt_y</p:attrName>
                                        </p:attrNameLst>
                                      </p:cBhvr>
                                      <p:rCtr x="30911" y="2685"/>
                                    </p:animMotion>
                                  </p:childTnLst>
                                </p:cTn>
                              </p:par>
                              <p:par>
                                <p:cTn id="424" presetID="10" presetClass="exit" presetSubtype="0" fill="hold" grpId="1" nodeType="withEffect">
                                  <p:stCondLst>
                                    <p:cond delay="500"/>
                                  </p:stCondLst>
                                  <p:childTnLst>
                                    <p:animEffect transition="out" filter="fade">
                                      <p:cBhvr>
                                        <p:cTn id="425" dur="750"/>
                                        <p:tgtEl>
                                          <p:spTgt spid="134"/>
                                        </p:tgtEl>
                                      </p:cBhvr>
                                    </p:animEffect>
                                    <p:set>
                                      <p:cBhvr>
                                        <p:cTn id="426" dur="1" fill="hold">
                                          <p:stCondLst>
                                            <p:cond delay="749"/>
                                          </p:stCondLst>
                                        </p:cTn>
                                        <p:tgtEl>
                                          <p:spTgt spid="134"/>
                                        </p:tgtEl>
                                        <p:attrNameLst>
                                          <p:attrName>style.visibility</p:attrName>
                                        </p:attrNameLst>
                                      </p:cBhvr>
                                      <p:to>
                                        <p:strVal val="hidden"/>
                                      </p:to>
                                    </p:set>
                                  </p:childTnLst>
                                </p:cTn>
                              </p:par>
                            </p:childTnLst>
                          </p:cTn>
                        </p:par>
                        <p:par>
                          <p:cTn id="427" fill="hold">
                            <p:stCondLst>
                              <p:cond delay="2500"/>
                            </p:stCondLst>
                            <p:childTnLst>
                              <p:par>
                                <p:cTn id="428" presetID="10" presetClass="exit" presetSubtype="0" fill="hold" grpId="2" nodeType="afterEffect">
                                  <p:stCondLst>
                                    <p:cond delay="0"/>
                                  </p:stCondLst>
                                  <p:childTnLst>
                                    <p:animEffect transition="out" filter="fade">
                                      <p:cBhvr>
                                        <p:cTn id="429" dur="750"/>
                                        <p:tgtEl>
                                          <p:spTgt spid="28"/>
                                        </p:tgtEl>
                                      </p:cBhvr>
                                    </p:animEffect>
                                    <p:set>
                                      <p:cBhvr>
                                        <p:cTn id="430" dur="1" fill="hold">
                                          <p:stCondLst>
                                            <p:cond delay="749"/>
                                          </p:stCondLst>
                                        </p:cTn>
                                        <p:tgtEl>
                                          <p:spTgt spid="28"/>
                                        </p:tgtEl>
                                        <p:attrNameLst>
                                          <p:attrName>style.visibility</p:attrName>
                                        </p:attrNameLst>
                                      </p:cBhvr>
                                      <p:to>
                                        <p:strVal val="hidden"/>
                                      </p:to>
                                    </p:set>
                                  </p:childTnLst>
                                </p:cTn>
                              </p:par>
                              <p:par>
                                <p:cTn id="431" presetID="10" presetClass="exit" presetSubtype="0" fill="hold" grpId="5" nodeType="withEffect">
                                  <p:stCondLst>
                                    <p:cond delay="0"/>
                                  </p:stCondLst>
                                  <p:childTnLst>
                                    <p:animEffect transition="out" filter="fade">
                                      <p:cBhvr>
                                        <p:cTn id="432" dur="750"/>
                                        <p:tgtEl>
                                          <p:spTgt spid="62"/>
                                        </p:tgtEl>
                                      </p:cBhvr>
                                    </p:animEffect>
                                    <p:set>
                                      <p:cBhvr>
                                        <p:cTn id="433" dur="1" fill="hold">
                                          <p:stCondLst>
                                            <p:cond delay="749"/>
                                          </p:stCondLst>
                                        </p:cTn>
                                        <p:tgtEl>
                                          <p:spTgt spid="62"/>
                                        </p:tgtEl>
                                        <p:attrNameLst>
                                          <p:attrName>style.visibility</p:attrName>
                                        </p:attrNameLst>
                                      </p:cBhvr>
                                      <p:to>
                                        <p:strVal val="hidden"/>
                                      </p:to>
                                    </p:set>
                                  </p:childTnLst>
                                </p:cTn>
                              </p:par>
                              <p:par>
                                <p:cTn id="434" presetID="10" presetClass="entr" presetSubtype="0" fill="hold" grpId="0" nodeType="withEffect">
                                  <p:stCondLst>
                                    <p:cond delay="250"/>
                                  </p:stCondLst>
                                  <p:childTnLst>
                                    <p:set>
                                      <p:cBhvr>
                                        <p:cTn id="435" dur="1" fill="hold">
                                          <p:stCondLst>
                                            <p:cond delay="0"/>
                                          </p:stCondLst>
                                        </p:cTn>
                                        <p:tgtEl>
                                          <p:spTgt spid="30"/>
                                        </p:tgtEl>
                                        <p:attrNameLst>
                                          <p:attrName>style.visibility</p:attrName>
                                        </p:attrNameLst>
                                      </p:cBhvr>
                                      <p:to>
                                        <p:strVal val="visible"/>
                                      </p:to>
                                    </p:set>
                                    <p:animEffect transition="in" filter="fade">
                                      <p:cBhvr>
                                        <p:cTn id="436" dur="1250"/>
                                        <p:tgtEl>
                                          <p:spTgt spid="30"/>
                                        </p:tgtEl>
                                      </p:cBhvr>
                                    </p:animEffect>
                                  </p:childTnLst>
                                </p:cTn>
                              </p:par>
                            </p:childTnLst>
                          </p:cTn>
                        </p:par>
                        <p:par>
                          <p:cTn id="437" fill="hold">
                            <p:stCondLst>
                              <p:cond delay="4000"/>
                            </p:stCondLst>
                            <p:childTnLst>
                              <p:par>
                                <p:cTn id="438" presetID="42" presetClass="entr" presetSubtype="0" fill="hold" grpId="0" nodeType="afterEffect">
                                  <p:stCondLst>
                                    <p:cond delay="0"/>
                                  </p:stCondLst>
                                  <p:childTnLst>
                                    <p:set>
                                      <p:cBhvr>
                                        <p:cTn id="439" dur="1" fill="hold">
                                          <p:stCondLst>
                                            <p:cond delay="0"/>
                                          </p:stCondLst>
                                        </p:cTn>
                                        <p:tgtEl>
                                          <p:spTgt spid="34"/>
                                        </p:tgtEl>
                                        <p:attrNameLst>
                                          <p:attrName>style.visibility</p:attrName>
                                        </p:attrNameLst>
                                      </p:cBhvr>
                                      <p:to>
                                        <p:strVal val="visible"/>
                                      </p:to>
                                    </p:set>
                                    <p:animEffect transition="in" filter="fade">
                                      <p:cBhvr>
                                        <p:cTn id="440" dur="1000"/>
                                        <p:tgtEl>
                                          <p:spTgt spid="34"/>
                                        </p:tgtEl>
                                      </p:cBhvr>
                                    </p:animEffect>
                                    <p:anim calcmode="lin" valueType="num">
                                      <p:cBhvr>
                                        <p:cTn id="441" dur="1000" fill="hold"/>
                                        <p:tgtEl>
                                          <p:spTgt spid="34"/>
                                        </p:tgtEl>
                                        <p:attrNameLst>
                                          <p:attrName>ppt_x</p:attrName>
                                        </p:attrNameLst>
                                      </p:cBhvr>
                                      <p:tavLst>
                                        <p:tav tm="0">
                                          <p:val>
                                            <p:strVal val="#ppt_x"/>
                                          </p:val>
                                        </p:tav>
                                        <p:tav tm="100000">
                                          <p:val>
                                            <p:strVal val="#ppt_x"/>
                                          </p:val>
                                        </p:tav>
                                      </p:tavLst>
                                    </p:anim>
                                    <p:anim calcmode="lin" valueType="num">
                                      <p:cBhvr>
                                        <p:cTn id="442" dur="1000" fill="hold"/>
                                        <p:tgtEl>
                                          <p:spTgt spid="34"/>
                                        </p:tgtEl>
                                        <p:attrNameLst>
                                          <p:attrName>ppt_y</p:attrName>
                                        </p:attrNameLst>
                                      </p:cBhvr>
                                      <p:tavLst>
                                        <p:tav tm="0">
                                          <p:val>
                                            <p:strVal val="#ppt_y+.1"/>
                                          </p:val>
                                        </p:tav>
                                        <p:tav tm="100000">
                                          <p:val>
                                            <p:strVal val="#ppt_y"/>
                                          </p:val>
                                        </p:tav>
                                      </p:tavLst>
                                    </p:anim>
                                  </p:childTnLst>
                                </p:cTn>
                              </p:par>
                              <p:par>
                                <p:cTn id="443" presetID="10" presetClass="exit" presetSubtype="0" fill="hold" grpId="1" nodeType="withEffect">
                                  <p:stCondLst>
                                    <p:cond delay="0"/>
                                  </p:stCondLst>
                                  <p:childTnLst>
                                    <p:animEffect transition="out" filter="fade">
                                      <p:cBhvr>
                                        <p:cTn id="444" dur="1000"/>
                                        <p:tgtEl>
                                          <p:spTgt spid="135"/>
                                        </p:tgtEl>
                                      </p:cBhvr>
                                    </p:animEffect>
                                    <p:set>
                                      <p:cBhvr>
                                        <p:cTn id="445" dur="1" fill="hold">
                                          <p:stCondLst>
                                            <p:cond delay="999"/>
                                          </p:stCondLst>
                                        </p:cTn>
                                        <p:tgtEl>
                                          <p:spTgt spid="135"/>
                                        </p:tgtEl>
                                        <p:attrNameLst>
                                          <p:attrName>style.visibility</p:attrName>
                                        </p:attrNameLst>
                                      </p:cBhvr>
                                      <p:to>
                                        <p:strVal val="hidden"/>
                                      </p:to>
                                    </p:set>
                                  </p:childTnLst>
                                </p:cTn>
                              </p:par>
                            </p:childTnLst>
                          </p:cTn>
                        </p:par>
                        <p:par>
                          <p:cTn id="446" fill="hold">
                            <p:stCondLst>
                              <p:cond delay="5000"/>
                            </p:stCondLst>
                            <p:childTnLst>
                              <p:par>
                                <p:cTn id="447" presetID="10" presetClass="exit" presetSubtype="0" fill="hold" grpId="1" nodeType="afterEffect">
                                  <p:stCondLst>
                                    <p:cond delay="0"/>
                                  </p:stCondLst>
                                  <p:childTnLst>
                                    <p:animEffect transition="out" filter="fade">
                                      <p:cBhvr>
                                        <p:cTn id="448" dur="500"/>
                                        <p:tgtEl>
                                          <p:spTgt spid="136"/>
                                        </p:tgtEl>
                                      </p:cBhvr>
                                    </p:animEffect>
                                    <p:set>
                                      <p:cBhvr>
                                        <p:cTn id="449" dur="1" fill="hold">
                                          <p:stCondLst>
                                            <p:cond delay="499"/>
                                          </p:stCondLst>
                                        </p:cTn>
                                        <p:tgtEl>
                                          <p:spTgt spid="136"/>
                                        </p:tgtEl>
                                        <p:attrNameLst>
                                          <p:attrName>style.visibility</p:attrName>
                                        </p:attrNameLst>
                                      </p:cBhvr>
                                      <p:to>
                                        <p:strVal val="hidden"/>
                                      </p:to>
                                    </p:set>
                                  </p:childTnLst>
                                </p:cTn>
                              </p:par>
                              <p:par>
                                <p:cTn id="450" presetID="42" presetClass="entr" presetSubtype="0" fill="hold" grpId="0" nodeType="withEffect">
                                  <p:stCondLst>
                                    <p:cond delay="0"/>
                                  </p:stCondLst>
                                  <p:childTnLst>
                                    <p:set>
                                      <p:cBhvr>
                                        <p:cTn id="451" dur="1" fill="hold">
                                          <p:stCondLst>
                                            <p:cond delay="0"/>
                                          </p:stCondLst>
                                        </p:cTn>
                                        <p:tgtEl>
                                          <p:spTgt spid="32"/>
                                        </p:tgtEl>
                                        <p:attrNameLst>
                                          <p:attrName>style.visibility</p:attrName>
                                        </p:attrNameLst>
                                      </p:cBhvr>
                                      <p:to>
                                        <p:strVal val="visible"/>
                                      </p:to>
                                    </p:set>
                                    <p:animEffect transition="in" filter="fade">
                                      <p:cBhvr>
                                        <p:cTn id="452" dur="1000"/>
                                        <p:tgtEl>
                                          <p:spTgt spid="32"/>
                                        </p:tgtEl>
                                      </p:cBhvr>
                                    </p:animEffect>
                                    <p:anim calcmode="lin" valueType="num">
                                      <p:cBhvr>
                                        <p:cTn id="453" dur="1000" fill="hold"/>
                                        <p:tgtEl>
                                          <p:spTgt spid="32"/>
                                        </p:tgtEl>
                                        <p:attrNameLst>
                                          <p:attrName>ppt_x</p:attrName>
                                        </p:attrNameLst>
                                      </p:cBhvr>
                                      <p:tavLst>
                                        <p:tav tm="0">
                                          <p:val>
                                            <p:strVal val="#ppt_x"/>
                                          </p:val>
                                        </p:tav>
                                        <p:tav tm="100000">
                                          <p:val>
                                            <p:strVal val="#ppt_x"/>
                                          </p:val>
                                        </p:tav>
                                      </p:tavLst>
                                    </p:anim>
                                    <p:anim calcmode="lin" valueType="num">
                                      <p:cBhvr>
                                        <p:cTn id="454" dur="1000" fill="hold"/>
                                        <p:tgtEl>
                                          <p:spTgt spid="32"/>
                                        </p:tgtEl>
                                        <p:attrNameLst>
                                          <p:attrName>ppt_y</p:attrName>
                                        </p:attrNameLst>
                                      </p:cBhvr>
                                      <p:tavLst>
                                        <p:tav tm="0">
                                          <p:val>
                                            <p:strVal val="#ppt_y+.1"/>
                                          </p:val>
                                        </p:tav>
                                        <p:tav tm="100000">
                                          <p:val>
                                            <p:strVal val="#ppt_y"/>
                                          </p:val>
                                        </p:tav>
                                      </p:tavLst>
                                    </p:anim>
                                  </p:childTnLst>
                                </p:cTn>
                              </p:par>
                            </p:childTnLst>
                          </p:cTn>
                        </p:par>
                        <p:par>
                          <p:cTn id="455" fill="hold">
                            <p:stCondLst>
                              <p:cond delay="6000"/>
                            </p:stCondLst>
                            <p:childTnLst>
                              <p:par>
                                <p:cTn id="456" presetID="32" presetClass="emph" presetSubtype="0" fill="hold" nodeType="afterEffect">
                                  <p:stCondLst>
                                    <p:cond delay="0"/>
                                  </p:stCondLst>
                                  <p:childTnLst>
                                    <p:animRot by="120000">
                                      <p:cBhvr>
                                        <p:cTn id="457" dur="100" fill="hold">
                                          <p:stCondLst>
                                            <p:cond delay="0"/>
                                          </p:stCondLst>
                                        </p:cTn>
                                        <p:tgtEl>
                                          <p:spTgt spid="129"/>
                                        </p:tgtEl>
                                        <p:attrNameLst>
                                          <p:attrName>r</p:attrName>
                                        </p:attrNameLst>
                                      </p:cBhvr>
                                    </p:animRot>
                                    <p:animRot by="-240000">
                                      <p:cBhvr>
                                        <p:cTn id="458" dur="200" fill="hold">
                                          <p:stCondLst>
                                            <p:cond delay="200"/>
                                          </p:stCondLst>
                                        </p:cTn>
                                        <p:tgtEl>
                                          <p:spTgt spid="129"/>
                                        </p:tgtEl>
                                        <p:attrNameLst>
                                          <p:attrName>r</p:attrName>
                                        </p:attrNameLst>
                                      </p:cBhvr>
                                    </p:animRot>
                                    <p:animRot by="240000">
                                      <p:cBhvr>
                                        <p:cTn id="459" dur="200" fill="hold">
                                          <p:stCondLst>
                                            <p:cond delay="400"/>
                                          </p:stCondLst>
                                        </p:cTn>
                                        <p:tgtEl>
                                          <p:spTgt spid="129"/>
                                        </p:tgtEl>
                                        <p:attrNameLst>
                                          <p:attrName>r</p:attrName>
                                        </p:attrNameLst>
                                      </p:cBhvr>
                                    </p:animRot>
                                    <p:animRot by="-240000">
                                      <p:cBhvr>
                                        <p:cTn id="460" dur="200" fill="hold">
                                          <p:stCondLst>
                                            <p:cond delay="600"/>
                                          </p:stCondLst>
                                        </p:cTn>
                                        <p:tgtEl>
                                          <p:spTgt spid="129"/>
                                        </p:tgtEl>
                                        <p:attrNameLst>
                                          <p:attrName>r</p:attrName>
                                        </p:attrNameLst>
                                      </p:cBhvr>
                                    </p:animRot>
                                    <p:animRot by="120000">
                                      <p:cBhvr>
                                        <p:cTn id="461" dur="200" fill="hold">
                                          <p:stCondLst>
                                            <p:cond delay="800"/>
                                          </p:stCondLst>
                                        </p:cTn>
                                        <p:tgtEl>
                                          <p:spTgt spid="129"/>
                                        </p:tgtEl>
                                        <p:attrNameLst>
                                          <p:attrName>r</p:attrName>
                                        </p:attrNameLst>
                                      </p:cBhvr>
                                    </p:animRot>
                                  </p:childTnLst>
                                </p:cTn>
                              </p:par>
                            </p:childTnLst>
                          </p:cTn>
                        </p:par>
                      </p:childTnLst>
                    </p:cTn>
                  </p:par>
                  <p:par>
                    <p:cTn id="462" fill="hold">
                      <p:stCondLst>
                        <p:cond delay="indefinite"/>
                      </p:stCondLst>
                      <p:childTnLst>
                        <p:par>
                          <p:cTn id="463" fill="hold">
                            <p:stCondLst>
                              <p:cond delay="0"/>
                            </p:stCondLst>
                            <p:childTnLst>
                              <p:par>
                                <p:cTn id="464" presetID="32" presetClass="emph" presetSubtype="0" fill="hold" nodeType="clickEffect">
                                  <p:stCondLst>
                                    <p:cond delay="0"/>
                                  </p:stCondLst>
                                  <p:childTnLst>
                                    <p:animRot by="120000">
                                      <p:cBhvr>
                                        <p:cTn id="465" dur="100" fill="hold">
                                          <p:stCondLst>
                                            <p:cond delay="0"/>
                                          </p:stCondLst>
                                        </p:cTn>
                                        <p:tgtEl>
                                          <p:spTgt spid="55"/>
                                        </p:tgtEl>
                                        <p:attrNameLst>
                                          <p:attrName>r</p:attrName>
                                        </p:attrNameLst>
                                      </p:cBhvr>
                                    </p:animRot>
                                    <p:animRot by="-240000">
                                      <p:cBhvr>
                                        <p:cTn id="466" dur="200" fill="hold">
                                          <p:stCondLst>
                                            <p:cond delay="200"/>
                                          </p:stCondLst>
                                        </p:cTn>
                                        <p:tgtEl>
                                          <p:spTgt spid="55"/>
                                        </p:tgtEl>
                                        <p:attrNameLst>
                                          <p:attrName>r</p:attrName>
                                        </p:attrNameLst>
                                      </p:cBhvr>
                                    </p:animRot>
                                    <p:animRot by="240000">
                                      <p:cBhvr>
                                        <p:cTn id="467" dur="200" fill="hold">
                                          <p:stCondLst>
                                            <p:cond delay="400"/>
                                          </p:stCondLst>
                                        </p:cTn>
                                        <p:tgtEl>
                                          <p:spTgt spid="55"/>
                                        </p:tgtEl>
                                        <p:attrNameLst>
                                          <p:attrName>r</p:attrName>
                                        </p:attrNameLst>
                                      </p:cBhvr>
                                    </p:animRot>
                                    <p:animRot by="-240000">
                                      <p:cBhvr>
                                        <p:cTn id="468" dur="200" fill="hold">
                                          <p:stCondLst>
                                            <p:cond delay="600"/>
                                          </p:stCondLst>
                                        </p:cTn>
                                        <p:tgtEl>
                                          <p:spTgt spid="55"/>
                                        </p:tgtEl>
                                        <p:attrNameLst>
                                          <p:attrName>r</p:attrName>
                                        </p:attrNameLst>
                                      </p:cBhvr>
                                    </p:animRot>
                                    <p:animRot by="120000">
                                      <p:cBhvr>
                                        <p:cTn id="469" dur="200" fill="hold">
                                          <p:stCondLst>
                                            <p:cond delay="800"/>
                                          </p:stCondLst>
                                        </p:cTn>
                                        <p:tgtEl>
                                          <p:spTgt spid="55"/>
                                        </p:tgtEl>
                                        <p:attrNameLst>
                                          <p:attrName>r</p:attrName>
                                        </p:attrNameLst>
                                      </p:cBhvr>
                                    </p:animRot>
                                  </p:childTnLst>
                                </p:cTn>
                              </p:par>
                            </p:childTnLst>
                          </p:cTn>
                        </p:par>
                      </p:childTnLst>
                    </p:cTn>
                  </p:par>
                  <p:par>
                    <p:cTn id="470" fill="hold">
                      <p:stCondLst>
                        <p:cond delay="indefinite"/>
                      </p:stCondLst>
                      <p:childTnLst>
                        <p:par>
                          <p:cTn id="471" fill="hold">
                            <p:stCondLst>
                              <p:cond delay="0"/>
                            </p:stCondLst>
                            <p:childTnLst>
                              <p:par>
                                <p:cTn id="472" presetID="45" presetClass="entr" presetSubtype="0" fill="hold" grpId="7" nodeType="clickEffect">
                                  <p:stCondLst>
                                    <p:cond delay="0"/>
                                  </p:stCondLst>
                                  <p:childTnLst>
                                    <p:set>
                                      <p:cBhvr>
                                        <p:cTn id="473" dur="1" fill="hold">
                                          <p:stCondLst>
                                            <p:cond delay="0"/>
                                          </p:stCondLst>
                                        </p:cTn>
                                        <p:tgtEl>
                                          <p:spTgt spid="52"/>
                                        </p:tgtEl>
                                        <p:attrNameLst>
                                          <p:attrName>style.visibility</p:attrName>
                                        </p:attrNameLst>
                                      </p:cBhvr>
                                      <p:to>
                                        <p:strVal val="visible"/>
                                      </p:to>
                                    </p:set>
                                    <p:animEffect transition="in" filter="fade">
                                      <p:cBhvr>
                                        <p:cTn id="474" dur="1000"/>
                                        <p:tgtEl>
                                          <p:spTgt spid="52"/>
                                        </p:tgtEl>
                                      </p:cBhvr>
                                    </p:animEffect>
                                    <p:anim calcmode="lin" valueType="num">
                                      <p:cBhvr>
                                        <p:cTn id="475" dur="1000" fill="hold"/>
                                        <p:tgtEl>
                                          <p:spTgt spid="52"/>
                                        </p:tgtEl>
                                        <p:attrNameLst>
                                          <p:attrName>ppt_w</p:attrName>
                                        </p:attrNameLst>
                                      </p:cBhvr>
                                      <p:tavLst>
                                        <p:tav tm="0" fmla="#ppt_w*sin(2.5*pi*$)">
                                          <p:val>
                                            <p:fltVal val="0"/>
                                          </p:val>
                                        </p:tav>
                                        <p:tav tm="100000">
                                          <p:val>
                                            <p:fltVal val="1"/>
                                          </p:val>
                                        </p:tav>
                                      </p:tavLst>
                                    </p:anim>
                                    <p:anim calcmode="lin" valueType="num">
                                      <p:cBhvr>
                                        <p:cTn id="476" dur="1000" fill="hold"/>
                                        <p:tgtEl>
                                          <p:spTgt spid="52"/>
                                        </p:tgtEl>
                                        <p:attrNameLst>
                                          <p:attrName>ppt_h</p:attrName>
                                        </p:attrNameLst>
                                      </p:cBhvr>
                                      <p:tavLst>
                                        <p:tav tm="0">
                                          <p:val>
                                            <p:strVal val="#ppt_h"/>
                                          </p:val>
                                        </p:tav>
                                        <p:tav tm="100000">
                                          <p:val>
                                            <p:strVal val="#ppt_h"/>
                                          </p:val>
                                        </p:tav>
                                      </p:tavLst>
                                    </p:anim>
                                  </p:childTnLst>
                                </p:cTn>
                              </p:par>
                            </p:childTnLst>
                          </p:cTn>
                        </p:par>
                        <p:par>
                          <p:cTn id="477" fill="hold">
                            <p:stCondLst>
                              <p:cond delay="1000"/>
                            </p:stCondLst>
                            <p:childTnLst>
                              <p:par>
                                <p:cTn id="478" presetID="8" presetClass="emph" presetSubtype="0" fill="hold" grpId="1" nodeType="afterEffect">
                                  <p:stCondLst>
                                    <p:cond delay="0"/>
                                  </p:stCondLst>
                                  <p:childTnLst>
                                    <p:animRot by="21600000">
                                      <p:cBhvr>
                                        <p:cTn id="479" dur="1500" fill="hold"/>
                                        <p:tgtEl>
                                          <p:spTgt spid="30"/>
                                        </p:tgtEl>
                                        <p:attrNameLst>
                                          <p:attrName>r</p:attrName>
                                        </p:attrNameLst>
                                      </p:cBhvr>
                                    </p:animRot>
                                  </p:childTnLst>
                                </p:cTn>
                              </p:par>
                              <p:par>
                                <p:cTn id="480" presetID="3" presetClass="emph" presetSubtype="2" fill="hold" grpId="2" nodeType="withEffect">
                                  <p:stCondLst>
                                    <p:cond delay="0"/>
                                  </p:stCondLst>
                                  <p:childTnLst>
                                    <p:animClr clrSpc="rgb" dir="cw">
                                      <p:cBhvr override="childStyle">
                                        <p:cTn id="481" dur="1500" fill="hold"/>
                                        <p:tgtEl>
                                          <p:spTgt spid="30"/>
                                        </p:tgtEl>
                                        <p:attrNameLst>
                                          <p:attrName>style.color</p:attrName>
                                        </p:attrNameLst>
                                      </p:cBhvr>
                                      <p:to>
                                        <a:srgbClr val="C00000"/>
                                      </p:to>
                                    </p:animClr>
                                  </p:childTnLst>
                                </p:cTn>
                              </p:par>
                            </p:childTnLst>
                          </p:cTn>
                        </p:par>
                        <p:par>
                          <p:cTn id="482" fill="hold">
                            <p:stCondLst>
                              <p:cond delay="2500"/>
                            </p:stCondLst>
                            <p:childTnLst>
                              <p:par>
                                <p:cTn id="483" presetID="1" presetClass="entr" presetSubtype="0" fill="hold" grpId="0" nodeType="afterEffect">
                                  <p:stCondLst>
                                    <p:cond delay="0"/>
                                  </p:stCondLst>
                                  <p:childTnLst>
                                    <p:set>
                                      <p:cBhvr>
                                        <p:cTn id="484" dur="1" fill="hold">
                                          <p:stCondLst>
                                            <p:cond delay="0"/>
                                          </p:stCondLst>
                                        </p:cTn>
                                        <p:tgtEl>
                                          <p:spTgt spid="31"/>
                                        </p:tgtEl>
                                        <p:attrNameLst>
                                          <p:attrName>style.visibility</p:attrName>
                                        </p:attrNameLst>
                                      </p:cBhvr>
                                      <p:to>
                                        <p:strVal val="visible"/>
                                      </p:to>
                                    </p:set>
                                  </p:childTnLst>
                                </p:cTn>
                              </p:par>
                            </p:childTnLst>
                          </p:cTn>
                        </p:par>
                        <p:par>
                          <p:cTn id="485" fill="hold">
                            <p:stCondLst>
                              <p:cond delay="2500"/>
                            </p:stCondLst>
                            <p:childTnLst>
                              <p:par>
                                <p:cTn id="486" presetID="35" presetClass="path" presetSubtype="0" accel="50000" decel="50000" fill="hold" grpId="1" nodeType="afterEffect">
                                  <p:stCondLst>
                                    <p:cond delay="0"/>
                                  </p:stCondLst>
                                  <p:childTnLst>
                                    <p:animMotion origin="layout" path="M -2.70833E-6 -0.00069 L -0.14088 0.04075 " pathEditMode="relative" rAng="0" ptsTypes="AA">
                                      <p:cBhvr>
                                        <p:cTn id="487" dur="1500" fill="hold"/>
                                        <p:tgtEl>
                                          <p:spTgt spid="31"/>
                                        </p:tgtEl>
                                        <p:attrNameLst>
                                          <p:attrName>ppt_x</p:attrName>
                                          <p:attrName>ppt_y</p:attrName>
                                        </p:attrNameLst>
                                      </p:cBhvr>
                                      <p:rCtr x="-7044" y="2060"/>
                                    </p:animMotion>
                                  </p:childTnLst>
                                </p:cTn>
                              </p:par>
                              <p:par>
                                <p:cTn id="488" presetID="10" presetClass="exit" presetSubtype="0" fill="hold" grpId="2" nodeType="withEffect">
                                  <p:stCondLst>
                                    <p:cond delay="0"/>
                                  </p:stCondLst>
                                  <p:childTnLst>
                                    <p:animEffect transition="out" filter="fade">
                                      <p:cBhvr>
                                        <p:cTn id="489" dur="1250"/>
                                        <p:tgtEl>
                                          <p:spTgt spid="4"/>
                                        </p:tgtEl>
                                      </p:cBhvr>
                                    </p:animEffect>
                                    <p:set>
                                      <p:cBhvr>
                                        <p:cTn id="490" dur="1" fill="hold">
                                          <p:stCondLst>
                                            <p:cond delay="1249"/>
                                          </p:stCondLst>
                                        </p:cTn>
                                        <p:tgtEl>
                                          <p:spTgt spid="4"/>
                                        </p:tgtEl>
                                        <p:attrNameLst>
                                          <p:attrName>style.visibility</p:attrName>
                                        </p:attrNameLst>
                                      </p:cBhvr>
                                      <p:to>
                                        <p:strVal val="hidden"/>
                                      </p:to>
                                    </p:set>
                                  </p:childTnLst>
                                </p:cTn>
                              </p:par>
                              <p:par>
                                <p:cTn id="491" presetID="10" presetClass="exit" presetSubtype="0" fill="hold" grpId="8" nodeType="withEffect">
                                  <p:stCondLst>
                                    <p:cond delay="0"/>
                                  </p:stCondLst>
                                  <p:childTnLst>
                                    <p:animEffect transition="out" filter="fade">
                                      <p:cBhvr>
                                        <p:cTn id="492" dur="1000"/>
                                        <p:tgtEl>
                                          <p:spTgt spid="52"/>
                                        </p:tgtEl>
                                      </p:cBhvr>
                                    </p:animEffect>
                                    <p:set>
                                      <p:cBhvr>
                                        <p:cTn id="493" dur="1" fill="hold">
                                          <p:stCondLst>
                                            <p:cond delay="999"/>
                                          </p:stCondLst>
                                        </p:cTn>
                                        <p:tgtEl>
                                          <p:spTgt spid="52"/>
                                        </p:tgtEl>
                                        <p:attrNameLst>
                                          <p:attrName>style.visibility</p:attrName>
                                        </p:attrNameLst>
                                      </p:cBhvr>
                                      <p:to>
                                        <p:strVal val="hidden"/>
                                      </p:to>
                                    </p:set>
                                  </p:childTnLst>
                                </p:cTn>
                              </p:par>
                            </p:childTnLst>
                          </p:cTn>
                        </p:par>
                        <p:par>
                          <p:cTn id="494" fill="hold">
                            <p:stCondLst>
                              <p:cond delay="4000"/>
                            </p:stCondLst>
                            <p:childTnLst>
                              <p:par>
                                <p:cTn id="495" presetID="3" presetClass="emph" presetSubtype="2" fill="hold" grpId="1" nodeType="afterEffect">
                                  <p:stCondLst>
                                    <p:cond delay="0"/>
                                  </p:stCondLst>
                                  <p:childTnLst>
                                    <p:animClr clrSpc="rgb" dir="cw">
                                      <p:cBhvr override="childStyle">
                                        <p:cTn id="496" dur="750" fill="hold"/>
                                        <p:tgtEl>
                                          <p:spTgt spid="32"/>
                                        </p:tgtEl>
                                        <p:attrNameLst>
                                          <p:attrName>style.color</p:attrName>
                                        </p:attrNameLst>
                                      </p:cBhvr>
                                      <p:to>
                                        <a:srgbClr val="C00000"/>
                                      </p:to>
                                    </p:animClr>
                                  </p:childTnLst>
                                </p:cTn>
                              </p:par>
                            </p:childTnLst>
                          </p:cTn>
                        </p:par>
                        <p:par>
                          <p:cTn id="497" fill="hold">
                            <p:stCondLst>
                              <p:cond delay="4750"/>
                            </p:stCondLst>
                            <p:childTnLst>
                              <p:par>
                                <p:cTn id="498" presetID="63" presetClass="path" presetSubtype="0" accel="50000" decel="50000" fill="hold" grpId="5" nodeType="afterEffect">
                                  <p:stCondLst>
                                    <p:cond delay="0"/>
                                  </p:stCondLst>
                                  <p:childTnLst>
                                    <p:animMotion origin="layout" path="M -0.20039 1.85185E-6 L -0.14974 2.60209E-18 " pathEditMode="relative" rAng="0" ptsTypes="AA">
                                      <p:cBhvr>
                                        <p:cTn id="499" dur="1500" fill="hold"/>
                                        <p:tgtEl>
                                          <p:spTgt spid="41"/>
                                        </p:tgtEl>
                                        <p:attrNameLst>
                                          <p:attrName>ppt_x</p:attrName>
                                          <p:attrName>ppt_y</p:attrName>
                                        </p:attrNameLst>
                                      </p:cBhvr>
                                      <p:rCtr x="2474" y="93"/>
                                    </p:animMotion>
                                  </p:childTnLst>
                                </p:cTn>
                              </p:par>
                              <p:par>
                                <p:cTn id="500" presetID="3" presetClass="emph" presetSubtype="2" fill="hold" grpId="6" nodeType="withEffect">
                                  <p:stCondLst>
                                    <p:cond delay="0"/>
                                  </p:stCondLst>
                                  <p:childTnLst>
                                    <p:animClr clrSpc="rgb" dir="cw">
                                      <p:cBhvr override="childStyle">
                                        <p:cTn id="501" dur="1500" fill="hold"/>
                                        <p:tgtEl>
                                          <p:spTgt spid="41"/>
                                        </p:tgtEl>
                                        <p:attrNameLst>
                                          <p:attrName>style.color</p:attrName>
                                        </p:attrNameLst>
                                      </p:cBhvr>
                                      <p:to>
                                        <a:srgbClr val="501549"/>
                                      </p:to>
                                    </p:animClr>
                                  </p:childTnLst>
                                </p:cTn>
                              </p:par>
                              <p:par>
                                <p:cTn id="502" presetID="35" presetClass="path" presetSubtype="0" accel="50000" decel="50000" fill="hold" grpId="2" nodeType="withEffect">
                                  <p:stCondLst>
                                    <p:cond delay="500"/>
                                  </p:stCondLst>
                                  <p:childTnLst>
                                    <p:animMotion origin="layout" path="M -0.09948 0.00046 L -0.15026 0.00093 " pathEditMode="relative" rAng="0" ptsTypes="AA">
                                      <p:cBhvr>
                                        <p:cTn id="503" dur="1500" fill="hold"/>
                                        <p:tgtEl>
                                          <p:spTgt spid="39"/>
                                        </p:tgtEl>
                                        <p:attrNameLst>
                                          <p:attrName>ppt_x</p:attrName>
                                          <p:attrName>ppt_y</p:attrName>
                                        </p:attrNameLst>
                                      </p:cBhvr>
                                      <p:rCtr x="-2552" y="-116"/>
                                    </p:animMotion>
                                  </p:childTnLst>
                                </p:cTn>
                              </p:par>
                              <p:par>
                                <p:cTn id="504" presetID="63" presetClass="path" presetSubtype="0" accel="50000" decel="50000" fill="hold" grpId="2" nodeType="withEffect">
                                  <p:stCondLst>
                                    <p:cond delay="1000"/>
                                  </p:stCondLst>
                                  <p:childTnLst>
                                    <p:animMotion origin="layout" path="M -0.14831 -0.00046 L 0.05143 0.00023 " pathEditMode="relative" rAng="0" ptsTypes="AA">
                                      <p:cBhvr>
                                        <p:cTn id="505" dur="1500" fill="hold"/>
                                        <p:tgtEl>
                                          <p:spTgt spid="45"/>
                                        </p:tgtEl>
                                        <p:attrNameLst>
                                          <p:attrName>ppt_x</p:attrName>
                                          <p:attrName>ppt_y</p:attrName>
                                        </p:attrNameLst>
                                      </p:cBhvr>
                                      <p:rCtr x="10039" y="23"/>
                                    </p:animMotion>
                                  </p:childTnLst>
                                </p:cTn>
                              </p:par>
                              <p:par>
                                <p:cTn id="506" presetID="3" presetClass="emph" presetSubtype="2" fill="hold" grpId="3" nodeType="withEffect">
                                  <p:stCondLst>
                                    <p:cond delay="1000"/>
                                  </p:stCondLst>
                                  <p:childTnLst>
                                    <p:animClr clrSpc="rgb" dir="cw">
                                      <p:cBhvr override="childStyle">
                                        <p:cTn id="507" dur="1500" fill="hold"/>
                                        <p:tgtEl>
                                          <p:spTgt spid="45"/>
                                        </p:tgtEl>
                                        <p:attrNameLst>
                                          <p:attrName>style.color</p:attrName>
                                        </p:attrNameLst>
                                      </p:cBhvr>
                                      <p:to>
                                        <a:srgbClr val="501549"/>
                                      </p:to>
                                    </p:animClr>
                                  </p:childTnLst>
                                </p:cTn>
                              </p:par>
                              <p:par>
                                <p:cTn id="508" presetID="35" presetClass="path" presetSubtype="0" accel="50000" decel="50000" fill="hold" grpId="6" nodeType="withEffect">
                                  <p:stCondLst>
                                    <p:cond delay="1500"/>
                                  </p:stCondLst>
                                  <p:childTnLst>
                                    <p:animMotion origin="layout" path="M 0.15169 -0.0007 L -0.04935 -1.48148E-6 " pathEditMode="relative" rAng="0" ptsTypes="AA">
                                      <p:cBhvr>
                                        <p:cTn id="509" dur="1500" fill="hold"/>
                                        <p:tgtEl>
                                          <p:spTgt spid="43"/>
                                        </p:tgtEl>
                                        <p:attrNameLst>
                                          <p:attrName>ppt_x</p:attrName>
                                          <p:attrName>ppt_y</p:attrName>
                                        </p:attrNameLst>
                                      </p:cBhvr>
                                      <p:rCtr x="-10052" y="46"/>
                                    </p:animMotion>
                                  </p:childTnLst>
                                </p:cTn>
                              </p:par>
                            </p:childTnLst>
                          </p:cTn>
                        </p:par>
                        <p:par>
                          <p:cTn id="510" fill="hold">
                            <p:stCondLst>
                              <p:cond delay="7750"/>
                            </p:stCondLst>
                            <p:childTnLst>
                              <p:par>
                                <p:cTn id="511" presetID="32" presetClass="emph" presetSubtype="0" fill="hold" nodeType="afterEffect">
                                  <p:stCondLst>
                                    <p:cond delay="0"/>
                                  </p:stCondLst>
                                  <p:childTnLst>
                                    <p:animRot by="120000">
                                      <p:cBhvr>
                                        <p:cTn id="512" dur="100" fill="hold">
                                          <p:stCondLst>
                                            <p:cond delay="0"/>
                                          </p:stCondLst>
                                        </p:cTn>
                                        <p:tgtEl>
                                          <p:spTgt spid="55"/>
                                        </p:tgtEl>
                                        <p:attrNameLst>
                                          <p:attrName>r</p:attrName>
                                        </p:attrNameLst>
                                      </p:cBhvr>
                                    </p:animRot>
                                    <p:animRot by="-240000">
                                      <p:cBhvr>
                                        <p:cTn id="513" dur="200" fill="hold">
                                          <p:stCondLst>
                                            <p:cond delay="200"/>
                                          </p:stCondLst>
                                        </p:cTn>
                                        <p:tgtEl>
                                          <p:spTgt spid="55"/>
                                        </p:tgtEl>
                                        <p:attrNameLst>
                                          <p:attrName>r</p:attrName>
                                        </p:attrNameLst>
                                      </p:cBhvr>
                                    </p:animRot>
                                    <p:animRot by="240000">
                                      <p:cBhvr>
                                        <p:cTn id="514" dur="200" fill="hold">
                                          <p:stCondLst>
                                            <p:cond delay="400"/>
                                          </p:stCondLst>
                                        </p:cTn>
                                        <p:tgtEl>
                                          <p:spTgt spid="55"/>
                                        </p:tgtEl>
                                        <p:attrNameLst>
                                          <p:attrName>r</p:attrName>
                                        </p:attrNameLst>
                                      </p:cBhvr>
                                    </p:animRot>
                                    <p:animRot by="-240000">
                                      <p:cBhvr>
                                        <p:cTn id="515" dur="200" fill="hold">
                                          <p:stCondLst>
                                            <p:cond delay="600"/>
                                          </p:stCondLst>
                                        </p:cTn>
                                        <p:tgtEl>
                                          <p:spTgt spid="55"/>
                                        </p:tgtEl>
                                        <p:attrNameLst>
                                          <p:attrName>r</p:attrName>
                                        </p:attrNameLst>
                                      </p:cBhvr>
                                    </p:animRot>
                                    <p:animRot by="120000">
                                      <p:cBhvr>
                                        <p:cTn id="516" dur="200" fill="hold">
                                          <p:stCondLst>
                                            <p:cond delay="800"/>
                                          </p:stCondLst>
                                        </p:cTn>
                                        <p:tgtEl>
                                          <p:spTgt spid="55"/>
                                        </p:tgtEl>
                                        <p:attrNameLst>
                                          <p:attrName>r</p:attrName>
                                        </p:attrNameLst>
                                      </p:cBhvr>
                                    </p:animRot>
                                  </p:childTnLst>
                                </p:cTn>
                              </p:par>
                            </p:childTnLst>
                          </p:cTn>
                        </p:par>
                      </p:childTnLst>
                    </p:cTn>
                  </p:par>
                  <p:par>
                    <p:cTn id="517" fill="hold">
                      <p:stCondLst>
                        <p:cond delay="indefinite"/>
                      </p:stCondLst>
                      <p:childTnLst>
                        <p:par>
                          <p:cTn id="518" fill="hold">
                            <p:stCondLst>
                              <p:cond delay="0"/>
                            </p:stCondLst>
                            <p:childTnLst>
                              <p:par>
                                <p:cTn id="519" presetID="45" presetClass="entr" presetSubtype="0" fill="hold" grpId="9" nodeType="clickEffect">
                                  <p:stCondLst>
                                    <p:cond delay="0"/>
                                  </p:stCondLst>
                                  <p:childTnLst>
                                    <p:set>
                                      <p:cBhvr>
                                        <p:cTn id="520" dur="1" fill="hold">
                                          <p:stCondLst>
                                            <p:cond delay="0"/>
                                          </p:stCondLst>
                                        </p:cTn>
                                        <p:tgtEl>
                                          <p:spTgt spid="52"/>
                                        </p:tgtEl>
                                        <p:attrNameLst>
                                          <p:attrName>style.visibility</p:attrName>
                                        </p:attrNameLst>
                                      </p:cBhvr>
                                      <p:to>
                                        <p:strVal val="visible"/>
                                      </p:to>
                                    </p:set>
                                    <p:animEffect transition="in" filter="fade">
                                      <p:cBhvr>
                                        <p:cTn id="521" dur="1000"/>
                                        <p:tgtEl>
                                          <p:spTgt spid="52"/>
                                        </p:tgtEl>
                                      </p:cBhvr>
                                    </p:animEffect>
                                    <p:anim calcmode="lin" valueType="num">
                                      <p:cBhvr>
                                        <p:cTn id="522" dur="1000" fill="hold"/>
                                        <p:tgtEl>
                                          <p:spTgt spid="52"/>
                                        </p:tgtEl>
                                        <p:attrNameLst>
                                          <p:attrName>ppt_w</p:attrName>
                                        </p:attrNameLst>
                                      </p:cBhvr>
                                      <p:tavLst>
                                        <p:tav tm="0" fmla="#ppt_w*sin(2.5*pi*$)">
                                          <p:val>
                                            <p:fltVal val="0"/>
                                          </p:val>
                                        </p:tav>
                                        <p:tav tm="100000">
                                          <p:val>
                                            <p:fltVal val="1"/>
                                          </p:val>
                                        </p:tav>
                                      </p:tavLst>
                                    </p:anim>
                                    <p:anim calcmode="lin" valueType="num">
                                      <p:cBhvr>
                                        <p:cTn id="523" dur="1000" fill="hold"/>
                                        <p:tgtEl>
                                          <p:spTgt spid="52"/>
                                        </p:tgtEl>
                                        <p:attrNameLst>
                                          <p:attrName>ppt_h</p:attrName>
                                        </p:attrNameLst>
                                      </p:cBhvr>
                                      <p:tavLst>
                                        <p:tav tm="0">
                                          <p:val>
                                            <p:strVal val="#ppt_h"/>
                                          </p:val>
                                        </p:tav>
                                        <p:tav tm="100000">
                                          <p:val>
                                            <p:strVal val="#ppt_h"/>
                                          </p:val>
                                        </p:tav>
                                      </p:tavLst>
                                    </p:anim>
                                  </p:childTnLst>
                                </p:cTn>
                              </p:par>
                            </p:childTnLst>
                          </p:cTn>
                        </p:par>
                      </p:childTnLst>
                    </p:cTn>
                  </p:par>
                  <p:par>
                    <p:cTn id="524" fill="hold">
                      <p:stCondLst>
                        <p:cond delay="indefinite"/>
                      </p:stCondLst>
                      <p:childTnLst>
                        <p:par>
                          <p:cTn id="525" fill="hold">
                            <p:stCondLst>
                              <p:cond delay="0"/>
                            </p:stCondLst>
                            <p:childTnLst>
                              <p:par>
                                <p:cTn id="526" presetID="8" presetClass="emph" presetSubtype="0" fill="hold" grpId="0" nodeType="clickEffect">
                                  <p:stCondLst>
                                    <p:cond delay="0"/>
                                  </p:stCondLst>
                                  <p:childTnLst>
                                    <p:animRot by="21600000">
                                      <p:cBhvr>
                                        <p:cTn id="527" dur="1500" fill="hold"/>
                                        <p:tgtEl>
                                          <p:spTgt spid="8"/>
                                        </p:tgtEl>
                                        <p:attrNameLst>
                                          <p:attrName>r</p:attrName>
                                        </p:attrNameLst>
                                      </p:cBhvr>
                                    </p:animRot>
                                  </p:childTnLst>
                                </p:cTn>
                              </p:par>
                            </p:childTnLst>
                          </p:cTn>
                        </p:par>
                        <p:par>
                          <p:cTn id="528" fill="hold">
                            <p:stCondLst>
                              <p:cond delay="1500"/>
                            </p:stCondLst>
                            <p:childTnLst>
                              <p:par>
                                <p:cTn id="529" presetID="1" presetClass="entr" presetSubtype="0" fill="hold" grpId="0" nodeType="afterEffect">
                                  <p:stCondLst>
                                    <p:cond delay="0"/>
                                  </p:stCondLst>
                                  <p:childTnLst>
                                    <p:set>
                                      <p:cBhvr>
                                        <p:cTn id="530" dur="1" fill="hold">
                                          <p:stCondLst>
                                            <p:cond delay="0"/>
                                          </p:stCondLst>
                                        </p:cTn>
                                        <p:tgtEl>
                                          <p:spTgt spid="36"/>
                                        </p:tgtEl>
                                        <p:attrNameLst>
                                          <p:attrName>style.visibility</p:attrName>
                                        </p:attrNameLst>
                                      </p:cBhvr>
                                      <p:to>
                                        <p:strVal val="visible"/>
                                      </p:to>
                                    </p:set>
                                  </p:childTnLst>
                                </p:cTn>
                              </p:par>
                            </p:childTnLst>
                          </p:cTn>
                        </p:par>
                        <p:par>
                          <p:cTn id="531" fill="hold">
                            <p:stCondLst>
                              <p:cond delay="1500"/>
                            </p:stCondLst>
                            <p:childTnLst>
                              <p:par>
                                <p:cTn id="532" presetID="35" presetClass="path" presetSubtype="0" accel="50000" decel="50000" fill="hold" grpId="1" nodeType="afterEffect">
                                  <p:stCondLst>
                                    <p:cond delay="0"/>
                                  </p:stCondLst>
                                  <p:childTnLst>
                                    <p:animMotion origin="layout" path="M -2.08333E-6 -0.0007 L -0.14088 0.04074 " pathEditMode="relative" rAng="0" ptsTypes="AA">
                                      <p:cBhvr>
                                        <p:cTn id="533" dur="1500" fill="hold"/>
                                        <p:tgtEl>
                                          <p:spTgt spid="36"/>
                                        </p:tgtEl>
                                        <p:attrNameLst>
                                          <p:attrName>ppt_x</p:attrName>
                                          <p:attrName>ppt_y</p:attrName>
                                        </p:attrNameLst>
                                      </p:cBhvr>
                                      <p:rCtr x="-7044" y="2060"/>
                                    </p:animMotion>
                                  </p:childTnLst>
                                </p:cTn>
                              </p:par>
                              <p:par>
                                <p:cTn id="534" presetID="10" presetClass="exit" presetSubtype="0" fill="hold" grpId="2" nodeType="withEffect">
                                  <p:stCondLst>
                                    <p:cond delay="0"/>
                                  </p:stCondLst>
                                  <p:childTnLst>
                                    <p:animEffect transition="out" filter="fade">
                                      <p:cBhvr>
                                        <p:cTn id="535" dur="1250"/>
                                        <p:tgtEl>
                                          <p:spTgt spid="31"/>
                                        </p:tgtEl>
                                      </p:cBhvr>
                                    </p:animEffect>
                                    <p:set>
                                      <p:cBhvr>
                                        <p:cTn id="536" dur="1" fill="hold">
                                          <p:stCondLst>
                                            <p:cond delay="1249"/>
                                          </p:stCondLst>
                                        </p:cTn>
                                        <p:tgtEl>
                                          <p:spTgt spid="31"/>
                                        </p:tgtEl>
                                        <p:attrNameLst>
                                          <p:attrName>style.visibility</p:attrName>
                                        </p:attrNameLst>
                                      </p:cBhvr>
                                      <p:to>
                                        <p:strVal val="hidden"/>
                                      </p:to>
                                    </p:set>
                                  </p:childTnLst>
                                </p:cTn>
                              </p:par>
                            </p:childTnLst>
                          </p:cTn>
                        </p:par>
                        <p:par>
                          <p:cTn id="537" fill="hold">
                            <p:stCondLst>
                              <p:cond delay="4500"/>
                            </p:stCondLst>
                            <p:childTnLst>
                              <p:par>
                                <p:cTn id="538" presetID="7" presetClass="emph" presetSubtype="2" fill="hold" nodeType="afterEffect">
                                  <p:stCondLst>
                                    <p:cond delay="0"/>
                                  </p:stCondLst>
                                  <p:childTnLst>
                                    <p:animClr clrSpc="rgb" dir="cw">
                                      <p:cBhvr>
                                        <p:cTn id="539" dur="1500" fill="hold"/>
                                        <p:tgtEl>
                                          <p:spTgt spid="91"/>
                                        </p:tgtEl>
                                        <p:attrNameLst>
                                          <p:attrName>stroke.color</p:attrName>
                                        </p:attrNameLst>
                                      </p:cBhvr>
                                      <p:to>
                                        <a:srgbClr val="C00000"/>
                                      </p:to>
                                    </p:animClr>
                                    <p:set>
                                      <p:cBhvr>
                                        <p:cTn id="540" dur="1500" fill="hold"/>
                                        <p:tgtEl>
                                          <p:spTgt spid="91"/>
                                        </p:tgtEl>
                                        <p:attrNameLst>
                                          <p:attrName>stroke.on</p:attrName>
                                        </p:attrNameLst>
                                      </p:cBhvr>
                                      <p:to>
                                        <p:strVal val="true"/>
                                      </p:to>
                                    </p:set>
                                  </p:childTnLst>
                                </p:cTn>
                              </p:par>
                              <p:par>
                                <p:cTn id="541" presetID="32" presetClass="emph" presetSubtype="0" fill="hold" nodeType="withEffect">
                                  <p:stCondLst>
                                    <p:cond delay="0"/>
                                  </p:stCondLst>
                                  <p:childTnLst>
                                    <p:animRot by="120000">
                                      <p:cBhvr>
                                        <p:cTn id="542" dur="150" fill="hold">
                                          <p:stCondLst>
                                            <p:cond delay="0"/>
                                          </p:stCondLst>
                                        </p:cTn>
                                        <p:tgtEl>
                                          <p:spTgt spid="91"/>
                                        </p:tgtEl>
                                        <p:attrNameLst>
                                          <p:attrName>r</p:attrName>
                                        </p:attrNameLst>
                                      </p:cBhvr>
                                    </p:animRot>
                                    <p:animRot by="-240000">
                                      <p:cBhvr>
                                        <p:cTn id="543" dur="300" fill="hold">
                                          <p:stCondLst>
                                            <p:cond delay="300"/>
                                          </p:stCondLst>
                                        </p:cTn>
                                        <p:tgtEl>
                                          <p:spTgt spid="91"/>
                                        </p:tgtEl>
                                        <p:attrNameLst>
                                          <p:attrName>r</p:attrName>
                                        </p:attrNameLst>
                                      </p:cBhvr>
                                    </p:animRot>
                                    <p:animRot by="240000">
                                      <p:cBhvr>
                                        <p:cTn id="544" dur="300" fill="hold">
                                          <p:stCondLst>
                                            <p:cond delay="600"/>
                                          </p:stCondLst>
                                        </p:cTn>
                                        <p:tgtEl>
                                          <p:spTgt spid="91"/>
                                        </p:tgtEl>
                                        <p:attrNameLst>
                                          <p:attrName>r</p:attrName>
                                        </p:attrNameLst>
                                      </p:cBhvr>
                                    </p:animRot>
                                    <p:animRot by="-240000">
                                      <p:cBhvr>
                                        <p:cTn id="545" dur="300" fill="hold">
                                          <p:stCondLst>
                                            <p:cond delay="900"/>
                                          </p:stCondLst>
                                        </p:cTn>
                                        <p:tgtEl>
                                          <p:spTgt spid="91"/>
                                        </p:tgtEl>
                                        <p:attrNameLst>
                                          <p:attrName>r</p:attrName>
                                        </p:attrNameLst>
                                      </p:cBhvr>
                                    </p:animRot>
                                    <p:animRot by="120000">
                                      <p:cBhvr>
                                        <p:cTn id="546" dur="300" fill="hold">
                                          <p:stCondLst>
                                            <p:cond delay="1200"/>
                                          </p:stCondLst>
                                        </p:cTn>
                                        <p:tgtEl>
                                          <p:spTgt spid="91"/>
                                        </p:tgtEl>
                                        <p:attrNameLst>
                                          <p:attrName>r</p:attrName>
                                        </p:attrNameLst>
                                      </p:cBhvr>
                                    </p:animRot>
                                  </p:childTnLst>
                                </p:cTn>
                              </p:par>
                            </p:childTnLst>
                          </p:cTn>
                        </p:par>
                        <p:par>
                          <p:cTn id="547" fill="hold">
                            <p:stCondLst>
                              <p:cond delay="7500"/>
                            </p:stCondLst>
                            <p:childTnLst>
                              <p:par>
                                <p:cTn id="548" presetID="1" presetClass="entr" presetSubtype="0" fill="hold" grpId="0" nodeType="afterEffect">
                                  <p:stCondLst>
                                    <p:cond delay="0"/>
                                  </p:stCondLst>
                                  <p:childTnLst>
                                    <p:set>
                                      <p:cBhvr>
                                        <p:cTn id="549" dur="1" fill="hold">
                                          <p:stCondLst>
                                            <p:cond delay="0"/>
                                          </p:stCondLst>
                                        </p:cTn>
                                        <p:tgtEl>
                                          <p:spTgt spid="56"/>
                                        </p:tgtEl>
                                        <p:attrNameLst>
                                          <p:attrName>style.visibility</p:attrName>
                                        </p:attrNameLst>
                                      </p:cBhvr>
                                      <p:to>
                                        <p:strVal val="visible"/>
                                      </p:to>
                                    </p:set>
                                  </p:childTnLst>
                                </p:cTn>
                              </p:par>
                            </p:childTnLst>
                          </p:cTn>
                        </p:par>
                        <p:par>
                          <p:cTn id="550" fill="hold">
                            <p:stCondLst>
                              <p:cond delay="7500"/>
                            </p:stCondLst>
                            <p:childTnLst>
                              <p:par>
                                <p:cTn id="551" presetID="42" presetClass="path" presetSubtype="0" accel="50000" decel="50000" fill="hold" grpId="1" nodeType="afterEffect">
                                  <p:stCondLst>
                                    <p:cond delay="0"/>
                                  </p:stCondLst>
                                  <p:childTnLst>
                                    <p:animMotion origin="layout" path="M -3.33333E-6 -1.11111E-6 L -0.15898 0.45533 " pathEditMode="relative" rAng="0" ptsTypes="AA">
                                      <p:cBhvr>
                                        <p:cTn id="552" dur="1500" fill="hold"/>
                                        <p:tgtEl>
                                          <p:spTgt spid="56"/>
                                        </p:tgtEl>
                                        <p:attrNameLst>
                                          <p:attrName>ppt_x</p:attrName>
                                          <p:attrName>ppt_y</p:attrName>
                                        </p:attrNameLst>
                                      </p:cBhvr>
                                      <p:rCtr x="-7956" y="22755"/>
                                    </p:animMotion>
                                  </p:childTnLst>
                                </p:cTn>
                              </p:par>
                              <p:par>
                                <p:cTn id="553" presetID="10" presetClass="exit" presetSubtype="0" fill="hold" grpId="2" nodeType="withEffect">
                                  <p:stCondLst>
                                    <p:cond delay="0"/>
                                  </p:stCondLst>
                                  <p:childTnLst>
                                    <p:animEffect transition="out" filter="fade">
                                      <p:cBhvr>
                                        <p:cTn id="554" dur="1250"/>
                                        <p:tgtEl>
                                          <p:spTgt spid="27"/>
                                        </p:tgtEl>
                                      </p:cBhvr>
                                    </p:animEffect>
                                    <p:set>
                                      <p:cBhvr>
                                        <p:cTn id="555" dur="1" fill="hold">
                                          <p:stCondLst>
                                            <p:cond delay="1249"/>
                                          </p:stCondLst>
                                        </p:cTn>
                                        <p:tgtEl>
                                          <p:spTgt spid="27"/>
                                        </p:tgtEl>
                                        <p:attrNameLst>
                                          <p:attrName>style.visibility</p:attrName>
                                        </p:attrNameLst>
                                      </p:cBhvr>
                                      <p:to>
                                        <p:strVal val="hidden"/>
                                      </p:to>
                                    </p:set>
                                  </p:childTnLst>
                                </p:cTn>
                              </p:par>
                            </p:childTnLst>
                          </p:cTn>
                        </p:par>
                        <p:par>
                          <p:cTn id="556" fill="hold">
                            <p:stCondLst>
                              <p:cond delay="9000"/>
                            </p:stCondLst>
                            <p:childTnLst>
                              <p:par>
                                <p:cTn id="557" presetID="22" presetClass="entr" presetSubtype="8" fill="hold" nodeType="afterEffect">
                                  <p:stCondLst>
                                    <p:cond delay="0"/>
                                  </p:stCondLst>
                                  <p:childTnLst>
                                    <p:set>
                                      <p:cBhvr>
                                        <p:cTn id="558" dur="1" fill="hold">
                                          <p:stCondLst>
                                            <p:cond delay="0"/>
                                          </p:stCondLst>
                                        </p:cTn>
                                        <p:tgtEl>
                                          <p:spTgt spid="38"/>
                                        </p:tgtEl>
                                        <p:attrNameLst>
                                          <p:attrName>style.visibility</p:attrName>
                                        </p:attrNameLst>
                                      </p:cBhvr>
                                      <p:to>
                                        <p:strVal val="visible"/>
                                      </p:to>
                                    </p:set>
                                    <p:animEffect transition="in" filter="wipe(left)">
                                      <p:cBhvr>
                                        <p:cTn id="559" dur="1000"/>
                                        <p:tgtEl>
                                          <p:spTgt spid="38"/>
                                        </p:tgtEl>
                                      </p:cBhvr>
                                    </p:animEffect>
                                  </p:childTnLst>
                                </p:cTn>
                              </p:par>
                            </p:childTnLst>
                          </p:cTn>
                        </p:par>
                      </p:childTnLst>
                    </p:cTn>
                  </p:par>
                  <p:par>
                    <p:cTn id="560" fill="hold">
                      <p:stCondLst>
                        <p:cond delay="indefinite"/>
                      </p:stCondLst>
                      <p:childTnLst>
                        <p:par>
                          <p:cTn id="561" fill="hold">
                            <p:stCondLst>
                              <p:cond delay="0"/>
                            </p:stCondLst>
                            <p:childTnLst>
                              <p:par>
                                <p:cTn id="562" presetID="32" presetClass="emph" presetSubtype="0" fill="hold" nodeType="clickEffect">
                                  <p:stCondLst>
                                    <p:cond delay="0"/>
                                  </p:stCondLst>
                                  <p:childTnLst>
                                    <p:animRot by="120000">
                                      <p:cBhvr>
                                        <p:cTn id="563" dur="100" fill="hold">
                                          <p:stCondLst>
                                            <p:cond delay="0"/>
                                          </p:stCondLst>
                                        </p:cTn>
                                        <p:tgtEl>
                                          <p:spTgt spid="38"/>
                                        </p:tgtEl>
                                        <p:attrNameLst>
                                          <p:attrName>r</p:attrName>
                                        </p:attrNameLst>
                                      </p:cBhvr>
                                    </p:animRot>
                                    <p:animRot by="-240000">
                                      <p:cBhvr>
                                        <p:cTn id="564" dur="200" fill="hold">
                                          <p:stCondLst>
                                            <p:cond delay="200"/>
                                          </p:stCondLst>
                                        </p:cTn>
                                        <p:tgtEl>
                                          <p:spTgt spid="38"/>
                                        </p:tgtEl>
                                        <p:attrNameLst>
                                          <p:attrName>r</p:attrName>
                                        </p:attrNameLst>
                                      </p:cBhvr>
                                    </p:animRot>
                                    <p:animRot by="240000">
                                      <p:cBhvr>
                                        <p:cTn id="565" dur="200" fill="hold">
                                          <p:stCondLst>
                                            <p:cond delay="400"/>
                                          </p:stCondLst>
                                        </p:cTn>
                                        <p:tgtEl>
                                          <p:spTgt spid="38"/>
                                        </p:tgtEl>
                                        <p:attrNameLst>
                                          <p:attrName>r</p:attrName>
                                        </p:attrNameLst>
                                      </p:cBhvr>
                                    </p:animRot>
                                    <p:animRot by="-240000">
                                      <p:cBhvr>
                                        <p:cTn id="566" dur="200" fill="hold">
                                          <p:stCondLst>
                                            <p:cond delay="600"/>
                                          </p:stCondLst>
                                        </p:cTn>
                                        <p:tgtEl>
                                          <p:spTgt spid="38"/>
                                        </p:tgtEl>
                                        <p:attrNameLst>
                                          <p:attrName>r</p:attrName>
                                        </p:attrNameLst>
                                      </p:cBhvr>
                                    </p:animRot>
                                    <p:animRot by="120000">
                                      <p:cBhvr>
                                        <p:cTn id="567" dur="200" fill="hold">
                                          <p:stCondLst>
                                            <p:cond delay="800"/>
                                          </p:stCondLst>
                                        </p:cTn>
                                        <p:tgtEl>
                                          <p:spTgt spid="38"/>
                                        </p:tgtEl>
                                        <p:attrNameLst>
                                          <p:attrName>r</p:attrName>
                                        </p:attrNameLst>
                                      </p:cBhvr>
                                    </p:animRot>
                                  </p:childTnLst>
                                </p:cTn>
                              </p:par>
                            </p:childTnLst>
                          </p:cTn>
                        </p:par>
                      </p:childTnLst>
                    </p:cTn>
                  </p:par>
                  <p:par>
                    <p:cTn id="568" fill="hold">
                      <p:stCondLst>
                        <p:cond delay="indefinite"/>
                      </p:stCondLst>
                      <p:childTnLst>
                        <p:par>
                          <p:cTn id="569" fill="hold">
                            <p:stCondLst>
                              <p:cond delay="0"/>
                            </p:stCondLst>
                            <p:childTnLst>
                              <p:par>
                                <p:cTn id="570" presetID="32" presetClass="emph" presetSubtype="0" fill="hold" grpId="2" nodeType="clickEffect">
                                  <p:stCondLst>
                                    <p:cond delay="0"/>
                                  </p:stCondLst>
                                  <p:childTnLst>
                                    <p:animRot by="120000">
                                      <p:cBhvr>
                                        <p:cTn id="571" dur="100" fill="hold">
                                          <p:stCondLst>
                                            <p:cond delay="0"/>
                                          </p:stCondLst>
                                        </p:cTn>
                                        <p:tgtEl>
                                          <p:spTgt spid="51"/>
                                        </p:tgtEl>
                                        <p:attrNameLst>
                                          <p:attrName>r</p:attrName>
                                        </p:attrNameLst>
                                      </p:cBhvr>
                                    </p:animRot>
                                    <p:animRot by="-240000">
                                      <p:cBhvr>
                                        <p:cTn id="572" dur="200" fill="hold">
                                          <p:stCondLst>
                                            <p:cond delay="200"/>
                                          </p:stCondLst>
                                        </p:cTn>
                                        <p:tgtEl>
                                          <p:spTgt spid="51"/>
                                        </p:tgtEl>
                                        <p:attrNameLst>
                                          <p:attrName>r</p:attrName>
                                        </p:attrNameLst>
                                      </p:cBhvr>
                                    </p:animRot>
                                    <p:animRot by="240000">
                                      <p:cBhvr>
                                        <p:cTn id="573" dur="200" fill="hold">
                                          <p:stCondLst>
                                            <p:cond delay="400"/>
                                          </p:stCondLst>
                                        </p:cTn>
                                        <p:tgtEl>
                                          <p:spTgt spid="51"/>
                                        </p:tgtEl>
                                        <p:attrNameLst>
                                          <p:attrName>r</p:attrName>
                                        </p:attrNameLst>
                                      </p:cBhvr>
                                    </p:animRot>
                                    <p:animRot by="-240000">
                                      <p:cBhvr>
                                        <p:cTn id="574" dur="200" fill="hold">
                                          <p:stCondLst>
                                            <p:cond delay="600"/>
                                          </p:stCondLst>
                                        </p:cTn>
                                        <p:tgtEl>
                                          <p:spTgt spid="51"/>
                                        </p:tgtEl>
                                        <p:attrNameLst>
                                          <p:attrName>r</p:attrName>
                                        </p:attrNameLst>
                                      </p:cBhvr>
                                    </p:animRot>
                                    <p:animRot by="120000">
                                      <p:cBhvr>
                                        <p:cTn id="575" dur="200" fill="hold">
                                          <p:stCondLst>
                                            <p:cond delay="800"/>
                                          </p:stCondLst>
                                        </p:cTn>
                                        <p:tgtEl>
                                          <p:spTgt spid="51"/>
                                        </p:tgtEl>
                                        <p:attrNameLst>
                                          <p:attrName>r</p:attrName>
                                        </p:attrNameLst>
                                      </p:cBhvr>
                                    </p:animRot>
                                  </p:childTnLst>
                                </p:cTn>
                              </p:par>
                            </p:childTnLst>
                          </p:cTn>
                        </p:par>
                      </p:childTnLst>
                    </p:cTn>
                  </p:par>
                  <p:par>
                    <p:cTn id="576" fill="hold">
                      <p:stCondLst>
                        <p:cond delay="indefinite"/>
                      </p:stCondLst>
                      <p:childTnLst>
                        <p:par>
                          <p:cTn id="577" fill="hold">
                            <p:stCondLst>
                              <p:cond delay="0"/>
                            </p:stCondLst>
                            <p:childTnLst>
                              <p:par>
                                <p:cTn id="578" presetID="31" presetClass="entr" presetSubtype="0" fill="hold" grpId="0" nodeType="clickEffect">
                                  <p:stCondLst>
                                    <p:cond delay="0"/>
                                  </p:stCondLst>
                                  <p:childTnLst>
                                    <p:set>
                                      <p:cBhvr>
                                        <p:cTn id="579" dur="1" fill="hold">
                                          <p:stCondLst>
                                            <p:cond delay="0"/>
                                          </p:stCondLst>
                                        </p:cTn>
                                        <p:tgtEl>
                                          <p:spTgt spid="58"/>
                                        </p:tgtEl>
                                        <p:attrNameLst>
                                          <p:attrName>style.visibility</p:attrName>
                                        </p:attrNameLst>
                                      </p:cBhvr>
                                      <p:to>
                                        <p:strVal val="visible"/>
                                      </p:to>
                                    </p:set>
                                    <p:anim calcmode="lin" valueType="num">
                                      <p:cBhvr>
                                        <p:cTn id="580" dur="1000" fill="hold"/>
                                        <p:tgtEl>
                                          <p:spTgt spid="58"/>
                                        </p:tgtEl>
                                        <p:attrNameLst>
                                          <p:attrName>ppt_w</p:attrName>
                                        </p:attrNameLst>
                                      </p:cBhvr>
                                      <p:tavLst>
                                        <p:tav tm="0">
                                          <p:val>
                                            <p:fltVal val="0"/>
                                          </p:val>
                                        </p:tav>
                                        <p:tav tm="100000">
                                          <p:val>
                                            <p:strVal val="#ppt_w"/>
                                          </p:val>
                                        </p:tav>
                                      </p:tavLst>
                                    </p:anim>
                                    <p:anim calcmode="lin" valueType="num">
                                      <p:cBhvr>
                                        <p:cTn id="581" dur="1000" fill="hold"/>
                                        <p:tgtEl>
                                          <p:spTgt spid="58"/>
                                        </p:tgtEl>
                                        <p:attrNameLst>
                                          <p:attrName>ppt_h</p:attrName>
                                        </p:attrNameLst>
                                      </p:cBhvr>
                                      <p:tavLst>
                                        <p:tav tm="0">
                                          <p:val>
                                            <p:fltVal val="0"/>
                                          </p:val>
                                        </p:tav>
                                        <p:tav tm="100000">
                                          <p:val>
                                            <p:strVal val="#ppt_h"/>
                                          </p:val>
                                        </p:tav>
                                      </p:tavLst>
                                    </p:anim>
                                    <p:anim calcmode="lin" valueType="num">
                                      <p:cBhvr>
                                        <p:cTn id="582" dur="1000" fill="hold"/>
                                        <p:tgtEl>
                                          <p:spTgt spid="58"/>
                                        </p:tgtEl>
                                        <p:attrNameLst>
                                          <p:attrName>style.rotation</p:attrName>
                                        </p:attrNameLst>
                                      </p:cBhvr>
                                      <p:tavLst>
                                        <p:tav tm="0">
                                          <p:val>
                                            <p:fltVal val="90"/>
                                          </p:val>
                                        </p:tav>
                                        <p:tav tm="100000">
                                          <p:val>
                                            <p:fltVal val="0"/>
                                          </p:val>
                                        </p:tav>
                                      </p:tavLst>
                                    </p:anim>
                                    <p:animEffect transition="in" filter="fade">
                                      <p:cBhvr>
                                        <p:cTn id="583" dur="1000"/>
                                        <p:tgtEl>
                                          <p:spTgt spid="58"/>
                                        </p:tgtEl>
                                      </p:cBhvr>
                                    </p:animEffect>
                                  </p:childTnLst>
                                </p:cTn>
                              </p:par>
                            </p:childTnLst>
                          </p:cTn>
                        </p:par>
                      </p:childTnLst>
                    </p:cTn>
                  </p:par>
                  <p:par>
                    <p:cTn id="584" fill="hold">
                      <p:stCondLst>
                        <p:cond delay="indefinite"/>
                      </p:stCondLst>
                      <p:childTnLst>
                        <p:par>
                          <p:cTn id="585" fill="hold">
                            <p:stCondLst>
                              <p:cond delay="0"/>
                            </p:stCondLst>
                            <p:childTnLst>
                              <p:par>
                                <p:cTn id="586" presetID="42" presetClass="entr" presetSubtype="0" fill="hold" grpId="0" nodeType="clickEffect">
                                  <p:stCondLst>
                                    <p:cond delay="0"/>
                                  </p:stCondLst>
                                  <p:childTnLst>
                                    <p:set>
                                      <p:cBhvr>
                                        <p:cTn id="587" dur="1" fill="hold">
                                          <p:stCondLst>
                                            <p:cond delay="0"/>
                                          </p:stCondLst>
                                        </p:cTn>
                                        <p:tgtEl>
                                          <p:spTgt spid="59">
                                            <p:bg/>
                                          </p:spTgt>
                                        </p:tgtEl>
                                        <p:attrNameLst>
                                          <p:attrName>style.visibility</p:attrName>
                                        </p:attrNameLst>
                                      </p:cBhvr>
                                      <p:to>
                                        <p:strVal val="visible"/>
                                      </p:to>
                                    </p:set>
                                    <p:animEffect transition="in" filter="fade">
                                      <p:cBhvr>
                                        <p:cTn id="588" dur="1000"/>
                                        <p:tgtEl>
                                          <p:spTgt spid="59">
                                            <p:bg/>
                                          </p:spTgt>
                                        </p:tgtEl>
                                      </p:cBhvr>
                                    </p:animEffect>
                                    <p:anim calcmode="lin" valueType="num">
                                      <p:cBhvr>
                                        <p:cTn id="589" dur="1000" fill="hold"/>
                                        <p:tgtEl>
                                          <p:spTgt spid="59">
                                            <p:bg/>
                                          </p:spTgt>
                                        </p:tgtEl>
                                        <p:attrNameLst>
                                          <p:attrName>ppt_x</p:attrName>
                                        </p:attrNameLst>
                                      </p:cBhvr>
                                      <p:tavLst>
                                        <p:tav tm="0">
                                          <p:val>
                                            <p:strVal val="#ppt_x"/>
                                          </p:val>
                                        </p:tav>
                                        <p:tav tm="100000">
                                          <p:val>
                                            <p:strVal val="#ppt_x"/>
                                          </p:val>
                                        </p:tav>
                                      </p:tavLst>
                                    </p:anim>
                                    <p:anim calcmode="lin" valueType="num">
                                      <p:cBhvr>
                                        <p:cTn id="590" dur="1000" fill="hold"/>
                                        <p:tgtEl>
                                          <p:spTgt spid="59">
                                            <p:bg/>
                                          </p:spTgt>
                                        </p:tgtEl>
                                        <p:attrNameLst>
                                          <p:attrName>ppt_y</p:attrName>
                                        </p:attrNameLst>
                                      </p:cBhvr>
                                      <p:tavLst>
                                        <p:tav tm="0">
                                          <p:val>
                                            <p:strVal val="#ppt_y+.1"/>
                                          </p:val>
                                        </p:tav>
                                        <p:tav tm="100000">
                                          <p:val>
                                            <p:strVal val="#ppt_y"/>
                                          </p:val>
                                        </p:tav>
                                      </p:tavLst>
                                    </p:anim>
                                  </p:childTnLst>
                                </p:cTn>
                              </p:par>
                              <p:par>
                                <p:cTn id="591" presetID="42" presetClass="entr" presetSubtype="0" fill="hold" grpId="0" nodeType="withEffect">
                                  <p:stCondLst>
                                    <p:cond delay="0"/>
                                  </p:stCondLst>
                                  <p:childTnLst>
                                    <p:set>
                                      <p:cBhvr>
                                        <p:cTn id="592" dur="1" fill="hold">
                                          <p:stCondLst>
                                            <p:cond delay="0"/>
                                          </p:stCondLst>
                                        </p:cTn>
                                        <p:tgtEl>
                                          <p:spTgt spid="59">
                                            <p:txEl>
                                              <p:pRg st="0" end="0"/>
                                            </p:txEl>
                                          </p:spTgt>
                                        </p:tgtEl>
                                        <p:attrNameLst>
                                          <p:attrName>style.visibility</p:attrName>
                                        </p:attrNameLst>
                                      </p:cBhvr>
                                      <p:to>
                                        <p:strVal val="visible"/>
                                      </p:to>
                                    </p:set>
                                    <p:animEffect transition="in" filter="fade">
                                      <p:cBhvr>
                                        <p:cTn id="593" dur="1000"/>
                                        <p:tgtEl>
                                          <p:spTgt spid="59">
                                            <p:txEl>
                                              <p:pRg st="0" end="0"/>
                                            </p:txEl>
                                          </p:spTgt>
                                        </p:tgtEl>
                                      </p:cBhvr>
                                    </p:animEffect>
                                    <p:anim calcmode="lin" valueType="num">
                                      <p:cBhvr>
                                        <p:cTn id="594" dur="1000" fill="hold"/>
                                        <p:tgtEl>
                                          <p:spTgt spid="59">
                                            <p:txEl>
                                              <p:pRg st="0" end="0"/>
                                            </p:txEl>
                                          </p:spTgt>
                                        </p:tgtEl>
                                        <p:attrNameLst>
                                          <p:attrName>ppt_x</p:attrName>
                                        </p:attrNameLst>
                                      </p:cBhvr>
                                      <p:tavLst>
                                        <p:tav tm="0">
                                          <p:val>
                                            <p:strVal val="#ppt_x"/>
                                          </p:val>
                                        </p:tav>
                                        <p:tav tm="100000">
                                          <p:val>
                                            <p:strVal val="#ppt_x"/>
                                          </p:val>
                                        </p:tav>
                                      </p:tavLst>
                                    </p:anim>
                                    <p:anim calcmode="lin" valueType="num">
                                      <p:cBhvr>
                                        <p:cTn id="595" dur="1000" fill="hold"/>
                                        <p:tgtEl>
                                          <p:spTgt spid="59">
                                            <p:txEl>
                                              <p:pRg st="0" end="0"/>
                                            </p:txEl>
                                          </p:spTgt>
                                        </p:tgtEl>
                                        <p:attrNameLst>
                                          <p:attrName>ppt_y</p:attrName>
                                        </p:attrNameLst>
                                      </p:cBhvr>
                                      <p:tavLst>
                                        <p:tav tm="0">
                                          <p:val>
                                            <p:strVal val="#ppt_y+.1"/>
                                          </p:val>
                                        </p:tav>
                                        <p:tav tm="100000">
                                          <p:val>
                                            <p:strVal val="#ppt_y"/>
                                          </p:val>
                                        </p:tav>
                                      </p:tavLst>
                                    </p:anim>
                                  </p:childTnLst>
                                </p:cTn>
                              </p:par>
                              <p:par>
                                <p:cTn id="596" presetID="42" presetClass="entr" presetSubtype="0" fill="hold" grpId="0" nodeType="withEffect">
                                  <p:stCondLst>
                                    <p:cond delay="0"/>
                                  </p:stCondLst>
                                  <p:childTnLst>
                                    <p:set>
                                      <p:cBhvr>
                                        <p:cTn id="597" dur="1" fill="hold">
                                          <p:stCondLst>
                                            <p:cond delay="0"/>
                                          </p:stCondLst>
                                        </p:cTn>
                                        <p:tgtEl>
                                          <p:spTgt spid="59">
                                            <p:txEl>
                                              <p:pRg st="1" end="1"/>
                                            </p:txEl>
                                          </p:spTgt>
                                        </p:tgtEl>
                                        <p:attrNameLst>
                                          <p:attrName>style.visibility</p:attrName>
                                        </p:attrNameLst>
                                      </p:cBhvr>
                                      <p:to>
                                        <p:strVal val="visible"/>
                                      </p:to>
                                    </p:set>
                                    <p:animEffect transition="in" filter="fade">
                                      <p:cBhvr>
                                        <p:cTn id="598" dur="1000"/>
                                        <p:tgtEl>
                                          <p:spTgt spid="59">
                                            <p:txEl>
                                              <p:pRg st="1" end="1"/>
                                            </p:txEl>
                                          </p:spTgt>
                                        </p:tgtEl>
                                      </p:cBhvr>
                                    </p:animEffect>
                                    <p:anim calcmode="lin" valueType="num">
                                      <p:cBhvr>
                                        <p:cTn id="599" dur="1000" fill="hold"/>
                                        <p:tgtEl>
                                          <p:spTgt spid="59">
                                            <p:txEl>
                                              <p:pRg st="1" end="1"/>
                                            </p:txEl>
                                          </p:spTgt>
                                        </p:tgtEl>
                                        <p:attrNameLst>
                                          <p:attrName>ppt_x</p:attrName>
                                        </p:attrNameLst>
                                      </p:cBhvr>
                                      <p:tavLst>
                                        <p:tav tm="0">
                                          <p:val>
                                            <p:strVal val="#ppt_x"/>
                                          </p:val>
                                        </p:tav>
                                        <p:tav tm="100000">
                                          <p:val>
                                            <p:strVal val="#ppt_x"/>
                                          </p:val>
                                        </p:tav>
                                      </p:tavLst>
                                    </p:anim>
                                    <p:anim calcmode="lin" valueType="num">
                                      <p:cBhvr>
                                        <p:cTn id="600" dur="1000" fill="hold"/>
                                        <p:tgtEl>
                                          <p:spTgt spid="59">
                                            <p:txEl>
                                              <p:pRg st="1" end="1"/>
                                            </p:txEl>
                                          </p:spTgt>
                                        </p:tgtEl>
                                        <p:attrNameLst>
                                          <p:attrName>ppt_y</p:attrName>
                                        </p:attrNameLst>
                                      </p:cBhvr>
                                      <p:tavLst>
                                        <p:tav tm="0">
                                          <p:val>
                                            <p:strVal val="#ppt_y+.1"/>
                                          </p:val>
                                        </p:tav>
                                        <p:tav tm="100000">
                                          <p:val>
                                            <p:strVal val="#ppt_y"/>
                                          </p:val>
                                        </p:tav>
                                      </p:tavLst>
                                    </p:anim>
                                  </p:childTnLst>
                                </p:cTn>
                              </p:par>
                              <p:par>
                                <p:cTn id="601" presetID="42" presetClass="entr" presetSubtype="0" fill="hold" grpId="0" nodeType="withEffect">
                                  <p:stCondLst>
                                    <p:cond delay="0"/>
                                  </p:stCondLst>
                                  <p:childTnLst>
                                    <p:set>
                                      <p:cBhvr>
                                        <p:cTn id="602" dur="1" fill="hold">
                                          <p:stCondLst>
                                            <p:cond delay="0"/>
                                          </p:stCondLst>
                                        </p:cTn>
                                        <p:tgtEl>
                                          <p:spTgt spid="59">
                                            <p:txEl>
                                              <p:pRg st="2" end="2"/>
                                            </p:txEl>
                                          </p:spTgt>
                                        </p:tgtEl>
                                        <p:attrNameLst>
                                          <p:attrName>style.visibility</p:attrName>
                                        </p:attrNameLst>
                                      </p:cBhvr>
                                      <p:to>
                                        <p:strVal val="visible"/>
                                      </p:to>
                                    </p:set>
                                    <p:animEffect transition="in" filter="fade">
                                      <p:cBhvr>
                                        <p:cTn id="603" dur="1000"/>
                                        <p:tgtEl>
                                          <p:spTgt spid="59">
                                            <p:txEl>
                                              <p:pRg st="2" end="2"/>
                                            </p:txEl>
                                          </p:spTgt>
                                        </p:tgtEl>
                                      </p:cBhvr>
                                    </p:animEffect>
                                    <p:anim calcmode="lin" valueType="num">
                                      <p:cBhvr>
                                        <p:cTn id="604" dur="1000" fill="hold"/>
                                        <p:tgtEl>
                                          <p:spTgt spid="59">
                                            <p:txEl>
                                              <p:pRg st="2" end="2"/>
                                            </p:txEl>
                                          </p:spTgt>
                                        </p:tgtEl>
                                        <p:attrNameLst>
                                          <p:attrName>ppt_x</p:attrName>
                                        </p:attrNameLst>
                                      </p:cBhvr>
                                      <p:tavLst>
                                        <p:tav tm="0">
                                          <p:val>
                                            <p:strVal val="#ppt_x"/>
                                          </p:val>
                                        </p:tav>
                                        <p:tav tm="100000">
                                          <p:val>
                                            <p:strVal val="#ppt_x"/>
                                          </p:val>
                                        </p:tav>
                                      </p:tavLst>
                                    </p:anim>
                                    <p:anim calcmode="lin" valueType="num">
                                      <p:cBhvr>
                                        <p:cTn id="605" dur="1000" fill="hold"/>
                                        <p:tgtEl>
                                          <p:spTgt spid="59">
                                            <p:txEl>
                                              <p:pRg st="2" end="2"/>
                                            </p:txEl>
                                          </p:spTgt>
                                        </p:tgtEl>
                                        <p:attrNameLst>
                                          <p:attrName>ppt_y</p:attrName>
                                        </p:attrNameLst>
                                      </p:cBhvr>
                                      <p:tavLst>
                                        <p:tav tm="0">
                                          <p:val>
                                            <p:strVal val="#ppt_y+.1"/>
                                          </p:val>
                                        </p:tav>
                                        <p:tav tm="100000">
                                          <p:val>
                                            <p:strVal val="#ppt_y"/>
                                          </p:val>
                                        </p:tav>
                                      </p:tavLst>
                                    </p:anim>
                                  </p:childTnLst>
                                </p:cTn>
                              </p:par>
                              <p:par>
                                <p:cTn id="606" presetID="42" presetClass="entr" presetSubtype="0" fill="hold" grpId="0" nodeType="withEffect">
                                  <p:stCondLst>
                                    <p:cond delay="0"/>
                                  </p:stCondLst>
                                  <p:childTnLst>
                                    <p:set>
                                      <p:cBhvr>
                                        <p:cTn id="607" dur="1" fill="hold">
                                          <p:stCondLst>
                                            <p:cond delay="0"/>
                                          </p:stCondLst>
                                        </p:cTn>
                                        <p:tgtEl>
                                          <p:spTgt spid="59">
                                            <p:txEl>
                                              <p:pRg st="3" end="3"/>
                                            </p:txEl>
                                          </p:spTgt>
                                        </p:tgtEl>
                                        <p:attrNameLst>
                                          <p:attrName>style.visibility</p:attrName>
                                        </p:attrNameLst>
                                      </p:cBhvr>
                                      <p:to>
                                        <p:strVal val="visible"/>
                                      </p:to>
                                    </p:set>
                                    <p:animEffect transition="in" filter="fade">
                                      <p:cBhvr>
                                        <p:cTn id="608" dur="1000"/>
                                        <p:tgtEl>
                                          <p:spTgt spid="59">
                                            <p:txEl>
                                              <p:pRg st="3" end="3"/>
                                            </p:txEl>
                                          </p:spTgt>
                                        </p:tgtEl>
                                      </p:cBhvr>
                                    </p:animEffect>
                                    <p:anim calcmode="lin" valueType="num">
                                      <p:cBhvr>
                                        <p:cTn id="609" dur="1000" fill="hold"/>
                                        <p:tgtEl>
                                          <p:spTgt spid="59">
                                            <p:txEl>
                                              <p:pRg st="3" end="3"/>
                                            </p:txEl>
                                          </p:spTgt>
                                        </p:tgtEl>
                                        <p:attrNameLst>
                                          <p:attrName>ppt_x</p:attrName>
                                        </p:attrNameLst>
                                      </p:cBhvr>
                                      <p:tavLst>
                                        <p:tav tm="0">
                                          <p:val>
                                            <p:strVal val="#ppt_x"/>
                                          </p:val>
                                        </p:tav>
                                        <p:tav tm="100000">
                                          <p:val>
                                            <p:strVal val="#ppt_x"/>
                                          </p:val>
                                        </p:tav>
                                      </p:tavLst>
                                    </p:anim>
                                    <p:anim calcmode="lin" valueType="num">
                                      <p:cBhvr>
                                        <p:cTn id="610" dur="1000" fill="hold"/>
                                        <p:tgtEl>
                                          <p:spTgt spid="59">
                                            <p:txEl>
                                              <p:pRg st="3" end="3"/>
                                            </p:txEl>
                                          </p:spTgt>
                                        </p:tgtEl>
                                        <p:attrNameLst>
                                          <p:attrName>ppt_y</p:attrName>
                                        </p:attrNameLst>
                                      </p:cBhvr>
                                      <p:tavLst>
                                        <p:tav tm="0">
                                          <p:val>
                                            <p:strVal val="#ppt_y+.1"/>
                                          </p:val>
                                        </p:tav>
                                        <p:tav tm="100000">
                                          <p:val>
                                            <p:strVal val="#ppt_y"/>
                                          </p:val>
                                        </p:tav>
                                      </p:tavLst>
                                    </p:anim>
                                  </p:childTnLst>
                                </p:cTn>
                              </p:par>
                              <p:par>
                                <p:cTn id="611" presetID="42" presetClass="entr" presetSubtype="0" fill="hold" grpId="0" nodeType="withEffect">
                                  <p:stCondLst>
                                    <p:cond delay="0"/>
                                  </p:stCondLst>
                                  <p:childTnLst>
                                    <p:set>
                                      <p:cBhvr>
                                        <p:cTn id="612" dur="1" fill="hold">
                                          <p:stCondLst>
                                            <p:cond delay="0"/>
                                          </p:stCondLst>
                                        </p:cTn>
                                        <p:tgtEl>
                                          <p:spTgt spid="59">
                                            <p:txEl>
                                              <p:pRg st="4" end="4"/>
                                            </p:txEl>
                                          </p:spTgt>
                                        </p:tgtEl>
                                        <p:attrNameLst>
                                          <p:attrName>style.visibility</p:attrName>
                                        </p:attrNameLst>
                                      </p:cBhvr>
                                      <p:to>
                                        <p:strVal val="visible"/>
                                      </p:to>
                                    </p:set>
                                    <p:animEffect transition="in" filter="fade">
                                      <p:cBhvr>
                                        <p:cTn id="613" dur="1000"/>
                                        <p:tgtEl>
                                          <p:spTgt spid="59">
                                            <p:txEl>
                                              <p:pRg st="4" end="4"/>
                                            </p:txEl>
                                          </p:spTgt>
                                        </p:tgtEl>
                                      </p:cBhvr>
                                    </p:animEffect>
                                    <p:anim calcmode="lin" valueType="num">
                                      <p:cBhvr>
                                        <p:cTn id="614" dur="1000" fill="hold"/>
                                        <p:tgtEl>
                                          <p:spTgt spid="59">
                                            <p:txEl>
                                              <p:pRg st="4" end="4"/>
                                            </p:txEl>
                                          </p:spTgt>
                                        </p:tgtEl>
                                        <p:attrNameLst>
                                          <p:attrName>ppt_x</p:attrName>
                                        </p:attrNameLst>
                                      </p:cBhvr>
                                      <p:tavLst>
                                        <p:tav tm="0">
                                          <p:val>
                                            <p:strVal val="#ppt_x"/>
                                          </p:val>
                                        </p:tav>
                                        <p:tav tm="100000">
                                          <p:val>
                                            <p:strVal val="#ppt_x"/>
                                          </p:val>
                                        </p:tav>
                                      </p:tavLst>
                                    </p:anim>
                                    <p:anim calcmode="lin" valueType="num">
                                      <p:cBhvr>
                                        <p:cTn id="615" dur="1000" fill="hold"/>
                                        <p:tgtEl>
                                          <p:spTgt spid="59">
                                            <p:txEl>
                                              <p:pRg st="4" end="4"/>
                                            </p:txEl>
                                          </p:spTgt>
                                        </p:tgtEl>
                                        <p:attrNameLst>
                                          <p:attrName>ppt_y</p:attrName>
                                        </p:attrNameLst>
                                      </p:cBhvr>
                                      <p:tavLst>
                                        <p:tav tm="0">
                                          <p:val>
                                            <p:strVal val="#ppt_y+.1"/>
                                          </p:val>
                                        </p:tav>
                                        <p:tav tm="100000">
                                          <p:val>
                                            <p:strVal val="#ppt_y"/>
                                          </p:val>
                                        </p:tav>
                                      </p:tavLst>
                                    </p:anim>
                                  </p:childTnLst>
                                </p:cTn>
                              </p:par>
                              <p:par>
                                <p:cTn id="616" presetID="42" presetClass="entr" presetSubtype="0" fill="hold" grpId="0" nodeType="withEffect">
                                  <p:stCondLst>
                                    <p:cond delay="0"/>
                                  </p:stCondLst>
                                  <p:childTnLst>
                                    <p:set>
                                      <p:cBhvr>
                                        <p:cTn id="617" dur="1" fill="hold">
                                          <p:stCondLst>
                                            <p:cond delay="0"/>
                                          </p:stCondLst>
                                        </p:cTn>
                                        <p:tgtEl>
                                          <p:spTgt spid="59">
                                            <p:txEl>
                                              <p:pRg st="5" end="5"/>
                                            </p:txEl>
                                          </p:spTgt>
                                        </p:tgtEl>
                                        <p:attrNameLst>
                                          <p:attrName>style.visibility</p:attrName>
                                        </p:attrNameLst>
                                      </p:cBhvr>
                                      <p:to>
                                        <p:strVal val="visible"/>
                                      </p:to>
                                    </p:set>
                                    <p:animEffect transition="in" filter="fade">
                                      <p:cBhvr>
                                        <p:cTn id="618" dur="1000"/>
                                        <p:tgtEl>
                                          <p:spTgt spid="59">
                                            <p:txEl>
                                              <p:pRg st="5" end="5"/>
                                            </p:txEl>
                                          </p:spTgt>
                                        </p:tgtEl>
                                      </p:cBhvr>
                                    </p:animEffect>
                                    <p:anim calcmode="lin" valueType="num">
                                      <p:cBhvr>
                                        <p:cTn id="619" dur="1000" fill="hold"/>
                                        <p:tgtEl>
                                          <p:spTgt spid="59">
                                            <p:txEl>
                                              <p:pRg st="5" end="5"/>
                                            </p:txEl>
                                          </p:spTgt>
                                        </p:tgtEl>
                                        <p:attrNameLst>
                                          <p:attrName>ppt_x</p:attrName>
                                        </p:attrNameLst>
                                      </p:cBhvr>
                                      <p:tavLst>
                                        <p:tav tm="0">
                                          <p:val>
                                            <p:strVal val="#ppt_x"/>
                                          </p:val>
                                        </p:tav>
                                        <p:tav tm="100000">
                                          <p:val>
                                            <p:strVal val="#ppt_x"/>
                                          </p:val>
                                        </p:tav>
                                      </p:tavLst>
                                    </p:anim>
                                    <p:anim calcmode="lin" valueType="num">
                                      <p:cBhvr>
                                        <p:cTn id="620" dur="1000" fill="hold"/>
                                        <p:tgtEl>
                                          <p:spTgt spid="59">
                                            <p:txEl>
                                              <p:pRg st="5" end="5"/>
                                            </p:txEl>
                                          </p:spTgt>
                                        </p:tgtEl>
                                        <p:attrNameLst>
                                          <p:attrName>ppt_y</p:attrName>
                                        </p:attrNameLst>
                                      </p:cBhvr>
                                      <p:tavLst>
                                        <p:tav tm="0">
                                          <p:val>
                                            <p:strVal val="#ppt_y+.1"/>
                                          </p:val>
                                        </p:tav>
                                        <p:tav tm="100000">
                                          <p:val>
                                            <p:strVal val="#ppt_y"/>
                                          </p:val>
                                        </p:tav>
                                      </p:tavLst>
                                    </p:anim>
                                  </p:childTnLst>
                                </p:cTn>
                              </p:par>
                              <p:par>
                                <p:cTn id="621" presetID="42" presetClass="entr" presetSubtype="0" fill="hold" grpId="0" nodeType="withEffect">
                                  <p:stCondLst>
                                    <p:cond delay="0"/>
                                  </p:stCondLst>
                                  <p:childTnLst>
                                    <p:set>
                                      <p:cBhvr>
                                        <p:cTn id="622" dur="1" fill="hold">
                                          <p:stCondLst>
                                            <p:cond delay="0"/>
                                          </p:stCondLst>
                                        </p:cTn>
                                        <p:tgtEl>
                                          <p:spTgt spid="59">
                                            <p:txEl>
                                              <p:pRg st="6" end="6"/>
                                            </p:txEl>
                                          </p:spTgt>
                                        </p:tgtEl>
                                        <p:attrNameLst>
                                          <p:attrName>style.visibility</p:attrName>
                                        </p:attrNameLst>
                                      </p:cBhvr>
                                      <p:to>
                                        <p:strVal val="visible"/>
                                      </p:to>
                                    </p:set>
                                    <p:animEffect transition="in" filter="fade">
                                      <p:cBhvr>
                                        <p:cTn id="623" dur="1000"/>
                                        <p:tgtEl>
                                          <p:spTgt spid="59">
                                            <p:txEl>
                                              <p:pRg st="6" end="6"/>
                                            </p:txEl>
                                          </p:spTgt>
                                        </p:tgtEl>
                                      </p:cBhvr>
                                    </p:animEffect>
                                    <p:anim calcmode="lin" valueType="num">
                                      <p:cBhvr>
                                        <p:cTn id="624" dur="1000" fill="hold"/>
                                        <p:tgtEl>
                                          <p:spTgt spid="59">
                                            <p:txEl>
                                              <p:pRg st="6" end="6"/>
                                            </p:txEl>
                                          </p:spTgt>
                                        </p:tgtEl>
                                        <p:attrNameLst>
                                          <p:attrName>ppt_x</p:attrName>
                                        </p:attrNameLst>
                                      </p:cBhvr>
                                      <p:tavLst>
                                        <p:tav tm="0">
                                          <p:val>
                                            <p:strVal val="#ppt_x"/>
                                          </p:val>
                                        </p:tav>
                                        <p:tav tm="100000">
                                          <p:val>
                                            <p:strVal val="#ppt_x"/>
                                          </p:val>
                                        </p:tav>
                                      </p:tavLst>
                                    </p:anim>
                                    <p:anim calcmode="lin" valueType="num">
                                      <p:cBhvr>
                                        <p:cTn id="625" dur="1000" fill="hold"/>
                                        <p:tgtEl>
                                          <p:spTgt spid="5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26" fill="hold">
                      <p:stCondLst>
                        <p:cond delay="indefinite"/>
                      </p:stCondLst>
                      <p:childTnLst>
                        <p:par>
                          <p:cTn id="627" fill="hold">
                            <p:stCondLst>
                              <p:cond delay="0"/>
                            </p:stCondLst>
                            <p:childTnLst>
                              <p:par>
                                <p:cTn id="628" presetID="22" presetClass="entr" presetSubtype="8" fill="hold" grpId="0" nodeType="clickEffect">
                                  <p:stCondLst>
                                    <p:cond delay="0"/>
                                  </p:stCondLst>
                                  <p:childTnLst>
                                    <p:set>
                                      <p:cBhvr>
                                        <p:cTn id="629" dur="1" fill="hold">
                                          <p:stCondLst>
                                            <p:cond delay="0"/>
                                          </p:stCondLst>
                                        </p:cTn>
                                        <p:tgtEl>
                                          <p:spTgt spid="59">
                                            <p:txEl>
                                              <p:pRg st="7" end="7"/>
                                            </p:txEl>
                                          </p:spTgt>
                                        </p:tgtEl>
                                        <p:attrNameLst>
                                          <p:attrName>style.visibility</p:attrName>
                                        </p:attrNameLst>
                                      </p:cBhvr>
                                      <p:to>
                                        <p:strVal val="visible"/>
                                      </p:to>
                                    </p:set>
                                    <p:animEffect transition="in" filter="wipe(left)">
                                      <p:cBhvr>
                                        <p:cTn id="630" dur="1000"/>
                                        <p:tgtEl>
                                          <p:spTgt spid="59">
                                            <p:txEl>
                                              <p:pRg st="7" end="7"/>
                                            </p:txEl>
                                          </p:spTgt>
                                        </p:tgtEl>
                                      </p:cBhvr>
                                    </p:animEffect>
                                  </p:childTnLst>
                                </p:cTn>
                              </p:par>
                            </p:childTnLst>
                          </p:cTn>
                        </p:par>
                        <p:par>
                          <p:cTn id="631" fill="hold">
                            <p:stCondLst>
                              <p:cond delay="1000"/>
                            </p:stCondLst>
                            <p:childTnLst>
                              <p:par>
                                <p:cTn id="632" presetID="22" presetClass="entr" presetSubtype="8" fill="hold" grpId="0" nodeType="afterEffect">
                                  <p:stCondLst>
                                    <p:cond delay="0"/>
                                  </p:stCondLst>
                                  <p:childTnLst>
                                    <p:set>
                                      <p:cBhvr>
                                        <p:cTn id="633" dur="1" fill="hold">
                                          <p:stCondLst>
                                            <p:cond delay="0"/>
                                          </p:stCondLst>
                                        </p:cTn>
                                        <p:tgtEl>
                                          <p:spTgt spid="59">
                                            <p:txEl>
                                              <p:pRg st="8" end="8"/>
                                            </p:txEl>
                                          </p:spTgt>
                                        </p:tgtEl>
                                        <p:attrNameLst>
                                          <p:attrName>style.visibility</p:attrName>
                                        </p:attrNameLst>
                                      </p:cBhvr>
                                      <p:to>
                                        <p:strVal val="visible"/>
                                      </p:to>
                                    </p:set>
                                    <p:animEffect transition="in" filter="wipe(left)">
                                      <p:cBhvr>
                                        <p:cTn id="634" dur="1500"/>
                                        <p:tgtEl>
                                          <p:spTgt spid="59">
                                            <p:txEl>
                                              <p:pRg st="8" end="8"/>
                                            </p:txEl>
                                          </p:spTgt>
                                        </p:tgtEl>
                                      </p:cBhvr>
                                    </p:animEffect>
                                  </p:childTnLst>
                                </p:cTn>
                              </p:par>
                            </p:childTnLst>
                          </p:cTn>
                        </p:par>
                        <p:par>
                          <p:cTn id="635" fill="hold">
                            <p:stCondLst>
                              <p:cond delay="2500"/>
                            </p:stCondLst>
                            <p:childTnLst>
                              <p:par>
                                <p:cTn id="636" presetID="22" presetClass="entr" presetSubtype="8" fill="hold" grpId="0" nodeType="afterEffect">
                                  <p:stCondLst>
                                    <p:cond delay="0"/>
                                  </p:stCondLst>
                                  <p:childTnLst>
                                    <p:set>
                                      <p:cBhvr>
                                        <p:cTn id="637" dur="1" fill="hold">
                                          <p:stCondLst>
                                            <p:cond delay="0"/>
                                          </p:stCondLst>
                                        </p:cTn>
                                        <p:tgtEl>
                                          <p:spTgt spid="59">
                                            <p:txEl>
                                              <p:pRg st="9" end="9"/>
                                            </p:txEl>
                                          </p:spTgt>
                                        </p:tgtEl>
                                        <p:attrNameLst>
                                          <p:attrName>style.visibility</p:attrName>
                                        </p:attrNameLst>
                                      </p:cBhvr>
                                      <p:to>
                                        <p:strVal val="visible"/>
                                      </p:to>
                                    </p:set>
                                    <p:animEffect transition="in" filter="wipe(left)">
                                      <p:cBhvr>
                                        <p:cTn id="638" dur="1000"/>
                                        <p:tgtEl>
                                          <p:spTgt spid="59">
                                            <p:txEl>
                                              <p:pRg st="9" end="9"/>
                                            </p:txEl>
                                          </p:spTgt>
                                        </p:tgtEl>
                                      </p:cBhvr>
                                    </p:animEffect>
                                  </p:childTnLst>
                                </p:cTn>
                              </p:par>
                            </p:childTnLst>
                          </p:cTn>
                        </p:par>
                        <p:par>
                          <p:cTn id="639" fill="hold">
                            <p:stCondLst>
                              <p:cond delay="3500"/>
                            </p:stCondLst>
                            <p:childTnLst>
                              <p:par>
                                <p:cTn id="640" presetID="22" presetClass="entr" presetSubtype="8" fill="hold" grpId="0" nodeType="afterEffect">
                                  <p:stCondLst>
                                    <p:cond delay="0"/>
                                  </p:stCondLst>
                                  <p:childTnLst>
                                    <p:set>
                                      <p:cBhvr>
                                        <p:cTn id="641" dur="1" fill="hold">
                                          <p:stCondLst>
                                            <p:cond delay="0"/>
                                          </p:stCondLst>
                                        </p:cTn>
                                        <p:tgtEl>
                                          <p:spTgt spid="59">
                                            <p:txEl>
                                              <p:pRg st="10" end="10"/>
                                            </p:txEl>
                                          </p:spTgt>
                                        </p:tgtEl>
                                        <p:attrNameLst>
                                          <p:attrName>style.visibility</p:attrName>
                                        </p:attrNameLst>
                                      </p:cBhvr>
                                      <p:to>
                                        <p:strVal val="visible"/>
                                      </p:to>
                                    </p:set>
                                    <p:animEffect transition="in" filter="wipe(left)">
                                      <p:cBhvr>
                                        <p:cTn id="642" dur="2000"/>
                                        <p:tgtEl>
                                          <p:spTgt spid="5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1" grpId="1" animBg="1"/>
      <p:bldP spid="51" grpId="2" animBg="1"/>
      <p:bldP spid="8" grpId="0"/>
      <p:bldP spid="10" grpId="0"/>
      <p:bldP spid="11" grpId="0"/>
      <p:bldP spid="12" grpId="0"/>
      <p:bldP spid="12" grpId="1"/>
      <p:bldP spid="14" grpId="0"/>
      <p:bldP spid="14" grpId="1"/>
      <p:bldP spid="16" grpId="0"/>
      <p:bldP spid="17" grpId="0"/>
      <p:bldP spid="18" grpId="0"/>
      <p:bldP spid="19" grpId="0"/>
      <p:bldP spid="20" grpId="0"/>
      <p:bldP spid="24" grpId="0"/>
      <p:bldP spid="33" grpId="0"/>
      <p:bldP spid="33" grpId="1"/>
      <p:bldP spid="35" grpId="0"/>
      <p:bldP spid="35" grpId="1"/>
      <p:bldP spid="35" grpId="2"/>
      <p:bldP spid="37" grpId="0"/>
      <p:bldP spid="37" grpId="1"/>
      <p:bldP spid="37" grpId="2"/>
      <p:bldP spid="39" grpId="0"/>
      <p:bldP spid="39" grpId="1"/>
      <p:bldP spid="39" grpId="2"/>
      <p:bldP spid="41" grpId="0"/>
      <p:bldP spid="41" grpId="1"/>
      <p:bldP spid="41" grpId="2"/>
      <p:bldP spid="41" grpId="3"/>
      <p:bldP spid="41" grpId="4"/>
      <p:bldP spid="41" grpId="5"/>
      <p:bldP spid="41" grpId="6"/>
      <p:bldP spid="42" grpId="0"/>
      <p:bldP spid="42" grpId="1"/>
      <p:bldP spid="43" grpId="0"/>
      <p:bldP spid="43" grpId="1"/>
      <p:bldP spid="43" grpId="2"/>
      <p:bldP spid="43" grpId="3"/>
      <p:bldP spid="43" grpId="4"/>
      <p:bldP spid="43" grpId="5"/>
      <p:bldP spid="43" grpId="6"/>
      <p:bldP spid="44" grpId="0"/>
      <p:bldP spid="44" grpId="1"/>
      <p:bldP spid="44" grpId="2"/>
      <p:bldP spid="45" grpId="0"/>
      <p:bldP spid="45" grpId="1"/>
      <p:bldP spid="45" grpId="2"/>
      <p:bldP spid="45" grpId="3"/>
      <p:bldP spid="46" grpId="0"/>
      <p:bldP spid="46" grpId="1"/>
      <p:bldP spid="47" grpId="0" build="allAtOnce" animBg="1"/>
      <p:bldP spid="50" grpId="0"/>
      <p:bldP spid="52" grpId="1" animBg="1"/>
      <p:bldP spid="52" grpId="2" animBg="1"/>
      <p:bldP spid="52" grpId="3" animBg="1"/>
      <p:bldP spid="52" grpId="4" animBg="1"/>
      <p:bldP spid="52" grpId="5" animBg="1"/>
      <p:bldP spid="52" grpId="6" animBg="1"/>
      <p:bldP spid="52" grpId="7" animBg="1"/>
      <p:bldP spid="52" grpId="8" animBg="1"/>
      <p:bldP spid="52" grpId="9" animBg="1"/>
      <p:bldP spid="53" grpId="0"/>
      <p:bldP spid="53" grpId="1"/>
      <p:bldP spid="53" grpId="2"/>
      <p:bldP spid="54" grpId="0"/>
      <p:bldP spid="116" grpId="0"/>
      <p:bldP spid="119" grpId="0"/>
      <p:bldP spid="119" grpId="1"/>
      <p:bldP spid="119" grpId="2"/>
      <p:bldP spid="121" grpId="0"/>
      <p:bldP spid="121" grpId="1"/>
      <p:bldP spid="121" grpId="2"/>
      <p:bldP spid="122" grpId="0"/>
      <p:bldP spid="122" grpId="1"/>
      <p:bldP spid="122" grpId="2"/>
      <p:bldP spid="123" grpId="0"/>
      <p:bldP spid="123" grpId="1"/>
      <p:bldP spid="123" grpId="2"/>
      <p:bldP spid="124" grpId="0"/>
      <p:bldP spid="124" grpId="1"/>
      <p:bldP spid="124" grpId="2"/>
      <p:bldP spid="125" grpId="0"/>
      <p:bldP spid="126" grpId="0"/>
      <p:bldP spid="126" grpId="1"/>
      <p:bldP spid="132" grpId="0"/>
      <p:bldP spid="132" grpId="1"/>
      <p:bldP spid="132" grpId="2"/>
      <p:bldP spid="133" grpId="0"/>
      <p:bldP spid="133" grpId="1"/>
      <p:bldP spid="133" grpId="2"/>
      <p:bldP spid="134" grpId="0"/>
      <p:bldP spid="134" grpId="1"/>
      <p:bldP spid="135" grpId="0"/>
      <p:bldP spid="135" grpId="1"/>
      <p:bldP spid="136" grpId="0"/>
      <p:bldP spid="136" grpId="1"/>
      <p:bldP spid="4" grpId="0"/>
      <p:bldP spid="4" grpId="1"/>
      <p:bldP spid="4" grpId="2"/>
      <p:bldP spid="27" grpId="0"/>
      <p:bldP spid="27" grpId="1"/>
      <p:bldP spid="27" grpId="2"/>
      <p:bldP spid="30" grpId="0"/>
      <p:bldP spid="30" grpId="1"/>
      <p:bldP spid="30" grpId="2"/>
      <p:bldP spid="31" grpId="0"/>
      <p:bldP spid="31" grpId="1"/>
      <p:bldP spid="31" grpId="2"/>
      <p:bldP spid="32" grpId="0"/>
      <p:bldP spid="32" grpId="1"/>
      <p:bldP spid="34" grpId="0"/>
      <p:bldP spid="36" grpId="0"/>
      <p:bldP spid="36" grpId="1"/>
      <p:bldP spid="56" grpId="0"/>
      <p:bldP spid="56" grpId="1"/>
      <p:bldP spid="58" grpId="0" animBg="1"/>
      <p:bldP spid="59" grpId="0" uiExpand="1" build="p" animBg="1"/>
      <p:bldP spid="62" grpId="3"/>
      <p:bldP spid="62" grpId="4"/>
      <p:bldP spid="62" grpId="5"/>
      <p:bldP spid="63" grpId="3"/>
      <p:bldP spid="63" grpId="4"/>
      <p:bldP spid="63" grpId="5"/>
      <p:bldP spid="28" grpId="0"/>
      <p:bldP spid="28" grpId="1"/>
      <p:bldP spid="28" grpId="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矩形 149">
            <a:extLst>
              <a:ext uri="{FF2B5EF4-FFF2-40B4-BE49-F238E27FC236}">
                <a16:creationId xmlns:a16="http://schemas.microsoft.com/office/drawing/2014/main" id="{E3E0D9F1-5D26-4BA0-BB89-F3FB71D44673}"/>
              </a:ext>
            </a:extLst>
          </p:cNvPr>
          <p:cNvSpPr/>
          <p:nvPr/>
        </p:nvSpPr>
        <p:spPr>
          <a:xfrm>
            <a:off x="8175867" y="4554841"/>
            <a:ext cx="3838072" cy="1968746"/>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a:extLst>
              <a:ext uri="{FF2B5EF4-FFF2-40B4-BE49-F238E27FC236}">
                <a16:creationId xmlns:a16="http://schemas.microsoft.com/office/drawing/2014/main" id="{272021EC-3450-4E4B-8B26-BE8867CB195F}"/>
              </a:ext>
            </a:extLst>
          </p:cNvPr>
          <p:cNvGrpSpPr/>
          <p:nvPr/>
        </p:nvGrpSpPr>
        <p:grpSpPr>
          <a:xfrm rot="18066417" flipV="1">
            <a:off x="8333782" y="1131151"/>
            <a:ext cx="859650" cy="339416"/>
            <a:chOff x="8779626" y="360910"/>
            <a:chExt cx="793866" cy="253538"/>
          </a:xfrm>
        </p:grpSpPr>
        <p:sp>
          <p:nvSpPr>
            <p:cNvPr id="35" name="弧形 34">
              <a:extLst>
                <a:ext uri="{FF2B5EF4-FFF2-40B4-BE49-F238E27FC236}">
                  <a16:creationId xmlns:a16="http://schemas.microsoft.com/office/drawing/2014/main" id="{2B5ED1E3-EDE6-43AE-BB4F-D5290B781F4B}"/>
                </a:ext>
              </a:extLst>
            </p:cNvPr>
            <p:cNvSpPr/>
            <p:nvPr/>
          </p:nvSpPr>
          <p:spPr>
            <a:xfrm>
              <a:off x="8825346" y="360910"/>
              <a:ext cx="748146" cy="253538"/>
            </a:xfrm>
            <a:prstGeom prst="arc">
              <a:avLst>
                <a:gd name="adj1" fmla="val 10918946"/>
                <a:gd name="adj2" fmla="val 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6" name="直接箭头连接符 35">
              <a:extLst>
                <a:ext uri="{FF2B5EF4-FFF2-40B4-BE49-F238E27FC236}">
                  <a16:creationId xmlns:a16="http://schemas.microsoft.com/office/drawing/2014/main" id="{33500AC5-7BB4-4C67-9820-5E6ED928DCF3}"/>
                </a:ext>
              </a:extLst>
            </p:cNvPr>
            <p:cNvCxnSpPr>
              <a:cxnSpLocks/>
            </p:cNvCxnSpPr>
            <p:nvPr/>
          </p:nvCxnSpPr>
          <p:spPr>
            <a:xfrm flipH="1">
              <a:off x="8779626" y="404379"/>
              <a:ext cx="114992" cy="12088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0416F430-E01B-477B-A04B-D8F4A8A8BBA1}"/>
              </a:ext>
            </a:extLst>
          </p:cNvPr>
          <p:cNvGrpSpPr/>
          <p:nvPr/>
        </p:nvGrpSpPr>
        <p:grpSpPr>
          <a:xfrm rot="13532497" flipV="1">
            <a:off x="7661046" y="1134820"/>
            <a:ext cx="730190" cy="184901"/>
            <a:chOff x="8779626" y="360910"/>
            <a:chExt cx="793866" cy="253538"/>
          </a:xfrm>
        </p:grpSpPr>
        <p:sp>
          <p:nvSpPr>
            <p:cNvPr id="38" name="弧形 37">
              <a:extLst>
                <a:ext uri="{FF2B5EF4-FFF2-40B4-BE49-F238E27FC236}">
                  <a16:creationId xmlns:a16="http://schemas.microsoft.com/office/drawing/2014/main" id="{F7274382-C3DD-4DB8-96C7-3ED0018EBF05}"/>
                </a:ext>
              </a:extLst>
            </p:cNvPr>
            <p:cNvSpPr/>
            <p:nvPr/>
          </p:nvSpPr>
          <p:spPr>
            <a:xfrm>
              <a:off x="8825346" y="360910"/>
              <a:ext cx="748146" cy="253538"/>
            </a:xfrm>
            <a:prstGeom prst="arc">
              <a:avLst>
                <a:gd name="adj1" fmla="val 10918946"/>
                <a:gd name="adj2" fmla="val 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9" name="直接箭头连接符 38">
              <a:extLst>
                <a:ext uri="{FF2B5EF4-FFF2-40B4-BE49-F238E27FC236}">
                  <a16:creationId xmlns:a16="http://schemas.microsoft.com/office/drawing/2014/main" id="{6D2098FD-B663-4508-AA5B-289F37EC024C}"/>
                </a:ext>
              </a:extLst>
            </p:cNvPr>
            <p:cNvCxnSpPr>
              <a:cxnSpLocks/>
            </p:cNvCxnSpPr>
            <p:nvPr/>
          </p:nvCxnSpPr>
          <p:spPr>
            <a:xfrm flipH="1">
              <a:off x="8779626" y="404379"/>
              <a:ext cx="114992" cy="12088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40" name="组合 39">
            <a:extLst>
              <a:ext uri="{FF2B5EF4-FFF2-40B4-BE49-F238E27FC236}">
                <a16:creationId xmlns:a16="http://schemas.microsoft.com/office/drawing/2014/main" id="{AA78E875-A354-44B0-8ADE-BE8A8E47783C}"/>
              </a:ext>
            </a:extLst>
          </p:cNvPr>
          <p:cNvGrpSpPr/>
          <p:nvPr/>
        </p:nvGrpSpPr>
        <p:grpSpPr>
          <a:xfrm rot="3132531" flipV="1">
            <a:off x="7564347" y="1152659"/>
            <a:ext cx="731221" cy="306064"/>
            <a:chOff x="8779626" y="360910"/>
            <a:chExt cx="793866" cy="253538"/>
          </a:xfrm>
        </p:grpSpPr>
        <p:sp>
          <p:nvSpPr>
            <p:cNvPr id="41" name="弧形 40">
              <a:extLst>
                <a:ext uri="{FF2B5EF4-FFF2-40B4-BE49-F238E27FC236}">
                  <a16:creationId xmlns:a16="http://schemas.microsoft.com/office/drawing/2014/main" id="{11D22653-F7A1-4BC2-857E-36FE773F4F47}"/>
                </a:ext>
              </a:extLst>
            </p:cNvPr>
            <p:cNvSpPr/>
            <p:nvPr/>
          </p:nvSpPr>
          <p:spPr>
            <a:xfrm>
              <a:off x="8825346" y="360910"/>
              <a:ext cx="748146" cy="253538"/>
            </a:xfrm>
            <a:prstGeom prst="arc">
              <a:avLst>
                <a:gd name="adj1" fmla="val 10918946"/>
                <a:gd name="adj2" fmla="val 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2" name="直接箭头连接符 41">
              <a:extLst>
                <a:ext uri="{FF2B5EF4-FFF2-40B4-BE49-F238E27FC236}">
                  <a16:creationId xmlns:a16="http://schemas.microsoft.com/office/drawing/2014/main" id="{301C5011-F467-442B-9973-288D506AFA5D}"/>
                </a:ext>
              </a:extLst>
            </p:cNvPr>
            <p:cNvCxnSpPr>
              <a:cxnSpLocks/>
            </p:cNvCxnSpPr>
            <p:nvPr/>
          </p:nvCxnSpPr>
          <p:spPr>
            <a:xfrm flipH="1">
              <a:off x="8779626" y="404379"/>
              <a:ext cx="114992" cy="12088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88F6BBA6-E859-47D3-BA98-5D538188B038}"/>
              </a:ext>
            </a:extLst>
          </p:cNvPr>
          <p:cNvGrpSpPr/>
          <p:nvPr/>
        </p:nvGrpSpPr>
        <p:grpSpPr>
          <a:xfrm rot="226618">
            <a:off x="7887792" y="534988"/>
            <a:ext cx="917606" cy="310931"/>
            <a:chOff x="8779626" y="360910"/>
            <a:chExt cx="793866" cy="253538"/>
          </a:xfrm>
        </p:grpSpPr>
        <p:sp>
          <p:nvSpPr>
            <p:cNvPr id="10" name="弧形 9">
              <a:extLst>
                <a:ext uri="{FF2B5EF4-FFF2-40B4-BE49-F238E27FC236}">
                  <a16:creationId xmlns:a16="http://schemas.microsoft.com/office/drawing/2014/main" id="{D9E542BB-6FBB-48C2-9E21-A8600A980EAD}"/>
                </a:ext>
              </a:extLst>
            </p:cNvPr>
            <p:cNvSpPr/>
            <p:nvPr/>
          </p:nvSpPr>
          <p:spPr>
            <a:xfrm>
              <a:off x="8825346" y="360910"/>
              <a:ext cx="748146" cy="253538"/>
            </a:xfrm>
            <a:prstGeom prst="arc">
              <a:avLst>
                <a:gd name="adj1" fmla="val 10918946"/>
                <a:gd name="adj2" fmla="val 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5" name="直接箭头连接符 24">
              <a:extLst>
                <a:ext uri="{FF2B5EF4-FFF2-40B4-BE49-F238E27FC236}">
                  <a16:creationId xmlns:a16="http://schemas.microsoft.com/office/drawing/2014/main" id="{7EFCE146-C2D9-48A1-A589-658CAF2FFEDA}"/>
                </a:ext>
              </a:extLst>
            </p:cNvPr>
            <p:cNvCxnSpPr>
              <a:cxnSpLocks/>
            </p:cNvCxnSpPr>
            <p:nvPr/>
          </p:nvCxnSpPr>
          <p:spPr>
            <a:xfrm flipH="1">
              <a:off x="8779626" y="404379"/>
              <a:ext cx="114992" cy="12088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1" name="组合 30">
            <a:extLst>
              <a:ext uri="{FF2B5EF4-FFF2-40B4-BE49-F238E27FC236}">
                <a16:creationId xmlns:a16="http://schemas.microsoft.com/office/drawing/2014/main" id="{262F2C03-3F86-449C-8A41-55E81C42F958}"/>
              </a:ext>
            </a:extLst>
          </p:cNvPr>
          <p:cNvGrpSpPr/>
          <p:nvPr/>
        </p:nvGrpSpPr>
        <p:grpSpPr>
          <a:xfrm rot="10989300">
            <a:off x="7921722" y="784993"/>
            <a:ext cx="873552" cy="243787"/>
            <a:chOff x="8779626" y="360910"/>
            <a:chExt cx="793866" cy="253538"/>
          </a:xfrm>
        </p:grpSpPr>
        <p:sp>
          <p:nvSpPr>
            <p:cNvPr id="32" name="弧形 31">
              <a:extLst>
                <a:ext uri="{FF2B5EF4-FFF2-40B4-BE49-F238E27FC236}">
                  <a16:creationId xmlns:a16="http://schemas.microsoft.com/office/drawing/2014/main" id="{C09F2192-9657-417C-BD4D-1F37A28EB6B6}"/>
                </a:ext>
              </a:extLst>
            </p:cNvPr>
            <p:cNvSpPr/>
            <p:nvPr/>
          </p:nvSpPr>
          <p:spPr>
            <a:xfrm>
              <a:off x="8825346" y="360910"/>
              <a:ext cx="748146" cy="253538"/>
            </a:xfrm>
            <a:prstGeom prst="arc">
              <a:avLst>
                <a:gd name="adj1" fmla="val 10918946"/>
                <a:gd name="adj2" fmla="val 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3" name="直接箭头连接符 32">
              <a:extLst>
                <a:ext uri="{FF2B5EF4-FFF2-40B4-BE49-F238E27FC236}">
                  <a16:creationId xmlns:a16="http://schemas.microsoft.com/office/drawing/2014/main" id="{85A30F01-5502-45F4-AFAD-5A4633031E6F}"/>
                </a:ext>
              </a:extLst>
            </p:cNvPr>
            <p:cNvCxnSpPr>
              <a:cxnSpLocks/>
            </p:cNvCxnSpPr>
            <p:nvPr/>
          </p:nvCxnSpPr>
          <p:spPr>
            <a:xfrm flipH="1">
              <a:off x="8779626" y="404379"/>
              <a:ext cx="114992" cy="120881"/>
            </a:xfrm>
            <a:prstGeom prst="straightConnector1">
              <a:avLst/>
            </a:prstGeom>
            <a:ln w="19050">
              <a:tailEnd type="triangle" w="med" len="lg"/>
            </a:ln>
          </p:spPr>
          <p:style>
            <a:lnRef idx="1">
              <a:schemeClr val="accent1"/>
            </a:lnRef>
            <a:fillRef idx="0">
              <a:schemeClr val="accent1"/>
            </a:fillRef>
            <a:effectRef idx="0">
              <a:schemeClr val="accent1"/>
            </a:effectRef>
            <a:fontRef idx="minor">
              <a:schemeClr val="tx1"/>
            </a:fontRef>
          </p:style>
        </p:cxnSp>
      </p:grpSp>
      <p:sp>
        <p:nvSpPr>
          <p:cNvPr id="7" name="椭圆 6">
            <a:extLst>
              <a:ext uri="{FF2B5EF4-FFF2-40B4-BE49-F238E27FC236}">
                <a16:creationId xmlns:a16="http://schemas.microsoft.com/office/drawing/2014/main" id="{19D16B08-AA71-4CF6-BE45-A06FEBA01AC8}"/>
              </a:ext>
            </a:extLst>
          </p:cNvPr>
          <p:cNvSpPr/>
          <p:nvPr/>
        </p:nvSpPr>
        <p:spPr>
          <a:xfrm>
            <a:off x="7580168" y="642505"/>
            <a:ext cx="408709" cy="387927"/>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rPr>
              <a:t>A</a:t>
            </a:r>
            <a:endParaRPr lang="zh-CN" altLang="en-US" sz="2000" b="1" dirty="0">
              <a:solidFill>
                <a:schemeClr val="tx1"/>
              </a:solidFill>
            </a:endParaRPr>
          </a:p>
        </p:txBody>
      </p:sp>
      <p:sp>
        <p:nvSpPr>
          <p:cNvPr id="8" name="椭圆 7">
            <a:extLst>
              <a:ext uri="{FF2B5EF4-FFF2-40B4-BE49-F238E27FC236}">
                <a16:creationId xmlns:a16="http://schemas.microsoft.com/office/drawing/2014/main" id="{9056E83F-6133-4E1B-831B-382DD10263E0}"/>
              </a:ext>
            </a:extLst>
          </p:cNvPr>
          <p:cNvSpPr/>
          <p:nvPr/>
        </p:nvSpPr>
        <p:spPr>
          <a:xfrm>
            <a:off x="8780137" y="642505"/>
            <a:ext cx="408709" cy="387927"/>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rPr>
              <a:t>B</a:t>
            </a:r>
            <a:endParaRPr lang="zh-CN" altLang="en-US" sz="2000" b="1" dirty="0">
              <a:solidFill>
                <a:schemeClr val="tx1"/>
              </a:solidFill>
            </a:endParaRPr>
          </a:p>
        </p:txBody>
      </p:sp>
      <p:sp>
        <p:nvSpPr>
          <p:cNvPr id="9" name="椭圆 8">
            <a:extLst>
              <a:ext uri="{FF2B5EF4-FFF2-40B4-BE49-F238E27FC236}">
                <a16:creationId xmlns:a16="http://schemas.microsoft.com/office/drawing/2014/main" id="{D9EFF3EF-8302-4DD1-88E3-EB2D7930A124}"/>
              </a:ext>
            </a:extLst>
          </p:cNvPr>
          <p:cNvSpPr/>
          <p:nvPr/>
        </p:nvSpPr>
        <p:spPr>
          <a:xfrm>
            <a:off x="8106950" y="1484686"/>
            <a:ext cx="408709" cy="387927"/>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rPr>
              <a:t>C</a:t>
            </a:r>
            <a:endParaRPr lang="zh-CN" altLang="en-US" sz="2000" b="1" dirty="0">
              <a:solidFill>
                <a:schemeClr val="tx1"/>
              </a:solidFill>
            </a:endParaRPr>
          </a:p>
        </p:txBody>
      </p:sp>
      <p:sp>
        <p:nvSpPr>
          <p:cNvPr id="30" name="文本框 29">
            <a:extLst>
              <a:ext uri="{FF2B5EF4-FFF2-40B4-BE49-F238E27FC236}">
                <a16:creationId xmlns:a16="http://schemas.microsoft.com/office/drawing/2014/main" id="{CA00F34C-D82C-42E5-BDB4-CFC4CB119D16}"/>
              </a:ext>
            </a:extLst>
          </p:cNvPr>
          <p:cNvSpPr txBox="1"/>
          <p:nvPr/>
        </p:nvSpPr>
        <p:spPr>
          <a:xfrm>
            <a:off x="8172450" y="217170"/>
            <a:ext cx="312906" cy="369332"/>
          </a:xfrm>
          <a:prstGeom prst="rect">
            <a:avLst/>
          </a:prstGeom>
          <a:noFill/>
        </p:spPr>
        <p:txBody>
          <a:bodyPr wrap="none" rtlCol="0">
            <a:spAutoFit/>
          </a:bodyPr>
          <a:lstStyle/>
          <a:p>
            <a:r>
              <a:rPr lang="en-US" altLang="zh-CN" b="1" dirty="0"/>
              <a:t>6</a:t>
            </a:r>
            <a:endParaRPr lang="zh-CN" altLang="en-US" b="1" dirty="0"/>
          </a:p>
        </p:txBody>
      </p:sp>
      <p:sp>
        <p:nvSpPr>
          <p:cNvPr id="43" name="文本框 42">
            <a:extLst>
              <a:ext uri="{FF2B5EF4-FFF2-40B4-BE49-F238E27FC236}">
                <a16:creationId xmlns:a16="http://schemas.microsoft.com/office/drawing/2014/main" id="{DE22A685-EDC6-4AD6-8BB7-0346C25886AD}"/>
              </a:ext>
            </a:extLst>
          </p:cNvPr>
          <p:cNvSpPr txBox="1"/>
          <p:nvPr/>
        </p:nvSpPr>
        <p:spPr>
          <a:xfrm>
            <a:off x="8218012" y="697045"/>
            <a:ext cx="312906" cy="369332"/>
          </a:xfrm>
          <a:prstGeom prst="rect">
            <a:avLst/>
          </a:prstGeom>
          <a:noFill/>
        </p:spPr>
        <p:txBody>
          <a:bodyPr wrap="none" rtlCol="0">
            <a:spAutoFit/>
          </a:bodyPr>
          <a:lstStyle/>
          <a:p>
            <a:r>
              <a:rPr lang="en-US" altLang="zh-CN" b="1" dirty="0"/>
              <a:t>4</a:t>
            </a:r>
            <a:endParaRPr lang="zh-CN" altLang="en-US" b="1" dirty="0"/>
          </a:p>
        </p:txBody>
      </p:sp>
      <p:sp>
        <p:nvSpPr>
          <p:cNvPr id="44" name="文本框 43">
            <a:extLst>
              <a:ext uri="{FF2B5EF4-FFF2-40B4-BE49-F238E27FC236}">
                <a16:creationId xmlns:a16="http://schemas.microsoft.com/office/drawing/2014/main" id="{187E195F-3D3A-47EC-AF71-6D279181D203}"/>
              </a:ext>
            </a:extLst>
          </p:cNvPr>
          <p:cNvSpPr txBox="1"/>
          <p:nvPr/>
        </p:nvSpPr>
        <p:spPr>
          <a:xfrm>
            <a:off x="8836620" y="1279664"/>
            <a:ext cx="312906" cy="369332"/>
          </a:xfrm>
          <a:prstGeom prst="rect">
            <a:avLst/>
          </a:prstGeom>
          <a:noFill/>
        </p:spPr>
        <p:txBody>
          <a:bodyPr wrap="none" rtlCol="0">
            <a:spAutoFit/>
          </a:bodyPr>
          <a:lstStyle/>
          <a:p>
            <a:r>
              <a:rPr lang="en-US" altLang="zh-CN" b="1" dirty="0"/>
              <a:t>2</a:t>
            </a:r>
            <a:endParaRPr lang="zh-CN" altLang="en-US" b="1" dirty="0"/>
          </a:p>
        </p:txBody>
      </p:sp>
      <p:sp>
        <p:nvSpPr>
          <p:cNvPr id="45" name="文本框 44">
            <a:extLst>
              <a:ext uri="{FF2B5EF4-FFF2-40B4-BE49-F238E27FC236}">
                <a16:creationId xmlns:a16="http://schemas.microsoft.com/office/drawing/2014/main" id="{0F66A0B7-47AC-4A58-98EB-87D15C50FF27}"/>
              </a:ext>
            </a:extLst>
          </p:cNvPr>
          <p:cNvSpPr txBox="1"/>
          <p:nvPr/>
        </p:nvSpPr>
        <p:spPr>
          <a:xfrm>
            <a:off x="8155472" y="1048516"/>
            <a:ext cx="441146" cy="369332"/>
          </a:xfrm>
          <a:prstGeom prst="rect">
            <a:avLst/>
          </a:prstGeom>
          <a:noFill/>
        </p:spPr>
        <p:txBody>
          <a:bodyPr wrap="none" rtlCol="0">
            <a:spAutoFit/>
          </a:bodyPr>
          <a:lstStyle/>
          <a:p>
            <a:r>
              <a:rPr lang="en-US" altLang="zh-CN" b="1" dirty="0"/>
              <a:t>11</a:t>
            </a:r>
            <a:endParaRPr lang="zh-CN" altLang="en-US" b="1" dirty="0"/>
          </a:p>
        </p:txBody>
      </p:sp>
      <p:sp>
        <p:nvSpPr>
          <p:cNvPr id="46" name="文本框 45">
            <a:extLst>
              <a:ext uri="{FF2B5EF4-FFF2-40B4-BE49-F238E27FC236}">
                <a16:creationId xmlns:a16="http://schemas.microsoft.com/office/drawing/2014/main" id="{CDA60AFB-8305-4AEE-80F7-336775D78FA9}"/>
              </a:ext>
            </a:extLst>
          </p:cNvPr>
          <p:cNvSpPr txBox="1"/>
          <p:nvPr/>
        </p:nvSpPr>
        <p:spPr>
          <a:xfrm>
            <a:off x="7592238" y="1309317"/>
            <a:ext cx="312906" cy="369332"/>
          </a:xfrm>
          <a:prstGeom prst="rect">
            <a:avLst/>
          </a:prstGeom>
          <a:noFill/>
        </p:spPr>
        <p:txBody>
          <a:bodyPr wrap="none" rtlCol="0">
            <a:spAutoFit/>
          </a:bodyPr>
          <a:lstStyle/>
          <a:p>
            <a:r>
              <a:rPr lang="en-US" altLang="zh-CN" b="1" dirty="0"/>
              <a:t>3</a:t>
            </a:r>
            <a:endParaRPr lang="zh-CN" altLang="en-US" b="1" dirty="0"/>
          </a:p>
        </p:txBody>
      </p:sp>
      <p:sp>
        <p:nvSpPr>
          <p:cNvPr id="51" name="文本框 50">
            <a:extLst>
              <a:ext uri="{FF2B5EF4-FFF2-40B4-BE49-F238E27FC236}">
                <a16:creationId xmlns:a16="http://schemas.microsoft.com/office/drawing/2014/main" id="{0726F50F-5E97-4078-BD60-9B3EFFC120B8}"/>
              </a:ext>
            </a:extLst>
          </p:cNvPr>
          <p:cNvSpPr txBox="1"/>
          <p:nvPr/>
        </p:nvSpPr>
        <p:spPr>
          <a:xfrm>
            <a:off x="7506847" y="3940630"/>
            <a:ext cx="2233304" cy="430887"/>
          </a:xfrm>
          <a:prstGeom prst="rect">
            <a:avLst/>
          </a:prstGeom>
          <a:noFill/>
        </p:spPr>
        <p:txBody>
          <a:bodyPr wrap="none" rtlCol="0">
            <a:spAutoFit/>
          </a:bodyPr>
          <a:lstStyle/>
          <a:p>
            <a:r>
              <a:rPr lang="zh-CN" altLang="en-US" b="1" dirty="0"/>
              <a:t>最短路径长度数组</a:t>
            </a:r>
            <a:r>
              <a:rPr lang="en-US" altLang="zh-CN" sz="2200" b="1" dirty="0"/>
              <a:t>D</a:t>
            </a:r>
            <a:endParaRPr lang="zh-CN" altLang="en-US" sz="2200" b="1" dirty="0"/>
          </a:p>
        </p:txBody>
      </p:sp>
      <p:sp>
        <p:nvSpPr>
          <p:cNvPr id="52" name="文本框 51">
            <a:extLst>
              <a:ext uri="{FF2B5EF4-FFF2-40B4-BE49-F238E27FC236}">
                <a16:creationId xmlns:a16="http://schemas.microsoft.com/office/drawing/2014/main" id="{C24E8009-FBF0-44A7-BF75-2492B71C808C}"/>
              </a:ext>
            </a:extLst>
          </p:cNvPr>
          <p:cNvSpPr txBox="1"/>
          <p:nvPr/>
        </p:nvSpPr>
        <p:spPr>
          <a:xfrm>
            <a:off x="9882994" y="3949741"/>
            <a:ext cx="1734770" cy="430887"/>
          </a:xfrm>
          <a:prstGeom prst="rect">
            <a:avLst/>
          </a:prstGeom>
          <a:noFill/>
        </p:spPr>
        <p:txBody>
          <a:bodyPr wrap="none" rtlCol="0">
            <a:spAutoFit/>
          </a:bodyPr>
          <a:lstStyle/>
          <a:p>
            <a:r>
              <a:rPr lang="zh-CN" altLang="en-US" b="1" dirty="0"/>
              <a:t>最短路径数组</a:t>
            </a:r>
            <a:r>
              <a:rPr lang="en-US" altLang="zh-CN" sz="2200" b="1" dirty="0"/>
              <a:t>P</a:t>
            </a:r>
            <a:endParaRPr lang="zh-CN" altLang="en-US" sz="2200" b="1" dirty="0"/>
          </a:p>
        </p:txBody>
      </p:sp>
      <p:grpSp>
        <p:nvGrpSpPr>
          <p:cNvPr id="70" name="组合 69">
            <a:extLst>
              <a:ext uri="{FF2B5EF4-FFF2-40B4-BE49-F238E27FC236}">
                <a16:creationId xmlns:a16="http://schemas.microsoft.com/office/drawing/2014/main" id="{E5BC81DE-F371-44F2-9B67-469B44D27EA0}"/>
              </a:ext>
            </a:extLst>
          </p:cNvPr>
          <p:cNvGrpSpPr/>
          <p:nvPr/>
        </p:nvGrpSpPr>
        <p:grpSpPr>
          <a:xfrm>
            <a:off x="9680946" y="523437"/>
            <a:ext cx="820170" cy="1190728"/>
            <a:chOff x="4579441" y="691646"/>
            <a:chExt cx="820170" cy="1190728"/>
          </a:xfrm>
        </p:grpSpPr>
        <p:sp>
          <p:nvSpPr>
            <p:cNvPr id="67" name="文本框 66">
              <a:extLst>
                <a:ext uri="{FF2B5EF4-FFF2-40B4-BE49-F238E27FC236}">
                  <a16:creationId xmlns:a16="http://schemas.microsoft.com/office/drawing/2014/main" id="{14A5A0CE-3F02-46A1-A307-39D49AED6112}"/>
                </a:ext>
              </a:extLst>
            </p:cNvPr>
            <p:cNvSpPr txBox="1"/>
            <p:nvPr/>
          </p:nvSpPr>
          <p:spPr>
            <a:xfrm>
              <a:off x="4579441" y="691646"/>
              <a:ext cx="407157" cy="400110"/>
            </a:xfrm>
            <a:prstGeom prst="rect">
              <a:avLst/>
            </a:prstGeom>
            <a:solidFill>
              <a:schemeClr val="bg1"/>
            </a:solidFill>
            <a:ln w="19050">
              <a:solidFill>
                <a:schemeClr val="bg1"/>
              </a:solidFill>
            </a:ln>
          </p:spPr>
          <p:txBody>
            <a:bodyPr wrap="square" rtlCol="0">
              <a:spAutoFit/>
            </a:bodyPr>
            <a:lstStyle/>
            <a:p>
              <a:pPr algn="ctr"/>
              <a:r>
                <a:rPr lang="en-US" altLang="zh-CN" sz="2000" b="1" dirty="0"/>
                <a:t>0</a:t>
              </a:r>
              <a:endParaRPr lang="zh-CN" altLang="en-US" sz="2000" b="1" dirty="0"/>
            </a:p>
          </p:txBody>
        </p:sp>
        <p:sp>
          <p:nvSpPr>
            <p:cNvPr id="68" name="文本框 67">
              <a:extLst>
                <a:ext uri="{FF2B5EF4-FFF2-40B4-BE49-F238E27FC236}">
                  <a16:creationId xmlns:a16="http://schemas.microsoft.com/office/drawing/2014/main" id="{600666CB-21C2-4C95-AE04-75DD67FD519F}"/>
                </a:ext>
              </a:extLst>
            </p:cNvPr>
            <p:cNvSpPr txBox="1"/>
            <p:nvPr/>
          </p:nvSpPr>
          <p:spPr>
            <a:xfrm>
              <a:off x="4580796" y="1087316"/>
              <a:ext cx="407157" cy="400110"/>
            </a:xfrm>
            <a:prstGeom prst="rect">
              <a:avLst/>
            </a:prstGeom>
            <a:solidFill>
              <a:schemeClr val="bg1"/>
            </a:solidFill>
            <a:ln w="19050">
              <a:solidFill>
                <a:schemeClr val="bg1"/>
              </a:solidFill>
            </a:ln>
          </p:spPr>
          <p:txBody>
            <a:bodyPr wrap="square" rtlCol="0">
              <a:spAutoFit/>
            </a:bodyPr>
            <a:lstStyle/>
            <a:p>
              <a:pPr algn="ctr"/>
              <a:r>
                <a:rPr lang="en-US" altLang="zh-CN" sz="2000" b="1" dirty="0"/>
                <a:t>1</a:t>
              </a:r>
              <a:endParaRPr lang="zh-CN" altLang="en-US" sz="2000" b="1" dirty="0"/>
            </a:p>
          </p:txBody>
        </p:sp>
        <p:sp>
          <p:nvSpPr>
            <p:cNvPr id="69" name="文本框 68">
              <a:extLst>
                <a:ext uri="{FF2B5EF4-FFF2-40B4-BE49-F238E27FC236}">
                  <a16:creationId xmlns:a16="http://schemas.microsoft.com/office/drawing/2014/main" id="{1EBC84CF-64E9-4B00-B48E-8FE151B51DF4}"/>
                </a:ext>
              </a:extLst>
            </p:cNvPr>
            <p:cNvSpPr txBox="1"/>
            <p:nvPr/>
          </p:nvSpPr>
          <p:spPr>
            <a:xfrm>
              <a:off x="4579441" y="1482264"/>
              <a:ext cx="407157" cy="400110"/>
            </a:xfrm>
            <a:prstGeom prst="rect">
              <a:avLst/>
            </a:prstGeom>
            <a:solidFill>
              <a:schemeClr val="bg1"/>
            </a:solidFill>
            <a:ln w="19050">
              <a:solidFill>
                <a:schemeClr val="bg1"/>
              </a:solidFill>
            </a:ln>
          </p:spPr>
          <p:txBody>
            <a:bodyPr wrap="square" rtlCol="0">
              <a:spAutoFit/>
            </a:bodyPr>
            <a:lstStyle/>
            <a:p>
              <a:pPr algn="ctr"/>
              <a:r>
                <a:rPr lang="en-US" altLang="zh-CN" sz="2000" b="1" dirty="0"/>
                <a:t>2</a:t>
              </a:r>
              <a:endParaRPr lang="zh-CN" altLang="en-US" sz="2000" b="1" dirty="0"/>
            </a:p>
          </p:txBody>
        </p:sp>
        <p:sp>
          <p:nvSpPr>
            <p:cNvPr id="64" name="文本框 63">
              <a:extLst>
                <a:ext uri="{FF2B5EF4-FFF2-40B4-BE49-F238E27FC236}">
                  <a16:creationId xmlns:a16="http://schemas.microsoft.com/office/drawing/2014/main" id="{8B0344F5-3514-4F37-98F1-49F8DD60E202}"/>
                </a:ext>
              </a:extLst>
            </p:cNvPr>
            <p:cNvSpPr txBox="1"/>
            <p:nvPr/>
          </p:nvSpPr>
          <p:spPr>
            <a:xfrm>
              <a:off x="4991099" y="691646"/>
              <a:ext cx="407157" cy="400110"/>
            </a:xfrm>
            <a:prstGeom prst="rect">
              <a:avLst/>
            </a:prstGeom>
            <a:solidFill>
              <a:schemeClr val="accent6">
                <a:lumMod val="20000"/>
                <a:lumOff val="80000"/>
              </a:schemeClr>
            </a:solidFill>
            <a:ln w="19050">
              <a:solidFill>
                <a:schemeClr val="tx1"/>
              </a:solidFill>
            </a:ln>
          </p:spPr>
          <p:txBody>
            <a:bodyPr wrap="square" rtlCol="0">
              <a:spAutoFit/>
            </a:bodyPr>
            <a:lstStyle/>
            <a:p>
              <a:pPr algn="ctr"/>
              <a:r>
                <a:rPr lang="en-US" altLang="zh-CN" sz="2000" b="1" dirty="0"/>
                <a:t>A</a:t>
              </a:r>
              <a:endParaRPr lang="zh-CN" altLang="en-US" sz="2000" b="1" dirty="0"/>
            </a:p>
          </p:txBody>
        </p:sp>
        <p:sp>
          <p:nvSpPr>
            <p:cNvPr id="65" name="文本框 64">
              <a:extLst>
                <a:ext uri="{FF2B5EF4-FFF2-40B4-BE49-F238E27FC236}">
                  <a16:creationId xmlns:a16="http://schemas.microsoft.com/office/drawing/2014/main" id="{33A922D8-B6F8-4B4E-BDEB-A2DF41E75C53}"/>
                </a:ext>
              </a:extLst>
            </p:cNvPr>
            <p:cNvSpPr txBox="1"/>
            <p:nvPr/>
          </p:nvSpPr>
          <p:spPr>
            <a:xfrm>
              <a:off x="4993398" y="1087316"/>
              <a:ext cx="406213" cy="400110"/>
            </a:xfrm>
            <a:prstGeom prst="rect">
              <a:avLst/>
            </a:prstGeom>
            <a:solidFill>
              <a:schemeClr val="accent6">
                <a:lumMod val="20000"/>
                <a:lumOff val="80000"/>
              </a:schemeClr>
            </a:solidFill>
            <a:ln w="19050">
              <a:solidFill>
                <a:schemeClr val="tx1"/>
              </a:solidFill>
            </a:ln>
          </p:spPr>
          <p:txBody>
            <a:bodyPr wrap="square" rtlCol="0">
              <a:spAutoFit/>
            </a:bodyPr>
            <a:lstStyle/>
            <a:p>
              <a:pPr algn="ctr"/>
              <a:r>
                <a:rPr lang="en-US" altLang="zh-CN" sz="2000" b="1" dirty="0"/>
                <a:t>B</a:t>
              </a:r>
              <a:endParaRPr lang="zh-CN" altLang="en-US" sz="2000" b="1" dirty="0"/>
            </a:p>
          </p:txBody>
        </p:sp>
        <p:sp>
          <p:nvSpPr>
            <p:cNvPr id="66" name="文本框 65">
              <a:extLst>
                <a:ext uri="{FF2B5EF4-FFF2-40B4-BE49-F238E27FC236}">
                  <a16:creationId xmlns:a16="http://schemas.microsoft.com/office/drawing/2014/main" id="{77C25DCB-6D2F-42A5-9700-480001A10514}"/>
                </a:ext>
              </a:extLst>
            </p:cNvPr>
            <p:cNvSpPr txBox="1"/>
            <p:nvPr/>
          </p:nvSpPr>
          <p:spPr>
            <a:xfrm>
              <a:off x="4991099" y="1482264"/>
              <a:ext cx="407157" cy="400110"/>
            </a:xfrm>
            <a:prstGeom prst="rect">
              <a:avLst/>
            </a:prstGeom>
            <a:solidFill>
              <a:schemeClr val="accent6">
                <a:lumMod val="20000"/>
                <a:lumOff val="80000"/>
              </a:schemeClr>
            </a:solidFill>
            <a:ln w="19050">
              <a:solidFill>
                <a:schemeClr val="tx1"/>
              </a:solidFill>
            </a:ln>
          </p:spPr>
          <p:txBody>
            <a:bodyPr wrap="square" rtlCol="0">
              <a:spAutoFit/>
            </a:bodyPr>
            <a:lstStyle/>
            <a:p>
              <a:pPr algn="ctr"/>
              <a:r>
                <a:rPr lang="en-US" altLang="zh-CN" sz="2000" b="1" dirty="0"/>
                <a:t>C</a:t>
              </a:r>
              <a:endParaRPr lang="zh-CN" altLang="en-US" sz="2000" b="1" dirty="0"/>
            </a:p>
          </p:txBody>
        </p:sp>
      </p:grpSp>
      <p:grpSp>
        <p:nvGrpSpPr>
          <p:cNvPr id="84" name="组合 83">
            <a:extLst>
              <a:ext uri="{FF2B5EF4-FFF2-40B4-BE49-F238E27FC236}">
                <a16:creationId xmlns:a16="http://schemas.microsoft.com/office/drawing/2014/main" id="{4924DB7D-098D-45CB-948A-8FDC3A40DE95}"/>
              </a:ext>
            </a:extLst>
          </p:cNvPr>
          <p:cNvGrpSpPr/>
          <p:nvPr/>
        </p:nvGrpSpPr>
        <p:grpSpPr>
          <a:xfrm>
            <a:off x="10656085" y="519450"/>
            <a:ext cx="1245570" cy="1190728"/>
            <a:chOff x="10065535" y="652800"/>
            <a:chExt cx="1245570" cy="1190728"/>
          </a:xfrm>
        </p:grpSpPr>
        <p:sp>
          <p:nvSpPr>
            <p:cNvPr id="75" name="文本框 74">
              <a:extLst>
                <a:ext uri="{FF2B5EF4-FFF2-40B4-BE49-F238E27FC236}">
                  <a16:creationId xmlns:a16="http://schemas.microsoft.com/office/drawing/2014/main" id="{0953EE97-6726-49C6-B5F0-327BF4D221E9}"/>
                </a:ext>
              </a:extLst>
            </p:cNvPr>
            <p:cNvSpPr txBox="1"/>
            <p:nvPr/>
          </p:nvSpPr>
          <p:spPr>
            <a:xfrm>
              <a:off x="10067468" y="652800"/>
              <a:ext cx="407157" cy="400110"/>
            </a:xfrm>
            <a:prstGeom prst="rect">
              <a:avLst/>
            </a:prstGeom>
            <a:solidFill>
              <a:schemeClr val="accent5">
                <a:lumMod val="20000"/>
                <a:lumOff val="80000"/>
              </a:schemeClr>
            </a:solidFill>
            <a:ln w="19050">
              <a:solidFill>
                <a:schemeClr val="bg1"/>
              </a:solidFill>
            </a:ln>
          </p:spPr>
          <p:txBody>
            <a:bodyPr wrap="square" rtlCol="0">
              <a:spAutoFit/>
            </a:bodyPr>
            <a:lstStyle/>
            <a:p>
              <a:pPr algn="ctr"/>
              <a:r>
                <a:rPr lang="en-US" altLang="zh-CN" sz="2000" b="1" dirty="0"/>
                <a:t>0</a:t>
              </a:r>
              <a:endParaRPr lang="zh-CN" altLang="en-US" sz="2000" b="1" dirty="0"/>
            </a:p>
          </p:txBody>
        </p:sp>
        <p:sp>
          <p:nvSpPr>
            <p:cNvPr id="76" name="文本框 75">
              <a:extLst>
                <a:ext uri="{FF2B5EF4-FFF2-40B4-BE49-F238E27FC236}">
                  <a16:creationId xmlns:a16="http://schemas.microsoft.com/office/drawing/2014/main" id="{5BC7D258-E447-4DA4-AE94-7B3F617851A7}"/>
                </a:ext>
              </a:extLst>
            </p:cNvPr>
            <p:cNvSpPr txBox="1"/>
            <p:nvPr/>
          </p:nvSpPr>
          <p:spPr>
            <a:xfrm>
              <a:off x="10065535" y="1048470"/>
              <a:ext cx="407158" cy="400110"/>
            </a:xfrm>
            <a:prstGeom prst="rect">
              <a:avLst/>
            </a:prstGeom>
            <a:solidFill>
              <a:schemeClr val="accent5">
                <a:lumMod val="20000"/>
                <a:lumOff val="80000"/>
              </a:schemeClr>
            </a:solidFill>
            <a:ln w="19050">
              <a:solidFill>
                <a:schemeClr val="bg1"/>
              </a:solidFill>
            </a:ln>
          </p:spPr>
          <p:txBody>
            <a:bodyPr wrap="square" rtlCol="0">
              <a:spAutoFit/>
            </a:bodyPr>
            <a:lstStyle/>
            <a:p>
              <a:pPr algn="ctr"/>
              <a:r>
                <a:rPr lang="en-US" altLang="zh-CN" sz="2000" b="1" dirty="0"/>
                <a:t>6</a:t>
              </a:r>
              <a:endParaRPr lang="zh-CN" altLang="en-US" sz="2000" b="1" dirty="0"/>
            </a:p>
          </p:txBody>
        </p:sp>
        <p:sp>
          <p:nvSpPr>
            <p:cNvPr id="77" name="文本框 76">
              <a:extLst>
                <a:ext uri="{FF2B5EF4-FFF2-40B4-BE49-F238E27FC236}">
                  <a16:creationId xmlns:a16="http://schemas.microsoft.com/office/drawing/2014/main" id="{AE1B7843-FB0A-4272-8589-565224837E2C}"/>
                </a:ext>
              </a:extLst>
            </p:cNvPr>
            <p:cNvSpPr txBox="1"/>
            <p:nvPr/>
          </p:nvSpPr>
          <p:spPr>
            <a:xfrm>
              <a:off x="10067468" y="1443418"/>
              <a:ext cx="407157" cy="400110"/>
            </a:xfrm>
            <a:prstGeom prst="rect">
              <a:avLst/>
            </a:prstGeom>
            <a:solidFill>
              <a:schemeClr val="accent5">
                <a:lumMod val="20000"/>
                <a:lumOff val="80000"/>
              </a:schemeClr>
            </a:solidFill>
            <a:ln w="19050">
              <a:solidFill>
                <a:schemeClr val="bg1"/>
              </a:solidFill>
            </a:ln>
          </p:spPr>
          <p:txBody>
            <a:bodyPr wrap="square" rtlCol="0">
              <a:spAutoFit/>
            </a:bodyPr>
            <a:lstStyle/>
            <a:p>
              <a:pPr algn="ctr"/>
              <a:r>
                <a:rPr lang="en-US" altLang="zh-CN" sz="2000" b="1" dirty="0"/>
                <a:t>3</a:t>
              </a:r>
              <a:endParaRPr lang="zh-CN" altLang="en-US" sz="2000" b="1" dirty="0"/>
            </a:p>
          </p:txBody>
        </p:sp>
        <p:sp>
          <p:nvSpPr>
            <p:cNvPr id="78" name="文本框 77">
              <a:extLst>
                <a:ext uri="{FF2B5EF4-FFF2-40B4-BE49-F238E27FC236}">
                  <a16:creationId xmlns:a16="http://schemas.microsoft.com/office/drawing/2014/main" id="{75642AEE-9B2A-4B8E-8711-D2B12EFBCAF8}"/>
                </a:ext>
              </a:extLst>
            </p:cNvPr>
            <p:cNvSpPr txBox="1"/>
            <p:nvPr/>
          </p:nvSpPr>
          <p:spPr>
            <a:xfrm>
              <a:off x="10487281" y="652800"/>
              <a:ext cx="407157" cy="400110"/>
            </a:xfrm>
            <a:prstGeom prst="rect">
              <a:avLst/>
            </a:prstGeom>
            <a:solidFill>
              <a:schemeClr val="accent5">
                <a:lumMod val="20000"/>
                <a:lumOff val="80000"/>
              </a:schemeClr>
            </a:solidFill>
            <a:ln w="19050">
              <a:solidFill>
                <a:schemeClr val="bg1"/>
              </a:solidFill>
            </a:ln>
          </p:spPr>
          <p:txBody>
            <a:bodyPr wrap="square" rtlCol="0">
              <a:spAutoFit/>
            </a:bodyPr>
            <a:lstStyle/>
            <a:p>
              <a:pPr algn="ctr"/>
              <a:r>
                <a:rPr lang="en-US" altLang="zh-CN" sz="2000" b="1" dirty="0"/>
                <a:t>4</a:t>
              </a:r>
              <a:endParaRPr lang="zh-CN" altLang="en-US" sz="2000" b="1" dirty="0"/>
            </a:p>
          </p:txBody>
        </p:sp>
        <p:sp>
          <p:nvSpPr>
            <p:cNvPr id="79" name="文本框 78">
              <a:extLst>
                <a:ext uri="{FF2B5EF4-FFF2-40B4-BE49-F238E27FC236}">
                  <a16:creationId xmlns:a16="http://schemas.microsoft.com/office/drawing/2014/main" id="{961E8CF1-A43A-449A-955D-09618273C778}"/>
                </a:ext>
              </a:extLst>
            </p:cNvPr>
            <p:cNvSpPr txBox="1"/>
            <p:nvPr/>
          </p:nvSpPr>
          <p:spPr>
            <a:xfrm>
              <a:off x="10482780" y="1048470"/>
              <a:ext cx="413013" cy="400110"/>
            </a:xfrm>
            <a:prstGeom prst="rect">
              <a:avLst/>
            </a:prstGeom>
            <a:solidFill>
              <a:schemeClr val="accent5">
                <a:lumMod val="20000"/>
                <a:lumOff val="80000"/>
              </a:schemeClr>
            </a:solidFill>
            <a:ln w="19050">
              <a:solidFill>
                <a:schemeClr val="bg1"/>
              </a:solidFill>
            </a:ln>
          </p:spPr>
          <p:txBody>
            <a:bodyPr wrap="square" rtlCol="0">
              <a:spAutoFit/>
            </a:bodyPr>
            <a:lstStyle/>
            <a:p>
              <a:pPr algn="ctr"/>
              <a:r>
                <a:rPr lang="en-US" altLang="zh-CN" sz="2000" b="1" dirty="0"/>
                <a:t>0</a:t>
              </a:r>
              <a:endParaRPr lang="zh-CN" altLang="en-US" sz="2000" b="1" dirty="0"/>
            </a:p>
          </p:txBody>
        </p:sp>
        <p:sp>
          <p:nvSpPr>
            <p:cNvPr id="80" name="文本框 79">
              <a:extLst>
                <a:ext uri="{FF2B5EF4-FFF2-40B4-BE49-F238E27FC236}">
                  <a16:creationId xmlns:a16="http://schemas.microsoft.com/office/drawing/2014/main" id="{A9CD3E90-FAAD-44CF-9C22-F5644E2A6E86}"/>
                </a:ext>
              </a:extLst>
            </p:cNvPr>
            <p:cNvSpPr txBox="1"/>
            <p:nvPr/>
          </p:nvSpPr>
          <p:spPr>
            <a:xfrm>
              <a:off x="10487281" y="1443418"/>
              <a:ext cx="407157" cy="400110"/>
            </a:xfrm>
            <a:prstGeom prst="rect">
              <a:avLst/>
            </a:prstGeom>
            <a:solidFill>
              <a:schemeClr val="accent5">
                <a:lumMod val="20000"/>
                <a:lumOff val="80000"/>
              </a:schemeClr>
            </a:solidFill>
            <a:ln w="19050">
              <a:solidFill>
                <a:schemeClr val="bg1"/>
              </a:solidFill>
            </a:ln>
          </p:spPr>
          <p:txBody>
            <a:bodyPr wrap="square" rtlCol="0">
              <a:spAutoFit/>
            </a:bodyPr>
            <a:lstStyle/>
            <a:p>
              <a:pPr algn="ctr"/>
              <a:r>
                <a:rPr lang="en-US" altLang="zh-CN" sz="2000" b="1" dirty="0"/>
                <a:t>∞</a:t>
              </a:r>
              <a:endParaRPr lang="zh-CN" altLang="en-US" sz="2000" b="1" dirty="0"/>
            </a:p>
          </p:txBody>
        </p:sp>
        <p:sp>
          <p:nvSpPr>
            <p:cNvPr id="81" name="文本框 80">
              <a:extLst>
                <a:ext uri="{FF2B5EF4-FFF2-40B4-BE49-F238E27FC236}">
                  <a16:creationId xmlns:a16="http://schemas.microsoft.com/office/drawing/2014/main" id="{02A9412D-39BF-424F-B1D0-A4D882C2B988}"/>
                </a:ext>
              </a:extLst>
            </p:cNvPr>
            <p:cNvSpPr txBox="1"/>
            <p:nvPr/>
          </p:nvSpPr>
          <p:spPr>
            <a:xfrm>
              <a:off x="10902593" y="652800"/>
              <a:ext cx="407157" cy="400110"/>
            </a:xfrm>
            <a:prstGeom prst="rect">
              <a:avLst/>
            </a:prstGeom>
            <a:solidFill>
              <a:schemeClr val="accent5">
                <a:lumMod val="20000"/>
                <a:lumOff val="80000"/>
              </a:schemeClr>
            </a:solidFill>
            <a:ln w="19050">
              <a:solidFill>
                <a:schemeClr val="bg1"/>
              </a:solidFill>
            </a:ln>
          </p:spPr>
          <p:txBody>
            <a:bodyPr wrap="square" lIns="36000" rIns="36000" rtlCol="0">
              <a:spAutoFit/>
            </a:bodyPr>
            <a:lstStyle/>
            <a:p>
              <a:pPr algn="ctr"/>
              <a:r>
                <a:rPr lang="en-US" altLang="zh-CN" sz="2000" b="1" dirty="0"/>
                <a:t>11</a:t>
              </a:r>
              <a:endParaRPr lang="zh-CN" altLang="en-US" sz="2000" b="1" dirty="0"/>
            </a:p>
          </p:txBody>
        </p:sp>
        <p:sp>
          <p:nvSpPr>
            <p:cNvPr id="82" name="文本框 81">
              <a:extLst>
                <a:ext uri="{FF2B5EF4-FFF2-40B4-BE49-F238E27FC236}">
                  <a16:creationId xmlns:a16="http://schemas.microsoft.com/office/drawing/2014/main" id="{3163EB98-020F-4109-8C53-5C44815C0B8F}"/>
                </a:ext>
              </a:extLst>
            </p:cNvPr>
            <p:cNvSpPr txBox="1"/>
            <p:nvPr/>
          </p:nvSpPr>
          <p:spPr>
            <a:xfrm>
              <a:off x="10898092" y="1048470"/>
              <a:ext cx="413013" cy="400110"/>
            </a:xfrm>
            <a:prstGeom prst="rect">
              <a:avLst/>
            </a:prstGeom>
            <a:solidFill>
              <a:schemeClr val="accent5">
                <a:lumMod val="20000"/>
                <a:lumOff val="80000"/>
              </a:schemeClr>
            </a:solidFill>
            <a:ln w="19050">
              <a:solidFill>
                <a:schemeClr val="bg1"/>
              </a:solidFill>
            </a:ln>
          </p:spPr>
          <p:txBody>
            <a:bodyPr wrap="square" rtlCol="0">
              <a:spAutoFit/>
            </a:bodyPr>
            <a:lstStyle/>
            <a:p>
              <a:pPr algn="ctr"/>
              <a:r>
                <a:rPr lang="en-US" altLang="zh-CN" sz="2000" b="1" dirty="0"/>
                <a:t>2</a:t>
              </a:r>
              <a:endParaRPr lang="zh-CN" altLang="en-US" sz="2000" b="1" dirty="0"/>
            </a:p>
          </p:txBody>
        </p:sp>
        <p:sp>
          <p:nvSpPr>
            <p:cNvPr id="83" name="文本框 82">
              <a:extLst>
                <a:ext uri="{FF2B5EF4-FFF2-40B4-BE49-F238E27FC236}">
                  <a16:creationId xmlns:a16="http://schemas.microsoft.com/office/drawing/2014/main" id="{1876B3EA-6529-4EA9-8D5C-4CFC228E3AE6}"/>
                </a:ext>
              </a:extLst>
            </p:cNvPr>
            <p:cNvSpPr txBox="1"/>
            <p:nvPr/>
          </p:nvSpPr>
          <p:spPr>
            <a:xfrm>
              <a:off x="10902593" y="1443418"/>
              <a:ext cx="407157" cy="400110"/>
            </a:xfrm>
            <a:prstGeom prst="rect">
              <a:avLst/>
            </a:prstGeom>
            <a:solidFill>
              <a:schemeClr val="accent5">
                <a:lumMod val="20000"/>
                <a:lumOff val="80000"/>
              </a:schemeClr>
            </a:solidFill>
            <a:ln w="19050">
              <a:solidFill>
                <a:schemeClr val="bg1"/>
              </a:solidFill>
            </a:ln>
          </p:spPr>
          <p:txBody>
            <a:bodyPr wrap="square" rtlCol="0">
              <a:spAutoFit/>
            </a:bodyPr>
            <a:lstStyle/>
            <a:p>
              <a:pPr algn="ctr"/>
              <a:r>
                <a:rPr lang="en-US" altLang="zh-CN" sz="2000" b="1" dirty="0"/>
                <a:t>0</a:t>
              </a:r>
              <a:endParaRPr lang="zh-CN" altLang="en-US" sz="2000" b="1" dirty="0"/>
            </a:p>
          </p:txBody>
        </p:sp>
      </p:grpSp>
      <p:sp>
        <p:nvSpPr>
          <p:cNvPr id="85" name="文本框 84">
            <a:extLst>
              <a:ext uri="{FF2B5EF4-FFF2-40B4-BE49-F238E27FC236}">
                <a16:creationId xmlns:a16="http://schemas.microsoft.com/office/drawing/2014/main" id="{DA4343D5-4549-453F-A0F6-1661BCCD5C89}"/>
              </a:ext>
            </a:extLst>
          </p:cNvPr>
          <p:cNvSpPr txBox="1"/>
          <p:nvPr/>
        </p:nvSpPr>
        <p:spPr>
          <a:xfrm>
            <a:off x="447800" y="777575"/>
            <a:ext cx="5506636" cy="696281"/>
          </a:xfrm>
          <a:prstGeom prst="rect">
            <a:avLst/>
          </a:prstGeom>
          <a:noFill/>
        </p:spPr>
        <p:txBody>
          <a:bodyPr wrap="none" rtlCol="0">
            <a:spAutoFit/>
          </a:bodyPr>
          <a:lstStyle/>
          <a:p>
            <a:pPr>
              <a:lnSpc>
                <a:spcPct val="114000"/>
              </a:lnSpc>
            </a:pPr>
            <a:r>
              <a:rPr lang="en-US" altLang="zh-CN" dirty="0">
                <a:solidFill>
                  <a:srgbClr val="C00000"/>
                </a:solidFill>
                <a:effectLst>
                  <a:outerShdw blurRad="38100" dist="38100" dir="2700000" algn="tl">
                    <a:srgbClr val="000000">
                      <a:alpha val="43137"/>
                    </a:srgbClr>
                  </a:outerShdw>
                </a:effectLst>
              </a:rPr>
              <a:t>FLOYD</a:t>
            </a:r>
            <a:r>
              <a:rPr lang="zh-CN" altLang="en-US"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算法</a:t>
            </a:r>
            <a:r>
              <a:rPr lang="zh-CN" altLang="en-US" dirty="0"/>
              <a:t>先用三重循环将邻接矩阵复制到数组</a:t>
            </a:r>
            <a:r>
              <a:rPr lang="en-US" altLang="zh-CN" dirty="0"/>
              <a:t>D</a:t>
            </a:r>
            <a:r>
              <a:rPr lang="zh-CN" altLang="en-US" dirty="0"/>
              <a:t>，</a:t>
            </a:r>
            <a:endParaRPr lang="en-US" altLang="zh-CN" dirty="0"/>
          </a:p>
          <a:p>
            <a:pPr>
              <a:lnSpc>
                <a:spcPct val="114000"/>
              </a:lnSpc>
            </a:pPr>
            <a:r>
              <a:rPr lang="zh-CN" altLang="en-US" dirty="0"/>
              <a:t>初始化路径数组</a:t>
            </a:r>
            <a:r>
              <a:rPr lang="en-US" altLang="zh-CN" dirty="0"/>
              <a:t>P</a:t>
            </a:r>
            <a:r>
              <a:rPr lang="zh-CN" altLang="en-US" dirty="0"/>
              <a:t>，并登记顶点之间的每条边。</a:t>
            </a:r>
            <a:endParaRPr lang="en-US" altLang="zh-CN" dirty="0"/>
          </a:p>
        </p:txBody>
      </p:sp>
      <p:sp>
        <p:nvSpPr>
          <p:cNvPr id="87" name="文本框 86">
            <a:extLst>
              <a:ext uri="{FF2B5EF4-FFF2-40B4-BE49-F238E27FC236}">
                <a16:creationId xmlns:a16="http://schemas.microsoft.com/office/drawing/2014/main" id="{987940D4-A143-48CC-8DEB-69B6E927537D}"/>
              </a:ext>
            </a:extLst>
          </p:cNvPr>
          <p:cNvSpPr txBox="1"/>
          <p:nvPr/>
        </p:nvSpPr>
        <p:spPr>
          <a:xfrm>
            <a:off x="10655465" y="512319"/>
            <a:ext cx="407157" cy="400110"/>
          </a:xfrm>
          <a:prstGeom prst="rect">
            <a:avLst/>
          </a:prstGeom>
          <a:solidFill>
            <a:schemeClr val="accent4">
              <a:lumMod val="20000"/>
              <a:lumOff val="80000"/>
            </a:schemeClr>
          </a:solidFill>
          <a:ln w="19050">
            <a:solidFill>
              <a:schemeClr val="bg1"/>
            </a:solidFill>
          </a:ln>
        </p:spPr>
        <p:txBody>
          <a:bodyPr wrap="square" rtlCol="0">
            <a:spAutoFit/>
          </a:bodyPr>
          <a:lstStyle/>
          <a:p>
            <a:pPr algn="ctr"/>
            <a:r>
              <a:rPr lang="en-US" altLang="zh-CN" sz="2000" b="1" dirty="0"/>
              <a:t>0</a:t>
            </a:r>
            <a:endParaRPr lang="zh-CN" altLang="en-US" sz="2000" b="1" dirty="0"/>
          </a:p>
        </p:txBody>
      </p:sp>
      <p:sp>
        <p:nvSpPr>
          <p:cNvPr id="96" name="文本框 95">
            <a:extLst>
              <a:ext uri="{FF2B5EF4-FFF2-40B4-BE49-F238E27FC236}">
                <a16:creationId xmlns:a16="http://schemas.microsoft.com/office/drawing/2014/main" id="{BAAD8A5D-C707-4E4C-B589-1E5877F3719D}"/>
              </a:ext>
            </a:extLst>
          </p:cNvPr>
          <p:cNvSpPr txBox="1"/>
          <p:nvPr/>
        </p:nvSpPr>
        <p:spPr>
          <a:xfrm>
            <a:off x="11077704" y="512068"/>
            <a:ext cx="407157" cy="400110"/>
          </a:xfrm>
          <a:prstGeom prst="rect">
            <a:avLst/>
          </a:prstGeom>
          <a:solidFill>
            <a:schemeClr val="accent4">
              <a:lumMod val="20000"/>
              <a:lumOff val="80000"/>
            </a:schemeClr>
          </a:solidFill>
          <a:ln w="19050">
            <a:solidFill>
              <a:schemeClr val="bg1"/>
            </a:solidFill>
          </a:ln>
        </p:spPr>
        <p:txBody>
          <a:bodyPr wrap="square" rtlCol="0">
            <a:spAutoFit/>
          </a:bodyPr>
          <a:lstStyle/>
          <a:p>
            <a:pPr algn="ctr"/>
            <a:r>
              <a:rPr lang="en-US" altLang="zh-CN" sz="2000" b="1" dirty="0"/>
              <a:t>4</a:t>
            </a:r>
            <a:endParaRPr lang="zh-CN" altLang="en-US" sz="2000" b="1" dirty="0"/>
          </a:p>
        </p:txBody>
      </p:sp>
      <p:sp>
        <p:nvSpPr>
          <p:cNvPr id="97" name="文本框 96">
            <a:extLst>
              <a:ext uri="{FF2B5EF4-FFF2-40B4-BE49-F238E27FC236}">
                <a16:creationId xmlns:a16="http://schemas.microsoft.com/office/drawing/2014/main" id="{0D1523D2-AF47-4DC7-B964-70AE016DC810}"/>
              </a:ext>
            </a:extLst>
          </p:cNvPr>
          <p:cNvSpPr txBox="1"/>
          <p:nvPr/>
        </p:nvSpPr>
        <p:spPr>
          <a:xfrm>
            <a:off x="11493219" y="511964"/>
            <a:ext cx="407157" cy="400110"/>
          </a:xfrm>
          <a:prstGeom prst="rect">
            <a:avLst/>
          </a:prstGeom>
          <a:solidFill>
            <a:schemeClr val="accent4">
              <a:lumMod val="20000"/>
              <a:lumOff val="80000"/>
            </a:schemeClr>
          </a:solidFill>
          <a:ln w="19050">
            <a:solidFill>
              <a:schemeClr val="bg1"/>
            </a:solidFill>
          </a:ln>
        </p:spPr>
        <p:txBody>
          <a:bodyPr wrap="square" lIns="0" rIns="0" rtlCol="0">
            <a:spAutoFit/>
          </a:bodyPr>
          <a:lstStyle/>
          <a:p>
            <a:pPr algn="ctr"/>
            <a:r>
              <a:rPr lang="en-US" altLang="zh-CN" sz="2000" b="1" dirty="0"/>
              <a:t>11</a:t>
            </a:r>
            <a:endParaRPr lang="zh-CN" altLang="en-US" sz="2000" b="1" dirty="0"/>
          </a:p>
        </p:txBody>
      </p:sp>
      <p:sp>
        <p:nvSpPr>
          <p:cNvPr id="98" name="文本框 97">
            <a:extLst>
              <a:ext uri="{FF2B5EF4-FFF2-40B4-BE49-F238E27FC236}">
                <a16:creationId xmlns:a16="http://schemas.microsoft.com/office/drawing/2014/main" id="{E76D1776-8BA3-4DB1-9658-692DBA8E2BE4}"/>
              </a:ext>
            </a:extLst>
          </p:cNvPr>
          <p:cNvSpPr txBox="1"/>
          <p:nvPr/>
        </p:nvSpPr>
        <p:spPr>
          <a:xfrm>
            <a:off x="10657543" y="919107"/>
            <a:ext cx="407157" cy="400110"/>
          </a:xfrm>
          <a:prstGeom prst="rect">
            <a:avLst/>
          </a:prstGeom>
          <a:solidFill>
            <a:schemeClr val="accent4">
              <a:lumMod val="20000"/>
              <a:lumOff val="80000"/>
            </a:schemeClr>
          </a:solidFill>
          <a:ln w="19050">
            <a:solidFill>
              <a:schemeClr val="bg1"/>
            </a:solidFill>
          </a:ln>
        </p:spPr>
        <p:txBody>
          <a:bodyPr wrap="square" rtlCol="0">
            <a:spAutoFit/>
          </a:bodyPr>
          <a:lstStyle/>
          <a:p>
            <a:pPr algn="ctr"/>
            <a:r>
              <a:rPr lang="en-US" altLang="zh-CN" sz="2000" b="1" dirty="0"/>
              <a:t>6</a:t>
            </a:r>
            <a:endParaRPr lang="zh-CN" altLang="en-US" sz="2000" b="1" dirty="0"/>
          </a:p>
        </p:txBody>
      </p:sp>
      <p:sp>
        <p:nvSpPr>
          <p:cNvPr id="99" name="文本框 98">
            <a:extLst>
              <a:ext uri="{FF2B5EF4-FFF2-40B4-BE49-F238E27FC236}">
                <a16:creationId xmlns:a16="http://schemas.microsoft.com/office/drawing/2014/main" id="{AD19014A-28AB-4951-9BFD-3AA0470C5B4C}"/>
              </a:ext>
            </a:extLst>
          </p:cNvPr>
          <p:cNvSpPr txBox="1"/>
          <p:nvPr/>
        </p:nvSpPr>
        <p:spPr>
          <a:xfrm>
            <a:off x="11076257" y="905502"/>
            <a:ext cx="407157" cy="400110"/>
          </a:xfrm>
          <a:prstGeom prst="rect">
            <a:avLst/>
          </a:prstGeom>
          <a:solidFill>
            <a:schemeClr val="accent4">
              <a:lumMod val="20000"/>
              <a:lumOff val="80000"/>
            </a:schemeClr>
          </a:solidFill>
          <a:ln w="19050">
            <a:solidFill>
              <a:schemeClr val="bg1"/>
            </a:solidFill>
          </a:ln>
        </p:spPr>
        <p:txBody>
          <a:bodyPr wrap="square" rtlCol="0">
            <a:spAutoFit/>
          </a:bodyPr>
          <a:lstStyle/>
          <a:p>
            <a:pPr algn="ctr"/>
            <a:r>
              <a:rPr lang="en-US" altLang="zh-CN" sz="2000" b="1" dirty="0"/>
              <a:t>0</a:t>
            </a:r>
            <a:endParaRPr lang="zh-CN" altLang="en-US" sz="2000" b="1" dirty="0"/>
          </a:p>
        </p:txBody>
      </p:sp>
      <p:sp>
        <p:nvSpPr>
          <p:cNvPr id="100" name="文本框 99">
            <a:extLst>
              <a:ext uri="{FF2B5EF4-FFF2-40B4-BE49-F238E27FC236}">
                <a16:creationId xmlns:a16="http://schemas.microsoft.com/office/drawing/2014/main" id="{4C427A96-2E62-484F-94C2-D1598CB317B5}"/>
              </a:ext>
            </a:extLst>
          </p:cNvPr>
          <p:cNvSpPr txBox="1"/>
          <p:nvPr/>
        </p:nvSpPr>
        <p:spPr>
          <a:xfrm>
            <a:off x="11490214" y="919107"/>
            <a:ext cx="407157" cy="400110"/>
          </a:xfrm>
          <a:prstGeom prst="rect">
            <a:avLst/>
          </a:prstGeom>
          <a:solidFill>
            <a:schemeClr val="accent4">
              <a:lumMod val="20000"/>
              <a:lumOff val="80000"/>
            </a:schemeClr>
          </a:solidFill>
          <a:ln w="19050">
            <a:solidFill>
              <a:schemeClr val="bg1"/>
            </a:solidFill>
          </a:ln>
        </p:spPr>
        <p:txBody>
          <a:bodyPr wrap="square" rtlCol="0">
            <a:spAutoFit/>
          </a:bodyPr>
          <a:lstStyle/>
          <a:p>
            <a:pPr algn="ctr"/>
            <a:r>
              <a:rPr lang="en-US" altLang="zh-CN" sz="2000" b="1" dirty="0"/>
              <a:t>2</a:t>
            </a:r>
            <a:endParaRPr lang="zh-CN" altLang="en-US" sz="2000" b="1" dirty="0"/>
          </a:p>
        </p:txBody>
      </p:sp>
      <p:sp>
        <p:nvSpPr>
          <p:cNvPr id="101" name="文本框 100">
            <a:extLst>
              <a:ext uri="{FF2B5EF4-FFF2-40B4-BE49-F238E27FC236}">
                <a16:creationId xmlns:a16="http://schemas.microsoft.com/office/drawing/2014/main" id="{656E3792-99CC-4393-A523-421822770FC6}"/>
              </a:ext>
            </a:extLst>
          </p:cNvPr>
          <p:cNvSpPr txBox="1"/>
          <p:nvPr/>
        </p:nvSpPr>
        <p:spPr>
          <a:xfrm>
            <a:off x="10655014" y="1319223"/>
            <a:ext cx="407157" cy="400110"/>
          </a:xfrm>
          <a:prstGeom prst="rect">
            <a:avLst/>
          </a:prstGeom>
          <a:solidFill>
            <a:schemeClr val="accent4">
              <a:lumMod val="20000"/>
              <a:lumOff val="80000"/>
            </a:schemeClr>
          </a:solidFill>
          <a:ln w="19050">
            <a:solidFill>
              <a:schemeClr val="bg1"/>
            </a:solidFill>
          </a:ln>
        </p:spPr>
        <p:txBody>
          <a:bodyPr wrap="square" rtlCol="0">
            <a:spAutoFit/>
          </a:bodyPr>
          <a:lstStyle/>
          <a:p>
            <a:pPr algn="ctr"/>
            <a:r>
              <a:rPr lang="en-US" altLang="zh-CN" sz="2000" b="1" dirty="0"/>
              <a:t>3</a:t>
            </a:r>
            <a:endParaRPr lang="zh-CN" altLang="en-US" sz="2000" b="1" dirty="0"/>
          </a:p>
        </p:txBody>
      </p:sp>
      <p:sp>
        <p:nvSpPr>
          <p:cNvPr id="102" name="文本框 101">
            <a:extLst>
              <a:ext uri="{FF2B5EF4-FFF2-40B4-BE49-F238E27FC236}">
                <a16:creationId xmlns:a16="http://schemas.microsoft.com/office/drawing/2014/main" id="{971010D1-D3C4-4B5E-9770-9D38C7CFA508}"/>
              </a:ext>
            </a:extLst>
          </p:cNvPr>
          <p:cNvSpPr txBox="1"/>
          <p:nvPr/>
        </p:nvSpPr>
        <p:spPr>
          <a:xfrm>
            <a:off x="11076182" y="1310434"/>
            <a:ext cx="407157" cy="400110"/>
          </a:xfrm>
          <a:prstGeom prst="rect">
            <a:avLst/>
          </a:prstGeom>
          <a:solidFill>
            <a:schemeClr val="accent4">
              <a:lumMod val="20000"/>
              <a:lumOff val="80000"/>
            </a:schemeClr>
          </a:solidFill>
          <a:ln w="19050">
            <a:solidFill>
              <a:schemeClr val="bg1"/>
            </a:solidFill>
          </a:ln>
        </p:spPr>
        <p:txBody>
          <a:bodyPr wrap="square" rtlCol="0">
            <a:spAutoFit/>
          </a:bodyPr>
          <a:lstStyle/>
          <a:p>
            <a:pPr algn="ctr"/>
            <a:r>
              <a:rPr lang="en-US" altLang="zh-CN" sz="2000" b="1" dirty="0"/>
              <a:t>∞</a:t>
            </a:r>
            <a:endParaRPr lang="zh-CN" altLang="en-US" sz="2000" b="1" dirty="0"/>
          </a:p>
        </p:txBody>
      </p:sp>
      <p:sp>
        <p:nvSpPr>
          <p:cNvPr id="103" name="文本框 102">
            <a:extLst>
              <a:ext uri="{FF2B5EF4-FFF2-40B4-BE49-F238E27FC236}">
                <a16:creationId xmlns:a16="http://schemas.microsoft.com/office/drawing/2014/main" id="{D6510609-AB9A-40E1-967B-148D6D6572C6}"/>
              </a:ext>
            </a:extLst>
          </p:cNvPr>
          <p:cNvSpPr txBox="1"/>
          <p:nvPr/>
        </p:nvSpPr>
        <p:spPr>
          <a:xfrm>
            <a:off x="11490475" y="1312142"/>
            <a:ext cx="407157" cy="400110"/>
          </a:xfrm>
          <a:prstGeom prst="rect">
            <a:avLst/>
          </a:prstGeom>
          <a:solidFill>
            <a:schemeClr val="accent4">
              <a:lumMod val="20000"/>
              <a:lumOff val="80000"/>
            </a:schemeClr>
          </a:solidFill>
          <a:ln w="19050">
            <a:solidFill>
              <a:schemeClr val="bg1"/>
            </a:solidFill>
          </a:ln>
        </p:spPr>
        <p:txBody>
          <a:bodyPr wrap="square" rtlCol="0">
            <a:spAutoFit/>
          </a:bodyPr>
          <a:lstStyle/>
          <a:p>
            <a:pPr algn="ctr"/>
            <a:r>
              <a:rPr lang="en-US" altLang="zh-CN" sz="2000" b="1" dirty="0"/>
              <a:t>0</a:t>
            </a:r>
            <a:endParaRPr lang="zh-CN" altLang="en-US" sz="2000" b="1" dirty="0"/>
          </a:p>
        </p:txBody>
      </p:sp>
      <p:graphicFrame>
        <p:nvGraphicFramePr>
          <p:cNvPr id="2" name="Group 217">
            <a:extLst>
              <a:ext uri="{FF2B5EF4-FFF2-40B4-BE49-F238E27FC236}">
                <a16:creationId xmlns:a16="http://schemas.microsoft.com/office/drawing/2014/main" id="{17F75630-8DCB-422A-9584-71901A3E1F3B}"/>
              </a:ext>
            </a:extLst>
          </p:cNvPr>
          <p:cNvGraphicFramePr>
            <a:graphicFrameLocks noGrp="1"/>
          </p:cNvGraphicFramePr>
          <p:nvPr/>
        </p:nvGraphicFramePr>
        <p:xfrm>
          <a:off x="7557901" y="2151739"/>
          <a:ext cx="4246089" cy="1773829"/>
        </p:xfrm>
        <a:graphic>
          <a:graphicData uri="http://schemas.openxmlformats.org/drawingml/2006/table">
            <a:tbl>
              <a:tblPr/>
              <a:tblGrid>
                <a:gridCol w="419713">
                  <a:extLst>
                    <a:ext uri="{9D8B030D-6E8A-4147-A177-3AD203B41FA5}">
                      <a16:colId xmlns:a16="http://schemas.microsoft.com/office/drawing/2014/main" val="2867848401"/>
                    </a:ext>
                  </a:extLst>
                </a:gridCol>
                <a:gridCol w="489664">
                  <a:extLst>
                    <a:ext uri="{9D8B030D-6E8A-4147-A177-3AD203B41FA5}">
                      <a16:colId xmlns:a16="http://schemas.microsoft.com/office/drawing/2014/main" val="2323396271"/>
                    </a:ext>
                  </a:extLst>
                </a:gridCol>
                <a:gridCol w="503654">
                  <a:extLst>
                    <a:ext uri="{9D8B030D-6E8A-4147-A177-3AD203B41FA5}">
                      <a16:colId xmlns:a16="http://schemas.microsoft.com/office/drawing/2014/main" val="3430957979"/>
                    </a:ext>
                  </a:extLst>
                </a:gridCol>
                <a:gridCol w="489198">
                  <a:extLst>
                    <a:ext uri="{9D8B030D-6E8A-4147-A177-3AD203B41FA5}">
                      <a16:colId xmlns:a16="http://schemas.microsoft.com/office/drawing/2014/main" val="1436046927"/>
                    </a:ext>
                  </a:extLst>
                </a:gridCol>
                <a:gridCol w="210323">
                  <a:extLst>
                    <a:ext uri="{9D8B030D-6E8A-4147-A177-3AD203B41FA5}">
                      <a16:colId xmlns:a16="http://schemas.microsoft.com/office/drawing/2014/main" val="521027420"/>
                    </a:ext>
                  </a:extLst>
                </a:gridCol>
                <a:gridCol w="727501">
                  <a:extLst>
                    <a:ext uri="{9D8B030D-6E8A-4147-A177-3AD203B41FA5}">
                      <a16:colId xmlns:a16="http://schemas.microsoft.com/office/drawing/2014/main" val="2696627098"/>
                    </a:ext>
                  </a:extLst>
                </a:gridCol>
                <a:gridCol w="699520">
                  <a:extLst>
                    <a:ext uri="{9D8B030D-6E8A-4147-A177-3AD203B41FA5}">
                      <a16:colId xmlns:a16="http://schemas.microsoft.com/office/drawing/2014/main" val="3860279081"/>
                    </a:ext>
                  </a:extLst>
                </a:gridCol>
                <a:gridCol w="706516">
                  <a:extLst>
                    <a:ext uri="{9D8B030D-6E8A-4147-A177-3AD203B41FA5}">
                      <a16:colId xmlns:a16="http://schemas.microsoft.com/office/drawing/2014/main" val="2736456843"/>
                    </a:ext>
                  </a:extLst>
                </a:gridCol>
              </a:tblGrid>
              <a:tr h="37407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cap="flat">
                      <a:noFill/>
                    </a:lnT>
                    <a:lnB>
                      <a:noFill/>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folHlink"/>
                          </a:solidFill>
                          <a:effectLst/>
                          <a:latin typeface="Times New Roman" panose="02020603050405020304" pitchFamily="18" charset="0"/>
                          <a:ea typeface="宋体" panose="02010600030101010101" pitchFamily="2" charset="-122"/>
                        </a:rPr>
                        <a:t>A</a:t>
                      </a:r>
                    </a:p>
                  </a:txBody>
                  <a:tcPr anchor="ctr" horzOverflow="overflow">
                    <a:lnL>
                      <a:noFill/>
                    </a:lnL>
                    <a:lnR>
                      <a:noFill/>
                    </a:lnR>
                    <a:lnT cap="flat">
                      <a:noFill/>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folHlink"/>
                          </a:solidFill>
                          <a:effectLst/>
                          <a:latin typeface="Times New Roman" panose="02020603050405020304" pitchFamily="18" charset="0"/>
                          <a:ea typeface="宋体" panose="02010600030101010101" pitchFamily="2" charset="-122"/>
                        </a:rPr>
                        <a:t>B</a:t>
                      </a:r>
                    </a:p>
                  </a:txBody>
                  <a:tcPr anchor="ctr" horzOverflow="overflow">
                    <a:lnL>
                      <a:noFill/>
                    </a:lnL>
                    <a:lnR>
                      <a:noFill/>
                    </a:lnR>
                    <a:lnT cap="flat">
                      <a:noFill/>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folHlink"/>
                          </a:solidFill>
                          <a:effectLst/>
                          <a:latin typeface="Times New Roman" panose="02020603050405020304" pitchFamily="18" charset="0"/>
                          <a:ea typeface="宋体" panose="02010600030101010101" pitchFamily="2" charset="-122"/>
                        </a:rPr>
                        <a:t>C</a:t>
                      </a:r>
                    </a:p>
                  </a:txBody>
                  <a:tcPr anchor="ctr" horzOverflow="overflow">
                    <a:lnL>
                      <a:noFill/>
                    </a:lnL>
                    <a:lnR>
                      <a:noFill/>
                    </a:lnR>
                    <a:lnT cap="flat">
                      <a:noFill/>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cap="flat">
                      <a:noFill/>
                    </a:lnT>
                    <a:lnB>
                      <a:noFill/>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a:ln>
                            <a:noFill/>
                          </a:ln>
                          <a:solidFill>
                            <a:schemeClr val="folHlink"/>
                          </a:solidFill>
                          <a:effectLst/>
                          <a:latin typeface="Times New Roman" panose="02020603050405020304" pitchFamily="18" charset="0"/>
                          <a:ea typeface="宋体" panose="02010600030101010101" pitchFamily="2" charset="-122"/>
                          <a:cs typeface="+mn-cs"/>
                        </a:rPr>
                        <a:t>A</a:t>
                      </a:r>
                      <a:endParaRPr kumimoji="1" lang="zh-CN" altLang="zh-CN" sz="2000" b="0" i="0" u="none" strike="noStrike" kern="1200" cap="none" normalizeH="0" baseline="0" dirty="0">
                        <a:ln>
                          <a:noFill/>
                        </a:ln>
                        <a:solidFill>
                          <a:schemeClr val="folHlink"/>
                        </a:solidFill>
                        <a:effectLst/>
                        <a:latin typeface="Times New Roman" panose="02020603050405020304" pitchFamily="18" charset="0"/>
                        <a:ea typeface="宋体" panose="02010600030101010101" pitchFamily="2" charset="-122"/>
                        <a:cs typeface="+mn-cs"/>
                      </a:endParaRPr>
                    </a:p>
                  </a:txBody>
                  <a:tcPr horzOverflow="overflow">
                    <a:lnL>
                      <a:noFill/>
                    </a:lnL>
                    <a:lnR>
                      <a:noFill/>
                    </a:lnR>
                    <a:lnT cap="flat">
                      <a:noFill/>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a:ln>
                            <a:noFill/>
                          </a:ln>
                          <a:solidFill>
                            <a:schemeClr val="folHlink"/>
                          </a:solidFill>
                          <a:effectLst/>
                          <a:latin typeface="Times New Roman" panose="02020603050405020304" pitchFamily="18" charset="0"/>
                          <a:ea typeface="宋体" panose="02010600030101010101" pitchFamily="2" charset="-122"/>
                          <a:cs typeface="+mn-cs"/>
                        </a:rPr>
                        <a:t>B</a:t>
                      </a:r>
                      <a:endParaRPr kumimoji="1" lang="zh-CN" altLang="zh-CN" sz="2000" b="0" i="0" u="none" strike="noStrike" kern="1200" cap="none" normalizeH="0" baseline="0" dirty="0">
                        <a:ln>
                          <a:noFill/>
                        </a:ln>
                        <a:solidFill>
                          <a:schemeClr val="folHlink"/>
                        </a:solidFill>
                        <a:effectLst/>
                        <a:latin typeface="Times New Roman" panose="02020603050405020304" pitchFamily="18" charset="0"/>
                        <a:ea typeface="宋体" panose="02010600030101010101" pitchFamily="2" charset="-122"/>
                        <a:cs typeface="+mn-cs"/>
                      </a:endParaRPr>
                    </a:p>
                  </a:txBody>
                  <a:tcPr horzOverflow="overflow">
                    <a:lnL>
                      <a:noFill/>
                    </a:lnL>
                    <a:lnR>
                      <a:noFill/>
                    </a:lnR>
                    <a:lnT cap="flat">
                      <a:noFill/>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a:ln>
                            <a:noFill/>
                          </a:ln>
                          <a:solidFill>
                            <a:schemeClr val="folHlink"/>
                          </a:solidFill>
                          <a:effectLst/>
                          <a:latin typeface="Times New Roman" panose="02020603050405020304" pitchFamily="18" charset="0"/>
                          <a:ea typeface="宋体" panose="02010600030101010101" pitchFamily="2" charset="-122"/>
                          <a:cs typeface="+mn-cs"/>
                        </a:rPr>
                        <a:t>C</a:t>
                      </a:r>
                      <a:endParaRPr kumimoji="1" lang="zh-CN" altLang="zh-CN" sz="2000" b="0" i="0" u="none" strike="noStrike" kern="1200" cap="none" normalizeH="0" baseline="0" dirty="0">
                        <a:ln>
                          <a:noFill/>
                        </a:ln>
                        <a:solidFill>
                          <a:schemeClr val="folHlink"/>
                        </a:solidFill>
                        <a:effectLst/>
                        <a:latin typeface="Times New Roman" panose="02020603050405020304" pitchFamily="18" charset="0"/>
                        <a:ea typeface="宋体" panose="02010600030101010101" pitchFamily="2" charset="-122"/>
                        <a:cs typeface="+mn-cs"/>
                      </a:endParaRPr>
                    </a:p>
                  </a:txBody>
                  <a:tcPr horzOverflow="overflow">
                    <a:lnL>
                      <a:noFill/>
                    </a:lnL>
                    <a:lnR>
                      <a:noFill/>
                    </a:lnR>
                    <a:lnT cap="flat">
                      <a:noFill/>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5281471"/>
                  </a:ext>
                </a:extLst>
              </a:tr>
              <a:tr h="47105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folHlink"/>
                          </a:solidFill>
                          <a:effectLst/>
                          <a:latin typeface="Times New Roman" panose="02020603050405020304" pitchFamily="18" charset="0"/>
                          <a:ea typeface="宋体" panose="02010600030101010101" pitchFamily="2" charset="-122"/>
                        </a:rPr>
                        <a:t>A</a:t>
                      </a:r>
                    </a:p>
                  </a:txBody>
                  <a:tcPr anchor="ctr"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kern="1200" cap="none" normalizeH="0" baseline="0" dirty="0">
                        <a:ln>
                          <a:noFill/>
                        </a:ln>
                        <a:solidFill>
                          <a:schemeClr val="hlink"/>
                        </a:solidFill>
                        <a:effectLst/>
                        <a:latin typeface="+mn-lt"/>
                        <a:ea typeface="宋体" panose="02010600030101010101" pitchFamily="2" charset="-122"/>
                        <a:cs typeface="+mn-cs"/>
                      </a:endParaRPr>
                    </a:p>
                  </a:txBody>
                  <a:tcPr anchor="ctr"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cap="none" normalizeH="0" baseline="0" dirty="0">
                        <a:ln>
                          <a:noFill/>
                        </a:ln>
                        <a:solidFill>
                          <a:schemeClr val="hlink"/>
                        </a:solidFill>
                        <a:effectLst/>
                        <a:latin typeface="+mn-lt"/>
                        <a:ea typeface="宋体" panose="02010600030101010101" pitchFamily="2" charset="-122"/>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cap="none" normalizeH="0" baseline="0" dirty="0">
                        <a:ln>
                          <a:noFill/>
                        </a:ln>
                        <a:solidFill>
                          <a:schemeClr val="hlink"/>
                        </a:solidFill>
                        <a:effectLst/>
                        <a:latin typeface="+mn-lt"/>
                        <a:ea typeface="宋体" panose="02010600030101010101" pitchFamily="2" charset="-122"/>
                        <a:sym typeface="Symbol" panose="05050102010706020507" pitchFamily="18" charset="2"/>
                      </a:endParaRPr>
                    </a:p>
                  </a:txBody>
                  <a:tcPr anchor="ctr"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hlink"/>
                        </a:solidFill>
                        <a:effectLst/>
                        <a:latin typeface="+mn-lt"/>
                        <a:ea typeface="宋体" panose="02010600030101010101" pitchFamily="2" charset="-122"/>
                      </a:endParaRPr>
                    </a:p>
                  </a:txBody>
                  <a:tcPr anchor="ctr"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cap="none" normalizeH="0" baseline="0" dirty="0">
                        <a:ln>
                          <a:noFill/>
                        </a:ln>
                        <a:solidFill>
                          <a:schemeClr val="hlink"/>
                        </a:solidFill>
                        <a:effectLst/>
                        <a:latin typeface="+mn-lt"/>
                        <a:ea typeface="宋体" panose="02010600030101010101" pitchFamily="2" charset="-122"/>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kern="1200" cap="none" normalizeH="0" baseline="0" dirty="0">
                        <a:ln>
                          <a:noFill/>
                        </a:ln>
                        <a:solidFill>
                          <a:schemeClr val="hlink"/>
                        </a:solidFill>
                        <a:effectLst/>
                        <a:latin typeface="+mn-lt"/>
                        <a:ea typeface="宋体" panose="02010600030101010101" pitchFamily="2" charset="-122"/>
                        <a:cs typeface="+mn-cs"/>
                      </a:endParaRPr>
                    </a:p>
                  </a:txBody>
                  <a:tcPr anchor="ctr"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01255443"/>
                  </a:ext>
                </a:extLst>
              </a:tr>
              <a:tr h="414251">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a:ln>
                            <a:noFill/>
                          </a:ln>
                          <a:solidFill>
                            <a:schemeClr val="folHlink"/>
                          </a:solidFill>
                          <a:effectLst/>
                          <a:latin typeface="Times New Roman" panose="02020603050405020304" pitchFamily="18" charset="0"/>
                          <a:ea typeface="宋体" panose="02010600030101010101" pitchFamily="2" charset="-122"/>
                          <a:cs typeface="+mn-cs"/>
                        </a:rPr>
                        <a:t>B</a:t>
                      </a:r>
                    </a:p>
                  </a:txBody>
                  <a:tcPr anchor="ctr"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cap="none" normalizeH="0" baseline="0" dirty="0">
                        <a:ln>
                          <a:noFill/>
                        </a:ln>
                        <a:solidFill>
                          <a:schemeClr val="hlink"/>
                        </a:solidFill>
                        <a:effectLst/>
                        <a:latin typeface="+mn-lt"/>
                        <a:ea typeface="宋体" panose="02010600030101010101" pitchFamily="2" charset="-122"/>
                      </a:endParaRPr>
                    </a:p>
                  </a:txBody>
                  <a:tcPr anchor="ctr"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kern="1200" cap="none" normalizeH="0" baseline="0" dirty="0">
                        <a:ln>
                          <a:noFill/>
                        </a:ln>
                        <a:solidFill>
                          <a:schemeClr val="hlink"/>
                        </a:solidFill>
                        <a:effectLst/>
                        <a:latin typeface="+mn-lt"/>
                        <a:ea typeface="宋体" panose="02010600030101010101" pitchFamily="2" charset="-122"/>
                        <a:cs typeface="+mn-cs"/>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cap="none" normalizeH="0" baseline="0" dirty="0">
                        <a:ln>
                          <a:noFill/>
                        </a:ln>
                        <a:solidFill>
                          <a:schemeClr val="hlink"/>
                        </a:solidFill>
                        <a:effectLst/>
                        <a:latin typeface="+mn-lt"/>
                        <a:ea typeface="宋体" panose="02010600030101010101" pitchFamily="2" charset="-122"/>
                        <a:sym typeface="Symbol" panose="05050102010706020507" pitchFamily="18" charset="2"/>
                      </a:endParaRPr>
                    </a:p>
                  </a:txBody>
                  <a:tcPr anchor="ctr"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cap="none" normalizeH="0" baseline="0" dirty="0">
                        <a:ln>
                          <a:noFill/>
                        </a:ln>
                        <a:solidFill>
                          <a:schemeClr val="hlink"/>
                        </a:solidFill>
                        <a:effectLst/>
                        <a:latin typeface="+mn-lt"/>
                        <a:ea typeface="宋体" panose="02010600030101010101" pitchFamily="2" charset="-122"/>
                      </a:endParaRPr>
                    </a:p>
                  </a:txBody>
                  <a:tcPr anchor="ctr"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a:ln>
                          <a:noFill/>
                        </a:ln>
                        <a:solidFill>
                          <a:schemeClr val="hlink"/>
                        </a:solidFill>
                        <a:effectLst/>
                        <a:latin typeface="+mn-lt"/>
                        <a:ea typeface="宋体" panose="02010600030101010101" pitchFamily="2" charset="-122"/>
                      </a:endParaRPr>
                    </a:p>
                  </a:txBody>
                  <a:tcP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cap="none" normalizeH="0" baseline="0" dirty="0">
                        <a:ln>
                          <a:noFill/>
                        </a:ln>
                        <a:solidFill>
                          <a:schemeClr val="hlink"/>
                        </a:solidFill>
                        <a:effectLst/>
                        <a:latin typeface="+mn-lt"/>
                        <a:ea typeface="宋体" panose="02010600030101010101" pitchFamily="2" charset="-122"/>
                      </a:endParaRPr>
                    </a:p>
                  </a:txBody>
                  <a:tcPr anchor="ctr"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7657856"/>
                  </a:ext>
                </a:extLst>
              </a:tr>
              <a:tr h="49228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a:ln>
                            <a:noFill/>
                          </a:ln>
                          <a:solidFill>
                            <a:schemeClr val="folHlink"/>
                          </a:solidFill>
                          <a:effectLst/>
                          <a:latin typeface="Times New Roman" panose="02020603050405020304" pitchFamily="18" charset="0"/>
                          <a:ea typeface="宋体" panose="02010600030101010101" pitchFamily="2" charset="-122"/>
                          <a:cs typeface="+mn-cs"/>
                        </a:rPr>
                        <a:t>C</a:t>
                      </a:r>
                    </a:p>
                  </a:txBody>
                  <a:tcPr anchor="ctr"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kern="1200" cap="none" normalizeH="0" baseline="0" dirty="0">
                        <a:ln>
                          <a:noFill/>
                        </a:ln>
                        <a:solidFill>
                          <a:schemeClr val="hlink"/>
                        </a:solidFill>
                        <a:effectLst/>
                        <a:latin typeface="+mn-lt"/>
                        <a:ea typeface="宋体" panose="02010600030101010101" pitchFamily="2" charset="-122"/>
                        <a:cs typeface="+mn-cs"/>
                      </a:endParaRPr>
                    </a:p>
                  </a:txBody>
                  <a:tcPr anchor="ctr"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cap="none" normalizeH="0" baseline="0" dirty="0">
                        <a:ln>
                          <a:noFill/>
                        </a:ln>
                        <a:solidFill>
                          <a:schemeClr val="hlink"/>
                        </a:solidFill>
                        <a:effectLst/>
                        <a:latin typeface="+mn-lt"/>
                        <a:ea typeface="宋体" panose="02010600030101010101" pitchFamily="2" charset="-122"/>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cap="none" normalizeH="0" baseline="0" dirty="0">
                        <a:ln>
                          <a:noFill/>
                        </a:ln>
                        <a:solidFill>
                          <a:schemeClr val="hlink"/>
                        </a:solidFill>
                        <a:effectLst/>
                        <a:latin typeface="+mn-lt"/>
                        <a:ea typeface="宋体" panose="02010600030101010101" pitchFamily="2" charset="-122"/>
                      </a:endParaRPr>
                    </a:p>
                  </a:txBody>
                  <a:tcPr anchor="ctr"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hlink"/>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cap="none" normalizeH="0" baseline="0" dirty="0">
                        <a:ln>
                          <a:noFill/>
                        </a:ln>
                        <a:solidFill>
                          <a:schemeClr val="hlink"/>
                        </a:solidFill>
                        <a:effectLst/>
                        <a:latin typeface="+mn-lt"/>
                        <a:ea typeface="宋体" panose="02010600030101010101" pitchFamily="2" charset="-122"/>
                      </a:endParaRPr>
                    </a:p>
                  </a:txBody>
                  <a:tcPr anchor="ctr"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kern="1200" cap="none" normalizeH="0" baseline="0" dirty="0">
                        <a:ln>
                          <a:noFill/>
                        </a:ln>
                        <a:solidFill>
                          <a:schemeClr val="hlink"/>
                        </a:solidFill>
                        <a:effectLst/>
                        <a:latin typeface="+mn-lt"/>
                        <a:ea typeface="宋体" panose="02010600030101010101" pitchFamily="2" charset="-122"/>
                        <a:cs typeface="+mn-cs"/>
                      </a:endParaRPr>
                    </a:p>
                  </a:txBody>
                  <a:tcPr anchor="ctr" horzOverflow="overflow">
                    <a:lnL w="12700"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1" i="0" u="none" strike="noStrike" kern="1200" cap="none" normalizeH="0" baseline="0" dirty="0">
                        <a:ln>
                          <a:noFill/>
                        </a:ln>
                        <a:solidFill>
                          <a:schemeClr val="hlink"/>
                        </a:solidFill>
                        <a:effectLst/>
                        <a:latin typeface="+mn-lt"/>
                        <a:ea typeface="宋体" panose="02010600030101010101" pitchFamily="2" charset="-122"/>
                        <a:cs typeface="+mn-cs"/>
                      </a:endParaRPr>
                    </a:p>
                  </a:txBody>
                  <a:tcPr anchor="ctr"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7971792"/>
                  </a:ext>
                </a:extLst>
              </a:tr>
            </a:tbl>
          </a:graphicData>
        </a:graphic>
      </p:graphicFrame>
      <p:sp>
        <p:nvSpPr>
          <p:cNvPr id="106" name="文本框 105">
            <a:extLst>
              <a:ext uri="{FF2B5EF4-FFF2-40B4-BE49-F238E27FC236}">
                <a16:creationId xmlns:a16="http://schemas.microsoft.com/office/drawing/2014/main" id="{4A3080AD-4296-4015-B9A7-F91167A0632F}"/>
              </a:ext>
            </a:extLst>
          </p:cNvPr>
          <p:cNvSpPr txBox="1"/>
          <p:nvPr/>
        </p:nvSpPr>
        <p:spPr>
          <a:xfrm>
            <a:off x="10510562" y="2572896"/>
            <a:ext cx="479633" cy="400110"/>
          </a:xfrm>
          <a:prstGeom prst="rect">
            <a:avLst/>
          </a:prstGeom>
          <a:noFill/>
        </p:spPr>
        <p:txBody>
          <a:bodyPr wrap="square" lIns="36000" rIns="36000" rtlCol="0">
            <a:spAutoFit/>
          </a:bodyPr>
          <a:lstStyle/>
          <a:p>
            <a:pPr algn="ctr"/>
            <a:r>
              <a:rPr kumimoji="1" lang="en-US" altLang="zh-CN" sz="2000" b="1" i="0" u="none" strike="noStrike" cap="none" normalizeH="0" baseline="0" dirty="0">
                <a:ln>
                  <a:noFill/>
                </a:ln>
                <a:solidFill>
                  <a:schemeClr val="hlink"/>
                </a:solidFill>
                <a:effectLst/>
                <a:latin typeface="+mn-lt"/>
                <a:ea typeface="宋体" panose="02010600030101010101" pitchFamily="2" charset="-122"/>
              </a:rPr>
              <a:t>AB</a:t>
            </a:r>
          </a:p>
        </p:txBody>
      </p:sp>
      <p:sp>
        <p:nvSpPr>
          <p:cNvPr id="107" name="文本框 106">
            <a:extLst>
              <a:ext uri="{FF2B5EF4-FFF2-40B4-BE49-F238E27FC236}">
                <a16:creationId xmlns:a16="http://schemas.microsoft.com/office/drawing/2014/main" id="{311BFFE0-FF13-4702-8C29-BAF3AB880B8D}"/>
              </a:ext>
            </a:extLst>
          </p:cNvPr>
          <p:cNvSpPr txBox="1"/>
          <p:nvPr/>
        </p:nvSpPr>
        <p:spPr>
          <a:xfrm>
            <a:off x="11221885" y="2574007"/>
            <a:ext cx="479633" cy="400110"/>
          </a:xfrm>
          <a:prstGeom prst="rect">
            <a:avLst/>
          </a:prstGeom>
          <a:noFill/>
        </p:spPr>
        <p:txBody>
          <a:bodyPr wrap="square" lIns="36000" rIns="36000" rtlCol="0">
            <a:spAutoFit/>
          </a:bodyPr>
          <a:lstStyle/>
          <a:p>
            <a:pPr algn="ctr"/>
            <a:r>
              <a:rPr kumimoji="1" lang="en-US" altLang="zh-CN" sz="2000" b="1" i="0" u="none" strike="noStrike" cap="none" normalizeH="0" baseline="0" dirty="0">
                <a:ln>
                  <a:noFill/>
                </a:ln>
                <a:solidFill>
                  <a:schemeClr val="hlink"/>
                </a:solidFill>
                <a:effectLst/>
                <a:latin typeface="+mn-lt"/>
                <a:ea typeface="宋体" panose="02010600030101010101" pitchFamily="2" charset="-122"/>
              </a:rPr>
              <a:t>AC</a:t>
            </a:r>
          </a:p>
        </p:txBody>
      </p:sp>
      <p:sp>
        <p:nvSpPr>
          <p:cNvPr id="108" name="文本框 107">
            <a:extLst>
              <a:ext uri="{FF2B5EF4-FFF2-40B4-BE49-F238E27FC236}">
                <a16:creationId xmlns:a16="http://schemas.microsoft.com/office/drawing/2014/main" id="{7846ADB1-EC2B-42C5-BEC5-FA38DF5FF7F9}"/>
              </a:ext>
            </a:extLst>
          </p:cNvPr>
          <p:cNvSpPr txBox="1"/>
          <p:nvPr/>
        </p:nvSpPr>
        <p:spPr>
          <a:xfrm>
            <a:off x="9801262" y="3014339"/>
            <a:ext cx="479633" cy="400110"/>
          </a:xfrm>
          <a:prstGeom prst="rect">
            <a:avLst/>
          </a:prstGeom>
          <a:noFill/>
        </p:spPr>
        <p:txBody>
          <a:bodyPr wrap="square" lIns="36000" rIns="36000" rtlCol="0">
            <a:spAutoFit/>
          </a:bodyPr>
          <a:lstStyle/>
          <a:p>
            <a:pPr algn="ctr"/>
            <a:r>
              <a:rPr kumimoji="1" lang="en-US" altLang="zh-CN" sz="2000" b="1" i="0" u="none" strike="noStrike" cap="none" normalizeH="0" baseline="0" dirty="0">
                <a:ln>
                  <a:noFill/>
                </a:ln>
                <a:solidFill>
                  <a:schemeClr val="hlink"/>
                </a:solidFill>
                <a:effectLst/>
                <a:latin typeface="+mn-lt"/>
                <a:ea typeface="宋体" panose="02010600030101010101" pitchFamily="2" charset="-122"/>
              </a:rPr>
              <a:t>BA</a:t>
            </a:r>
          </a:p>
        </p:txBody>
      </p:sp>
      <p:sp>
        <p:nvSpPr>
          <p:cNvPr id="109" name="文本框 108">
            <a:extLst>
              <a:ext uri="{FF2B5EF4-FFF2-40B4-BE49-F238E27FC236}">
                <a16:creationId xmlns:a16="http://schemas.microsoft.com/office/drawing/2014/main" id="{D848D8F3-A600-4C9D-B2C2-594EAB78F4E1}"/>
              </a:ext>
            </a:extLst>
          </p:cNvPr>
          <p:cNvSpPr txBox="1"/>
          <p:nvPr/>
        </p:nvSpPr>
        <p:spPr>
          <a:xfrm>
            <a:off x="11215534" y="3014339"/>
            <a:ext cx="479633" cy="400110"/>
          </a:xfrm>
          <a:prstGeom prst="rect">
            <a:avLst/>
          </a:prstGeom>
          <a:noFill/>
        </p:spPr>
        <p:txBody>
          <a:bodyPr wrap="square" lIns="36000" rIns="36000" rtlCol="0">
            <a:spAutoFit/>
          </a:bodyPr>
          <a:lstStyle/>
          <a:p>
            <a:pPr algn="ctr"/>
            <a:r>
              <a:rPr kumimoji="1" lang="en-US" altLang="zh-CN" sz="2000" b="1" i="0" u="none" strike="noStrike" cap="none" normalizeH="0" baseline="0" dirty="0">
                <a:ln>
                  <a:noFill/>
                </a:ln>
                <a:solidFill>
                  <a:schemeClr val="hlink"/>
                </a:solidFill>
                <a:effectLst/>
                <a:latin typeface="+mn-lt"/>
                <a:ea typeface="宋体" panose="02010600030101010101" pitchFamily="2" charset="-122"/>
              </a:rPr>
              <a:t>BC</a:t>
            </a:r>
          </a:p>
        </p:txBody>
      </p:sp>
      <p:sp>
        <p:nvSpPr>
          <p:cNvPr id="110" name="文本框 109">
            <a:extLst>
              <a:ext uri="{FF2B5EF4-FFF2-40B4-BE49-F238E27FC236}">
                <a16:creationId xmlns:a16="http://schemas.microsoft.com/office/drawing/2014/main" id="{E2421DCD-C09B-4B21-8AB6-7EA789180C56}"/>
              </a:ext>
            </a:extLst>
          </p:cNvPr>
          <p:cNvSpPr txBox="1"/>
          <p:nvPr/>
        </p:nvSpPr>
        <p:spPr>
          <a:xfrm>
            <a:off x="9801261" y="3467620"/>
            <a:ext cx="479633" cy="400110"/>
          </a:xfrm>
          <a:prstGeom prst="rect">
            <a:avLst/>
          </a:prstGeom>
          <a:noFill/>
        </p:spPr>
        <p:txBody>
          <a:bodyPr wrap="square" lIns="36000" rIns="36000" rtlCol="0">
            <a:spAutoFit/>
          </a:bodyPr>
          <a:lstStyle/>
          <a:p>
            <a:pPr algn="ctr"/>
            <a:r>
              <a:rPr kumimoji="1" lang="en-US" altLang="zh-CN" sz="2000" b="1" i="0" u="none" strike="noStrike" cap="none" normalizeH="0" baseline="0" dirty="0">
                <a:ln>
                  <a:noFill/>
                </a:ln>
                <a:solidFill>
                  <a:schemeClr val="hlink"/>
                </a:solidFill>
                <a:effectLst/>
                <a:latin typeface="+mn-lt"/>
                <a:ea typeface="宋体" panose="02010600030101010101" pitchFamily="2" charset="-122"/>
              </a:rPr>
              <a:t>CA</a:t>
            </a:r>
          </a:p>
        </p:txBody>
      </p:sp>
      <p:sp>
        <p:nvSpPr>
          <p:cNvPr id="111" name="文本框 110">
            <a:extLst>
              <a:ext uri="{FF2B5EF4-FFF2-40B4-BE49-F238E27FC236}">
                <a16:creationId xmlns:a16="http://schemas.microsoft.com/office/drawing/2014/main" id="{A9E70323-B175-4B0C-83F7-425AFEFABC4A}"/>
              </a:ext>
            </a:extLst>
          </p:cNvPr>
          <p:cNvSpPr txBox="1"/>
          <p:nvPr/>
        </p:nvSpPr>
        <p:spPr>
          <a:xfrm>
            <a:off x="439241" y="1503864"/>
            <a:ext cx="4801314" cy="390876"/>
          </a:xfrm>
          <a:prstGeom prst="rect">
            <a:avLst/>
          </a:prstGeom>
          <a:noFill/>
        </p:spPr>
        <p:txBody>
          <a:bodyPr wrap="none" rtlCol="0">
            <a:spAutoFit/>
          </a:bodyPr>
          <a:lstStyle/>
          <a:p>
            <a:pPr>
              <a:lnSpc>
                <a:spcPct val="114000"/>
              </a:lnSpc>
            </a:pPr>
            <a:r>
              <a:rPr lang="zh-CN" altLang="en-US" dirty="0"/>
              <a:t>然后，用四重循环求各顶点之间的最短路径。</a:t>
            </a:r>
            <a:endParaRPr lang="en-US" altLang="zh-CN" dirty="0"/>
          </a:p>
        </p:txBody>
      </p:sp>
      <p:sp>
        <p:nvSpPr>
          <p:cNvPr id="112" name="文本框 111">
            <a:extLst>
              <a:ext uri="{FF2B5EF4-FFF2-40B4-BE49-F238E27FC236}">
                <a16:creationId xmlns:a16="http://schemas.microsoft.com/office/drawing/2014/main" id="{1E957F3A-A0AF-4F88-8749-25212FCA8998}"/>
              </a:ext>
            </a:extLst>
          </p:cNvPr>
          <p:cNvSpPr txBox="1"/>
          <p:nvPr/>
        </p:nvSpPr>
        <p:spPr>
          <a:xfrm>
            <a:off x="268882" y="4514816"/>
            <a:ext cx="8148384" cy="1012072"/>
          </a:xfrm>
          <a:prstGeom prst="rect">
            <a:avLst/>
          </a:prstGeom>
          <a:noFill/>
        </p:spPr>
        <p:txBody>
          <a:bodyPr wrap="none" rtlCol="0">
            <a:spAutoFit/>
          </a:bodyPr>
          <a:lstStyle/>
          <a:p>
            <a:pPr>
              <a:lnSpc>
                <a:spcPct val="114000"/>
              </a:lnSpc>
            </a:pPr>
            <a:r>
              <a:rPr lang="zh-CN" altLang="en-US" dirty="0"/>
              <a:t>顶点到自身本无边，但约定有权值为</a:t>
            </a:r>
            <a:r>
              <a:rPr lang="en-US" altLang="zh-CN" dirty="0"/>
              <a:t>0</a:t>
            </a:r>
            <a:r>
              <a:rPr lang="zh-CN" altLang="en-US" dirty="0"/>
              <a:t>的虚拟“边”，即为到自身的最短路径。</a:t>
            </a:r>
            <a:endParaRPr lang="en-US" altLang="zh-CN" dirty="0"/>
          </a:p>
          <a:p>
            <a:pPr>
              <a:lnSpc>
                <a:spcPct val="114000"/>
              </a:lnSpc>
            </a:pPr>
            <a:r>
              <a:rPr lang="zh-CN" altLang="en-US" dirty="0"/>
              <a:t>因此，在算法穷举时，虽然会出现考察</a:t>
            </a:r>
            <a:r>
              <a:rPr lang="en-US" altLang="zh-CN" dirty="0"/>
              <a:t>u</a:t>
            </a:r>
            <a:r>
              <a:rPr lang="zh-CN" altLang="en-US" dirty="0"/>
              <a:t>、</a:t>
            </a:r>
            <a:r>
              <a:rPr lang="en-US" altLang="zh-CN" dirty="0"/>
              <a:t>v</a:t>
            </a:r>
            <a:r>
              <a:rPr lang="zh-CN" altLang="en-US" dirty="0"/>
              <a:t>和</a:t>
            </a:r>
            <a:r>
              <a:rPr lang="en-US" altLang="zh-CN" dirty="0"/>
              <a:t>w</a:t>
            </a:r>
            <a:r>
              <a:rPr lang="zh-CN" altLang="en-US" dirty="0"/>
              <a:t>中两者或三者相同的情况，</a:t>
            </a:r>
            <a:endParaRPr lang="en-US" altLang="zh-CN" dirty="0"/>
          </a:p>
          <a:p>
            <a:pPr>
              <a:lnSpc>
                <a:spcPct val="114000"/>
              </a:lnSpc>
            </a:pPr>
            <a:r>
              <a:rPr lang="zh-CN" altLang="en-US" dirty="0"/>
              <a:t>但由于是加“</a:t>
            </a:r>
            <a:r>
              <a:rPr lang="en-US" altLang="zh-CN" dirty="0"/>
              <a:t>0</a:t>
            </a:r>
            <a:r>
              <a:rPr lang="zh-CN" altLang="en-US" dirty="0"/>
              <a:t>”，故不影响求解结果。我们来看算法执行过程。</a:t>
            </a:r>
          </a:p>
        </p:txBody>
      </p:sp>
      <p:sp>
        <p:nvSpPr>
          <p:cNvPr id="113" name="文本框 112">
            <a:extLst>
              <a:ext uri="{FF2B5EF4-FFF2-40B4-BE49-F238E27FC236}">
                <a16:creationId xmlns:a16="http://schemas.microsoft.com/office/drawing/2014/main" id="{6C624E74-491E-431A-9AF4-77B1D9F6747C}"/>
              </a:ext>
            </a:extLst>
          </p:cNvPr>
          <p:cNvSpPr txBox="1"/>
          <p:nvPr/>
        </p:nvSpPr>
        <p:spPr>
          <a:xfrm>
            <a:off x="516631" y="1901528"/>
            <a:ext cx="6564414" cy="2601418"/>
          </a:xfrm>
          <a:prstGeom prst="rect">
            <a:avLst/>
          </a:prstGeom>
          <a:noFill/>
        </p:spPr>
        <p:txBody>
          <a:bodyPr wrap="square" rtlCol="0">
            <a:spAutoFit/>
          </a:bodyPr>
          <a:lstStyle/>
          <a:p>
            <a:pPr>
              <a:lnSpc>
                <a:spcPct val="114000"/>
              </a:lnSpc>
            </a:pPr>
            <a:r>
              <a:rPr lang="en-US" altLang="zh-CN" b="1" dirty="0"/>
              <a:t>for</a:t>
            </a:r>
            <a:r>
              <a:rPr lang="en-US" altLang="zh-CN" dirty="0"/>
              <a:t>( u=0;  u&lt;</a:t>
            </a:r>
            <a:r>
              <a:rPr lang="en-US" altLang="zh-CN" dirty="0" err="1"/>
              <a:t>G.vexnum</a:t>
            </a:r>
            <a:r>
              <a:rPr lang="en-US" altLang="zh-CN" dirty="0"/>
              <a:t>; ++u )   </a:t>
            </a:r>
            <a:r>
              <a:rPr lang="en-US" altLang="zh-CN" dirty="0">
                <a:solidFill>
                  <a:srgbClr val="0070C0"/>
                </a:solidFill>
              </a:rPr>
              <a:t>//  </a:t>
            </a:r>
            <a:r>
              <a:rPr lang="zh-CN" altLang="en-US" dirty="0">
                <a:solidFill>
                  <a:srgbClr val="0070C0"/>
                </a:solidFill>
              </a:rPr>
              <a:t>考察每个</a:t>
            </a:r>
            <a:r>
              <a:rPr lang="en-US" altLang="zh-CN" dirty="0">
                <a:solidFill>
                  <a:srgbClr val="0070C0"/>
                </a:solidFill>
              </a:rPr>
              <a:t>u</a:t>
            </a:r>
            <a:r>
              <a:rPr lang="zh-CN" altLang="en-US" dirty="0">
                <a:solidFill>
                  <a:srgbClr val="0070C0"/>
                </a:solidFill>
              </a:rPr>
              <a:t>顶点</a:t>
            </a:r>
            <a:endParaRPr lang="en-US" altLang="zh-CN" dirty="0">
              <a:solidFill>
                <a:srgbClr val="0070C0"/>
              </a:solidFill>
            </a:endParaRPr>
          </a:p>
          <a:p>
            <a:pPr>
              <a:lnSpc>
                <a:spcPct val="114000"/>
              </a:lnSpc>
            </a:pPr>
            <a:r>
              <a:rPr lang="en-US" altLang="zh-CN" dirty="0"/>
              <a:t>   </a:t>
            </a:r>
            <a:r>
              <a:rPr lang="en-US" altLang="zh-CN" b="1" dirty="0"/>
              <a:t>for</a:t>
            </a:r>
            <a:r>
              <a:rPr lang="en-US" altLang="zh-CN" dirty="0"/>
              <a:t>( v=0; v&lt;</a:t>
            </a:r>
            <a:r>
              <a:rPr lang="en-US" altLang="zh-CN" dirty="0" err="1"/>
              <a:t>G.vexnum</a:t>
            </a:r>
            <a:r>
              <a:rPr lang="en-US" altLang="zh-CN" dirty="0"/>
              <a:t>; ++v )  </a:t>
            </a:r>
            <a:r>
              <a:rPr lang="en-US" altLang="zh-CN" dirty="0">
                <a:solidFill>
                  <a:srgbClr val="0070C0"/>
                </a:solidFill>
              </a:rPr>
              <a:t>//  </a:t>
            </a:r>
            <a:r>
              <a:rPr lang="zh-CN" altLang="en-US" dirty="0">
                <a:solidFill>
                  <a:srgbClr val="0070C0"/>
                </a:solidFill>
              </a:rPr>
              <a:t>相对于从</a:t>
            </a:r>
            <a:r>
              <a:rPr lang="en-US" altLang="zh-CN" dirty="0">
                <a:solidFill>
                  <a:srgbClr val="0070C0"/>
                </a:solidFill>
              </a:rPr>
              <a:t>v</a:t>
            </a:r>
            <a:r>
              <a:rPr lang="zh-CN" altLang="en-US" dirty="0">
                <a:solidFill>
                  <a:srgbClr val="0070C0"/>
                </a:solidFill>
              </a:rPr>
              <a:t>顶点 到 </a:t>
            </a:r>
            <a:r>
              <a:rPr lang="en-US" altLang="zh-CN" dirty="0">
                <a:solidFill>
                  <a:srgbClr val="0070C0"/>
                </a:solidFill>
              </a:rPr>
              <a:t>w</a:t>
            </a:r>
          </a:p>
          <a:p>
            <a:pPr>
              <a:lnSpc>
                <a:spcPct val="114000"/>
              </a:lnSpc>
            </a:pPr>
            <a:r>
              <a:rPr lang="en-US" altLang="zh-CN" dirty="0"/>
              <a:t>      </a:t>
            </a:r>
            <a:r>
              <a:rPr lang="en-US" altLang="zh-CN" b="1" dirty="0"/>
              <a:t>for</a:t>
            </a:r>
            <a:r>
              <a:rPr lang="en-US" altLang="zh-CN" dirty="0"/>
              <a:t>( w=0; w&lt;</a:t>
            </a:r>
            <a:r>
              <a:rPr lang="en-US" altLang="zh-CN" dirty="0" err="1"/>
              <a:t>G.vexnum</a:t>
            </a:r>
            <a:r>
              <a:rPr lang="en-US" altLang="zh-CN" dirty="0"/>
              <a:t>; ++w )  </a:t>
            </a:r>
            <a:r>
              <a:rPr lang="en-US" altLang="zh-CN" dirty="0">
                <a:solidFill>
                  <a:srgbClr val="0070C0"/>
                </a:solidFill>
              </a:rPr>
              <a:t>// </a:t>
            </a:r>
            <a:r>
              <a:rPr lang="zh-CN" altLang="en-US" dirty="0">
                <a:solidFill>
                  <a:srgbClr val="0070C0"/>
                </a:solidFill>
              </a:rPr>
              <a:t>的当前最短路径</a:t>
            </a:r>
            <a:endParaRPr lang="en-US" altLang="zh-CN" dirty="0">
              <a:solidFill>
                <a:srgbClr val="0070C0"/>
              </a:solidFill>
            </a:endParaRPr>
          </a:p>
          <a:p>
            <a:pPr>
              <a:lnSpc>
                <a:spcPct val="114000"/>
              </a:lnSpc>
            </a:pPr>
            <a:r>
              <a:rPr lang="en-US" altLang="zh-CN" dirty="0"/>
              <a:t>          </a:t>
            </a:r>
            <a:r>
              <a:rPr lang="en-US" altLang="zh-CN" b="1" dirty="0"/>
              <a:t>if</a:t>
            </a:r>
            <a:r>
              <a:rPr lang="en-US" altLang="zh-CN" dirty="0"/>
              <a:t>( D[v][u] + D[u][w] &lt; D[v][w] ) </a:t>
            </a:r>
            <a:r>
              <a:rPr lang="en-US" altLang="zh-CN" b="1" dirty="0"/>
              <a:t>{</a:t>
            </a:r>
            <a:r>
              <a:rPr lang="en-US" altLang="zh-CN" dirty="0"/>
              <a:t>  </a:t>
            </a:r>
            <a:r>
              <a:rPr lang="en-US" altLang="zh-CN" dirty="0">
                <a:solidFill>
                  <a:srgbClr val="0070C0"/>
                </a:solidFill>
              </a:rPr>
              <a:t>// </a:t>
            </a:r>
            <a:r>
              <a:rPr lang="zh-CN" altLang="en-US" dirty="0">
                <a:solidFill>
                  <a:srgbClr val="0070C0"/>
                </a:solidFill>
              </a:rPr>
              <a:t>经过</a:t>
            </a:r>
            <a:r>
              <a:rPr lang="en-US" altLang="zh-CN" dirty="0">
                <a:solidFill>
                  <a:srgbClr val="0070C0"/>
                </a:solidFill>
              </a:rPr>
              <a:t>u</a:t>
            </a:r>
            <a:r>
              <a:rPr lang="zh-CN" altLang="en-US" dirty="0">
                <a:solidFill>
                  <a:srgbClr val="0070C0"/>
                </a:solidFill>
              </a:rPr>
              <a:t>的路径是否更短？</a:t>
            </a:r>
            <a:endParaRPr lang="en-US" altLang="zh-CN" dirty="0">
              <a:solidFill>
                <a:srgbClr val="0070C0"/>
              </a:solidFill>
            </a:endParaRPr>
          </a:p>
          <a:p>
            <a:pPr>
              <a:lnSpc>
                <a:spcPct val="114000"/>
              </a:lnSpc>
            </a:pPr>
            <a:r>
              <a:rPr lang="en-US" altLang="zh-CN" dirty="0"/>
              <a:t>             D[v][w] = D[v][u] + D[u][w];      </a:t>
            </a:r>
            <a:r>
              <a:rPr lang="en-US" altLang="zh-CN" dirty="0">
                <a:solidFill>
                  <a:srgbClr val="0070C0"/>
                </a:solidFill>
              </a:rPr>
              <a:t>// </a:t>
            </a:r>
            <a:r>
              <a:rPr lang="zh-CN" altLang="en-US" dirty="0">
                <a:solidFill>
                  <a:srgbClr val="0070C0"/>
                </a:solidFill>
              </a:rPr>
              <a:t>更新当前最短路径长度</a:t>
            </a:r>
            <a:r>
              <a:rPr lang="en-US" altLang="zh-CN" dirty="0">
                <a:solidFill>
                  <a:srgbClr val="0070C0"/>
                </a:solidFill>
              </a:rPr>
              <a:t> </a:t>
            </a:r>
          </a:p>
          <a:p>
            <a:pPr>
              <a:lnSpc>
                <a:spcPct val="114000"/>
              </a:lnSpc>
            </a:pPr>
            <a:r>
              <a:rPr lang="en-US" altLang="zh-CN" dirty="0"/>
              <a:t>             </a:t>
            </a:r>
            <a:r>
              <a:rPr lang="en-US" altLang="zh-CN" b="1" dirty="0"/>
              <a:t>for</a:t>
            </a:r>
            <a:r>
              <a:rPr lang="en-US" altLang="zh-CN" dirty="0"/>
              <a:t>( </a:t>
            </a:r>
            <a:r>
              <a:rPr lang="en-US" altLang="zh-CN" dirty="0" err="1"/>
              <a:t>i</a:t>
            </a:r>
            <a:r>
              <a:rPr lang="en-US" altLang="zh-CN" dirty="0"/>
              <a:t>=0; </a:t>
            </a:r>
            <a:r>
              <a:rPr lang="en-US" altLang="zh-CN" dirty="0" err="1"/>
              <a:t>i</a:t>
            </a:r>
            <a:r>
              <a:rPr lang="en-US" altLang="zh-CN" dirty="0"/>
              <a:t>&lt;</a:t>
            </a:r>
            <a:r>
              <a:rPr lang="en-US" altLang="zh-CN" dirty="0" err="1"/>
              <a:t>G.vexnum</a:t>
            </a:r>
            <a:r>
              <a:rPr lang="en-US" altLang="zh-CN" dirty="0"/>
              <a:t>; ++</a:t>
            </a:r>
            <a:r>
              <a:rPr lang="en-US" altLang="zh-CN" dirty="0" err="1"/>
              <a:t>i</a:t>
            </a:r>
            <a:r>
              <a:rPr lang="en-US" altLang="zh-CN" dirty="0"/>
              <a:t>)              </a:t>
            </a:r>
            <a:r>
              <a:rPr lang="en-US" altLang="zh-CN" dirty="0">
                <a:solidFill>
                  <a:srgbClr val="0070C0"/>
                </a:solidFill>
              </a:rPr>
              <a:t>// </a:t>
            </a:r>
            <a:r>
              <a:rPr lang="zh-CN" altLang="en-US" dirty="0">
                <a:solidFill>
                  <a:srgbClr val="0070C0"/>
                </a:solidFill>
              </a:rPr>
              <a:t>更新各顶点之间的</a:t>
            </a:r>
            <a:endParaRPr lang="en-US" altLang="zh-CN" dirty="0">
              <a:solidFill>
                <a:srgbClr val="0070C0"/>
              </a:solidFill>
            </a:endParaRPr>
          </a:p>
          <a:p>
            <a:pPr>
              <a:lnSpc>
                <a:spcPct val="114000"/>
              </a:lnSpc>
            </a:pPr>
            <a:r>
              <a:rPr lang="en-US" altLang="zh-CN" dirty="0"/>
              <a:t>                 P[v][w][</a:t>
            </a:r>
            <a:r>
              <a:rPr lang="en-US" altLang="zh-CN" dirty="0" err="1"/>
              <a:t>i</a:t>
            </a:r>
            <a:r>
              <a:rPr lang="en-US" altLang="zh-CN" dirty="0"/>
              <a:t>] = P[v][u][</a:t>
            </a:r>
            <a:r>
              <a:rPr lang="en-US" altLang="zh-CN" dirty="0" err="1"/>
              <a:t>i</a:t>
            </a:r>
            <a:r>
              <a:rPr lang="en-US" altLang="zh-CN" dirty="0"/>
              <a:t>] || P[u][w][</a:t>
            </a:r>
            <a:r>
              <a:rPr lang="en-US" altLang="zh-CN" dirty="0" err="1"/>
              <a:t>i</a:t>
            </a:r>
            <a:r>
              <a:rPr lang="en-US" altLang="zh-CN" dirty="0"/>
              <a:t>];  </a:t>
            </a:r>
            <a:r>
              <a:rPr lang="en-US" altLang="zh-CN" dirty="0">
                <a:solidFill>
                  <a:srgbClr val="0070C0"/>
                </a:solidFill>
              </a:rPr>
              <a:t>// </a:t>
            </a:r>
            <a:r>
              <a:rPr lang="zh-CN" altLang="en-US" dirty="0">
                <a:solidFill>
                  <a:srgbClr val="0070C0"/>
                </a:solidFill>
              </a:rPr>
              <a:t>当前最短路径</a:t>
            </a:r>
            <a:endParaRPr lang="en-US" altLang="zh-CN" dirty="0">
              <a:solidFill>
                <a:srgbClr val="0070C0"/>
              </a:solidFill>
            </a:endParaRPr>
          </a:p>
          <a:p>
            <a:pPr>
              <a:lnSpc>
                <a:spcPct val="114000"/>
              </a:lnSpc>
            </a:pPr>
            <a:r>
              <a:rPr lang="en-US" altLang="zh-CN" b="1" dirty="0"/>
              <a:t>          }</a:t>
            </a:r>
          </a:p>
        </p:txBody>
      </p:sp>
      <p:sp>
        <p:nvSpPr>
          <p:cNvPr id="115" name="文本框 114">
            <a:extLst>
              <a:ext uri="{FF2B5EF4-FFF2-40B4-BE49-F238E27FC236}">
                <a16:creationId xmlns:a16="http://schemas.microsoft.com/office/drawing/2014/main" id="{955DE5AA-FEAC-48E1-B87F-2333607D2EDC}"/>
              </a:ext>
            </a:extLst>
          </p:cNvPr>
          <p:cNvSpPr txBox="1"/>
          <p:nvPr/>
        </p:nvSpPr>
        <p:spPr>
          <a:xfrm>
            <a:off x="7428057" y="2582711"/>
            <a:ext cx="129844" cy="380480"/>
          </a:xfrm>
          <a:prstGeom prst="rect">
            <a:avLst/>
          </a:prstGeom>
          <a:noFill/>
        </p:spPr>
        <p:txBody>
          <a:bodyPr wrap="none" lIns="0" tIns="36000" rIns="0" bIns="36000" rtlCol="0">
            <a:spAutoFit/>
          </a:bodyPr>
          <a:lstStyle/>
          <a:p>
            <a:r>
              <a:rPr lang="en-US" altLang="zh-CN" sz="2000" b="1" dirty="0"/>
              <a:t>v</a:t>
            </a:r>
            <a:endParaRPr lang="zh-CN" altLang="en-US" sz="2000" b="1" dirty="0"/>
          </a:p>
        </p:txBody>
      </p:sp>
      <p:sp>
        <p:nvSpPr>
          <p:cNvPr id="116" name="文本框 115">
            <a:extLst>
              <a:ext uri="{FF2B5EF4-FFF2-40B4-BE49-F238E27FC236}">
                <a16:creationId xmlns:a16="http://schemas.microsoft.com/office/drawing/2014/main" id="{0F64D89E-716B-4B94-909E-B2A22341540C}"/>
              </a:ext>
            </a:extLst>
          </p:cNvPr>
          <p:cNvSpPr txBox="1"/>
          <p:nvPr/>
        </p:nvSpPr>
        <p:spPr>
          <a:xfrm>
            <a:off x="8121030" y="1902886"/>
            <a:ext cx="193964" cy="380480"/>
          </a:xfrm>
          <a:prstGeom prst="rect">
            <a:avLst/>
          </a:prstGeom>
          <a:noFill/>
        </p:spPr>
        <p:txBody>
          <a:bodyPr wrap="none" lIns="0" tIns="36000" rIns="0" bIns="36000" rtlCol="0">
            <a:spAutoFit/>
          </a:bodyPr>
          <a:lstStyle/>
          <a:p>
            <a:r>
              <a:rPr lang="en-US" altLang="zh-CN" sz="2000" b="1" dirty="0">
                <a:solidFill>
                  <a:srgbClr val="0070C0"/>
                </a:solidFill>
              </a:rPr>
              <a:t>w</a:t>
            </a:r>
            <a:endParaRPr lang="zh-CN" altLang="en-US" sz="2000" b="1" dirty="0">
              <a:solidFill>
                <a:srgbClr val="0070C0"/>
              </a:solidFill>
            </a:endParaRPr>
          </a:p>
        </p:txBody>
      </p:sp>
      <p:sp>
        <p:nvSpPr>
          <p:cNvPr id="117" name="文本框 116">
            <a:extLst>
              <a:ext uri="{FF2B5EF4-FFF2-40B4-BE49-F238E27FC236}">
                <a16:creationId xmlns:a16="http://schemas.microsoft.com/office/drawing/2014/main" id="{23935010-D802-4A8B-81E6-FB1E03B2BEC1}"/>
              </a:ext>
            </a:extLst>
          </p:cNvPr>
          <p:cNvSpPr txBox="1"/>
          <p:nvPr/>
        </p:nvSpPr>
        <p:spPr>
          <a:xfrm>
            <a:off x="9565503" y="530711"/>
            <a:ext cx="149080" cy="380480"/>
          </a:xfrm>
          <a:prstGeom prst="rect">
            <a:avLst/>
          </a:prstGeom>
          <a:noFill/>
        </p:spPr>
        <p:txBody>
          <a:bodyPr wrap="none" lIns="0" tIns="36000" rIns="0" bIns="36000" rtlCol="0">
            <a:spAutoFit/>
          </a:bodyPr>
          <a:lstStyle/>
          <a:p>
            <a:r>
              <a:rPr lang="en-US" altLang="zh-CN" sz="2000" b="1" dirty="0">
                <a:solidFill>
                  <a:srgbClr val="C00000"/>
                </a:solidFill>
              </a:rPr>
              <a:t>u</a:t>
            </a:r>
            <a:endParaRPr lang="zh-CN" altLang="en-US" sz="2000" b="1" dirty="0">
              <a:solidFill>
                <a:srgbClr val="C00000"/>
              </a:solidFill>
            </a:endParaRPr>
          </a:p>
        </p:txBody>
      </p:sp>
      <p:sp>
        <p:nvSpPr>
          <p:cNvPr id="118" name="文本框 117">
            <a:extLst>
              <a:ext uri="{FF2B5EF4-FFF2-40B4-BE49-F238E27FC236}">
                <a16:creationId xmlns:a16="http://schemas.microsoft.com/office/drawing/2014/main" id="{0044C4F1-7BCB-42EA-9F3F-0D02965017F0}"/>
              </a:ext>
            </a:extLst>
          </p:cNvPr>
          <p:cNvSpPr txBox="1"/>
          <p:nvPr/>
        </p:nvSpPr>
        <p:spPr>
          <a:xfrm>
            <a:off x="288900" y="5550852"/>
            <a:ext cx="6914072" cy="390876"/>
          </a:xfrm>
          <a:prstGeom prst="rect">
            <a:avLst/>
          </a:prstGeom>
          <a:noFill/>
        </p:spPr>
        <p:txBody>
          <a:bodyPr wrap="none" rtlCol="0">
            <a:spAutoFit/>
          </a:bodyPr>
          <a:lstStyle/>
          <a:p>
            <a:pPr>
              <a:lnSpc>
                <a:spcPct val="114000"/>
              </a:lnSpc>
            </a:pPr>
            <a:r>
              <a:rPr lang="zh-CN" altLang="en-US" dirty="0"/>
              <a:t>外三层循环一开始，</a:t>
            </a:r>
            <a:r>
              <a:rPr lang="en-US" altLang="zh-CN" dirty="0"/>
              <a:t>u</a:t>
            </a:r>
            <a:r>
              <a:rPr lang="zh-CN" altLang="en-US" dirty="0"/>
              <a:t>、</a:t>
            </a:r>
            <a:r>
              <a:rPr lang="en-US" altLang="zh-CN" dirty="0"/>
              <a:t>v</a:t>
            </a:r>
            <a:r>
              <a:rPr lang="zh-CN" altLang="en-US" dirty="0"/>
              <a:t>和</a:t>
            </a:r>
            <a:r>
              <a:rPr lang="en-US" altLang="zh-CN" dirty="0"/>
              <a:t>w </a:t>
            </a:r>
            <a:r>
              <a:rPr lang="zh-CN" altLang="en-US" dirty="0"/>
              <a:t>均为</a:t>
            </a:r>
            <a:r>
              <a:rPr lang="en-US" altLang="zh-CN" dirty="0"/>
              <a:t>0</a:t>
            </a:r>
            <a:r>
              <a:rPr lang="zh-CN" altLang="en-US" dirty="0"/>
              <a:t>，即顶点</a:t>
            </a:r>
            <a:r>
              <a:rPr lang="en-US" altLang="zh-CN" dirty="0"/>
              <a:t>A</a:t>
            </a:r>
            <a:r>
              <a:rPr lang="zh-CN" altLang="en-US" dirty="0"/>
              <a:t>，条件语句不成立！</a:t>
            </a:r>
            <a:endParaRPr lang="en-US" altLang="zh-CN" dirty="0"/>
          </a:p>
        </p:txBody>
      </p:sp>
      <p:cxnSp>
        <p:nvCxnSpPr>
          <p:cNvPr id="120" name="直接连接符 119">
            <a:extLst>
              <a:ext uri="{FF2B5EF4-FFF2-40B4-BE49-F238E27FC236}">
                <a16:creationId xmlns:a16="http://schemas.microsoft.com/office/drawing/2014/main" id="{23AC28E3-61FC-4AF2-893D-9AE6A1950E9C}"/>
              </a:ext>
            </a:extLst>
          </p:cNvPr>
          <p:cNvCxnSpPr/>
          <p:nvPr/>
        </p:nvCxnSpPr>
        <p:spPr>
          <a:xfrm>
            <a:off x="1530350" y="3209932"/>
            <a:ext cx="2667000" cy="0"/>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121" name="文本框 120">
            <a:extLst>
              <a:ext uri="{FF2B5EF4-FFF2-40B4-BE49-F238E27FC236}">
                <a16:creationId xmlns:a16="http://schemas.microsoft.com/office/drawing/2014/main" id="{3AB9FAB4-EC6F-4641-9057-BCE64285BE79}"/>
              </a:ext>
            </a:extLst>
          </p:cNvPr>
          <p:cNvSpPr txBox="1"/>
          <p:nvPr/>
        </p:nvSpPr>
        <p:spPr>
          <a:xfrm>
            <a:off x="267934" y="5865562"/>
            <a:ext cx="7560522" cy="706668"/>
          </a:xfrm>
          <a:prstGeom prst="rect">
            <a:avLst/>
          </a:prstGeom>
          <a:noFill/>
        </p:spPr>
        <p:txBody>
          <a:bodyPr wrap="square" rtlCol="0">
            <a:spAutoFit/>
          </a:bodyPr>
          <a:lstStyle/>
          <a:p>
            <a:pPr>
              <a:lnSpc>
                <a:spcPct val="114000"/>
              </a:lnSpc>
            </a:pPr>
            <a:r>
              <a:rPr lang="zh-CN" altLang="en-US" dirty="0"/>
              <a:t>直到</a:t>
            </a:r>
            <a:r>
              <a:rPr lang="en-US" altLang="zh-CN" dirty="0"/>
              <a:t>u=0(A)</a:t>
            </a:r>
            <a:r>
              <a:rPr lang="zh-CN" altLang="en-US" dirty="0"/>
              <a:t>、</a:t>
            </a:r>
            <a:r>
              <a:rPr lang="en-US" altLang="zh-CN" dirty="0"/>
              <a:t>v=1(B)</a:t>
            </a:r>
            <a:r>
              <a:rPr lang="zh-CN" altLang="en-US" dirty="0"/>
              <a:t>和</a:t>
            </a:r>
            <a:r>
              <a:rPr lang="en-US" altLang="zh-CN" dirty="0"/>
              <a:t>w=2(C)</a:t>
            </a:r>
            <a:r>
              <a:rPr lang="zh-CN" altLang="en-US" dirty="0"/>
              <a:t>，</a:t>
            </a:r>
            <a:r>
              <a:rPr lang="en-US" altLang="zh-CN" dirty="0"/>
              <a:t> </a:t>
            </a:r>
          </a:p>
          <a:p>
            <a:pPr>
              <a:lnSpc>
                <a:spcPct val="114000"/>
              </a:lnSpc>
            </a:pPr>
            <a:r>
              <a:rPr lang="en-US" altLang="zh-CN" dirty="0"/>
              <a:t>D[1][0] + D[0][2] &lt; D[1][2]  </a:t>
            </a:r>
            <a:r>
              <a:rPr lang="zh-CN" altLang="en-US" dirty="0"/>
              <a:t>即 </a:t>
            </a:r>
            <a:r>
              <a:rPr lang="en-US" altLang="zh-CN" dirty="0"/>
              <a:t>6 + 11 &lt; 2 </a:t>
            </a:r>
            <a:r>
              <a:rPr lang="zh-CN" altLang="en-US" dirty="0"/>
              <a:t>的条件仍然不成立！</a:t>
            </a:r>
            <a:endParaRPr lang="en-US" altLang="zh-CN" dirty="0"/>
          </a:p>
        </p:txBody>
      </p:sp>
      <p:sp>
        <p:nvSpPr>
          <p:cNvPr id="124" name="文本框 123">
            <a:extLst>
              <a:ext uri="{FF2B5EF4-FFF2-40B4-BE49-F238E27FC236}">
                <a16:creationId xmlns:a16="http://schemas.microsoft.com/office/drawing/2014/main" id="{E697B4C3-D4C2-4B26-BF9B-02E9618AB794}"/>
              </a:ext>
            </a:extLst>
          </p:cNvPr>
          <p:cNvSpPr txBox="1"/>
          <p:nvPr/>
        </p:nvSpPr>
        <p:spPr>
          <a:xfrm>
            <a:off x="8511364" y="3485263"/>
            <a:ext cx="407157" cy="400110"/>
          </a:xfrm>
          <a:prstGeom prst="rect">
            <a:avLst/>
          </a:prstGeom>
          <a:noFill/>
          <a:ln w="19050">
            <a:solidFill>
              <a:schemeClr val="bg1"/>
            </a:solidFill>
          </a:ln>
        </p:spPr>
        <p:txBody>
          <a:bodyPr wrap="square" rtlCol="0">
            <a:spAutoFit/>
          </a:bodyPr>
          <a:lstStyle/>
          <a:p>
            <a:pPr algn="ctr"/>
            <a:r>
              <a:rPr lang="en-US" altLang="zh-CN" sz="2000" b="1" dirty="0">
                <a:solidFill>
                  <a:srgbClr val="C00000"/>
                </a:solidFill>
              </a:rPr>
              <a:t>7</a:t>
            </a:r>
            <a:endParaRPr lang="zh-CN" altLang="en-US" sz="2000" b="1" dirty="0">
              <a:solidFill>
                <a:srgbClr val="C00000"/>
              </a:solidFill>
            </a:endParaRPr>
          </a:p>
        </p:txBody>
      </p:sp>
      <p:cxnSp>
        <p:nvCxnSpPr>
          <p:cNvPr id="126" name="直接连接符 125">
            <a:extLst>
              <a:ext uri="{FF2B5EF4-FFF2-40B4-BE49-F238E27FC236}">
                <a16:creationId xmlns:a16="http://schemas.microsoft.com/office/drawing/2014/main" id="{1DFC2091-F8BA-4603-B9FE-35D3610CA835}"/>
              </a:ext>
            </a:extLst>
          </p:cNvPr>
          <p:cNvCxnSpPr/>
          <p:nvPr/>
        </p:nvCxnSpPr>
        <p:spPr>
          <a:xfrm>
            <a:off x="8596618" y="2822944"/>
            <a:ext cx="0" cy="6623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16DF8C77-69A8-4601-BBA9-0525FC92E844}"/>
              </a:ext>
            </a:extLst>
          </p:cNvPr>
          <p:cNvCxnSpPr/>
          <p:nvPr/>
        </p:nvCxnSpPr>
        <p:spPr>
          <a:xfrm flipV="1">
            <a:off x="8367823" y="3524693"/>
            <a:ext cx="163095" cy="11695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9" name="文本框 128">
            <a:extLst>
              <a:ext uri="{FF2B5EF4-FFF2-40B4-BE49-F238E27FC236}">
                <a16:creationId xmlns:a16="http://schemas.microsoft.com/office/drawing/2014/main" id="{1D7830AC-4261-4333-87E1-EDC4AEE64F93}"/>
              </a:ext>
            </a:extLst>
          </p:cNvPr>
          <p:cNvSpPr txBox="1"/>
          <p:nvPr/>
        </p:nvSpPr>
        <p:spPr>
          <a:xfrm>
            <a:off x="8515659" y="3408318"/>
            <a:ext cx="177934" cy="307777"/>
          </a:xfrm>
          <a:prstGeom prst="rect">
            <a:avLst/>
          </a:prstGeom>
          <a:noFill/>
        </p:spPr>
        <p:txBody>
          <a:bodyPr wrap="none" lIns="0" tIns="0" rIns="0" bIns="0" rtlCol="0">
            <a:spAutoFit/>
          </a:bodyPr>
          <a:lstStyle/>
          <a:p>
            <a:r>
              <a:rPr lang="en-US" altLang="zh-CN" sz="2000" b="1" dirty="0">
                <a:solidFill>
                  <a:srgbClr val="FF0000"/>
                </a:solidFill>
              </a:rPr>
              <a:t>+</a:t>
            </a:r>
            <a:endParaRPr lang="zh-CN" altLang="en-US" sz="2000" b="1" dirty="0">
              <a:solidFill>
                <a:srgbClr val="FF0000"/>
              </a:solidFill>
            </a:endParaRPr>
          </a:p>
        </p:txBody>
      </p:sp>
      <p:cxnSp>
        <p:nvCxnSpPr>
          <p:cNvPr id="130" name="直接连接符 129">
            <a:extLst>
              <a:ext uri="{FF2B5EF4-FFF2-40B4-BE49-F238E27FC236}">
                <a16:creationId xmlns:a16="http://schemas.microsoft.com/office/drawing/2014/main" id="{21CD1B97-CA8D-4D6E-844E-97298F3BD37F}"/>
              </a:ext>
            </a:extLst>
          </p:cNvPr>
          <p:cNvCxnSpPr/>
          <p:nvPr/>
        </p:nvCxnSpPr>
        <p:spPr>
          <a:xfrm>
            <a:off x="1422252" y="3524693"/>
            <a:ext cx="2667000" cy="0"/>
          </a:xfrm>
          <a:prstGeom prst="line">
            <a:avLst/>
          </a:prstGeom>
          <a:ln w="28575">
            <a:solidFill>
              <a:srgbClr val="00B050"/>
            </a:solidFill>
          </a:ln>
        </p:spPr>
        <p:style>
          <a:lnRef idx="1">
            <a:schemeClr val="accent2"/>
          </a:lnRef>
          <a:fillRef idx="0">
            <a:schemeClr val="accent2"/>
          </a:fillRef>
          <a:effectRef idx="0">
            <a:schemeClr val="accent2"/>
          </a:effectRef>
          <a:fontRef idx="minor">
            <a:schemeClr val="tx1"/>
          </a:fontRef>
        </p:style>
      </p:cxnSp>
      <p:sp>
        <p:nvSpPr>
          <p:cNvPr id="131" name="文本框 130">
            <a:extLst>
              <a:ext uri="{FF2B5EF4-FFF2-40B4-BE49-F238E27FC236}">
                <a16:creationId xmlns:a16="http://schemas.microsoft.com/office/drawing/2014/main" id="{1AE7A86F-E4A0-4E3B-89A0-E70AB66FF3F2}"/>
              </a:ext>
            </a:extLst>
          </p:cNvPr>
          <p:cNvSpPr txBox="1"/>
          <p:nvPr/>
        </p:nvSpPr>
        <p:spPr>
          <a:xfrm>
            <a:off x="10415197" y="3467620"/>
            <a:ext cx="658133" cy="400110"/>
          </a:xfrm>
          <a:prstGeom prst="rect">
            <a:avLst/>
          </a:prstGeom>
          <a:noFill/>
        </p:spPr>
        <p:txBody>
          <a:bodyPr wrap="square" lIns="36000" rIns="36000" rtlCol="0">
            <a:spAutoFit/>
          </a:bodyPr>
          <a:lstStyle/>
          <a:p>
            <a:pPr algn="ctr"/>
            <a:r>
              <a:rPr kumimoji="1" lang="en-US" altLang="zh-CN" sz="2000" b="1" i="0" u="none" strike="noStrike" cap="none" normalizeH="0" baseline="0" dirty="0">
                <a:ln>
                  <a:noFill/>
                </a:ln>
                <a:solidFill>
                  <a:srgbClr val="00B0F0"/>
                </a:solidFill>
                <a:effectLst/>
                <a:latin typeface="+mn-lt"/>
                <a:ea typeface="宋体" panose="02010600030101010101" pitchFamily="2" charset="-122"/>
              </a:rPr>
              <a:t>C</a:t>
            </a:r>
            <a:r>
              <a:rPr kumimoji="1" lang="en-US" altLang="zh-CN" sz="2000" b="1" i="0" u="none" strike="noStrike" cap="none" normalizeH="0" baseline="0" dirty="0">
                <a:ln>
                  <a:noFill/>
                </a:ln>
                <a:solidFill>
                  <a:srgbClr val="FF0000"/>
                </a:solidFill>
                <a:effectLst/>
                <a:latin typeface="+mn-lt"/>
                <a:ea typeface="宋体" panose="02010600030101010101" pitchFamily="2" charset="-122"/>
              </a:rPr>
              <a:t>A</a:t>
            </a:r>
            <a:r>
              <a:rPr kumimoji="1" lang="en-US" altLang="zh-CN" sz="2000" b="1" i="0" u="none" strike="noStrike" cap="none" normalizeH="0" baseline="0" dirty="0">
                <a:ln>
                  <a:noFill/>
                </a:ln>
                <a:solidFill>
                  <a:srgbClr val="00B0F0"/>
                </a:solidFill>
                <a:effectLst/>
                <a:latin typeface="+mn-lt"/>
                <a:ea typeface="宋体" panose="02010600030101010101" pitchFamily="2" charset="-122"/>
              </a:rPr>
              <a:t>B</a:t>
            </a:r>
          </a:p>
        </p:txBody>
      </p:sp>
      <p:cxnSp>
        <p:nvCxnSpPr>
          <p:cNvPr id="132" name="直接连接符 131">
            <a:extLst>
              <a:ext uri="{FF2B5EF4-FFF2-40B4-BE49-F238E27FC236}">
                <a16:creationId xmlns:a16="http://schemas.microsoft.com/office/drawing/2014/main" id="{F42BA4F7-9D76-416D-BF08-B2B04D37616D}"/>
              </a:ext>
            </a:extLst>
          </p:cNvPr>
          <p:cNvCxnSpPr/>
          <p:nvPr/>
        </p:nvCxnSpPr>
        <p:spPr>
          <a:xfrm flipV="1">
            <a:off x="10269384" y="3532212"/>
            <a:ext cx="163095" cy="116958"/>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628FEDDA-FF91-4D52-A2FD-8E6138EE236D}"/>
              </a:ext>
            </a:extLst>
          </p:cNvPr>
          <p:cNvCxnSpPr/>
          <p:nvPr/>
        </p:nvCxnSpPr>
        <p:spPr>
          <a:xfrm>
            <a:off x="10655014" y="2830704"/>
            <a:ext cx="0" cy="662319"/>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CE552390-35D7-4ECA-9967-F3B46CA6BAE7}"/>
              </a:ext>
            </a:extLst>
          </p:cNvPr>
          <p:cNvCxnSpPr>
            <a:cxnSpLocks/>
          </p:cNvCxnSpPr>
          <p:nvPr/>
        </p:nvCxnSpPr>
        <p:spPr>
          <a:xfrm>
            <a:off x="1643764" y="4148985"/>
            <a:ext cx="3018613" cy="0"/>
          </a:xfrm>
          <a:prstGeom prst="line">
            <a:avLst/>
          </a:prstGeom>
          <a:ln w="28575">
            <a:solidFill>
              <a:srgbClr val="00B050"/>
            </a:solidFill>
          </a:ln>
        </p:spPr>
        <p:style>
          <a:lnRef idx="1">
            <a:schemeClr val="accent2"/>
          </a:lnRef>
          <a:fillRef idx="0">
            <a:schemeClr val="accent2"/>
          </a:fillRef>
          <a:effectRef idx="0">
            <a:schemeClr val="accent2"/>
          </a:effectRef>
          <a:fontRef idx="minor">
            <a:schemeClr val="tx1"/>
          </a:fontRef>
        </p:style>
      </p:cxnSp>
      <p:sp>
        <p:nvSpPr>
          <p:cNvPr id="136" name="文本框 135">
            <a:extLst>
              <a:ext uri="{FF2B5EF4-FFF2-40B4-BE49-F238E27FC236}">
                <a16:creationId xmlns:a16="http://schemas.microsoft.com/office/drawing/2014/main" id="{17199CE9-340D-4553-AD85-7CCD9A4FD5EB}"/>
              </a:ext>
            </a:extLst>
          </p:cNvPr>
          <p:cNvSpPr txBox="1"/>
          <p:nvPr/>
        </p:nvSpPr>
        <p:spPr>
          <a:xfrm>
            <a:off x="10464375" y="3304537"/>
            <a:ext cx="128240" cy="276999"/>
          </a:xfrm>
          <a:prstGeom prst="rect">
            <a:avLst/>
          </a:prstGeom>
          <a:noFill/>
        </p:spPr>
        <p:txBody>
          <a:bodyPr wrap="none" lIns="0" tIns="0" rIns="0" bIns="0" rtlCol="0">
            <a:spAutoFit/>
          </a:bodyPr>
          <a:lstStyle/>
          <a:p>
            <a:r>
              <a:rPr lang="en-US" altLang="zh-CN" b="1" dirty="0">
                <a:solidFill>
                  <a:srgbClr val="FF0000"/>
                </a:solidFill>
              </a:rPr>
              <a:t>||</a:t>
            </a:r>
            <a:endParaRPr lang="zh-CN" altLang="en-US" b="1" dirty="0">
              <a:solidFill>
                <a:srgbClr val="FF0000"/>
              </a:solidFill>
            </a:endParaRPr>
          </a:p>
        </p:txBody>
      </p:sp>
      <p:cxnSp>
        <p:nvCxnSpPr>
          <p:cNvPr id="138" name="直接连接符 137">
            <a:extLst>
              <a:ext uri="{FF2B5EF4-FFF2-40B4-BE49-F238E27FC236}">
                <a16:creationId xmlns:a16="http://schemas.microsoft.com/office/drawing/2014/main" id="{D26E5402-82E8-423F-9CF6-B4D00D148ED0}"/>
              </a:ext>
            </a:extLst>
          </p:cNvPr>
          <p:cNvCxnSpPr>
            <a:cxnSpLocks/>
          </p:cNvCxnSpPr>
          <p:nvPr/>
        </p:nvCxnSpPr>
        <p:spPr>
          <a:xfrm>
            <a:off x="8836620" y="2809225"/>
            <a:ext cx="205780" cy="79081"/>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1C13544B-ED23-4725-8681-616246F2965D}"/>
              </a:ext>
            </a:extLst>
          </p:cNvPr>
          <p:cNvCxnSpPr>
            <a:cxnSpLocks/>
          </p:cNvCxnSpPr>
          <p:nvPr/>
        </p:nvCxnSpPr>
        <p:spPr>
          <a:xfrm>
            <a:off x="9148244" y="2963191"/>
            <a:ext cx="0" cy="198672"/>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43" name="文本框 142">
            <a:extLst>
              <a:ext uri="{FF2B5EF4-FFF2-40B4-BE49-F238E27FC236}">
                <a16:creationId xmlns:a16="http://schemas.microsoft.com/office/drawing/2014/main" id="{4A796782-5BA4-41A0-B0A9-347775EE1B90}"/>
              </a:ext>
            </a:extLst>
          </p:cNvPr>
          <p:cNvSpPr txBox="1"/>
          <p:nvPr/>
        </p:nvSpPr>
        <p:spPr>
          <a:xfrm>
            <a:off x="9032056" y="2730876"/>
            <a:ext cx="177934" cy="307777"/>
          </a:xfrm>
          <a:prstGeom prst="rect">
            <a:avLst/>
          </a:prstGeom>
          <a:noFill/>
        </p:spPr>
        <p:txBody>
          <a:bodyPr wrap="none" lIns="0" tIns="0" rIns="0" bIns="0" rtlCol="0">
            <a:spAutoFit/>
          </a:bodyPr>
          <a:lstStyle/>
          <a:p>
            <a:r>
              <a:rPr lang="en-US" altLang="zh-CN" sz="2000" b="1" dirty="0">
                <a:solidFill>
                  <a:srgbClr val="FF0000"/>
                </a:solidFill>
              </a:rPr>
              <a:t>+</a:t>
            </a:r>
            <a:endParaRPr lang="zh-CN" altLang="en-US" sz="2000" b="1" dirty="0">
              <a:solidFill>
                <a:srgbClr val="FF0000"/>
              </a:solidFill>
            </a:endParaRPr>
          </a:p>
        </p:txBody>
      </p:sp>
      <p:sp>
        <p:nvSpPr>
          <p:cNvPr id="144" name="文本框 143">
            <a:extLst>
              <a:ext uri="{FF2B5EF4-FFF2-40B4-BE49-F238E27FC236}">
                <a16:creationId xmlns:a16="http://schemas.microsoft.com/office/drawing/2014/main" id="{1E592659-D161-45B7-8581-BD9AC2FCE984}"/>
              </a:ext>
            </a:extLst>
          </p:cNvPr>
          <p:cNvSpPr txBox="1"/>
          <p:nvPr/>
        </p:nvSpPr>
        <p:spPr>
          <a:xfrm>
            <a:off x="9022531" y="2578765"/>
            <a:ext cx="407157" cy="400110"/>
          </a:xfrm>
          <a:prstGeom prst="rect">
            <a:avLst/>
          </a:prstGeom>
          <a:noFill/>
          <a:ln w="19050">
            <a:solidFill>
              <a:schemeClr val="bg1"/>
            </a:solidFill>
          </a:ln>
        </p:spPr>
        <p:txBody>
          <a:bodyPr wrap="square" rtlCol="0">
            <a:spAutoFit/>
          </a:bodyPr>
          <a:lstStyle/>
          <a:p>
            <a:pPr algn="ctr"/>
            <a:r>
              <a:rPr lang="en-US" altLang="zh-CN" sz="2000" b="1" dirty="0">
                <a:solidFill>
                  <a:srgbClr val="C00000"/>
                </a:solidFill>
              </a:rPr>
              <a:t>6</a:t>
            </a:r>
            <a:endParaRPr lang="zh-CN" altLang="en-US" sz="2000" b="1" dirty="0">
              <a:solidFill>
                <a:srgbClr val="C00000"/>
              </a:solidFill>
            </a:endParaRPr>
          </a:p>
        </p:txBody>
      </p:sp>
      <p:sp>
        <p:nvSpPr>
          <p:cNvPr id="145" name="文本框 144">
            <a:extLst>
              <a:ext uri="{FF2B5EF4-FFF2-40B4-BE49-F238E27FC236}">
                <a16:creationId xmlns:a16="http://schemas.microsoft.com/office/drawing/2014/main" id="{1E2D7C70-34D7-4C7E-BD03-FC391AE18D50}"/>
              </a:ext>
            </a:extLst>
          </p:cNvPr>
          <p:cNvSpPr txBox="1"/>
          <p:nvPr/>
        </p:nvSpPr>
        <p:spPr>
          <a:xfrm>
            <a:off x="11189421" y="2570049"/>
            <a:ext cx="563618" cy="400110"/>
          </a:xfrm>
          <a:prstGeom prst="rect">
            <a:avLst/>
          </a:prstGeom>
          <a:noFill/>
        </p:spPr>
        <p:txBody>
          <a:bodyPr wrap="square" lIns="36000" rIns="36000" rtlCol="0">
            <a:spAutoFit/>
          </a:bodyPr>
          <a:lstStyle/>
          <a:p>
            <a:pPr algn="ctr"/>
            <a:r>
              <a:rPr kumimoji="1" lang="en-US" altLang="zh-CN" sz="2000" b="1" i="0" u="none" strike="noStrike" cap="none" normalizeH="0" baseline="0" dirty="0">
                <a:ln>
                  <a:noFill/>
                </a:ln>
                <a:solidFill>
                  <a:srgbClr val="00B0F0"/>
                </a:solidFill>
                <a:effectLst/>
                <a:latin typeface="+mn-lt"/>
                <a:ea typeface="宋体" panose="02010600030101010101" pitchFamily="2" charset="-122"/>
              </a:rPr>
              <a:t>A</a:t>
            </a:r>
            <a:r>
              <a:rPr kumimoji="1" lang="en-US" altLang="zh-CN" sz="2000" b="1" i="0" u="none" strike="noStrike" cap="none" normalizeH="0" baseline="0" dirty="0">
                <a:ln>
                  <a:noFill/>
                </a:ln>
                <a:solidFill>
                  <a:srgbClr val="FF0000"/>
                </a:solidFill>
                <a:effectLst/>
                <a:latin typeface="+mn-lt"/>
                <a:ea typeface="宋体" panose="02010600030101010101" pitchFamily="2" charset="-122"/>
              </a:rPr>
              <a:t>B</a:t>
            </a:r>
            <a:r>
              <a:rPr kumimoji="1" lang="en-US" altLang="zh-CN" sz="2000" b="1" i="0" u="none" strike="noStrike" cap="none" normalizeH="0" baseline="0" dirty="0">
                <a:ln>
                  <a:noFill/>
                </a:ln>
                <a:solidFill>
                  <a:srgbClr val="00B0F0"/>
                </a:solidFill>
                <a:effectLst/>
                <a:latin typeface="+mn-lt"/>
                <a:ea typeface="宋体" panose="02010600030101010101" pitchFamily="2" charset="-122"/>
              </a:rPr>
              <a:t>C</a:t>
            </a:r>
          </a:p>
        </p:txBody>
      </p:sp>
      <p:cxnSp>
        <p:nvCxnSpPr>
          <p:cNvPr id="146" name="直接连接符 145">
            <a:extLst>
              <a:ext uri="{FF2B5EF4-FFF2-40B4-BE49-F238E27FC236}">
                <a16:creationId xmlns:a16="http://schemas.microsoft.com/office/drawing/2014/main" id="{D49F0D75-D82F-4031-B4EB-966FCA4FF783}"/>
              </a:ext>
            </a:extLst>
          </p:cNvPr>
          <p:cNvCxnSpPr>
            <a:cxnSpLocks/>
          </p:cNvCxnSpPr>
          <p:nvPr/>
        </p:nvCxnSpPr>
        <p:spPr>
          <a:xfrm>
            <a:off x="10932260" y="2817888"/>
            <a:ext cx="238104" cy="120482"/>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91BD5F48-4C73-4487-9D8A-7ACEB815A926}"/>
              </a:ext>
            </a:extLst>
          </p:cNvPr>
          <p:cNvCxnSpPr>
            <a:cxnSpLocks/>
          </p:cNvCxnSpPr>
          <p:nvPr/>
        </p:nvCxnSpPr>
        <p:spPr>
          <a:xfrm>
            <a:off x="11279760" y="3038653"/>
            <a:ext cx="0" cy="198672"/>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49" name="文本框 148">
            <a:extLst>
              <a:ext uri="{FF2B5EF4-FFF2-40B4-BE49-F238E27FC236}">
                <a16:creationId xmlns:a16="http://schemas.microsoft.com/office/drawing/2014/main" id="{588D3C29-40CF-4CE8-99A0-256DC77D6465}"/>
              </a:ext>
            </a:extLst>
          </p:cNvPr>
          <p:cNvSpPr txBox="1"/>
          <p:nvPr/>
        </p:nvSpPr>
        <p:spPr>
          <a:xfrm>
            <a:off x="11157480" y="2825898"/>
            <a:ext cx="128240" cy="276999"/>
          </a:xfrm>
          <a:prstGeom prst="rect">
            <a:avLst/>
          </a:prstGeom>
          <a:noFill/>
        </p:spPr>
        <p:txBody>
          <a:bodyPr wrap="none" lIns="0" tIns="0" rIns="0" bIns="0" rtlCol="0">
            <a:spAutoFit/>
          </a:bodyPr>
          <a:lstStyle/>
          <a:p>
            <a:r>
              <a:rPr lang="en-US" altLang="zh-CN" b="1" dirty="0">
                <a:solidFill>
                  <a:srgbClr val="FF0000"/>
                </a:solidFill>
              </a:rPr>
              <a:t>||</a:t>
            </a:r>
            <a:endParaRPr lang="zh-CN" altLang="en-US" b="1" dirty="0">
              <a:solidFill>
                <a:srgbClr val="FF0000"/>
              </a:solidFill>
            </a:endParaRPr>
          </a:p>
        </p:txBody>
      </p:sp>
      <p:sp>
        <p:nvSpPr>
          <p:cNvPr id="123" name="文本框 122">
            <a:extLst>
              <a:ext uri="{FF2B5EF4-FFF2-40B4-BE49-F238E27FC236}">
                <a16:creationId xmlns:a16="http://schemas.microsoft.com/office/drawing/2014/main" id="{0344B50D-C07F-44C9-8C49-F6FF436B5FE5}"/>
              </a:ext>
            </a:extLst>
          </p:cNvPr>
          <p:cNvSpPr txBox="1"/>
          <p:nvPr/>
        </p:nvSpPr>
        <p:spPr>
          <a:xfrm>
            <a:off x="8218012" y="4556517"/>
            <a:ext cx="3795927" cy="1969835"/>
          </a:xfrm>
          <a:prstGeom prst="rect">
            <a:avLst/>
          </a:prstGeom>
          <a:noFill/>
        </p:spPr>
        <p:txBody>
          <a:bodyPr wrap="square" rtlCol="0">
            <a:spAutoFit/>
          </a:bodyPr>
          <a:lstStyle/>
          <a:p>
            <a:pPr>
              <a:lnSpc>
                <a:spcPct val="114000"/>
              </a:lnSpc>
            </a:pPr>
            <a:r>
              <a:rPr lang="zh-CN" altLang="en-US" dirty="0"/>
              <a:t>条件语句第一次成立出现在 </a:t>
            </a:r>
            <a:endParaRPr lang="en-US" altLang="zh-CN" dirty="0"/>
          </a:p>
          <a:p>
            <a:pPr>
              <a:lnSpc>
                <a:spcPct val="114000"/>
              </a:lnSpc>
            </a:pPr>
            <a:r>
              <a:rPr lang="en-US" altLang="zh-CN" dirty="0"/>
              <a:t>u=0(A)</a:t>
            </a:r>
            <a:r>
              <a:rPr lang="zh-CN" altLang="en-US" dirty="0"/>
              <a:t>、</a:t>
            </a:r>
            <a:r>
              <a:rPr lang="en-US" altLang="zh-CN" dirty="0"/>
              <a:t>v=2(C)</a:t>
            </a:r>
            <a:r>
              <a:rPr lang="zh-CN" altLang="en-US" dirty="0"/>
              <a:t>和</a:t>
            </a:r>
            <a:r>
              <a:rPr lang="en-US" altLang="zh-CN" dirty="0"/>
              <a:t>w=1(B)</a:t>
            </a:r>
            <a:r>
              <a:rPr lang="zh-CN" altLang="en-US" dirty="0"/>
              <a:t>，</a:t>
            </a:r>
            <a:r>
              <a:rPr lang="en-US" altLang="zh-CN" dirty="0"/>
              <a:t> </a:t>
            </a:r>
          </a:p>
          <a:p>
            <a:pPr>
              <a:lnSpc>
                <a:spcPct val="114000"/>
              </a:lnSpc>
            </a:pPr>
            <a:r>
              <a:rPr lang="zh-CN" altLang="en-US" dirty="0"/>
              <a:t>此时，</a:t>
            </a:r>
            <a:r>
              <a:rPr lang="en-US" altLang="zh-CN" dirty="0"/>
              <a:t>3 + 4 = 7 &lt; ∞</a:t>
            </a:r>
            <a:r>
              <a:rPr lang="zh-CN" altLang="en-US" dirty="0"/>
              <a:t>，</a:t>
            </a:r>
            <a:endParaRPr lang="en-US" altLang="zh-CN" dirty="0"/>
          </a:p>
          <a:p>
            <a:pPr>
              <a:lnSpc>
                <a:spcPct val="114000"/>
              </a:lnSpc>
            </a:pPr>
            <a:r>
              <a:rPr lang="zh-CN" altLang="en-US" dirty="0"/>
              <a:t>即</a:t>
            </a:r>
            <a:r>
              <a:rPr lang="en-US" altLang="zh-CN" b="1" dirty="0">
                <a:solidFill>
                  <a:srgbClr val="0070C0"/>
                </a:solidFill>
              </a:rPr>
              <a:t>C</a:t>
            </a:r>
            <a:r>
              <a:rPr lang="zh-CN" altLang="en-US" dirty="0"/>
              <a:t>经</a:t>
            </a:r>
            <a:r>
              <a:rPr lang="en-US" altLang="zh-CN" b="1" dirty="0">
                <a:solidFill>
                  <a:srgbClr val="FF0000"/>
                </a:solidFill>
              </a:rPr>
              <a:t>A</a:t>
            </a:r>
            <a:r>
              <a:rPr lang="zh-CN" altLang="en-US" dirty="0"/>
              <a:t>到</a:t>
            </a:r>
            <a:r>
              <a:rPr lang="en-US" altLang="zh-CN" b="1" dirty="0">
                <a:solidFill>
                  <a:srgbClr val="0070C0"/>
                </a:solidFill>
              </a:rPr>
              <a:t>B</a:t>
            </a:r>
            <a:r>
              <a:rPr lang="zh-CN" altLang="en-US" dirty="0"/>
              <a:t>的路径比直接</a:t>
            </a:r>
            <a:r>
              <a:rPr lang="en-US" altLang="zh-CN" b="1" dirty="0">
                <a:solidFill>
                  <a:srgbClr val="0070C0"/>
                </a:solidFill>
              </a:rPr>
              <a:t>C</a:t>
            </a:r>
            <a:r>
              <a:rPr lang="zh-CN" altLang="en-US" dirty="0"/>
              <a:t>到</a:t>
            </a:r>
            <a:r>
              <a:rPr lang="en-US" altLang="zh-CN" b="1" dirty="0">
                <a:solidFill>
                  <a:srgbClr val="0070C0"/>
                </a:solidFill>
              </a:rPr>
              <a:t>B</a:t>
            </a:r>
            <a:r>
              <a:rPr lang="zh-CN" altLang="en-US" dirty="0"/>
              <a:t>更短，</a:t>
            </a:r>
            <a:endParaRPr lang="en-US" altLang="zh-CN" dirty="0"/>
          </a:p>
          <a:p>
            <a:pPr>
              <a:lnSpc>
                <a:spcPct val="114000"/>
              </a:lnSpc>
            </a:pPr>
            <a:r>
              <a:rPr lang="zh-CN" altLang="en-US" dirty="0"/>
              <a:t>故 </a:t>
            </a:r>
            <a:r>
              <a:rPr lang="en-US" altLang="zh-CN" dirty="0"/>
              <a:t>D[2][1]</a:t>
            </a:r>
            <a:r>
              <a:rPr lang="zh-CN" altLang="en-US" dirty="0"/>
              <a:t>的</a:t>
            </a:r>
            <a:r>
              <a:rPr lang="en-US" altLang="zh-CN" dirty="0"/>
              <a:t>∞ </a:t>
            </a:r>
            <a:r>
              <a:rPr lang="zh-CN" altLang="en-US" dirty="0"/>
              <a:t>更改为</a:t>
            </a:r>
            <a:r>
              <a:rPr lang="en-US" altLang="zh-CN" dirty="0"/>
              <a:t>7</a:t>
            </a:r>
            <a:r>
              <a:rPr lang="zh-CN" altLang="en-US" dirty="0"/>
              <a:t>。</a:t>
            </a:r>
            <a:endParaRPr lang="en-US" altLang="zh-CN" dirty="0"/>
          </a:p>
          <a:p>
            <a:pPr>
              <a:lnSpc>
                <a:spcPct val="114000"/>
              </a:lnSpc>
            </a:pPr>
            <a:r>
              <a:rPr lang="zh-CN" altLang="en-US" dirty="0"/>
              <a:t>数组</a:t>
            </a:r>
            <a:r>
              <a:rPr lang="en-US" altLang="zh-CN" dirty="0"/>
              <a:t>P</a:t>
            </a:r>
            <a:r>
              <a:rPr lang="zh-CN" altLang="en-US" dirty="0"/>
              <a:t>中登记新当前最短路径 </a:t>
            </a:r>
            <a:r>
              <a:rPr lang="en-US" altLang="zh-CN" b="1" dirty="0">
                <a:solidFill>
                  <a:srgbClr val="0070C0"/>
                </a:solidFill>
              </a:rPr>
              <a:t>C</a:t>
            </a:r>
            <a:r>
              <a:rPr lang="en-US" altLang="zh-CN" b="1" dirty="0">
                <a:solidFill>
                  <a:srgbClr val="FF0000"/>
                </a:solidFill>
              </a:rPr>
              <a:t>A</a:t>
            </a:r>
            <a:r>
              <a:rPr lang="en-US" altLang="zh-CN" b="1" dirty="0">
                <a:solidFill>
                  <a:srgbClr val="0070C0"/>
                </a:solidFill>
              </a:rPr>
              <a:t>B</a:t>
            </a:r>
          </a:p>
        </p:txBody>
      </p:sp>
      <p:cxnSp>
        <p:nvCxnSpPr>
          <p:cNvPr id="92" name="直接连接符 91">
            <a:extLst>
              <a:ext uri="{FF2B5EF4-FFF2-40B4-BE49-F238E27FC236}">
                <a16:creationId xmlns:a16="http://schemas.microsoft.com/office/drawing/2014/main" id="{6493ED64-1E3E-42FA-BDF4-BC4C6A7242FA}"/>
              </a:ext>
            </a:extLst>
          </p:cNvPr>
          <p:cNvCxnSpPr>
            <a:cxnSpLocks/>
          </p:cNvCxnSpPr>
          <p:nvPr/>
        </p:nvCxnSpPr>
        <p:spPr>
          <a:xfrm flipV="1">
            <a:off x="8367823" y="3237325"/>
            <a:ext cx="714053" cy="67212"/>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CB4E5BDA-A16C-4FFC-92BE-13BEBE1104EC}"/>
              </a:ext>
            </a:extLst>
          </p:cNvPr>
          <p:cNvCxnSpPr>
            <a:cxnSpLocks/>
          </p:cNvCxnSpPr>
          <p:nvPr/>
        </p:nvCxnSpPr>
        <p:spPr>
          <a:xfrm>
            <a:off x="8296224" y="3393687"/>
            <a:ext cx="0" cy="198672"/>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C096CC52-5FDF-494D-AA36-3B5A9C821D57}"/>
              </a:ext>
            </a:extLst>
          </p:cNvPr>
          <p:cNvSpPr txBox="1"/>
          <p:nvPr/>
        </p:nvSpPr>
        <p:spPr>
          <a:xfrm>
            <a:off x="8242316" y="3189334"/>
            <a:ext cx="177934" cy="307777"/>
          </a:xfrm>
          <a:prstGeom prst="rect">
            <a:avLst/>
          </a:prstGeom>
          <a:noFill/>
        </p:spPr>
        <p:txBody>
          <a:bodyPr wrap="none" lIns="0" tIns="0" rIns="0" bIns="0" rtlCol="0">
            <a:spAutoFit/>
          </a:bodyPr>
          <a:lstStyle/>
          <a:p>
            <a:r>
              <a:rPr lang="en-US" altLang="zh-CN" sz="2000" b="1" dirty="0">
                <a:solidFill>
                  <a:srgbClr val="FF0000"/>
                </a:solidFill>
              </a:rPr>
              <a:t>+</a:t>
            </a:r>
            <a:endParaRPr lang="zh-CN" altLang="en-US" sz="2000" b="1" dirty="0">
              <a:solidFill>
                <a:srgbClr val="FF0000"/>
              </a:solidFill>
            </a:endParaRPr>
          </a:p>
        </p:txBody>
      </p:sp>
      <p:sp>
        <p:nvSpPr>
          <p:cNvPr id="119" name="文本框 118">
            <a:extLst>
              <a:ext uri="{FF2B5EF4-FFF2-40B4-BE49-F238E27FC236}">
                <a16:creationId xmlns:a16="http://schemas.microsoft.com/office/drawing/2014/main" id="{C6B35D15-D76B-475E-9500-4D23F66A1871}"/>
              </a:ext>
            </a:extLst>
          </p:cNvPr>
          <p:cNvSpPr txBox="1"/>
          <p:nvPr/>
        </p:nvSpPr>
        <p:spPr>
          <a:xfrm>
            <a:off x="8019633" y="3024001"/>
            <a:ext cx="407157" cy="400110"/>
          </a:xfrm>
          <a:prstGeom prst="rect">
            <a:avLst/>
          </a:prstGeom>
          <a:noFill/>
          <a:ln w="19050">
            <a:solidFill>
              <a:schemeClr val="bg1"/>
            </a:solidFill>
          </a:ln>
        </p:spPr>
        <p:txBody>
          <a:bodyPr wrap="square" rtlCol="0">
            <a:spAutoFit/>
          </a:bodyPr>
          <a:lstStyle/>
          <a:p>
            <a:pPr algn="ctr"/>
            <a:r>
              <a:rPr lang="en-US" altLang="zh-CN" sz="2000" b="1" dirty="0">
                <a:solidFill>
                  <a:srgbClr val="C00000"/>
                </a:solidFill>
              </a:rPr>
              <a:t>5</a:t>
            </a:r>
            <a:endParaRPr lang="zh-CN" altLang="en-US" sz="2000" b="1" dirty="0">
              <a:solidFill>
                <a:srgbClr val="C00000"/>
              </a:solidFill>
            </a:endParaRPr>
          </a:p>
        </p:txBody>
      </p:sp>
      <p:cxnSp>
        <p:nvCxnSpPr>
          <p:cNvPr id="122" name="直接连接符 121">
            <a:extLst>
              <a:ext uri="{FF2B5EF4-FFF2-40B4-BE49-F238E27FC236}">
                <a16:creationId xmlns:a16="http://schemas.microsoft.com/office/drawing/2014/main" id="{831450A8-2454-43EC-BD8D-CBEB9C0F5CD5}"/>
              </a:ext>
            </a:extLst>
          </p:cNvPr>
          <p:cNvCxnSpPr>
            <a:cxnSpLocks/>
          </p:cNvCxnSpPr>
          <p:nvPr/>
        </p:nvCxnSpPr>
        <p:spPr>
          <a:xfrm flipV="1">
            <a:off x="10338949" y="3245353"/>
            <a:ext cx="870626" cy="19252"/>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EF9AF890-2E57-4E37-981D-F2A0AB09B297}"/>
              </a:ext>
            </a:extLst>
          </p:cNvPr>
          <p:cNvCxnSpPr>
            <a:cxnSpLocks/>
          </p:cNvCxnSpPr>
          <p:nvPr/>
        </p:nvCxnSpPr>
        <p:spPr>
          <a:xfrm>
            <a:off x="10209785" y="3356676"/>
            <a:ext cx="0" cy="198672"/>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B404F2D4-5895-49C6-9E92-D5A05CF029FB}"/>
              </a:ext>
            </a:extLst>
          </p:cNvPr>
          <p:cNvSpPr txBox="1"/>
          <p:nvPr/>
        </p:nvSpPr>
        <p:spPr>
          <a:xfrm>
            <a:off x="10205264" y="3098071"/>
            <a:ext cx="128240" cy="276999"/>
          </a:xfrm>
          <a:prstGeom prst="rect">
            <a:avLst/>
          </a:prstGeom>
          <a:noFill/>
        </p:spPr>
        <p:txBody>
          <a:bodyPr wrap="none" lIns="0" tIns="0" rIns="0" bIns="0" rtlCol="0">
            <a:spAutoFit/>
          </a:bodyPr>
          <a:lstStyle/>
          <a:p>
            <a:r>
              <a:rPr lang="en-US" altLang="zh-CN" b="1" dirty="0">
                <a:solidFill>
                  <a:srgbClr val="FF0000"/>
                </a:solidFill>
              </a:rPr>
              <a:t>||</a:t>
            </a:r>
            <a:endParaRPr lang="zh-CN" altLang="en-US" b="1" dirty="0">
              <a:solidFill>
                <a:srgbClr val="FF0000"/>
              </a:solidFill>
            </a:endParaRPr>
          </a:p>
        </p:txBody>
      </p:sp>
      <p:sp>
        <p:nvSpPr>
          <p:cNvPr id="135" name="文本框 134">
            <a:extLst>
              <a:ext uri="{FF2B5EF4-FFF2-40B4-BE49-F238E27FC236}">
                <a16:creationId xmlns:a16="http://schemas.microsoft.com/office/drawing/2014/main" id="{16FE5E6B-C380-409F-A124-AEC8C57DAAA3}"/>
              </a:ext>
            </a:extLst>
          </p:cNvPr>
          <p:cNvSpPr txBox="1"/>
          <p:nvPr/>
        </p:nvSpPr>
        <p:spPr>
          <a:xfrm>
            <a:off x="9738468" y="3021358"/>
            <a:ext cx="555586" cy="400110"/>
          </a:xfrm>
          <a:prstGeom prst="rect">
            <a:avLst/>
          </a:prstGeom>
          <a:noFill/>
        </p:spPr>
        <p:txBody>
          <a:bodyPr wrap="square" lIns="36000" rIns="36000" rtlCol="0">
            <a:spAutoFit/>
          </a:bodyPr>
          <a:lstStyle/>
          <a:p>
            <a:pPr algn="ctr"/>
            <a:r>
              <a:rPr kumimoji="1" lang="en-US" altLang="zh-CN" sz="2000" b="1" i="0" u="none" strike="noStrike" cap="none" normalizeH="0" baseline="0" dirty="0">
                <a:ln>
                  <a:noFill/>
                </a:ln>
                <a:solidFill>
                  <a:srgbClr val="00B0F0"/>
                </a:solidFill>
                <a:effectLst/>
                <a:latin typeface="+mn-lt"/>
                <a:ea typeface="宋体" panose="02010600030101010101" pitchFamily="2" charset="-122"/>
              </a:rPr>
              <a:t>B</a:t>
            </a:r>
            <a:r>
              <a:rPr kumimoji="1" lang="en-US" altLang="zh-CN" sz="2000" b="1" i="0" u="none" strike="noStrike" cap="none" normalizeH="0" baseline="0" dirty="0">
                <a:ln>
                  <a:noFill/>
                </a:ln>
                <a:solidFill>
                  <a:srgbClr val="FF0000"/>
                </a:solidFill>
                <a:effectLst/>
                <a:latin typeface="+mn-lt"/>
                <a:ea typeface="宋体" panose="02010600030101010101" pitchFamily="2" charset="-122"/>
              </a:rPr>
              <a:t>C</a:t>
            </a:r>
            <a:r>
              <a:rPr kumimoji="1" lang="en-US" altLang="zh-CN" sz="2000" b="1" i="0" u="none" strike="noStrike" cap="none" normalizeH="0" baseline="0" dirty="0">
                <a:ln>
                  <a:noFill/>
                </a:ln>
                <a:solidFill>
                  <a:srgbClr val="00B0F0"/>
                </a:solidFill>
                <a:effectLst/>
                <a:latin typeface="+mn-lt"/>
                <a:ea typeface="宋体" panose="02010600030101010101" pitchFamily="2" charset="-122"/>
              </a:rPr>
              <a:t>A</a:t>
            </a:r>
          </a:p>
        </p:txBody>
      </p:sp>
      <p:sp>
        <p:nvSpPr>
          <p:cNvPr id="137" name="文本框 136">
            <a:extLst>
              <a:ext uri="{FF2B5EF4-FFF2-40B4-BE49-F238E27FC236}">
                <a16:creationId xmlns:a16="http://schemas.microsoft.com/office/drawing/2014/main" id="{3B59D868-FBD7-4B49-A87E-5D6063E06561}"/>
              </a:ext>
            </a:extLst>
          </p:cNvPr>
          <p:cNvSpPr txBox="1"/>
          <p:nvPr/>
        </p:nvSpPr>
        <p:spPr>
          <a:xfrm>
            <a:off x="8212758" y="4554841"/>
            <a:ext cx="3790673" cy="1969835"/>
          </a:xfrm>
          <a:prstGeom prst="rect">
            <a:avLst/>
          </a:prstGeom>
          <a:noFill/>
        </p:spPr>
        <p:txBody>
          <a:bodyPr wrap="square" rtlCol="0">
            <a:spAutoFit/>
          </a:bodyPr>
          <a:lstStyle/>
          <a:p>
            <a:pPr>
              <a:lnSpc>
                <a:spcPct val="114000"/>
              </a:lnSpc>
            </a:pPr>
            <a:r>
              <a:rPr lang="zh-CN" altLang="en-US" dirty="0"/>
              <a:t>条件语句第</a:t>
            </a:r>
            <a:r>
              <a:rPr lang="zh-CN" altLang="en-US" b="1" dirty="0">
                <a:solidFill>
                  <a:srgbClr val="C00000"/>
                </a:solidFill>
              </a:rPr>
              <a:t>二</a:t>
            </a:r>
            <a:r>
              <a:rPr lang="zh-CN" altLang="en-US" dirty="0"/>
              <a:t>次成立出现在 </a:t>
            </a:r>
            <a:endParaRPr lang="en-US" altLang="zh-CN" dirty="0"/>
          </a:p>
          <a:p>
            <a:pPr>
              <a:lnSpc>
                <a:spcPct val="114000"/>
              </a:lnSpc>
            </a:pPr>
            <a:r>
              <a:rPr lang="en-US" altLang="zh-CN" dirty="0"/>
              <a:t>u=1(B)</a:t>
            </a:r>
            <a:r>
              <a:rPr lang="zh-CN" altLang="en-US" dirty="0"/>
              <a:t>、</a:t>
            </a:r>
            <a:r>
              <a:rPr lang="en-US" altLang="zh-CN" dirty="0"/>
              <a:t>v=0(A)</a:t>
            </a:r>
            <a:r>
              <a:rPr lang="zh-CN" altLang="en-US" dirty="0"/>
              <a:t>和</a:t>
            </a:r>
            <a:r>
              <a:rPr lang="en-US" altLang="zh-CN" dirty="0"/>
              <a:t>w=2(C)</a:t>
            </a:r>
            <a:r>
              <a:rPr lang="zh-CN" altLang="en-US" dirty="0"/>
              <a:t>，</a:t>
            </a:r>
            <a:r>
              <a:rPr lang="en-US" altLang="zh-CN" dirty="0"/>
              <a:t> </a:t>
            </a:r>
          </a:p>
          <a:p>
            <a:pPr>
              <a:lnSpc>
                <a:spcPct val="114000"/>
              </a:lnSpc>
            </a:pPr>
            <a:r>
              <a:rPr lang="zh-CN" altLang="en-US" dirty="0"/>
              <a:t>此时，</a:t>
            </a:r>
            <a:r>
              <a:rPr lang="en-US" altLang="zh-CN" dirty="0"/>
              <a:t>4 + 2 = 6 &lt;11</a:t>
            </a:r>
            <a:r>
              <a:rPr lang="zh-CN" altLang="en-US" dirty="0"/>
              <a:t>，</a:t>
            </a:r>
            <a:endParaRPr lang="en-US" altLang="zh-CN" dirty="0"/>
          </a:p>
          <a:p>
            <a:pPr>
              <a:lnSpc>
                <a:spcPct val="114000"/>
              </a:lnSpc>
            </a:pPr>
            <a:r>
              <a:rPr lang="zh-CN" altLang="en-US" dirty="0"/>
              <a:t>即</a:t>
            </a:r>
            <a:r>
              <a:rPr lang="en-US" altLang="zh-CN" b="1" dirty="0">
                <a:solidFill>
                  <a:srgbClr val="0070C0"/>
                </a:solidFill>
              </a:rPr>
              <a:t>A</a:t>
            </a:r>
            <a:r>
              <a:rPr lang="zh-CN" altLang="en-US" dirty="0"/>
              <a:t>经</a:t>
            </a:r>
            <a:r>
              <a:rPr lang="en-US" altLang="zh-CN" b="1" dirty="0">
                <a:solidFill>
                  <a:srgbClr val="FF0000"/>
                </a:solidFill>
              </a:rPr>
              <a:t>B</a:t>
            </a:r>
            <a:r>
              <a:rPr lang="zh-CN" altLang="en-US" dirty="0"/>
              <a:t>到</a:t>
            </a:r>
            <a:r>
              <a:rPr lang="en-US" altLang="zh-CN" b="1" dirty="0">
                <a:solidFill>
                  <a:srgbClr val="0070C0"/>
                </a:solidFill>
              </a:rPr>
              <a:t>C</a:t>
            </a:r>
            <a:r>
              <a:rPr lang="zh-CN" altLang="en-US" dirty="0"/>
              <a:t>的路径比直接</a:t>
            </a:r>
            <a:r>
              <a:rPr lang="en-US" altLang="zh-CN" b="1" dirty="0">
                <a:solidFill>
                  <a:srgbClr val="0070C0"/>
                </a:solidFill>
              </a:rPr>
              <a:t>C</a:t>
            </a:r>
            <a:r>
              <a:rPr lang="zh-CN" altLang="en-US" dirty="0"/>
              <a:t>到</a:t>
            </a:r>
            <a:r>
              <a:rPr lang="en-US" altLang="zh-CN" b="1" dirty="0">
                <a:solidFill>
                  <a:srgbClr val="0070C0"/>
                </a:solidFill>
              </a:rPr>
              <a:t>B</a:t>
            </a:r>
            <a:r>
              <a:rPr lang="zh-CN" altLang="en-US" dirty="0"/>
              <a:t>更短，</a:t>
            </a:r>
            <a:endParaRPr lang="en-US" altLang="zh-CN" dirty="0"/>
          </a:p>
          <a:p>
            <a:pPr>
              <a:lnSpc>
                <a:spcPct val="114000"/>
              </a:lnSpc>
            </a:pPr>
            <a:r>
              <a:rPr lang="zh-CN" altLang="en-US" dirty="0"/>
              <a:t>故 </a:t>
            </a:r>
            <a:r>
              <a:rPr lang="en-US" altLang="zh-CN" dirty="0"/>
              <a:t>D[0][2]</a:t>
            </a:r>
            <a:r>
              <a:rPr lang="zh-CN" altLang="en-US" dirty="0"/>
              <a:t>的</a:t>
            </a:r>
            <a:r>
              <a:rPr lang="en-US" altLang="zh-CN" dirty="0"/>
              <a:t>11 </a:t>
            </a:r>
            <a:r>
              <a:rPr lang="zh-CN" altLang="en-US" dirty="0"/>
              <a:t>更改为</a:t>
            </a:r>
            <a:r>
              <a:rPr lang="en-US" altLang="zh-CN" dirty="0"/>
              <a:t>6</a:t>
            </a:r>
            <a:r>
              <a:rPr lang="zh-CN" altLang="en-US" dirty="0"/>
              <a:t>。</a:t>
            </a:r>
            <a:endParaRPr lang="en-US" altLang="zh-CN" dirty="0"/>
          </a:p>
          <a:p>
            <a:pPr>
              <a:lnSpc>
                <a:spcPct val="114000"/>
              </a:lnSpc>
            </a:pPr>
            <a:r>
              <a:rPr lang="zh-CN" altLang="en-US" dirty="0"/>
              <a:t>数组</a:t>
            </a:r>
            <a:r>
              <a:rPr lang="en-US" altLang="zh-CN" dirty="0"/>
              <a:t>P</a:t>
            </a:r>
            <a:r>
              <a:rPr lang="zh-CN" altLang="en-US" dirty="0"/>
              <a:t>中登记新当前最短路径 </a:t>
            </a:r>
            <a:r>
              <a:rPr lang="en-US" altLang="zh-CN" b="1" dirty="0">
                <a:solidFill>
                  <a:srgbClr val="0070C0"/>
                </a:solidFill>
              </a:rPr>
              <a:t>A</a:t>
            </a:r>
            <a:r>
              <a:rPr lang="en-US" altLang="zh-CN" b="1" dirty="0">
                <a:solidFill>
                  <a:srgbClr val="FF0000"/>
                </a:solidFill>
              </a:rPr>
              <a:t>B</a:t>
            </a:r>
            <a:r>
              <a:rPr lang="en-US" altLang="zh-CN" b="1" dirty="0">
                <a:solidFill>
                  <a:srgbClr val="0070C0"/>
                </a:solidFill>
              </a:rPr>
              <a:t>C</a:t>
            </a:r>
          </a:p>
        </p:txBody>
      </p:sp>
      <p:sp>
        <p:nvSpPr>
          <p:cNvPr id="91" name="文本框 90">
            <a:extLst>
              <a:ext uri="{FF2B5EF4-FFF2-40B4-BE49-F238E27FC236}">
                <a16:creationId xmlns:a16="http://schemas.microsoft.com/office/drawing/2014/main" id="{1BF359F1-F1BD-48B0-AD01-88B4CFCEACB5}"/>
              </a:ext>
            </a:extLst>
          </p:cNvPr>
          <p:cNvSpPr txBox="1"/>
          <p:nvPr/>
        </p:nvSpPr>
        <p:spPr>
          <a:xfrm>
            <a:off x="8215384" y="4561922"/>
            <a:ext cx="3801181" cy="1969835"/>
          </a:xfrm>
          <a:prstGeom prst="rect">
            <a:avLst/>
          </a:prstGeom>
          <a:noFill/>
        </p:spPr>
        <p:txBody>
          <a:bodyPr wrap="square" rtlCol="0">
            <a:spAutoFit/>
          </a:bodyPr>
          <a:lstStyle/>
          <a:p>
            <a:pPr>
              <a:lnSpc>
                <a:spcPct val="114000"/>
              </a:lnSpc>
            </a:pPr>
            <a:r>
              <a:rPr lang="zh-CN" altLang="en-US" dirty="0"/>
              <a:t>条件语句第</a:t>
            </a:r>
            <a:r>
              <a:rPr lang="zh-CN" altLang="en-US" b="1" dirty="0">
                <a:solidFill>
                  <a:srgbClr val="C00000"/>
                </a:solidFill>
              </a:rPr>
              <a:t>三</a:t>
            </a:r>
            <a:r>
              <a:rPr lang="zh-CN" altLang="en-US" dirty="0"/>
              <a:t>次成立出现在 </a:t>
            </a:r>
            <a:endParaRPr lang="en-US" altLang="zh-CN" dirty="0"/>
          </a:p>
          <a:p>
            <a:pPr>
              <a:lnSpc>
                <a:spcPct val="114000"/>
              </a:lnSpc>
            </a:pPr>
            <a:r>
              <a:rPr lang="en-US" altLang="zh-CN" dirty="0"/>
              <a:t>u=2(C)</a:t>
            </a:r>
            <a:r>
              <a:rPr lang="zh-CN" altLang="en-US" dirty="0"/>
              <a:t>、</a:t>
            </a:r>
            <a:r>
              <a:rPr lang="en-US" altLang="zh-CN" dirty="0"/>
              <a:t>v=1(B)</a:t>
            </a:r>
            <a:r>
              <a:rPr lang="zh-CN" altLang="en-US" dirty="0"/>
              <a:t>和</a:t>
            </a:r>
            <a:r>
              <a:rPr lang="en-US" altLang="zh-CN" dirty="0"/>
              <a:t>w=0(A)</a:t>
            </a:r>
            <a:r>
              <a:rPr lang="zh-CN" altLang="en-US" dirty="0"/>
              <a:t>，</a:t>
            </a:r>
            <a:r>
              <a:rPr lang="en-US" altLang="zh-CN" dirty="0"/>
              <a:t> </a:t>
            </a:r>
          </a:p>
          <a:p>
            <a:pPr>
              <a:lnSpc>
                <a:spcPct val="114000"/>
              </a:lnSpc>
            </a:pPr>
            <a:r>
              <a:rPr lang="zh-CN" altLang="en-US" dirty="0"/>
              <a:t>此时，</a:t>
            </a:r>
            <a:r>
              <a:rPr lang="en-US" altLang="zh-CN" dirty="0"/>
              <a:t>2 + 3 = 5 &lt; 6,</a:t>
            </a:r>
          </a:p>
          <a:p>
            <a:pPr>
              <a:lnSpc>
                <a:spcPct val="114000"/>
              </a:lnSpc>
            </a:pPr>
            <a:r>
              <a:rPr lang="zh-CN" altLang="en-US" dirty="0"/>
              <a:t>即</a:t>
            </a:r>
            <a:r>
              <a:rPr lang="en-US" altLang="zh-CN" b="1" dirty="0">
                <a:solidFill>
                  <a:srgbClr val="0070C0"/>
                </a:solidFill>
              </a:rPr>
              <a:t>B</a:t>
            </a:r>
            <a:r>
              <a:rPr lang="zh-CN" altLang="en-US" dirty="0"/>
              <a:t>经</a:t>
            </a:r>
            <a:r>
              <a:rPr lang="en-US" altLang="zh-CN" b="1" dirty="0">
                <a:solidFill>
                  <a:srgbClr val="FF0000"/>
                </a:solidFill>
              </a:rPr>
              <a:t>C</a:t>
            </a:r>
            <a:r>
              <a:rPr lang="zh-CN" altLang="en-US" dirty="0"/>
              <a:t>到</a:t>
            </a:r>
            <a:r>
              <a:rPr lang="en-US" altLang="zh-CN" b="1" dirty="0">
                <a:solidFill>
                  <a:srgbClr val="0070C0"/>
                </a:solidFill>
              </a:rPr>
              <a:t>A</a:t>
            </a:r>
            <a:r>
              <a:rPr lang="zh-CN" altLang="en-US" dirty="0"/>
              <a:t>的路径比直接</a:t>
            </a:r>
            <a:r>
              <a:rPr lang="en-US" altLang="zh-CN" b="1" dirty="0">
                <a:solidFill>
                  <a:srgbClr val="0070C0"/>
                </a:solidFill>
              </a:rPr>
              <a:t>B</a:t>
            </a:r>
            <a:r>
              <a:rPr lang="zh-CN" altLang="en-US" dirty="0"/>
              <a:t>到</a:t>
            </a:r>
            <a:r>
              <a:rPr lang="en-US" altLang="zh-CN" b="1" dirty="0">
                <a:solidFill>
                  <a:srgbClr val="0070C0"/>
                </a:solidFill>
              </a:rPr>
              <a:t>A</a:t>
            </a:r>
            <a:r>
              <a:rPr lang="zh-CN" altLang="en-US" dirty="0"/>
              <a:t>更短，</a:t>
            </a:r>
            <a:endParaRPr lang="en-US" altLang="zh-CN" dirty="0"/>
          </a:p>
          <a:p>
            <a:pPr>
              <a:lnSpc>
                <a:spcPct val="114000"/>
              </a:lnSpc>
            </a:pPr>
            <a:r>
              <a:rPr lang="zh-CN" altLang="en-US" dirty="0"/>
              <a:t>故 </a:t>
            </a:r>
            <a:r>
              <a:rPr lang="en-US" altLang="zh-CN" dirty="0"/>
              <a:t>D[1][0]</a:t>
            </a:r>
            <a:r>
              <a:rPr lang="zh-CN" altLang="en-US" dirty="0"/>
              <a:t>的</a:t>
            </a:r>
            <a:r>
              <a:rPr lang="en-US" altLang="zh-CN" dirty="0"/>
              <a:t>6 </a:t>
            </a:r>
            <a:r>
              <a:rPr lang="zh-CN" altLang="en-US" dirty="0"/>
              <a:t>更改为</a:t>
            </a:r>
            <a:r>
              <a:rPr lang="en-US" altLang="zh-CN" dirty="0"/>
              <a:t>5</a:t>
            </a:r>
            <a:r>
              <a:rPr lang="zh-CN" altLang="en-US" dirty="0"/>
              <a:t>。</a:t>
            </a:r>
            <a:endParaRPr lang="en-US" altLang="zh-CN" dirty="0"/>
          </a:p>
          <a:p>
            <a:pPr>
              <a:lnSpc>
                <a:spcPct val="114000"/>
              </a:lnSpc>
            </a:pPr>
            <a:r>
              <a:rPr lang="zh-CN" altLang="en-US" dirty="0"/>
              <a:t>数组</a:t>
            </a:r>
            <a:r>
              <a:rPr lang="en-US" altLang="zh-CN" dirty="0"/>
              <a:t>P</a:t>
            </a:r>
            <a:r>
              <a:rPr lang="zh-CN" altLang="en-US" dirty="0"/>
              <a:t>中登记新当前最短路径 </a:t>
            </a:r>
            <a:r>
              <a:rPr lang="en-US" altLang="zh-CN" b="1" dirty="0">
                <a:solidFill>
                  <a:srgbClr val="0070C0"/>
                </a:solidFill>
              </a:rPr>
              <a:t>B</a:t>
            </a:r>
            <a:r>
              <a:rPr lang="en-US" altLang="zh-CN" b="1" dirty="0">
                <a:solidFill>
                  <a:srgbClr val="FF0000"/>
                </a:solidFill>
              </a:rPr>
              <a:t>C</a:t>
            </a:r>
            <a:r>
              <a:rPr lang="en-US" altLang="zh-CN" b="1" dirty="0">
                <a:solidFill>
                  <a:srgbClr val="0070C0"/>
                </a:solidFill>
              </a:rPr>
              <a:t>A</a:t>
            </a:r>
          </a:p>
        </p:txBody>
      </p:sp>
      <p:sp>
        <p:nvSpPr>
          <p:cNvPr id="4" name="文本框 5">
            <a:extLst>
              <a:ext uri="{FF2B5EF4-FFF2-40B4-BE49-F238E27FC236}">
                <a16:creationId xmlns:a16="http://schemas.microsoft.com/office/drawing/2014/main" id="{B25C1F85-E9CA-1F01-2C93-C5D812C3F144}"/>
              </a:ext>
            </a:extLst>
          </p:cNvPr>
          <p:cNvSpPr txBox="1"/>
          <p:nvPr/>
        </p:nvSpPr>
        <p:spPr>
          <a:xfrm>
            <a:off x="1243740" y="235380"/>
            <a:ext cx="5086861"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None/>
            </a:pPr>
            <a:r>
              <a:rPr lang="en-US" altLang="zh-CN" sz="2400" b="1" kern="100" spc="-1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7.5.2  </a:t>
            </a:r>
            <a:r>
              <a:rPr lang="zh-CN" altLang="en-US" sz="2400" b="1" kern="100" spc="-1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每一对</a:t>
            </a:r>
            <a:r>
              <a:rPr lang="zh-CN" altLang="zh-CN" sz="2400" b="1" kern="100" spc="-1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顶点</a:t>
            </a:r>
            <a:r>
              <a:rPr lang="zh-CN" altLang="en-US" sz="2400" b="1" kern="100" spc="-1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之间</a:t>
            </a:r>
            <a:r>
              <a:rPr lang="zh-CN" altLang="zh-CN" sz="2400" b="1" kern="100" spc="-1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的最短路径</a:t>
            </a:r>
            <a:endParaRPr lang="zh-CN" altLang="zh-CN" sz="2400" b="1" kern="100" spc="-1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灯片编号占位符 1">
            <a:extLst>
              <a:ext uri="{FF2B5EF4-FFF2-40B4-BE49-F238E27FC236}">
                <a16:creationId xmlns:a16="http://schemas.microsoft.com/office/drawing/2014/main" id="{9148F4C2-2702-4212-2361-FDB50D714A17}"/>
              </a:ext>
            </a:extLst>
          </p:cNvPr>
          <p:cNvSpPr>
            <a:spLocks noGrp="1"/>
          </p:cNvSpPr>
          <p:nvPr/>
        </p:nvSpPr>
        <p:spPr>
          <a:xfrm>
            <a:off x="8836620" y="646751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30</a:t>
            </a:fld>
            <a:endParaRPr lang="zh-CN" altLang="en-US" dirty="0"/>
          </a:p>
        </p:txBody>
      </p:sp>
    </p:spTree>
    <p:extLst>
      <p:ext uri="{BB962C8B-B14F-4D97-AF65-F5344CB8AC3E}">
        <p14:creationId xmlns:p14="http://schemas.microsoft.com/office/powerpoint/2010/main" val="271499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animEffect transition="in" filter="wipe(left)">
                                      <p:cBhvr>
                                        <p:cTn id="7" dur="500"/>
                                        <p:tgtEl>
                                          <p:spTgt spid="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84"/>
                                        </p:tgtEl>
                                      </p:cBhvr>
                                    </p:animEffect>
                                    <p:animScale>
                                      <p:cBhvr>
                                        <p:cTn id="12" dur="250" autoRev="1" fill="hold"/>
                                        <p:tgtEl>
                                          <p:spTgt spid="84"/>
                                        </p:tgtEl>
                                      </p:cBhvr>
                                      <p:by x="105000" y="105000"/>
                                    </p:animScale>
                                  </p:childTnLst>
                                </p:cTn>
                              </p:par>
                            </p:childTnLst>
                          </p:cTn>
                        </p:par>
                        <p:par>
                          <p:cTn id="13" fill="hold">
                            <p:stCondLst>
                              <p:cond delay="500"/>
                            </p:stCondLst>
                            <p:childTnLst>
                              <p:par>
                                <p:cTn id="14" presetID="42" presetClass="path" presetSubtype="0" accel="50000" decel="50000" fill="hold" grpId="0" nodeType="afterEffect">
                                  <p:stCondLst>
                                    <p:cond delay="0"/>
                                  </p:stCondLst>
                                  <p:childTnLst>
                                    <p:animMotion origin="layout" path="M 5E-6 4.81481E-6 L -0.21641 0.30208 " pathEditMode="relative" rAng="0" ptsTypes="AA">
                                      <p:cBhvr>
                                        <p:cTn id="15" dur="2000" fill="hold"/>
                                        <p:tgtEl>
                                          <p:spTgt spid="87"/>
                                        </p:tgtEl>
                                        <p:attrNameLst>
                                          <p:attrName>ppt_x</p:attrName>
                                          <p:attrName>ppt_y</p:attrName>
                                        </p:attrNameLst>
                                      </p:cBhvr>
                                      <p:rCtr x="-10820" y="15093"/>
                                    </p:animMotion>
                                  </p:childTnLst>
                                </p:cTn>
                              </p:par>
                              <p:par>
                                <p:cTn id="16" presetID="42" presetClass="path" presetSubtype="0" accel="50000" decel="50000" fill="hold" grpId="0" nodeType="withEffect">
                                  <p:stCondLst>
                                    <p:cond delay="0"/>
                                  </p:stCondLst>
                                  <p:childTnLst>
                                    <p:animMotion origin="layout" path="M -4.16667E-7 4.81481E-6 L -0.20924 0.30069 " pathEditMode="relative" rAng="0" ptsTypes="AA">
                                      <p:cBhvr>
                                        <p:cTn id="17" dur="2000" fill="hold"/>
                                        <p:tgtEl>
                                          <p:spTgt spid="96"/>
                                        </p:tgtEl>
                                        <p:attrNameLst>
                                          <p:attrName>ppt_x</p:attrName>
                                          <p:attrName>ppt_y</p:attrName>
                                        </p:attrNameLst>
                                      </p:cBhvr>
                                      <p:rCtr x="-10469" y="15023"/>
                                    </p:animMotion>
                                  </p:childTnLst>
                                </p:cTn>
                              </p:par>
                              <p:par>
                                <p:cTn id="18" presetID="42" presetClass="path" presetSubtype="0" accel="50000" decel="50000" fill="hold" grpId="1" nodeType="withEffect">
                                  <p:stCondLst>
                                    <p:cond delay="0"/>
                                  </p:stCondLst>
                                  <p:childTnLst>
                                    <p:animMotion origin="layout" path="M 5E-6 -3.7037E-6 L -0.20391 0.30024 " pathEditMode="relative" rAng="0" ptsTypes="AA">
                                      <p:cBhvr>
                                        <p:cTn id="19" dur="2000" fill="hold"/>
                                        <p:tgtEl>
                                          <p:spTgt spid="97"/>
                                        </p:tgtEl>
                                        <p:attrNameLst>
                                          <p:attrName>ppt_x</p:attrName>
                                          <p:attrName>ppt_y</p:attrName>
                                        </p:attrNameLst>
                                      </p:cBhvr>
                                      <p:rCtr x="-10195" y="15000"/>
                                    </p:animMotion>
                                  </p:childTnLst>
                                </p:cTn>
                              </p:par>
                              <p:par>
                                <p:cTn id="20" presetID="42" presetClass="path" presetSubtype="0" accel="50000" decel="50000" fill="hold" grpId="0" nodeType="withEffect">
                                  <p:stCondLst>
                                    <p:cond delay="500"/>
                                  </p:stCondLst>
                                  <p:childTnLst>
                                    <p:animMotion origin="layout" path="M 4.79167E-6 -4.44444E-6 L -0.21667 0.30926 " pathEditMode="relative" rAng="0" ptsTypes="AA">
                                      <p:cBhvr>
                                        <p:cTn id="21" dur="2000" fill="hold"/>
                                        <p:tgtEl>
                                          <p:spTgt spid="98"/>
                                        </p:tgtEl>
                                        <p:attrNameLst>
                                          <p:attrName>ppt_x</p:attrName>
                                          <p:attrName>ppt_y</p:attrName>
                                        </p:attrNameLst>
                                      </p:cBhvr>
                                      <p:rCtr x="-10833" y="15463"/>
                                    </p:animMotion>
                                  </p:childTnLst>
                                </p:cTn>
                              </p:par>
                              <p:par>
                                <p:cTn id="22" presetID="42" presetClass="path" presetSubtype="0" accel="50000" decel="50000" fill="hold" grpId="0" nodeType="withEffect">
                                  <p:stCondLst>
                                    <p:cond delay="500"/>
                                  </p:stCondLst>
                                  <p:childTnLst>
                                    <p:animMotion origin="layout" path="M -2.08333E-7 -1.11111E-6 L -0.20937 0.31204 " pathEditMode="relative" rAng="0" ptsTypes="AA">
                                      <p:cBhvr>
                                        <p:cTn id="23" dur="2000" fill="hold"/>
                                        <p:tgtEl>
                                          <p:spTgt spid="99"/>
                                        </p:tgtEl>
                                        <p:attrNameLst>
                                          <p:attrName>ppt_x</p:attrName>
                                          <p:attrName>ppt_y</p:attrName>
                                        </p:attrNameLst>
                                      </p:cBhvr>
                                      <p:rCtr x="-10469" y="15602"/>
                                    </p:animMotion>
                                  </p:childTnLst>
                                </p:cTn>
                              </p:par>
                              <p:par>
                                <p:cTn id="24" presetID="42" presetClass="path" presetSubtype="0" accel="50000" decel="50000" fill="hold" grpId="0" nodeType="withEffect">
                                  <p:stCondLst>
                                    <p:cond delay="500"/>
                                  </p:stCondLst>
                                  <p:childTnLst>
                                    <p:animMotion origin="layout" path="M -4.58333E-6 -4.44444E-6 L -0.2039 0.30996 " pathEditMode="relative" rAng="0" ptsTypes="AA">
                                      <p:cBhvr>
                                        <p:cTn id="25" dur="2000" fill="hold"/>
                                        <p:tgtEl>
                                          <p:spTgt spid="100"/>
                                        </p:tgtEl>
                                        <p:attrNameLst>
                                          <p:attrName>ppt_x</p:attrName>
                                          <p:attrName>ppt_y</p:attrName>
                                        </p:attrNameLst>
                                      </p:cBhvr>
                                      <p:rCtr x="-10195" y="15486"/>
                                    </p:animMotion>
                                  </p:childTnLst>
                                </p:cTn>
                              </p:par>
                              <p:par>
                                <p:cTn id="26" presetID="42" presetClass="path" presetSubtype="0" accel="50000" decel="50000" fill="hold" grpId="0" nodeType="withEffect">
                                  <p:stCondLst>
                                    <p:cond delay="1000"/>
                                  </p:stCondLst>
                                  <p:childTnLst>
                                    <p:animMotion origin="layout" path="M 5E-6 2.22222E-6 L -0.21654 0.3162 " pathEditMode="relative" rAng="0" ptsTypes="AA">
                                      <p:cBhvr>
                                        <p:cTn id="27" dur="2000" fill="hold"/>
                                        <p:tgtEl>
                                          <p:spTgt spid="101"/>
                                        </p:tgtEl>
                                        <p:attrNameLst>
                                          <p:attrName>ppt_x</p:attrName>
                                          <p:attrName>ppt_y</p:attrName>
                                        </p:attrNameLst>
                                      </p:cBhvr>
                                      <p:rCtr x="-10833" y="15810"/>
                                    </p:animMotion>
                                  </p:childTnLst>
                                </p:cTn>
                              </p:par>
                              <p:par>
                                <p:cTn id="28" presetID="42" presetClass="path" presetSubtype="0" accel="50000" decel="50000" fill="hold" grpId="0" nodeType="withEffect">
                                  <p:stCondLst>
                                    <p:cond delay="1000"/>
                                  </p:stCondLst>
                                  <p:childTnLst>
                                    <p:animMotion origin="layout" path="M -2.08333E-7 1.11111E-6 L -0.21159 0.31944 " pathEditMode="relative" rAng="0" ptsTypes="AA">
                                      <p:cBhvr>
                                        <p:cTn id="29" dur="2000" fill="hold"/>
                                        <p:tgtEl>
                                          <p:spTgt spid="102"/>
                                        </p:tgtEl>
                                        <p:attrNameLst>
                                          <p:attrName>ppt_x</p:attrName>
                                          <p:attrName>ppt_y</p:attrName>
                                        </p:attrNameLst>
                                      </p:cBhvr>
                                      <p:rCtr x="-10586" y="15972"/>
                                    </p:animMotion>
                                  </p:childTnLst>
                                </p:cTn>
                              </p:par>
                              <p:par>
                                <p:cTn id="30" presetID="42" presetClass="path" presetSubtype="0" accel="50000" decel="50000" fill="hold" grpId="0" nodeType="withEffect">
                                  <p:stCondLst>
                                    <p:cond delay="1000"/>
                                  </p:stCondLst>
                                  <p:childTnLst>
                                    <p:animMotion origin="layout" path="M -4.58333E-6 -1.85185E-6 L -0.2039 0.31968 " pathEditMode="relative" rAng="0" ptsTypes="AA">
                                      <p:cBhvr>
                                        <p:cTn id="31" dur="2000" fill="hold"/>
                                        <p:tgtEl>
                                          <p:spTgt spid="103"/>
                                        </p:tgtEl>
                                        <p:attrNameLst>
                                          <p:attrName>ppt_x</p:attrName>
                                          <p:attrName>ppt_y</p:attrName>
                                        </p:attrNameLst>
                                      </p:cBhvr>
                                      <p:rCtr x="-10195" y="15972"/>
                                    </p:animMotion>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85">
                                            <p:txEl>
                                              <p:pRg st="1" end="1"/>
                                            </p:txEl>
                                          </p:spTgt>
                                        </p:tgtEl>
                                        <p:attrNameLst>
                                          <p:attrName>style.visibility</p:attrName>
                                        </p:attrNameLst>
                                      </p:cBhvr>
                                      <p:to>
                                        <p:strVal val="visible"/>
                                      </p:to>
                                    </p:set>
                                    <p:animEffect transition="in" filter="wipe(left)">
                                      <p:cBhvr>
                                        <p:cTn id="36" dur="500"/>
                                        <p:tgtEl>
                                          <p:spTgt spid="85">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7" presetClass="emph" presetSubtype="0" fill="remove" grpId="1" nodeType="clickEffect">
                                  <p:stCondLst>
                                    <p:cond delay="0"/>
                                  </p:stCondLst>
                                  <p:childTnLst>
                                    <p:animClr clrSpc="rgb" dir="cw">
                                      <p:cBhvr override="childStyle">
                                        <p:cTn id="40" dur="250" autoRev="1" fill="remove"/>
                                        <p:tgtEl>
                                          <p:spTgt spid="96"/>
                                        </p:tgtEl>
                                        <p:attrNameLst>
                                          <p:attrName>style.color</p:attrName>
                                        </p:attrNameLst>
                                      </p:cBhvr>
                                      <p:to>
                                        <a:schemeClr val="accent2"/>
                                      </p:to>
                                    </p:animClr>
                                    <p:animClr clrSpc="rgb" dir="cw">
                                      <p:cBhvr>
                                        <p:cTn id="41" dur="250" autoRev="1" fill="remove"/>
                                        <p:tgtEl>
                                          <p:spTgt spid="96"/>
                                        </p:tgtEl>
                                        <p:attrNameLst>
                                          <p:attrName>fillcolor</p:attrName>
                                        </p:attrNameLst>
                                      </p:cBhvr>
                                      <p:to>
                                        <a:schemeClr val="accent2"/>
                                      </p:to>
                                    </p:animClr>
                                    <p:set>
                                      <p:cBhvr>
                                        <p:cTn id="42" dur="250" autoRev="1" fill="remove"/>
                                        <p:tgtEl>
                                          <p:spTgt spid="96"/>
                                        </p:tgtEl>
                                        <p:attrNameLst>
                                          <p:attrName>fill.type</p:attrName>
                                        </p:attrNameLst>
                                      </p:cBhvr>
                                      <p:to>
                                        <p:strVal val="solid"/>
                                      </p:to>
                                    </p:set>
                                    <p:set>
                                      <p:cBhvr>
                                        <p:cTn id="43" dur="250" autoRev="1" fill="remove"/>
                                        <p:tgtEl>
                                          <p:spTgt spid="96"/>
                                        </p:tgtEl>
                                        <p:attrNameLst>
                                          <p:attrName>fill.on</p:attrName>
                                        </p:attrNameLst>
                                      </p:cBhvr>
                                      <p:to>
                                        <p:strVal val="true"/>
                                      </p:to>
                                    </p:set>
                                  </p:childTnLst>
                                </p:cTn>
                              </p:par>
                            </p:childTnLst>
                          </p:cTn>
                        </p:par>
                        <p:par>
                          <p:cTn id="44" fill="hold">
                            <p:stCondLst>
                              <p:cond delay="500"/>
                            </p:stCondLst>
                            <p:childTnLst>
                              <p:par>
                                <p:cTn id="45" presetID="26" presetClass="emph" presetSubtype="0" fill="hold" nodeType="afterEffect">
                                  <p:stCondLst>
                                    <p:cond delay="0"/>
                                  </p:stCondLst>
                                  <p:childTnLst>
                                    <p:animEffect transition="out" filter="fade">
                                      <p:cBhvr>
                                        <p:cTn id="46" dur="1000" tmFilter="0, 0; .2, .5; .8, .5; 1, 0"/>
                                        <p:tgtEl>
                                          <p:spTgt spid="31"/>
                                        </p:tgtEl>
                                      </p:cBhvr>
                                    </p:animEffect>
                                    <p:animScale>
                                      <p:cBhvr>
                                        <p:cTn id="47" dur="500" autoRev="1" fill="hold"/>
                                        <p:tgtEl>
                                          <p:spTgt spid="31"/>
                                        </p:tgtEl>
                                      </p:cBhvr>
                                      <p:by x="105000" y="105000"/>
                                    </p:animScale>
                                  </p:childTnLst>
                                </p:cTn>
                              </p:par>
                              <p:par>
                                <p:cTn id="48" presetID="1" presetClass="entr" presetSubtype="0" fill="hold" grpId="1" nodeType="withEffect">
                                  <p:stCondLst>
                                    <p:cond delay="0"/>
                                  </p:stCondLst>
                                  <p:childTnLst>
                                    <p:set>
                                      <p:cBhvr>
                                        <p:cTn id="49" dur="1" fill="hold">
                                          <p:stCondLst>
                                            <p:cond delay="0"/>
                                          </p:stCondLst>
                                        </p:cTn>
                                        <p:tgtEl>
                                          <p:spTgt spid="106"/>
                                        </p:tgtEl>
                                        <p:attrNameLst>
                                          <p:attrName>style.visibility</p:attrName>
                                        </p:attrNameLst>
                                      </p:cBhvr>
                                      <p:to>
                                        <p:strVal val="visible"/>
                                      </p:to>
                                    </p:set>
                                  </p:childTnLst>
                                </p:cTn>
                              </p:par>
                              <p:par>
                                <p:cTn id="50" presetID="27" presetClass="emph" presetSubtype="0" fill="remove" grpId="0" nodeType="withEffect">
                                  <p:stCondLst>
                                    <p:cond delay="0"/>
                                  </p:stCondLst>
                                  <p:childTnLst>
                                    <p:animClr clrSpc="rgb" dir="cw">
                                      <p:cBhvr override="childStyle">
                                        <p:cTn id="51" dur="500" autoRev="1" fill="remove"/>
                                        <p:tgtEl>
                                          <p:spTgt spid="106"/>
                                        </p:tgtEl>
                                        <p:attrNameLst>
                                          <p:attrName>style.color</p:attrName>
                                        </p:attrNameLst>
                                      </p:cBhvr>
                                      <p:to>
                                        <a:schemeClr val="accent2"/>
                                      </p:to>
                                    </p:animClr>
                                    <p:animClr clrSpc="rgb" dir="cw">
                                      <p:cBhvr>
                                        <p:cTn id="52" dur="500" autoRev="1" fill="remove"/>
                                        <p:tgtEl>
                                          <p:spTgt spid="106"/>
                                        </p:tgtEl>
                                        <p:attrNameLst>
                                          <p:attrName>fillcolor</p:attrName>
                                        </p:attrNameLst>
                                      </p:cBhvr>
                                      <p:to>
                                        <a:schemeClr val="accent2"/>
                                      </p:to>
                                    </p:animClr>
                                    <p:set>
                                      <p:cBhvr>
                                        <p:cTn id="53" dur="500" autoRev="1" fill="remove"/>
                                        <p:tgtEl>
                                          <p:spTgt spid="106"/>
                                        </p:tgtEl>
                                        <p:attrNameLst>
                                          <p:attrName>fill.type</p:attrName>
                                        </p:attrNameLst>
                                      </p:cBhvr>
                                      <p:to>
                                        <p:strVal val="solid"/>
                                      </p:to>
                                    </p:set>
                                    <p:set>
                                      <p:cBhvr>
                                        <p:cTn id="54" dur="500" autoRev="1" fill="remove"/>
                                        <p:tgtEl>
                                          <p:spTgt spid="106"/>
                                        </p:tgtEl>
                                        <p:attrNameLst>
                                          <p:attrName>fill.on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27" presetClass="emph" presetSubtype="0" fill="remove" grpId="0" nodeType="clickEffect">
                                  <p:stCondLst>
                                    <p:cond delay="0"/>
                                  </p:stCondLst>
                                  <p:childTnLst>
                                    <p:animClr clrSpc="rgb" dir="cw">
                                      <p:cBhvr override="childStyle">
                                        <p:cTn id="58" dur="250" autoRev="1" fill="remove"/>
                                        <p:tgtEl>
                                          <p:spTgt spid="97"/>
                                        </p:tgtEl>
                                        <p:attrNameLst>
                                          <p:attrName>style.color</p:attrName>
                                        </p:attrNameLst>
                                      </p:cBhvr>
                                      <p:to>
                                        <a:schemeClr val="accent2"/>
                                      </p:to>
                                    </p:animClr>
                                    <p:animClr clrSpc="rgb" dir="cw">
                                      <p:cBhvr>
                                        <p:cTn id="59" dur="250" autoRev="1" fill="remove"/>
                                        <p:tgtEl>
                                          <p:spTgt spid="97"/>
                                        </p:tgtEl>
                                        <p:attrNameLst>
                                          <p:attrName>fillcolor</p:attrName>
                                        </p:attrNameLst>
                                      </p:cBhvr>
                                      <p:to>
                                        <a:schemeClr val="accent2"/>
                                      </p:to>
                                    </p:animClr>
                                    <p:set>
                                      <p:cBhvr>
                                        <p:cTn id="60" dur="250" autoRev="1" fill="remove"/>
                                        <p:tgtEl>
                                          <p:spTgt spid="97"/>
                                        </p:tgtEl>
                                        <p:attrNameLst>
                                          <p:attrName>fill.type</p:attrName>
                                        </p:attrNameLst>
                                      </p:cBhvr>
                                      <p:to>
                                        <p:strVal val="solid"/>
                                      </p:to>
                                    </p:set>
                                    <p:set>
                                      <p:cBhvr>
                                        <p:cTn id="61" dur="250" autoRev="1" fill="remove"/>
                                        <p:tgtEl>
                                          <p:spTgt spid="97"/>
                                        </p:tgtEl>
                                        <p:attrNameLst>
                                          <p:attrName>fill.on</p:attrName>
                                        </p:attrNameLst>
                                      </p:cBhvr>
                                      <p:to>
                                        <p:strVal val="true"/>
                                      </p:to>
                                    </p:set>
                                  </p:childTnLst>
                                </p:cTn>
                              </p:par>
                            </p:childTnLst>
                          </p:cTn>
                        </p:par>
                        <p:par>
                          <p:cTn id="62" fill="hold">
                            <p:stCondLst>
                              <p:cond delay="500"/>
                            </p:stCondLst>
                            <p:childTnLst>
                              <p:par>
                                <p:cTn id="63" presetID="26" presetClass="emph" presetSubtype="0" fill="hold" nodeType="afterEffect">
                                  <p:stCondLst>
                                    <p:cond delay="0"/>
                                  </p:stCondLst>
                                  <p:childTnLst>
                                    <p:animEffect transition="out" filter="fade">
                                      <p:cBhvr>
                                        <p:cTn id="64" dur="1000" tmFilter="0, 0; .2, .5; .8, .5; 1, 0"/>
                                        <p:tgtEl>
                                          <p:spTgt spid="37"/>
                                        </p:tgtEl>
                                      </p:cBhvr>
                                    </p:animEffect>
                                    <p:animScale>
                                      <p:cBhvr>
                                        <p:cTn id="65" dur="500" autoRev="1" fill="hold"/>
                                        <p:tgtEl>
                                          <p:spTgt spid="37"/>
                                        </p:tgtEl>
                                      </p:cBhvr>
                                      <p:by x="105000" y="105000"/>
                                    </p:animScale>
                                  </p:childTnLst>
                                </p:cTn>
                              </p:par>
                              <p:par>
                                <p:cTn id="66" presetID="1" presetClass="entr" presetSubtype="0" fill="hold" grpId="1" nodeType="withEffect">
                                  <p:stCondLst>
                                    <p:cond delay="0"/>
                                  </p:stCondLst>
                                  <p:childTnLst>
                                    <p:set>
                                      <p:cBhvr>
                                        <p:cTn id="67" dur="1" fill="hold">
                                          <p:stCondLst>
                                            <p:cond delay="0"/>
                                          </p:stCondLst>
                                        </p:cTn>
                                        <p:tgtEl>
                                          <p:spTgt spid="107"/>
                                        </p:tgtEl>
                                        <p:attrNameLst>
                                          <p:attrName>style.visibility</p:attrName>
                                        </p:attrNameLst>
                                      </p:cBhvr>
                                      <p:to>
                                        <p:strVal val="visible"/>
                                      </p:to>
                                    </p:set>
                                  </p:childTnLst>
                                </p:cTn>
                              </p:par>
                              <p:par>
                                <p:cTn id="68" presetID="27" presetClass="emph" presetSubtype="0" fill="remove" grpId="0" nodeType="withEffect">
                                  <p:stCondLst>
                                    <p:cond delay="0"/>
                                  </p:stCondLst>
                                  <p:childTnLst>
                                    <p:animClr clrSpc="rgb" dir="cw">
                                      <p:cBhvr override="childStyle">
                                        <p:cTn id="69" dur="250" autoRev="1" fill="remove"/>
                                        <p:tgtEl>
                                          <p:spTgt spid="107"/>
                                        </p:tgtEl>
                                        <p:attrNameLst>
                                          <p:attrName>style.color</p:attrName>
                                        </p:attrNameLst>
                                      </p:cBhvr>
                                      <p:to>
                                        <a:schemeClr val="accent2"/>
                                      </p:to>
                                    </p:animClr>
                                    <p:animClr clrSpc="rgb" dir="cw">
                                      <p:cBhvr>
                                        <p:cTn id="70" dur="250" autoRev="1" fill="remove"/>
                                        <p:tgtEl>
                                          <p:spTgt spid="107"/>
                                        </p:tgtEl>
                                        <p:attrNameLst>
                                          <p:attrName>fillcolor</p:attrName>
                                        </p:attrNameLst>
                                      </p:cBhvr>
                                      <p:to>
                                        <a:schemeClr val="accent2"/>
                                      </p:to>
                                    </p:animClr>
                                    <p:set>
                                      <p:cBhvr>
                                        <p:cTn id="71" dur="250" autoRev="1" fill="remove"/>
                                        <p:tgtEl>
                                          <p:spTgt spid="107"/>
                                        </p:tgtEl>
                                        <p:attrNameLst>
                                          <p:attrName>fill.type</p:attrName>
                                        </p:attrNameLst>
                                      </p:cBhvr>
                                      <p:to>
                                        <p:strVal val="solid"/>
                                      </p:to>
                                    </p:set>
                                    <p:set>
                                      <p:cBhvr>
                                        <p:cTn id="72" dur="250" autoRev="1" fill="remove"/>
                                        <p:tgtEl>
                                          <p:spTgt spid="107"/>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27" presetClass="emph" presetSubtype="0" fill="remove" grpId="1" nodeType="clickEffect">
                                  <p:stCondLst>
                                    <p:cond delay="0"/>
                                  </p:stCondLst>
                                  <p:childTnLst>
                                    <p:animClr clrSpc="rgb" dir="cw">
                                      <p:cBhvr override="childStyle">
                                        <p:cTn id="76" dur="250" autoRev="1" fill="remove"/>
                                        <p:tgtEl>
                                          <p:spTgt spid="98"/>
                                        </p:tgtEl>
                                        <p:attrNameLst>
                                          <p:attrName>style.color</p:attrName>
                                        </p:attrNameLst>
                                      </p:cBhvr>
                                      <p:to>
                                        <a:schemeClr val="accent2"/>
                                      </p:to>
                                    </p:animClr>
                                    <p:animClr clrSpc="rgb" dir="cw">
                                      <p:cBhvr>
                                        <p:cTn id="77" dur="250" autoRev="1" fill="remove"/>
                                        <p:tgtEl>
                                          <p:spTgt spid="98"/>
                                        </p:tgtEl>
                                        <p:attrNameLst>
                                          <p:attrName>fillcolor</p:attrName>
                                        </p:attrNameLst>
                                      </p:cBhvr>
                                      <p:to>
                                        <a:schemeClr val="accent2"/>
                                      </p:to>
                                    </p:animClr>
                                    <p:set>
                                      <p:cBhvr>
                                        <p:cTn id="78" dur="250" autoRev="1" fill="remove"/>
                                        <p:tgtEl>
                                          <p:spTgt spid="98"/>
                                        </p:tgtEl>
                                        <p:attrNameLst>
                                          <p:attrName>fill.type</p:attrName>
                                        </p:attrNameLst>
                                      </p:cBhvr>
                                      <p:to>
                                        <p:strVal val="solid"/>
                                      </p:to>
                                    </p:set>
                                    <p:set>
                                      <p:cBhvr>
                                        <p:cTn id="79" dur="250" autoRev="1" fill="remove"/>
                                        <p:tgtEl>
                                          <p:spTgt spid="98"/>
                                        </p:tgtEl>
                                        <p:attrNameLst>
                                          <p:attrName>fill.on</p:attrName>
                                        </p:attrNameLst>
                                      </p:cBhvr>
                                      <p:to>
                                        <p:strVal val="true"/>
                                      </p:to>
                                    </p:set>
                                  </p:childTnLst>
                                </p:cTn>
                              </p:par>
                            </p:childTnLst>
                          </p:cTn>
                        </p:par>
                        <p:par>
                          <p:cTn id="80" fill="hold">
                            <p:stCondLst>
                              <p:cond delay="500"/>
                            </p:stCondLst>
                            <p:childTnLst>
                              <p:par>
                                <p:cTn id="81" presetID="26" presetClass="emph" presetSubtype="0" fill="hold" nodeType="afterEffect">
                                  <p:stCondLst>
                                    <p:cond delay="0"/>
                                  </p:stCondLst>
                                  <p:childTnLst>
                                    <p:animEffect transition="out" filter="fade">
                                      <p:cBhvr>
                                        <p:cTn id="82" dur="1000" tmFilter="0, 0; .2, .5; .8, .5; 1, 0"/>
                                        <p:tgtEl>
                                          <p:spTgt spid="29"/>
                                        </p:tgtEl>
                                      </p:cBhvr>
                                    </p:animEffect>
                                    <p:animScale>
                                      <p:cBhvr>
                                        <p:cTn id="83" dur="500" autoRev="1" fill="hold"/>
                                        <p:tgtEl>
                                          <p:spTgt spid="29"/>
                                        </p:tgtEl>
                                      </p:cBhvr>
                                      <p:by x="105000" y="105000"/>
                                    </p:animScale>
                                  </p:childTnLst>
                                </p:cTn>
                              </p:par>
                              <p:par>
                                <p:cTn id="84" presetID="1" presetClass="entr" presetSubtype="0" fill="hold" grpId="0" nodeType="withEffect">
                                  <p:stCondLst>
                                    <p:cond delay="0"/>
                                  </p:stCondLst>
                                  <p:childTnLst>
                                    <p:set>
                                      <p:cBhvr>
                                        <p:cTn id="85" dur="1" fill="hold">
                                          <p:stCondLst>
                                            <p:cond delay="0"/>
                                          </p:stCondLst>
                                        </p:cTn>
                                        <p:tgtEl>
                                          <p:spTgt spid="108"/>
                                        </p:tgtEl>
                                        <p:attrNameLst>
                                          <p:attrName>style.visibility</p:attrName>
                                        </p:attrNameLst>
                                      </p:cBhvr>
                                      <p:to>
                                        <p:strVal val="visible"/>
                                      </p:to>
                                    </p:set>
                                  </p:childTnLst>
                                </p:cTn>
                              </p:par>
                              <p:par>
                                <p:cTn id="86" presetID="27" presetClass="emph" presetSubtype="0" fill="remove" grpId="1" nodeType="withEffect">
                                  <p:stCondLst>
                                    <p:cond delay="0"/>
                                  </p:stCondLst>
                                  <p:childTnLst>
                                    <p:animClr clrSpc="rgb" dir="cw">
                                      <p:cBhvr override="childStyle">
                                        <p:cTn id="87" dur="250" autoRev="1" fill="remove"/>
                                        <p:tgtEl>
                                          <p:spTgt spid="108"/>
                                        </p:tgtEl>
                                        <p:attrNameLst>
                                          <p:attrName>style.color</p:attrName>
                                        </p:attrNameLst>
                                      </p:cBhvr>
                                      <p:to>
                                        <a:schemeClr val="accent2"/>
                                      </p:to>
                                    </p:animClr>
                                    <p:animClr clrSpc="rgb" dir="cw">
                                      <p:cBhvr>
                                        <p:cTn id="88" dur="250" autoRev="1" fill="remove"/>
                                        <p:tgtEl>
                                          <p:spTgt spid="108"/>
                                        </p:tgtEl>
                                        <p:attrNameLst>
                                          <p:attrName>fillcolor</p:attrName>
                                        </p:attrNameLst>
                                      </p:cBhvr>
                                      <p:to>
                                        <a:schemeClr val="accent2"/>
                                      </p:to>
                                    </p:animClr>
                                    <p:set>
                                      <p:cBhvr>
                                        <p:cTn id="89" dur="250" autoRev="1" fill="remove"/>
                                        <p:tgtEl>
                                          <p:spTgt spid="108"/>
                                        </p:tgtEl>
                                        <p:attrNameLst>
                                          <p:attrName>fill.type</p:attrName>
                                        </p:attrNameLst>
                                      </p:cBhvr>
                                      <p:to>
                                        <p:strVal val="solid"/>
                                      </p:to>
                                    </p:set>
                                    <p:set>
                                      <p:cBhvr>
                                        <p:cTn id="90" dur="250" autoRev="1" fill="remove"/>
                                        <p:tgtEl>
                                          <p:spTgt spid="108"/>
                                        </p:tgtEl>
                                        <p:attrNameLst>
                                          <p:attrName>fill.on</p:attrName>
                                        </p:attrNameLst>
                                      </p:cBhvr>
                                      <p:to>
                                        <p:strVal val="true"/>
                                      </p:to>
                                    </p:set>
                                  </p:childTnLst>
                                </p:cTn>
                              </p:par>
                            </p:childTnLst>
                          </p:cTn>
                        </p:par>
                      </p:childTnLst>
                    </p:cTn>
                  </p:par>
                  <p:par>
                    <p:cTn id="91" fill="hold">
                      <p:stCondLst>
                        <p:cond delay="indefinite"/>
                      </p:stCondLst>
                      <p:childTnLst>
                        <p:par>
                          <p:cTn id="92" fill="hold">
                            <p:stCondLst>
                              <p:cond delay="0"/>
                            </p:stCondLst>
                            <p:childTnLst>
                              <p:par>
                                <p:cTn id="93" presetID="27" presetClass="emph" presetSubtype="0" fill="remove" grpId="1" nodeType="clickEffect">
                                  <p:stCondLst>
                                    <p:cond delay="0"/>
                                  </p:stCondLst>
                                  <p:childTnLst>
                                    <p:animClr clrSpc="rgb" dir="cw">
                                      <p:cBhvr override="childStyle">
                                        <p:cTn id="94" dur="250" autoRev="1" fill="remove"/>
                                        <p:tgtEl>
                                          <p:spTgt spid="100"/>
                                        </p:tgtEl>
                                        <p:attrNameLst>
                                          <p:attrName>style.color</p:attrName>
                                        </p:attrNameLst>
                                      </p:cBhvr>
                                      <p:to>
                                        <a:schemeClr val="accent2"/>
                                      </p:to>
                                    </p:animClr>
                                    <p:animClr clrSpc="rgb" dir="cw">
                                      <p:cBhvr>
                                        <p:cTn id="95" dur="250" autoRev="1" fill="remove"/>
                                        <p:tgtEl>
                                          <p:spTgt spid="100"/>
                                        </p:tgtEl>
                                        <p:attrNameLst>
                                          <p:attrName>fillcolor</p:attrName>
                                        </p:attrNameLst>
                                      </p:cBhvr>
                                      <p:to>
                                        <a:schemeClr val="accent2"/>
                                      </p:to>
                                    </p:animClr>
                                    <p:set>
                                      <p:cBhvr>
                                        <p:cTn id="96" dur="250" autoRev="1" fill="remove"/>
                                        <p:tgtEl>
                                          <p:spTgt spid="100"/>
                                        </p:tgtEl>
                                        <p:attrNameLst>
                                          <p:attrName>fill.type</p:attrName>
                                        </p:attrNameLst>
                                      </p:cBhvr>
                                      <p:to>
                                        <p:strVal val="solid"/>
                                      </p:to>
                                    </p:set>
                                    <p:set>
                                      <p:cBhvr>
                                        <p:cTn id="97" dur="250" autoRev="1" fill="remove"/>
                                        <p:tgtEl>
                                          <p:spTgt spid="100"/>
                                        </p:tgtEl>
                                        <p:attrNameLst>
                                          <p:attrName>fill.on</p:attrName>
                                        </p:attrNameLst>
                                      </p:cBhvr>
                                      <p:to>
                                        <p:strVal val="true"/>
                                      </p:to>
                                    </p:set>
                                  </p:childTnLst>
                                </p:cTn>
                              </p:par>
                            </p:childTnLst>
                          </p:cTn>
                        </p:par>
                        <p:par>
                          <p:cTn id="98" fill="hold">
                            <p:stCondLst>
                              <p:cond delay="500"/>
                            </p:stCondLst>
                            <p:childTnLst>
                              <p:par>
                                <p:cTn id="99" presetID="26" presetClass="emph" presetSubtype="0" fill="hold" nodeType="afterEffect">
                                  <p:stCondLst>
                                    <p:cond delay="0"/>
                                  </p:stCondLst>
                                  <p:childTnLst>
                                    <p:animEffect transition="out" filter="fade">
                                      <p:cBhvr>
                                        <p:cTn id="100" dur="1000" tmFilter="0, 0; .2, .5; .8, .5; 1, 0"/>
                                        <p:tgtEl>
                                          <p:spTgt spid="34"/>
                                        </p:tgtEl>
                                      </p:cBhvr>
                                    </p:animEffect>
                                    <p:animScale>
                                      <p:cBhvr>
                                        <p:cTn id="101" dur="500" autoRev="1" fill="hold"/>
                                        <p:tgtEl>
                                          <p:spTgt spid="34"/>
                                        </p:tgtEl>
                                      </p:cBhvr>
                                      <p:by x="105000" y="105000"/>
                                    </p:animScale>
                                  </p:childTnLst>
                                </p:cTn>
                              </p:par>
                              <p:par>
                                <p:cTn id="102" presetID="1" presetClass="entr" presetSubtype="0" fill="hold" grpId="0" nodeType="withEffect">
                                  <p:stCondLst>
                                    <p:cond delay="0"/>
                                  </p:stCondLst>
                                  <p:childTnLst>
                                    <p:set>
                                      <p:cBhvr>
                                        <p:cTn id="103" dur="1" fill="hold">
                                          <p:stCondLst>
                                            <p:cond delay="0"/>
                                          </p:stCondLst>
                                        </p:cTn>
                                        <p:tgtEl>
                                          <p:spTgt spid="109"/>
                                        </p:tgtEl>
                                        <p:attrNameLst>
                                          <p:attrName>style.visibility</p:attrName>
                                        </p:attrNameLst>
                                      </p:cBhvr>
                                      <p:to>
                                        <p:strVal val="visible"/>
                                      </p:to>
                                    </p:set>
                                  </p:childTnLst>
                                </p:cTn>
                              </p:par>
                              <p:par>
                                <p:cTn id="104" presetID="27" presetClass="emph" presetSubtype="0" fill="remove" grpId="1" nodeType="withEffect">
                                  <p:stCondLst>
                                    <p:cond delay="0"/>
                                  </p:stCondLst>
                                  <p:childTnLst>
                                    <p:animClr clrSpc="rgb" dir="cw">
                                      <p:cBhvr override="childStyle">
                                        <p:cTn id="105" dur="250" autoRev="1" fill="remove"/>
                                        <p:tgtEl>
                                          <p:spTgt spid="109"/>
                                        </p:tgtEl>
                                        <p:attrNameLst>
                                          <p:attrName>style.color</p:attrName>
                                        </p:attrNameLst>
                                      </p:cBhvr>
                                      <p:to>
                                        <a:schemeClr val="accent2"/>
                                      </p:to>
                                    </p:animClr>
                                    <p:animClr clrSpc="rgb" dir="cw">
                                      <p:cBhvr>
                                        <p:cTn id="106" dur="250" autoRev="1" fill="remove"/>
                                        <p:tgtEl>
                                          <p:spTgt spid="109"/>
                                        </p:tgtEl>
                                        <p:attrNameLst>
                                          <p:attrName>fillcolor</p:attrName>
                                        </p:attrNameLst>
                                      </p:cBhvr>
                                      <p:to>
                                        <a:schemeClr val="accent2"/>
                                      </p:to>
                                    </p:animClr>
                                    <p:set>
                                      <p:cBhvr>
                                        <p:cTn id="107" dur="250" autoRev="1" fill="remove"/>
                                        <p:tgtEl>
                                          <p:spTgt spid="109"/>
                                        </p:tgtEl>
                                        <p:attrNameLst>
                                          <p:attrName>fill.type</p:attrName>
                                        </p:attrNameLst>
                                      </p:cBhvr>
                                      <p:to>
                                        <p:strVal val="solid"/>
                                      </p:to>
                                    </p:set>
                                    <p:set>
                                      <p:cBhvr>
                                        <p:cTn id="108" dur="250" autoRev="1" fill="remove"/>
                                        <p:tgtEl>
                                          <p:spTgt spid="109"/>
                                        </p:tgtEl>
                                        <p:attrNameLst>
                                          <p:attrName>fill.on</p:attrName>
                                        </p:attrNameLst>
                                      </p:cBhvr>
                                      <p:to>
                                        <p:strVal val="true"/>
                                      </p:to>
                                    </p:set>
                                  </p:childTnLst>
                                </p:cTn>
                              </p:par>
                            </p:childTnLst>
                          </p:cTn>
                        </p:par>
                      </p:childTnLst>
                    </p:cTn>
                  </p:par>
                  <p:par>
                    <p:cTn id="109" fill="hold">
                      <p:stCondLst>
                        <p:cond delay="indefinite"/>
                      </p:stCondLst>
                      <p:childTnLst>
                        <p:par>
                          <p:cTn id="110" fill="hold">
                            <p:stCondLst>
                              <p:cond delay="0"/>
                            </p:stCondLst>
                            <p:childTnLst>
                              <p:par>
                                <p:cTn id="111" presetID="27" presetClass="emph" presetSubtype="0" fill="remove" grpId="1" nodeType="clickEffect">
                                  <p:stCondLst>
                                    <p:cond delay="0"/>
                                  </p:stCondLst>
                                  <p:childTnLst>
                                    <p:animClr clrSpc="rgb" dir="cw">
                                      <p:cBhvr override="childStyle">
                                        <p:cTn id="112" dur="250" autoRev="1" fill="remove"/>
                                        <p:tgtEl>
                                          <p:spTgt spid="101"/>
                                        </p:tgtEl>
                                        <p:attrNameLst>
                                          <p:attrName>style.color</p:attrName>
                                        </p:attrNameLst>
                                      </p:cBhvr>
                                      <p:to>
                                        <a:srgbClr val="ED7D31"/>
                                      </p:to>
                                    </p:animClr>
                                    <p:animClr clrSpc="rgb" dir="cw">
                                      <p:cBhvr>
                                        <p:cTn id="113" dur="250" autoRev="1" fill="remove"/>
                                        <p:tgtEl>
                                          <p:spTgt spid="101"/>
                                        </p:tgtEl>
                                        <p:attrNameLst>
                                          <p:attrName>fillcolor</p:attrName>
                                        </p:attrNameLst>
                                      </p:cBhvr>
                                      <p:to>
                                        <a:srgbClr val="ED7D31"/>
                                      </p:to>
                                    </p:animClr>
                                    <p:set>
                                      <p:cBhvr>
                                        <p:cTn id="114" dur="250" autoRev="1" fill="remove"/>
                                        <p:tgtEl>
                                          <p:spTgt spid="101"/>
                                        </p:tgtEl>
                                        <p:attrNameLst>
                                          <p:attrName>fill.type</p:attrName>
                                        </p:attrNameLst>
                                      </p:cBhvr>
                                      <p:to>
                                        <p:strVal val="solid"/>
                                      </p:to>
                                    </p:set>
                                    <p:set>
                                      <p:cBhvr>
                                        <p:cTn id="115" dur="250" autoRev="1" fill="remove"/>
                                        <p:tgtEl>
                                          <p:spTgt spid="101"/>
                                        </p:tgtEl>
                                        <p:attrNameLst>
                                          <p:attrName>fill.on</p:attrName>
                                        </p:attrNameLst>
                                      </p:cBhvr>
                                      <p:to>
                                        <p:strVal val="true"/>
                                      </p:to>
                                    </p:set>
                                  </p:childTnLst>
                                </p:cTn>
                              </p:par>
                            </p:childTnLst>
                          </p:cTn>
                        </p:par>
                        <p:par>
                          <p:cTn id="116" fill="hold">
                            <p:stCondLst>
                              <p:cond delay="500"/>
                            </p:stCondLst>
                            <p:childTnLst>
                              <p:par>
                                <p:cTn id="117" presetID="26" presetClass="emph" presetSubtype="0" fill="hold" nodeType="afterEffect">
                                  <p:stCondLst>
                                    <p:cond delay="0"/>
                                  </p:stCondLst>
                                  <p:childTnLst>
                                    <p:animEffect transition="out" filter="fade">
                                      <p:cBhvr>
                                        <p:cTn id="118" dur="1000" tmFilter="0, 0; .2, .5; .8, .5; 1, 0"/>
                                        <p:tgtEl>
                                          <p:spTgt spid="40"/>
                                        </p:tgtEl>
                                      </p:cBhvr>
                                    </p:animEffect>
                                    <p:animScale>
                                      <p:cBhvr>
                                        <p:cTn id="119" dur="500" autoRev="1" fill="hold"/>
                                        <p:tgtEl>
                                          <p:spTgt spid="40"/>
                                        </p:tgtEl>
                                      </p:cBhvr>
                                      <p:by x="105000" y="105000"/>
                                    </p:animScale>
                                  </p:childTnLst>
                                </p:cTn>
                              </p:par>
                              <p:par>
                                <p:cTn id="120" presetID="1" presetClass="entr" presetSubtype="0" fill="hold" grpId="0" nodeType="withEffect">
                                  <p:stCondLst>
                                    <p:cond delay="0"/>
                                  </p:stCondLst>
                                  <p:childTnLst>
                                    <p:set>
                                      <p:cBhvr>
                                        <p:cTn id="121" dur="1" fill="hold">
                                          <p:stCondLst>
                                            <p:cond delay="0"/>
                                          </p:stCondLst>
                                        </p:cTn>
                                        <p:tgtEl>
                                          <p:spTgt spid="110"/>
                                        </p:tgtEl>
                                        <p:attrNameLst>
                                          <p:attrName>style.visibility</p:attrName>
                                        </p:attrNameLst>
                                      </p:cBhvr>
                                      <p:to>
                                        <p:strVal val="visible"/>
                                      </p:to>
                                    </p:set>
                                  </p:childTnLst>
                                </p:cTn>
                              </p:par>
                              <p:par>
                                <p:cTn id="122" presetID="27" presetClass="emph" presetSubtype="0" fill="remove" grpId="1" nodeType="withEffect">
                                  <p:stCondLst>
                                    <p:cond delay="0"/>
                                  </p:stCondLst>
                                  <p:childTnLst>
                                    <p:animClr clrSpc="rgb" dir="cw">
                                      <p:cBhvr override="childStyle">
                                        <p:cTn id="123" dur="250" autoRev="1" fill="remove"/>
                                        <p:tgtEl>
                                          <p:spTgt spid="110"/>
                                        </p:tgtEl>
                                        <p:attrNameLst>
                                          <p:attrName>style.color</p:attrName>
                                        </p:attrNameLst>
                                      </p:cBhvr>
                                      <p:to>
                                        <a:srgbClr val="ED7D31"/>
                                      </p:to>
                                    </p:animClr>
                                    <p:animClr clrSpc="rgb" dir="cw">
                                      <p:cBhvr>
                                        <p:cTn id="124" dur="250" autoRev="1" fill="remove"/>
                                        <p:tgtEl>
                                          <p:spTgt spid="110"/>
                                        </p:tgtEl>
                                        <p:attrNameLst>
                                          <p:attrName>fillcolor</p:attrName>
                                        </p:attrNameLst>
                                      </p:cBhvr>
                                      <p:to>
                                        <a:srgbClr val="ED7D31"/>
                                      </p:to>
                                    </p:animClr>
                                    <p:set>
                                      <p:cBhvr>
                                        <p:cTn id="125" dur="250" autoRev="1" fill="remove"/>
                                        <p:tgtEl>
                                          <p:spTgt spid="110"/>
                                        </p:tgtEl>
                                        <p:attrNameLst>
                                          <p:attrName>fill.type</p:attrName>
                                        </p:attrNameLst>
                                      </p:cBhvr>
                                      <p:to>
                                        <p:strVal val="solid"/>
                                      </p:to>
                                    </p:set>
                                    <p:set>
                                      <p:cBhvr>
                                        <p:cTn id="126" dur="250" autoRev="1" fill="remove"/>
                                        <p:tgtEl>
                                          <p:spTgt spid="110"/>
                                        </p:tgtEl>
                                        <p:attrNameLst>
                                          <p:attrName>fill.on</p:attrName>
                                        </p:attrNameLst>
                                      </p:cBhvr>
                                      <p:to>
                                        <p:strVal val="true"/>
                                      </p:to>
                                    </p:se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111">
                                            <p:txEl>
                                              <p:pRg st="0" end="0"/>
                                            </p:txEl>
                                          </p:spTgt>
                                        </p:tgtEl>
                                        <p:attrNameLst>
                                          <p:attrName>style.visibility</p:attrName>
                                        </p:attrNameLst>
                                      </p:cBhvr>
                                      <p:to>
                                        <p:strVal val="visible"/>
                                      </p:to>
                                    </p:set>
                                    <p:animEffect transition="in" filter="wipe(left)">
                                      <p:cBhvr>
                                        <p:cTn id="131" dur="500"/>
                                        <p:tgtEl>
                                          <p:spTgt spid="111">
                                            <p:txEl>
                                              <p:pRg st="0" end="0"/>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42" presetClass="entr" presetSubtype="0" fill="hold" grpId="0" nodeType="clickEffect">
                                  <p:stCondLst>
                                    <p:cond delay="0"/>
                                  </p:stCondLst>
                                  <p:childTnLst>
                                    <p:set>
                                      <p:cBhvr>
                                        <p:cTn id="135" dur="1" fill="hold">
                                          <p:stCondLst>
                                            <p:cond delay="0"/>
                                          </p:stCondLst>
                                        </p:cTn>
                                        <p:tgtEl>
                                          <p:spTgt spid="113">
                                            <p:txEl>
                                              <p:pRg st="0" end="0"/>
                                            </p:txEl>
                                          </p:spTgt>
                                        </p:tgtEl>
                                        <p:attrNameLst>
                                          <p:attrName>style.visibility</p:attrName>
                                        </p:attrNameLst>
                                      </p:cBhvr>
                                      <p:to>
                                        <p:strVal val="visible"/>
                                      </p:to>
                                    </p:set>
                                    <p:animEffect transition="in" filter="fade">
                                      <p:cBhvr>
                                        <p:cTn id="136" dur="1000"/>
                                        <p:tgtEl>
                                          <p:spTgt spid="113">
                                            <p:txEl>
                                              <p:pRg st="0" end="0"/>
                                            </p:txEl>
                                          </p:spTgt>
                                        </p:tgtEl>
                                      </p:cBhvr>
                                    </p:animEffect>
                                    <p:anim calcmode="lin" valueType="num">
                                      <p:cBhvr>
                                        <p:cTn id="137" dur="1000" fill="hold"/>
                                        <p:tgtEl>
                                          <p:spTgt spid="113">
                                            <p:txEl>
                                              <p:pRg st="0" end="0"/>
                                            </p:txEl>
                                          </p:spTgt>
                                        </p:tgtEl>
                                        <p:attrNameLst>
                                          <p:attrName>ppt_x</p:attrName>
                                        </p:attrNameLst>
                                      </p:cBhvr>
                                      <p:tavLst>
                                        <p:tav tm="0">
                                          <p:val>
                                            <p:strVal val="#ppt_x"/>
                                          </p:val>
                                        </p:tav>
                                        <p:tav tm="100000">
                                          <p:val>
                                            <p:strVal val="#ppt_x"/>
                                          </p:val>
                                        </p:tav>
                                      </p:tavLst>
                                    </p:anim>
                                    <p:anim calcmode="lin" valueType="num">
                                      <p:cBhvr>
                                        <p:cTn id="138" dur="1000" fill="hold"/>
                                        <p:tgtEl>
                                          <p:spTgt spid="113">
                                            <p:txEl>
                                              <p:pRg st="0" end="0"/>
                                            </p:txEl>
                                          </p:spTgt>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0"/>
                                  </p:stCondLst>
                                  <p:childTnLst>
                                    <p:set>
                                      <p:cBhvr>
                                        <p:cTn id="140" dur="1" fill="hold">
                                          <p:stCondLst>
                                            <p:cond delay="0"/>
                                          </p:stCondLst>
                                        </p:cTn>
                                        <p:tgtEl>
                                          <p:spTgt spid="113">
                                            <p:txEl>
                                              <p:pRg st="1" end="1"/>
                                            </p:txEl>
                                          </p:spTgt>
                                        </p:tgtEl>
                                        <p:attrNameLst>
                                          <p:attrName>style.visibility</p:attrName>
                                        </p:attrNameLst>
                                      </p:cBhvr>
                                      <p:to>
                                        <p:strVal val="visible"/>
                                      </p:to>
                                    </p:set>
                                    <p:animEffect transition="in" filter="fade">
                                      <p:cBhvr>
                                        <p:cTn id="141" dur="1000"/>
                                        <p:tgtEl>
                                          <p:spTgt spid="113">
                                            <p:txEl>
                                              <p:pRg st="1" end="1"/>
                                            </p:txEl>
                                          </p:spTgt>
                                        </p:tgtEl>
                                      </p:cBhvr>
                                    </p:animEffect>
                                    <p:anim calcmode="lin" valueType="num">
                                      <p:cBhvr>
                                        <p:cTn id="142" dur="1000" fill="hold"/>
                                        <p:tgtEl>
                                          <p:spTgt spid="113">
                                            <p:txEl>
                                              <p:pRg st="1" end="1"/>
                                            </p:txEl>
                                          </p:spTgt>
                                        </p:tgtEl>
                                        <p:attrNameLst>
                                          <p:attrName>ppt_x</p:attrName>
                                        </p:attrNameLst>
                                      </p:cBhvr>
                                      <p:tavLst>
                                        <p:tav tm="0">
                                          <p:val>
                                            <p:strVal val="#ppt_x"/>
                                          </p:val>
                                        </p:tav>
                                        <p:tav tm="100000">
                                          <p:val>
                                            <p:strVal val="#ppt_x"/>
                                          </p:val>
                                        </p:tav>
                                      </p:tavLst>
                                    </p:anim>
                                    <p:anim calcmode="lin" valueType="num">
                                      <p:cBhvr>
                                        <p:cTn id="143" dur="1000" fill="hold"/>
                                        <p:tgtEl>
                                          <p:spTgt spid="113">
                                            <p:txEl>
                                              <p:pRg st="1" end="1"/>
                                            </p:txEl>
                                          </p:spTgt>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113">
                                            <p:txEl>
                                              <p:pRg st="2" end="2"/>
                                            </p:txEl>
                                          </p:spTgt>
                                        </p:tgtEl>
                                        <p:attrNameLst>
                                          <p:attrName>style.visibility</p:attrName>
                                        </p:attrNameLst>
                                      </p:cBhvr>
                                      <p:to>
                                        <p:strVal val="visible"/>
                                      </p:to>
                                    </p:set>
                                    <p:animEffect transition="in" filter="fade">
                                      <p:cBhvr>
                                        <p:cTn id="146" dur="1000"/>
                                        <p:tgtEl>
                                          <p:spTgt spid="113">
                                            <p:txEl>
                                              <p:pRg st="2" end="2"/>
                                            </p:txEl>
                                          </p:spTgt>
                                        </p:tgtEl>
                                      </p:cBhvr>
                                    </p:animEffect>
                                    <p:anim calcmode="lin" valueType="num">
                                      <p:cBhvr>
                                        <p:cTn id="147" dur="1000" fill="hold"/>
                                        <p:tgtEl>
                                          <p:spTgt spid="113">
                                            <p:txEl>
                                              <p:pRg st="2" end="2"/>
                                            </p:txEl>
                                          </p:spTgt>
                                        </p:tgtEl>
                                        <p:attrNameLst>
                                          <p:attrName>ppt_x</p:attrName>
                                        </p:attrNameLst>
                                      </p:cBhvr>
                                      <p:tavLst>
                                        <p:tav tm="0">
                                          <p:val>
                                            <p:strVal val="#ppt_x"/>
                                          </p:val>
                                        </p:tav>
                                        <p:tav tm="100000">
                                          <p:val>
                                            <p:strVal val="#ppt_x"/>
                                          </p:val>
                                        </p:tav>
                                      </p:tavLst>
                                    </p:anim>
                                    <p:anim calcmode="lin" valueType="num">
                                      <p:cBhvr>
                                        <p:cTn id="148" dur="1000" fill="hold"/>
                                        <p:tgtEl>
                                          <p:spTgt spid="113">
                                            <p:txEl>
                                              <p:pRg st="2" end="2"/>
                                            </p:txEl>
                                          </p:spTgt>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113">
                                            <p:txEl>
                                              <p:pRg st="3" end="3"/>
                                            </p:txEl>
                                          </p:spTgt>
                                        </p:tgtEl>
                                        <p:attrNameLst>
                                          <p:attrName>style.visibility</p:attrName>
                                        </p:attrNameLst>
                                      </p:cBhvr>
                                      <p:to>
                                        <p:strVal val="visible"/>
                                      </p:to>
                                    </p:set>
                                    <p:animEffect transition="in" filter="fade">
                                      <p:cBhvr>
                                        <p:cTn id="151" dur="1000"/>
                                        <p:tgtEl>
                                          <p:spTgt spid="113">
                                            <p:txEl>
                                              <p:pRg st="3" end="3"/>
                                            </p:txEl>
                                          </p:spTgt>
                                        </p:tgtEl>
                                      </p:cBhvr>
                                    </p:animEffect>
                                    <p:anim calcmode="lin" valueType="num">
                                      <p:cBhvr>
                                        <p:cTn id="152" dur="1000" fill="hold"/>
                                        <p:tgtEl>
                                          <p:spTgt spid="113">
                                            <p:txEl>
                                              <p:pRg st="3" end="3"/>
                                            </p:txEl>
                                          </p:spTgt>
                                        </p:tgtEl>
                                        <p:attrNameLst>
                                          <p:attrName>ppt_x</p:attrName>
                                        </p:attrNameLst>
                                      </p:cBhvr>
                                      <p:tavLst>
                                        <p:tav tm="0">
                                          <p:val>
                                            <p:strVal val="#ppt_x"/>
                                          </p:val>
                                        </p:tav>
                                        <p:tav tm="100000">
                                          <p:val>
                                            <p:strVal val="#ppt_x"/>
                                          </p:val>
                                        </p:tav>
                                      </p:tavLst>
                                    </p:anim>
                                    <p:anim calcmode="lin" valueType="num">
                                      <p:cBhvr>
                                        <p:cTn id="153" dur="1000" fill="hold"/>
                                        <p:tgtEl>
                                          <p:spTgt spid="113">
                                            <p:txEl>
                                              <p:pRg st="3" end="3"/>
                                            </p:txEl>
                                          </p:spTgt>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0"/>
                                  </p:stCondLst>
                                  <p:childTnLst>
                                    <p:set>
                                      <p:cBhvr>
                                        <p:cTn id="155" dur="1" fill="hold">
                                          <p:stCondLst>
                                            <p:cond delay="0"/>
                                          </p:stCondLst>
                                        </p:cTn>
                                        <p:tgtEl>
                                          <p:spTgt spid="113">
                                            <p:txEl>
                                              <p:pRg st="4" end="4"/>
                                            </p:txEl>
                                          </p:spTgt>
                                        </p:tgtEl>
                                        <p:attrNameLst>
                                          <p:attrName>style.visibility</p:attrName>
                                        </p:attrNameLst>
                                      </p:cBhvr>
                                      <p:to>
                                        <p:strVal val="visible"/>
                                      </p:to>
                                    </p:set>
                                    <p:animEffect transition="in" filter="fade">
                                      <p:cBhvr>
                                        <p:cTn id="156" dur="1000"/>
                                        <p:tgtEl>
                                          <p:spTgt spid="113">
                                            <p:txEl>
                                              <p:pRg st="4" end="4"/>
                                            </p:txEl>
                                          </p:spTgt>
                                        </p:tgtEl>
                                      </p:cBhvr>
                                    </p:animEffect>
                                    <p:anim calcmode="lin" valueType="num">
                                      <p:cBhvr>
                                        <p:cTn id="157" dur="1000" fill="hold"/>
                                        <p:tgtEl>
                                          <p:spTgt spid="113">
                                            <p:txEl>
                                              <p:pRg st="4" end="4"/>
                                            </p:txEl>
                                          </p:spTgt>
                                        </p:tgtEl>
                                        <p:attrNameLst>
                                          <p:attrName>ppt_x</p:attrName>
                                        </p:attrNameLst>
                                      </p:cBhvr>
                                      <p:tavLst>
                                        <p:tav tm="0">
                                          <p:val>
                                            <p:strVal val="#ppt_x"/>
                                          </p:val>
                                        </p:tav>
                                        <p:tav tm="100000">
                                          <p:val>
                                            <p:strVal val="#ppt_x"/>
                                          </p:val>
                                        </p:tav>
                                      </p:tavLst>
                                    </p:anim>
                                    <p:anim calcmode="lin" valueType="num">
                                      <p:cBhvr>
                                        <p:cTn id="158" dur="1000" fill="hold"/>
                                        <p:tgtEl>
                                          <p:spTgt spid="113">
                                            <p:txEl>
                                              <p:pRg st="4" end="4"/>
                                            </p:txEl>
                                          </p:spTgt>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0"/>
                                  </p:stCondLst>
                                  <p:childTnLst>
                                    <p:set>
                                      <p:cBhvr>
                                        <p:cTn id="160" dur="1" fill="hold">
                                          <p:stCondLst>
                                            <p:cond delay="0"/>
                                          </p:stCondLst>
                                        </p:cTn>
                                        <p:tgtEl>
                                          <p:spTgt spid="113">
                                            <p:txEl>
                                              <p:pRg st="5" end="5"/>
                                            </p:txEl>
                                          </p:spTgt>
                                        </p:tgtEl>
                                        <p:attrNameLst>
                                          <p:attrName>style.visibility</p:attrName>
                                        </p:attrNameLst>
                                      </p:cBhvr>
                                      <p:to>
                                        <p:strVal val="visible"/>
                                      </p:to>
                                    </p:set>
                                    <p:animEffect transition="in" filter="fade">
                                      <p:cBhvr>
                                        <p:cTn id="161" dur="1000"/>
                                        <p:tgtEl>
                                          <p:spTgt spid="113">
                                            <p:txEl>
                                              <p:pRg st="5" end="5"/>
                                            </p:txEl>
                                          </p:spTgt>
                                        </p:tgtEl>
                                      </p:cBhvr>
                                    </p:animEffect>
                                    <p:anim calcmode="lin" valueType="num">
                                      <p:cBhvr>
                                        <p:cTn id="162" dur="1000" fill="hold"/>
                                        <p:tgtEl>
                                          <p:spTgt spid="113">
                                            <p:txEl>
                                              <p:pRg st="5" end="5"/>
                                            </p:txEl>
                                          </p:spTgt>
                                        </p:tgtEl>
                                        <p:attrNameLst>
                                          <p:attrName>ppt_x</p:attrName>
                                        </p:attrNameLst>
                                      </p:cBhvr>
                                      <p:tavLst>
                                        <p:tav tm="0">
                                          <p:val>
                                            <p:strVal val="#ppt_x"/>
                                          </p:val>
                                        </p:tav>
                                        <p:tav tm="100000">
                                          <p:val>
                                            <p:strVal val="#ppt_x"/>
                                          </p:val>
                                        </p:tav>
                                      </p:tavLst>
                                    </p:anim>
                                    <p:anim calcmode="lin" valueType="num">
                                      <p:cBhvr>
                                        <p:cTn id="163" dur="1000" fill="hold"/>
                                        <p:tgtEl>
                                          <p:spTgt spid="113">
                                            <p:txEl>
                                              <p:pRg st="5" end="5"/>
                                            </p:txEl>
                                          </p:spTgt>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0"/>
                                  </p:stCondLst>
                                  <p:childTnLst>
                                    <p:set>
                                      <p:cBhvr>
                                        <p:cTn id="165" dur="1" fill="hold">
                                          <p:stCondLst>
                                            <p:cond delay="0"/>
                                          </p:stCondLst>
                                        </p:cTn>
                                        <p:tgtEl>
                                          <p:spTgt spid="113">
                                            <p:txEl>
                                              <p:pRg st="6" end="6"/>
                                            </p:txEl>
                                          </p:spTgt>
                                        </p:tgtEl>
                                        <p:attrNameLst>
                                          <p:attrName>style.visibility</p:attrName>
                                        </p:attrNameLst>
                                      </p:cBhvr>
                                      <p:to>
                                        <p:strVal val="visible"/>
                                      </p:to>
                                    </p:set>
                                    <p:animEffect transition="in" filter="fade">
                                      <p:cBhvr>
                                        <p:cTn id="166" dur="1000"/>
                                        <p:tgtEl>
                                          <p:spTgt spid="113">
                                            <p:txEl>
                                              <p:pRg st="6" end="6"/>
                                            </p:txEl>
                                          </p:spTgt>
                                        </p:tgtEl>
                                      </p:cBhvr>
                                    </p:animEffect>
                                    <p:anim calcmode="lin" valueType="num">
                                      <p:cBhvr>
                                        <p:cTn id="167" dur="1000" fill="hold"/>
                                        <p:tgtEl>
                                          <p:spTgt spid="113">
                                            <p:txEl>
                                              <p:pRg st="6" end="6"/>
                                            </p:txEl>
                                          </p:spTgt>
                                        </p:tgtEl>
                                        <p:attrNameLst>
                                          <p:attrName>ppt_x</p:attrName>
                                        </p:attrNameLst>
                                      </p:cBhvr>
                                      <p:tavLst>
                                        <p:tav tm="0">
                                          <p:val>
                                            <p:strVal val="#ppt_x"/>
                                          </p:val>
                                        </p:tav>
                                        <p:tav tm="100000">
                                          <p:val>
                                            <p:strVal val="#ppt_x"/>
                                          </p:val>
                                        </p:tav>
                                      </p:tavLst>
                                    </p:anim>
                                    <p:anim calcmode="lin" valueType="num">
                                      <p:cBhvr>
                                        <p:cTn id="168" dur="1000" fill="hold"/>
                                        <p:tgtEl>
                                          <p:spTgt spid="113">
                                            <p:txEl>
                                              <p:pRg st="6" end="6"/>
                                            </p:txEl>
                                          </p:spTgt>
                                        </p:tgtEl>
                                        <p:attrNameLst>
                                          <p:attrName>ppt_y</p:attrName>
                                        </p:attrNameLst>
                                      </p:cBhvr>
                                      <p:tavLst>
                                        <p:tav tm="0">
                                          <p:val>
                                            <p:strVal val="#ppt_y+.1"/>
                                          </p:val>
                                        </p:tav>
                                        <p:tav tm="100000">
                                          <p:val>
                                            <p:strVal val="#ppt_y"/>
                                          </p:val>
                                        </p:tav>
                                      </p:tavLst>
                                    </p:anim>
                                  </p:childTnLst>
                                </p:cTn>
                              </p:par>
                              <p:par>
                                <p:cTn id="169" presetID="42" presetClass="entr" presetSubtype="0" fill="hold" grpId="0" nodeType="withEffect">
                                  <p:stCondLst>
                                    <p:cond delay="0"/>
                                  </p:stCondLst>
                                  <p:childTnLst>
                                    <p:set>
                                      <p:cBhvr>
                                        <p:cTn id="170" dur="1" fill="hold">
                                          <p:stCondLst>
                                            <p:cond delay="0"/>
                                          </p:stCondLst>
                                        </p:cTn>
                                        <p:tgtEl>
                                          <p:spTgt spid="113">
                                            <p:txEl>
                                              <p:pRg st="7" end="7"/>
                                            </p:txEl>
                                          </p:spTgt>
                                        </p:tgtEl>
                                        <p:attrNameLst>
                                          <p:attrName>style.visibility</p:attrName>
                                        </p:attrNameLst>
                                      </p:cBhvr>
                                      <p:to>
                                        <p:strVal val="visible"/>
                                      </p:to>
                                    </p:set>
                                    <p:animEffect transition="in" filter="fade">
                                      <p:cBhvr>
                                        <p:cTn id="171" dur="1000"/>
                                        <p:tgtEl>
                                          <p:spTgt spid="113">
                                            <p:txEl>
                                              <p:pRg st="7" end="7"/>
                                            </p:txEl>
                                          </p:spTgt>
                                        </p:tgtEl>
                                      </p:cBhvr>
                                    </p:animEffect>
                                    <p:anim calcmode="lin" valueType="num">
                                      <p:cBhvr>
                                        <p:cTn id="172" dur="1000" fill="hold"/>
                                        <p:tgtEl>
                                          <p:spTgt spid="113">
                                            <p:txEl>
                                              <p:pRg st="7" end="7"/>
                                            </p:txEl>
                                          </p:spTgt>
                                        </p:tgtEl>
                                        <p:attrNameLst>
                                          <p:attrName>ppt_x</p:attrName>
                                        </p:attrNameLst>
                                      </p:cBhvr>
                                      <p:tavLst>
                                        <p:tav tm="0">
                                          <p:val>
                                            <p:strVal val="#ppt_x"/>
                                          </p:val>
                                        </p:tav>
                                        <p:tav tm="100000">
                                          <p:val>
                                            <p:strVal val="#ppt_x"/>
                                          </p:val>
                                        </p:tav>
                                      </p:tavLst>
                                    </p:anim>
                                    <p:anim calcmode="lin" valueType="num">
                                      <p:cBhvr>
                                        <p:cTn id="173" dur="1000" fill="hold"/>
                                        <p:tgtEl>
                                          <p:spTgt spid="11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74" fill="hold">
                      <p:stCondLst>
                        <p:cond delay="indefinite"/>
                      </p:stCondLst>
                      <p:childTnLst>
                        <p:par>
                          <p:cTn id="175" fill="hold">
                            <p:stCondLst>
                              <p:cond delay="0"/>
                            </p:stCondLst>
                            <p:childTnLst>
                              <p:par>
                                <p:cTn id="176" presetID="22" presetClass="entr" presetSubtype="8" fill="hold" nodeType="clickEffect">
                                  <p:stCondLst>
                                    <p:cond delay="0"/>
                                  </p:stCondLst>
                                  <p:childTnLst>
                                    <p:set>
                                      <p:cBhvr>
                                        <p:cTn id="177" dur="1" fill="hold">
                                          <p:stCondLst>
                                            <p:cond delay="0"/>
                                          </p:stCondLst>
                                        </p:cTn>
                                        <p:tgtEl>
                                          <p:spTgt spid="112">
                                            <p:txEl>
                                              <p:pRg st="0" end="0"/>
                                            </p:txEl>
                                          </p:spTgt>
                                        </p:tgtEl>
                                        <p:attrNameLst>
                                          <p:attrName>style.visibility</p:attrName>
                                        </p:attrNameLst>
                                      </p:cBhvr>
                                      <p:to>
                                        <p:strVal val="visible"/>
                                      </p:to>
                                    </p:set>
                                    <p:animEffect transition="in" filter="wipe(left)">
                                      <p:cBhvr>
                                        <p:cTn id="178" dur="500"/>
                                        <p:tgtEl>
                                          <p:spTgt spid="112">
                                            <p:txEl>
                                              <p:pRg st="0" end="0"/>
                                            </p:txEl>
                                          </p:spTgt>
                                        </p:tgtEl>
                                      </p:cBhvr>
                                    </p:animEffect>
                                  </p:childTnLst>
                                </p:cTn>
                              </p:par>
                            </p:childTnLst>
                          </p:cTn>
                        </p:par>
                        <p:par>
                          <p:cTn id="179" fill="hold">
                            <p:stCondLst>
                              <p:cond delay="500"/>
                            </p:stCondLst>
                            <p:childTnLst>
                              <p:par>
                                <p:cTn id="180" presetID="27" presetClass="emph" presetSubtype="0" fill="remove" grpId="2" nodeType="afterEffect">
                                  <p:stCondLst>
                                    <p:cond delay="0"/>
                                  </p:stCondLst>
                                  <p:childTnLst>
                                    <p:animClr clrSpc="rgb" dir="cw">
                                      <p:cBhvr override="childStyle">
                                        <p:cTn id="181" dur="250" autoRev="1" fill="remove"/>
                                        <p:tgtEl>
                                          <p:spTgt spid="87"/>
                                        </p:tgtEl>
                                        <p:attrNameLst>
                                          <p:attrName>style.color</p:attrName>
                                        </p:attrNameLst>
                                      </p:cBhvr>
                                      <p:to>
                                        <a:srgbClr val="FFF2CC"/>
                                      </p:to>
                                    </p:animClr>
                                    <p:animClr clrSpc="rgb" dir="cw">
                                      <p:cBhvr>
                                        <p:cTn id="182" dur="250" autoRev="1" fill="remove"/>
                                        <p:tgtEl>
                                          <p:spTgt spid="87"/>
                                        </p:tgtEl>
                                        <p:attrNameLst>
                                          <p:attrName>fillcolor</p:attrName>
                                        </p:attrNameLst>
                                      </p:cBhvr>
                                      <p:to>
                                        <a:srgbClr val="FFF2CC"/>
                                      </p:to>
                                    </p:animClr>
                                    <p:set>
                                      <p:cBhvr>
                                        <p:cTn id="183" dur="250" autoRev="1" fill="remove"/>
                                        <p:tgtEl>
                                          <p:spTgt spid="87"/>
                                        </p:tgtEl>
                                        <p:attrNameLst>
                                          <p:attrName>fill.type</p:attrName>
                                        </p:attrNameLst>
                                      </p:cBhvr>
                                      <p:to>
                                        <p:strVal val="solid"/>
                                      </p:to>
                                    </p:set>
                                    <p:set>
                                      <p:cBhvr>
                                        <p:cTn id="184" dur="250" autoRev="1" fill="remove"/>
                                        <p:tgtEl>
                                          <p:spTgt spid="87"/>
                                        </p:tgtEl>
                                        <p:attrNameLst>
                                          <p:attrName>fill.on</p:attrName>
                                        </p:attrNameLst>
                                      </p:cBhvr>
                                      <p:to>
                                        <p:strVal val="true"/>
                                      </p:to>
                                    </p:set>
                                  </p:childTnLst>
                                </p:cTn>
                              </p:par>
                            </p:childTnLst>
                          </p:cTn>
                        </p:par>
                        <p:par>
                          <p:cTn id="185" fill="hold">
                            <p:stCondLst>
                              <p:cond delay="1000"/>
                            </p:stCondLst>
                            <p:childTnLst>
                              <p:par>
                                <p:cTn id="186" presetID="27" presetClass="emph" presetSubtype="0" fill="remove" grpId="1" nodeType="afterEffect">
                                  <p:stCondLst>
                                    <p:cond delay="0"/>
                                  </p:stCondLst>
                                  <p:childTnLst>
                                    <p:animClr clrSpc="rgb" dir="cw">
                                      <p:cBhvr override="childStyle">
                                        <p:cTn id="187" dur="250" autoRev="1" fill="remove"/>
                                        <p:tgtEl>
                                          <p:spTgt spid="99"/>
                                        </p:tgtEl>
                                        <p:attrNameLst>
                                          <p:attrName>style.color</p:attrName>
                                        </p:attrNameLst>
                                      </p:cBhvr>
                                      <p:to>
                                        <a:srgbClr val="FFF2CC"/>
                                      </p:to>
                                    </p:animClr>
                                    <p:animClr clrSpc="rgb" dir="cw">
                                      <p:cBhvr>
                                        <p:cTn id="188" dur="250" autoRev="1" fill="remove"/>
                                        <p:tgtEl>
                                          <p:spTgt spid="99"/>
                                        </p:tgtEl>
                                        <p:attrNameLst>
                                          <p:attrName>fillcolor</p:attrName>
                                        </p:attrNameLst>
                                      </p:cBhvr>
                                      <p:to>
                                        <a:srgbClr val="FFF2CC"/>
                                      </p:to>
                                    </p:animClr>
                                    <p:set>
                                      <p:cBhvr>
                                        <p:cTn id="189" dur="250" autoRev="1" fill="remove"/>
                                        <p:tgtEl>
                                          <p:spTgt spid="99"/>
                                        </p:tgtEl>
                                        <p:attrNameLst>
                                          <p:attrName>fill.type</p:attrName>
                                        </p:attrNameLst>
                                      </p:cBhvr>
                                      <p:to>
                                        <p:strVal val="solid"/>
                                      </p:to>
                                    </p:set>
                                    <p:set>
                                      <p:cBhvr>
                                        <p:cTn id="190" dur="250" autoRev="1" fill="remove"/>
                                        <p:tgtEl>
                                          <p:spTgt spid="99"/>
                                        </p:tgtEl>
                                        <p:attrNameLst>
                                          <p:attrName>fill.on</p:attrName>
                                        </p:attrNameLst>
                                      </p:cBhvr>
                                      <p:to>
                                        <p:strVal val="true"/>
                                      </p:to>
                                    </p:set>
                                  </p:childTnLst>
                                </p:cTn>
                              </p:par>
                            </p:childTnLst>
                          </p:cTn>
                        </p:par>
                        <p:par>
                          <p:cTn id="191" fill="hold">
                            <p:stCondLst>
                              <p:cond delay="1500"/>
                            </p:stCondLst>
                            <p:childTnLst>
                              <p:par>
                                <p:cTn id="192" presetID="27" presetClass="emph" presetSubtype="0" fill="remove" grpId="1" nodeType="afterEffect">
                                  <p:stCondLst>
                                    <p:cond delay="0"/>
                                  </p:stCondLst>
                                  <p:childTnLst>
                                    <p:animClr clrSpc="rgb" dir="cw">
                                      <p:cBhvr override="childStyle">
                                        <p:cTn id="193" dur="250" autoRev="1" fill="remove"/>
                                        <p:tgtEl>
                                          <p:spTgt spid="103"/>
                                        </p:tgtEl>
                                        <p:attrNameLst>
                                          <p:attrName>style.color</p:attrName>
                                        </p:attrNameLst>
                                      </p:cBhvr>
                                      <p:to>
                                        <a:srgbClr val="FFF2CC"/>
                                      </p:to>
                                    </p:animClr>
                                    <p:animClr clrSpc="rgb" dir="cw">
                                      <p:cBhvr>
                                        <p:cTn id="194" dur="250" autoRev="1" fill="remove"/>
                                        <p:tgtEl>
                                          <p:spTgt spid="103"/>
                                        </p:tgtEl>
                                        <p:attrNameLst>
                                          <p:attrName>fillcolor</p:attrName>
                                        </p:attrNameLst>
                                      </p:cBhvr>
                                      <p:to>
                                        <a:srgbClr val="FFF2CC"/>
                                      </p:to>
                                    </p:animClr>
                                    <p:set>
                                      <p:cBhvr>
                                        <p:cTn id="195" dur="250" autoRev="1" fill="remove"/>
                                        <p:tgtEl>
                                          <p:spTgt spid="103"/>
                                        </p:tgtEl>
                                        <p:attrNameLst>
                                          <p:attrName>fill.type</p:attrName>
                                        </p:attrNameLst>
                                      </p:cBhvr>
                                      <p:to>
                                        <p:strVal val="solid"/>
                                      </p:to>
                                    </p:set>
                                    <p:set>
                                      <p:cBhvr>
                                        <p:cTn id="196" dur="250" autoRev="1" fill="remove"/>
                                        <p:tgtEl>
                                          <p:spTgt spid="103"/>
                                        </p:tgtEl>
                                        <p:attrNameLst>
                                          <p:attrName>fill.on</p:attrName>
                                        </p:attrNameLst>
                                      </p:cBhvr>
                                      <p:to>
                                        <p:strVal val="true"/>
                                      </p:to>
                                    </p:set>
                                  </p:childTnLst>
                                </p:cTn>
                              </p:par>
                            </p:childTnLst>
                          </p:cTn>
                        </p:par>
                      </p:childTnLst>
                    </p:cTn>
                  </p:par>
                  <p:par>
                    <p:cTn id="197" fill="hold">
                      <p:stCondLst>
                        <p:cond delay="indefinite"/>
                      </p:stCondLst>
                      <p:childTnLst>
                        <p:par>
                          <p:cTn id="198" fill="hold">
                            <p:stCondLst>
                              <p:cond delay="0"/>
                            </p:stCondLst>
                            <p:childTnLst>
                              <p:par>
                                <p:cTn id="199" presetID="22" presetClass="entr" presetSubtype="8" fill="hold" nodeType="clickEffect">
                                  <p:stCondLst>
                                    <p:cond delay="0"/>
                                  </p:stCondLst>
                                  <p:childTnLst>
                                    <p:set>
                                      <p:cBhvr>
                                        <p:cTn id="200" dur="1" fill="hold">
                                          <p:stCondLst>
                                            <p:cond delay="0"/>
                                          </p:stCondLst>
                                        </p:cTn>
                                        <p:tgtEl>
                                          <p:spTgt spid="112">
                                            <p:txEl>
                                              <p:pRg st="1" end="1"/>
                                            </p:txEl>
                                          </p:spTgt>
                                        </p:tgtEl>
                                        <p:attrNameLst>
                                          <p:attrName>style.visibility</p:attrName>
                                        </p:attrNameLst>
                                      </p:cBhvr>
                                      <p:to>
                                        <p:strVal val="visible"/>
                                      </p:to>
                                    </p:set>
                                    <p:animEffect transition="in" filter="wipe(left)">
                                      <p:cBhvr>
                                        <p:cTn id="201" dur="500"/>
                                        <p:tgtEl>
                                          <p:spTgt spid="112">
                                            <p:txEl>
                                              <p:pRg st="1" end="1"/>
                                            </p:txEl>
                                          </p:spTgt>
                                        </p:tgtEl>
                                      </p:cBhvr>
                                    </p:animEffect>
                                  </p:childTnLst>
                                </p:cTn>
                              </p:par>
                            </p:childTnLst>
                          </p:cTn>
                        </p:par>
                      </p:childTnLst>
                    </p:cTn>
                  </p:par>
                  <p:par>
                    <p:cTn id="202" fill="hold">
                      <p:stCondLst>
                        <p:cond delay="indefinite"/>
                      </p:stCondLst>
                      <p:childTnLst>
                        <p:par>
                          <p:cTn id="203" fill="hold">
                            <p:stCondLst>
                              <p:cond delay="0"/>
                            </p:stCondLst>
                            <p:childTnLst>
                              <p:par>
                                <p:cTn id="204" presetID="22" presetClass="entr" presetSubtype="8" fill="hold" nodeType="clickEffect">
                                  <p:stCondLst>
                                    <p:cond delay="0"/>
                                  </p:stCondLst>
                                  <p:childTnLst>
                                    <p:set>
                                      <p:cBhvr>
                                        <p:cTn id="205" dur="1" fill="hold">
                                          <p:stCondLst>
                                            <p:cond delay="0"/>
                                          </p:stCondLst>
                                        </p:cTn>
                                        <p:tgtEl>
                                          <p:spTgt spid="112">
                                            <p:txEl>
                                              <p:pRg st="2" end="2"/>
                                            </p:txEl>
                                          </p:spTgt>
                                        </p:tgtEl>
                                        <p:attrNameLst>
                                          <p:attrName>style.visibility</p:attrName>
                                        </p:attrNameLst>
                                      </p:cBhvr>
                                      <p:to>
                                        <p:strVal val="visible"/>
                                      </p:to>
                                    </p:set>
                                    <p:animEffect transition="in" filter="wipe(left)">
                                      <p:cBhvr>
                                        <p:cTn id="206" dur="500"/>
                                        <p:tgtEl>
                                          <p:spTgt spid="112">
                                            <p:txEl>
                                              <p:pRg st="2" end="2"/>
                                            </p:txEl>
                                          </p:spTgt>
                                        </p:tgtEl>
                                      </p:cBhvr>
                                    </p:animEffect>
                                  </p:childTnLst>
                                </p:cTn>
                              </p:par>
                            </p:childTnLst>
                          </p:cTn>
                        </p:par>
                      </p:childTnLst>
                    </p:cTn>
                  </p:par>
                  <p:par>
                    <p:cTn id="207" fill="hold">
                      <p:stCondLst>
                        <p:cond delay="indefinite"/>
                      </p:stCondLst>
                      <p:childTnLst>
                        <p:par>
                          <p:cTn id="208" fill="hold">
                            <p:stCondLst>
                              <p:cond delay="0"/>
                            </p:stCondLst>
                            <p:childTnLst>
                              <p:par>
                                <p:cTn id="209" presetID="22" presetClass="entr" presetSubtype="1" fill="hold" grpId="0" nodeType="clickEffect">
                                  <p:stCondLst>
                                    <p:cond delay="0"/>
                                  </p:stCondLst>
                                  <p:childTnLst>
                                    <p:set>
                                      <p:cBhvr>
                                        <p:cTn id="210" dur="1" fill="hold">
                                          <p:stCondLst>
                                            <p:cond delay="0"/>
                                          </p:stCondLst>
                                        </p:cTn>
                                        <p:tgtEl>
                                          <p:spTgt spid="117"/>
                                        </p:tgtEl>
                                        <p:attrNameLst>
                                          <p:attrName>style.visibility</p:attrName>
                                        </p:attrNameLst>
                                      </p:cBhvr>
                                      <p:to>
                                        <p:strVal val="visible"/>
                                      </p:to>
                                    </p:set>
                                    <p:animEffect transition="in" filter="wipe(up)">
                                      <p:cBhvr>
                                        <p:cTn id="211" dur="500"/>
                                        <p:tgtEl>
                                          <p:spTgt spid="117"/>
                                        </p:tgtEl>
                                      </p:cBhvr>
                                    </p:animEffect>
                                  </p:childTnLst>
                                </p:cTn>
                              </p:par>
                            </p:childTnLst>
                          </p:cTn>
                        </p:par>
                        <p:par>
                          <p:cTn id="212" fill="hold">
                            <p:stCondLst>
                              <p:cond delay="500"/>
                            </p:stCondLst>
                            <p:childTnLst>
                              <p:par>
                                <p:cTn id="213" presetID="27" presetClass="emph" presetSubtype="0" fill="remove" grpId="1" nodeType="afterEffect">
                                  <p:stCondLst>
                                    <p:cond delay="0"/>
                                  </p:stCondLst>
                                  <p:childTnLst>
                                    <p:animClr clrSpc="rgb" dir="cw">
                                      <p:cBhvr override="childStyle">
                                        <p:cTn id="214" dur="500" autoRev="1" fill="remove"/>
                                        <p:tgtEl>
                                          <p:spTgt spid="117"/>
                                        </p:tgtEl>
                                        <p:attrNameLst>
                                          <p:attrName>style.color</p:attrName>
                                        </p:attrNameLst>
                                      </p:cBhvr>
                                      <p:to>
                                        <a:srgbClr val="FFD965"/>
                                      </p:to>
                                    </p:animClr>
                                    <p:animClr clrSpc="rgb" dir="cw">
                                      <p:cBhvr>
                                        <p:cTn id="215" dur="500" autoRev="1" fill="remove"/>
                                        <p:tgtEl>
                                          <p:spTgt spid="117"/>
                                        </p:tgtEl>
                                        <p:attrNameLst>
                                          <p:attrName>fillcolor</p:attrName>
                                        </p:attrNameLst>
                                      </p:cBhvr>
                                      <p:to>
                                        <a:srgbClr val="FFD965"/>
                                      </p:to>
                                    </p:animClr>
                                    <p:set>
                                      <p:cBhvr>
                                        <p:cTn id="216" dur="500" autoRev="1" fill="remove"/>
                                        <p:tgtEl>
                                          <p:spTgt spid="117"/>
                                        </p:tgtEl>
                                        <p:attrNameLst>
                                          <p:attrName>fill.type</p:attrName>
                                        </p:attrNameLst>
                                      </p:cBhvr>
                                      <p:to>
                                        <p:strVal val="solid"/>
                                      </p:to>
                                    </p:set>
                                    <p:set>
                                      <p:cBhvr>
                                        <p:cTn id="217" dur="500" autoRev="1" fill="remove"/>
                                        <p:tgtEl>
                                          <p:spTgt spid="117"/>
                                        </p:tgtEl>
                                        <p:attrNameLst>
                                          <p:attrName>fill.on</p:attrName>
                                        </p:attrNameLst>
                                      </p:cBhvr>
                                      <p:to>
                                        <p:strVal val="true"/>
                                      </p:to>
                                    </p:set>
                                  </p:childTnLst>
                                </p:cTn>
                              </p:par>
                            </p:childTnLst>
                          </p:cTn>
                        </p:par>
                      </p:childTnLst>
                    </p:cTn>
                  </p:par>
                  <p:par>
                    <p:cTn id="218" fill="hold">
                      <p:stCondLst>
                        <p:cond delay="indefinite"/>
                      </p:stCondLst>
                      <p:childTnLst>
                        <p:par>
                          <p:cTn id="219" fill="hold">
                            <p:stCondLst>
                              <p:cond delay="0"/>
                            </p:stCondLst>
                            <p:childTnLst>
                              <p:par>
                                <p:cTn id="220" presetID="22" presetClass="entr" presetSubtype="1" fill="hold" grpId="0" nodeType="clickEffect">
                                  <p:stCondLst>
                                    <p:cond delay="0"/>
                                  </p:stCondLst>
                                  <p:childTnLst>
                                    <p:set>
                                      <p:cBhvr>
                                        <p:cTn id="221" dur="1" fill="hold">
                                          <p:stCondLst>
                                            <p:cond delay="0"/>
                                          </p:stCondLst>
                                        </p:cTn>
                                        <p:tgtEl>
                                          <p:spTgt spid="115"/>
                                        </p:tgtEl>
                                        <p:attrNameLst>
                                          <p:attrName>style.visibility</p:attrName>
                                        </p:attrNameLst>
                                      </p:cBhvr>
                                      <p:to>
                                        <p:strVal val="visible"/>
                                      </p:to>
                                    </p:set>
                                    <p:animEffect transition="in" filter="wipe(up)">
                                      <p:cBhvr>
                                        <p:cTn id="222" dur="500"/>
                                        <p:tgtEl>
                                          <p:spTgt spid="115"/>
                                        </p:tgtEl>
                                      </p:cBhvr>
                                    </p:animEffect>
                                  </p:childTnLst>
                                </p:cTn>
                              </p:par>
                            </p:childTnLst>
                          </p:cTn>
                        </p:par>
                        <p:par>
                          <p:cTn id="223" fill="hold">
                            <p:stCondLst>
                              <p:cond delay="500"/>
                            </p:stCondLst>
                            <p:childTnLst>
                              <p:par>
                                <p:cTn id="224" presetID="27" presetClass="emph" presetSubtype="0" fill="remove" grpId="1" nodeType="afterEffect">
                                  <p:stCondLst>
                                    <p:cond delay="0"/>
                                  </p:stCondLst>
                                  <p:childTnLst>
                                    <p:animClr clrSpc="rgb" dir="cw">
                                      <p:cBhvr override="childStyle">
                                        <p:cTn id="225" dur="500" autoRev="1" fill="remove"/>
                                        <p:tgtEl>
                                          <p:spTgt spid="115"/>
                                        </p:tgtEl>
                                        <p:attrNameLst>
                                          <p:attrName>style.color</p:attrName>
                                        </p:attrNameLst>
                                      </p:cBhvr>
                                      <p:to>
                                        <a:srgbClr val="FFD965"/>
                                      </p:to>
                                    </p:animClr>
                                    <p:animClr clrSpc="rgb" dir="cw">
                                      <p:cBhvr>
                                        <p:cTn id="226" dur="500" autoRev="1" fill="remove"/>
                                        <p:tgtEl>
                                          <p:spTgt spid="115"/>
                                        </p:tgtEl>
                                        <p:attrNameLst>
                                          <p:attrName>fillcolor</p:attrName>
                                        </p:attrNameLst>
                                      </p:cBhvr>
                                      <p:to>
                                        <a:srgbClr val="FFD965"/>
                                      </p:to>
                                    </p:animClr>
                                    <p:set>
                                      <p:cBhvr>
                                        <p:cTn id="227" dur="500" autoRev="1" fill="remove"/>
                                        <p:tgtEl>
                                          <p:spTgt spid="115"/>
                                        </p:tgtEl>
                                        <p:attrNameLst>
                                          <p:attrName>fill.type</p:attrName>
                                        </p:attrNameLst>
                                      </p:cBhvr>
                                      <p:to>
                                        <p:strVal val="solid"/>
                                      </p:to>
                                    </p:set>
                                    <p:set>
                                      <p:cBhvr>
                                        <p:cTn id="228" dur="500" autoRev="1" fill="remove"/>
                                        <p:tgtEl>
                                          <p:spTgt spid="115"/>
                                        </p:tgtEl>
                                        <p:attrNameLst>
                                          <p:attrName>fill.on</p:attrName>
                                        </p:attrNameLst>
                                      </p:cBhvr>
                                      <p:to>
                                        <p:strVal val="true"/>
                                      </p:to>
                                    </p:set>
                                  </p:childTnLst>
                                </p:cTn>
                              </p:par>
                            </p:childTnLst>
                          </p:cTn>
                        </p:par>
                      </p:childTnLst>
                    </p:cTn>
                  </p:par>
                  <p:par>
                    <p:cTn id="229" fill="hold">
                      <p:stCondLst>
                        <p:cond delay="indefinite"/>
                      </p:stCondLst>
                      <p:childTnLst>
                        <p:par>
                          <p:cTn id="230" fill="hold">
                            <p:stCondLst>
                              <p:cond delay="0"/>
                            </p:stCondLst>
                            <p:childTnLst>
                              <p:par>
                                <p:cTn id="231" presetID="22" presetClass="entr" presetSubtype="1" fill="hold" grpId="0" nodeType="clickEffect">
                                  <p:stCondLst>
                                    <p:cond delay="0"/>
                                  </p:stCondLst>
                                  <p:childTnLst>
                                    <p:set>
                                      <p:cBhvr>
                                        <p:cTn id="232" dur="1" fill="hold">
                                          <p:stCondLst>
                                            <p:cond delay="0"/>
                                          </p:stCondLst>
                                        </p:cTn>
                                        <p:tgtEl>
                                          <p:spTgt spid="116"/>
                                        </p:tgtEl>
                                        <p:attrNameLst>
                                          <p:attrName>style.visibility</p:attrName>
                                        </p:attrNameLst>
                                      </p:cBhvr>
                                      <p:to>
                                        <p:strVal val="visible"/>
                                      </p:to>
                                    </p:set>
                                    <p:animEffect transition="in" filter="wipe(up)">
                                      <p:cBhvr>
                                        <p:cTn id="233" dur="500"/>
                                        <p:tgtEl>
                                          <p:spTgt spid="116"/>
                                        </p:tgtEl>
                                      </p:cBhvr>
                                    </p:animEffect>
                                  </p:childTnLst>
                                </p:cTn>
                              </p:par>
                            </p:childTnLst>
                          </p:cTn>
                        </p:par>
                        <p:par>
                          <p:cTn id="234" fill="hold">
                            <p:stCondLst>
                              <p:cond delay="500"/>
                            </p:stCondLst>
                            <p:childTnLst>
                              <p:par>
                                <p:cTn id="235" presetID="27" presetClass="emph" presetSubtype="0" fill="remove" grpId="1" nodeType="afterEffect">
                                  <p:stCondLst>
                                    <p:cond delay="0"/>
                                  </p:stCondLst>
                                  <p:childTnLst>
                                    <p:animClr clrSpc="rgb" dir="cw">
                                      <p:cBhvr override="childStyle">
                                        <p:cTn id="236" dur="500" autoRev="1" fill="remove"/>
                                        <p:tgtEl>
                                          <p:spTgt spid="116"/>
                                        </p:tgtEl>
                                        <p:attrNameLst>
                                          <p:attrName>style.color</p:attrName>
                                        </p:attrNameLst>
                                      </p:cBhvr>
                                      <p:to>
                                        <a:srgbClr val="FFD965"/>
                                      </p:to>
                                    </p:animClr>
                                    <p:animClr clrSpc="rgb" dir="cw">
                                      <p:cBhvr>
                                        <p:cTn id="237" dur="500" autoRev="1" fill="remove"/>
                                        <p:tgtEl>
                                          <p:spTgt spid="116"/>
                                        </p:tgtEl>
                                        <p:attrNameLst>
                                          <p:attrName>fillcolor</p:attrName>
                                        </p:attrNameLst>
                                      </p:cBhvr>
                                      <p:to>
                                        <a:srgbClr val="FFD965"/>
                                      </p:to>
                                    </p:animClr>
                                    <p:set>
                                      <p:cBhvr>
                                        <p:cTn id="238" dur="500" autoRev="1" fill="remove"/>
                                        <p:tgtEl>
                                          <p:spTgt spid="116"/>
                                        </p:tgtEl>
                                        <p:attrNameLst>
                                          <p:attrName>fill.type</p:attrName>
                                        </p:attrNameLst>
                                      </p:cBhvr>
                                      <p:to>
                                        <p:strVal val="solid"/>
                                      </p:to>
                                    </p:set>
                                    <p:set>
                                      <p:cBhvr>
                                        <p:cTn id="239" dur="500" autoRev="1" fill="remove"/>
                                        <p:tgtEl>
                                          <p:spTgt spid="116"/>
                                        </p:tgtEl>
                                        <p:attrNameLst>
                                          <p:attrName>fill.on</p:attrName>
                                        </p:attrNameLst>
                                      </p:cBhvr>
                                      <p:to>
                                        <p:strVal val="true"/>
                                      </p:to>
                                    </p:set>
                                  </p:childTnLst>
                                </p:cTn>
                              </p:par>
                            </p:childTnLst>
                          </p:cTn>
                        </p:par>
                      </p:childTnLst>
                    </p:cTn>
                  </p:par>
                  <p:par>
                    <p:cTn id="240" fill="hold">
                      <p:stCondLst>
                        <p:cond delay="indefinite"/>
                      </p:stCondLst>
                      <p:childTnLst>
                        <p:par>
                          <p:cTn id="241" fill="hold">
                            <p:stCondLst>
                              <p:cond delay="0"/>
                            </p:stCondLst>
                            <p:childTnLst>
                              <p:par>
                                <p:cTn id="242" presetID="22" presetClass="entr" presetSubtype="8" fill="hold" nodeType="clickEffect">
                                  <p:stCondLst>
                                    <p:cond delay="0"/>
                                  </p:stCondLst>
                                  <p:childTnLst>
                                    <p:set>
                                      <p:cBhvr>
                                        <p:cTn id="243" dur="1" fill="hold">
                                          <p:stCondLst>
                                            <p:cond delay="0"/>
                                          </p:stCondLst>
                                        </p:cTn>
                                        <p:tgtEl>
                                          <p:spTgt spid="118">
                                            <p:txEl>
                                              <p:pRg st="0" end="0"/>
                                            </p:txEl>
                                          </p:spTgt>
                                        </p:tgtEl>
                                        <p:attrNameLst>
                                          <p:attrName>style.visibility</p:attrName>
                                        </p:attrNameLst>
                                      </p:cBhvr>
                                      <p:to>
                                        <p:strVal val="visible"/>
                                      </p:to>
                                    </p:set>
                                    <p:animEffect transition="in" filter="wipe(left)">
                                      <p:cBhvr>
                                        <p:cTn id="244" dur="500"/>
                                        <p:tgtEl>
                                          <p:spTgt spid="118">
                                            <p:txEl>
                                              <p:pRg st="0" end="0"/>
                                            </p:txEl>
                                          </p:spTgt>
                                        </p:tgtEl>
                                      </p:cBhvr>
                                    </p:animEffect>
                                  </p:childTnLst>
                                </p:cTn>
                              </p:par>
                            </p:childTnLst>
                          </p:cTn>
                        </p:par>
                        <p:par>
                          <p:cTn id="245" fill="hold">
                            <p:stCondLst>
                              <p:cond delay="500"/>
                            </p:stCondLst>
                            <p:childTnLst>
                              <p:par>
                                <p:cTn id="246" presetID="22" presetClass="entr" presetSubtype="8" fill="hold" nodeType="afterEffect">
                                  <p:stCondLst>
                                    <p:cond delay="0"/>
                                  </p:stCondLst>
                                  <p:childTnLst>
                                    <p:set>
                                      <p:cBhvr>
                                        <p:cTn id="247" dur="1" fill="hold">
                                          <p:stCondLst>
                                            <p:cond delay="0"/>
                                          </p:stCondLst>
                                        </p:cTn>
                                        <p:tgtEl>
                                          <p:spTgt spid="120"/>
                                        </p:tgtEl>
                                        <p:attrNameLst>
                                          <p:attrName>style.visibility</p:attrName>
                                        </p:attrNameLst>
                                      </p:cBhvr>
                                      <p:to>
                                        <p:strVal val="visible"/>
                                      </p:to>
                                    </p:set>
                                    <p:animEffect transition="in" filter="wipe(left)">
                                      <p:cBhvr>
                                        <p:cTn id="248" dur="500"/>
                                        <p:tgtEl>
                                          <p:spTgt spid="120"/>
                                        </p:tgtEl>
                                      </p:cBhvr>
                                    </p:animEffect>
                                  </p:childTnLst>
                                </p:cTn>
                              </p:par>
                            </p:childTnLst>
                          </p:cTn>
                        </p:par>
                        <p:par>
                          <p:cTn id="249" fill="hold">
                            <p:stCondLst>
                              <p:cond delay="1000"/>
                            </p:stCondLst>
                            <p:childTnLst>
                              <p:par>
                                <p:cTn id="250" presetID="27" presetClass="emph" presetSubtype="0" fill="remove" grpId="1" nodeType="afterEffect">
                                  <p:stCondLst>
                                    <p:cond delay="0"/>
                                  </p:stCondLst>
                                  <p:childTnLst>
                                    <p:animClr clrSpc="rgb" dir="cw">
                                      <p:cBhvr override="childStyle">
                                        <p:cTn id="251" dur="1000" autoRev="1" fill="remove"/>
                                        <p:tgtEl>
                                          <p:spTgt spid="87"/>
                                        </p:tgtEl>
                                        <p:attrNameLst>
                                          <p:attrName>style.color</p:attrName>
                                        </p:attrNameLst>
                                      </p:cBhvr>
                                      <p:to>
                                        <a:srgbClr val="ED7D31"/>
                                      </p:to>
                                    </p:animClr>
                                    <p:animClr clrSpc="rgb" dir="cw">
                                      <p:cBhvr>
                                        <p:cTn id="252" dur="1000" autoRev="1" fill="remove"/>
                                        <p:tgtEl>
                                          <p:spTgt spid="87"/>
                                        </p:tgtEl>
                                        <p:attrNameLst>
                                          <p:attrName>fillcolor</p:attrName>
                                        </p:attrNameLst>
                                      </p:cBhvr>
                                      <p:to>
                                        <a:srgbClr val="ED7D31"/>
                                      </p:to>
                                    </p:animClr>
                                    <p:set>
                                      <p:cBhvr>
                                        <p:cTn id="253" dur="1000" autoRev="1" fill="remove"/>
                                        <p:tgtEl>
                                          <p:spTgt spid="87"/>
                                        </p:tgtEl>
                                        <p:attrNameLst>
                                          <p:attrName>fill.type</p:attrName>
                                        </p:attrNameLst>
                                      </p:cBhvr>
                                      <p:to>
                                        <p:strVal val="solid"/>
                                      </p:to>
                                    </p:set>
                                    <p:set>
                                      <p:cBhvr>
                                        <p:cTn id="254" dur="1000" autoRev="1" fill="remove"/>
                                        <p:tgtEl>
                                          <p:spTgt spid="87"/>
                                        </p:tgtEl>
                                        <p:attrNameLst>
                                          <p:attrName>fill.on</p:attrName>
                                        </p:attrNameLst>
                                      </p:cBhvr>
                                      <p:to>
                                        <p:strVal val="true"/>
                                      </p:to>
                                    </p:set>
                                  </p:childTnLst>
                                </p:cTn>
                              </p:par>
                            </p:childTnLst>
                          </p:cTn>
                        </p:par>
                      </p:childTnLst>
                    </p:cTn>
                  </p:par>
                  <p:par>
                    <p:cTn id="255" fill="hold">
                      <p:stCondLst>
                        <p:cond delay="indefinite"/>
                      </p:stCondLst>
                      <p:childTnLst>
                        <p:par>
                          <p:cTn id="256" fill="hold">
                            <p:stCondLst>
                              <p:cond delay="0"/>
                            </p:stCondLst>
                            <p:childTnLst>
                              <p:par>
                                <p:cTn id="257" presetID="22" presetClass="entr" presetSubtype="8" fill="hold" nodeType="clickEffect">
                                  <p:stCondLst>
                                    <p:cond delay="0"/>
                                  </p:stCondLst>
                                  <p:childTnLst>
                                    <p:set>
                                      <p:cBhvr>
                                        <p:cTn id="258" dur="1" fill="hold">
                                          <p:stCondLst>
                                            <p:cond delay="0"/>
                                          </p:stCondLst>
                                        </p:cTn>
                                        <p:tgtEl>
                                          <p:spTgt spid="121">
                                            <p:txEl>
                                              <p:pRg st="0" end="0"/>
                                            </p:txEl>
                                          </p:spTgt>
                                        </p:tgtEl>
                                        <p:attrNameLst>
                                          <p:attrName>style.visibility</p:attrName>
                                        </p:attrNameLst>
                                      </p:cBhvr>
                                      <p:to>
                                        <p:strVal val="visible"/>
                                      </p:to>
                                    </p:set>
                                    <p:animEffect transition="in" filter="wipe(left)">
                                      <p:cBhvr>
                                        <p:cTn id="259" dur="500"/>
                                        <p:tgtEl>
                                          <p:spTgt spid="121">
                                            <p:txEl>
                                              <p:pRg st="0" end="0"/>
                                            </p:txEl>
                                          </p:spTgt>
                                        </p:tgtEl>
                                      </p:cBhvr>
                                    </p:animEffect>
                                  </p:childTnLst>
                                </p:cTn>
                              </p:par>
                            </p:childTnLst>
                          </p:cTn>
                        </p:par>
                      </p:childTnLst>
                    </p:cTn>
                  </p:par>
                  <p:par>
                    <p:cTn id="260" fill="hold">
                      <p:stCondLst>
                        <p:cond delay="indefinite"/>
                      </p:stCondLst>
                      <p:childTnLst>
                        <p:par>
                          <p:cTn id="261" fill="hold">
                            <p:stCondLst>
                              <p:cond delay="0"/>
                            </p:stCondLst>
                            <p:childTnLst>
                              <p:par>
                                <p:cTn id="262" presetID="42" presetClass="path" presetSubtype="0" accel="50000" decel="50000" fill="hold" grpId="2" nodeType="clickEffect">
                                  <p:stCondLst>
                                    <p:cond delay="0"/>
                                  </p:stCondLst>
                                  <p:childTnLst>
                                    <p:animMotion origin="layout" path="M 0.00118 1.85185E-6 L 0.00118 0.06273 " pathEditMode="relative" rAng="0" ptsTypes="AA">
                                      <p:cBhvr>
                                        <p:cTn id="263" dur="2000" fill="hold"/>
                                        <p:tgtEl>
                                          <p:spTgt spid="115"/>
                                        </p:tgtEl>
                                        <p:attrNameLst>
                                          <p:attrName>ppt_x</p:attrName>
                                          <p:attrName>ppt_y</p:attrName>
                                        </p:attrNameLst>
                                      </p:cBhvr>
                                      <p:rCtr x="0" y="3125"/>
                                    </p:animMotion>
                                  </p:childTnLst>
                                </p:cTn>
                              </p:par>
                            </p:childTnLst>
                          </p:cTn>
                        </p:par>
                      </p:childTnLst>
                    </p:cTn>
                  </p:par>
                  <p:par>
                    <p:cTn id="264" fill="hold">
                      <p:stCondLst>
                        <p:cond delay="indefinite"/>
                      </p:stCondLst>
                      <p:childTnLst>
                        <p:par>
                          <p:cTn id="265" fill="hold">
                            <p:stCondLst>
                              <p:cond delay="0"/>
                            </p:stCondLst>
                            <p:childTnLst>
                              <p:par>
                                <p:cTn id="266" presetID="63" presetClass="path" presetSubtype="0" accel="50000" decel="50000" fill="hold" grpId="2" nodeType="clickEffect">
                                  <p:stCondLst>
                                    <p:cond delay="0"/>
                                  </p:stCondLst>
                                  <p:childTnLst>
                                    <p:animMotion origin="layout" path="M 1.45833E-6 -2.59259E-6 L 0.07956 -0.00046 " pathEditMode="relative" rAng="0" ptsTypes="AA">
                                      <p:cBhvr>
                                        <p:cTn id="267" dur="2000" fill="hold"/>
                                        <p:tgtEl>
                                          <p:spTgt spid="116"/>
                                        </p:tgtEl>
                                        <p:attrNameLst>
                                          <p:attrName>ppt_x</p:attrName>
                                          <p:attrName>ppt_y</p:attrName>
                                        </p:attrNameLst>
                                      </p:cBhvr>
                                      <p:rCtr x="3971" y="-23"/>
                                    </p:animMotion>
                                  </p:childTnLst>
                                </p:cTn>
                              </p:par>
                            </p:childTnLst>
                          </p:cTn>
                        </p:par>
                      </p:childTnLst>
                    </p:cTn>
                  </p:par>
                  <p:par>
                    <p:cTn id="268" fill="hold">
                      <p:stCondLst>
                        <p:cond delay="indefinite"/>
                      </p:stCondLst>
                      <p:childTnLst>
                        <p:par>
                          <p:cTn id="269" fill="hold">
                            <p:stCondLst>
                              <p:cond delay="0"/>
                            </p:stCondLst>
                            <p:childTnLst>
                              <p:par>
                                <p:cTn id="270" presetID="27" presetClass="emph" presetSubtype="0" fill="remove" grpId="2" nodeType="clickEffect">
                                  <p:stCondLst>
                                    <p:cond delay="0"/>
                                  </p:stCondLst>
                                  <p:childTnLst>
                                    <p:animClr clrSpc="rgb" dir="cw">
                                      <p:cBhvr override="childStyle">
                                        <p:cTn id="271" dur="250" autoRev="1" fill="remove"/>
                                        <p:tgtEl>
                                          <p:spTgt spid="98"/>
                                        </p:tgtEl>
                                        <p:attrNameLst>
                                          <p:attrName>style.color</p:attrName>
                                        </p:attrNameLst>
                                      </p:cBhvr>
                                      <p:to>
                                        <a:srgbClr val="FFC000"/>
                                      </p:to>
                                    </p:animClr>
                                    <p:animClr clrSpc="rgb" dir="cw">
                                      <p:cBhvr>
                                        <p:cTn id="272" dur="250" autoRev="1" fill="remove"/>
                                        <p:tgtEl>
                                          <p:spTgt spid="98"/>
                                        </p:tgtEl>
                                        <p:attrNameLst>
                                          <p:attrName>fillcolor</p:attrName>
                                        </p:attrNameLst>
                                      </p:cBhvr>
                                      <p:to>
                                        <a:srgbClr val="FFC000"/>
                                      </p:to>
                                    </p:animClr>
                                    <p:set>
                                      <p:cBhvr>
                                        <p:cTn id="273" dur="250" autoRev="1" fill="remove"/>
                                        <p:tgtEl>
                                          <p:spTgt spid="98"/>
                                        </p:tgtEl>
                                        <p:attrNameLst>
                                          <p:attrName>fill.type</p:attrName>
                                        </p:attrNameLst>
                                      </p:cBhvr>
                                      <p:to>
                                        <p:strVal val="solid"/>
                                      </p:to>
                                    </p:set>
                                    <p:set>
                                      <p:cBhvr>
                                        <p:cTn id="274" dur="250" autoRev="1" fill="remove"/>
                                        <p:tgtEl>
                                          <p:spTgt spid="98"/>
                                        </p:tgtEl>
                                        <p:attrNameLst>
                                          <p:attrName>fill.on</p:attrName>
                                        </p:attrNameLst>
                                      </p:cBhvr>
                                      <p:to>
                                        <p:strVal val="true"/>
                                      </p:to>
                                    </p:set>
                                  </p:childTnLst>
                                </p:cTn>
                              </p:par>
                            </p:childTnLst>
                          </p:cTn>
                        </p:par>
                        <p:par>
                          <p:cTn id="275" fill="hold">
                            <p:stCondLst>
                              <p:cond delay="500"/>
                            </p:stCondLst>
                            <p:childTnLst>
                              <p:par>
                                <p:cTn id="276" presetID="27" presetClass="emph" presetSubtype="0" fill="remove" grpId="2" nodeType="afterEffect">
                                  <p:stCondLst>
                                    <p:cond delay="0"/>
                                  </p:stCondLst>
                                  <p:childTnLst>
                                    <p:animClr clrSpc="rgb" dir="cw">
                                      <p:cBhvr override="childStyle">
                                        <p:cTn id="277" dur="250" autoRev="1" fill="remove"/>
                                        <p:tgtEl>
                                          <p:spTgt spid="97"/>
                                        </p:tgtEl>
                                        <p:attrNameLst>
                                          <p:attrName>style.color</p:attrName>
                                        </p:attrNameLst>
                                      </p:cBhvr>
                                      <p:to>
                                        <a:srgbClr val="F7CBAC"/>
                                      </p:to>
                                    </p:animClr>
                                    <p:animClr clrSpc="rgb" dir="cw">
                                      <p:cBhvr>
                                        <p:cTn id="278" dur="250" autoRev="1" fill="remove"/>
                                        <p:tgtEl>
                                          <p:spTgt spid="97"/>
                                        </p:tgtEl>
                                        <p:attrNameLst>
                                          <p:attrName>fillcolor</p:attrName>
                                        </p:attrNameLst>
                                      </p:cBhvr>
                                      <p:to>
                                        <a:srgbClr val="F7CBAC"/>
                                      </p:to>
                                    </p:animClr>
                                    <p:set>
                                      <p:cBhvr>
                                        <p:cTn id="279" dur="250" autoRev="1" fill="remove"/>
                                        <p:tgtEl>
                                          <p:spTgt spid="97"/>
                                        </p:tgtEl>
                                        <p:attrNameLst>
                                          <p:attrName>fill.type</p:attrName>
                                        </p:attrNameLst>
                                      </p:cBhvr>
                                      <p:to>
                                        <p:strVal val="solid"/>
                                      </p:to>
                                    </p:set>
                                    <p:set>
                                      <p:cBhvr>
                                        <p:cTn id="280" dur="250" autoRev="1" fill="remove"/>
                                        <p:tgtEl>
                                          <p:spTgt spid="97"/>
                                        </p:tgtEl>
                                        <p:attrNameLst>
                                          <p:attrName>fill.on</p:attrName>
                                        </p:attrNameLst>
                                      </p:cBhvr>
                                      <p:to>
                                        <p:strVal val="true"/>
                                      </p:to>
                                    </p:set>
                                  </p:childTnLst>
                                </p:cTn>
                              </p:par>
                            </p:childTnLst>
                          </p:cTn>
                        </p:par>
                        <p:par>
                          <p:cTn id="281" fill="hold">
                            <p:stCondLst>
                              <p:cond delay="1000"/>
                            </p:stCondLst>
                            <p:childTnLst>
                              <p:par>
                                <p:cTn id="282" presetID="22" presetClass="entr" presetSubtype="8" fill="hold" nodeType="afterEffect">
                                  <p:stCondLst>
                                    <p:cond delay="0"/>
                                  </p:stCondLst>
                                  <p:childTnLst>
                                    <p:set>
                                      <p:cBhvr>
                                        <p:cTn id="283" dur="1" fill="hold">
                                          <p:stCondLst>
                                            <p:cond delay="0"/>
                                          </p:stCondLst>
                                        </p:cTn>
                                        <p:tgtEl>
                                          <p:spTgt spid="121">
                                            <p:txEl>
                                              <p:pRg st="1" end="1"/>
                                            </p:txEl>
                                          </p:spTgt>
                                        </p:tgtEl>
                                        <p:attrNameLst>
                                          <p:attrName>style.visibility</p:attrName>
                                        </p:attrNameLst>
                                      </p:cBhvr>
                                      <p:to>
                                        <p:strVal val="visible"/>
                                      </p:to>
                                    </p:set>
                                    <p:animEffect transition="in" filter="wipe(left)">
                                      <p:cBhvr>
                                        <p:cTn id="284" dur="500"/>
                                        <p:tgtEl>
                                          <p:spTgt spid="121">
                                            <p:txEl>
                                              <p:pRg st="1" end="1"/>
                                            </p:txEl>
                                          </p:spTgt>
                                        </p:tgtEl>
                                      </p:cBhvr>
                                    </p:animEffect>
                                  </p:childTnLst>
                                </p:cTn>
                              </p:par>
                            </p:childTnLst>
                          </p:cTn>
                        </p:par>
                        <p:par>
                          <p:cTn id="285" fill="hold">
                            <p:stCondLst>
                              <p:cond delay="1500"/>
                            </p:stCondLst>
                            <p:childTnLst>
                              <p:par>
                                <p:cTn id="286" presetID="32" presetClass="emph" presetSubtype="0" fill="hold" nodeType="afterEffect">
                                  <p:stCondLst>
                                    <p:cond delay="0"/>
                                  </p:stCondLst>
                                  <p:childTnLst>
                                    <p:animRot by="120000">
                                      <p:cBhvr>
                                        <p:cTn id="287" dur="100" fill="hold">
                                          <p:stCondLst>
                                            <p:cond delay="0"/>
                                          </p:stCondLst>
                                        </p:cTn>
                                        <p:tgtEl>
                                          <p:spTgt spid="120"/>
                                        </p:tgtEl>
                                        <p:attrNameLst>
                                          <p:attrName>r</p:attrName>
                                        </p:attrNameLst>
                                      </p:cBhvr>
                                    </p:animRot>
                                    <p:animRot by="-240000">
                                      <p:cBhvr>
                                        <p:cTn id="288" dur="200" fill="hold">
                                          <p:stCondLst>
                                            <p:cond delay="200"/>
                                          </p:stCondLst>
                                        </p:cTn>
                                        <p:tgtEl>
                                          <p:spTgt spid="120"/>
                                        </p:tgtEl>
                                        <p:attrNameLst>
                                          <p:attrName>r</p:attrName>
                                        </p:attrNameLst>
                                      </p:cBhvr>
                                    </p:animRot>
                                    <p:animRot by="240000">
                                      <p:cBhvr>
                                        <p:cTn id="289" dur="200" fill="hold">
                                          <p:stCondLst>
                                            <p:cond delay="400"/>
                                          </p:stCondLst>
                                        </p:cTn>
                                        <p:tgtEl>
                                          <p:spTgt spid="120"/>
                                        </p:tgtEl>
                                        <p:attrNameLst>
                                          <p:attrName>r</p:attrName>
                                        </p:attrNameLst>
                                      </p:cBhvr>
                                    </p:animRot>
                                    <p:animRot by="-240000">
                                      <p:cBhvr>
                                        <p:cTn id="290" dur="200" fill="hold">
                                          <p:stCondLst>
                                            <p:cond delay="600"/>
                                          </p:stCondLst>
                                        </p:cTn>
                                        <p:tgtEl>
                                          <p:spTgt spid="120"/>
                                        </p:tgtEl>
                                        <p:attrNameLst>
                                          <p:attrName>r</p:attrName>
                                        </p:attrNameLst>
                                      </p:cBhvr>
                                    </p:animRot>
                                    <p:animRot by="120000">
                                      <p:cBhvr>
                                        <p:cTn id="291" dur="200" fill="hold">
                                          <p:stCondLst>
                                            <p:cond delay="800"/>
                                          </p:stCondLst>
                                        </p:cTn>
                                        <p:tgtEl>
                                          <p:spTgt spid="120"/>
                                        </p:tgtEl>
                                        <p:attrNameLst>
                                          <p:attrName>r</p:attrName>
                                        </p:attrNameLst>
                                      </p:cBhvr>
                                    </p:animRot>
                                  </p:childTnLst>
                                </p:cTn>
                              </p:par>
                            </p:childTnLst>
                          </p:cTn>
                        </p:par>
                      </p:childTnLst>
                    </p:cTn>
                  </p:par>
                  <p:par>
                    <p:cTn id="292" fill="hold">
                      <p:stCondLst>
                        <p:cond delay="indefinite"/>
                      </p:stCondLst>
                      <p:childTnLst>
                        <p:par>
                          <p:cTn id="293" fill="hold">
                            <p:stCondLst>
                              <p:cond delay="0"/>
                            </p:stCondLst>
                            <p:childTnLst>
                              <p:par>
                                <p:cTn id="294" presetID="1" presetClass="entr" presetSubtype="0" fill="hold" grpId="0" nodeType="clickEffect">
                                  <p:stCondLst>
                                    <p:cond delay="0"/>
                                  </p:stCondLst>
                                  <p:childTnLst>
                                    <p:set>
                                      <p:cBhvr>
                                        <p:cTn id="295" dur="1" fill="hold">
                                          <p:stCondLst>
                                            <p:cond delay="0"/>
                                          </p:stCondLst>
                                        </p:cTn>
                                        <p:tgtEl>
                                          <p:spTgt spid="150"/>
                                        </p:tgtEl>
                                        <p:attrNameLst>
                                          <p:attrName>style.visibility</p:attrName>
                                        </p:attrNameLst>
                                      </p:cBhvr>
                                      <p:to>
                                        <p:strVal val="visible"/>
                                      </p:to>
                                    </p:set>
                                  </p:childTnLst>
                                </p:cTn>
                              </p:par>
                            </p:childTnLst>
                          </p:cTn>
                        </p:par>
                      </p:childTnLst>
                    </p:cTn>
                  </p:par>
                  <p:par>
                    <p:cTn id="296" fill="hold">
                      <p:stCondLst>
                        <p:cond delay="indefinite"/>
                      </p:stCondLst>
                      <p:childTnLst>
                        <p:par>
                          <p:cTn id="297" fill="hold">
                            <p:stCondLst>
                              <p:cond delay="0"/>
                            </p:stCondLst>
                            <p:childTnLst>
                              <p:par>
                                <p:cTn id="298" presetID="22" presetClass="entr" presetSubtype="8" fill="hold" nodeType="clickEffect">
                                  <p:stCondLst>
                                    <p:cond delay="0"/>
                                  </p:stCondLst>
                                  <p:childTnLst>
                                    <p:set>
                                      <p:cBhvr>
                                        <p:cTn id="299" dur="1" fill="hold">
                                          <p:stCondLst>
                                            <p:cond delay="0"/>
                                          </p:stCondLst>
                                        </p:cTn>
                                        <p:tgtEl>
                                          <p:spTgt spid="123">
                                            <p:txEl>
                                              <p:pRg st="0" end="0"/>
                                            </p:txEl>
                                          </p:spTgt>
                                        </p:tgtEl>
                                        <p:attrNameLst>
                                          <p:attrName>style.visibility</p:attrName>
                                        </p:attrNameLst>
                                      </p:cBhvr>
                                      <p:to>
                                        <p:strVal val="visible"/>
                                      </p:to>
                                    </p:set>
                                    <p:animEffect transition="in" filter="wipe(left)">
                                      <p:cBhvr>
                                        <p:cTn id="300" dur="500"/>
                                        <p:tgtEl>
                                          <p:spTgt spid="123">
                                            <p:txEl>
                                              <p:pRg st="0" end="0"/>
                                            </p:txEl>
                                          </p:spTgt>
                                        </p:tgtEl>
                                      </p:cBhvr>
                                    </p:animEffect>
                                  </p:childTnLst>
                                </p:cTn>
                              </p:par>
                              <p:par>
                                <p:cTn id="301" presetID="7" presetClass="emph" presetSubtype="2" fill="hold" nodeType="withEffect">
                                  <p:stCondLst>
                                    <p:cond delay="0"/>
                                  </p:stCondLst>
                                  <p:childTnLst>
                                    <p:animClr clrSpc="rgb" dir="cw">
                                      <p:cBhvr>
                                        <p:cTn id="302" dur="2000" fill="hold"/>
                                        <p:tgtEl>
                                          <p:spTgt spid="120"/>
                                        </p:tgtEl>
                                        <p:attrNameLst>
                                          <p:attrName>stroke.color</p:attrName>
                                        </p:attrNameLst>
                                      </p:cBhvr>
                                      <p:to>
                                        <a:srgbClr val="30EE35"/>
                                      </p:to>
                                    </p:animClr>
                                    <p:set>
                                      <p:cBhvr>
                                        <p:cTn id="303" dur="2000" fill="hold"/>
                                        <p:tgtEl>
                                          <p:spTgt spid="120"/>
                                        </p:tgtEl>
                                        <p:attrNameLst>
                                          <p:attrName>stroke.on</p:attrName>
                                        </p:attrNameLst>
                                      </p:cBhvr>
                                      <p:to>
                                        <p:strVal val="true"/>
                                      </p:to>
                                    </p:set>
                                  </p:childTnLst>
                                  <p:subTnLst>
                                    <p:animClr clrSpc="rgb" dir="cw">
                                      <p:cBhvr override="childStyle">
                                        <p:cTn dur="1" fill="hold" display="0" masterRel="nextClick" afterEffect="1"/>
                                        <p:tgtEl>
                                          <p:spTgt spid="120"/>
                                        </p:tgtEl>
                                        <p:attrNameLst>
                                          <p:attrName>ppt_c</p:attrName>
                                        </p:attrNameLst>
                                      </p:cBhvr>
                                      <p:to>
                                        <a:srgbClr val="30EE35"/>
                                      </p:to>
                                    </p:animClr>
                                  </p:subTnLst>
                                </p:cTn>
                              </p:par>
                            </p:childTnLst>
                          </p:cTn>
                        </p:par>
                      </p:childTnLst>
                    </p:cTn>
                  </p:par>
                  <p:par>
                    <p:cTn id="304" fill="hold">
                      <p:stCondLst>
                        <p:cond delay="indefinite"/>
                      </p:stCondLst>
                      <p:childTnLst>
                        <p:par>
                          <p:cTn id="305" fill="hold">
                            <p:stCondLst>
                              <p:cond delay="0"/>
                            </p:stCondLst>
                            <p:childTnLst>
                              <p:par>
                                <p:cTn id="306" presetID="22" presetClass="entr" presetSubtype="8" fill="hold" nodeType="clickEffect">
                                  <p:stCondLst>
                                    <p:cond delay="0"/>
                                  </p:stCondLst>
                                  <p:childTnLst>
                                    <p:set>
                                      <p:cBhvr>
                                        <p:cTn id="307" dur="1" fill="hold">
                                          <p:stCondLst>
                                            <p:cond delay="0"/>
                                          </p:stCondLst>
                                        </p:cTn>
                                        <p:tgtEl>
                                          <p:spTgt spid="123">
                                            <p:txEl>
                                              <p:pRg st="1" end="1"/>
                                            </p:txEl>
                                          </p:spTgt>
                                        </p:tgtEl>
                                        <p:attrNameLst>
                                          <p:attrName>style.visibility</p:attrName>
                                        </p:attrNameLst>
                                      </p:cBhvr>
                                      <p:to>
                                        <p:strVal val="visible"/>
                                      </p:to>
                                    </p:set>
                                    <p:animEffect transition="in" filter="wipe(left)">
                                      <p:cBhvr>
                                        <p:cTn id="308" dur="500"/>
                                        <p:tgtEl>
                                          <p:spTgt spid="123">
                                            <p:txEl>
                                              <p:pRg st="1" end="1"/>
                                            </p:txEl>
                                          </p:spTgt>
                                        </p:tgtEl>
                                      </p:cBhvr>
                                    </p:animEffect>
                                  </p:childTnLst>
                                </p:cTn>
                              </p:par>
                            </p:childTnLst>
                          </p:cTn>
                        </p:par>
                        <p:par>
                          <p:cTn id="309" fill="hold">
                            <p:stCondLst>
                              <p:cond delay="500"/>
                            </p:stCondLst>
                            <p:childTnLst>
                              <p:par>
                                <p:cTn id="310" presetID="42" presetClass="path" presetSubtype="0" accel="50000" decel="50000" fill="hold" grpId="3" nodeType="afterEffect">
                                  <p:stCondLst>
                                    <p:cond delay="0"/>
                                  </p:stCondLst>
                                  <p:childTnLst>
                                    <p:animMotion origin="layout" path="M 0.00117 0.06274 L 0.00118 0.13055 " pathEditMode="relative" rAng="0" ptsTypes="AA">
                                      <p:cBhvr>
                                        <p:cTn id="311" dur="2000" fill="hold"/>
                                        <p:tgtEl>
                                          <p:spTgt spid="115"/>
                                        </p:tgtEl>
                                        <p:attrNameLst>
                                          <p:attrName>ppt_x</p:attrName>
                                          <p:attrName>ppt_y</p:attrName>
                                        </p:attrNameLst>
                                      </p:cBhvr>
                                      <p:rCtr x="39" y="3333"/>
                                    </p:animMotion>
                                  </p:childTnLst>
                                </p:cTn>
                              </p:par>
                            </p:childTnLst>
                          </p:cTn>
                        </p:par>
                        <p:par>
                          <p:cTn id="312" fill="hold">
                            <p:stCondLst>
                              <p:cond delay="2500"/>
                            </p:stCondLst>
                            <p:childTnLst>
                              <p:par>
                                <p:cTn id="313" presetID="35" presetClass="path" presetSubtype="0" accel="50000" decel="50000" fill="hold" grpId="3" nodeType="afterEffect">
                                  <p:stCondLst>
                                    <p:cond delay="0"/>
                                  </p:stCondLst>
                                  <p:childTnLst>
                                    <p:animMotion origin="layout" path="M 0.07956 -0.00046 L 0.03958 -0.00046 " pathEditMode="relative" rAng="0" ptsTypes="AA">
                                      <p:cBhvr>
                                        <p:cTn id="314" dur="2000" fill="hold"/>
                                        <p:tgtEl>
                                          <p:spTgt spid="116"/>
                                        </p:tgtEl>
                                        <p:attrNameLst>
                                          <p:attrName>ppt_x</p:attrName>
                                          <p:attrName>ppt_y</p:attrName>
                                        </p:attrNameLst>
                                      </p:cBhvr>
                                      <p:rCtr x="-2005" y="0"/>
                                    </p:animMotion>
                                  </p:childTnLst>
                                </p:cTn>
                              </p:par>
                            </p:childTnLst>
                          </p:cTn>
                        </p:par>
                      </p:childTnLst>
                    </p:cTn>
                  </p:par>
                  <p:par>
                    <p:cTn id="315" fill="hold">
                      <p:stCondLst>
                        <p:cond delay="indefinite"/>
                      </p:stCondLst>
                      <p:childTnLst>
                        <p:par>
                          <p:cTn id="316" fill="hold">
                            <p:stCondLst>
                              <p:cond delay="0"/>
                            </p:stCondLst>
                            <p:childTnLst>
                              <p:par>
                                <p:cTn id="317" presetID="22" presetClass="entr" presetSubtype="8" fill="hold" nodeType="clickEffect">
                                  <p:stCondLst>
                                    <p:cond delay="0"/>
                                  </p:stCondLst>
                                  <p:childTnLst>
                                    <p:set>
                                      <p:cBhvr>
                                        <p:cTn id="318" dur="1" fill="hold">
                                          <p:stCondLst>
                                            <p:cond delay="0"/>
                                          </p:stCondLst>
                                        </p:cTn>
                                        <p:tgtEl>
                                          <p:spTgt spid="123">
                                            <p:txEl>
                                              <p:pRg st="2" end="2"/>
                                            </p:txEl>
                                          </p:spTgt>
                                        </p:tgtEl>
                                        <p:attrNameLst>
                                          <p:attrName>style.visibility</p:attrName>
                                        </p:attrNameLst>
                                      </p:cBhvr>
                                      <p:to>
                                        <p:strVal val="visible"/>
                                      </p:to>
                                    </p:set>
                                    <p:animEffect transition="in" filter="wipe(left)">
                                      <p:cBhvr>
                                        <p:cTn id="319" dur="500"/>
                                        <p:tgtEl>
                                          <p:spTgt spid="123">
                                            <p:txEl>
                                              <p:pRg st="2" end="2"/>
                                            </p:txEl>
                                          </p:spTgt>
                                        </p:tgtEl>
                                      </p:cBhvr>
                                    </p:animEffect>
                                  </p:childTnLst>
                                </p:cTn>
                              </p:par>
                            </p:childTnLst>
                          </p:cTn>
                        </p:par>
                        <p:par>
                          <p:cTn id="320" fill="hold">
                            <p:stCondLst>
                              <p:cond delay="500"/>
                            </p:stCondLst>
                            <p:childTnLst>
                              <p:par>
                                <p:cTn id="321" presetID="27" presetClass="emph" presetSubtype="0" fill="remove" grpId="2" nodeType="afterEffect">
                                  <p:stCondLst>
                                    <p:cond delay="0"/>
                                  </p:stCondLst>
                                  <p:childTnLst>
                                    <p:animClr clrSpc="rgb" dir="cw">
                                      <p:cBhvr override="childStyle">
                                        <p:cTn id="322" dur="250" autoRev="1" fill="remove"/>
                                        <p:tgtEl>
                                          <p:spTgt spid="101"/>
                                        </p:tgtEl>
                                        <p:attrNameLst>
                                          <p:attrName>style.color</p:attrName>
                                        </p:attrNameLst>
                                      </p:cBhvr>
                                      <p:to>
                                        <a:srgbClr val="92D050"/>
                                      </p:to>
                                    </p:animClr>
                                    <p:animClr clrSpc="rgb" dir="cw">
                                      <p:cBhvr>
                                        <p:cTn id="323" dur="250" autoRev="1" fill="remove"/>
                                        <p:tgtEl>
                                          <p:spTgt spid="101"/>
                                        </p:tgtEl>
                                        <p:attrNameLst>
                                          <p:attrName>fillcolor</p:attrName>
                                        </p:attrNameLst>
                                      </p:cBhvr>
                                      <p:to>
                                        <a:srgbClr val="92D050"/>
                                      </p:to>
                                    </p:animClr>
                                    <p:set>
                                      <p:cBhvr>
                                        <p:cTn id="324" dur="250" autoRev="1" fill="remove"/>
                                        <p:tgtEl>
                                          <p:spTgt spid="101"/>
                                        </p:tgtEl>
                                        <p:attrNameLst>
                                          <p:attrName>fill.type</p:attrName>
                                        </p:attrNameLst>
                                      </p:cBhvr>
                                      <p:to>
                                        <p:strVal val="solid"/>
                                      </p:to>
                                    </p:set>
                                    <p:set>
                                      <p:cBhvr>
                                        <p:cTn id="325" dur="250" autoRev="1" fill="remove"/>
                                        <p:tgtEl>
                                          <p:spTgt spid="101"/>
                                        </p:tgtEl>
                                        <p:attrNameLst>
                                          <p:attrName>fill.on</p:attrName>
                                        </p:attrNameLst>
                                      </p:cBhvr>
                                      <p:to>
                                        <p:strVal val="true"/>
                                      </p:to>
                                    </p:set>
                                  </p:childTnLst>
                                </p:cTn>
                              </p:par>
                              <p:par>
                                <p:cTn id="326" presetID="22" presetClass="entr" presetSubtype="4" fill="hold" nodeType="withEffect">
                                  <p:stCondLst>
                                    <p:cond delay="0"/>
                                  </p:stCondLst>
                                  <p:childTnLst>
                                    <p:set>
                                      <p:cBhvr>
                                        <p:cTn id="327" dur="1" fill="hold">
                                          <p:stCondLst>
                                            <p:cond delay="0"/>
                                          </p:stCondLst>
                                        </p:cTn>
                                        <p:tgtEl>
                                          <p:spTgt spid="128"/>
                                        </p:tgtEl>
                                        <p:attrNameLst>
                                          <p:attrName>style.visibility</p:attrName>
                                        </p:attrNameLst>
                                      </p:cBhvr>
                                      <p:to>
                                        <p:strVal val="visible"/>
                                      </p:to>
                                    </p:set>
                                    <p:animEffect transition="in" filter="wipe(down)">
                                      <p:cBhvr>
                                        <p:cTn id="328" dur="500"/>
                                        <p:tgtEl>
                                          <p:spTgt spid="128"/>
                                        </p:tgtEl>
                                      </p:cBhvr>
                                    </p:animEffect>
                                  </p:childTnLst>
                                </p:cTn>
                              </p:par>
                            </p:childTnLst>
                          </p:cTn>
                        </p:par>
                        <p:par>
                          <p:cTn id="329" fill="hold">
                            <p:stCondLst>
                              <p:cond delay="1000"/>
                            </p:stCondLst>
                            <p:childTnLst>
                              <p:par>
                                <p:cTn id="330" presetID="27" presetClass="emph" presetSubtype="0" fill="remove" grpId="2" nodeType="afterEffect">
                                  <p:stCondLst>
                                    <p:cond delay="0"/>
                                  </p:stCondLst>
                                  <p:childTnLst>
                                    <p:animClr clrSpc="rgb" dir="cw">
                                      <p:cBhvr override="childStyle">
                                        <p:cTn id="331" dur="250" autoRev="1" fill="remove"/>
                                        <p:tgtEl>
                                          <p:spTgt spid="96"/>
                                        </p:tgtEl>
                                        <p:attrNameLst>
                                          <p:attrName>style.color</p:attrName>
                                        </p:attrNameLst>
                                      </p:cBhvr>
                                      <p:to>
                                        <a:srgbClr val="92D050"/>
                                      </p:to>
                                    </p:animClr>
                                    <p:animClr clrSpc="rgb" dir="cw">
                                      <p:cBhvr>
                                        <p:cTn id="332" dur="250" autoRev="1" fill="remove"/>
                                        <p:tgtEl>
                                          <p:spTgt spid="96"/>
                                        </p:tgtEl>
                                        <p:attrNameLst>
                                          <p:attrName>fillcolor</p:attrName>
                                        </p:attrNameLst>
                                      </p:cBhvr>
                                      <p:to>
                                        <a:srgbClr val="92D050"/>
                                      </p:to>
                                    </p:animClr>
                                    <p:set>
                                      <p:cBhvr>
                                        <p:cTn id="333" dur="250" autoRev="1" fill="remove"/>
                                        <p:tgtEl>
                                          <p:spTgt spid="96"/>
                                        </p:tgtEl>
                                        <p:attrNameLst>
                                          <p:attrName>fill.type</p:attrName>
                                        </p:attrNameLst>
                                      </p:cBhvr>
                                      <p:to>
                                        <p:strVal val="solid"/>
                                      </p:to>
                                    </p:set>
                                    <p:set>
                                      <p:cBhvr>
                                        <p:cTn id="334" dur="250" autoRev="1" fill="remove"/>
                                        <p:tgtEl>
                                          <p:spTgt spid="96"/>
                                        </p:tgtEl>
                                        <p:attrNameLst>
                                          <p:attrName>fill.on</p:attrName>
                                        </p:attrNameLst>
                                      </p:cBhvr>
                                      <p:to>
                                        <p:strVal val="true"/>
                                      </p:to>
                                    </p:set>
                                  </p:childTnLst>
                                </p:cTn>
                              </p:par>
                              <p:par>
                                <p:cTn id="335" presetID="22" presetClass="entr" presetSubtype="1" fill="hold" nodeType="withEffect">
                                  <p:stCondLst>
                                    <p:cond delay="0"/>
                                  </p:stCondLst>
                                  <p:childTnLst>
                                    <p:set>
                                      <p:cBhvr>
                                        <p:cTn id="336" dur="1" fill="hold">
                                          <p:stCondLst>
                                            <p:cond delay="0"/>
                                          </p:stCondLst>
                                        </p:cTn>
                                        <p:tgtEl>
                                          <p:spTgt spid="126"/>
                                        </p:tgtEl>
                                        <p:attrNameLst>
                                          <p:attrName>style.visibility</p:attrName>
                                        </p:attrNameLst>
                                      </p:cBhvr>
                                      <p:to>
                                        <p:strVal val="visible"/>
                                      </p:to>
                                    </p:set>
                                    <p:animEffect transition="in" filter="wipe(up)">
                                      <p:cBhvr>
                                        <p:cTn id="337" dur="500"/>
                                        <p:tgtEl>
                                          <p:spTgt spid="126"/>
                                        </p:tgtEl>
                                      </p:cBhvr>
                                    </p:animEffect>
                                  </p:childTnLst>
                                </p:cTn>
                              </p:par>
                            </p:childTnLst>
                          </p:cTn>
                        </p:par>
                        <p:par>
                          <p:cTn id="338" fill="hold">
                            <p:stCondLst>
                              <p:cond delay="1500"/>
                            </p:stCondLst>
                            <p:childTnLst>
                              <p:par>
                                <p:cTn id="339" presetID="16" presetClass="entr" presetSubtype="21" fill="hold" grpId="0" nodeType="afterEffect">
                                  <p:stCondLst>
                                    <p:cond delay="0"/>
                                  </p:stCondLst>
                                  <p:childTnLst>
                                    <p:set>
                                      <p:cBhvr>
                                        <p:cTn id="340" dur="1" fill="hold">
                                          <p:stCondLst>
                                            <p:cond delay="0"/>
                                          </p:stCondLst>
                                        </p:cTn>
                                        <p:tgtEl>
                                          <p:spTgt spid="129"/>
                                        </p:tgtEl>
                                        <p:attrNameLst>
                                          <p:attrName>style.visibility</p:attrName>
                                        </p:attrNameLst>
                                      </p:cBhvr>
                                      <p:to>
                                        <p:strVal val="visible"/>
                                      </p:to>
                                    </p:set>
                                    <p:animEffect transition="in" filter="barn(inVertical)">
                                      <p:cBhvr>
                                        <p:cTn id="341" dur="500"/>
                                        <p:tgtEl>
                                          <p:spTgt spid="129"/>
                                        </p:tgtEl>
                                      </p:cBhvr>
                                    </p:animEffect>
                                  </p:childTnLst>
                                </p:cTn>
                              </p:par>
                            </p:childTnLst>
                          </p:cTn>
                        </p:par>
                      </p:childTnLst>
                    </p:cTn>
                  </p:par>
                  <p:par>
                    <p:cTn id="342" fill="hold">
                      <p:stCondLst>
                        <p:cond delay="indefinite"/>
                      </p:stCondLst>
                      <p:childTnLst>
                        <p:par>
                          <p:cTn id="343" fill="hold">
                            <p:stCondLst>
                              <p:cond delay="0"/>
                            </p:stCondLst>
                            <p:childTnLst>
                              <p:par>
                                <p:cTn id="344" presetID="22" presetClass="entr" presetSubtype="8" fill="hold" nodeType="clickEffect">
                                  <p:stCondLst>
                                    <p:cond delay="0"/>
                                  </p:stCondLst>
                                  <p:childTnLst>
                                    <p:set>
                                      <p:cBhvr>
                                        <p:cTn id="345" dur="1" fill="hold">
                                          <p:stCondLst>
                                            <p:cond delay="0"/>
                                          </p:stCondLst>
                                        </p:cTn>
                                        <p:tgtEl>
                                          <p:spTgt spid="123">
                                            <p:txEl>
                                              <p:pRg st="3" end="3"/>
                                            </p:txEl>
                                          </p:spTgt>
                                        </p:tgtEl>
                                        <p:attrNameLst>
                                          <p:attrName>style.visibility</p:attrName>
                                        </p:attrNameLst>
                                      </p:cBhvr>
                                      <p:to>
                                        <p:strVal val="visible"/>
                                      </p:to>
                                    </p:set>
                                    <p:animEffect transition="in" filter="wipe(left)">
                                      <p:cBhvr>
                                        <p:cTn id="346" dur="500"/>
                                        <p:tgtEl>
                                          <p:spTgt spid="123">
                                            <p:txEl>
                                              <p:pRg st="3" end="3"/>
                                            </p:txEl>
                                          </p:spTgt>
                                        </p:tgtEl>
                                      </p:cBhvr>
                                    </p:animEffect>
                                  </p:childTnLst>
                                </p:cTn>
                              </p:par>
                              <p:par>
                                <p:cTn id="347" presetID="26" presetClass="emph" presetSubtype="0" fill="hold" nodeType="withEffect">
                                  <p:stCondLst>
                                    <p:cond delay="0"/>
                                  </p:stCondLst>
                                  <p:childTnLst>
                                    <p:animEffect transition="out" filter="fade">
                                      <p:cBhvr>
                                        <p:cTn id="348" dur="1000" tmFilter="0, 0; .2, .5; .8, .5; 1, 0"/>
                                        <p:tgtEl>
                                          <p:spTgt spid="120"/>
                                        </p:tgtEl>
                                      </p:cBhvr>
                                    </p:animEffect>
                                    <p:animScale>
                                      <p:cBhvr>
                                        <p:cTn id="349" dur="500" autoRev="1" fill="hold"/>
                                        <p:tgtEl>
                                          <p:spTgt spid="120"/>
                                        </p:tgtEl>
                                      </p:cBhvr>
                                      <p:by x="105000" y="105000"/>
                                    </p:animScale>
                                  </p:childTnLst>
                                </p:cTn>
                              </p:par>
                            </p:childTnLst>
                          </p:cTn>
                        </p:par>
                      </p:childTnLst>
                    </p:cTn>
                  </p:par>
                  <p:par>
                    <p:cTn id="350" fill="hold">
                      <p:stCondLst>
                        <p:cond delay="indefinite"/>
                      </p:stCondLst>
                      <p:childTnLst>
                        <p:par>
                          <p:cTn id="351" fill="hold">
                            <p:stCondLst>
                              <p:cond delay="0"/>
                            </p:stCondLst>
                            <p:childTnLst>
                              <p:par>
                                <p:cTn id="352" presetID="22" presetClass="entr" presetSubtype="8" fill="hold" nodeType="clickEffect">
                                  <p:stCondLst>
                                    <p:cond delay="0"/>
                                  </p:stCondLst>
                                  <p:childTnLst>
                                    <p:set>
                                      <p:cBhvr>
                                        <p:cTn id="353" dur="1" fill="hold">
                                          <p:stCondLst>
                                            <p:cond delay="0"/>
                                          </p:stCondLst>
                                        </p:cTn>
                                        <p:tgtEl>
                                          <p:spTgt spid="123">
                                            <p:txEl>
                                              <p:pRg st="4" end="4"/>
                                            </p:txEl>
                                          </p:spTgt>
                                        </p:tgtEl>
                                        <p:attrNameLst>
                                          <p:attrName>style.visibility</p:attrName>
                                        </p:attrNameLst>
                                      </p:cBhvr>
                                      <p:to>
                                        <p:strVal val="visible"/>
                                      </p:to>
                                    </p:set>
                                    <p:animEffect transition="in" filter="wipe(left)">
                                      <p:cBhvr>
                                        <p:cTn id="354" dur="500"/>
                                        <p:tgtEl>
                                          <p:spTgt spid="123">
                                            <p:txEl>
                                              <p:pRg st="4" end="4"/>
                                            </p:txEl>
                                          </p:spTgt>
                                        </p:tgtEl>
                                      </p:cBhvr>
                                    </p:animEffect>
                                  </p:childTnLst>
                                </p:cTn>
                              </p:par>
                            </p:childTnLst>
                          </p:cTn>
                        </p:par>
                        <p:par>
                          <p:cTn id="355" fill="hold">
                            <p:stCondLst>
                              <p:cond delay="500"/>
                            </p:stCondLst>
                            <p:childTnLst>
                              <p:par>
                                <p:cTn id="356" presetID="22" presetClass="entr" presetSubtype="8" fill="hold" nodeType="afterEffect">
                                  <p:stCondLst>
                                    <p:cond delay="0"/>
                                  </p:stCondLst>
                                  <p:childTnLst>
                                    <p:set>
                                      <p:cBhvr>
                                        <p:cTn id="357" dur="1" fill="hold">
                                          <p:stCondLst>
                                            <p:cond delay="0"/>
                                          </p:stCondLst>
                                        </p:cTn>
                                        <p:tgtEl>
                                          <p:spTgt spid="130"/>
                                        </p:tgtEl>
                                        <p:attrNameLst>
                                          <p:attrName>style.visibility</p:attrName>
                                        </p:attrNameLst>
                                      </p:cBhvr>
                                      <p:to>
                                        <p:strVal val="visible"/>
                                      </p:to>
                                    </p:set>
                                    <p:animEffect transition="in" filter="wipe(left)">
                                      <p:cBhvr>
                                        <p:cTn id="358" dur="1000"/>
                                        <p:tgtEl>
                                          <p:spTgt spid="130"/>
                                        </p:tgtEl>
                                      </p:cBhvr>
                                    </p:animEffect>
                                  </p:childTnLst>
                                </p:cTn>
                              </p:par>
                            </p:childTnLst>
                          </p:cTn>
                        </p:par>
                        <p:par>
                          <p:cTn id="359" fill="hold">
                            <p:stCondLst>
                              <p:cond delay="1500"/>
                            </p:stCondLst>
                            <p:childTnLst>
                              <p:par>
                                <p:cTn id="360" presetID="32" presetClass="emph" presetSubtype="0" fill="hold" nodeType="afterEffect">
                                  <p:stCondLst>
                                    <p:cond delay="0"/>
                                  </p:stCondLst>
                                  <p:childTnLst>
                                    <p:animRot by="120000">
                                      <p:cBhvr>
                                        <p:cTn id="361" dur="100" fill="hold">
                                          <p:stCondLst>
                                            <p:cond delay="0"/>
                                          </p:stCondLst>
                                        </p:cTn>
                                        <p:tgtEl>
                                          <p:spTgt spid="130"/>
                                        </p:tgtEl>
                                        <p:attrNameLst>
                                          <p:attrName>r</p:attrName>
                                        </p:attrNameLst>
                                      </p:cBhvr>
                                    </p:animRot>
                                    <p:animRot by="-240000">
                                      <p:cBhvr>
                                        <p:cTn id="362" dur="200" fill="hold">
                                          <p:stCondLst>
                                            <p:cond delay="200"/>
                                          </p:stCondLst>
                                        </p:cTn>
                                        <p:tgtEl>
                                          <p:spTgt spid="130"/>
                                        </p:tgtEl>
                                        <p:attrNameLst>
                                          <p:attrName>r</p:attrName>
                                        </p:attrNameLst>
                                      </p:cBhvr>
                                    </p:animRot>
                                    <p:animRot by="240000">
                                      <p:cBhvr>
                                        <p:cTn id="363" dur="200" fill="hold">
                                          <p:stCondLst>
                                            <p:cond delay="400"/>
                                          </p:stCondLst>
                                        </p:cTn>
                                        <p:tgtEl>
                                          <p:spTgt spid="130"/>
                                        </p:tgtEl>
                                        <p:attrNameLst>
                                          <p:attrName>r</p:attrName>
                                        </p:attrNameLst>
                                      </p:cBhvr>
                                    </p:animRot>
                                    <p:animRot by="-240000">
                                      <p:cBhvr>
                                        <p:cTn id="364" dur="200" fill="hold">
                                          <p:stCondLst>
                                            <p:cond delay="600"/>
                                          </p:stCondLst>
                                        </p:cTn>
                                        <p:tgtEl>
                                          <p:spTgt spid="130"/>
                                        </p:tgtEl>
                                        <p:attrNameLst>
                                          <p:attrName>r</p:attrName>
                                        </p:attrNameLst>
                                      </p:cBhvr>
                                    </p:animRot>
                                    <p:animRot by="120000">
                                      <p:cBhvr>
                                        <p:cTn id="365" dur="200" fill="hold">
                                          <p:stCondLst>
                                            <p:cond delay="800"/>
                                          </p:stCondLst>
                                        </p:cTn>
                                        <p:tgtEl>
                                          <p:spTgt spid="130"/>
                                        </p:tgtEl>
                                        <p:attrNameLst>
                                          <p:attrName>r</p:attrName>
                                        </p:attrNameLst>
                                      </p:cBhvr>
                                    </p:animRot>
                                  </p:childTnLst>
                                </p:cTn>
                              </p:par>
                            </p:childTnLst>
                          </p:cTn>
                        </p:par>
                        <p:par>
                          <p:cTn id="366" fill="hold">
                            <p:stCondLst>
                              <p:cond delay="2500"/>
                            </p:stCondLst>
                            <p:childTnLst>
                              <p:par>
                                <p:cTn id="367" presetID="10" presetClass="exit" presetSubtype="0" fill="hold" grpId="1" nodeType="afterEffect">
                                  <p:stCondLst>
                                    <p:cond delay="0"/>
                                  </p:stCondLst>
                                  <p:childTnLst>
                                    <p:animEffect transition="out" filter="fade">
                                      <p:cBhvr>
                                        <p:cTn id="368" dur="500"/>
                                        <p:tgtEl>
                                          <p:spTgt spid="102"/>
                                        </p:tgtEl>
                                      </p:cBhvr>
                                    </p:animEffect>
                                    <p:set>
                                      <p:cBhvr>
                                        <p:cTn id="369" dur="1" fill="hold">
                                          <p:stCondLst>
                                            <p:cond delay="499"/>
                                          </p:stCondLst>
                                        </p:cTn>
                                        <p:tgtEl>
                                          <p:spTgt spid="102"/>
                                        </p:tgtEl>
                                        <p:attrNameLst>
                                          <p:attrName>style.visibility</p:attrName>
                                        </p:attrNameLst>
                                      </p:cBhvr>
                                      <p:to>
                                        <p:strVal val="hidden"/>
                                      </p:to>
                                    </p:set>
                                  </p:childTnLst>
                                </p:cTn>
                              </p:par>
                            </p:childTnLst>
                          </p:cTn>
                        </p:par>
                        <p:par>
                          <p:cTn id="370" fill="hold">
                            <p:stCondLst>
                              <p:cond delay="3000"/>
                            </p:stCondLst>
                            <p:childTnLst>
                              <p:par>
                                <p:cTn id="371" presetID="22" presetClass="entr" presetSubtype="4" fill="hold" grpId="0" nodeType="afterEffect">
                                  <p:stCondLst>
                                    <p:cond delay="0"/>
                                  </p:stCondLst>
                                  <p:childTnLst>
                                    <p:set>
                                      <p:cBhvr>
                                        <p:cTn id="372" dur="1" fill="hold">
                                          <p:stCondLst>
                                            <p:cond delay="0"/>
                                          </p:stCondLst>
                                        </p:cTn>
                                        <p:tgtEl>
                                          <p:spTgt spid="124"/>
                                        </p:tgtEl>
                                        <p:attrNameLst>
                                          <p:attrName>style.visibility</p:attrName>
                                        </p:attrNameLst>
                                      </p:cBhvr>
                                      <p:to>
                                        <p:strVal val="visible"/>
                                      </p:to>
                                    </p:set>
                                    <p:animEffect transition="in" filter="wipe(down)">
                                      <p:cBhvr>
                                        <p:cTn id="373" dur="500"/>
                                        <p:tgtEl>
                                          <p:spTgt spid="124"/>
                                        </p:tgtEl>
                                      </p:cBhvr>
                                    </p:animEffect>
                                  </p:childTnLst>
                                </p:cTn>
                              </p:par>
                            </p:childTnLst>
                          </p:cTn>
                        </p:par>
                      </p:childTnLst>
                    </p:cTn>
                  </p:par>
                  <p:par>
                    <p:cTn id="374" fill="hold">
                      <p:stCondLst>
                        <p:cond delay="indefinite"/>
                      </p:stCondLst>
                      <p:childTnLst>
                        <p:par>
                          <p:cTn id="375" fill="hold">
                            <p:stCondLst>
                              <p:cond delay="0"/>
                            </p:stCondLst>
                            <p:childTnLst>
                              <p:par>
                                <p:cTn id="376" presetID="22" presetClass="entr" presetSubtype="8" fill="hold" nodeType="clickEffect">
                                  <p:stCondLst>
                                    <p:cond delay="0"/>
                                  </p:stCondLst>
                                  <p:childTnLst>
                                    <p:set>
                                      <p:cBhvr>
                                        <p:cTn id="377" dur="1" fill="hold">
                                          <p:stCondLst>
                                            <p:cond delay="0"/>
                                          </p:stCondLst>
                                        </p:cTn>
                                        <p:tgtEl>
                                          <p:spTgt spid="123">
                                            <p:txEl>
                                              <p:pRg st="5" end="5"/>
                                            </p:txEl>
                                          </p:spTgt>
                                        </p:tgtEl>
                                        <p:attrNameLst>
                                          <p:attrName>style.visibility</p:attrName>
                                        </p:attrNameLst>
                                      </p:cBhvr>
                                      <p:to>
                                        <p:strVal val="visible"/>
                                      </p:to>
                                    </p:set>
                                    <p:animEffect transition="in" filter="wipe(left)">
                                      <p:cBhvr>
                                        <p:cTn id="378" dur="500"/>
                                        <p:tgtEl>
                                          <p:spTgt spid="123">
                                            <p:txEl>
                                              <p:pRg st="5" end="5"/>
                                            </p:txEl>
                                          </p:spTgt>
                                        </p:tgtEl>
                                      </p:cBhvr>
                                    </p:animEffect>
                                  </p:childTnLst>
                                </p:cTn>
                              </p:par>
                            </p:childTnLst>
                          </p:cTn>
                        </p:par>
                        <p:par>
                          <p:cTn id="379" fill="hold">
                            <p:stCondLst>
                              <p:cond delay="1500"/>
                            </p:stCondLst>
                            <p:childTnLst>
                              <p:par>
                                <p:cTn id="380" presetID="22" presetClass="entr" presetSubtype="8" fill="hold" nodeType="afterEffect">
                                  <p:stCondLst>
                                    <p:cond delay="0"/>
                                  </p:stCondLst>
                                  <p:childTnLst>
                                    <p:set>
                                      <p:cBhvr>
                                        <p:cTn id="381" dur="1" fill="hold">
                                          <p:stCondLst>
                                            <p:cond delay="0"/>
                                          </p:stCondLst>
                                        </p:cTn>
                                        <p:tgtEl>
                                          <p:spTgt spid="134"/>
                                        </p:tgtEl>
                                        <p:attrNameLst>
                                          <p:attrName>style.visibility</p:attrName>
                                        </p:attrNameLst>
                                      </p:cBhvr>
                                      <p:to>
                                        <p:strVal val="visible"/>
                                      </p:to>
                                    </p:set>
                                    <p:animEffect transition="in" filter="wipe(left)">
                                      <p:cBhvr>
                                        <p:cTn id="382" dur="1000"/>
                                        <p:tgtEl>
                                          <p:spTgt spid="134"/>
                                        </p:tgtEl>
                                      </p:cBhvr>
                                    </p:animEffect>
                                  </p:childTnLst>
                                </p:cTn>
                              </p:par>
                            </p:childTnLst>
                          </p:cTn>
                        </p:par>
                        <p:par>
                          <p:cTn id="383" fill="hold">
                            <p:stCondLst>
                              <p:cond delay="2500"/>
                            </p:stCondLst>
                            <p:childTnLst>
                              <p:par>
                                <p:cTn id="384" presetID="32" presetClass="emph" presetSubtype="0" fill="hold" nodeType="afterEffect">
                                  <p:stCondLst>
                                    <p:cond delay="0"/>
                                  </p:stCondLst>
                                  <p:childTnLst>
                                    <p:animRot by="120000">
                                      <p:cBhvr>
                                        <p:cTn id="385" dur="100" fill="hold">
                                          <p:stCondLst>
                                            <p:cond delay="0"/>
                                          </p:stCondLst>
                                        </p:cTn>
                                        <p:tgtEl>
                                          <p:spTgt spid="134"/>
                                        </p:tgtEl>
                                        <p:attrNameLst>
                                          <p:attrName>r</p:attrName>
                                        </p:attrNameLst>
                                      </p:cBhvr>
                                    </p:animRot>
                                    <p:animRot by="-240000">
                                      <p:cBhvr>
                                        <p:cTn id="386" dur="200" fill="hold">
                                          <p:stCondLst>
                                            <p:cond delay="200"/>
                                          </p:stCondLst>
                                        </p:cTn>
                                        <p:tgtEl>
                                          <p:spTgt spid="134"/>
                                        </p:tgtEl>
                                        <p:attrNameLst>
                                          <p:attrName>r</p:attrName>
                                        </p:attrNameLst>
                                      </p:cBhvr>
                                    </p:animRot>
                                    <p:animRot by="240000">
                                      <p:cBhvr>
                                        <p:cTn id="387" dur="200" fill="hold">
                                          <p:stCondLst>
                                            <p:cond delay="400"/>
                                          </p:stCondLst>
                                        </p:cTn>
                                        <p:tgtEl>
                                          <p:spTgt spid="134"/>
                                        </p:tgtEl>
                                        <p:attrNameLst>
                                          <p:attrName>r</p:attrName>
                                        </p:attrNameLst>
                                      </p:cBhvr>
                                    </p:animRot>
                                    <p:animRot by="-240000">
                                      <p:cBhvr>
                                        <p:cTn id="388" dur="200" fill="hold">
                                          <p:stCondLst>
                                            <p:cond delay="600"/>
                                          </p:stCondLst>
                                        </p:cTn>
                                        <p:tgtEl>
                                          <p:spTgt spid="134"/>
                                        </p:tgtEl>
                                        <p:attrNameLst>
                                          <p:attrName>r</p:attrName>
                                        </p:attrNameLst>
                                      </p:cBhvr>
                                    </p:animRot>
                                    <p:animRot by="120000">
                                      <p:cBhvr>
                                        <p:cTn id="389" dur="200" fill="hold">
                                          <p:stCondLst>
                                            <p:cond delay="800"/>
                                          </p:stCondLst>
                                        </p:cTn>
                                        <p:tgtEl>
                                          <p:spTgt spid="134"/>
                                        </p:tgtEl>
                                        <p:attrNameLst>
                                          <p:attrName>r</p:attrName>
                                        </p:attrNameLst>
                                      </p:cBhvr>
                                    </p:animRot>
                                  </p:childTnLst>
                                </p:cTn>
                              </p:par>
                            </p:childTnLst>
                          </p:cTn>
                        </p:par>
                        <p:par>
                          <p:cTn id="390" fill="hold">
                            <p:stCondLst>
                              <p:cond delay="3500"/>
                            </p:stCondLst>
                            <p:childTnLst>
                              <p:par>
                                <p:cTn id="391" presetID="27" presetClass="emph" presetSubtype="0" fill="remove" grpId="2" nodeType="afterEffect">
                                  <p:stCondLst>
                                    <p:cond delay="0"/>
                                  </p:stCondLst>
                                  <p:childTnLst>
                                    <p:animClr clrSpc="rgb" dir="cw">
                                      <p:cBhvr override="childStyle">
                                        <p:cTn id="392" dur="250" autoRev="1" fill="remove"/>
                                        <p:tgtEl>
                                          <p:spTgt spid="110"/>
                                        </p:tgtEl>
                                        <p:attrNameLst>
                                          <p:attrName>style.color</p:attrName>
                                        </p:attrNameLst>
                                      </p:cBhvr>
                                      <p:to>
                                        <a:srgbClr val="F7CBAC"/>
                                      </p:to>
                                    </p:animClr>
                                    <p:animClr clrSpc="rgb" dir="cw">
                                      <p:cBhvr>
                                        <p:cTn id="393" dur="250" autoRev="1" fill="remove"/>
                                        <p:tgtEl>
                                          <p:spTgt spid="110"/>
                                        </p:tgtEl>
                                        <p:attrNameLst>
                                          <p:attrName>fillcolor</p:attrName>
                                        </p:attrNameLst>
                                      </p:cBhvr>
                                      <p:to>
                                        <a:srgbClr val="F7CBAC"/>
                                      </p:to>
                                    </p:animClr>
                                    <p:set>
                                      <p:cBhvr>
                                        <p:cTn id="394" dur="250" autoRev="1" fill="remove"/>
                                        <p:tgtEl>
                                          <p:spTgt spid="110"/>
                                        </p:tgtEl>
                                        <p:attrNameLst>
                                          <p:attrName>fill.type</p:attrName>
                                        </p:attrNameLst>
                                      </p:cBhvr>
                                      <p:to>
                                        <p:strVal val="solid"/>
                                      </p:to>
                                    </p:set>
                                    <p:set>
                                      <p:cBhvr>
                                        <p:cTn id="395" dur="250" autoRev="1" fill="remove"/>
                                        <p:tgtEl>
                                          <p:spTgt spid="110"/>
                                        </p:tgtEl>
                                        <p:attrNameLst>
                                          <p:attrName>fill.on</p:attrName>
                                        </p:attrNameLst>
                                      </p:cBhvr>
                                      <p:to>
                                        <p:strVal val="true"/>
                                      </p:to>
                                    </p:set>
                                  </p:childTnLst>
                                </p:cTn>
                              </p:par>
                            </p:childTnLst>
                          </p:cTn>
                        </p:par>
                        <p:par>
                          <p:cTn id="396" fill="hold">
                            <p:stCondLst>
                              <p:cond delay="4000"/>
                            </p:stCondLst>
                            <p:childTnLst>
                              <p:par>
                                <p:cTn id="397" presetID="22" presetClass="entr" presetSubtype="4" fill="hold" nodeType="afterEffect">
                                  <p:stCondLst>
                                    <p:cond delay="0"/>
                                  </p:stCondLst>
                                  <p:childTnLst>
                                    <p:set>
                                      <p:cBhvr>
                                        <p:cTn id="398" dur="1" fill="hold">
                                          <p:stCondLst>
                                            <p:cond delay="0"/>
                                          </p:stCondLst>
                                        </p:cTn>
                                        <p:tgtEl>
                                          <p:spTgt spid="132"/>
                                        </p:tgtEl>
                                        <p:attrNameLst>
                                          <p:attrName>style.visibility</p:attrName>
                                        </p:attrNameLst>
                                      </p:cBhvr>
                                      <p:to>
                                        <p:strVal val="visible"/>
                                      </p:to>
                                    </p:set>
                                    <p:animEffect transition="in" filter="wipe(down)">
                                      <p:cBhvr>
                                        <p:cTn id="399" dur="500"/>
                                        <p:tgtEl>
                                          <p:spTgt spid="132"/>
                                        </p:tgtEl>
                                      </p:cBhvr>
                                    </p:animEffect>
                                  </p:childTnLst>
                                </p:cTn>
                              </p:par>
                            </p:childTnLst>
                          </p:cTn>
                        </p:par>
                        <p:par>
                          <p:cTn id="400" fill="hold">
                            <p:stCondLst>
                              <p:cond delay="4500"/>
                            </p:stCondLst>
                            <p:childTnLst>
                              <p:par>
                                <p:cTn id="401" presetID="27" presetClass="emph" presetSubtype="0" fill="remove" grpId="2" nodeType="afterEffect">
                                  <p:stCondLst>
                                    <p:cond delay="0"/>
                                  </p:stCondLst>
                                  <p:childTnLst>
                                    <p:animClr clrSpc="rgb" dir="cw">
                                      <p:cBhvr override="childStyle">
                                        <p:cTn id="402" dur="250" autoRev="1" fill="remove"/>
                                        <p:tgtEl>
                                          <p:spTgt spid="106"/>
                                        </p:tgtEl>
                                        <p:attrNameLst>
                                          <p:attrName>style.color</p:attrName>
                                        </p:attrNameLst>
                                      </p:cBhvr>
                                      <p:to>
                                        <a:srgbClr val="F7CBAC"/>
                                      </p:to>
                                    </p:animClr>
                                    <p:animClr clrSpc="rgb" dir="cw">
                                      <p:cBhvr>
                                        <p:cTn id="403" dur="250" autoRev="1" fill="remove"/>
                                        <p:tgtEl>
                                          <p:spTgt spid="106"/>
                                        </p:tgtEl>
                                        <p:attrNameLst>
                                          <p:attrName>fillcolor</p:attrName>
                                        </p:attrNameLst>
                                      </p:cBhvr>
                                      <p:to>
                                        <a:srgbClr val="F7CBAC"/>
                                      </p:to>
                                    </p:animClr>
                                    <p:set>
                                      <p:cBhvr>
                                        <p:cTn id="404" dur="250" autoRev="1" fill="remove"/>
                                        <p:tgtEl>
                                          <p:spTgt spid="106"/>
                                        </p:tgtEl>
                                        <p:attrNameLst>
                                          <p:attrName>fill.type</p:attrName>
                                        </p:attrNameLst>
                                      </p:cBhvr>
                                      <p:to>
                                        <p:strVal val="solid"/>
                                      </p:to>
                                    </p:set>
                                    <p:set>
                                      <p:cBhvr>
                                        <p:cTn id="405" dur="250" autoRev="1" fill="remove"/>
                                        <p:tgtEl>
                                          <p:spTgt spid="106"/>
                                        </p:tgtEl>
                                        <p:attrNameLst>
                                          <p:attrName>fill.on</p:attrName>
                                        </p:attrNameLst>
                                      </p:cBhvr>
                                      <p:to>
                                        <p:strVal val="true"/>
                                      </p:to>
                                    </p:set>
                                  </p:childTnLst>
                                </p:cTn>
                              </p:par>
                            </p:childTnLst>
                          </p:cTn>
                        </p:par>
                        <p:par>
                          <p:cTn id="406" fill="hold">
                            <p:stCondLst>
                              <p:cond delay="5000"/>
                            </p:stCondLst>
                            <p:childTnLst>
                              <p:par>
                                <p:cTn id="407" presetID="22" presetClass="entr" presetSubtype="1" fill="hold" nodeType="afterEffect">
                                  <p:stCondLst>
                                    <p:cond delay="0"/>
                                  </p:stCondLst>
                                  <p:childTnLst>
                                    <p:set>
                                      <p:cBhvr>
                                        <p:cTn id="408" dur="1" fill="hold">
                                          <p:stCondLst>
                                            <p:cond delay="0"/>
                                          </p:stCondLst>
                                        </p:cTn>
                                        <p:tgtEl>
                                          <p:spTgt spid="133"/>
                                        </p:tgtEl>
                                        <p:attrNameLst>
                                          <p:attrName>style.visibility</p:attrName>
                                        </p:attrNameLst>
                                      </p:cBhvr>
                                      <p:to>
                                        <p:strVal val="visible"/>
                                      </p:to>
                                    </p:set>
                                    <p:animEffect transition="in" filter="wipe(up)">
                                      <p:cBhvr>
                                        <p:cTn id="409" dur="500"/>
                                        <p:tgtEl>
                                          <p:spTgt spid="133"/>
                                        </p:tgtEl>
                                      </p:cBhvr>
                                    </p:animEffect>
                                  </p:childTnLst>
                                </p:cTn>
                              </p:par>
                            </p:childTnLst>
                          </p:cTn>
                        </p:par>
                        <p:par>
                          <p:cTn id="410" fill="hold">
                            <p:stCondLst>
                              <p:cond delay="5500"/>
                            </p:stCondLst>
                            <p:childTnLst>
                              <p:par>
                                <p:cTn id="411" presetID="16" presetClass="entr" presetSubtype="21" fill="hold" grpId="0" nodeType="afterEffect">
                                  <p:stCondLst>
                                    <p:cond delay="0"/>
                                  </p:stCondLst>
                                  <p:childTnLst>
                                    <p:set>
                                      <p:cBhvr>
                                        <p:cTn id="412" dur="1" fill="hold">
                                          <p:stCondLst>
                                            <p:cond delay="0"/>
                                          </p:stCondLst>
                                        </p:cTn>
                                        <p:tgtEl>
                                          <p:spTgt spid="136"/>
                                        </p:tgtEl>
                                        <p:attrNameLst>
                                          <p:attrName>style.visibility</p:attrName>
                                        </p:attrNameLst>
                                      </p:cBhvr>
                                      <p:to>
                                        <p:strVal val="visible"/>
                                      </p:to>
                                    </p:set>
                                    <p:animEffect transition="in" filter="barn(inVertical)">
                                      <p:cBhvr>
                                        <p:cTn id="413" dur="500"/>
                                        <p:tgtEl>
                                          <p:spTgt spid="136"/>
                                        </p:tgtEl>
                                      </p:cBhvr>
                                    </p:animEffect>
                                  </p:childTnLst>
                                </p:cTn>
                              </p:par>
                            </p:childTnLst>
                          </p:cTn>
                        </p:par>
                        <p:par>
                          <p:cTn id="414" fill="hold">
                            <p:stCondLst>
                              <p:cond delay="6000"/>
                            </p:stCondLst>
                            <p:childTnLst>
                              <p:par>
                                <p:cTn id="415" presetID="16" presetClass="entr" presetSubtype="21" fill="hold" grpId="0" nodeType="afterEffect">
                                  <p:stCondLst>
                                    <p:cond delay="0"/>
                                  </p:stCondLst>
                                  <p:childTnLst>
                                    <p:set>
                                      <p:cBhvr>
                                        <p:cTn id="416" dur="1" fill="hold">
                                          <p:stCondLst>
                                            <p:cond delay="0"/>
                                          </p:stCondLst>
                                        </p:cTn>
                                        <p:tgtEl>
                                          <p:spTgt spid="131"/>
                                        </p:tgtEl>
                                        <p:attrNameLst>
                                          <p:attrName>style.visibility</p:attrName>
                                        </p:attrNameLst>
                                      </p:cBhvr>
                                      <p:to>
                                        <p:strVal val="visible"/>
                                      </p:to>
                                    </p:set>
                                    <p:animEffect transition="in" filter="barn(inVertical)">
                                      <p:cBhvr>
                                        <p:cTn id="417" dur="500"/>
                                        <p:tgtEl>
                                          <p:spTgt spid="131"/>
                                        </p:tgtEl>
                                      </p:cBhvr>
                                    </p:animEffect>
                                  </p:childTnLst>
                                </p:cTn>
                              </p:par>
                            </p:childTnLst>
                          </p:cTn>
                        </p:par>
                      </p:childTnLst>
                    </p:cTn>
                  </p:par>
                  <p:par>
                    <p:cTn id="418" fill="hold">
                      <p:stCondLst>
                        <p:cond delay="indefinite"/>
                      </p:stCondLst>
                      <p:childTnLst>
                        <p:par>
                          <p:cTn id="419" fill="hold">
                            <p:stCondLst>
                              <p:cond delay="0"/>
                            </p:stCondLst>
                            <p:childTnLst>
                              <p:par>
                                <p:cTn id="420" presetID="10" presetClass="exit" presetSubtype="0" fill="hold" grpId="0" nodeType="clickEffect">
                                  <p:stCondLst>
                                    <p:cond delay="0"/>
                                  </p:stCondLst>
                                  <p:childTnLst>
                                    <p:animEffect transition="out" filter="fade">
                                      <p:cBhvr>
                                        <p:cTn id="421" dur="500"/>
                                        <p:tgtEl>
                                          <p:spTgt spid="123">
                                            <p:txEl>
                                              <p:pRg st="0" end="0"/>
                                            </p:txEl>
                                          </p:spTgt>
                                        </p:tgtEl>
                                      </p:cBhvr>
                                    </p:animEffect>
                                    <p:set>
                                      <p:cBhvr>
                                        <p:cTn id="422" dur="1" fill="hold">
                                          <p:stCondLst>
                                            <p:cond delay="499"/>
                                          </p:stCondLst>
                                        </p:cTn>
                                        <p:tgtEl>
                                          <p:spTgt spid="123">
                                            <p:txEl>
                                              <p:pRg st="0" end="0"/>
                                            </p:txEl>
                                          </p:spTgt>
                                        </p:tgtEl>
                                        <p:attrNameLst>
                                          <p:attrName>style.visibility</p:attrName>
                                        </p:attrNameLst>
                                      </p:cBhvr>
                                      <p:to>
                                        <p:strVal val="hidden"/>
                                      </p:to>
                                    </p:set>
                                  </p:childTnLst>
                                </p:cTn>
                              </p:par>
                              <p:par>
                                <p:cTn id="423" presetID="10" presetClass="exit" presetSubtype="0" fill="hold" grpId="0" nodeType="withEffect">
                                  <p:stCondLst>
                                    <p:cond delay="0"/>
                                  </p:stCondLst>
                                  <p:childTnLst>
                                    <p:animEffect transition="out" filter="fade">
                                      <p:cBhvr>
                                        <p:cTn id="424" dur="500"/>
                                        <p:tgtEl>
                                          <p:spTgt spid="123">
                                            <p:txEl>
                                              <p:pRg st="1" end="1"/>
                                            </p:txEl>
                                          </p:spTgt>
                                        </p:tgtEl>
                                      </p:cBhvr>
                                    </p:animEffect>
                                    <p:set>
                                      <p:cBhvr>
                                        <p:cTn id="425" dur="1" fill="hold">
                                          <p:stCondLst>
                                            <p:cond delay="499"/>
                                          </p:stCondLst>
                                        </p:cTn>
                                        <p:tgtEl>
                                          <p:spTgt spid="123">
                                            <p:txEl>
                                              <p:pRg st="1" end="1"/>
                                            </p:txEl>
                                          </p:spTgt>
                                        </p:tgtEl>
                                        <p:attrNameLst>
                                          <p:attrName>style.visibility</p:attrName>
                                        </p:attrNameLst>
                                      </p:cBhvr>
                                      <p:to>
                                        <p:strVal val="hidden"/>
                                      </p:to>
                                    </p:set>
                                  </p:childTnLst>
                                </p:cTn>
                              </p:par>
                              <p:par>
                                <p:cTn id="426" presetID="10" presetClass="exit" presetSubtype="0" fill="hold" grpId="0" nodeType="withEffect">
                                  <p:stCondLst>
                                    <p:cond delay="0"/>
                                  </p:stCondLst>
                                  <p:childTnLst>
                                    <p:animEffect transition="out" filter="fade">
                                      <p:cBhvr>
                                        <p:cTn id="427" dur="500"/>
                                        <p:tgtEl>
                                          <p:spTgt spid="123">
                                            <p:txEl>
                                              <p:pRg st="2" end="2"/>
                                            </p:txEl>
                                          </p:spTgt>
                                        </p:tgtEl>
                                      </p:cBhvr>
                                    </p:animEffect>
                                    <p:set>
                                      <p:cBhvr>
                                        <p:cTn id="428" dur="1" fill="hold">
                                          <p:stCondLst>
                                            <p:cond delay="499"/>
                                          </p:stCondLst>
                                        </p:cTn>
                                        <p:tgtEl>
                                          <p:spTgt spid="123">
                                            <p:txEl>
                                              <p:pRg st="2" end="2"/>
                                            </p:txEl>
                                          </p:spTgt>
                                        </p:tgtEl>
                                        <p:attrNameLst>
                                          <p:attrName>style.visibility</p:attrName>
                                        </p:attrNameLst>
                                      </p:cBhvr>
                                      <p:to>
                                        <p:strVal val="hidden"/>
                                      </p:to>
                                    </p:set>
                                  </p:childTnLst>
                                </p:cTn>
                              </p:par>
                              <p:par>
                                <p:cTn id="429" presetID="10" presetClass="exit" presetSubtype="0" fill="hold" grpId="0" nodeType="withEffect">
                                  <p:stCondLst>
                                    <p:cond delay="0"/>
                                  </p:stCondLst>
                                  <p:childTnLst>
                                    <p:animEffect transition="out" filter="fade">
                                      <p:cBhvr>
                                        <p:cTn id="430" dur="500"/>
                                        <p:tgtEl>
                                          <p:spTgt spid="123">
                                            <p:txEl>
                                              <p:pRg st="3" end="3"/>
                                            </p:txEl>
                                          </p:spTgt>
                                        </p:tgtEl>
                                      </p:cBhvr>
                                    </p:animEffect>
                                    <p:set>
                                      <p:cBhvr>
                                        <p:cTn id="431" dur="1" fill="hold">
                                          <p:stCondLst>
                                            <p:cond delay="499"/>
                                          </p:stCondLst>
                                        </p:cTn>
                                        <p:tgtEl>
                                          <p:spTgt spid="123">
                                            <p:txEl>
                                              <p:pRg st="3" end="3"/>
                                            </p:txEl>
                                          </p:spTgt>
                                        </p:tgtEl>
                                        <p:attrNameLst>
                                          <p:attrName>style.visibility</p:attrName>
                                        </p:attrNameLst>
                                      </p:cBhvr>
                                      <p:to>
                                        <p:strVal val="hidden"/>
                                      </p:to>
                                    </p:set>
                                  </p:childTnLst>
                                </p:cTn>
                              </p:par>
                              <p:par>
                                <p:cTn id="432" presetID="10" presetClass="exit" presetSubtype="0" fill="hold" grpId="0" nodeType="withEffect">
                                  <p:stCondLst>
                                    <p:cond delay="0"/>
                                  </p:stCondLst>
                                  <p:childTnLst>
                                    <p:animEffect transition="out" filter="fade">
                                      <p:cBhvr>
                                        <p:cTn id="433" dur="500"/>
                                        <p:tgtEl>
                                          <p:spTgt spid="123">
                                            <p:txEl>
                                              <p:pRg st="4" end="4"/>
                                            </p:txEl>
                                          </p:spTgt>
                                        </p:tgtEl>
                                      </p:cBhvr>
                                    </p:animEffect>
                                    <p:set>
                                      <p:cBhvr>
                                        <p:cTn id="434" dur="1" fill="hold">
                                          <p:stCondLst>
                                            <p:cond delay="499"/>
                                          </p:stCondLst>
                                        </p:cTn>
                                        <p:tgtEl>
                                          <p:spTgt spid="123">
                                            <p:txEl>
                                              <p:pRg st="4" end="4"/>
                                            </p:txEl>
                                          </p:spTgt>
                                        </p:tgtEl>
                                        <p:attrNameLst>
                                          <p:attrName>style.visibility</p:attrName>
                                        </p:attrNameLst>
                                      </p:cBhvr>
                                      <p:to>
                                        <p:strVal val="hidden"/>
                                      </p:to>
                                    </p:set>
                                  </p:childTnLst>
                                </p:cTn>
                              </p:par>
                              <p:par>
                                <p:cTn id="435" presetID="10" presetClass="exit" presetSubtype="0" fill="hold" grpId="0" nodeType="withEffect">
                                  <p:stCondLst>
                                    <p:cond delay="0"/>
                                  </p:stCondLst>
                                  <p:childTnLst>
                                    <p:animEffect transition="out" filter="fade">
                                      <p:cBhvr>
                                        <p:cTn id="436" dur="500"/>
                                        <p:tgtEl>
                                          <p:spTgt spid="123">
                                            <p:txEl>
                                              <p:pRg st="5" end="5"/>
                                            </p:txEl>
                                          </p:spTgt>
                                        </p:tgtEl>
                                      </p:cBhvr>
                                    </p:animEffect>
                                    <p:set>
                                      <p:cBhvr>
                                        <p:cTn id="437" dur="1" fill="hold">
                                          <p:stCondLst>
                                            <p:cond delay="499"/>
                                          </p:stCondLst>
                                        </p:cTn>
                                        <p:tgtEl>
                                          <p:spTgt spid="123">
                                            <p:txEl>
                                              <p:pRg st="5" end="5"/>
                                            </p:txEl>
                                          </p:spTgt>
                                        </p:tgtEl>
                                        <p:attrNameLst>
                                          <p:attrName>style.visibility</p:attrName>
                                        </p:attrNameLst>
                                      </p:cBhvr>
                                      <p:to>
                                        <p:strVal val="hidden"/>
                                      </p:to>
                                    </p:set>
                                  </p:childTnLst>
                                </p:cTn>
                              </p:par>
                            </p:childTnLst>
                          </p:cTn>
                        </p:par>
                      </p:childTnLst>
                    </p:cTn>
                  </p:par>
                  <p:par>
                    <p:cTn id="438" fill="hold">
                      <p:stCondLst>
                        <p:cond delay="indefinite"/>
                      </p:stCondLst>
                      <p:childTnLst>
                        <p:par>
                          <p:cTn id="439" fill="hold">
                            <p:stCondLst>
                              <p:cond delay="0"/>
                            </p:stCondLst>
                            <p:childTnLst>
                              <p:par>
                                <p:cTn id="440" presetID="22" presetClass="entr" presetSubtype="8" fill="hold" nodeType="clickEffect">
                                  <p:stCondLst>
                                    <p:cond delay="0"/>
                                  </p:stCondLst>
                                  <p:childTnLst>
                                    <p:set>
                                      <p:cBhvr>
                                        <p:cTn id="441" dur="1" fill="hold">
                                          <p:stCondLst>
                                            <p:cond delay="0"/>
                                          </p:stCondLst>
                                        </p:cTn>
                                        <p:tgtEl>
                                          <p:spTgt spid="137">
                                            <p:txEl>
                                              <p:pRg st="0" end="0"/>
                                            </p:txEl>
                                          </p:spTgt>
                                        </p:tgtEl>
                                        <p:attrNameLst>
                                          <p:attrName>style.visibility</p:attrName>
                                        </p:attrNameLst>
                                      </p:cBhvr>
                                      <p:to>
                                        <p:strVal val="visible"/>
                                      </p:to>
                                    </p:set>
                                    <p:animEffect transition="in" filter="wipe(left)">
                                      <p:cBhvr>
                                        <p:cTn id="442" dur="500"/>
                                        <p:tgtEl>
                                          <p:spTgt spid="137">
                                            <p:txEl>
                                              <p:pRg st="0" end="0"/>
                                            </p:txEl>
                                          </p:spTgt>
                                        </p:tgtEl>
                                      </p:cBhvr>
                                    </p:animEffect>
                                  </p:childTnLst>
                                </p:cTn>
                              </p:par>
                              <p:par>
                                <p:cTn id="443" presetID="32" presetClass="emph" presetSubtype="0" fill="hold" nodeType="withEffect">
                                  <p:stCondLst>
                                    <p:cond delay="0"/>
                                  </p:stCondLst>
                                  <p:childTnLst>
                                    <p:animRot by="120000">
                                      <p:cBhvr>
                                        <p:cTn id="444" dur="200" fill="hold">
                                          <p:stCondLst>
                                            <p:cond delay="0"/>
                                          </p:stCondLst>
                                        </p:cTn>
                                        <p:tgtEl>
                                          <p:spTgt spid="120"/>
                                        </p:tgtEl>
                                        <p:attrNameLst>
                                          <p:attrName>r</p:attrName>
                                        </p:attrNameLst>
                                      </p:cBhvr>
                                    </p:animRot>
                                    <p:animRot by="-240000">
                                      <p:cBhvr>
                                        <p:cTn id="445" dur="400" fill="hold">
                                          <p:stCondLst>
                                            <p:cond delay="400"/>
                                          </p:stCondLst>
                                        </p:cTn>
                                        <p:tgtEl>
                                          <p:spTgt spid="120"/>
                                        </p:tgtEl>
                                        <p:attrNameLst>
                                          <p:attrName>r</p:attrName>
                                        </p:attrNameLst>
                                      </p:cBhvr>
                                    </p:animRot>
                                    <p:animRot by="240000">
                                      <p:cBhvr>
                                        <p:cTn id="446" dur="400" fill="hold">
                                          <p:stCondLst>
                                            <p:cond delay="800"/>
                                          </p:stCondLst>
                                        </p:cTn>
                                        <p:tgtEl>
                                          <p:spTgt spid="120"/>
                                        </p:tgtEl>
                                        <p:attrNameLst>
                                          <p:attrName>r</p:attrName>
                                        </p:attrNameLst>
                                      </p:cBhvr>
                                    </p:animRot>
                                    <p:animRot by="-240000">
                                      <p:cBhvr>
                                        <p:cTn id="447" dur="400" fill="hold">
                                          <p:stCondLst>
                                            <p:cond delay="1200"/>
                                          </p:stCondLst>
                                        </p:cTn>
                                        <p:tgtEl>
                                          <p:spTgt spid="120"/>
                                        </p:tgtEl>
                                        <p:attrNameLst>
                                          <p:attrName>r</p:attrName>
                                        </p:attrNameLst>
                                      </p:cBhvr>
                                    </p:animRot>
                                    <p:animRot by="120000">
                                      <p:cBhvr>
                                        <p:cTn id="448" dur="400" fill="hold">
                                          <p:stCondLst>
                                            <p:cond delay="1600"/>
                                          </p:stCondLst>
                                        </p:cTn>
                                        <p:tgtEl>
                                          <p:spTgt spid="120"/>
                                        </p:tgtEl>
                                        <p:attrNameLst>
                                          <p:attrName>r</p:attrName>
                                        </p:attrNameLst>
                                      </p:cBhvr>
                                    </p:animRot>
                                  </p:childTnLst>
                                </p:cTn>
                              </p:par>
                            </p:childTnLst>
                          </p:cTn>
                        </p:par>
                      </p:childTnLst>
                    </p:cTn>
                  </p:par>
                  <p:par>
                    <p:cTn id="449" fill="hold">
                      <p:stCondLst>
                        <p:cond delay="indefinite"/>
                      </p:stCondLst>
                      <p:childTnLst>
                        <p:par>
                          <p:cTn id="450" fill="hold">
                            <p:stCondLst>
                              <p:cond delay="0"/>
                            </p:stCondLst>
                            <p:childTnLst>
                              <p:par>
                                <p:cTn id="451" presetID="22" presetClass="entr" presetSubtype="8" fill="hold" nodeType="clickEffect">
                                  <p:stCondLst>
                                    <p:cond delay="0"/>
                                  </p:stCondLst>
                                  <p:childTnLst>
                                    <p:set>
                                      <p:cBhvr>
                                        <p:cTn id="452" dur="1" fill="hold">
                                          <p:stCondLst>
                                            <p:cond delay="0"/>
                                          </p:stCondLst>
                                        </p:cTn>
                                        <p:tgtEl>
                                          <p:spTgt spid="137">
                                            <p:txEl>
                                              <p:pRg st="1" end="1"/>
                                            </p:txEl>
                                          </p:spTgt>
                                        </p:tgtEl>
                                        <p:attrNameLst>
                                          <p:attrName>style.visibility</p:attrName>
                                        </p:attrNameLst>
                                      </p:cBhvr>
                                      <p:to>
                                        <p:strVal val="visible"/>
                                      </p:to>
                                    </p:set>
                                    <p:animEffect transition="in" filter="wipe(left)">
                                      <p:cBhvr>
                                        <p:cTn id="453" dur="500"/>
                                        <p:tgtEl>
                                          <p:spTgt spid="137">
                                            <p:txEl>
                                              <p:pRg st="1" end="1"/>
                                            </p:txEl>
                                          </p:spTgt>
                                        </p:tgtEl>
                                      </p:cBhvr>
                                    </p:animEffect>
                                  </p:childTnLst>
                                </p:cTn>
                              </p:par>
                            </p:childTnLst>
                          </p:cTn>
                        </p:par>
                        <p:par>
                          <p:cTn id="454" fill="hold">
                            <p:stCondLst>
                              <p:cond delay="500"/>
                            </p:stCondLst>
                            <p:childTnLst>
                              <p:par>
                                <p:cTn id="455" presetID="42" presetClass="path" presetSubtype="0" accel="50000" decel="50000" fill="hold" grpId="2" nodeType="afterEffect">
                                  <p:stCondLst>
                                    <p:cond delay="0"/>
                                  </p:stCondLst>
                                  <p:childTnLst>
                                    <p:animMotion origin="layout" path="M 0.00065 -0.00092 L 0.00091 0.05648 " pathEditMode="relative" rAng="0" ptsTypes="AA">
                                      <p:cBhvr>
                                        <p:cTn id="456" dur="2000" fill="hold"/>
                                        <p:tgtEl>
                                          <p:spTgt spid="117"/>
                                        </p:tgtEl>
                                        <p:attrNameLst>
                                          <p:attrName>ppt_x</p:attrName>
                                          <p:attrName>ppt_y</p:attrName>
                                        </p:attrNameLst>
                                      </p:cBhvr>
                                      <p:rCtr x="13" y="2870"/>
                                    </p:animMotion>
                                  </p:childTnLst>
                                </p:cTn>
                              </p:par>
                            </p:childTnLst>
                          </p:cTn>
                        </p:par>
                        <p:par>
                          <p:cTn id="457" fill="hold">
                            <p:stCondLst>
                              <p:cond delay="2500"/>
                            </p:stCondLst>
                            <p:childTnLst>
                              <p:par>
                                <p:cTn id="458" presetID="64" presetClass="path" presetSubtype="0" accel="50000" decel="50000" fill="hold" grpId="4" nodeType="afterEffect">
                                  <p:stCondLst>
                                    <p:cond delay="0"/>
                                  </p:stCondLst>
                                  <p:childTnLst>
                                    <p:animMotion origin="layout" path="M 0.00118 0.13055 L 4.79167E-6 -3.7037E-6 " pathEditMode="relative" rAng="0" ptsTypes="AA">
                                      <p:cBhvr>
                                        <p:cTn id="459" dur="2000" fill="hold"/>
                                        <p:tgtEl>
                                          <p:spTgt spid="115"/>
                                        </p:tgtEl>
                                        <p:attrNameLst>
                                          <p:attrName>ppt_x</p:attrName>
                                          <p:attrName>ppt_y</p:attrName>
                                        </p:attrNameLst>
                                      </p:cBhvr>
                                      <p:rCtr x="0" y="-6574"/>
                                    </p:animMotion>
                                  </p:childTnLst>
                                </p:cTn>
                              </p:par>
                            </p:childTnLst>
                          </p:cTn>
                        </p:par>
                        <p:par>
                          <p:cTn id="460" fill="hold">
                            <p:stCondLst>
                              <p:cond delay="4500"/>
                            </p:stCondLst>
                            <p:childTnLst>
                              <p:par>
                                <p:cTn id="461" presetID="63" presetClass="path" presetSubtype="0" accel="50000" decel="50000" fill="hold" grpId="4" nodeType="afterEffect">
                                  <p:stCondLst>
                                    <p:cond delay="0"/>
                                  </p:stCondLst>
                                  <p:childTnLst>
                                    <p:animMotion origin="layout" path="M 0.03958 -0.00046 L 0.07956 -0.00046 " pathEditMode="relative" rAng="0" ptsTypes="AA">
                                      <p:cBhvr>
                                        <p:cTn id="462" dur="2000" fill="hold"/>
                                        <p:tgtEl>
                                          <p:spTgt spid="116"/>
                                        </p:tgtEl>
                                        <p:attrNameLst>
                                          <p:attrName>ppt_x</p:attrName>
                                          <p:attrName>ppt_y</p:attrName>
                                        </p:attrNameLst>
                                      </p:cBhvr>
                                      <p:rCtr x="1992" y="0"/>
                                    </p:animMotion>
                                  </p:childTnLst>
                                </p:cTn>
                              </p:par>
                            </p:childTnLst>
                          </p:cTn>
                        </p:par>
                      </p:childTnLst>
                    </p:cTn>
                  </p:par>
                  <p:par>
                    <p:cTn id="463" fill="hold">
                      <p:stCondLst>
                        <p:cond delay="indefinite"/>
                      </p:stCondLst>
                      <p:childTnLst>
                        <p:par>
                          <p:cTn id="464" fill="hold">
                            <p:stCondLst>
                              <p:cond delay="0"/>
                            </p:stCondLst>
                            <p:childTnLst>
                              <p:par>
                                <p:cTn id="465" presetID="22" presetClass="entr" presetSubtype="8" fill="hold" nodeType="clickEffect">
                                  <p:stCondLst>
                                    <p:cond delay="0"/>
                                  </p:stCondLst>
                                  <p:childTnLst>
                                    <p:set>
                                      <p:cBhvr>
                                        <p:cTn id="466" dur="1" fill="hold">
                                          <p:stCondLst>
                                            <p:cond delay="0"/>
                                          </p:stCondLst>
                                        </p:cTn>
                                        <p:tgtEl>
                                          <p:spTgt spid="137">
                                            <p:txEl>
                                              <p:pRg st="2" end="2"/>
                                            </p:txEl>
                                          </p:spTgt>
                                        </p:tgtEl>
                                        <p:attrNameLst>
                                          <p:attrName>style.visibility</p:attrName>
                                        </p:attrNameLst>
                                      </p:cBhvr>
                                      <p:to>
                                        <p:strVal val="visible"/>
                                      </p:to>
                                    </p:set>
                                    <p:animEffect transition="in" filter="wipe(left)">
                                      <p:cBhvr>
                                        <p:cTn id="467" dur="500"/>
                                        <p:tgtEl>
                                          <p:spTgt spid="137">
                                            <p:txEl>
                                              <p:pRg st="2" end="2"/>
                                            </p:txEl>
                                          </p:spTgt>
                                        </p:tgtEl>
                                      </p:cBhvr>
                                    </p:animEffect>
                                  </p:childTnLst>
                                </p:cTn>
                              </p:par>
                            </p:childTnLst>
                          </p:cTn>
                        </p:par>
                        <p:par>
                          <p:cTn id="468" fill="hold">
                            <p:stCondLst>
                              <p:cond delay="500"/>
                            </p:stCondLst>
                            <p:childTnLst>
                              <p:par>
                                <p:cTn id="469" presetID="27" presetClass="emph" presetSubtype="0" fill="remove" grpId="3" nodeType="afterEffect">
                                  <p:stCondLst>
                                    <p:cond delay="0"/>
                                  </p:stCondLst>
                                  <p:childTnLst>
                                    <p:animClr clrSpc="rgb" dir="cw">
                                      <p:cBhvr override="childStyle">
                                        <p:cTn id="470" dur="250" autoRev="1" fill="remove"/>
                                        <p:tgtEl>
                                          <p:spTgt spid="96"/>
                                        </p:tgtEl>
                                        <p:attrNameLst>
                                          <p:attrName>style.color</p:attrName>
                                        </p:attrNameLst>
                                      </p:cBhvr>
                                      <p:to>
                                        <a:srgbClr val="F7CBAC"/>
                                      </p:to>
                                    </p:animClr>
                                    <p:animClr clrSpc="rgb" dir="cw">
                                      <p:cBhvr>
                                        <p:cTn id="471" dur="250" autoRev="1" fill="remove"/>
                                        <p:tgtEl>
                                          <p:spTgt spid="96"/>
                                        </p:tgtEl>
                                        <p:attrNameLst>
                                          <p:attrName>fillcolor</p:attrName>
                                        </p:attrNameLst>
                                      </p:cBhvr>
                                      <p:to>
                                        <a:srgbClr val="F7CBAC"/>
                                      </p:to>
                                    </p:animClr>
                                    <p:set>
                                      <p:cBhvr>
                                        <p:cTn id="472" dur="250" autoRev="1" fill="remove"/>
                                        <p:tgtEl>
                                          <p:spTgt spid="96"/>
                                        </p:tgtEl>
                                        <p:attrNameLst>
                                          <p:attrName>fill.type</p:attrName>
                                        </p:attrNameLst>
                                      </p:cBhvr>
                                      <p:to>
                                        <p:strVal val="solid"/>
                                      </p:to>
                                    </p:set>
                                    <p:set>
                                      <p:cBhvr>
                                        <p:cTn id="473" dur="250" autoRev="1" fill="remove"/>
                                        <p:tgtEl>
                                          <p:spTgt spid="96"/>
                                        </p:tgtEl>
                                        <p:attrNameLst>
                                          <p:attrName>fill.on</p:attrName>
                                        </p:attrNameLst>
                                      </p:cBhvr>
                                      <p:to>
                                        <p:strVal val="true"/>
                                      </p:to>
                                    </p:set>
                                  </p:childTnLst>
                                </p:cTn>
                              </p:par>
                              <p:par>
                                <p:cTn id="474" presetID="22" presetClass="entr" presetSubtype="4" fill="hold" nodeType="withEffect">
                                  <p:stCondLst>
                                    <p:cond delay="0"/>
                                  </p:stCondLst>
                                  <p:childTnLst>
                                    <p:set>
                                      <p:cBhvr>
                                        <p:cTn id="475" dur="1" fill="hold">
                                          <p:stCondLst>
                                            <p:cond delay="0"/>
                                          </p:stCondLst>
                                        </p:cTn>
                                        <p:tgtEl>
                                          <p:spTgt spid="138"/>
                                        </p:tgtEl>
                                        <p:attrNameLst>
                                          <p:attrName>style.visibility</p:attrName>
                                        </p:attrNameLst>
                                      </p:cBhvr>
                                      <p:to>
                                        <p:strVal val="visible"/>
                                      </p:to>
                                    </p:set>
                                    <p:animEffect transition="in" filter="wipe(down)">
                                      <p:cBhvr>
                                        <p:cTn id="476" dur="500"/>
                                        <p:tgtEl>
                                          <p:spTgt spid="138"/>
                                        </p:tgtEl>
                                      </p:cBhvr>
                                    </p:animEffect>
                                  </p:childTnLst>
                                </p:cTn>
                              </p:par>
                            </p:childTnLst>
                          </p:cTn>
                        </p:par>
                        <p:par>
                          <p:cTn id="477" fill="hold">
                            <p:stCondLst>
                              <p:cond delay="1000"/>
                            </p:stCondLst>
                            <p:childTnLst>
                              <p:par>
                                <p:cTn id="478" presetID="27" presetClass="emph" presetSubtype="0" fill="remove" grpId="2" nodeType="afterEffect">
                                  <p:stCondLst>
                                    <p:cond delay="0"/>
                                  </p:stCondLst>
                                  <p:childTnLst>
                                    <p:animClr clrSpc="rgb" dir="cw">
                                      <p:cBhvr override="childStyle">
                                        <p:cTn id="479" dur="250" autoRev="1" fill="remove"/>
                                        <p:tgtEl>
                                          <p:spTgt spid="100"/>
                                        </p:tgtEl>
                                        <p:attrNameLst>
                                          <p:attrName>style.color</p:attrName>
                                        </p:attrNameLst>
                                      </p:cBhvr>
                                      <p:to>
                                        <a:srgbClr val="F7CBAC"/>
                                      </p:to>
                                    </p:animClr>
                                    <p:animClr clrSpc="rgb" dir="cw">
                                      <p:cBhvr>
                                        <p:cTn id="480" dur="250" autoRev="1" fill="remove"/>
                                        <p:tgtEl>
                                          <p:spTgt spid="100"/>
                                        </p:tgtEl>
                                        <p:attrNameLst>
                                          <p:attrName>fillcolor</p:attrName>
                                        </p:attrNameLst>
                                      </p:cBhvr>
                                      <p:to>
                                        <a:srgbClr val="F7CBAC"/>
                                      </p:to>
                                    </p:animClr>
                                    <p:set>
                                      <p:cBhvr>
                                        <p:cTn id="481" dur="250" autoRev="1" fill="remove"/>
                                        <p:tgtEl>
                                          <p:spTgt spid="100"/>
                                        </p:tgtEl>
                                        <p:attrNameLst>
                                          <p:attrName>fill.type</p:attrName>
                                        </p:attrNameLst>
                                      </p:cBhvr>
                                      <p:to>
                                        <p:strVal val="solid"/>
                                      </p:to>
                                    </p:set>
                                    <p:set>
                                      <p:cBhvr>
                                        <p:cTn id="482" dur="250" autoRev="1" fill="remove"/>
                                        <p:tgtEl>
                                          <p:spTgt spid="100"/>
                                        </p:tgtEl>
                                        <p:attrNameLst>
                                          <p:attrName>fill.on</p:attrName>
                                        </p:attrNameLst>
                                      </p:cBhvr>
                                      <p:to>
                                        <p:strVal val="true"/>
                                      </p:to>
                                    </p:set>
                                  </p:childTnLst>
                                </p:cTn>
                              </p:par>
                              <p:par>
                                <p:cTn id="483" presetID="22" presetClass="entr" presetSubtype="4" fill="hold" nodeType="withEffect">
                                  <p:stCondLst>
                                    <p:cond delay="0"/>
                                  </p:stCondLst>
                                  <p:childTnLst>
                                    <p:set>
                                      <p:cBhvr>
                                        <p:cTn id="484" dur="1" fill="hold">
                                          <p:stCondLst>
                                            <p:cond delay="0"/>
                                          </p:stCondLst>
                                        </p:cTn>
                                        <p:tgtEl>
                                          <p:spTgt spid="141"/>
                                        </p:tgtEl>
                                        <p:attrNameLst>
                                          <p:attrName>style.visibility</p:attrName>
                                        </p:attrNameLst>
                                      </p:cBhvr>
                                      <p:to>
                                        <p:strVal val="visible"/>
                                      </p:to>
                                    </p:set>
                                    <p:animEffect transition="in" filter="wipe(down)">
                                      <p:cBhvr>
                                        <p:cTn id="485" dur="500"/>
                                        <p:tgtEl>
                                          <p:spTgt spid="141"/>
                                        </p:tgtEl>
                                      </p:cBhvr>
                                    </p:animEffect>
                                  </p:childTnLst>
                                </p:cTn>
                              </p:par>
                            </p:childTnLst>
                          </p:cTn>
                        </p:par>
                        <p:par>
                          <p:cTn id="486" fill="hold">
                            <p:stCondLst>
                              <p:cond delay="1500"/>
                            </p:stCondLst>
                            <p:childTnLst>
                              <p:par>
                                <p:cTn id="487" presetID="16" presetClass="entr" presetSubtype="21" fill="hold" grpId="0" nodeType="afterEffect">
                                  <p:stCondLst>
                                    <p:cond delay="0"/>
                                  </p:stCondLst>
                                  <p:childTnLst>
                                    <p:set>
                                      <p:cBhvr>
                                        <p:cTn id="488" dur="1" fill="hold">
                                          <p:stCondLst>
                                            <p:cond delay="0"/>
                                          </p:stCondLst>
                                        </p:cTn>
                                        <p:tgtEl>
                                          <p:spTgt spid="143"/>
                                        </p:tgtEl>
                                        <p:attrNameLst>
                                          <p:attrName>style.visibility</p:attrName>
                                        </p:attrNameLst>
                                      </p:cBhvr>
                                      <p:to>
                                        <p:strVal val="visible"/>
                                      </p:to>
                                    </p:set>
                                    <p:animEffect transition="in" filter="barn(inVertical)">
                                      <p:cBhvr>
                                        <p:cTn id="489" dur="500"/>
                                        <p:tgtEl>
                                          <p:spTgt spid="143"/>
                                        </p:tgtEl>
                                      </p:cBhvr>
                                    </p:animEffect>
                                  </p:childTnLst>
                                </p:cTn>
                              </p:par>
                            </p:childTnLst>
                          </p:cTn>
                        </p:par>
                      </p:childTnLst>
                    </p:cTn>
                  </p:par>
                  <p:par>
                    <p:cTn id="490" fill="hold">
                      <p:stCondLst>
                        <p:cond delay="indefinite"/>
                      </p:stCondLst>
                      <p:childTnLst>
                        <p:par>
                          <p:cTn id="491" fill="hold">
                            <p:stCondLst>
                              <p:cond delay="0"/>
                            </p:stCondLst>
                            <p:childTnLst>
                              <p:par>
                                <p:cTn id="492" presetID="22" presetClass="entr" presetSubtype="8" fill="hold" nodeType="clickEffect">
                                  <p:stCondLst>
                                    <p:cond delay="0"/>
                                  </p:stCondLst>
                                  <p:childTnLst>
                                    <p:set>
                                      <p:cBhvr>
                                        <p:cTn id="493" dur="1" fill="hold">
                                          <p:stCondLst>
                                            <p:cond delay="0"/>
                                          </p:stCondLst>
                                        </p:cTn>
                                        <p:tgtEl>
                                          <p:spTgt spid="137">
                                            <p:txEl>
                                              <p:pRg st="3" end="3"/>
                                            </p:txEl>
                                          </p:spTgt>
                                        </p:tgtEl>
                                        <p:attrNameLst>
                                          <p:attrName>style.visibility</p:attrName>
                                        </p:attrNameLst>
                                      </p:cBhvr>
                                      <p:to>
                                        <p:strVal val="visible"/>
                                      </p:to>
                                    </p:set>
                                    <p:animEffect transition="in" filter="wipe(left)">
                                      <p:cBhvr>
                                        <p:cTn id="494" dur="500"/>
                                        <p:tgtEl>
                                          <p:spTgt spid="137">
                                            <p:txEl>
                                              <p:pRg st="3" end="3"/>
                                            </p:txEl>
                                          </p:spTgt>
                                        </p:tgtEl>
                                      </p:cBhvr>
                                    </p:animEffect>
                                  </p:childTnLst>
                                </p:cTn>
                              </p:par>
                              <p:par>
                                <p:cTn id="495" presetID="26" presetClass="emph" presetSubtype="0" fill="hold" nodeType="withEffect">
                                  <p:stCondLst>
                                    <p:cond delay="0"/>
                                  </p:stCondLst>
                                  <p:childTnLst>
                                    <p:animEffect transition="out" filter="fade">
                                      <p:cBhvr>
                                        <p:cTn id="496" dur="1000" tmFilter="0, 0; .2, .5; .8, .5; 1, 0"/>
                                        <p:tgtEl>
                                          <p:spTgt spid="120"/>
                                        </p:tgtEl>
                                      </p:cBhvr>
                                    </p:animEffect>
                                    <p:animScale>
                                      <p:cBhvr>
                                        <p:cTn id="497" dur="500" autoRev="1" fill="hold"/>
                                        <p:tgtEl>
                                          <p:spTgt spid="120"/>
                                        </p:tgtEl>
                                      </p:cBhvr>
                                      <p:by x="105000" y="105000"/>
                                    </p:animScale>
                                  </p:childTnLst>
                                </p:cTn>
                              </p:par>
                            </p:childTnLst>
                          </p:cTn>
                        </p:par>
                      </p:childTnLst>
                    </p:cTn>
                  </p:par>
                  <p:par>
                    <p:cTn id="498" fill="hold">
                      <p:stCondLst>
                        <p:cond delay="indefinite"/>
                      </p:stCondLst>
                      <p:childTnLst>
                        <p:par>
                          <p:cTn id="499" fill="hold">
                            <p:stCondLst>
                              <p:cond delay="0"/>
                            </p:stCondLst>
                            <p:childTnLst>
                              <p:par>
                                <p:cTn id="500" presetID="22" presetClass="entr" presetSubtype="8" fill="hold" nodeType="clickEffect">
                                  <p:stCondLst>
                                    <p:cond delay="0"/>
                                  </p:stCondLst>
                                  <p:childTnLst>
                                    <p:set>
                                      <p:cBhvr>
                                        <p:cTn id="501" dur="1" fill="hold">
                                          <p:stCondLst>
                                            <p:cond delay="0"/>
                                          </p:stCondLst>
                                        </p:cTn>
                                        <p:tgtEl>
                                          <p:spTgt spid="137">
                                            <p:txEl>
                                              <p:pRg st="4" end="4"/>
                                            </p:txEl>
                                          </p:spTgt>
                                        </p:tgtEl>
                                        <p:attrNameLst>
                                          <p:attrName>style.visibility</p:attrName>
                                        </p:attrNameLst>
                                      </p:cBhvr>
                                      <p:to>
                                        <p:strVal val="visible"/>
                                      </p:to>
                                    </p:set>
                                    <p:animEffect transition="in" filter="wipe(left)">
                                      <p:cBhvr>
                                        <p:cTn id="502" dur="500"/>
                                        <p:tgtEl>
                                          <p:spTgt spid="137">
                                            <p:txEl>
                                              <p:pRg st="4" end="4"/>
                                            </p:txEl>
                                          </p:spTgt>
                                        </p:tgtEl>
                                      </p:cBhvr>
                                    </p:animEffect>
                                  </p:childTnLst>
                                </p:cTn>
                              </p:par>
                              <p:par>
                                <p:cTn id="503" presetID="32" presetClass="emph" presetSubtype="0" fill="hold" nodeType="withEffect">
                                  <p:stCondLst>
                                    <p:cond delay="0"/>
                                  </p:stCondLst>
                                  <p:childTnLst>
                                    <p:animRot by="120000">
                                      <p:cBhvr>
                                        <p:cTn id="504" dur="100" fill="hold">
                                          <p:stCondLst>
                                            <p:cond delay="0"/>
                                          </p:stCondLst>
                                        </p:cTn>
                                        <p:tgtEl>
                                          <p:spTgt spid="130"/>
                                        </p:tgtEl>
                                        <p:attrNameLst>
                                          <p:attrName>r</p:attrName>
                                        </p:attrNameLst>
                                      </p:cBhvr>
                                    </p:animRot>
                                    <p:animRot by="-240000">
                                      <p:cBhvr>
                                        <p:cTn id="505" dur="200" fill="hold">
                                          <p:stCondLst>
                                            <p:cond delay="200"/>
                                          </p:stCondLst>
                                        </p:cTn>
                                        <p:tgtEl>
                                          <p:spTgt spid="130"/>
                                        </p:tgtEl>
                                        <p:attrNameLst>
                                          <p:attrName>r</p:attrName>
                                        </p:attrNameLst>
                                      </p:cBhvr>
                                    </p:animRot>
                                    <p:animRot by="240000">
                                      <p:cBhvr>
                                        <p:cTn id="506" dur="200" fill="hold">
                                          <p:stCondLst>
                                            <p:cond delay="400"/>
                                          </p:stCondLst>
                                        </p:cTn>
                                        <p:tgtEl>
                                          <p:spTgt spid="130"/>
                                        </p:tgtEl>
                                        <p:attrNameLst>
                                          <p:attrName>r</p:attrName>
                                        </p:attrNameLst>
                                      </p:cBhvr>
                                    </p:animRot>
                                    <p:animRot by="-240000">
                                      <p:cBhvr>
                                        <p:cTn id="507" dur="200" fill="hold">
                                          <p:stCondLst>
                                            <p:cond delay="600"/>
                                          </p:stCondLst>
                                        </p:cTn>
                                        <p:tgtEl>
                                          <p:spTgt spid="130"/>
                                        </p:tgtEl>
                                        <p:attrNameLst>
                                          <p:attrName>r</p:attrName>
                                        </p:attrNameLst>
                                      </p:cBhvr>
                                    </p:animRot>
                                    <p:animRot by="120000">
                                      <p:cBhvr>
                                        <p:cTn id="508" dur="200" fill="hold">
                                          <p:stCondLst>
                                            <p:cond delay="800"/>
                                          </p:stCondLst>
                                        </p:cTn>
                                        <p:tgtEl>
                                          <p:spTgt spid="130"/>
                                        </p:tgtEl>
                                        <p:attrNameLst>
                                          <p:attrName>r</p:attrName>
                                        </p:attrNameLst>
                                      </p:cBhvr>
                                    </p:animRot>
                                  </p:childTnLst>
                                </p:cTn>
                              </p:par>
                            </p:childTnLst>
                          </p:cTn>
                        </p:par>
                        <p:par>
                          <p:cTn id="509" fill="hold">
                            <p:stCondLst>
                              <p:cond delay="1000"/>
                            </p:stCondLst>
                            <p:childTnLst>
                              <p:par>
                                <p:cTn id="510" presetID="10" presetClass="exit" presetSubtype="0" fill="hold" grpId="3" nodeType="afterEffect">
                                  <p:stCondLst>
                                    <p:cond delay="0"/>
                                  </p:stCondLst>
                                  <p:childTnLst>
                                    <p:animEffect transition="out" filter="fade">
                                      <p:cBhvr>
                                        <p:cTn id="511" dur="500"/>
                                        <p:tgtEl>
                                          <p:spTgt spid="97"/>
                                        </p:tgtEl>
                                      </p:cBhvr>
                                    </p:animEffect>
                                    <p:set>
                                      <p:cBhvr>
                                        <p:cTn id="512" dur="1" fill="hold">
                                          <p:stCondLst>
                                            <p:cond delay="499"/>
                                          </p:stCondLst>
                                        </p:cTn>
                                        <p:tgtEl>
                                          <p:spTgt spid="97"/>
                                        </p:tgtEl>
                                        <p:attrNameLst>
                                          <p:attrName>style.visibility</p:attrName>
                                        </p:attrNameLst>
                                      </p:cBhvr>
                                      <p:to>
                                        <p:strVal val="hidden"/>
                                      </p:to>
                                    </p:set>
                                  </p:childTnLst>
                                </p:cTn>
                              </p:par>
                            </p:childTnLst>
                          </p:cTn>
                        </p:par>
                        <p:par>
                          <p:cTn id="513" fill="hold">
                            <p:stCondLst>
                              <p:cond delay="1500"/>
                            </p:stCondLst>
                            <p:childTnLst>
                              <p:par>
                                <p:cTn id="514" presetID="22" presetClass="entr" presetSubtype="1" fill="hold" grpId="0" nodeType="afterEffect">
                                  <p:stCondLst>
                                    <p:cond delay="0"/>
                                  </p:stCondLst>
                                  <p:childTnLst>
                                    <p:set>
                                      <p:cBhvr>
                                        <p:cTn id="515" dur="1" fill="hold">
                                          <p:stCondLst>
                                            <p:cond delay="0"/>
                                          </p:stCondLst>
                                        </p:cTn>
                                        <p:tgtEl>
                                          <p:spTgt spid="144"/>
                                        </p:tgtEl>
                                        <p:attrNameLst>
                                          <p:attrName>style.visibility</p:attrName>
                                        </p:attrNameLst>
                                      </p:cBhvr>
                                      <p:to>
                                        <p:strVal val="visible"/>
                                      </p:to>
                                    </p:set>
                                    <p:animEffect transition="in" filter="wipe(up)">
                                      <p:cBhvr>
                                        <p:cTn id="516" dur="500"/>
                                        <p:tgtEl>
                                          <p:spTgt spid="144"/>
                                        </p:tgtEl>
                                      </p:cBhvr>
                                    </p:animEffect>
                                  </p:childTnLst>
                                </p:cTn>
                              </p:par>
                            </p:childTnLst>
                          </p:cTn>
                        </p:par>
                      </p:childTnLst>
                    </p:cTn>
                  </p:par>
                  <p:par>
                    <p:cTn id="517" fill="hold">
                      <p:stCondLst>
                        <p:cond delay="indefinite"/>
                      </p:stCondLst>
                      <p:childTnLst>
                        <p:par>
                          <p:cTn id="518" fill="hold">
                            <p:stCondLst>
                              <p:cond delay="0"/>
                            </p:stCondLst>
                            <p:childTnLst>
                              <p:par>
                                <p:cTn id="519" presetID="22" presetClass="entr" presetSubtype="8" fill="hold" nodeType="clickEffect">
                                  <p:stCondLst>
                                    <p:cond delay="0"/>
                                  </p:stCondLst>
                                  <p:childTnLst>
                                    <p:set>
                                      <p:cBhvr>
                                        <p:cTn id="520" dur="1" fill="hold">
                                          <p:stCondLst>
                                            <p:cond delay="0"/>
                                          </p:stCondLst>
                                        </p:cTn>
                                        <p:tgtEl>
                                          <p:spTgt spid="137">
                                            <p:txEl>
                                              <p:pRg st="5" end="5"/>
                                            </p:txEl>
                                          </p:spTgt>
                                        </p:tgtEl>
                                        <p:attrNameLst>
                                          <p:attrName>style.visibility</p:attrName>
                                        </p:attrNameLst>
                                      </p:cBhvr>
                                      <p:to>
                                        <p:strVal val="visible"/>
                                      </p:to>
                                    </p:set>
                                    <p:animEffect transition="in" filter="wipe(left)">
                                      <p:cBhvr>
                                        <p:cTn id="521" dur="500"/>
                                        <p:tgtEl>
                                          <p:spTgt spid="137">
                                            <p:txEl>
                                              <p:pRg st="5" end="5"/>
                                            </p:txEl>
                                          </p:spTgt>
                                        </p:tgtEl>
                                      </p:cBhvr>
                                    </p:animEffect>
                                  </p:childTnLst>
                                </p:cTn>
                              </p:par>
                              <p:par>
                                <p:cTn id="522" presetID="32" presetClass="emph" presetSubtype="0" fill="hold" nodeType="withEffect">
                                  <p:stCondLst>
                                    <p:cond delay="0"/>
                                  </p:stCondLst>
                                  <p:childTnLst>
                                    <p:animRot by="120000">
                                      <p:cBhvr>
                                        <p:cTn id="523" dur="150" fill="hold">
                                          <p:stCondLst>
                                            <p:cond delay="0"/>
                                          </p:stCondLst>
                                        </p:cTn>
                                        <p:tgtEl>
                                          <p:spTgt spid="134"/>
                                        </p:tgtEl>
                                        <p:attrNameLst>
                                          <p:attrName>r</p:attrName>
                                        </p:attrNameLst>
                                      </p:cBhvr>
                                    </p:animRot>
                                    <p:animRot by="-240000">
                                      <p:cBhvr>
                                        <p:cTn id="524" dur="300" fill="hold">
                                          <p:stCondLst>
                                            <p:cond delay="300"/>
                                          </p:stCondLst>
                                        </p:cTn>
                                        <p:tgtEl>
                                          <p:spTgt spid="134"/>
                                        </p:tgtEl>
                                        <p:attrNameLst>
                                          <p:attrName>r</p:attrName>
                                        </p:attrNameLst>
                                      </p:cBhvr>
                                    </p:animRot>
                                    <p:animRot by="240000">
                                      <p:cBhvr>
                                        <p:cTn id="525" dur="300" fill="hold">
                                          <p:stCondLst>
                                            <p:cond delay="600"/>
                                          </p:stCondLst>
                                        </p:cTn>
                                        <p:tgtEl>
                                          <p:spTgt spid="134"/>
                                        </p:tgtEl>
                                        <p:attrNameLst>
                                          <p:attrName>r</p:attrName>
                                        </p:attrNameLst>
                                      </p:cBhvr>
                                    </p:animRot>
                                    <p:animRot by="-240000">
                                      <p:cBhvr>
                                        <p:cTn id="526" dur="300" fill="hold">
                                          <p:stCondLst>
                                            <p:cond delay="900"/>
                                          </p:stCondLst>
                                        </p:cTn>
                                        <p:tgtEl>
                                          <p:spTgt spid="134"/>
                                        </p:tgtEl>
                                        <p:attrNameLst>
                                          <p:attrName>r</p:attrName>
                                        </p:attrNameLst>
                                      </p:cBhvr>
                                    </p:animRot>
                                    <p:animRot by="120000">
                                      <p:cBhvr>
                                        <p:cTn id="527" dur="300" fill="hold">
                                          <p:stCondLst>
                                            <p:cond delay="1200"/>
                                          </p:stCondLst>
                                        </p:cTn>
                                        <p:tgtEl>
                                          <p:spTgt spid="134"/>
                                        </p:tgtEl>
                                        <p:attrNameLst>
                                          <p:attrName>r</p:attrName>
                                        </p:attrNameLst>
                                      </p:cBhvr>
                                    </p:animRot>
                                  </p:childTnLst>
                                </p:cTn>
                              </p:par>
                            </p:childTnLst>
                          </p:cTn>
                        </p:par>
                        <p:par>
                          <p:cTn id="528" fill="hold">
                            <p:stCondLst>
                              <p:cond delay="1500"/>
                            </p:stCondLst>
                            <p:childTnLst>
                              <p:par>
                                <p:cTn id="529" presetID="27" presetClass="emph" presetSubtype="0" fill="remove" grpId="3" nodeType="afterEffect">
                                  <p:stCondLst>
                                    <p:cond delay="0"/>
                                  </p:stCondLst>
                                  <p:childTnLst>
                                    <p:animClr clrSpc="rgb" dir="cw">
                                      <p:cBhvr override="childStyle">
                                        <p:cTn id="530" dur="250" autoRev="1" fill="remove"/>
                                        <p:tgtEl>
                                          <p:spTgt spid="106"/>
                                        </p:tgtEl>
                                        <p:attrNameLst>
                                          <p:attrName>style.color</p:attrName>
                                        </p:attrNameLst>
                                      </p:cBhvr>
                                      <p:to>
                                        <a:srgbClr val="FEE599"/>
                                      </p:to>
                                    </p:animClr>
                                    <p:animClr clrSpc="rgb" dir="cw">
                                      <p:cBhvr>
                                        <p:cTn id="531" dur="250" autoRev="1" fill="remove"/>
                                        <p:tgtEl>
                                          <p:spTgt spid="106"/>
                                        </p:tgtEl>
                                        <p:attrNameLst>
                                          <p:attrName>fillcolor</p:attrName>
                                        </p:attrNameLst>
                                      </p:cBhvr>
                                      <p:to>
                                        <a:srgbClr val="FEE599"/>
                                      </p:to>
                                    </p:animClr>
                                    <p:set>
                                      <p:cBhvr>
                                        <p:cTn id="532" dur="250" autoRev="1" fill="remove"/>
                                        <p:tgtEl>
                                          <p:spTgt spid="106"/>
                                        </p:tgtEl>
                                        <p:attrNameLst>
                                          <p:attrName>fill.type</p:attrName>
                                        </p:attrNameLst>
                                      </p:cBhvr>
                                      <p:to>
                                        <p:strVal val="solid"/>
                                      </p:to>
                                    </p:set>
                                    <p:set>
                                      <p:cBhvr>
                                        <p:cTn id="533" dur="250" autoRev="1" fill="remove"/>
                                        <p:tgtEl>
                                          <p:spTgt spid="106"/>
                                        </p:tgtEl>
                                        <p:attrNameLst>
                                          <p:attrName>fill.on</p:attrName>
                                        </p:attrNameLst>
                                      </p:cBhvr>
                                      <p:to>
                                        <p:strVal val="true"/>
                                      </p:to>
                                    </p:set>
                                  </p:childTnLst>
                                </p:cTn>
                              </p:par>
                            </p:childTnLst>
                          </p:cTn>
                        </p:par>
                        <p:par>
                          <p:cTn id="534" fill="hold">
                            <p:stCondLst>
                              <p:cond delay="2000"/>
                            </p:stCondLst>
                            <p:childTnLst>
                              <p:par>
                                <p:cTn id="535" presetID="22" presetClass="entr" presetSubtype="8" fill="hold" nodeType="afterEffect">
                                  <p:stCondLst>
                                    <p:cond delay="0"/>
                                  </p:stCondLst>
                                  <p:childTnLst>
                                    <p:set>
                                      <p:cBhvr>
                                        <p:cTn id="536" dur="1" fill="hold">
                                          <p:stCondLst>
                                            <p:cond delay="0"/>
                                          </p:stCondLst>
                                        </p:cTn>
                                        <p:tgtEl>
                                          <p:spTgt spid="146"/>
                                        </p:tgtEl>
                                        <p:attrNameLst>
                                          <p:attrName>style.visibility</p:attrName>
                                        </p:attrNameLst>
                                      </p:cBhvr>
                                      <p:to>
                                        <p:strVal val="visible"/>
                                      </p:to>
                                    </p:set>
                                    <p:animEffect transition="in" filter="wipe(left)">
                                      <p:cBhvr>
                                        <p:cTn id="537" dur="500"/>
                                        <p:tgtEl>
                                          <p:spTgt spid="146"/>
                                        </p:tgtEl>
                                      </p:cBhvr>
                                    </p:animEffect>
                                  </p:childTnLst>
                                </p:cTn>
                              </p:par>
                            </p:childTnLst>
                          </p:cTn>
                        </p:par>
                        <p:par>
                          <p:cTn id="538" fill="hold">
                            <p:stCondLst>
                              <p:cond delay="2500"/>
                            </p:stCondLst>
                            <p:childTnLst>
                              <p:par>
                                <p:cTn id="539" presetID="27" presetClass="emph" presetSubtype="0" fill="remove" grpId="2" nodeType="afterEffect">
                                  <p:stCondLst>
                                    <p:cond delay="0"/>
                                  </p:stCondLst>
                                  <p:childTnLst>
                                    <p:animClr clrSpc="rgb" dir="cw">
                                      <p:cBhvr override="childStyle">
                                        <p:cTn id="540" dur="250" autoRev="1" fill="remove"/>
                                        <p:tgtEl>
                                          <p:spTgt spid="109"/>
                                        </p:tgtEl>
                                        <p:attrNameLst>
                                          <p:attrName>style.color</p:attrName>
                                        </p:attrNameLst>
                                      </p:cBhvr>
                                      <p:to>
                                        <a:srgbClr val="FEE599"/>
                                      </p:to>
                                    </p:animClr>
                                    <p:animClr clrSpc="rgb" dir="cw">
                                      <p:cBhvr>
                                        <p:cTn id="541" dur="250" autoRev="1" fill="remove"/>
                                        <p:tgtEl>
                                          <p:spTgt spid="109"/>
                                        </p:tgtEl>
                                        <p:attrNameLst>
                                          <p:attrName>fillcolor</p:attrName>
                                        </p:attrNameLst>
                                      </p:cBhvr>
                                      <p:to>
                                        <a:srgbClr val="FEE599"/>
                                      </p:to>
                                    </p:animClr>
                                    <p:set>
                                      <p:cBhvr>
                                        <p:cTn id="542" dur="250" autoRev="1" fill="remove"/>
                                        <p:tgtEl>
                                          <p:spTgt spid="109"/>
                                        </p:tgtEl>
                                        <p:attrNameLst>
                                          <p:attrName>fill.type</p:attrName>
                                        </p:attrNameLst>
                                      </p:cBhvr>
                                      <p:to>
                                        <p:strVal val="solid"/>
                                      </p:to>
                                    </p:set>
                                    <p:set>
                                      <p:cBhvr>
                                        <p:cTn id="543" dur="250" autoRev="1" fill="remove"/>
                                        <p:tgtEl>
                                          <p:spTgt spid="109"/>
                                        </p:tgtEl>
                                        <p:attrNameLst>
                                          <p:attrName>fill.on</p:attrName>
                                        </p:attrNameLst>
                                      </p:cBhvr>
                                      <p:to>
                                        <p:strVal val="true"/>
                                      </p:to>
                                    </p:set>
                                  </p:childTnLst>
                                </p:cTn>
                              </p:par>
                            </p:childTnLst>
                          </p:cTn>
                        </p:par>
                        <p:par>
                          <p:cTn id="544" fill="hold">
                            <p:stCondLst>
                              <p:cond delay="3000"/>
                            </p:stCondLst>
                            <p:childTnLst>
                              <p:par>
                                <p:cTn id="545" presetID="22" presetClass="entr" presetSubtype="4" fill="hold" nodeType="afterEffect">
                                  <p:stCondLst>
                                    <p:cond delay="0"/>
                                  </p:stCondLst>
                                  <p:childTnLst>
                                    <p:set>
                                      <p:cBhvr>
                                        <p:cTn id="546" dur="1" fill="hold">
                                          <p:stCondLst>
                                            <p:cond delay="0"/>
                                          </p:stCondLst>
                                        </p:cTn>
                                        <p:tgtEl>
                                          <p:spTgt spid="148"/>
                                        </p:tgtEl>
                                        <p:attrNameLst>
                                          <p:attrName>style.visibility</p:attrName>
                                        </p:attrNameLst>
                                      </p:cBhvr>
                                      <p:to>
                                        <p:strVal val="visible"/>
                                      </p:to>
                                    </p:set>
                                    <p:animEffect transition="in" filter="wipe(down)">
                                      <p:cBhvr>
                                        <p:cTn id="547" dur="500"/>
                                        <p:tgtEl>
                                          <p:spTgt spid="148"/>
                                        </p:tgtEl>
                                      </p:cBhvr>
                                    </p:animEffect>
                                  </p:childTnLst>
                                </p:cTn>
                              </p:par>
                            </p:childTnLst>
                          </p:cTn>
                        </p:par>
                        <p:par>
                          <p:cTn id="548" fill="hold">
                            <p:stCondLst>
                              <p:cond delay="3500"/>
                            </p:stCondLst>
                            <p:childTnLst>
                              <p:par>
                                <p:cTn id="549" presetID="16" presetClass="entr" presetSubtype="21" fill="hold" grpId="0" nodeType="afterEffect">
                                  <p:stCondLst>
                                    <p:cond delay="0"/>
                                  </p:stCondLst>
                                  <p:childTnLst>
                                    <p:set>
                                      <p:cBhvr>
                                        <p:cTn id="550" dur="1" fill="hold">
                                          <p:stCondLst>
                                            <p:cond delay="0"/>
                                          </p:stCondLst>
                                        </p:cTn>
                                        <p:tgtEl>
                                          <p:spTgt spid="149"/>
                                        </p:tgtEl>
                                        <p:attrNameLst>
                                          <p:attrName>style.visibility</p:attrName>
                                        </p:attrNameLst>
                                      </p:cBhvr>
                                      <p:to>
                                        <p:strVal val="visible"/>
                                      </p:to>
                                    </p:set>
                                    <p:animEffect transition="in" filter="barn(inVertical)">
                                      <p:cBhvr>
                                        <p:cTn id="551" dur="500"/>
                                        <p:tgtEl>
                                          <p:spTgt spid="149"/>
                                        </p:tgtEl>
                                      </p:cBhvr>
                                    </p:animEffect>
                                  </p:childTnLst>
                                </p:cTn>
                              </p:par>
                            </p:childTnLst>
                          </p:cTn>
                        </p:par>
                        <p:par>
                          <p:cTn id="552" fill="hold">
                            <p:stCondLst>
                              <p:cond delay="4000"/>
                            </p:stCondLst>
                            <p:childTnLst>
                              <p:par>
                                <p:cTn id="553" presetID="10" presetClass="exit" presetSubtype="0" fill="hold" grpId="2" nodeType="afterEffect">
                                  <p:stCondLst>
                                    <p:cond delay="0"/>
                                  </p:stCondLst>
                                  <p:childTnLst>
                                    <p:animEffect transition="out" filter="fade">
                                      <p:cBhvr>
                                        <p:cTn id="554" dur="500"/>
                                        <p:tgtEl>
                                          <p:spTgt spid="107"/>
                                        </p:tgtEl>
                                      </p:cBhvr>
                                    </p:animEffect>
                                    <p:set>
                                      <p:cBhvr>
                                        <p:cTn id="555" dur="1" fill="hold">
                                          <p:stCondLst>
                                            <p:cond delay="499"/>
                                          </p:stCondLst>
                                        </p:cTn>
                                        <p:tgtEl>
                                          <p:spTgt spid="107"/>
                                        </p:tgtEl>
                                        <p:attrNameLst>
                                          <p:attrName>style.visibility</p:attrName>
                                        </p:attrNameLst>
                                      </p:cBhvr>
                                      <p:to>
                                        <p:strVal val="hidden"/>
                                      </p:to>
                                    </p:set>
                                  </p:childTnLst>
                                </p:cTn>
                              </p:par>
                            </p:childTnLst>
                          </p:cTn>
                        </p:par>
                        <p:par>
                          <p:cTn id="556" fill="hold">
                            <p:stCondLst>
                              <p:cond delay="4500"/>
                            </p:stCondLst>
                            <p:childTnLst>
                              <p:par>
                                <p:cTn id="557" presetID="16" presetClass="entr" presetSubtype="21" fill="hold" grpId="0" nodeType="afterEffect">
                                  <p:stCondLst>
                                    <p:cond delay="0"/>
                                  </p:stCondLst>
                                  <p:childTnLst>
                                    <p:set>
                                      <p:cBhvr>
                                        <p:cTn id="558" dur="1" fill="hold">
                                          <p:stCondLst>
                                            <p:cond delay="0"/>
                                          </p:stCondLst>
                                        </p:cTn>
                                        <p:tgtEl>
                                          <p:spTgt spid="145"/>
                                        </p:tgtEl>
                                        <p:attrNameLst>
                                          <p:attrName>style.visibility</p:attrName>
                                        </p:attrNameLst>
                                      </p:cBhvr>
                                      <p:to>
                                        <p:strVal val="visible"/>
                                      </p:to>
                                    </p:set>
                                    <p:animEffect transition="in" filter="barn(inVertical)">
                                      <p:cBhvr>
                                        <p:cTn id="559" dur="500"/>
                                        <p:tgtEl>
                                          <p:spTgt spid="145"/>
                                        </p:tgtEl>
                                      </p:cBhvr>
                                    </p:animEffect>
                                  </p:childTnLst>
                                </p:cTn>
                              </p:par>
                            </p:childTnLst>
                          </p:cTn>
                        </p:par>
                      </p:childTnLst>
                    </p:cTn>
                  </p:par>
                  <p:par>
                    <p:cTn id="560" fill="hold">
                      <p:stCondLst>
                        <p:cond delay="indefinite"/>
                      </p:stCondLst>
                      <p:childTnLst>
                        <p:par>
                          <p:cTn id="561" fill="hold">
                            <p:stCondLst>
                              <p:cond delay="0"/>
                            </p:stCondLst>
                            <p:childTnLst>
                              <p:par>
                                <p:cTn id="562" presetID="10" presetClass="exit" presetSubtype="0" fill="hold" grpId="0" nodeType="clickEffect">
                                  <p:stCondLst>
                                    <p:cond delay="0"/>
                                  </p:stCondLst>
                                  <p:childTnLst>
                                    <p:animEffect transition="out" filter="fade">
                                      <p:cBhvr>
                                        <p:cTn id="563" dur="500"/>
                                        <p:tgtEl>
                                          <p:spTgt spid="137">
                                            <p:txEl>
                                              <p:pRg st="0" end="0"/>
                                            </p:txEl>
                                          </p:spTgt>
                                        </p:tgtEl>
                                      </p:cBhvr>
                                    </p:animEffect>
                                    <p:set>
                                      <p:cBhvr>
                                        <p:cTn id="564" dur="1" fill="hold">
                                          <p:stCondLst>
                                            <p:cond delay="499"/>
                                          </p:stCondLst>
                                        </p:cTn>
                                        <p:tgtEl>
                                          <p:spTgt spid="137">
                                            <p:txEl>
                                              <p:pRg st="0" end="0"/>
                                            </p:txEl>
                                          </p:spTgt>
                                        </p:tgtEl>
                                        <p:attrNameLst>
                                          <p:attrName>style.visibility</p:attrName>
                                        </p:attrNameLst>
                                      </p:cBhvr>
                                      <p:to>
                                        <p:strVal val="hidden"/>
                                      </p:to>
                                    </p:set>
                                  </p:childTnLst>
                                </p:cTn>
                              </p:par>
                              <p:par>
                                <p:cTn id="565" presetID="10" presetClass="exit" presetSubtype="0" fill="hold" grpId="0" nodeType="withEffect">
                                  <p:stCondLst>
                                    <p:cond delay="0"/>
                                  </p:stCondLst>
                                  <p:childTnLst>
                                    <p:animEffect transition="out" filter="fade">
                                      <p:cBhvr>
                                        <p:cTn id="566" dur="500"/>
                                        <p:tgtEl>
                                          <p:spTgt spid="137">
                                            <p:txEl>
                                              <p:pRg st="1" end="1"/>
                                            </p:txEl>
                                          </p:spTgt>
                                        </p:tgtEl>
                                      </p:cBhvr>
                                    </p:animEffect>
                                    <p:set>
                                      <p:cBhvr>
                                        <p:cTn id="567" dur="1" fill="hold">
                                          <p:stCondLst>
                                            <p:cond delay="499"/>
                                          </p:stCondLst>
                                        </p:cTn>
                                        <p:tgtEl>
                                          <p:spTgt spid="137">
                                            <p:txEl>
                                              <p:pRg st="1" end="1"/>
                                            </p:txEl>
                                          </p:spTgt>
                                        </p:tgtEl>
                                        <p:attrNameLst>
                                          <p:attrName>style.visibility</p:attrName>
                                        </p:attrNameLst>
                                      </p:cBhvr>
                                      <p:to>
                                        <p:strVal val="hidden"/>
                                      </p:to>
                                    </p:set>
                                  </p:childTnLst>
                                </p:cTn>
                              </p:par>
                              <p:par>
                                <p:cTn id="568" presetID="10" presetClass="exit" presetSubtype="0" fill="hold" grpId="0" nodeType="withEffect">
                                  <p:stCondLst>
                                    <p:cond delay="0"/>
                                  </p:stCondLst>
                                  <p:childTnLst>
                                    <p:animEffect transition="out" filter="fade">
                                      <p:cBhvr>
                                        <p:cTn id="569" dur="500"/>
                                        <p:tgtEl>
                                          <p:spTgt spid="137">
                                            <p:txEl>
                                              <p:pRg st="2" end="2"/>
                                            </p:txEl>
                                          </p:spTgt>
                                        </p:tgtEl>
                                      </p:cBhvr>
                                    </p:animEffect>
                                    <p:set>
                                      <p:cBhvr>
                                        <p:cTn id="570" dur="1" fill="hold">
                                          <p:stCondLst>
                                            <p:cond delay="499"/>
                                          </p:stCondLst>
                                        </p:cTn>
                                        <p:tgtEl>
                                          <p:spTgt spid="137">
                                            <p:txEl>
                                              <p:pRg st="2" end="2"/>
                                            </p:txEl>
                                          </p:spTgt>
                                        </p:tgtEl>
                                        <p:attrNameLst>
                                          <p:attrName>style.visibility</p:attrName>
                                        </p:attrNameLst>
                                      </p:cBhvr>
                                      <p:to>
                                        <p:strVal val="hidden"/>
                                      </p:to>
                                    </p:set>
                                  </p:childTnLst>
                                </p:cTn>
                              </p:par>
                              <p:par>
                                <p:cTn id="571" presetID="10" presetClass="exit" presetSubtype="0" fill="hold" grpId="0" nodeType="withEffect">
                                  <p:stCondLst>
                                    <p:cond delay="0"/>
                                  </p:stCondLst>
                                  <p:childTnLst>
                                    <p:animEffect transition="out" filter="fade">
                                      <p:cBhvr>
                                        <p:cTn id="572" dur="500"/>
                                        <p:tgtEl>
                                          <p:spTgt spid="137">
                                            <p:txEl>
                                              <p:pRg st="3" end="3"/>
                                            </p:txEl>
                                          </p:spTgt>
                                        </p:tgtEl>
                                      </p:cBhvr>
                                    </p:animEffect>
                                    <p:set>
                                      <p:cBhvr>
                                        <p:cTn id="573" dur="1" fill="hold">
                                          <p:stCondLst>
                                            <p:cond delay="499"/>
                                          </p:stCondLst>
                                        </p:cTn>
                                        <p:tgtEl>
                                          <p:spTgt spid="137">
                                            <p:txEl>
                                              <p:pRg st="3" end="3"/>
                                            </p:txEl>
                                          </p:spTgt>
                                        </p:tgtEl>
                                        <p:attrNameLst>
                                          <p:attrName>style.visibility</p:attrName>
                                        </p:attrNameLst>
                                      </p:cBhvr>
                                      <p:to>
                                        <p:strVal val="hidden"/>
                                      </p:to>
                                    </p:set>
                                  </p:childTnLst>
                                </p:cTn>
                              </p:par>
                              <p:par>
                                <p:cTn id="574" presetID="10" presetClass="exit" presetSubtype="0" fill="hold" grpId="0" nodeType="withEffect">
                                  <p:stCondLst>
                                    <p:cond delay="0"/>
                                  </p:stCondLst>
                                  <p:childTnLst>
                                    <p:animEffect transition="out" filter="fade">
                                      <p:cBhvr>
                                        <p:cTn id="575" dur="500"/>
                                        <p:tgtEl>
                                          <p:spTgt spid="137">
                                            <p:txEl>
                                              <p:pRg st="4" end="4"/>
                                            </p:txEl>
                                          </p:spTgt>
                                        </p:tgtEl>
                                      </p:cBhvr>
                                    </p:animEffect>
                                    <p:set>
                                      <p:cBhvr>
                                        <p:cTn id="576" dur="1" fill="hold">
                                          <p:stCondLst>
                                            <p:cond delay="499"/>
                                          </p:stCondLst>
                                        </p:cTn>
                                        <p:tgtEl>
                                          <p:spTgt spid="137">
                                            <p:txEl>
                                              <p:pRg st="4" end="4"/>
                                            </p:txEl>
                                          </p:spTgt>
                                        </p:tgtEl>
                                        <p:attrNameLst>
                                          <p:attrName>style.visibility</p:attrName>
                                        </p:attrNameLst>
                                      </p:cBhvr>
                                      <p:to>
                                        <p:strVal val="hidden"/>
                                      </p:to>
                                    </p:set>
                                  </p:childTnLst>
                                </p:cTn>
                              </p:par>
                              <p:par>
                                <p:cTn id="577" presetID="10" presetClass="exit" presetSubtype="0" fill="hold" grpId="0" nodeType="withEffect">
                                  <p:stCondLst>
                                    <p:cond delay="0"/>
                                  </p:stCondLst>
                                  <p:childTnLst>
                                    <p:animEffect transition="out" filter="fade">
                                      <p:cBhvr>
                                        <p:cTn id="578" dur="500"/>
                                        <p:tgtEl>
                                          <p:spTgt spid="137">
                                            <p:txEl>
                                              <p:pRg st="5" end="5"/>
                                            </p:txEl>
                                          </p:spTgt>
                                        </p:tgtEl>
                                      </p:cBhvr>
                                    </p:animEffect>
                                    <p:set>
                                      <p:cBhvr>
                                        <p:cTn id="579" dur="1" fill="hold">
                                          <p:stCondLst>
                                            <p:cond delay="499"/>
                                          </p:stCondLst>
                                        </p:cTn>
                                        <p:tgtEl>
                                          <p:spTgt spid="137">
                                            <p:txEl>
                                              <p:pRg st="5" end="5"/>
                                            </p:txEl>
                                          </p:spTgt>
                                        </p:tgtEl>
                                        <p:attrNameLst>
                                          <p:attrName>style.visibility</p:attrName>
                                        </p:attrNameLst>
                                      </p:cBhvr>
                                      <p:to>
                                        <p:strVal val="hidden"/>
                                      </p:to>
                                    </p:set>
                                  </p:childTnLst>
                                </p:cTn>
                              </p:par>
                            </p:childTnLst>
                          </p:cTn>
                        </p:par>
                      </p:childTnLst>
                    </p:cTn>
                  </p:par>
                  <p:par>
                    <p:cTn id="580" fill="hold">
                      <p:stCondLst>
                        <p:cond delay="indefinite"/>
                      </p:stCondLst>
                      <p:childTnLst>
                        <p:par>
                          <p:cTn id="581" fill="hold">
                            <p:stCondLst>
                              <p:cond delay="0"/>
                            </p:stCondLst>
                            <p:childTnLst>
                              <p:par>
                                <p:cTn id="582" presetID="22" presetClass="entr" presetSubtype="8" fill="hold" nodeType="clickEffect">
                                  <p:stCondLst>
                                    <p:cond delay="0"/>
                                  </p:stCondLst>
                                  <p:childTnLst>
                                    <p:set>
                                      <p:cBhvr>
                                        <p:cTn id="583" dur="1" fill="hold">
                                          <p:stCondLst>
                                            <p:cond delay="0"/>
                                          </p:stCondLst>
                                        </p:cTn>
                                        <p:tgtEl>
                                          <p:spTgt spid="91">
                                            <p:txEl>
                                              <p:pRg st="0" end="0"/>
                                            </p:txEl>
                                          </p:spTgt>
                                        </p:tgtEl>
                                        <p:attrNameLst>
                                          <p:attrName>style.visibility</p:attrName>
                                        </p:attrNameLst>
                                      </p:cBhvr>
                                      <p:to>
                                        <p:strVal val="visible"/>
                                      </p:to>
                                    </p:set>
                                    <p:animEffect transition="in" filter="wipe(left)">
                                      <p:cBhvr>
                                        <p:cTn id="584" dur="500"/>
                                        <p:tgtEl>
                                          <p:spTgt spid="91">
                                            <p:txEl>
                                              <p:pRg st="0" end="0"/>
                                            </p:txEl>
                                          </p:spTgt>
                                        </p:tgtEl>
                                      </p:cBhvr>
                                    </p:animEffect>
                                  </p:childTnLst>
                                </p:cTn>
                              </p:par>
                              <p:par>
                                <p:cTn id="585" presetID="32" presetClass="emph" presetSubtype="0" fill="hold" nodeType="withEffect">
                                  <p:stCondLst>
                                    <p:cond delay="0"/>
                                  </p:stCondLst>
                                  <p:childTnLst>
                                    <p:animRot by="120000">
                                      <p:cBhvr>
                                        <p:cTn id="586" dur="150" fill="hold">
                                          <p:stCondLst>
                                            <p:cond delay="0"/>
                                          </p:stCondLst>
                                        </p:cTn>
                                        <p:tgtEl>
                                          <p:spTgt spid="120"/>
                                        </p:tgtEl>
                                        <p:attrNameLst>
                                          <p:attrName>r</p:attrName>
                                        </p:attrNameLst>
                                      </p:cBhvr>
                                    </p:animRot>
                                    <p:animRot by="-240000">
                                      <p:cBhvr>
                                        <p:cTn id="587" dur="300" fill="hold">
                                          <p:stCondLst>
                                            <p:cond delay="300"/>
                                          </p:stCondLst>
                                        </p:cTn>
                                        <p:tgtEl>
                                          <p:spTgt spid="120"/>
                                        </p:tgtEl>
                                        <p:attrNameLst>
                                          <p:attrName>r</p:attrName>
                                        </p:attrNameLst>
                                      </p:cBhvr>
                                    </p:animRot>
                                    <p:animRot by="240000">
                                      <p:cBhvr>
                                        <p:cTn id="588" dur="300" fill="hold">
                                          <p:stCondLst>
                                            <p:cond delay="600"/>
                                          </p:stCondLst>
                                        </p:cTn>
                                        <p:tgtEl>
                                          <p:spTgt spid="120"/>
                                        </p:tgtEl>
                                        <p:attrNameLst>
                                          <p:attrName>r</p:attrName>
                                        </p:attrNameLst>
                                      </p:cBhvr>
                                    </p:animRot>
                                    <p:animRot by="-240000">
                                      <p:cBhvr>
                                        <p:cTn id="589" dur="300" fill="hold">
                                          <p:stCondLst>
                                            <p:cond delay="900"/>
                                          </p:stCondLst>
                                        </p:cTn>
                                        <p:tgtEl>
                                          <p:spTgt spid="120"/>
                                        </p:tgtEl>
                                        <p:attrNameLst>
                                          <p:attrName>r</p:attrName>
                                        </p:attrNameLst>
                                      </p:cBhvr>
                                    </p:animRot>
                                    <p:animRot by="120000">
                                      <p:cBhvr>
                                        <p:cTn id="590" dur="300" fill="hold">
                                          <p:stCondLst>
                                            <p:cond delay="1200"/>
                                          </p:stCondLst>
                                        </p:cTn>
                                        <p:tgtEl>
                                          <p:spTgt spid="120"/>
                                        </p:tgtEl>
                                        <p:attrNameLst>
                                          <p:attrName>r</p:attrName>
                                        </p:attrNameLst>
                                      </p:cBhvr>
                                    </p:animRot>
                                  </p:childTnLst>
                                </p:cTn>
                              </p:par>
                            </p:childTnLst>
                          </p:cTn>
                        </p:par>
                      </p:childTnLst>
                    </p:cTn>
                  </p:par>
                  <p:par>
                    <p:cTn id="591" fill="hold">
                      <p:stCondLst>
                        <p:cond delay="indefinite"/>
                      </p:stCondLst>
                      <p:childTnLst>
                        <p:par>
                          <p:cTn id="592" fill="hold">
                            <p:stCondLst>
                              <p:cond delay="0"/>
                            </p:stCondLst>
                            <p:childTnLst>
                              <p:par>
                                <p:cTn id="593" presetID="22" presetClass="entr" presetSubtype="8" fill="hold" nodeType="clickEffect">
                                  <p:stCondLst>
                                    <p:cond delay="0"/>
                                  </p:stCondLst>
                                  <p:childTnLst>
                                    <p:set>
                                      <p:cBhvr>
                                        <p:cTn id="594" dur="1" fill="hold">
                                          <p:stCondLst>
                                            <p:cond delay="0"/>
                                          </p:stCondLst>
                                        </p:cTn>
                                        <p:tgtEl>
                                          <p:spTgt spid="91">
                                            <p:txEl>
                                              <p:pRg st="1" end="1"/>
                                            </p:txEl>
                                          </p:spTgt>
                                        </p:tgtEl>
                                        <p:attrNameLst>
                                          <p:attrName>style.visibility</p:attrName>
                                        </p:attrNameLst>
                                      </p:cBhvr>
                                      <p:to>
                                        <p:strVal val="visible"/>
                                      </p:to>
                                    </p:set>
                                    <p:animEffect transition="in" filter="wipe(left)">
                                      <p:cBhvr>
                                        <p:cTn id="595" dur="500"/>
                                        <p:tgtEl>
                                          <p:spTgt spid="91">
                                            <p:txEl>
                                              <p:pRg st="1" end="1"/>
                                            </p:txEl>
                                          </p:spTgt>
                                        </p:tgtEl>
                                      </p:cBhvr>
                                    </p:animEffect>
                                  </p:childTnLst>
                                </p:cTn>
                              </p:par>
                            </p:childTnLst>
                          </p:cTn>
                        </p:par>
                        <p:par>
                          <p:cTn id="596" fill="hold">
                            <p:stCondLst>
                              <p:cond delay="500"/>
                            </p:stCondLst>
                            <p:childTnLst>
                              <p:par>
                                <p:cTn id="597" presetID="42" presetClass="path" presetSubtype="0" accel="50000" decel="50000" fill="hold" grpId="3" nodeType="afterEffect">
                                  <p:stCondLst>
                                    <p:cond delay="0"/>
                                  </p:stCondLst>
                                  <p:childTnLst>
                                    <p:animMotion origin="layout" path="M 0.00091 0.05648 L 0.00013 0.11459 " pathEditMode="relative" rAng="0" ptsTypes="AA">
                                      <p:cBhvr>
                                        <p:cTn id="598" dur="2000" fill="hold"/>
                                        <p:tgtEl>
                                          <p:spTgt spid="117"/>
                                        </p:tgtEl>
                                        <p:attrNameLst>
                                          <p:attrName>ppt_x</p:attrName>
                                          <p:attrName>ppt_y</p:attrName>
                                        </p:attrNameLst>
                                      </p:cBhvr>
                                      <p:rCtr x="-91" y="3079"/>
                                    </p:animMotion>
                                  </p:childTnLst>
                                </p:cTn>
                              </p:par>
                            </p:childTnLst>
                          </p:cTn>
                        </p:par>
                        <p:par>
                          <p:cTn id="599" fill="hold">
                            <p:stCondLst>
                              <p:cond delay="2500"/>
                            </p:stCondLst>
                            <p:childTnLst>
                              <p:par>
                                <p:cTn id="600" presetID="42" presetClass="path" presetSubtype="0" accel="50000" decel="50000" fill="hold" grpId="5" nodeType="afterEffect">
                                  <p:stCondLst>
                                    <p:cond delay="0"/>
                                  </p:stCondLst>
                                  <p:childTnLst>
                                    <p:animMotion origin="layout" path="M -3.33333E-6 1.85185E-6 L 0.00118 0.06273 " pathEditMode="relative" rAng="0" ptsTypes="AA">
                                      <p:cBhvr>
                                        <p:cTn id="601" dur="2000" fill="hold"/>
                                        <p:tgtEl>
                                          <p:spTgt spid="115"/>
                                        </p:tgtEl>
                                        <p:attrNameLst>
                                          <p:attrName>ppt_x</p:attrName>
                                          <p:attrName>ppt_y</p:attrName>
                                        </p:attrNameLst>
                                      </p:cBhvr>
                                      <p:rCtr x="91" y="3125"/>
                                    </p:animMotion>
                                  </p:childTnLst>
                                </p:cTn>
                              </p:par>
                            </p:childTnLst>
                          </p:cTn>
                        </p:par>
                        <p:par>
                          <p:cTn id="602" fill="hold">
                            <p:stCondLst>
                              <p:cond delay="4500"/>
                            </p:stCondLst>
                            <p:childTnLst>
                              <p:par>
                                <p:cTn id="603" presetID="35" presetClass="path" presetSubtype="0" accel="50000" decel="50000" fill="hold" grpId="5" nodeType="afterEffect">
                                  <p:stCondLst>
                                    <p:cond delay="0"/>
                                  </p:stCondLst>
                                  <p:childTnLst>
                                    <p:animMotion origin="layout" path="M 0.07956 -0.00046 L -2.29167E-6 -1.11111E-6 " pathEditMode="relative" rAng="0" ptsTypes="AA">
                                      <p:cBhvr>
                                        <p:cTn id="604" dur="2000" fill="hold"/>
                                        <p:tgtEl>
                                          <p:spTgt spid="116"/>
                                        </p:tgtEl>
                                        <p:attrNameLst>
                                          <p:attrName>ppt_x</p:attrName>
                                          <p:attrName>ppt_y</p:attrName>
                                        </p:attrNameLst>
                                      </p:cBhvr>
                                      <p:rCtr x="-3867" y="0"/>
                                    </p:animMotion>
                                  </p:childTnLst>
                                </p:cTn>
                              </p:par>
                            </p:childTnLst>
                          </p:cTn>
                        </p:par>
                      </p:childTnLst>
                    </p:cTn>
                  </p:par>
                  <p:par>
                    <p:cTn id="605" fill="hold">
                      <p:stCondLst>
                        <p:cond delay="indefinite"/>
                      </p:stCondLst>
                      <p:childTnLst>
                        <p:par>
                          <p:cTn id="606" fill="hold">
                            <p:stCondLst>
                              <p:cond delay="0"/>
                            </p:stCondLst>
                            <p:childTnLst>
                              <p:par>
                                <p:cTn id="607" presetID="22" presetClass="entr" presetSubtype="8" fill="hold" nodeType="clickEffect">
                                  <p:stCondLst>
                                    <p:cond delay="0"/>
                                  </p:stCondLst>
                                  <p:childTnLst>
                                    <p:set>
                                      <p:cBhvr>
                                        <p:cTn id="608" dur="1" fill="hold">
                                          <p:stCondLst>
                                            <p:cond delay="0"/>
                                          </p:stCondLst>
                                        </p:cTn>
                                        <p:tgtEl>
                                          <p:spTgt spid="91">
                                            <p:txEl>
                                              <p:pRg st="2" end="2"/>
                                            </p:txEl>
                                          </p:spTgt>
                                        </p:tgtEl>
                                        <p:attrNameLst>
                                          <p:attrName>style.visibility</p:attrName>
                                        </p:attrNameLst>
                                      </p:cBhvr>
                                      <p:to>
                                        <p:strVal val="visible"/>
                                      </p:to>
                                    </p:set>
                                    <p:animEffect transition="in" filter="wipe(left)">
                                      <p:cBhvr>
                                        <p:cTn id="609" dur="500"/>
                                        <p:tgtEl>
                                          <p:spTgt spid="91">
                                            <p:txEl>
                                              <p:pRg st="2" end="2"/>
                                            </p:txEl>
                                          </p:spTgt>
                                        </p:tgtEl>
                                      </p:cBhvr>
                                    </p:animEffect>
                                  </p:childTnLst>
                                </p:cTn>
                              </p:par>
                            </p:childTnLst>
                          </p:cTn>
                        </p:par>
                        <p:par>
                          <p:cTn id="610" fill="hold">
                            <p:stCondLst>
                              <p:cond delay="500"/>
                            </p:stCondLst>
                            <p:childTnLst>
                              <p:par>
                                <p:cTn id="611" presetID="27" presetClass="emph" presetSubtype="0" fill="remove" grpId="3" nodeType="afterEffect">
                                  <p:stCondLst>
                                    <p:cond delay="0"/>
                                  </p:stCondLst>
                                  <p:childTnLst>
                                    <p:animClr clrSpc="rgb" dir="cw">
                                      <p:cBhvr override="childStyle">
                                        <p:cTn id="612" dur="250" autoRev="1" fill="remove"/>
                                        <p:tgtEl>
                                          <p:spTgt spid="100"/>
                                        </p:tgtEl>
                                        <p:attrNameLst>
                                          <p:attrName>style.color</p:attrName>
                                        </p:attrNameLst>
                                      </p:cBhvr>
                                      <p:to>
                                        <a:srgbClr val="FFD965"/>
                                      </p:to>
                                    </p:animClr>
                                    <p:animClr clrSpc="rgb" dir="cw">
                                      <p:cBhvr>
                                        <p:cTn id="613" dur="250" autoRev="1" fill="remove"/>
                                        <p:tgtEl>
                                          <p:spTgt spid="100"/>
                                        </p:tgtEl>
                                        <p:attrNameLst>
                                          <p:attrName>fillcolor</p:attrName>
                                        </p:attrNameLst>
                                      </p:cBhvr>
                                      <p:to>
                                        <a:srgbClr val="FFD965"/>
                                      </p:to>
                                    </p:animClr>
                                    <p:set>
                                      <p:cBhvr>
                                        <p:cTn id="614" dur="250" autoRev="1" fill="remove"/>
                                        <p:tgtEl>
                                          <p:spTgt spid="100"/>
                                        </p:tgtEl>
                                        <p:attrNameLst>
                                          <p:attrName>fill.type</p:attrName>
                                        </p:attrNameLst>
                                      </p:cBhvr>
                                      <p:to>
                                        <p:strVal val="solid"/>
                                      </p:to>
                                    </p:set>
                                    <p:set>
                                      <p:cBhvr>
                                        <p:cTn id="615" dur="250" autoRev="1" fill="remove"/>
                                        <p:tgtEl>
                                          <p:spTgt spid="100"/>
                                        </p:tgtEl>
                                        <p:attrNameLst>
                                          <p:attrName>fill.on</p:attrName>
                                        </p:attrNameLst>
                                      </p:cBhvr>
                                      <p:to>
                                        <p:strVal val="true"/>
                                      </p:to>
                                    </p:set>
                                  </p:childTnLst>
                                </p:cTn>
                              </p:par>
                              <p:par>
                                <p:cTn id="616" presetID="22" presetClass="entr" presetSubtype="2" fill="hold" nodeType="withEffect">
                                  <p:stCondLst>
                                    <p:cond delay="0"/>
                                  </p:stCondLst>
                                  <p:childTnLst>
                                    <p:set>
                                      <p:cBhvr>
                                        <p:cTn id="617" dur="1" fill="hold">
                                          <p:stCondLst>
                                            <p:cond delay="0"/>
                                          </p:stCondLst>
                                        </p:cTn>
                                        <p:tgtEl>
                                          <p:spTgt spid="92"/>
                                        </p:tgtEl>
                                        <p:attrNameLst>
                                          <p:attrName>style.visibility</p:attrName>
                                        </p:attrNameLst>
                                      </p:cBhvr>
                                      <p:to>
                                        <p:strVal val="visible"/>
                                      </p:to>
                                    </p:set>
                                    <p:animEffect transition="in" filter="wipe(right)">
                                      <p:cBhvr>
                                        <p:cTn id="618" dur="500"/>
                                        <p:tgtEl>
                                          <p:spTgt spid="92"/>
                                        </p:tgtEl>
                                      </p:cBhvr>
                                    </p:animEffect>
                                  </p:childTnLst>
                                </p:cTn>
                              </p:par>
                            </p:childTnLst>
                          </p:cTn>
                        </p:par>
                        <p:par>
                          <p:cTn id="619" fill="hold">
                            <p:stCondLst>
                              <p:cond delay="1000"/>
                            </p:stCondLst>
                            <p:childTnLst>
                              <p:par>
                                <p:cTn id="620" presetID="27" presetClass="emph" presetSubtype="0" fill="remove" grpId="3" nodeType="afterEffect">
                                  <p:stCondLst>
                                    <p:cond delay="0"/>
                                  </p:stCondLst>
                                  <p:childTnLst>
                                    <p:animClr clrSpc="rgb" dir="cw">
                                      <p:cBhvr override="childStyle">
                                        <p:cTn id="621" dur="250" autoRev="1" fill="remove"/>
                                        <p:tgtEl>
                                          <p:spTgt spid="101"/>
                                        </p:tgtEl>
                                        <p:attrNameLst>
                                          <p:attrName>style.color</p:attrName>
                                        </p:attrNameLst>
                                      </p:cBhvr>
                                      <p:to>
                                        <a:srgbClr val="FFD965"/>
                                      </p:to>
                                    </p:animClr>
                                    <p:animClr clrSpc="rgb" dir="cw">
                                      <p:cBhvr>
                                        <p:cTn id="622" dur="250" autoRev="1" fill="remove"/>
                                        <p:tgtEl>
                                          <p:spTgt spid="101"/>
                                        </p:tgtEl>
                                        <p:attrNameLst>
                                          <p:attrName>fillcolor</p:attrName>
                                        </p:attrNameLst>
                                      </p:cBhvr>
                                      <p:to>
                                        <a:srgbClr val="FFD965"/>
                                      </p:to>
                                    </p:animClr>
                                    <p:set>
                                      <p:cBhvr>
                                        <p:cTn id="623" dur="250" autoRev="1" fill="remove"/>
                                        <p:tgtEl>
                                          <p:spTgt spid="101"/>
                                        </p:tgtEl>
                                        <p:attrNameLst>
                                          <p:attrName>fill.type</p:attrName>
                                        </p:attrNameLst>
                                      </p:cBhvr>
                                      <p:to>
                                        <p:strVal val="solid"/>
                                      </p:to>
                                    </p:set>
                                    <p:set>
                                      <p:cBhvr>
                                        <p:cTn id="624" dur="250" autoRev="1" fill="remove"/>
                                        <p:tgtEl>
                                          <p:spTgt spid="101"/>
                                        </p:tgtEl>
                                        <p:attrNameLst>
                                          <p:attrName>fill.on</p:attrName>
                                        </p:attrNameLst>
                                      </p:cBhvr>
                                      <p:to>
                                        <p:strVal val="true"/>
                                      </p:to>
                                    </p:set>
                                  </p:childTnLst>
                                </p:cTn>
                              </p:par>
                            </p:childTnLst>
                          </p:cTn>
                        </p:par>
                        <p:par>
                          <p:cTn id="625" fill="hold">
                            <p:stCondLst>
                              <p:cond delay="1500"/>
                            </p:stCondLst>
                            <p:childTnLst>
                              <p:par>
                                <p:cTn id="626" presetID="22" presetClass="entr" presetSubtype="4" fill="hold" nodeType="afterEffect">
                                  <p:stCondLst>
                                    <p:cond delay="0"/>
                                  </p:stCondLst>
                                  <p:childTnLst>
                                    <p:set>
                                      <p:cBhvr>
                                        <p:cTn id="627" dur="1" fill="hold">
                                          <p:stCondLst>
                                            <p:cond delay="0"/>
                                          </p:stCondLst>
                                        </p:cTn>
                                        <p:tgtEl>
                                          <p:spTgt spid="104"/>
                                        </p:tgtEl>
                                        <p:attrNameLst>
                                          <p:attrName>style.visibility</p:attrName>
                                        </p:attrNameLst>
                                      </p:cBhvr>
                                      <p:to>
                                        <p:strVal val="visible"/>
                                      </p:to>
                                    </p:set>
                                    <p:animEffect transition="in" filter="wipe(down)">
                                      <p:cBhvr>
                                        <p:cTn id="628" dur="500"/>
                                        <p:tgtEl>
                                          <p:spTgt spid="104"/>
                                        </p:tgtEl>
                                      </p:cBhvr>
                                    </p:animEffect>
                                  </p:childTnLst>
                                </p:cTn>
                              </p:par>
                            </p:childTnLst>
                          </p:cTn>
                        </p:par>
                        <p:par>
                          <p:cTn id="629" fill="hold">
                            <p:stCondLst>
                              <p:cond delay="2000"/>
                            </p:stCondLst>
                            <p:childTnLst>
                              <p:par>
                                <p:cTn id="630" presetID="16" presetClass="entr" presetSubtype="21" fill="hold" grpId="0" nodeType="afterEffect">
                                  <p:stCondLst>
                                    <p:cond delay="0"/>
                                  </p:stCondLst>
                                  <p:childTnLst>
                                    <p:set>
                                      <p:cBhvr>
                                        <p:cTn id="631" dur="1" fill="hold">
                                          <p:stCondLst>
                                            <p:cond delay="0"/>
                                          </p:stCondLst>
                                        </p:cTn>
                                        <p:tgtEl>
                                          <p:spTgt spid="105"/>
                                        </p:tgtEl>
                                        <p:attrNameLst>
                                          <p:attrName>style.visibility</p:attrName>
                                        </p:attrNameLst>
                                      </p:cBhvr>
                                      <p:to>
                                        <p:strVal val="visible"/>
                                      </p:to>
                                    </p:set>
                                    <p:animEffect transition="in" filter="barn(inVertical)">
                                      <p:cBhvr>
                                        <p:cTn id="632" dur="500"/>
                                        <p:tgtEl>
                                          <p:spTgt spid="105"/>
                                        </p:tgtEl>
                                      </p:cBhvr>
                                    </p:animEffect>
                                  </p:childTnLst>
                                </p:cTn>
                              </p:par>
                            </p:childTnLst>
                          </p:cTn>
                        </p:par>
                      </p:childTnLst>
                    </p:cTn>
                  </p:par>
                  <p:par>
                    <p:cTn id="633" fill="hold">
                      <p:stCondLst>
                        <p:cond delay="indefinite"/>
                      </p:stCondLst>
                      <p:childTnLst>
                        <p:par>
                          <p:cTn id="634" fill="hold">
                            <p:stCondLst>
                              <p:cond delay="0"/>
                            </p:stCondLst>
                            <p:childTnLst>
                              <p:par>
                                <p:cTn id="635" presetID="22" presetClass="entr" presetSubtype="8" fill="hold" nodeType="clickEffect">
                                  <p:stCondLst>
                                    <p:cond delay="0"/>
                                  </p:stCondLst>
                                  <p:childTnLst>
                                    <p:set>
                                      <p:cBhvr>
                                        <p:cTn id="636" dur="1" fill="hold">
                                          <p:stCondLst>
                                            <p:cond delay="0"/>
                                          </p:stCondLst>
                                        </p:cTn>
                                        <p:tgtEl>
                                          <p:spTgt spid="91">
                                            <p:txEl>
                                              <p:pRg st="3" end="3"/>
                                            </p:txEl>
                                          </p:spTgt>
                                        </p:tgtEl>
                                        <p:attrNameLst>
                                          <p:attrName>style.visibility</p:attrName>
                                        </p:attrNameLst>
                                      </p:cBhvr>
                                      <p:to>
                                        <p:strVal val="visible"/>
                                      </p:to>
                                    </p:set>
                                    <p:animEffect transition="in" filter="wipe(left)">
                                      <p:cBhvr>
                                        <p:cTn id="637" dur="500"/>
                                        <p:tgtEl>
                                          <p:spTgt spid="91">
                                            <p:txEl>
                                              <p:pRg st="3" end="3"/>
                                            </p:txEl>
                                          </p:spTgt>
                                        </p:tgtEl>
                                      </p:cBhvr>
                                    </p:animEffect>
                                  </p:childTnLst>
                                </p:cTn>
                              </p:par>
                              <p:par>
                                <p:cTn id="638" presetID="32" presetClass="emph" presetSubtype="0" fill="hold" nodeType="withEffect">
                                  <p:stCondLst>
                                    <p:cond delay="0"/>
                                  </p:stCondLst>
                                  <p:childTnLst>
                                    <p:animRot by="120000">
                                      <p:cBhvr>
                                        <p:cTn id="639" dur="150" fill="hold">
                                          <p:stCondLst>
                                            <p:cond delay="0"/>
                                          </p:stCondLst>
                                        </p:cTn>
                                        <p:tgtEl>
                                          <p:spTgt spid="120"/>
                                        </p:tgtEl>
                                        <p:attrNameLst>
                                          <p:attrName>r</p:attrName>
                                        </p:attrNameLst>
                                      </p:cBhvr>
                                    </p:animRot>
                                    <p:animRot by="-240000">
                                      <p:cBhvr>
                                        <p:cTn id="640" dur="300" fill="hold">
                                          <p:stCondLst>
                                            <p:cond delay="300"/>
                                          </p:stCondLst>
                                        </p:cTn>
                                        <p:tgtEl>
                                          <p:spTgt spid="120"/>
                                        </p:tgtEl>
                                        <p:attrNameLst>
                                          <p:attrName>r</p:attrName>
                                        </p:attrNameLst>
                                      </p:cBhvr>
                                    </p:animRot>
                                    <p:animRot by="240000">
                                      <p:cBhvr>
                                        <p:cTn id="641" dur="300" fill="hold">
                                          <p:stCondLst>
                                            <p:cond delay="600"/>
                                          </p:stCondLst>
                                        </p:cTn>
                                        <p:tgtEl>
                                          <p:spTgt spid="120"/>
                                        </p:tgtEl>
                                        <p:attrNameLst>
                                          <p:attrName>r</p:attrName>
                                        </p:attrNameLst>
                                      </p:cBhvr>
                                    </p:animRot>
                                    <p:animRot by="-240000">
                                      <p:cBhvr>
                                        <p:cTn id="642" dur="300" fill="hold">
                                          <p:stCondLst>
                                            <p:cond delay="900"/>
                                          </p:stCondLst>
                                        </p:cTn>
                                        <p:tgtEl>
                                          <p:spTgt spid="120"/>
                                        </p:tgtEl>
                                        <p:attrNameLst>
                                          <p:attrName>r</p:attrName>
                                        </p:attrNameLst>
                                      </p:cBhvr>
                                    </p:animRot>
                                    <p:animRot by="120000">
                                      <p:cBhvr>
                                        <p:cTn id="643" dur="300" fill="hold">
                                          <p:stCondLst>
                                            <p:cond delay="1200"/>
                                          </p:stCondLst>
                                        </p:cTn>
                                        <p:tgtEl>
                                          <p:spTgt spid="120"/>
                                        </p:tgtEl>
                                        <p:attrNameLst>
                                          <p:attrName>r</p:attrName>
                                        </p:attrNameLst>
                                      </p:cBhvr>
                                    </p:animRot>
                                  </p:childTnLst>
                                </p:cTn>
                              </p:par>
                            </p:childTnLst>
                          </p:cTn>
                        </p:par>
                      </p:childTnLst>
                    </p:cTn>
                  </p:par>
                  <p:par>
                    <p:cTn id="644" fill="hold">
                      <p:stCondLst>
                        <p:cond delay="indefinite"/>
                      </p:stCondLst>
                      <p:childTnLst>
                        <p:par>
                          <p:cTn id="645" fill="hold">
                            <p:stCondLst>
                              <p:cond delay="0"/>
                            </p:stCondLst>
                            <p:childTnLst>
                              <p:par>
                                <p:cTn id="646" presetID="22" presetClass="entr" presetSubtype="8" fill="hold" nodeType="clickEffect">
                                  <p:stCondLst>
                                    <p:cond delay="0"/>
                                  </p:stCondLst>
                                  <p:childTnLst>
                                    <p:set>
                                      <p:cBhvr>
                                        <p:cTn id="647" dur="1" fill="hold">
                                          <p:stCondLst>
                                            <p:cond delay="0"/>
                                          </p:stCondLst>
                                        </p:cTn>
                                        <p:tgtEl>
                                          <p:spTgt spid="91">
                                            <p:txEl>
                                              <p:pRg st="4" end="4"/>
                                            </p:txEl>
                                          </p:spTgt>
                                        </p:tgtEl>
                                        <p:attrNameLst>
                                          <p:attrName>style.visibility</p:attrName>
                                        </p:attrNameLst>
                                      </p:cBhvr>
                                      <p:to>
                                        <p:strVal val="visible"/>
                                      </p:to>
                                    </p:set>
                                    <p:animEffect transition="in" filter="wipe(left)">
                                      <p:cBhvr>
                                        <p:cTn id="648" dur="500"/>
                                        <p:tgtEl>
                                          <p:spTgt spid="91">
                                            <p:txEl>
                                              <p:pRg st="4" end="4"/>
                                            </p:txEl>
                                          </p:spTgt>
                                        </p:tgtEl>
                                      </p:cBhvr>
                                    </p:animEffect>
                                  </p:childTnLst>
                                </p:cTn>
                              </p:par>
                            </p:childTnLst>
                          </p:cTn>
                        </p:par>
                      </p:childTnLst>
                    </p:cTn>
                  </p:par>
                  <p:par>
                    <p:cTn id="649" fill="hold">
                      <p:stCondLst>
                        <p:cond delay="indefinite"/>
                      </p:stCondLst>
                      <p:childTnLst>
                        <p:par>
                          <p:cTn id="650" fill="hold">
                            <p:stCondLst>
                              <p:cond delay="0"/>
                            </p:stCondLst>
                            <p:childTnLst>
                              <p:par>
                                <p:cTn id="651" presetID="32" presetClass="emph" presetSubtype="0" fill="hold" nodeType="clickEffect">
                                  <p:stCondLst>
                                    <p:cond delay="0"/>
                                  </p:stCondLst>
                                  <p:childTnLst>
                                    <p:animRot by="120000">
                                      <p:cBhvr>
                                        <p:cTn id="652" dur="150" fill="hold">
                                          <p:stCondLst>
                                            <p:cond delay="0"/>
                                          </p:stCondLst>
                                        </p:cTn>
                                        <p:tgtEl>
                                          <p:spTgt spid="130"/>
                                        </p:tgtEl>
                                        <p:attrNameLst>
                                          <p:attrName>r</p:attrName>
                                        </p:attrNameLst>
                                      </p:cBhvr>
                                    </p:animRot>
                                    <p:animRot by="-240000">
                                      <p:cBhvr>
                                        <p:cTn id="653" dur="300" fill="hold">
                                          <p:stCondLst>
                                            <p:cond delay="300"/>
                                          </p:stCondLst>
                                        </p:cTn>
                                        <p:tgtEl>
                                          <p:spTgt spid="130"/>
                                        </p:tgtEl>
                                        <p:attrNameLst>
                                          <p:attrName>r</p:attrName>
                                        </p:attrNameLst>
                                      </p:cBhvr>
                                    </p:animRot>
                                    <p:animRot by="240000">
                                      <p:cBhvr>
                                        <p:cTn id="654" dur="300" fill="hold">
                                          <p:stCondLst>
                                            <p:cond delay="600"/>
                                          </p:stCondLst>
                                        </p:cTn>
                                        <p:tgtEl>
                                          <p:spTgt spid="130"/>
                                        </p:tgtEl>
                                        <p:attrNameLst>
                                          <p:attrName>r</p:attrName>
                                        </p:attrNameLst>
                                      </p:cBhvr>
                                    </p:animRot>
                                    <p:animRot by="-240000">
                                      <p:cBhvr>
                                        <p:cTn id="655" dur="300" fill="hold">
                                          <p:stCondLst>
                                            <p:cond delay="900"/>
                                          </p:stCondLst>
                                        </p:cTn>
                                        <p:tgtEl>
                                          <p:spTgt spid="130"/>
                                        </p:tgtEl>
                                        <p:attrNameLst>
                                          <p:attrName>r</p:attrName>
                                        </p:attrNameLst>
                                      </p:cBhvr>
                                    </p:animRot>
                                    <p:animRot by="120000">
                                      <p:cBhvr>
                                        <p:cTn id="656" dur="300" fill="hold">
                                          <p:stCondLst>
                                            <p:cond delay="1200"/>
                                          </p:stCondLst>
                                        </p:cTn>
                                        <p:tgtEl>
                                          <p:spTgt spid="130"/>
                                        </p:tgtEl>
                                        <p:attrNameLst>
                                          <p:attrName>r</p:attrName>
                                        </p:attrNameLst>
                                      </p:cBhvr>
                                    </p:animRot>
                                  </p:childTnLst>
                                </p:cTn>
                              </p:par>
                            </p:childTnLst>
                          </p:cTn>
                        </p:par>
                        <p:par>
                          <p:cTn id="657" fill="hold">
                            <p:stCondLst>
                              <p:cond delay="1500"/>
                            </p:stCondLst>
                            <p:childTnLst>
                              <p:par>
                                <p:cTn id="658" presetID="10" presetClass="exit" presetSubtype="0" fill="hold" grpId="3" nodeType="afterEffect">
                                  <p:stCondLst>
                                    <p:cond delay="0"/>
                                  </p:stCondLst>
                                  <p:childTnLst>
                                    <p:animEffect transition="out" filter="fade">
                                      <p:cBhvr>
                                        <p:cTn id="659" dur="500"/>
                                        <p:tgtEl>
                                          <p:spTgt spid="98"/>
                                        </p:tgtEl>
                                      </p:cBhvr>
                                    </p:animEffect>
                                    <p:set>
                                      <p:cBhvr>
                                        <p:cTn id="660" dur="1" fill="hold">
                                          <p:stCondLst>
                                            <p:cond delay="499"/>
                                          </p:stCondLst>
                                        </p:cTn>
                                        <p:tgtEl>
                                          <p:spTgt spid="98"/>
                                        </p:tgtEl>
                                        <p:attrNameLst>
                                          <p:attrName>style.visibility</p:attrName>
                                        </p:attrNameLst>
                                      </p:cBhvr>
                                      <p:to>
                                        <p:strVal val="hidden"/>
                                      </p:to>
                                    </p:set>
                                  </p:childTnLst>
                                </p:cTn>
                              </p:par>
                            </p:childTnLst>
                          </p:cTn>
                        </p:par>
                        <p:par>
                          <p:cTn id="661" fill="hold">
                            <p:stCondLst>
                              <p:cond delay="2000"/>
                            </p:stCondLst>
                            <p:childTnLst>
                              <p:par>
                                <p:cTn id="662" presetID="22" presetClass="entr" presetSubtype="1" fill="hold" grpId="0" nodeType="afterEffect">
                                  <p:stCondLst>
                                    <p:cond delay="0"/>
                                  </p:stCondLst>
                                  <p:childTnLst>
                                    <p:set>
                                      <p:cBhvr>
                                        <p:cTn id="663" dur="1" fill="hold">
                                          <p:stCondLst>
                                            <p:cond delay="0"/>
                                          </p:stCondLst>
                                        </p:cTn>
                                        <p:tgtEl>
                                          <p:spTgt spid="119"/>
                                        </p:tgtEl>
                                        <p:attrNameLst>
                                          <p:attrName>style.visibility</p:attrName>
                                        </p:attrNameLst>
                                      </p:cBhvr>
                                      <p:to>
                                        <p:strVal val="visible"/>
                                      </p:to>
                                    </p:set>
                                    <p:animEffect transition="in" filter="wipe(up)">
                                      <p:cBhvr>
                                        <p:cTn id="664" dur="500"/>
                                        <p:tgtEl>
                                          <p:spTgt spid="119"/>
                                        </p:tgtEl>
                                      </p:cBhvr>
                                    </p:animEffect>
                                  </p:childTnLst>
                                </p:cTn>
                              </p:par>
                            </p:childTnLst>
                          </p:cTn>
                        </p:par>
                      </p:childTnLst>
                    </p:cTn>
                  </p:par>
                  <p:par>
                    <p:cTn id="665" fill="hold">
                      <p:stCondLst>
                        <p:cond delay="indefinite"/>
                      </p:stCondLst>
                      <p:childTnLst>
                        <p:par>
                          <p:cTn id="666" fill="hold">
                            <p:stCondLst>
                              <p:cond delay="0"/>
                            </p:stCondLst>
                            <p:childTnLst>
                              <p:par>
                                <p:cTn id="667" presetID="22" presetClass="entr" presetSubtype="8" fill="hold" nodeType="clickEffect">
                                  <p:stCondLst>
                                    <p:cond delay="0"/>
                                  </p:stCondLst>
                                  <p:childTnLst>
                                    <p:set>
                                      <p:cBhvr>
                                        <p:cTn id="668" dur="1" fill="hold">
                                          <p:stCondLst>
                                            <p:cond delay="0"/>
                                          </p:stCondLst>
                                        </p:cTn>
                                        <p:tgtEl>
                                          <p:spTgt spid="91">
                                            <p:txEl>
                                              <p:pRg st="5" end="5"/>
                                            </p:txEl>
                                          </p:spTgt>
                                        </p:tgtEl>
                                        <p:attrNameLst>
                                          <p:attrName>style.visibility</p:attrName>
                                        </p:attrNameLst>
                                      </p:cBhvr>
                                      <p:to>
                                        <p:strVal val="visible"/>
                                      </p:to>
                                    </p:set>
                                    <p:animEffect transition="in" filter="wipe(left)">
                                      <p:cBhvr>
                                        <p:cTn id="669" dur="500"/>
                                        <p:tgtEl>
                                          <p:spTgt spid="91">
                                            <p:txEl>
                                              <p:pRg st="5" end="5"/>
                                            </p:txEl>
                                          </p:spTgt>
                                        </p:tgtEl>
                                      </p:cBhvr>
                                    </p:animEffect>
                                  </p:childTnLst>
                                </p:cTn>
                              </p:par>
                              <p:par>
                                <p:cTn id="670" presetID="32" presetClass="emph" presetSubtype="0" fill="hold" nodeType="withEffect">
                                  <p:stCondLst>
                                    <p:cond delay="0"/>
                                  </p:stCondLst>
                                  <p:childTnLst>
                                    <p:animRot by="120000">
                                      <p:cBhvr>
                                        <p:cTn id="671" dur="150" fill="hold">
                                          <p:stCondLst>
                                            <p:cond delay="0"/>
                                          </p:stCondLst>
                                        </p:cTn>
                                        <p:tgtEl>
                                          <p:spTgt spid="134"/>
                                        </p:tgtEl>
                                        <p:attrNameLst>
                                          <p:attrName>r</p:attrName>
                                        </p:attrNameLst>
                                      </p:cBhvr>
                                    </p:animRot>
                                    <p:animRot by="-240000">
                                      <p:cBhvr>
                                        <p:cTn id="672" dur="300" fill="hold">
                                          <p:stCondLst>
                                            <p:cond delay="300"/>
                                          </p:stCondLst>
                                        </p:cTn>
                                        <p:tgtEl>
                                          <p:spTgt spid="134"/>
                                        </p:tgtEl>
                                        <p:attrNameLst>
                                          <p:attrName>r</p:attrName>
                                        </p:attrNameLst>
                                      </p:cBhvr>
                                    </p:animRot>
                                    <p:animRot by="240000">
                                      <p:cBhvr>
                                        <p:cTn id="673" dur="300" fill="hold">
                                          <p:stCondLst>
                                            <p:cond delay="600"/>
                                          </p:stCondLst>
                                        </p:cTn>
                                        <p:tgtEl>
                                          <p:spTgt spid="134"/>
                                        </p:tgtEl>
                                        <p:attrNameLst>
                                          <p:attrName>r</p:attrName>
                                        </p:attrNameLst>
                                      </p:cBhvr>
                                    </p:animRot>
                                    <p:animRot by="-240000">
                                      <p:cBhvr>
                                        <p:cTn id="674" dur="300" fill="hold">
                                          <p:stCondLst>
                                            <p:cond delay="900"/>
                                          </p:stCondLst>
                                        </p:cTn>
                                        <p:tgtEl>
                                          <p:spTgt spid="134"/>
                                        </p:tgtEl>
                                        <p:attrNameLst>
                                          <p:attrName>r</p:attrName>
                                        </p:attrNameLst>
                                      </p:cBhvr>
                                    </p:animRot>
                                    <p:animRot by="120000">
                                      <p:cBhvr>
                                        <p:cTn id="675" dur="300" fill="hold">
                                          <p:stCondLst>
                                            <p:cond delay="1200"/>
                                          </p:stCondLst>
                                        </p:cTn>
                                        <p:tgtEl>
                                          <p:spTgt spid="134"/>
                                        </p:tgtEl>
                                        <p:attrNameLst>
                                          <p:attrName>r</p:attrName>
                                        </p:attrNameLst>
                                      </p:cBhvr>
                                    </p:animRot>
                                  </p:childTnLst>
                                </p:cTn>
                              </p:par>
                            </p:childTnLst>
                          </p:cTn>
                        </p:par>
                        <p:par>
                          <p:cTn id="676" fill="hold">
                            <p:stCondLst>
                              <p:cond delay="1500"/>
                            </p:stCondLst>
                            <p:childTnLst>
                              <p:par>
                                <p:cTn id="677" presetID="27" presetClass="emph" presetSubtype="0" fill="remove" grpId="3" nodeType="afterEffect">
                                  <p:stCondLst>
                                    <p:cond delay="0"/>
                                  </p:stCondLst>
                                  <p:childTnLst>
                                    <p:animClr clrSpc="rgb" dir="cw">
                                      <p:cBhvr override="childStyle">
                                        <p:cTn id="678" dur="250" autoRev="1" fill="remove"/>
                                        <p:tgtEl>
                                          <p:spTgt spid="109"/>
                                        </p:tgtEl>
                                        <p:attrNameLst>
                                          <p:attrName>style.color</p:attrName>
                                        </p:attrNameLst>
                                      </p:cBhvr>
                                      <p:to>
                                        <a:srgbClr val="FFD965"/>
                                      </p:to>
                                    </p:animClr>
                                    <p:animClr clrSpc="rgb" dir="cw">
                                      <p:cBhvr>
                                        <p:cTn id="679" dur="250" autoRev="1" fill="remove"/>
                                        <p:tgtEl>
                                          <p:spTgt spid="109"/>
                                        </p:tgtEl>
                                        <p:attrNameLst>
                                          <p:attrName>fillcolor</p:attrName>
                                        </p:attrNameLst>
                                      </p:cBhvr>
                                      <p:to>
                                        <a:srgbClr val="FFD965"/>
                                      </p:to>
                                    </p:animClr>
                                    <p:set>
                                      <p:cBhvr>
                                        <p:cTn id="680" dur="250" autoRev="1" fill="remove"/>
                                        <p:tgtEl>
                                          <p:spTgt spid="109"/>
                                        </p:tgtEl>
                                        <p:attrNameLst>
                                          <p:attrName>fill.type</p:attrName>
                                        </p:attrNameLst>
                                      </p:cBhvr>
                                      <p:to>
                                        <p:strVal val="solid"/>
                                      </p:to>
                                    </p:set>
                                    <p:set>
                                      <p:cBhvr>
                                        <p:cTn id="681" dur="250" autoRev="1" fill="remove"/>
                                        <p:tgtEl>
                                          <p:spTgt spid="109"/>
                                        </p:tgtEl>
                                        <p:attrNameLst>
                                          <p:attrName>fill.on</p:attrName>
                                        </p:attrNameLst>
                                      </p:cBhvr>
                                      <p:to>
                                        <p:strVal val="true"/>
                                      </p:to>
                                    </p:set>
                                  </p:childTnLst>
                                </p:cTn>
                              </p:par>
                            </p:childTnLst>
                          </p:cTn>
                        </p:par>
                        <p:par>
                          <p:cTn id="682" fill="hold">
                            <p:stCondLst>
                              <p:cond delay="2000"/>
                            </p:stCondLst>
                            <p:childTnLst>
                              <p:par>
                                <p:cTn id="683" presetID="22" presetClass="entr" presetSubtype="2" fill="hold" nodeType="afterEffect">
                                  <p:stCondLst>
                                    <p:cond delay="0"/>
                                  </p:stCondLst>
                                  <p:childTnLst>
                                    <p:set>
                                      <p:cBhvr>
                                        <p:cTn id="684" dur="1" fill="hold">
                                          <p:stCondLst>
                                            <p:cond delay="0"/>
                                          </p:stCondLst>
                                        </p:cTn>
                                        <p:tgtEl>
                                          <p:spTgt spid="122"/>
                                        </p:tgtEl>
                                        <p:attrNameLst>
                                          <p:attrName>style.visibility</p:attrName>
                                        </p:attrNameLst>
                                      </p:cBhvr>
                                      <p:to>
                                        <p:strVal val="visible"/>
                                      </p:to>
                                    </p:set>
                                    <p:animEffect transition="in" filter="wipe(right)">
                                      <p:cBhvr>
                                        <p:cTn id="685" dur="500"/>
                                        <p:tgtEl>
                                          <p:spTgt spid="122"/>
                                        </p:tgtEl>
                                      </p:cBhvr>
                                    </p:animEffect>
                                  </p:childTnLst>
                                </p:cTn>
                              </p:par>
                            </p:childTnLst>
                          </p:cTn>
                        </p:par>
                        <p:par>
                          <p:cTn id="686" fill="hold">
                            <p:stCondLst>
                              <p:cond delay="2500"/>
                            </p:stCondLst>
                            <p:childTnLst>
                              <p:par>
                                <p:cTn id="687" presetID="27" presetClass="emph" presetSubtype="0" fill="remove" grpId="3" nodeType="afterEffect">
                                  <p:stCondLst>
                                    <p:cond delay="0"/>
                                  </p:stCondLst>
                                  <p:childTnLst>
                                    <p:animClr clrSpc="rgb" dir="cw">
                                      <p:cBhvr override="childStyle">
                                        <p:cTn id="688" dur="250" autoRev="1" fill="remove"/>
                                        <p:tgtEl>
                                          <p:spTgt spid="110"/>
                                        </p:tgtEl>
                                        <p:attrNameLst>
                                          <p:attrName>style.color</p:attrName>
                                        </p:attrNameLst>
                                      </p:cBhvr>
                                      <p:to>
                                        <a:srgbClr val="FFD965"/>
                                      </p:to>
                                    </p:animClr>
                                    <p:animClr clrSpc="rgb" dir="cw">
                                      <p:cBhvr>
                                        <p:cTn id="689" dur="250" autoRev="1" fill="remove"/>
                                        <p:tgtEl>
                                          <p:spTgt spid="110"/>
                                        </p:tgtEl>
                                        <p:attrNameLst>
                                          <p:attrName>fillcolor</p:attrName>
                                        </p:attrNameLst>
                                      </p:cBhvr>
                                      <p:to>
                                        <a:srgbClr val="FFD965"/>
                                      </p:to>
                                    </p:animClr>
                                    <p:set>
                                      <p:cBhvr>
                                        <p:cTn id="690" dur="250" autoRev="1" fill="remove"/>
                                        <p:tgtEl>
                                          <p:spTgt spid="110"/>
                                        </p:tgtEl>
                                        <p:attrNameLst>
                                          <p:attrName>fill.type</p:attrName>
                                        </p:attrNameLst>
                                      </p:cBhvr>
                                      <p:to>
                                        <p:strVal val="solid"/>
                                      </p:to>
                                    </p:set>
                                    <p:set>
                                      <p:cBhvr>
                                        <p:cTn id="691" dur="250" autoRev="1" fill="remove"/>
                                        <p:tgtEl>
                                          <p:spTgt spid="110"/>
                                        </p:tgtEl>
                                        <p:attrNameLst>
                                          <p:attrName>fill.on</p:attrName>
                                        </p:attrNameLst>
                                      </p:cBhvr>
                                      <p:to>
                                        <p:strVal val="true"/>
                                      </p:to>
                                    </p:set>
                                  </p:childTnLst>
                                </p:cTn>
                              </p:par>
                            </p:childTnLst>
                          </p:cTn>
                        </p:par>
                        <p:par>
                          <p:cTn id="692" fill="hold">
                            <p:stCondLst>
                              <p:cond delay="3000"/>
                            </p:stCondLst>
                            <p:childTnLst>
                              <p:par>
                                <p:cTn id="693" presetID="22" presetClass="entr" presetSubtype="4" fill="hold" nodeType="afterEffect">
                                  <p:stCondLst>
                                    <p:cond delay="0"/>
                                  </p:stCondLst>
                                  <p:childTnLst>
                                    <p:set>
                                      <p:cBhvr>
                                        <p:cTn id="694" dur="1" fill="hold">
                                          <p:stCondLst>
                                            <p:cond delay="0"/>
                                          </p:stCondLst>
                                        </p:cTn>
                                        <p:tgtEl>
                                          <p:spTgt spid="125"/>
                                        </p:tgtEl>
                                        <p:attrNameLst>
                                          <p:attrName>style.visibility</p:attrName>
                                        </p:attrNameLst>
                                      </p:cBhvr>
                                      <p:to>
                                        <p:strVal val="visible"/>
                                      </p:to>
                                    </p:set>
                                    <p:animEffect transition="in" filter="wipe(down)">
                                      <p:cBhvr>
                                        <p:cTn id="695" dur="500"/>
                                        <p:tgtEl>
                                          <p:spTgt spid="125"/>
                                        </p:tgtEl>
                                      </p:cBhvr>
                                    </p:animEffect>
                                  </p:childTnLst>
                                </p:cTn>
                              </p:par>
                            </p:childTnLst>
                          </p:cTn>
                        </p:par>
                        <p:par>
                          <p:cTn id="696" fill="hold">
                            <p:stCondLst>
                              <p:cond delay="3500"/>
                            </p:stCondLst>
                            <p:childTnLst>
                              <p:par>
                                <p:cTn id="697" presetID="16" presetClass="entr" presetSubtype="21" fill="hold" grpId="0" nodeType="afterEffect">
                                  <p:stCondLst>
                                    <p:cond delay="0"/>
                                  </p:stCondLst>
                                  <p:childTnLst>
                                    <p:set>
                                      <p:cBhvr>
                                        <p:cTn id="698" dur="1" fill="hold">
                                          <p:stCondLst>
                                            <p:cond delay="0"/>
                                          </p:stCondLst>
                                        </p:cTn>
                                        <p:tgtEl>
                                          <p:spTgt spid="127"/>
                                        </p:tgtEl>
                                        <p:attrNameLst>
                                          <p:attrName>style.visibility</p:attrName>
                                        </p:attrNameLst>
                                      </p:cBhvr>
                                      <p:to>
                                        <p:strVal val="visible"/>
                                      </p:to>
                                    </p:set>
                                    <p:animEffect transition="in" filter="barn(inVertical)">
                                      <p:cBhvr>
                                        <p:cTn id="699" dur="500"/>
                                        <p:tgtEl>
                                          <p:spTgt spid="127"/>
                                        </p:tgtEl>
                                      </p:cBhvr>
                                    </p:animEffect>
                                  </p:childTnLst>
                                </p:cTn>
                              </p:par>
                            </p:childTnLst>
                          </p:cTn>
                        </p:par>
                        <p:par>
                          <p:cTn id="700" fill="hold">
                            <p:stCondLst>
                              <p:cond delay="4000"/>
                            </p:stCondLst>
                            <p:childTnLst>
                              <p:par>
                                <p:cTn id="701" presetID="10" presetClass="exit" presetSubtype="0" fill="hold" grpId="2" nodeType="afterEffect">
                                  <p:stCondLst>
                                    <p:cond delay="0"/>
                                  </p:stCondLst>
                                  <p:childTnLst>
                                    <p:animEffect transition="out" filter="fade">
                                      <p:cBhvr>
                                        <p:cTn id="702" dur="500"/>
                                        <p:tgtEl>
                                          <p:spTgt spid="108"/>
                                        </p:tgtEl>
                                      </p:cBhvr>
                                    </p:animEffect>
                                    <p:set>
                                      <p:cBhvr>
                                        <p:cTn id="703" dur="1" fill="hold">
                                          <p:stCondLst>
                                            <p:cond delay="499"/>
                                          </p:stCondLst>
                                        </p:cTn>
                                        <p:tgtEl>
                                          <p:spTgt spid="108"/>
                                        </p:tgtEl>
                                        <p:attrNameLst>
                                          <p:attrName>style.visibility</p:attrName>
                                        </p:attrNameLst>
                                      </p:cBhvr>
                                      <p:to>
                                        <p:strVal val="hidden"/>
                                      </p:to>
                                    </p:set>
                                  </p:childTnLst>
                                </p:cTn>
                              </p:par>
                            </p:childTnLst>
                          </p:cTn>
                        </p:par>
                        <p:par>
                          <p:cTn id="704" fill="hold">
                            <p:stCondLst>
                              <p:cond delay="4500"/>
                            </p:stCondLst>
                            <p:childTnLst>
                              <p:par>
                                <p:cTn id="705" presetID="16" presetClass="entr" presetSubtype="21" fill="hold" grpId="0" nodeType="afterEffect">
                                  <p:stCondLst>
                                    <p:cond delay="0"/>
                                  </p:stCondLst>
                                  <p:childTnLst>
                                    <p:set>
                                      <p:cBhvr>
                                        <p:cTn id="706" dur="1" fill="hold">
                                          <p:stCondLst>
                                            <p:cond delay="0"/>
                                          </p:stCondLst>
                                        </p:cTn>
                                        <p:tgtEl>
                                          <p:spTgt spid="135"/>
                                        </p:tgtEl>
                                        <p:attrNameLst>
                                          <p:attrName>style.visibility</p:attrName>
                                        </p:attrNameLst>
                                      </p:cBhvr>
                                      <p:to>
                                        <p:strVal val="visible"/>
                                      </p:to>
                                    </p:set>
                                    <p:animEffect transition="in" filter="barn(inVertical)">
                                      <p:cBhvr>
                                        <p:cTn id="707"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p:bldP spid="87" grpId="0" animBg="1"/>
      <p:bldP spid="87" grpId="1" animBg="1"/>
      <p:bldP spid="87" grpId="2" animBg="1"/>
      <p:bldP spid="96" grpId="0" animBg="1"/>
      <p:bldP spid="96" grpId="1" animBg="1"/>
      <p:bldP spid="96" grpId="2" animBg="1"/>
      <p:bldP spid="96" grpId="3" animBg="1"/>
      <p:bldP spid="97" grpId="0" animBg="1"/>
      <p:bldP spid="97" grpId="1" animBg="1"/>
      <p:bldP spid="97" grpId="2" animBg="1"/>
      <p:bldP spid="97" grpId="3" animBg="1"/>
      <p:bldP spid="98" grpId="0" animBg="1"/>
      <p:bldP spid="98" grpId="1" animBg="1"/>
      <p:bldP spid="98" grpId="2" animBg="1"/>
      <p:bldP spid="98" grpId="3" animBg="1"/>
      <p:bldP spid="99" grpId="0" animBg="1"/>
      <p:bldP spid="99" grpId="1" animBg="1"/>
      <p:bldP spid="100" grpId="0" animBg="1"/>
      <p:bldP spid="100" grpId="1" animBg="1"/>
      <p:bldP spid="100" grpId="2" animBg="1"/>
      <p:bldP spid="100" grpId="3" animBg="1"/>
      <p:bldP spid="101" grpId="0" animBg="1"/>
      <p:bldP spid="101" grpId="1" animBg="1"/>
      <p:bldP spid="101" grpId="2" animBg="1"/>
      <p:bldP spid="101" grpId="3" animBg="1"/>
      <p:bldP spid="102" grpId="0" animBg="1"/>
      <p:bldP spid="102" grpId="1" animBg="1"/>
      <p:bldP spid="103" grpId="0" animBg="1"/>
      <p:bldP spid="103" grpId="1" animBg="1"/>
      <p:bldP spid="106" grpId="0"/>
      <p:bldP spid="106" grpId="1"/>
      <p:bldP spid="106" grpId="2"/>
      <p:bldP spid="106" grpId="3"/>
      <p:bldP spid="107" grpId="0"/>
      <p:bldP spid="107" grpId="1"/>
      <p:bldP spid="107" grpId="2"/>
      <p:bldP spid="108" grpId="0"/>
      <p:bldP spid="108" grpId="1"/>
      <p:bldP spid="108" grpId="2"/>
      <p:bldP spid="109" grpId="0"/>
      <p:bldP spid="109" grpId="1"/>
      <p:bldP spid="109" grpId="2"/>
      <p:bldP spid="109" grpId="3"/>
      <p:bldP spid="110" grpId="0"/>
      <p:bldP spid="110" grpId="1"/>
      <p:bldP spid="110" grpId="2"/>
      <p:bldP spid="110" grpId="3"/>
      <p:bldP spid="113" grpId="0" build="allAtOnce"/>
      <p:bldP spid="115" grpId="0"/>
      <p:bldP spid="115" grpId="1"/>
      <p:bldP spid="115" grpId="2"/>
      <p:bldP spid="115" grpId="3"/>
      <p:bldP spid="115" grpId="4"/>
      <p:bldP spid="115" grpId="5"/>
      <p:bldP spid="116" grpId="0"/>
      <p:bldP spid="116" grpId="1"/>
      <p:bldP spid="116" grpId="2"/>
      <p:bldP spid="116" grpId="3"/>
      <p:bldP spid="116" grpId="4"/>
      <p:bldP spid="116" grpId="5"/>
      <p:bldP spid="117" grpId="0"/>
      <p:bldP spid="117" grpId="1"/>
      <p:bldP spid="117" grpId="2"/>
      <p:bldP spid="117" grpId="3"/>
      <p:bldP spid="124" grpId="0" animBg="1"/>
      <p:bldP spid="129" grpId="0"/>
      <p:bldP spid="131" grpId="0"/>
      <p:bldP spid="136" grpId="0"/>
      <p:bldP spid="143" grpId="0"/>
      <p:bldP spid="144" grpId="0" animBg="1"/>
      <p:bldP spid="145" grpId="0"/>
      <p:bldP spid="149" grpId="0"/>
      <p:bldP spid="123" grpId="0" build="allAtOnce"/>
      <p:bldP spid="105" grpId="0"/>
      <p:bldP spid="119" grpId="0" animBg="1"/>
      <p:bldP spid="127" grpId="0"/>
      <p:bldP spid="135" grpId="0"/>
      <p:bldP spid="137" grpId="0"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2C149D2-D8B0-E91A-9038-54B78AF8F79D}"/>
              </a:ext>
            </a:extLst>
          </p:cNvPr>
          <p:cNvSpPr>
            <a:spLocks noGrp="1"/>
          </p:cNvSpPr>
          <p:nvPr>
            <p:ph type="sldNum" sz="quarter" idx="12"/>
          </p:nvPr>
        </p:nvSpPr>
        <p:spPr/>
        <p:txBody>
          <a:bodyPr/>
          <a:lstStyle/>
          <a:p>
            <a:fld id="{D7C0FE0B-717B-41AE-9FA2-CA4BF851D1C3}" type="slidenum">
              <a:rPr lang="zh-CN" altLang="en-US" smtClean="0"/>
              <a:t>31</a:t>
            </a:fld>
            <a:endParaRPr lang="zh-CN" altLang="en-US"/>
          </a:p>
        </p:txBody>
      </p:sp>
      <p:sp>
        <p:nvSpPr>
          <p:cNvPr id="4" name="文本框 3">
            <a:extLst>
              <a:ext uri="{FF2B5EF4-FFF2-40B4-BE49-F238E27FC236}">
                <a16:creationId xmlns:a16="http://schemas.microsoft.com/office/drawing/2014/main" id="{01CAB327-45B3-540D-7527-F0C05C7639DC}"/>
              </a:ext>
            </a:extLst>
          </p:cNvPr>
          <p:cNvSpPr txBox="1"/>
          <p:nvPr/>
        </p:nvSpPr>
        <p:spPr>
          <a:xfrm>
            <a:off x="1307263" y="213306"/>
            <a:ext cx="4387204" cy="523220"/>
          </a:xfrm>
          <a:prstGeom prst="rect">
            <a:avLst/>
          </a:prstGeom>
          <a:noFill/>
        </p:spPr>
        <p:txBody>
          <a:bodyPr wrap="square">
            <a:spAutoFit/>
          </a:bodyPr>
          <a:lstStyle/>
          <a:p>
            <a:pPr>
              <a:spcBef>
                <a:spcPts val="1300"/>
              </a:spcBef>
              <a:spcAft>
                <a:spcPts val="1300"/>
              </a:spcAft>
              <a:buNone/>
            </a:pPr>
            <a:r>
              <a:rPr lang="en-US" altLang="zh-CN" sz="2800" b="1" kern="100" dirty="0">
                <a:solidFill>
                  <a:srgbClr val="333D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7.6  </a:t>
            </a:r>
            <a:r>
              <a:rPr lang="zh-CN" altLang="zh-CN" sz="2800" b="1" kern="100" dirty="0">
                <a:solidFill>
                  <a:srgbClr val="333D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有向无环图及其应用</a:t>
            </a:r>
            <a:endParaRPr lang="zh-CN" altLang="zh-CN" sz="2800" b="1" kern="100" dirty="0">
              <a:solidFill>
                <a:srgbClr val="333DFF"/>
              </a:solidFill>
              <a:effectLst>
                <a:outerShdw blurRad="38100" dist="38100" dir="2700000" algn="tl">
                  <a:srgbClr val="000000">
                    <a:alpha val="43137"/>
                  </a:srgbClr>
                </a:outerShdw>
              </a:effectLst>
              <a:latin typeface="Arial" panose="020B0604020202020204" pitchFamily="34" charset="0"/>
              <a:ea typeface="黑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CA4CA3F1-F845-AA4A-24BD-CE7A3CD09B55}"/>
              </a:ext>
            </a:extLst>
          </p:cNvPr>
          <p:cNvSpPr txBox="1"/>
          <p:nvPr/>
        </p:nvSpPr>
        <p:spPr>
          <a:xfrm>
            <a:off x="441478" y="799301"/>
            <a:ext cx="3642543" cy="461665"/>
          </a:xfrm>
          <a:prstGeom prst="rect">
            <a:avLst/>
          </a:prstGeom>
          <a:noFill/>
        </p:spPr>
        <p:txBody>
          <a:bodyPr wrap="square">
            <a:spAutoFit/>
          </a:bodyPr>
          <a:lstStyle/>
          <a:p>
            <a:pPr indent="269240">
              <a:buNone/>
            </a:pPr>
            <a:r>
              <a:rPr lang="en-US" altLang="zh-CN" sz="2400" b="1" kern="100" spc="-1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7.6.1  </a:t>
            </a:r>
            <a:r>
              <a:rPr lang="zh-CN" altLang="zh-CN" sz="2400" b="1" kern="100" spc="-1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有向无环图</a:t>
            </a:r>
            <a:endParaRPr lang="zh-CN" altLang="zh-CN" sz="2400" b="1" kern="100" spc="-1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Rectangle 2">
            <a:extLst>
              <a:ext uri="{FF2B5EF4-FFF2-40B4-BE49-F238E27FC236}">
                <a16:creationId xmlns:a16="http://schemas.microsoft.com/office/drawing/2014/main" id="{3E7F8A01-D781-978A-E65F-6B50A6896645}"/>
              </a:ext>
            </a:extLst>
          </p:cNvPr>
          <p:cNvSpPr>
            <a:spLocks noChangeArrowheads="1"/>
          </p:cNvSpPr>
          <p:nvPr/>
        </p:nvSpPr>
        <p:spPr bwMode="auto">
          <a:xfrm>
            <a:off x="619470" y="1268051"/>
            <a:ext cx="64493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just"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一个无环的有向图称做</a:t>
            </a:r>
            <a:r>
              <a:rPr kumimoji="0" lang="zh-CN" altLang="zh-CN" b="0"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有向无环图</a:t>
            </a:r>
            <a:r>
              <a:rPr lang="en-US" altLang="zh-CN" dirty="0">
                <a:latin typeface="宋体" panose="02010600030101010101" pitchFamily="2" charset="-122"/>
                <a:ea typeface="宋体" panose="02010600030101010101" pitchFamily="2" charset="-122"/>
                <a:cs typeface="Times New Roman" panose="02020603050405020304" pitchFamily="18" charset="0"/>
              </a:rPr>
              <a:t>(</a:t>
            </a:r>
            <a:r>
              <a:rPr kumimoji="0" lang="en-US" altLang="zh-CN" b="1"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directed </a:t>
            </a:r>
            <a:r>
              <a:rPr kumimoji="0" lang="en-US" altLang="zh-CN" b="1"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acycline</a:t>
            </a:r>
            <a:r>
              <a:rPr kumimoji="0" lang="en-US" altLang="zh-CN" b="1"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graph</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，简称</a:t>
            </a:r>
            <a:r>
              <a:rPr kumimoji="0" lang="en-US" altLang="zh-CN" b="1" i="0" u="none" strike="noStrike" cap="none" normalizeH="0" baseline="0" dirty="0">
                <a:ln>
                  <a:noFill/>
                </a:ln>
                <a:solidFill>
                  <a:srgbClr val="C00000"/>
                </a:solidFill>
                <a:effectLst>
                  <a:outerShdw blurRad="38100" dist="38100" dir="2700000" algn="tl">
                    <a:srgbClr val="000000">
                      <a:alpha val="43137"/>
                    </a:srgbClr>
                  </a:outerShdw>
                </a:effectLst>
                <a:latin typeface="等线" panose="02010600030101010101" pitchFamily="2" charset="-122"/>
                <a:ea typeface="宋体" panose="02010600030101010101" pitchFamily="2" charset="-122"/>
                <a:cs typeface="Times New Roman" panose="02020603050405020304" pitchFamily="18" charset="0"/>
              </a:rPr>
              <a:t>DAG</a:t>
            </a:r>
            <a:r>
              <a:rPr kumimoji="0" lang="zh-CN" altLang="en-US" b="1" i="0" u="none" strike="noStrike" cap="none" normalizeH="0" baseline="0" dirty="0">
                <a:ln>
                  <a:noFill/>
                </a:ln>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图</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DAG</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图是一类较有向树更一般的特殊有向图，如图</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7.25</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列出了有向树、</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DAG</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图和有向图的例子。</a:t>
            </a:r>
            <a:endParaRPr kumimoji="0" lang="zh-CN" altLang="en-US" b="0" i="0" u="none" strike="noStrike" cap="none" normalizeH="0" baseline="0" dirty="0">
              <a:ln>
                <a:noFill/>
              </a:ln>
              <a:solidFill>
                <a:schemeClr val="tx1"/>
              </a:solidFill>
              <a:effectLst/>
            </a:endParaRPr>
          </a:p>
        </p:txBody>
      </p:sp>
      <p:grpSp>
        <p:nvGrpSpPr>
          <p:cNvPr id="9" name="组合 8">
            <a:extLst>
              <a:ext uri="{FF2B5EF4-FFF2-40B4-BE49-F238E27FC236}">
                <a16:creationId xmlns:a16="http://schemas.microsoft.com/office/drawing/2014/main" id="{31D7ED92-415B-F1EE-9F49-794922D4CEB6}"/>
              </a:ext>
            </a:extLst>
          </p:cNvPr>
          <p:cNvGrpSpPr/>
          <p:nvPr/>
        </p:nvGrpSpPr>
        <p:grpSpPr>
          <a:xfrm>
            <a:off x="7524999" y="701094"/>
            <a:ext cx="4071909" cy="1565489"/>
            <a:chOff x="6258427" y="4359032"/>
            <a:chExt cx="4071909" cy="1565489"/>
          </a:xfrm>
        </p:grpSpPr>
        <p:pic>
          <p:nvPicPr>
            <p:cNvPr id="1025" name="IM 136">
              <a:extLst>
                <a:ext uri="{FF2B5EF4-FFF2-40B4-BE49-F238E27FC236}">
                  <a16:creationId xmlns:a16="http://schemas.microsoft.com/office/drawing/2014/main" id="{5165B6F1-381E-D86A-220B-872A62D40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1316" y="4359032"/>
              <a:ext cx="3107988" cy="118131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39809BC6-5A3D-49BD-2B2B-92F7E8327633}"/>
                </a:ext>
              </a:extLst>
            </p:cNvPr>
            <p:cNvSpPr>
              <a:spLocks noChangeArrowheads="1"/>
            </p:cNvSpPr>
            <p:nvPr/>
          </p:nvSpPr>
          <p:spPr bwMode="auto">
            <a:xfrm>
              <a:off x="6258427" y="5585967"/>
              <a:ext cx="407190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7.25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有向树、</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DAG</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图和有向图示例</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pSp>
      <p:sp>
        <p:nvSpPr>
          <p:cNvPr id="10" name="Rectangle 6">
            <a:extLst>
              <a:ext uri="{FF2B5EF4-FFF2-40B4-BE49-F238E27FC236}">
                <a16:creationId xmlns:a16="http://schemas.microsoft.com/office/drawing/2014/main" id="{839094C1-53B9-BEE4-0D56-120EACF167D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3" name="组合 12">
            <a:extLst>
              <a:ext uri="{FF2B5EF4-FFF2-40B4-BE49-F238E27FC236}">
                <a16:creationId xmlns:a16="http://schemas.microsoft.com/office/drawing/2014/main" id="{73F117AF-AC94-0F6A-7719-A343726224E1}"/>
              </a:ext>
            </a:extLst>
          </p:cNvPr>
          <p:cNvGrpSpPr/>
          <p:nvPr/>
        </p:nvGrpSpPr>
        <p:grpSpPr>
          <a:xfrm>
            <a:off x="134853" y="3363784"/>
            <a:ext cx="6195938" cy="3070088"/>
            <a:chOff x="5017277" y="3205294"/>
            <a:chExt cx="6430800" cy="3070088"/>
          </a:xfrm>
        </p:grpSpPr>
        <p:pic>
          <p:nvPicPr>
            <p:cNvPr id="1028" name="IM 140">
              <a:extLst>
                <a:ext uri="{FF2B5EF4-FFF2-40B4-BE49-F238E27FC236}">
                  <a16:creationId xmlns:a16="http://schemas.microsoft.com/office/drawing/2014/main" id="{8774A65E-F07D-4C26-E8DE-FB80BA9CA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5563" y="3205294"/>
              <a:ext cx="3418342" cy="2254222"/>
            </a:xfrm>
            <a:prstGeom prst="rect">
              <a:avLst/>
            </a:prstGeom>
            <a:noFill/>
            <a:extLst>
              <a:ext uri="{909E8E84-426E-40DD-AFC4-6F175D3DCCD1}">
                <a14:hiddenFill xmlns:a14="http://schemas.microsoft.com/office/drawing/2010/main">
                  <a:solidFill>
                    <a:srgbClr val="FFFFFF"/>
                  </a:solidFill>
                </a14:hiddenFill>
              </a:ext>
            </a:extLst>
          </p:spPr>
        </p:pic>
        <p:pic>
          <p:nvPicPr>
            <p:cNvPr id="1029" name="IM 138">
              <a:extLst>
                <a:ext uri="{FF2B5EF4-FFF2-40B4-BE49-F238E27FC236}">
                  <a16:creationId xmlns:a16="http://schemas.microsoft.com/office/drawing/2014/main" id="{EAD2441D-52A4-B900-E169-BF95D21453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28442" y="3245415"/>
              <a:ext cx="2018823" cy="222558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8">
              <a:extLst>
                <a:ext uri="{FF2B5EF4-FFF2-40B4-BE49-F238E27FC236}">
                  <a16:creationId xmlns:a16="http://schemas.microsoft.com/office/drawing/2014/main" id="{B0D931FD-64B3-35DF-64EA-2FE4D06F3C1F}"/>
                </a:ext>
              </a:extLst>
            </p:cNvPr>
            <p:cNvSpPr>
              <a:spLocks noChangeArrowheads="1"/>
            </p:cNvSpPr>
            <p:nvPr/>
          </p:nvSpPr>
          <p:spPr bwMode="auto">
            <a:xfrm>
              <a:off x="5017277" y="5444385"/>
              <a:ext cx="6430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(b)</a:t>
              </a:r>
              <a:endParaRPr kumimoji="0" lang="en-US" altLang="zh-CN" sz="1600" b="0" i="0" u="none" strike="noStrike" cap="none" normalizeH="0" baseline="0" dirty="0">
                <a:ln>
                  <a:noFill/>
                </a:ln>
                <a:solidFill>
                  <a:schemeClr val="tx1"/>
                </a:solidFill>
                <a:effectLst/>
              </a:endParaRPr>
            </a:p>
            <a:p>
              <a:pPr marL="0" marR="0" lvl="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7.26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表达式的二叉树有向无环图描述示例</a:t>
              </a:r>
              <a:endParaRPr kumimoji="0" lang="zh-CN" altLang="en-US" sz="1600" b="0" i="0" u="none" strike="noStrike" cap="none" normalizeH="0" baseline="0" dirty="0">
                <a:ln>
                  <a:noFill/>
                </a:ln>
                <a:solidFill>
                  <a:schemeClr val="tx1"/>
                </a:solidFill>
                <a:effectLst/>
              </a:endParaRPr>
            </a:p>
            <a:p>
              <a:pPr marL="0" marR="0" lvl="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表达式的二叉树表示示例；</a:t>
              </a:r>
              <a:r>
                <a:rPr kumimoji="0" lang="zh-CN" altLang="en-US"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的二叉树的有向无环图表示</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pSp>
      <p:sp>
        <p:nvSpPr>
          <p:cNvPr id="15" name="文本框 14">
            <a:extLst>
              <a:ext uri="{FF2B5EF4-FFF2-40B4-BE49-F238E27FC236}">
                <a16:creationId xmlns:a16="http://schemas.microsoft.com/office/drawing/2014/main" id="{2306A5E1-413F-E86E-82C9-17B30274CE5A}"/>
              </a:ext>
            </a:extLst>
          </p:cNvPr>
          <p:cNvSpPr txBox="1"/>
          <p:nvPr/>
        </p:nvSpPr>
        <p:spPr>
          <a:xfrm>
            <a:off x="595092" y="2198466"/>
            <a:ext cx="4314354" cy="1025345"/>
          </a:xfrm>
          <a:prstGeom prst="rect">
            <a:avLst/>
          </a:prstGeom>
          <a:noFill/>
        </p:spPr>
        <p:txBody>
          <a:bodyPr wrap="square">
            <a:spAutoFit/>
          </a:bodyPr>
          <a:lstStyle/>
          <a:p>
            <a:pPr>
              <a:lnSpc>
                <a:spcPct val="115000"/>
              </a:lnSpc>
              <a:buNone/>
            </a:pPr>
            <a:r>
              <a:rPr lang="zh-CN" altLang="zh-CN" dirty="0"/>
              <a:t>如图</a:t>
            </a:r>
            <a:r>
              <a:rPr lang="en-US" altLang="zh-CN" dirty="0"/>
              <a:t>7.26</a:t>
            </a:r>
            <a:r>
              <a:rPr lang="zh-CN" altLang="zh-CN" dirty="0"/>
              <a:t>所示</a:t>
            </a:r>
            <a:r>
              <a:rPr lang="zh-CN" altLang="en-US" dirty="0"/>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表达式</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15000"/>
              </a:lnSpc>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a+b</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c+d</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c+d</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c+d</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)*e)</a:t>
            </a:r>
          </a:p>
          <a:p>
            <a:pPr>
              <a:lnSpc>
                <a:spcPct val="115000"/>
              </a:lnSpc>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可用二叉树或者有向无环图表示。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E5B5938F-BEEC-F7EB-1874-ADD685FBB6F1}"/>
              </a:ext>
            </a:extLst>
          </p:cNvPr>
          <p:cNvSpPr txBox="1"/>
          <p:nvPr/>
        </p:nvSpPr>
        <p:spPr>
          <a:xfrm>
            <a:off x="7776652" y="2411280"/>
            <a:ext cx="3927774" cy="4123116"/>
          </a:xfrm>
          <a:prstGeom prst="rect">
            <a:avLst/>
          </a:prstGeom>
          <a:noFill/>
        </p:spPr>
        <p:txBody>
          <a:bodyPr wrap="square">
            <a:spAutoFit/>
          </a:bodyPr>
          <a:lstStyle/>
          <a:p>
            <a:pPr algn="just">
              <a:lnSpc>
                <a:spcPct val="115000"/>
              </a:lnSpc>
              <a:spcBef>
                <a:spcPts val="600"/>
              </a:spcBef>
              <a:buNone/>
            </a:pPr>
            <a:r>
              <a:rPr lang="zh-CN" altLang="zh-CN" sz="1800" b="1" kern="100" dirty="0">
                <a:solidFill>
                  <a:srgbClr val="333D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检查有向图是否存在环</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比无向图复杂。</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对于</a:t>
            </a:r>
            <a:r>
              <a:rPr lang="zh-CN" altLang="zh-CN" sz="1800" b="1" kern="100" dirty="0">
                <a:solidFill>
                  <a:srgbClr val="333D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无向图</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，若深度优先遍历过程中遇到回边（即</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联接</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已访问过的顶点的边），则必定存在环；</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对于</a:t>
            </a:r>
            <a:r>
              <a:rPr lang="zh-CN" altLang="zh-CN" b="1" kern="100" dirty="0">
                <a:solidFill>
                  <a:srgbClr val="333D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有向图</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，这条回边有可能是指向深度优先生成森林中另一棵生成树上顶点的弧。</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但如果从有向图某个顶点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出发的遍历，在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DFS(</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结束之前出现一条从顶点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到顶点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的回边（如图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7.27</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所示），由于</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在生成树上是</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的子孙，则有向图中必定存在包含顶点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的环。</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18" name="组合 17">
            <a:extLst>
              <a:ext uri="{FF2B5EF4-FFF2-40B4-BE49-F238E27FC236}">
                <a16:creationId xmlns:a16="http://schemas.microsoft.com/office/drawing/2014/main" id="{FF01B400-7819-ED31-0770-CAD29F4522FD}"/>
              </a:ext>
            </a:extLst>
          </p:cNvPr>
          <p:cNvGrpSpPr/>
          <p:nvPr/>
        </p:nvGrpSpPr>
        <p:grpSpPr>
          <a:xfrm>
            <a:off x="5668912" y="2463783"/>
            <a:ext cx="2045996" cy="3418418"/>
            <a:chOff x="5625368" y="2725393"/>
            <a:chExt cx="1856087" cy="3124922"/>
          </a:xfrm>
        </p:grpSpPr>
        <p:pic>
          <p:nvPicPr>
            <p:cNvPr id="14" name="IM 142">
              <a:extLst>
                <a:ext uri="{FF2B5EF4-FFF2-40B4-BE49-F238E27FC236}">
                  <a16:creationId xmlns:a16="http://schemas.microsoft.com/office/drawing/2014/main" id="{D4B7467C-917A-CE27-D20A-2B31AE452242}"/>
                </a:ext>
              </a:extLst>
            </p:cNvPr>
            <p:cNvPicPr/>
            <p:nvPr/>
          </p:nvPicPr>
          <p:blipFill>
            <a:blip r:embed="rId5"/>
            <a:stretch>
              <a:fillRect/>
            </a:stretch>
          </p:blipFill>
          <p:spPr>
            <a:xfrm>
              <a:off x="5694467" y="2725393"/>
              <a:ext cx="1729837" cy="2601697"/>
            </a:xfrm>
            <a:prstGeom prst="rect">
              <a:avLst/>
            </a:prstGeom>
          </p:spPr>
        </p:pic>
        <p:sp>
          <p:nvSpPr>
            <p:cNvPr id="17" name="文本框 16">
              <a:extLst>
                <a:ext uri="{FF2B5EF4-FFF2-40B4-BE49-F238E27FC236}">
                  <a16:creationId xmlns:a16="http://schemas.microsoft.com/office/drawing/2014/main" id="{6A067521-1DD8-E3C7-99C3-251877141AD2}"/>
                </a:ext>
              </a:extLst>
            </p:cNvPr>
            <p:cNvSpPr txBox="1"/>
            <p:nvPr/>
          </p:nvSpPr>
          <p:spPr>
            <a:xfrm>
              <a:off x="5625368" y="5327095"/>
              <a:ext cx="1856087" cy="523220"/>
            </a:xfrm>
            <a:prstGeom prst="rect">
              <a:avLst/>
            </a:prstGeom>
            <a:noFill/>
          </p:spPr>
          <p:txBody>
            <a:bodyPr wrap="square">
              <a:spAutoFit/>
            </a:bodyPr>
            <a:lstStyle/>
            <a:p>
              <a:pPr algn="ctr"/>
              <a:r>
                <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dirty="0">
                  <a:effectLst/>
                  <a:latin typeface="Times New Roman" panose="02020603050405020304" pitchFamily="18" charset="0"/>
                  <a:ea typeface="宋体" panose="02010600030101010101" pitchFamily="2" charset="-122"/>
                </a:rPr>
                <a:t>7.27  </a:t>
              </a:r>
              <a:r>
                <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rPr>
                <a:t>含有环的有向图的深度优先生成树</a:t>
              </a:r>
              <a:endParaRPr lang="zh-CN" altLang="en-US" sz="1400" dirty="0"/>
            </a:p>
          </p:txBody>
        </p:sp>
      </p:grpSp>
    </p:spTree>
    <p:extLst>
      <p:ext uri="{BB962C8B-B14F-4D97-AF65-F5344CB8AC3E}">
        <p14:creationId xmlns:p14="http://schemas.microsoft.com/office/powerpoint/2010/main" val="305400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8"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1000"/>
                                        <p:tgtEl>
                                          <p:spTgt spid="9"/>
                                        </p:tgtEl>
                                        <p:attrNameLst>
                                          <p:attrName>ppt_x</p:attrName>
                                        </p:attrNameLst>
                                      </p:cBhvr>
                                      <p:tavLst>
                                        <p:tav tm="0">
                                          <p:val>
                                            <p:strVal val="#ppt_x-#ppt_w*1.125000"/>
                                          </p:val>
                                        </p:tav>
                                        <p:tav tm="100000">
                                          <p:val>
                                            <p:strVal val="#ppt_x"/>
                                          </p:val>
                                        </p:tav>
                                      </p:tavLst>
                                    </p:anim>
                                    <p:animEffect transition="in" filter="wipe(right)">
                                      <p:cBhvr>
                                        <p:cTn id="15" dur="1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1000"/>
                                        <p:tgtEl>
                                          <p:spTgt spid="15"/>
                                        </p:tgtEl>
                                      </p:cBhvr>
                                    </p:animEffect>
                                    <p:anim calcmode="lin" valueType="num">
                                      <p:cBhvr>
                                        <p:cTn id="21" dur="1000" fill="hold"/>
                                        <p:tgtEl>
                                          <p:spTgt spid="15"/>
                                        </p:tgtEl>
                                        <p:attrNameLst>
                                          <p:attrName>ppt_x</p:attrName>
                                        </p:attrNameLst>
                                      </p:cBhvr>
                                      <p:tavLst>
                                        <p:tav tm="0">
                                          <p:val>
                                            <p:strVal val="#ppt_x"/>
                                          </p:val>
                                        </p:tav>
                                        <p:tav tm="100000">
                                          <p:val>
                                            <p:strVal val="#ppt_x"/>
                                          </p:val>
                                        </p:tav>
                                      </p:tavLst>
                                    </p:anim>
                                    <p:anim calcmode="lin" valueType="num">
                                      <p:cBhvr>
                                        <p:cTn id="2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5">
                                            <p:txEl>
                                              <p:pRg st="0" end="0"/>
                                            </p:txEl>
                                          </p:spTgt>
                                        </p:tgtEl>
                                        <p:attrNameLst>
                                          <p:attrName>style.visibility</p:attrName>
                                        </p:attrNameLst>
                                      </p:cBhvr>
                                      <p:to>
                                        <p:strVal val="visible"/>
                                      </p:to>
                                    </p:set>
                                    <p:animEffect transition="in" filter="fade">
                                      <p:cBhvr>
                                        <p:cTn id="34" dur="1000"/>
                                        <p:tgtEl>
                                          <p:spTgt spid="5">
                                            <p:txEl>
                                              <p:pRg st="0" end="0"/>
                                            </p:txEl>
                                          </p:spTgt>
                                        </p:tgtEl>
                                      </p:cBhvr>
                                    </p:animEffect>
                                    <p:anim calcmode="lin" valueType="num">
                                      <p:cBhvr>
                                        <p:cTn id="3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animEffect transition="in" filter="fade">
                                      <p:cBhvr>
                                        <p:cTn id="41" dur="1000"/>
                                        <p:tgtEl>
                                          <p:spTgt spid="5">
                                            <p:txEl>
                                              <p:pRg st="1" end="1"/>
                                            </p:txEl>
                                          </p:spTgt>
                                        </p:tgtEl>
                                      </p:cBhvr>
                                    </p:animEffect>
                                    <p:anim calcmode="lin" valueType="num">
                                      <p:cBhvr>
                                        <p:cTn id="42"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43"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5">
                                            <p:txEl>
                                              <p:pRg st="2" end="2"/>
                                            </p:txEl>
                                          </p:spTgt>
                                        </p:tgtEl>
                                        <p:attrNameLst>
                                          <p:attrName>style.visibility</p:attrName>
                                        </p:attrNameLst>
                                      </p:cBhvr>
                                      <p:to>
                                        <p:strVal val="visible"/>
                                      </p:to>
                                    </p:set>
                                    <p:animEffect transition="in" filter="fade">
                                      <p:cBhvr>
                                        <p:cTn id="48" dur="1000"/>
                                        <p:tgtEl>
                                          <p:spTgt spid="5">
                                            <p:txEl>
                                              <p:pRg st="2" end="2"/>
                                            </p:txEl>
                                          </p:spTgt>
                                        </p:tgtEl>
                                      </p:cBhvr>
                                    </p:animEffect>
                                    <p:anim calcmode="lin" valueType="num">
                                      <p:cBhvr>
                                        <p:cTn id="49"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50"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1000"/>
                                        <p:tgtEl>
                                          <p:spTgt spid="18"/>
                                        </p:tgtEl>
                                        <p:attrNameLst>
                                          <p:attrName>ppt_y</p:attrName>
                                        </p:attrNameLst>
                                      </p:cBhvr>
                                      <p:tavLst>
                                        <p:tav tm="0">
                                          <p:val>
                                            <p:strVal val="#ppt_y+#ppt_h*1.125000"/>
                                          </p:val>
                                        </p:tav>
                                        <p:tav tm="100000">
                                          <p:val>
                                            <p:strVal val="#ppt_y"/>
                                          </p:val>
                                        </p:tav>
                                      </p:tavLst>
                                    </p:anim>
                                    <p:animEffect transition="in" filter="wipe(up)">
                                      <p:cBhvr>
                                        <p:cTn id="56" dur="1000"/>
                                        <p:tgtEl>
                                          <p:spTgt spid="18"/>
                                        </p:tgtEl>
                                      </p:cBhvr>
                                    </p:animEffect>
                                  </p:childTnLst>
                                </p:cTn>
                              </p:par>
                              <p:par>
                                <p:cTn id="57" presetID="42" presetClass="entr" presetSubtype="0" fill="hold" grpId="0" nodeType="withEffect">
                                  <p:stCondLst>
                                    <p:cond delay="0"/>
                                  </p:stCondLst>
                                  <p:childTnLst>
                                    <p:set>
                                      <p:cBhvr>
                                        <p:cTn id="58" dur="1" fill="hold">
                                          <p:stCondLst>
                                            <p:cond delay="0"/>
                                          </p:stCondLst>
                                        </p:cTn>
                                        <p:tgtEl>
                                          <p:spTgt spid="5">
                                            <p:txEl>
                                              <p:pRg st="3" end="3"/>
                                            </p:txEl>
                                          </p:spTgt>
                                        </p:tgtEl>
                                        <p:attrNameLst>
                                          <p:attrName>style.visibility</p:attrName>
                                        </p:attrNameLst>
                                      </p:cBhvr>
                                      <p:to>
                                        <p:strVal val="visible"/>
                                      </p:to>
                                    </p:set>
                                    <p:animEffect transition="in" filter="fade">
                                      <p:cBhvr>
                                        <p:cTn id="59" dur="1000"/>
                                        <p:tgtEl>
                                          <p:spTgt spid="5">
                                            <p:txEl>
                                              <p:pRg st="3" end="3"/>
                                            </p:txEl>
                                          </p:spTgt>
                                        </p:tgtEl>
                                      </p:cBhvr>
                                    </p:animEffect>
                                    <p:anim calcmode="lin" valueType="num">
                                      <p:cBhvr>
                                        <p:cTn id="60"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61"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P spid="5"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5207995-2EFD-460F-EF03-F020FE8232BD}"/>
              </a:ext>
            </a:extLst>
          </p:cNvPr>
          <p:cNvSpPr>
            <a:spLocks noGrp="1"/>
          </p:cNvSpPr>
          <p:nvPr>
            <p:ph type="sldNum" sz="quarter" idx="12"/>
          </p:nvPr>
        </p:nvSpPr>
        <p:spPr>
          <a:xfrm>
            <a:off x="8457288" y="6246841"/>
            <a:ext cx="2743200" cy="365125"/>
          </a:xfrm>
        </p:spPr>
        <p:txBody>
          <a:bodyPr/>
          <a:lstStyle/>
          <a:p>
            <a:fld id="{D7C0FE0B-717B-41AE-9FA2-CA4BF851D1C3}" type="slidenum">
              <a:rPr lang="zh-CN" altLang="en-US" smtClean="0"/>
              <a:t>32</a:t>
            </a:fld>
            <a:endParaRPr lang="zh-CN" altLang="en-US"/>
          </a:p>
        </p:txBody>
      </p:sp>
      <p:sp>
        <p:nvSpPr>
          <p:cNvPr id="3" name="文本框 2">
            <a:extLst>
              <a:ext uri="{FF2B5EF4-FFF2-40B4-BE49-F238E27FC236}">
                <a16:creationId xmlns:a16="http://schemas.microsoft.com/office/drawing/2014/main" id="{772EF7B2-BF4F-4A61-B901-EA89BF156DE0}"/>
              </a:ext>
            </a:extLst>
          </p:cNvPr>
          <p:cNvSpPr txBox="1"/>
          <p:nvPr/>
        </p:nvSpPr>
        <p:spPr>
          <a:xfrm>
            <a:off x="972596" y="262707"/>
            <a:ext cx="3642543" cy="461665"/>
          </a:xfrm>
          <a:prstGeom prst="rect">
            <a:avLst/>
          </a:prstGeom>
          <a:noFill/>
        </p:spPr>
        <p:txBody>
          <a:bodyPr wrap="square">
            <a:spAutoFit/>
          </a:bodyPr>
          <a:lstStyle/>
          <a:p>
            <a:pPr indent="269240">
              <a:buNone/>
            </a:pPr>
            <a:r>
              <a:rPr lang="en-US" altLang="zh-CN" sz="2400" b="1" kern="100" spc="-1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7.6.2  </a:t>
            </a:r>
            <a:r>
              <a:rPr lang="zh-CN" altLang="zh-CN" sz="2400" b="1" dirty="0">
                <a:solidFill>
                  <a:srgbClr val="C00000"/>
                </a:solidFill>
                <a:effectLst>
                  <a:outerShdw blurRad="38100" dist="38100" dir="2700000" algn="tl">
                    <a:srgbClr val="000000">
                      <a:alpha val="43137"/>
                    </a:srgbClr>
                  </a:outerShdw>
                </a:effectLst>
                <a:latin typeface="+mj-ea"/>
                <a:ea typeface="+mj-ea"/>
              </a:rPr>
              <a:t>拓扑排序</a:t>
            </a:r>
            <a:endParaRPr lang="zh-CN" altLang="zh-CN" sz="2400" b="1" kern="100" spc="-10" dirty="0">
              <a:solidFill>
                <a:srgbClr val="C00000"/>
              </a:solidFill>
              <a:effectLst>
                <a:outerShdw blurRad="38100" dist="38100" dir="2700000" algn="tl">
                  <a:srgbClr val="000000">
                    <a:alpha val="43137"/>
                  </a:srgbClr>
                </a:outerShdw>
              </a:effectLst>
              <a:latin typeface="+mj-ea"/>
              <a:ea typeface="+mj-ea"/>
              <a:cs typeface="Times New Roman" panose="02020603050405020304" pitchFamily="18" charset="0"/>
            </a:endParaRPr>
          </a:p>
        </p:txBody>
      </p:sp>
      <p:sp>
        <p:nvSpPr>
          <p:cNvPr id="4" name="Rectangle 2">
            <a:extLst>
              <a:ext uri="{FF2B5EF4-FFF2-40B4-BE49-F238E27FC236}">
                <a16:creationId xmlns:a16="http://schemas.microsoft.com/office/drawing/2014/main" id="{2B0A6524-A34F-835C-BAEB-E1162E3076ED}"/>
              </a:ext>
            </a:extLst>
          </p:cNvPr>
          <p:cNvSpPr>
            <a:spLocks noChangeArrowheads="1"/>
          </p:cNvSpPr>
          <p:nvPr/>
        </p:nvSpPr>
        <p:spPr bwMode="auto">
          <a:xfrm>
            <a:off x="222669" y="773377"/>
            <a:ext cx="6798805" cy="3723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10000"/>
              </a:lnSpc>
              <a:spcBef>
                <a:spcPct val="0"/>
              </a:spcBef>
              <a:spcAft>
                <a:spcPct val="0"/>
              </a:spcAft>
              <a:buClrTx/>
              <a:buSzTx/>
              <a:buFontTx/>
              <a:buNone/>
              <a:tabLst/>
            </a:pPr>
            <a:r>
              <a:rPr kumimoji="0" lang="zh-CN" altLang="zh-CN"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黑体" panose="02010609060101010101" pitchFamily="49" charset="-122"/>
                <a:cs typeface="Times New Roman" panose="02020603050405020304" pitchFamily="18" charset="0"/>
              </a:rPr>
              <a:t>拓扑排序</a:t>
            </a:r>
            <a:r>
              <a:rPr kumimoji="0" lang="zh-CN"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Topological Sort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）是由某个集合上的一个</a:t>
            </a:r>
            <a:r>
              <a:rPr kumimoji="0" lang="zh-CN" altLang="en-US" b="1" i="0" u="none" strike="noStrike" cap="none" normalizeH="0" baseline="0" dirty="0">
                <a:ln>
                  <a:noFill/>
                </a:ln>
                <a:solidFill>
                  <a:srgbClr val="333DFF"/>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偏序</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得到该集合上的一个</a:t>
            </a:r>
            <a:r>
              <a:rPr lang="zh-CN" altLang="en-US" b="1" dirty="0">
                <a:solidFill>
                  <a:srgbClr val="333DFF"/>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全序</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。回顾离散数学中关于偏序和全序的定义：</a:t>
            </a:r>
            <a:endParaRPr kumimoji="0" lang="zh-CN"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若集合</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上的关系</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R</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是自反的、反对称的和传递的，则称</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R</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是集合</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上的偏序关系。</a:t>
            </a:r>
            <a:endParaRPr kumimoji="0" lang="zh-CN"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设</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R</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是集合</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上的</a:t>
            </a:r>
            <a:r>
              <a:rPr kumimoji="0" lang="zh-CN" altLang="en-US" b="0"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黑体" panose="02010609060101010101" pitchFamily="49" charset="-122"/>
                <a:cs typeface="Times New Roman" panose="02020603050405020304" pitchFamily="18" charset="0"/>
              </a:rPr>
              <a:t>偏序</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Partial Order)</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，如果对任何</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x</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y</a:t>
            </a:r>
            <a:r>
              <a:rPr kumimoji="0" lang="en-US" altLang="zh-CN" b="0" i="0"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S</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必有</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xRy</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或</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yRz</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，则称</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R</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是集合</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S</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上的</a:t>
            </a:r>
            <a:r>
              <a:rPr kumimoji="0" lang="zh-CN" altLang="en-US" b="0"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黑体" panose="02010609060101010101" pitchFamily="49" charset="-122"/>
                <a:cs typeface="Times New Roman" panose="02020603050405020304" pitchFamily="18" charset="0"/>
                <a:sym typeface="Symbol" panose="05050102010706020507" pitchFamily="18" charset="2"/>
              </a:rPr>
              <a:t>全序</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关系。</a:t>
            </a:r>
            <a:endParaRPr kumimoji="0" lang="zh-CN" altLang="en-US" b="0" i="0" u="none" strike="noStrike" cap="none" normalizeH="0" baseline="0" dirty="0">
              <a:ln>
                <a:noFill/>
              </a:ln>
              <a:solidFill>
                <a:schemeClr val="tx1"/>
              </a:solidFill>
              <a:effectLst/>
              <a:latin typeface="+mn-lt"/>
              <a:sym typeface="Symbol" panose="05050102010706020507" pitchFamily="18" charset="2"/>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直观地看，</a:t>
            </a:r>
            <a:r>
              <a:rPr lang="zh-CN" altLang="en-US" b="1" dirty="0">
                <a:solidFill>
                  <a:srgbClr val="333DFF"/>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sym typeface="Symbol" panose="05050102010706020507" pitchFamily="18" charset="2"/>
              </a:rPr>
              <a:t>偏序</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指集合中仅有部分成员之间可比较，而</a:t>
            </a:r>
            <a:r>
              <a:rPr lang="zh-CN" altLang="en-US" b="1" dirty="0">
                <a:solidFill>
                  <a:srgbClr val="333DFF"/>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sym typeface="Symbol" panose="05050102010706020507" pitchFamily="18" charset="2"/>
              </a:rPr>
              <a:t>全序</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指集合中全体成员之间均可比较。例如，</a:t>
            </a:r>
            <a:r>
              <a:rPr kumimoji="0" lang="zh-CN" altLang="en-US" b="1" i="0" u="none" strike="noStrike" cap="none" normalizeH="0" baseline="0" dirty="0">
                <a:ln>
                  <a:noFill/>
                </a:ln>
                <a:solidFill>
                  <a:srgbClr val="333DFF"/>
                </a:solidFill>
                <a:latin typeface="+mn-lt"/>
                <a:ea typeface="宋体" panose="02010600030101010101" pitchFamily="2" charset="-122"/>
                <a:cs typeface="Times New Roman" panose="02020603050405020304" pitchFamily="18" charset="0"/>
                <a:sym typeface="Symbol" panose="05050102010706020507" pitchFamily="18" charset="2"/>
              </a:rPr>
              <a:t>图</a:t>
            </a:r>
            <a:r>
              <a:rPr kumimoji="0" lang="en-US" altLang="zh-CN" b="1" i="0" u="none" strike="noStrike" cap="none" normalizeH="0" baseline="0" dirty="0">
                <a:ln>
                  <a:noFill/>
                </a:ln>
                <a:solidFill>
                  <a:srgbClr val="333DFF"/>
                </a:solidFill>
                <a:latin typeface="+mn-lt"/>
                <a:ea typeface="宋体" panose="02010600030101010101" pitchFamily="2" charset="-122"/>
                <a:cs typeface="Times New Roman" panose="02020603050405020304" pitchFamily="18" charset="0"/>
                <a:sym typeface="Symbol" panose="05050102010706020507" pitchFamily="18" charset="2"/>
              </a:rPr>
              <a:t>7.28</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所示的两个有向图，图中弧</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x</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 </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y</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表示</a:t>
            </a:r>
            <a:r>
              <a:rPr kumimoji="0" lang="en-US" altLang="zh-CN" b="1" i="0"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x≤y</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，则</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表示偏序，</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(b)</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表示全序。若在</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的有向图上人为地加一个表示</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2</a:t>
            </a:r>
            <a:r>
              <a:rPr kumimoji="0" lang="en-US" altLang="zh-CN" b="1" i="0"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3</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的弧（符号“</a:t>
            </a:r>
            <a:r>
              <a:rPr kumimoji="0" lang="zh-CN" altLang="en-US"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”表示</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2</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领先于</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v</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3</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，则</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(a)</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表示的亦为全序，且这个全序称为</a:t>
            </a:r>
            <a:r>
              <a:rPr kumimoji="0" lang="zh-CN" altLang="en-US" b="0"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黑体" panose="02010609060101010101" pitchFamily="49" charset="-122"/>
                <a:cs typeface="Times New Roman" panose="02020603050405020304" pitchFamily="18" charset="0"/>
                <a:sym typeface="Symbol" panose="05050102010706020507" pitchFamily="18" charset="2"/>
              </a:rPr>
              <a:t>拓扑有序</a:t>
            </a:r>
            <a:r>
              <a:rPr lang="en-US" altLang="zh-CN" dirty="0">
                <a:latin typeface="+mn-lt"/>
                <a:ea typeface="宋体" panose="02010600030101010101" pitchFamily="2" charset="-122"/>
                <a:cs typeface="Times New Roman" panose="02020603050405020304" pitchFamily="18" charset="0"/>
                <a:sym typeface="Symbol" panose="05050102010706020507" pitchFamily="18" charset="2"/>
              </a:rPr>
              <a:t>(</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Topological Order)</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sym typeface="Symbol" panose="05050102010706020507" pitchFamily="18" charset="2"/>
              </a:rPr>
              <a:t>，而由偏序定义得到拓扑有序的操作便是拓扑排序。</a:t>
            </a:r>
            <a:endParaRPr kumimoji="0" lang="zh-CN" altLang="en-US" b="0" i="0" u="none" strike="noStrike" cap="none" normalizeH="0" baseline="0" dirty="0">
              <a:ln>
                <a:noFill/>
              </a:ln>
              <a:solidFill>
                <a:schemeClr val="tx1"/>
              </a:solidFill>
              <a:effectLst/>
              <a:latin typeface="+mn-lt"/>
              <a:sym typeface="Symbol" panose="05050102010706020507" pitchFamily="18" charset="2"/>
            </a:endParaRPr>
          </a:p>
        </p:txBody>
      </p:sp>
      <p:grpSp>
        <p:nvGrpSpPr>
          <p:cNvPr id="6" name="组合 5">
            <a:extLst>
              <a:ext uri="{FF2B5EF4-FFF2-40B4-BE49-F238E27FC236}">
                <a16:creationId xmlns:a16="http://schemas.microsoft.com/office/drawing/2014/main" id="{8D593003-2457-9BDB-1149-03ED4366489A}"/>
              </a:ext>
            </a:extLst>
          </p:cNvPr>
          <p:cNvGrpSpPr/>
          <p:nvPr/>
        </p:nvGrpSpPr>
        <p:grpSpPr>
          <a:xfrm>
            <a:off x="1104901" y="4497217"/>
            <a:ext cx="4953000" cy="2224258"/>
            <a:chOff x="5265679" y="4268603"/>
            <a:chExt cx="4953000" cy="2224258"/>
          </a:xfrm>
        </p:grpSpPr>
        <p:pic>
          <p:nvPicPr>
            <p:cNvPr id="1025" name="IM 144">
              <a:extLst>
                <a:ext uri="{FF2B5EF4-FFF2-40B4-BE49-F238E27FC236}">
                  <a16:creationId xmlns:a16="http://schemas.microsoft.com/office/drawing/2014/main" id="{73FDB09D-577E-691B-6FF3-72F56C9E6D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5679" y="4268603"/>
              <a:ext cx="4953000" cy="163948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6A53E8E2-7951-D556-3303-9DC9B8E069BD}"/>
                </a:ext>
              </a:extLst>
            </p:cNvPr>
            <p:cNvSpPr>
              <a:spLocks noChangeArrowheads="1"/>
            </p:cNvSpPr>
            <p:nvPr/>
          </p:nvSpPr>
          <p:spPr bwMode="auto">
            <a:xfrm>
              <a:off x="5645188" y="5908086"/>
              <a:ext cx="40189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7.28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表示偏序和全序的有向图</a:t>
              </a:r>
              <a:endParaRPr kumimoji="0" lang="zh-CN" alt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表示偏序；</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表示全序</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pSp>
      <p:sp>
        <p:nvSpPr>
          <p:cNvPr id="8" name="文本框 7">
            <a:extLst>
              <a:ext uri="{FF2B5EF4-FFF2-40B4-BE49-F238E27FC236}">
                <a16:creationId xmlns:a16="http://schemas.microsoft.com/office/drawing/2014/main" id="{BD12B305-07D4-94DE-6B4C-47CA0C424B6F}"/>
              </a:ext>
            </a:extLst>
          </p:cNvPr>
          <p:cNvSpPr txBox="1"/>
          <p:nvPr/>
        </p:nvSpPr>
        <p:spPr>
          <a:xfrm>
            <a:off x="7244019" y="724372"/>
            <a:ext cx="4572000" cy="1596656"/>
          </a:xfrm>
          <a:prstGeom prst="rect">
            <a:avLst/>
          </a:prstGeom>
          <a:noFill/>
        </p:spPr>
        <p:txBody>
          <a:bodyPr wrap="square">
            <a:spAutoFit/>
          </a:bodyPr>
          <a:lstStyle/>
          <a:p>
            <a:pPr algn="just">
              <a:lnSpc>
                <a:spcPct val="11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示偏序的有向图可用来表示一个流程图。它或者是一个施工流程图，或者是一个产品生产的流程图，再或是一个数据流图（每个顶点表示一个过程）。图中每一条有向边表示两个子工程之间的次序关系（领先关系）。</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981C34B1-6E80-F639-E761-622C1EF3FA57}"/>
              </a:ext>
            </a:extLst>
          </p:cNvPr>
          <p:cNvSpPr txBox="1"/>
          <p:nvPr/>
        </p:nvSpPr>
        <p:spPr>
          <a:xfrm>
            <a:off x="7244019" y="2387408"/>
            <a:ext cx="4572000" cy="4296561"/>
          </a:xfrm>
          <a:prstGeom prst="rect">
            <a:avLst/>
          </a:prstGeom>
          <a:noFill/>
        </p:spPr>
        <p:txBody>
          <a:bodyPr wrap="square">
            <a:spAutoFit/>
          </a:bodyPr>
          <a:lstStyle/>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a:t>
            </a:r>
            <a:r>
              <a:rPr lang="zh-CN" altLang="zh-CN" sz="1800" b="1" kern="100" dirty="0">
                <a:solidFill>
                  <a:srgbClr val="333D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顶点表示活动</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，用</a:t>
            </a:r>
            <a:r>
              <a:rPr lang="zh-CN" altLang="zh-CN" b="1" kern="100" dirty="0">
                <a:solidFill>
                  <a:srgbClr val="333D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弧表示活动间的优先关系</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的有向图称为顶点表示活动的网</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(Activity On Vertex Network)</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，简称</a:t>
            </a:r>
            <a:r>
              <a:rPr lang="en-US" altLang="zh-CN" sz="1800" b="1" kern="100" dirty="0" err="1">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AOV</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网</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。在网中，若从顶点</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到顶点</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有一条有向路径，则</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的前驱；</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的后继。若</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＞是网中一条弧，则</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的直接前驱；</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的直接后继。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spcBef>
                <a:spcPts val="600"/>
              </a:spcBef>
              <a:buNone/>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err="1">
                <a:effectLst/>
                <a:latin typeface="Times New Roman" panose="02020603050405020304" pitchFamily="18" charset="0"/>
                <a:ea typeface="宋体" panose="02010600030101010101" pitchFamily="2" charset="-122"/>
              </a:rPr>
              <a:t>AOV</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网中，不应该出现有向环，</a:t>
            </a:r>
            <a:r>
              <a:rPr lang="zh-CN" altLang="en-US" dirty="0">
                <a:latin typeface="Times New Roman" panose="02020603050405020304" pitchFamily="18" charset="0"/>
                <a:ea typeface="宋体" panose="02010600030101010101" pitchFamily="2" charset="-122"/>
                <a:cs typeface="Times New Roman" panose="02020603050405020304" pitchFamily="18" charset="0"/>
              </a:rPr>
              <a:t>若</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存在环</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就</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意味着某项活动应以自己为先决条件。若设计出这样的流程图，工程便无法进行。而对程序的数据流图来说，则表明存在一个死循环。因此，对给定的</a:t>
            </a:r>
            <a:r>
              <a:rPr lang="en-US" altLang="zh-CN" sz="1800" dirty="0" err="1">
                <a:effectLst/>
                <a:latin typeface="Times New Roman" panose="02020603050405020304" pitchFamily="18" charset="0"/>
                <a:ea typeface="宋体" panose="02010600030101010101" pitchFamily="2" charset="-122"/>
              </a:rPr>
              <a:t>AOV</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网应首先判定网中是否存在环。检测的办法是对有向图构造其顶点的拓扑有序序列，若网中所有顶点都在它的拓扑有序序列中，则不存在环。</a:t>
            </a:r>
            <a:endParaRPr lang="zh-CN" altLang="en-US" dirty="0"/>
          </a:p>
        </p:txBody>
      </p:sp>
    </p:spTree>
    <p:extLst>
      <p:ext uri="{BB962C8B-B14F-4D97-AF65-F5344CB8AC3E}">
        <p14:creationId xmlns:p14="http://schemas.microsoft.com/office/powerpoint/2010/main" val="1847723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42" presetClass="entr" presetSubtype="0"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anim calcmode="lin" valueType="num">
                                      <p:cBhvr>
                                        <p:cTn id="35" dur="1000" fill="hold"/>
                                        <p:tgtEl>
                                          <p:spTgt spid="6"/>
                                        </p:tgtEl>
                                        <p:attrNameLst>
                                          <p:attrName>ppt_x</p:attrName>
                                        </p:attrNameLst>
                                      </p:cBhvr>
                                      <p:tavLst>
                                        <p:tav tm="0">
                                          <p:val>
                                            <p:strVal val="#ppt_x"/>
                                          </p:val>
                                        </p:tav>
                                        <p:tav tm="100000">
                                          <p:val>
                                            <p:strVal val="#ppt_x"/>
                                          </p:val>
                                        </p:tav>
                                      </p:tavLst>
                                    </p:anim>
                                    <p:anim calcmode="lin" valueType="num">
                                      <p:cBhvr>
                                        <p:cTn id="3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1000"/>
                                        <p:tgtEl>
                                          <p:spTgt spid="8"/>
                                        </p:tgtEl>
                                      </p:cBhvr>
                                    </p:animEffect>
                                    <p:anim calcmode="lin" valueType="num">
                                      <p:cBhvr>
                                        <p:cTn id="42" dur="1000" fill="hold"/>
                                        <p:tgtEl>
                                          <p:spTgt spid="8"/>
                                        </p:tgtEl>
                                        <p:attrNameLst>
                                          <p:attrName>ppt_x</p:attrName>
                                        </p:attrNameLst>
                                      </p:cBhvr>
                                      <p:tavLst>
                                        <p:tav tm="0">
                                          <p:val>
                                            <p:strVal val="#ppt_x"/>
                                          </p:val>
                                        </p:tav>
                                        <p:tav tm="100000">
                                          <p:val>
                                            <p:strVal val="#ppt_x"/>
                                          </p:val>
                                        </p:tav>
                                      </p:tavLst>
                                    </p:anim>
                                    <p:anim calcmode="lin" valueType="num">
                                      <p:cBhvr>
                                        <p:cTn id="4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0">
                                            <p:txEl>
                                              <p:pRg st="0" end="0"/>
                                            </p:txEl>
                                          </p:spTgt>
                                        </p:tgtEl>
                                        <p:attrNameLst>
                                          <p:attrName>style.visibility</p:attrName>
                                        </p:attrNameLst>
                                      </p:cBhvr>
                                      <p:to>
                                        <p:strVal val="visible"/>
                                      </p:to>
                                    </p:set>
                                    <p:animEffect transition="in" filter="fade">
                                      <p:cBhvr>
                                        <p:cTn id="48" dur="1000"/>
                                        <p:tgtEl>
                                          <p:spTgt spid="10">
                                            <p:txEl>
                                              <p:pRg st="0" end="0"/>
                                            </p:txEl>
                                          </p:spTgt>
                                        </p:tgtEl>
                                      </p:cBhvr>
                                    </p:animEffect>
                                    <p:anim calcmode="lin" valueType="num">
                                      <p:cBhvr>
                                        <p:cTn id="4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0">
                                            <p:txEl>
                                              <p:pRg st="1" end="1"/>
                                            </p:txEl>
                                          </p:spTgt>
                                        </p:tgtEl>
                                        <p:attrNameLst>
                                          <p:attrName>style.visibility</p:attrName>
                                        </p:attrNameLst>
                                      </p:cBhvr>
                                      <p:to>
                                        <p:strVal val="visible"/>
                                      </p:to>
                                    </p:set>
                                    <p:animEffect transition="in" filter="fade">
                                      <p:cBhvr>
                                        <p:cTn id="55" dur="1000"/>
                                        <p:tgtEl>
                                          <p:spTgt spid="10">
                                            <p:txEl>
                                              <p:pRg st="1" end="1"/>
                                            </p:txEl>
                                          </p:spTgt>
                                        </p:tgtEl>
                                      </p:cBhvr>
                                    </p:animEffect>
                                    <p:anim calcmode="lin" valueType="num">
                                      <p:cBhvr>
                                        <p:cTn id="5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5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8" grpId="0"/>
      <p:bldP spid="10"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矩形 183">
            <a:extLst>
              <a:ext uri="{FF2B5EF4-FFF2-40B4-BE49-F238E27FC236}">
                <a16:creationId xmlns:a16="http://schemas.microsoft.com/office/drawing/2014/main" id="{F5E6D727-0702-A9CE-D4EC-B13F0B6F5066}"/>
              </a:ext>
            </a:extLst>
          </p:cNvPr>
          <p:cNvSpPr/>
          <p:nvPr/>
        </p:nvSpPr>
        <p:spPr>
          <a:xfrm>
            <a:off x="334871" y="4222469"/>
            <a:ext cx="7276261" cy="1497725"/>
          </a:xfrm>
          <a:prstGeom prst="rect">
            <a:avLst/>
          </a:prstGeom>
          <a:solidFill>
            <a:srgbClr val="F0FAEC"/>
          </a:solid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3" name="矩形 182">
            <a:extLst>
              <a:ext uri="{FF2B5EF4-FFF2-40B4-BE49-F238E27FC236}">
                <a16:creationId xmlns:a16="http://schemas.microsoft.com/office/drawing/2014/main" id="{349AF596-EE6F-E10B-1D72-A1AC62D70991}"/>
              </a:ext>
            </a:extLst>
          </p:cNvPr>
          <p:cNvSpPr/>
          <p:nvPr/>
        </p:nvSpPr>
        <p:spPr>
          <a:xfrm>
            <a:off x="353786" y="3761147"/>
            <a:ext cx="4644242" cy="473148"/>
          </a:xfrm>
          <a:prstGeom prst="rect">
            <a:avLst/>
          </a:prstGeom>
          <a:solidFill>
            <a:srgbClr val="F0FAEC"/>
          </a:solid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矩形 181">
            <a:extLst>
              <a:ext uri="{FF2B5EF4-FFF2-40B4-BE49-F238E27FC236}">
                <a16:creationId xmlns:a16="http://schemas.microsoft.com/office/drawing/2014/main" id="{F5E6D727-0702-A9CE-D4EC-B13F0B6F5066}"/>
              </a:ext>
            </a:extLst>
          </p:cNvPr>
          <p:cNvSpPr/>
          <p:nvPr/>
        </p:nvSpPr>
        <p:spPr>
          <a:xfrm>
            <a:off x="358491" y="3009900"/>
            <a:ext cx="6622435" cy="742338"/>
          </a:xfrm>
          <a:prstGeom prst="rect">
            <a:avLst/>
          </a:prstGeom>
          <a:solidFill>
            <a:srgbClr val="F0FAEC"/>
          </a:solid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8C2621DB-7186-40AF-F0FC-F1CC3617626F}"/>
              </a:ext>
            </a:extLst>
          </p:cNvPr>
          <p:cNvSpPr>
            <a:spLocks noGrp="1"/>
          </p:cNvSpPr>
          <p:nvPr>
            <p:ph type="sldNum" sz="quarter" idx="12"/>
          </p:nvPr>
        </p:nvSpPr>
        <p:spPr/>
        <p:txBody>
          <a:bodyPr/>
          <a:lstStyle/>
          <a:p>
            <a:fld id="{D7C0FE0B-717B-41AE-9FA2-CA4BF851D1C3}" type="slidenum">
              <a:rPr lang="zh-CN" altLang="en-US" smtClean="0"/>
              <a:t>33</a:t>
            </a:fld>
            <a:endParaRPr lang="zh-CN" altLang="en-US"/>
          </a:p>
        </p:txBody>
      </p:sp>
      <p:sp>
        <p:nvSpPr>
          <p:cNvPr id="3" name="文本框 2">
            <a:extLst>
              <a:ext uri="{FF2B5EF4-FFF2-40B4-BE49-F238E27FC236}">
                <a16:creationId xmlns:a16="http://schemas.microsoft.com/office/drawing/2014/main" id="{772EF7B2-BF4F-4A61-B901-EA89BF156DE0}"/>
              </a:ext>
            </a:extLst>
          </p:cNvPr>
          <p:cNvSpPr txBox="1"/>
          <p:nvPr/>
        </p:nvSpPr>
        <p:spPr>
          <a:xfrm>
            <a:off x="1055164" y="214048"/>
            <a:ext cx="3642543"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69240">
              <a:buNone/>
            </a:pPr>
            <a:r>
              <a:rPr lang="en-US" altLang="zh-CN" sz="2400" b="1" kern="100" spc="-1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7.6.2  </a:t>
            </a:r>
            <a:r>
              <a:rPr lang="zh-CN" altLang="zh-CN" sz="2400" b="1" dirty="0">
                <a:solidFill>
                  <a:srgbClr val="C00000"/>
                </a:solidFill>
                <a:effectLst>
                  <a:outerShdw blurRad="38100" dist="38100" dir="2700000" algn="tl">
                    <a:srgbClr val="000000">
                      <a:alpha val="43137"/>
                    </a:srgbClr>
                  </a:outerShdw>
                </a:effectLst>
                <a:latin typeface="+mj-ea"/>
                <a:ea typeface="+mj-ea"/>
              </a:rPr>
              <a:t>拓扑排序</a:t>
            </a:r>
            <a:r>
              <a:rPr lang="zh-CN" altLang="en-US" sz="2400" b="1" dirty="0">
                <a:solidFill>
                  <a:srgbClr val="C00000"/>
                </a:solidFill>
                <a:latin typeface="+mj-ea"/>
                <a:ea typeface="+mj-ea"/>
              </a:rPr>
              <a:t>（续）</a:t>
            </a:r>
            <a:endParaRPr lang="zh-CN" altLang="zh-CN" sz="2400" b="1" kern="100" spc="-10" dirty="0">
              <a:solidFill>
                <a:srgbClr val="C00000"/>
              </a:solidFill>
              <a:latin typeface="+mj-ea"/>
              <a:ea typeface="+mj-ea"/>
              <a:cs typeface="Times New Roman" panose="02020603050405020304" pitchFamily="18" charset="0"/>
            </a:endParaRPr>
          </a:p>
        </p:txBody>
      </p:sp>
      <p:sp>
        <p:nvSpPr>
          <p:cNvPr id="5" name="文本框 4">
            <a:extLst>
              <a:ext uri="{FF2B5EF4-FFF2-40B4-BE49-F238E27FC236}">
                <a16:creationId xmlns:a16="http://schemas.microsoft.com/office/drawing/2014/main" id="{92CC62E7-96E2-06FD-0024-A52485785CE6}"/>
              </a:ext>
            </a:extLst>
          </p:cNvPr>
          <p:cNvSpPr txBox="1"/>
          <p:nvPr/>
        </p:nvSpPr>
        <p:spPr>
          <a:xfrm>
            <a:off x="139036" y="1990137"/>
            <a:ext cx="9929271" cy="4770537"/>
          </a:xfrm>
          <a:prstGeom prst="rect">
            <a:avLst/>
          </a:prstGeom>
          <a:noFill/>
        </p:spPr>
        <p:txBody>
          <a:bodyPr wrap="square">
            <a:spAutoFit/>
          </a:bodyPr>
          <a:lstStyle/>
          <a:p>
            <a:pPr algn="just">
              <a:spcBef>
                <a:spcPts val="600"/>
              </a:spcBef>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Status</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ToplogicalSort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ALGraph</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G)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50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rgbClr val="C00000"/>
                </a:solidFill>
                <a:latin typeface="等线" panose="02010600030101010101" pitchFamily="2" charset="-122"/>
                <a:ea typeface="黑体" panose="02010609060101010101" pitchFamily="49" charset="-122"/>
                <a:cs typeface="Courier New" panose="02070309020205020404" pitchFamily="49" charset="0"/>
              </a:rPr>
              <a:t>算法</a:t>
            </a:r>
            <a:r>
              <a:rPr lang="en-US" altLang="zh-CN" sz="1600" kern="100" dirty="0">
                <a:solidFill>
                  <a:srgbClr val="C00000"/>
                </a:solidFill>
                <a:latin typeface="等线" panose="02010600030101010101" pitchFamily="2" charset="-122"/>
                <a:ea typeface="黑体" panose="02010609060101010101" pitchFamily="49" charset="-122"/>
                <a:cs typeface="Courier New" panose="02070309020205020404" pitchFamily="49" charset="0"/>
              </a:rPr>
              <a:t>7.14</a:t>
            </a:r>
            <a:r>
              <a:rPr lang="zh-CN" altLang="en-US" sz="1600" kern="100" dirty="0">
                <a:solidFill>
                  <a:schemeClr val="accent6">
                    <a:lumMod val="50000"/>
                  </a:schemeClr>
                </a:solidFill>
                <a:latin typeface="等线" panose="02010600030101010101" pitchFamily="2" charset="-122"/>
                <a:ea typeface="黑体" panose="02010609060101010101" pitchFamily="49" charset="-122"/>
                <a:cs typeface="Courier New" panose="02070309020205020404" pitchFamily="49" charset="0"/>
              </a:rPr>
              <a:t>，</a:t>
            </a:r>
            <a:r>
              <a:rPr lang="zh-CN" altLang="zh-CN" sz="1600" kern="100" dirty="0">
                <a:solidFill>
                  <a:schemeClr val="accent6">
                    <a:lumMod val="50000"/>
                  </a:schemeClr>
                </a:solidFill>
                <a:effectLst/>
                <a:latin typeface="Courier New" panose="02070309020205020404" pitchFamily="49" charset="0"/>
                <a:ea typeface="宋体" panose="02010600030101010101" pitchFamily="2" charset="-122"/>
                <a:cs typeface="Courier New" panose="02070309020205020404" pitchFamily="49" charset="0"/>
              </a:rPr>
              <a:t>对采用邻接表存储结构的图</a:t>
            </a:r>
            <a:r>
              <a:rPr lang="en-US" altLang="zh-CN" sz="1600" kern="100" dirty="0">
                <a:solidFill>
                  <a:schemeClr val="accent6">
                    <a:lumMod val="50000"/>
                  </a:schemeClr>
                </a:solidFill>
                <a:effectLst/>
                <a:latin typeface="Courier New" panose="02070309020205020404" pitchFamily="49" charset="0"/>
                <a:ea typeface="宋体" panose="02010600030101010101" pitchFamily="2" charset="-122"/>
                <a:cs typeface="Times New Roman" panose="02020603050405020304" pitchFamily="18" charset="0"/>
              </a:rPr>
              <a:t>G</a:t>
            </a:r>
            <a:r>
              <a:rPr lang="zh-CN" altLang="zh-CN" sz="1600" kern="100" dirty="0">
                <a:solidFill>
                  <a:schemeClr val="accent6">
                    <a:lumMod val="50000"/>
                  </a:schemeClr>
                </a:solidFill>
                <a:effectLst/>
                <a:latin typeface="Courier New" panose="02070309020205020404" pitchFamily="49" charset="0"/>
                <a:ea typeface="宋体" panose="02010600030101010101" pitchFamily="2" charset="-122"/>
                <a:cs typeface="Courier New" panose="02070309020205020404" pitchFamily="49" charset="0"/>
              </a:rPr>
              <a:t>进行拓扑排序</a:t>
            </a:r>
            <a:endParaRPr lang="zh-CN" altLang="zh-CN" sz="1600" kern="100" dirty="0">
              <a:solidFill>
                <a:schemeClr val="accent6">
                  <a:lumMod val="50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ArcNP</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p;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count = 0, *indegree;</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Queue Q =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InitQueue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50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50000"/>
                  </a:schemeClr>
                </a:solidFill>
                <a:effectLst/>
                <a:latin typeface="Courier New" panose="02070309020205020404" pitchFamily="49" charset="0"/>
                <a:ea typeface="宋体" panose="02010600030101010101" pitchFamily="2" charset="-122"/>
                <a:cs typeface="Courier New" panose="02070309020205020404" pitchFamily="49" charset="0"/>
              </a:rPr>
              <a:t>初始化链队列</a:t>
            </a:r>
            <a:r>
              <a:rPr lang="en-US" altLang="zh-CN" sz="1600" kern="100" dirty="0">
                <a:solidFill>
                  <a:schemeClr val="accent6">
                    <a:lumMod val="50000"/>
                  </a:schemeClr>
                </a:solidFill>
                <a:effectLst/>
                <a:latin typeface="Courier New" panose="02070309020205020404" pitchFamily="49" charset="0"/>
                <a:ea typeface="宋体" panose="02010600030101010101" pitchFamily="2" charset="-122"/>
                <a:cs typeface="Times New Roman" panose="02020603050405020304" pitchFamily="18" charset="0"/>
              </a:rPr>
              <a:t>Q</a:t>
            </a:r>
            <a:endParaRPr lang="zh-CN" altLang="zh-CN" sz="1600" kern="100" dirty="0">
              <a:solidFill>
                <a:schemeClr val="accent6">
                  <a:lumMod val="50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(indegree =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calloc</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(G-&gt;n,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自动清</a:t>
            </a:r>
            <a:r>
              <a:rPr lang="en-US"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0</a:t>
            </a:r>
            <a:endPar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=0;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&lt;G-&gt;n;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计算每个顶点的入度</a:t>
            </a: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(p=G-&gt;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vexs</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firstArc</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p</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=NULL; p=p-&gt;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nextArc</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indegree[p-&gt;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adjvex</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=0;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&lt;G-&gt;n;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if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(0==indegree[</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EnQueue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(Q,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将入度为</a:t>
            </a:r>
            <a:r>
              <a:rPr lang="en-US"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0</a:t>
            </a:r>
            <a:r>
              <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的顶点入队</a:t>
            </a: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while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DeQueue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(Q))</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nullE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printf</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("%c ", G-&gt;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vexs</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].data);  count++; </a:t>
            </a:r>
            <a:r>
              <a:rPr lang="en-US"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输出顶点并计数</a:t>
            </a: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(p=G-&gt;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vexs</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firstArc</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p</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=NULL; p=p-&gt;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nextArc</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将</a:t>
            </a:r>
            <a:r>
              <a:rPr lang="en-US" altLang="zh-CN" sz="1600" kern="100" dirty="0" err="1">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i</a:t>
            </a:r>
            <a:r>
              <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顶点的邻接顶点入度减</a:t>
            </a:r>
            <a:r>
              <a:rPr lang="en-US"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1</a:t>
            </a:r>
            <a:r>
              <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，若入度为</a:t>
            </a:r>
            <a:r>
              <a:rPr lang="en-US"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0</a:t>
            </a:r>
            <a:r>
              <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，则入队</a:t>
            </a: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if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(0 == --indegree[p-&gt;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adjvex</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EnQueue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(Q, p-&gt;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adjvex</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free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(indegree);               </a:t>
            </a:r>
            <a:r>
              <a:rPr lang="en-US"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回收入度数组</a:t>
            </a: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if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(count&lt;G-&gt;n)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ERROR; </a:t>
            </a:r>
            <a:r>
              <a:rPr lang="en-US"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kern="100" dirty="0">
                <a:solidFill>
                  <a:schemeClr val="accent6">
                    <a:lumMod val="50000"/>
                  </a:schemeClr>
                </a:solidFill>
                <a:latin typeface="Courier New" panose="02070309020205020404" pitchFamily="49" charset="0"/>
                <a:ea typeface="宋体" panose="02010600030101010101" pitchFamily="2" charset="-122"/>
                <a:cs typeface="Times New Roman" panose="02020603050405020304" pitchFamily="18" charset="0"/>
              </a:rPr>
              <a:t>若未输出所有顶点，存在回路</a:t>
            </a:r>
          </a:p>
          <a:p>
            <a:pPr algn="just">
              <a:buNone/>
            </a:pP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else</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OK;</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40C04862-8BD4-2925-9BA6-8804657603AE}"/>
              </a:ext>
            </a:extLst>
          </p:cNvPr>
          <p:cNvSpPr txBox="1"/>
          <p:nvPr/>
        </p:nvSpPr>
        <p:spPr>
          <a:xfrm>
            <a:off x="2668370" y="677235"/>
            <a:ext cx="8045943" cy="1343894"/>
          </a:xfrm>
          <a:prstGeom prst="rect">
            <a:avLst/>
          </a:prstGeom>
          <a:noFill/>
        </p:spPr>
        <p:txBody>
          <a:bodyPr wrap="square">
            <a:spAutoFit/>
          </a:bodyPr>
          <a:lstStyle/>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）在有向图中任意选取一个</a:t>
            </a:r>
            <a:r>
              <a:rPr lang="zh-CN" altLang="zh-CN" sz="1800" b="1" kern="100" dirty="0">
                <a:solidFill>
                  <a:srgbClr val="333D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入度</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为零的顶点，并输出；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）从图中删除该顶点及其所有引出弧；</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）重复上述两步，直到图中不存在入度为零的顶点。此时，若图中所有顶点均已输出，则输出序列为拓扑序列，否则，图中存在回路，拓扑排序失败。</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881B7388-D3A9-25B2-2243-D8B2C22D58B5}"/>
              </a:ext>
            </a:extLst>
          </p:cNvPr>
          <p:cNvSpPr txBox="1"/>
          <p:nvPr/>
        </p:nvSpPr>
        <p:spPr>
          <a:xfrm>
            <a:off x="261453" y="856664"/>
            <a:ext cx="2525551" cy="706797"/>
          </a:xfrm>
          <a:prstGeom prst="rect">
            <a:avLst/>
          </a:prstGeom>
          <a:noFill/>
        </p:spPr>
        <p:txBody>
          <a:bodyPr wrap="square">
            <a:spAutoFit/>
          </a:bodyPr>
          <a:lstStyle/>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对于任意一个有向图，其</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拓扑排序过程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矩形 9">
            <a:extLst>
              <a:ext uri="{FF2B5EF4-FFF2-40B4-BE49-F238E27FC236}">
                <a16:creationId xmlns:a16="http://schemas.microsoft.com/office/drawing/2014/main" id="{8DA2FE17-787B-FF92-0316-D8D7764AD5ED}"/>
              </a:ext>
            </a:extLst>
          </p:cNvPr>
          <p:cNvSpPr/>
          <p:nvPr/>
        </p:nvSpPr>
        <p:spPr>
          <a:xfrm>
            <a:off x="7660208" y="3074795"/>
            <a:ext cx="4509292" cy="3769597"/>
          </a:xfrm>
          <a:prstGeom prst="rect">
            <a:avLst/>
          </a:prstGeom>
          <a:solidFill>
            <a:srgbClr val="FCF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4D507B34-90EF-7E12-D0A3-198CB153CFB4}"/>
              </a:ext>
            </a:extLst>
          </p:cNvPr>
          <p:cNvGrpSpPr/>
          <p:nvPr/>
        </p:nvGrpSpPr>
        <p:grpSpPr>
          <a:xfrm>
            <a:off x="7841499" y="5887126"/>
            <a:ext cx="323745" cy="598663"/>
            <a:chOff x="2742301" y="2858203"/>
            <a:chExt cx="323745" cy="598663"/>
          </a:xfrm>
        </p:grpSpPr>
        <p:sp>
          <p:nvSpPr>
            <p:cNvPr id="12" name="文本框 11">
              <a:extLst>
                <a:ext uri="{FF2B5EF4-FFF2-40B4-BE49-F238E27FC236}">
                  <a16:creationId xmlns:a16="http://schemas.microsoft.com/office/drawing/2014/main" id="{9D144BE0-278C-C212-6138-2158891E1F99}"/>
                </a:ext>
              </a:extLst>
            </p:cNvPr>
            <p:cNvSpPr txBox="1"/>
            <p:nvPr/>
          </p:nvSpPr>
          <p:spPr>
            <a:xfrm>
              <a:off x="2821692" y="3149089"/>
              <a:ext cx="143235" cy="307777"/>
            </a:xfrm>
            <a:prstGeom prst="rect">
              <a:avLst/>
            </a:prstGeom>
            <a:noFill/>
          </p:spPr>
          <p:txBody>
            <a:bodyPr wrap="none" lIns="36000" tIns="0" rIns="36000" bIns="0" rtlCol="0">
              <a:spAutoFit/>
            </a:bodyPr>
            <a:lstStyle/>
            <a:p>
              <a:r>
                <a:rPr lang="en-US" altLang="zh-CN" sz="2000" b="1" dirty="0">
                  <a:solidFill>
                    <a:srgbClr val="C00000"/>
                  </a:solidFill>
                </a:rPr>
                <a:t>i</a:t>
              </a:r>
              <a:endParaRPr lang="zh-CN" altLang="en-US" sz="2000" b="1" dirty="0">
                <a:solidFill>
                  <a:srgbClr val="C00000"/>
                </a:solidFill>
              </a:endParaRPr>
            </a:p>
          </p:txBody>
        </p:sp>
        <p:sp>
          <p:nvSpPr>
            <p:cNvPr id="13" name="矩形 12">
              <a:extLst>
                <a:ext uri="{FF2B5EF4-FFF2-40B4-BE49-F238E27FC236}">
                  <a16:creationId xmlns:a16="http://schemas.microsoft.com/office/drawing/2014/main" id="{16916D52-373B-1411-AC62-6130217DD5FC}"/>
                </a:ext>
              </a:extLst>
            </p:cNvPr>
            <p:cNvSpPr/>
            <p:nvPr/>
          </p:nvSpPr>
          <p:spPr>
            <a:xfrm>
              <a:off x="2742301" y="2858203"/>
              <a:ext cx="323745" cy="307778"/>
            </a:xfrm>
            <a:prstGeom prst="rect">
              <a:avLst/>
            </a:prstGeom>
            <a:solidFill>
              <a:schemeClr val="accent4">
                <a:lumMod val="20000"/>
                <a:lumOff val="80000"/>
              </a:schemeClr>
            </a:solid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a:extLst>
              <a:ext uri="{FF2B5EF4-FFF2-40B4-BE49-F238E27FC236}">
                <a16:creationId xmlns:a16="http://schemas.microsoft.com/office/drawing/2014/main" id="{978C2ECA-4DDD-A4C0-C09F-040F006D7D1F}"/>
              </a:ext>
            </a:extLst>
          </p:cNvPr>
          <p:cNvGrpSpPr/>
          <p:nvPr/>
        </p:nvGrpSpPr>
        <p:grpSpPr>
          <a:xfrm>
            <a:off x="9848011" y="5505265"/>
            <a:ext cx="2198433" cy="1010032"/>
            <a:chOff x="1544071" y="5729667"/>
            <a:chExt cx="2548930" cy="1145461"/>
          </a:xfrm>
        </p:grpSpPr>
        <p:sp>
          <p:nvSpPr>
            <p:cNvPr id="30" name="文本框 81922">
              <a:extLst>
                <a:ext uri="{FF2B5EF4-FFF2-40B4-BE49-F238E27FC236}">
                  <a16:creationId xmlns:a16="http://schemas.microsoft.com/office/drawing/2014/main" id="{406C8124-B435-F11A-BC15-185A8DF0526A}"/>
                </a:ext>
              </a:extLst>
            </p:cNvPr>
            <p:cNvSpPr txBox="1">
              <a:spLocks noChangeArrowheads="1"/>
            </p:cNvSpPr>
            <p:nvPr/>
          </p:nvSpPr>
          <p:spPr bwMode="auto">
            <a:xfrm>
              <a:off x="2086114" y="6480340"/>
              <a:ext cx="1372477" cy="39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en-US" altLang="zh-CN" sz="2000" b="1" dirty="0">
                  <a:solidFill>
                    <a:schemeClr val="accent6">
                      <a:lumMod val="50000"/>
                    </a:schemeClr>
                  </a:solidFill>
                  <a:ea typeface="楷体_GB2312" pitchFamily="49" charset="-122"/>
                </a:rPr>
                <a:t>indegree</a:t>
              </a:r>
              <a:endParaRPr lang="zh-CN" altLang="en-US" sz="2000" b="1" dirty="0">
                <a:solidFill>
                  <a:schemeClr val="accent6">
                    <a:lumMod val="50000"/>
                  </a:schemeClr>
                </a:solidFill>
              </a:endParaRPr>
            </a:p>
          </p:txBody>
        </p:sp>
        <p:sp>
          <p:nvSpPr>
            <p:cNvPr id="31" name="矩形 30">
              <a:extLst>
                <a:ext uri="{FF2B5EF4-FFF2-40B4-BE49-F238E27FC236}">
                  <a16:creationId xmlns:a16="http://schemas.microsoft.com/office/drawing/2014/main" id="{B2404214-D7C8-AD1A-9FB4-CDA0A5AE1AF6}"/>
                </a:ext>
              </a:extLst>
            </p:cNvPr>
            <p:cNvSpPr/>
            <p:nvPr/>
          </p:nvSpPr>
          <p:spPr>
            <a:xfrm>
              <a:off x="1544071" y="6078828"/>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2" name="矩形 31">
              <a:extLst>
                <a:ext uri="{FF2B5EF4-FFF2-40B4-BE49-F238E27FC236}">
                  <a16:creationId xmlns:a16="http://schemas.microsoft.com/office/drawing/2014/main" id="{A47FC61A-9DAA-1C24-DFD8-C8A8155656F0}"/>
                </a:ext>
              </a:extLst>
            </p:cNvPr>
            <p:cNvSpPr/>
            <p:nvPr/>
          </p:nvSpPr>
          <p:spPr>
            <a:xfrm>
              <a:off x="1961325" y="6079640"/>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3" name="矩形 32">
              <a:extLst>
                <a:ext uri="{FF2B5EF4-FFF2-40B4-BE49-F238E27FC236}">
                  <a16:creationId xmlns:a16="http://schemas.microsoft.com/office/drawing/2014/main" id="{5A8F122C-A023-BC94-8DF6-5ADF66C8A17D}"/>
                </a:ext>
              </a:extLst>
            </p:cNvPr>
            <p:cNvSpPr/>
            <p:nvPr/>
          </p:nvSpPr>
          <p:spPr>
            <a:xfrm>
              <a:off x="2378578" y="6078828"/>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4" name="矩形 33">
              <a:extLst>
                <a:ext uri="{FF2B5EF4-FFF2-40B4-BE49-F238E27FC236}">
                  <a16:creationId xmlns:a16="http://schemas.microsoft.com/office/drawing/2014/main" id="{BB9B35FE-F1DB-6AD1-CCFD-77A625CDE0D0}"/>
                </a:ext>
              </a:extLst>
            </p:cNvPr>
            <p:cNvSpPr/>
            <p:nvPr/>
          </p:nvSpPr>
          <p:spPr>
            <a:xfrm>
              <a:off x="2797275" y="6077799"/>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5" name="矩形 34">
              <a:extLst>
                <a:ext uri="{FF2B5EF4-FFF2-40B4-BE49-F238E27FC236}">
                  <a16:creationId xmlns:a16="http://schemas.microsoft.com/office/drawing/2014/main" id="{63DB3BDD-6398-F066-9793-73EE0B269758}"/>
                </a:ext>
              </a:extLst>
            </p:cNvPr>
            <p:cNvSpPr/>
            <p:nvPr/>
          </p:nvSpPr>
          <p:spPr>
            <a:xfrm>
              <a:off x="3214671" y="6077306"/>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6" name="矩形 35">
              <a:extLst>
                <a:ext uri="{FF2B5EF4-FFF2-40B4-BE49-F238E27FC236}">
                  <a16:creationId xmlns:a16="http://schemas.microsoft.com/office/drawing/2014/main" id="{3DF45E01-5C4D-48A0-345D-02D3782797FB}"/>
                </a:ext>
              </a:extLst>
            </p:cNvPr>
            <p:cNvSpPr/>
            <p:nvPr/>
          </p:nvSpPr>
          <p:spPr>
            <a:xfrm>
              <a:off x="3632067" y="6077306"/>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7" name="文本框 81922">
              <a:extLst>
                <a:ext uri="{FF2B5EF4-FFF2-40B4-BE49-F238E27FC236}">
                  <a16:creationId xmlns:a16="http://schemas.microsoft.com/office/drawing/2014/main" id="{046061C4-D5EE-EF4A-8A02-A2A3E71BBC34}"/>
                </a:ext>
              </a:extLst>
            </p:cNvPr>
            <p:cNvSpPr txBox="1">
              <a:spLocks noChangeArrowheads="1"/>
            </p:cNvSpPr>
            <p:nvPr/>
          </p:nvSpPr>
          <p:spPr bwMode="auto">
            <a:xfrm>
              <a:off x="1602623" y="5729667"/>
              <a:ext cx="2490378" cy="430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en-US" altLang="zh-CN" sz="1900" b="1" dirty="0">
                  <a:solidFill>
                    <a:schemeClr val="accent6">
                      <a:lumMod val="50000"/>
                    </a:schemeClr>
                  </a:solidFill>
                  <a:ea typeface="楷体_GB2312" pitchFamily="49" charset="-122"/>
                </a:rPr>
                <a:t>0    1    2    3    4    5</a:t>
              </a:r>
              <a:endParaRPr lang="zh-CN" altLang="en-US" sz="1900" b="1" dirty="0">
                <a:solidFill>
                  <a:schemeClr val="accent6">
                    <a:lumMod val="50000"/>
                  </a:schemeClr>
                </a:solidFill>
              </a:endParaRPr>
            </a:p>
          </p:txBody>
        </p:sp>
      </p:grpSp>
      <p:grpSp>
        <p:nvGrpSpPr>
          <p:cNvPr id="38" name="组合 37">
            <a:extLst>
              <a:ext uri="{FF2B5EF4-FFF2-40B4-BE49-F238E27FC236}">
                <a16:creationId xmlns:a16="http://schemas.microsoft.com/office/drawing/2014/main" id="{8FB39304-DA34-C1B4-51EB-E1611C92EB47}"/>
              </a:ext>
            </a:extLst>
          </p:cNvPr>
          <p:cNvGrpSpPr/>
          <p:nvPr/>
        </p:nvGrpSpPr>
        <p:grpSpPr>
          <a:xfrm>
            <a:off x="8289206" y="5843197"/>
            <a:ext cx="1335678" cy="790524"/>
            <a:chOff x="1494157" y="2632366"/>
            <a:chExt cx="1589542" cy="958263"/>
          </a:xfrm>
        </p:grpSpPr>
        <p:sp>
          <p:nvSpPr>
            <p:cNvPr id="39" name="矩形 38">
              <a:extLst>
                <a:ext uri="{FF2B5EF4-FFF2-40B4-BE49-F238E27FC236}">
                  <a16:creationId xmlns:a16="http://schemas.microsoft.com/office/drawing/2014/main" id="{5960BAC6-E82E-CE16-4318-88E5B53F1E51}"/>
                </a:ext>
              </a:extLst>
            </p:cNvPr>
            <p:cNvSpPr/>
            <p:nvPr/>
          </p:nvSpPr>
          <p:spPr>
            <a:xfrm>
              <a:off x="1525072" y="2662826"/>
              <a:ext cx="1454648" cy="41170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0" name="文本框 81922">
              <a:extLst>
                <a:ext uri="{FF2B5EF4-FFF2-40B4-BE49-F238E27FC236}">
                  <a16:creationId xmlns:a16="http://schemas.microsoft.com/office/drawing/2014/main" id="{0E717F95-83DE-346F-9332-9C000F01A9A7}"/>
                </a:ext>
              </a:extLst>
            </p:cNvPr>
            <p:cNvSpPr txBox="1">
              <a:spLocks noChangeArrowheads="1"/>
            </p:cNvSpPr>
            <p:nvPr/>
          </p:nvSpPr>
          <p:spPr bwMode="auto">
            <a:xfrm>
              <a:off x="1777965" y="3111139"/>
              <a:ext cx="1305734" cy="479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zh-CN" altLang="en-US" sz="2000" b="1" dirty="0">
                  <a:solidFill>
                    <a:schemeClr val="accent6">
                      <a:lumMod val="50000"/>
                    </a:schemeClr>
                  </a:solidFill>
                  <a:ea typeface="楷体_GB2312" pitchFamily="49" charset="-122"/>
                </a:rPr>
                <a:t>队列</a:t>
              </a:r>
              <a:r>
                <a:rPr lang="en-US" altLang="zh-CN" sz="2000" b="1" dirty="0">
                  <a:solidFill>
                    <a:schemeClr val="accent6">
                      <a:lumMod val="50000"/>
                    </a:schemeClr>
                  </a:solidFill>
                  <a:ea typeface="楷体_GB2312" pitchFamily="49" charset="-122"/>
                </a:rPr>
                <a:t>Q</a:t>
              </a:r>
              <a:endParaRPr lang="zh-CN" altLang="en-US" sz="2000" b="1" dirty="0">
                <a:solidFill>
                  <a:schemeClr val="accent6">
                    <a:lumMod val="50000"/>
                  </a:schemeClr>
                </a:solidFill>
              </a:endParaRPr>
            </a:p>
          </p:txBody>
        </p:sp>
        <p:cxnSp>
          <p:nvCxnSpPr>
            <p:cNvPr id="41" name="直接连接符 40">
              <a:extLst>
                <a:ext uri="{FF2B5EF4-FFF2-40B4-BE49-F238E27FC236}">
                  <a16:creationId xmlns:a16="http://schemas.microsoft.com/office/drawing/2014/main" id="{8EC5071B-F7EF-F418-6D1D-52B5ED97DA45}"/>
                </a:ext>
              </a:extLst>
            </p:cNvPr>
            <p:cNvCxnSpPr>
              <a:cxnSpLocks/>
            </p:cNvCxnSpPr>
            <p:nvPr/>
          </p:nvCxnSpPr>
          <p:spPr>
            <a:xfrm>
              <a:off x="1494157" y="2632366"/>
              <a:ext cx="1485564"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F35B2184-07AC-6291-1AA5-76BAD98F66DB}"/>
                </a:ext>
              </a:extLst>
            </p:cNvPr>
            <p:cNvCxnSpPr>
              <a:cxnSpLocks/>
            </p:cNvCxnSpPr>
            <p:nvPr/>
          </p:nvCxnSpPr>
          <p:spPr>
            <a:xfrm>
              <a:off x="1500341" y="3087807"/>
              <a:ext cx="1479380"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98" name="组合 97">
            <a:extLst>
              <a:ext uri="{FF2B5EF4-FFF2-40B4-BE49-F238E27FC236}">
                <a16:creationId xmlns:a16="http://schemas.microsoft.com/office/drawing/2014/main" id="{A950D16C-8A00-478A-C98F-35B71418647E}"/>
              </a:ext>
            </a:extLst>
          </p:cNvPr>
          <p:cNvGrpSpPr/>
          <p:nvPr/>
        </p:nvGrpSpPr>
        <p:grpSpPr>
          <a:xfrm>
            <a:off x="9768447" y="6232764"/>
            <a:ext cx="253686" cy="340948"/>
            <a:chOff x="3249537" y="6590994"/>
            <a:chExt cx="4938475" cy="204894"/>
          </a:xfrm>
        </p:grpSpPr>
        <p:cxnSp>
          <p:nvCxnSpPr>
            <p:cNvPr id="99" name="直接箭头连接符 98">
              <a:extLst>
                <a:ext uri="{FF2B5EF4-FFF2-40B4-BE49-F238E27FC236}">
                  <a16:creationId xmlns:a16="http://schemas.microsoft.com/office/drawing/2014/main" id="{C116D11D-5582-10E7-7800-3D865B03A409}"/>
                </a:ext>
              </a:extLst>
            </p:cNvPr>
            <p:cNvCxnSpPr>
              <a:cxnSpLocks/>
            </p:cNvCxnSpPr>
            <p:nvPr/>
          </p:nvCxnSpPr>
          <p:spPr>
            <a:xfrm flipV="1">
              <a:off x="8188012" y="6590994"/>
              <a:ext cx="0" cy="14854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34672D88-60D6-C80F-95FE-AD2F8113BA11}"/>
                </a:ext>
              </a:extLst>
            </p:cNvPr>
            <p:cNvSpPr txBox="1"/>
            <p:nvPr/>
          </p:nvSpPr>
          <p:spPr>
            <a:xfrm flipH="1">
              <a:off x="3249537" y="6610928"/>
              <a:ext cx="4049851" cy="184960"/>
            </a:xfrm>
            <a:prstGeom prst="rect">
              <a:avLst/>
            </a:prstGeom>
            <a:noFill/>
          </p:spPr>
          <p:txBody>
            <a:bodyPr wrap="square" lIns="36000" tIns="0" rIns="36000" bIns="0" rtlCol="0">
              <a:spAutoFit/>
            </a:bodyPr>
            <a:lstStyle/>
            <a:p>
              <a:pPr algn="r"/>
              <a:r>
                <a:rPr lang="en-US" altLang="zh-CN" sz="2000" b="1" dirty="0" err="1"/>
                <a:t>i</a:t>
              </a:r>
              <a:endParaRPr lang="zh-CN" altLang="en-US" sz="2000" b="1" dirty="0"/>
            </a:p>
          </p:txBody>
        </p:sp>
      </p:grpSp>
      <p:grpSp>
        <p:nvGrpSpPr>
          <p:cNvPr id="116" name="组合 115">
            <a:extLst>
              <a:ext uri="{FF2B5EF4-FFF2-40B4-BE49-F238E27FC236}">
                <a16:creationId xmlns:a16="http://schemas.microsoft.com/office/drawing/2014/main" id="{A9AE016D-15D9-9A3F-95F6-93BAAA658DE3}"/>
              </a:ext>
            </a:extLst>
          </p:cNvPr>
          <p:cNvGrpSpPr/>
          <p:nvPr/>
        </p:nvGrpSpPr>
        <p:grpSpPr>
          <a:xfrm>
            <a:off x="8132610" y="3502332"/>
            <a:ext cx="1078618" cy="1472064"/>
            <a:chOff x="299838" y="3415949"/>
            <a:chExt cx="1505118" cy="2273619"/>
          </a:xfrm>
        </p:grpSpPr>
        <p:sp>
          <p:nvSpPr>
            <p:cNvPr id="117" name="直接连接符 116">
              <a:extLst>
                <a:ext uri="{FF2B5EF4-FFF2-40B4-BE49-F238E27FC236}">
                  <a16:creationId xmlns:a16="http://schemas.microsoft.com/office/drawing/2014/main" id="{FBA6C2B1-BD95-49AB-A5ED-369081E5C900}"/>
                </a:ext>
              </a:extLst>
            </p:cNvPr>
            <p:cNvSpPr>
              <a:spLocks noChangeShapeType="1"/>
            </p:cNvSpPr>
            <p:nvPr/>
          </p:nvSpPr>
          <p:spPr bwMode="auto">
            <a:xfrm flipV="1">
              <a:off x="1616593" y="3873145"/>
              <a:ext cx="0" cy="457200"/>
            </a:xfrm>
            <a:prstGeom prst="line">
              <a:avLst/>
            </a:prstGeom>
            <a:noFill/>
            <a:ln w="25400" cap="sq">
              <a:solidFill>
                <a:srgbClr val="0070C0">
                  <a:alpha val="82000"/>
                </a:srgbClr>
              </a:solidFill>
              <a:round/>
              <a:headEnd type="none" w="sm" len="sm"/>
              <a:tailEnd type="triangle"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118" name="直接连接符 117">
              <a:extLst>
                <a:ext uri="{FF2B5EF4-FFF2-40B4-BE49-F238E27FC236}">
                  <a16:creationId xmlns:a16="http://schemas.microsoft.com/office/drawing/2014/main" id="{7586B973-E02A-4E26-9526-5EDB04B1169F}"/>
                </a:ext>
              </a:extLst>
            </p:cNvPr>
            <p:cNvSpPr>
              <a:spLocks noChangeShapeType="1"/>
            </p:cNvSpPr>
            <p:nvPr/>
          </p:nvSpPr>
          <p:spPr bwMode="auto">
            <a:xfrm>
              <a:off x="680845" y="4764421"/>
              <a:ext cx="767546" cy="580213"/>
            </a:xfrm>
            <a:prstGeom prst="line">
              <a:avLst/>
            </a:prstGeom>
            <a:noFill/>
            <a:ln w="25400" cap="sq">
              <a:solidFill>
                <a:srgbClr val="0070C0">
                  <a:alpha val="82000"/>
                </a:srgbClr>
              </a:solidFill>
              <a:round/>
              <a:headEnd type="none" w="sm" len="sm"/>
              <a:tailEnd type="triangle"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119" name="直接连接符 118">
              <a:extLst>
                <a:ext uri="{FF2B5EF4-FFF2-40B4-BE49-F238E27FC236}">
                  <a16:creationId xmlns:a16="http://schemas.microsoft.com/office/drawing/2014/main" id="{FB5EB618-BF35-4290-9049-77B9A3D5C479}"/>
                </a:ext>
              </a:extLst>
            </p:cNvPr>
            <p:cNvSpPr>
              <a:spLocks noChangeShapeType="1"/>
            </p:cNvSpPr>
            <p:nvPr/>
          </p:nvSpPr>
          <p:spPr bwMode="auto">
            <a:xfrm flipV="1">
              <a:off x="528302" y="4818630"/>
              <a:ext cx="0" cy="421163"/>
            </a:xfrm>
            <a:prstGeom prst="line">
              <a:avLst/>
            </a:prstGeom>
            <a:noFill/>
            <a:ln w="25400" cap="sq">
              <a:solidFill>
                <a:srgbClr val="0070C0">
                  <a:alpha val="82000"/>
                </a:srgbClr>
              </a:solidFill>
              <a:round/>
              <a:headEnd type="none" w="sm" len="sm"/>
              <a:tailEnd type="triangle"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120" name="直接连接符 119">
              <a:extLst>
                <a:ext uri="{FF2B5EF4-FFF2-40B4-BE49-F238E27FC236}">
                  <a16:creationId xmlns:a16="http://schemas.microsoft.com/office/drawing/2014/main" id="{9381CCB5-3E64-4A04-91A0-1F6D82FB8730}"/>
                </a:ext>
              </a:extLst>
            </p:cNvPr>
            <p:cNvSpPr>
              <a:spLocks noChangeShapeType="1"/>
            </p:cNvSpPr>
            <p:nvPr/>
          </p:nvSpPr>
          <p:spPr bwMode="auto">
            <a:xfrm>
              <a:off x="528301" y="3873145"/>
              <a:ext cx="3583" cy="480002"/>
            </a:xfrm>
            <a:prstGeom prst="line">
              <a:avLst/>
            </a:prstGeom>
            <a:noFill/>
            <a:ln w="25400" cap="sq">
              <a:solidFill>
                <a:srgbClr val="0070C0">
                  <a:alpha val="82000"/>
                </a:srgbClr>
              </a:solidFill>
              <a:round/>
              <a:headEnd type="none" w="sm" len="sm"/>
              <a:tailEnd type="triangle"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121" name="直接连接符 120">
              <a:extLst>
                <a:ext uri="{FF2B5EF4-FFF2-40B4-BE49-F238E27FC236}">
                  <a16:creationId xmlns:a16="http://schemas.microsoft.com/office/drawing/2014/main" id="{E598AA2D-7F33-48D5-B0E4-7AC264402D29}"/>
                </a:ext>
              </a:extLst>
            </p:cNvPr>
            <p:cNvSpPr>
              <a:spLocks noChangeShapeType="1"/>
            </p:cNvSpPr>
            <p:nvPr/>
          </p:nvSpPr>
          <p:spPr bwMode="auto">
            <a:xfrm>
              <a:off x="1616593" y="4782595"/>
              <a:ext cx="0" cy="457200"/>
            </a:xfrm>
            <a:prstGeom prst="line">
              <a:avLst/>
            </a:prstGeom>
            <a:noFill/>
            <a:ln w="25400" cap="sq">
              <a:solidFill>
                <a:srgbClr val="0070C0">
                  <a:alpha val="82000"/>
                </a:srgbClr>
              </a:solidFill>
              <a:round/>
              <a:headEnd type="none" w="sm" len="sm"/>
              <a:tailEnd type="triangle"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122" name="直接连接符 121">
              <a:extLst>
                <a:ext uri="{FF2B5EF4-FFF2-40B4-BE49-F238E27FC236}">
                  <a16:creationId xmlns:a16="http://schemas.microsoft.com/office/drawing/2014/main" id="{183D9151-1B08-4CAD-91E3-0B32280B8EAE}"/>
                </a:ext>
              </a:extLst>
            </p:cNvPr>
            <p:cNvSpPr>
              <a:spLocks noChangeShapeType="1"/>
            </p:cNvSpPr>
            <p:nvPr/>
          </p:nvSpPr>
          <p:spPr bwMode="auto">
            <a:xfrm>
              <a:off x="785790" y="3654074"/>
              <a:ext cx="594996" cy="3022"/>
            </a:xfrm>
            <a:prstGeom prst="line">
              <a:avLst/>
            </a:prstGeom>
            <a:noFill/>
            <a:ln w="25400" cap="sq">
              <a:solidFill>
                <a:srgbClr val="0070C0">
                  <a:alpha val="82000"/>
                </a:srgbClr>
              </a:solidFill>
              <a:round/>
              <a:headEnd type="none" w="sm" len="sm"/>
              <a:tailEnd type="triangle"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123" name="直接连接符 122">
              <a:extLst>
                <a:ext uri="{FF2B5EF4-FFF2-40B4-BE49-F238E27FC236}">
                  <a16:creationId xmlns:a16="http://schemas.microsoft.com/office/drawing/2014/main" id="{D218C292-E49A-4862-92E1-7408CEA33089}"/>
                </a:ext>
              </a:extLst>
            </p:cNvPr>
            <p:cNvSpPr>
              <a:spLocks noChangeShapeType="1"/>
            </p:cNvSpPr>
            <p:nvPr/>
          </p:nvSpPr>
          <p:spPr bwMode="auto">
            <a:xfrm flipV="1">
              <a:off x="763500" y="5489473"/>
              <a:ext cx="639578" cy="1"/>
            </a:xfrm>
            <a:prstGeom prst="line">
              <a:avLst/>
            </a:prstGeom>
            <a:noFill/>
            <a:ln w="25400" cap="sq">
              <a:solidFill>
                <a:srgbClr val="0070C0">
                  <a:alpha val="82000"/>
                </a:srgbClr>
              </a:solidFill>
              <a:round/>
              <a:headEnd type="none" w="sm" len="sm"/>
              <a:tailEnd type="triangle"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124" name="直接连接符 123">
              <a:extLst>
                <a:ext uri="{FF2B5EF4-FFF2-40B4-BE49-F238E27FC236}">
                  <a16:creationId xmlns:a16="http://schemas.microsoft.com/office/drawing/2014/main" id="{0076F6C5-54BE-494B-BFFF-C5ABE876B859}"/>
                </a:ext>
              </a:extLst>
            </p:cNvPr>
            <p:cNvSpPr>
              <a:spLocks noChangeShapeType="1"/>
            </p:cNvSpPr>
            <p:nvPr/>
          </p:nvSpPr>
          <p:spPr bwMode="auto">
            <a:xfrm>
              <a:off x="715964" y="3801933"/>
              <a:ext cx="732427" cy="580214"/>
            </a:xfrm>
            <a:prstGeom prst="line">
              <a:avLst/>
            </a:prstGeom>
            <a:noFill/>
            <a:ln w="25400" cap="sq">
              <a:solidFill>
                <a:srgbClr val="0070C0">
                  <a:alpha val="82000"/>
                </a:srgbClr>
              </a:solidFill>
              <a:round/>
              <a:headEnd type="none" w="sm" len="sm"/>
              <a:tailEnd type="triangle"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p>
          </p:txBody>
        </p:sp>
        <p:sp>
          <p:nvSpPr>
            <p:cNvPr id="125" name="椭圆 124">
              <a:extLst>
                <a:ext uri="{FF2B5EF4-FFF2-40B4-BE49-F238E27FC236}">
                  <a16:creationId xmlns:a16="http://schemas.microsoft.com/office/drawing/2014/main" id="{F97BC8CC-8B02-4057-808C-971B953C53A9}"/>
                </a:ext>
              </a:extLst>
            </p:cNvPr>
            <p:cNvSpPr>
              <a:spLocks noChangeArrowheads="1"/>
            </p:cNvSpPr>
            <p:nvPr/>
          </p:nvSpPr>
          <p:spPr bwMode="auto">
            <a:xfrm>
              <a:off x="1380787" y="3415949"/>
              <a:ext cx="401879" cy="444819"/>
            </a:xfrm>
            <a:prstGeom prst="ellipse">
              <a:avLst/>
            </a:prstGeom>
            <a:solidFill>
              <a:srgbClr val="FFFF99"/>
            </a:solidFill>
            <a:ln w="25400" cap="sq">
              <a:solidFill>
                <a:srgbClr val="800000"/>
              </a:solidFill>
              <a:round/>
              <a:headEnd type="none" w="sm" len="sm"/>
              <a:tailEnd type="none" w="sm" len="sm"/>
            </a:ln>
          </p:spPr>
          <p:txBody>
            <a:bodyPr wrap="none" bIns="0"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ct val="80000"/>
                </a:lnSpc>
                <a:spcBef>
                  <a:spcPct val="0"/>
                </a:spcBef>
                <a:buClrTx/>
                <a:buFontTx/>
                <a:buNone/>
              </a:pPr>
              <a:r>
                <a:rPr lang="en-US" altLang="zh-CN" sz="2000" b="1" dirty="0">
                  <a:solidFill>
                    <a:srgbClr val="800000"/>
                  </a:solidFill>
                </a:rPr>
                <a:t>b</a:t>
              </a:r>
              <a:endParaRPr lang="en-US" altLang="zh-CN" sz="2000" b="1" dirty="0"/>
            </a:p>
          </p:txBody>
        </p:sp>
        <p:sp>
          <p:nvSpPr>
            <p:cNvPr id="126" name="椭圆 125">
              <a:extLst>
                <a:ext uri="{FF2B5EF4-FFF2-40B4-BE49-F238E27FC236}">
                  <a16:creationId xmlns:a16="http://schemas.microsoft.com/office/drawing/2014/main" id="{0B67142F-125C-4C6D-90AD-E5B958C06F05}"/>
                </a:ext>
              </a:extLst>
            </p:cNvPr>
            <p:cNvSpPr>
              <a:spLocks noChangeArrowheads="1"/>
            </p:cNvSpPr>
            <p:nvPr/>
          </p:nvSpPr>
          <p:spPr bwMode="auto">
            <a:xfrm>
              <a:off x="1380787" y="4330349"/>
              <a:ext cx="401879" cy="444819"/>
            </a:xfrm>
            <a:prstGeom prst="ellipse">
              <a:avLst/>
            </a:prstGeom>
            <a:solidFill>
              <a:srgbClr val="FFFF99"/>
            </a:solidFill>
            <a:ln w="25400" cap="sq">
              <a:solidFill>
                <a:srgbClr val="800000"/>
              </a:solidFill>
              <a:round/>
              <a:headEnd type="none" w="sm" len="sm"/>
              <a:tailEnd type="none" w="sm" len="sm"/>
            </a:ln>
          </p:spPr>
          <p:txBody>
            <a:bodyPr wrap="none"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a:lnSpc>
                  <a:spcPct val="80000"/>
                </a:lnSpc>
                <a:spcBef>
                  <a:spcPct val="0"/>
                </a:spcBef>
                <a:buClrTx/>
                <a:buNone/>
              </a:pPr>
              <a:r>
                <a:rPr lang="en-US" altLang="zh-CN" sz="2000" b="1" dirty="0">
                  <a:solidFill>
                    <a:srgbClr val="800000"/>
                  </a:solidFill>
                </a:rPr>
                <a:t>c</a:t>
              </a:r>
            </a:p>
          </p:txBody>
        </p:sp>
        <p:sp>
          <p:nvSpPr>
            <p:cNvPr id="127" name="椭圆 126">
              <a:extLst>
                <a:ext uri="{FF2B5EF4-FFF2-40B4-BE49-F238E27FC236}">
                  <a16:creationId xmlns:a16="http://schemas.microsoft.com/office/drawing/2014/main" id="{A75A3838-D231-4E69-BECC-D83E64CF339F}"/>
                </a:ext>
              </a:extLst>
            </p:cNvPr>
            <p:cNvSpPr>
              <a:spLocks noChangeArrowheads="1"/>
            </p:cNvSpPr>
            <p:nvPr/>
          </p:nvSpPr>
          <p:spPr bwMode="auto">
            <a:xfrm>
              <a:off x="1403077" y="5244749"/>
              <a:ext cx="401879" cy="444819"/>
            </a:xfrm>
            <a:prstGeom prst="ellipse">
              <a:avLst/>
            </a:prstGeom>
            <a:solidFill>
              <a:srgbClr val="FFFF99"/>
            </a:solidFill>
            <a:ln w="25400" cap="sq">
              <a:solidFill>
                <a:srgbClr val="800000"/>
              </a:solidFill>
              <a:round/>
              <a:headEnd type="none" w="sm" len="sm"/>
              <a:tailEnd type="none" w="sm" len="sm"/>
            </a:ln>
          </p:spPr>
          <p:txBody>
            <a:bodyPr wrap="none" tIns="36000" bIns="108000"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a:spcBef>
                  <a:spcPct val="0"/>
                </a:spcBef>
                <a:buClrTx/>
                <a:buNone/>
              </a:pPr>
              <a:r>
                <a:rPr lang="en-US" altLang="zh-CN" sz="2000" b="1" dirty="0">
                  <a:solidFill>
                    <a:srgbClr val="800000"/>
                  </a:solidFill>
                </a:rPr>
                <a:t>e</a:t>
              </a:r>
            </a:p>
          </p:txBody>
        </p:sp>
        <p:sp>
          <p:nvSpPr>
            <p:cNvPr id="128" name="椭圆 127">
              <a:extLst>
                <a:ext uri="{FF2B5EF4-FFF2-40B4-BE49-F238E27FC236}">
                  <a16:creationId xmlns:a16="http://schemas.microsoft.com/office/drawing/2014/main" id="{CB6ED3EB-C7AC-48B9-B7ED-5A7BA5B8BD58}"/>
                </a:ext>
              </a:extLst>
            </p:cNvPr>
            <p:cNvSpPr>
              <a:spLocks noChangeArrowheads="1"/>
            </p:cNvSpPr>
            <p:nvPr/>
          </p:nvSpPr>
          <p:spPr bwMode="auto">
            <a:xfrm>
              <a:off x="306299" y="3415949"/>
              <a:ext cx="401879" cy="444819"/>
            </a:xfrm>
            <a:prstGeom prst="ellipse">
              <a:avLst/>
            </a:prstGeom>
            <a:solidFill>
              <a:srgbClr val="FFFF99"/>
            </a:solidFill>
            <a:ln w="25400" cap="sq">
              <a:solidFill>
                <a:srgbClr val="800000"/>
              </a:solidFill>
              <a:round/>
              <a:headEnd type="none" w="sm" len="sm"/>
              <a:tailEnd type="none" w="sm" len="sm"/>
            </a:ln>
          </p:spPr>
          <p:txBody>
            <a:bodyPr wrap="none" tIns="36000" bIns="108000"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2000" b="1" dirty="0">
                  <a:solidFill>
                    <a:srgbClr val="800000"/>
                  </a:solidFill>
                </a:rPr>
                <a:t>a</a:t>
              </a:r>
              <a:endParaRPr lang="en-US" altLang="zh-CN" sz="2000" b="1" dirty="0"/>
            </a:p>
          </p:txBody>
        </p:sp>
        <p:sp>
          <p:nvSpPr>
            <p:cNvPr id="129" name="椭圆 128">
              <a:extLst>
                <a:ext uri="{FF2B5EF4-FFF2-40B4-BE49-F238E27FC236}">
                  <a16:creationId xmlns:a16="http://schemas.microsoft.com/office/drawing/2014/main" id="{F9691ACE-284D-49BA-BF33-923E6D62DECB}"/>
                </a:ext>
              </a:extLst>
            </p:cNvPr>
            <p:cNvSpPr>
              <a:spLocks noChangeArrowheads="1"/>
            </p:cNvSpPr>
            <p:nvPr/>
          </p:nvSpPr>
          <p:spPr bwMode="auto">
            <a:xfrm>
              <a:off x="299838" y="4357288"/>
              <a:ext cx="401879" cy="444819"/>
            </a:xfrm>
            <a:prstGeom prst="ellipse">
              <a:avLst/>
            </a:prstGeom>
            <a:solidFill>
              <a:srgbClr val="FFFF99"/>
            </a:solidFill>
            <a:ln w="25400" cap="sq">
              <a:solidFill>
                <a:srgbClr val="800000"/>
              </a:solidFill>
              <a:round/>
              <a:headEnd type="none" w="sm" len="sm"/>
              <a:tailEnd type="none" w="sm" len="sm"/>
            </a:ln>
          </p:spPr>
          <p:txBody>
            <a:bodyPr wrap="none" tIns="72000" bIns="36000"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a:lnSpc>
                  <a:spcPct val="80000"/>
                </a:lnSpc>
                <a:spcBef>
                  <a:spcPct val="0"/>
                </a:spcBef>
                <a:buClrTx/>
                <a:buNone/>
              </a:pPr>
              <a:r>
                <a:rPr lang="en-US" altLang="zh-CN" sz="2000" b="1" dirty="0">
                  <a:solidFill>
                    <a:srgbClr val="800000"/>
                  </a:solidFill>
                </a:rPr>
                <a:t>d</a:t>
              </a:r>
            </a:p>
          </p:txBody>
        </p:sp>
        <p:sp>
          <p:nvSpPr>
            <p:cNvPr id="130" name="椭圆 129">
              <a:extLst>
                <a:ext uri="{FF2B5EF4-FFF2-40B4-BE49-F238E27FC236}">
                  <a16:creationId xmlns:a16="http://schemas.microsoft.com/office/drawing/2014/main" id="{5228C32F-ED06-4E44-A755-9C918674F41A}"/>
                </a:ext>
              </a:extLst>
            </p:cNvPr>
            <p:cNvSpPr>
              <a:spLocks noChangeArrowheads="1"/>
            </p:cNvSpPr>
            <p:nvPr/>
          </p:nvSpPr>
          <p:spPr bwMode="auto">
            <a:xfrm>
              <a:off x="309540" y="5244749"/>
              <a:ext cx="401879" cy="444819"/>
            </a:xfrm>
            <a:prstGeom prst="ellipse">
              <a:avLst/>
            </a:prstGeom>
            <a:solidFill>
              <a:srgbClr val="FFFF99"/>
            </a:solidFill>
            <a:ln w="25400" cap="sq">
              <a:solidFill>
                <a:srgbClr val="800000"/>
              </a:solidFill>
              <a:round/>
              <a:headEnd type="none" w="sm" len="sm"/>
              <a:tailEnd type="none" w="sm" len="sm"/>
            </a:ln>
          </p:spPr>
          <p:txBody>
            <a:bodyPr wrap="none" tIns="72000" bIns="0"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a:lnSpc>
                  <a:spcPct val="80000"/>
                </a:lnSpc>
                <a:spcBef>
                  <a:spcPct val="0"/>
                </a:spcBef>
                <a:buClrTx/>
                <a:buNone/>
              </a:pPr>
              <a:r>
                <a:rPr lang="en-US" altLang="zh-CN" sz="2000" b="1" dirty="0">
                  <a:solidFill>
                    <a:srgbClr val="800000"/>
                  </a:solidFill>
                </a:rPr>
                <a:t>f</a:t>
              </a:r>
            </a:p>
          </p:txBody>
        </p:sp>
      </p:grpSp>
      <p:graphicFrame>
        <p:nvGraphicFramePr>
          <p:cNvPr id="131" name="Group 146">
            <a:extLst>
              <a:ext uri="{FF2B5EF4-FFF2-40B4-BE49-F238E27FC236}">
                <a16:creationId xmlns:a16="http://schemas.microsoft.com/office/drawing/2014/main" id="{C68F7941-0EA1-8051-1F4F-0DAB4D914922}"/>
              </a:ext>
            </a:extLst>
          </p:cNvPr>
          <p:cNvGraphicFramePr>
            <a:graphicFrameLocks noGrp="1"/>
          </p:cNvGraphicFramePr>
          <p:nvPr>
            <p:extLst>
              <p:ext uri="{D42A27DB-BD31-4B8C-83A1-F6EECF244321}">
                <p14:modId xmlns:p14="http://schemas.microsoft.com/office/powerpoint/2010/main" val="1930722315"/>
              </p:ext>
            </p:extLst>
          </p:nvPr>
        </p:nvGraphicFramePr>
        <p:xfrm>
          <a:off x="9550368" y="3429000"/>
          <a:ext cx="715235" cy="1955466"/>
        </p:xfrm>
        <a:graphic>
          <a:graphicData uri="http://schemas.openxmlformats.org/drawingml/2006/table">
            <a:tbl>
              <a:tblPr/>
              <a:tblGrid>
                <a:gridCol w="193954">
                  <a:extLst>
                    <a:ext uri="{9D8B030D-6E8A-4147-A177-3AD203B41FA5}">
                      <a16:colId xmlns:a16="http://schemas.microsoft.com/office/drawing/2014/main" val="4236914309"/>
                    </a:ext>
                  </a:extLst>
                </a:gridCol>
                <a:gridCol w="341047">
                  <a:extLst>
                    <a:ext uri="{9D8B030D-6E8A-4147-A177-3AD203B41FA5}">
                      <a16:colId xmlns:a16="http://schemas.microsoft.com/office/drawing/2014/main" val="2872599549"/>
                    </a:ext>
                  </a:extLst>
                </a:gridCol>
                <a:gridCol w="180234">
                  <a:extLst>
                    <a:ext uri="{9D8B030D-6E8A-4147-A177-3AD203B41FA5}">
                      <a16:colId xmlns:a16="http://schemas.microsoft.com/office/drawing/2014/main" val="183008129"/>
                    </a:ext>
                  </a:extLst>
                </a:gridCol>
              </a:tblGrid>
              <a:tr h="325911">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0</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cap="fla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a</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3560782327"/>
                  </a:ext>
                </a:extLst>
              </a:tr>
              <a:tr h="325911">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1</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b</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486208964"/>
                  </a:ext>
                </a:extLst>
              </a:tr>
              <a:tr h="325911">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2</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c</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2371993016"/>
                  </a:ext>
                </a:extLst>
              </a:tr>
              <a:tr h="325911">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3</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d</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3288503644"/>
                  </a:ext>
                </a:extLst>
              </a:tr>
              <a:tr h="325911">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4</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e</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710286941"/>
                  </a:ext>
                </a:extLst>
              </a:tr>
              <a:tr h="325911">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5</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cap="flat">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f</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926974675"/>
                  </a:ext>
                </a:extLst>
              </a:tr>
            </a:tbl>
          </a:graphicData>
        </a:graphic>
      </p:graphicFrame>
      <p:grpSp>
        <p:nvGrpSpPr>
          <p:cNvPr id="132" name="组合 131">
            <a:extLst>
              <a:ext uri="{FF2B5EF4-FFF2-40B4-BE49-F238E27FC236}">
                <a16:creationId xmlns:a16="http://schemas.microsoft.com/office/drawing/2014/main" id="{43CA6D96-34D4-55C4-DD2A-FBAFF4EC42DD}"/>
              </a:ext>
            </a:extLst>
          </p:cNvPr>
          <p:cNvGrpSpPr/>
          <p:nvPr/>
        </p:nvGrpSpPr>
        <p:grpSpPr>
          <a:xfrm>
            <a:off x="10099109" y="3450976"/>
            <a:ext cx="1759342" cy="1908021"/>
            <a:chOff x="1007127" y="125140"/>
            <a:chExt cx="2016614" cy="2374932"/>
          </a:xfrm>
        </p:grpSpPr>
        <p:grpSp>
          <p:nvGrpSpPr>
            <p:cNvPr id="133" name="Group 58">
              <a:extLst>
                <a:ext uri="{FF2B5EF4-FFF2-40B4-BE49-F238E27FC236}">
                  <a16:creationId xmlns:a16="http://schemas.microsoft.com/office/drawing/2014/main" id="{6379C583-8B99-4999-F7B1-4BBA336506BD}"/>
                </a:ext>
              </a:extLst>
            </p:cNvPr>
            <p:cNvGrpSpPr>
              <a:grpSpLocks/>
            </p:cNvGrpSpPr>
            <p:nvPr/>
          </p:nvGrpSpPr>
          <p:grpSpPr bwMode="auto">
            <a:xfrm>
              <a:off x="2545327" y="174578"/>
              <a:ext cx="459257" cy="325582"/>
              <a:chOff x="1104" y="528"/>
              <a:chExt cx="432" cy="240"/>
            </a:xfrm>
            <a:solidFill>
              <a:schemeClr val="accent6">
                <a:lumMod val="20000"/>
                <a:lumOff val="80000"/>
              </a:schemeClr>
            </a:solidFill>
          </p:grpSpPr>
          <p:sp>
            <p:nvSpPr>
              <p:cNvPr id="168" name="Rectangle 59">
                <a:extLst>
                  <a:ext uri="{FF2B5EF4-FFF2-40B4-BE49-F238E27FC236}">
                    <a16:creationId xmlns:a16="http://schemas.microsoft.com/office/drawing/2014/main" id="{189E4EA9-6B85-1D12-A8FE-6FA3F2851FA1}"/>
                  </a:ext>
                </a:extLst>
              </p:cNvPr>
              <p:cNvSpPr>
                <a:spLocks noChangeArrowheads="1"/>
              </p:cNvSpPr>
              <p:nvPr/>
            </p:nvSpPr>
            <p:spPr bwMode="auto">
              <a:xfrm>
                <a:off x="1104" y="528"/>
                <a:ext cx="432" cy="240"/>
              </a:xfrm>
              <a:prstGeom prst="rect">
                <a:avLst/>
              </a:prstGeom>
              <a:grp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dirty="0">
                    <a:solidFill>
                      <a:schemeClr val="accent5">
                        <a:lumMod val="50000"/>
                      </a:schemeClr>
                    </a:solidFill>
                  </a:rPr>
                  <a:t>3</a:t>
                </a:r>
              </a:p>
            </p:txBody>
          </p:sp>
          <p:sp>
            <p:nvSpPr>
              <p:cNvPr id="169" name="Line 60">
                <a:extLst>
                  <a:ext uri="{FF2B5EF4-FFF2-40B4-BE49-F238E27FC236}">
                    <a16:creationId xmlns:a16="http://schemas.microsoft.com/office/drawing/2014/main" id="{AB677A89-9B3C-2638-48D3-794C0CDB74AB}"/>
                  </a:ext>
                </a:extLst>
              </p:cNvPr>
              <p:cNvSpPr>
                <a:spLocks noChangeShapeType="1"/>
              </p:cNvSpPr>
              <p:nvPr/>
            </p:nvSpPr>
            <p:spPr bwMode="auto">
              <a:xfrm>
                <a:off x="1392" y="528"/>
                <a:ext cx="0" cy="240"/>
              </a:xfrm>
              <a:prstGeom prst="line">
                <a:avLst/>
              </a:prstGeom>
              <a:grp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sp>
          <p:nvSpPr>
            <p:cNvPr id="134" name="Line 147">
              <a:extLst>
                <a:ext uri="{FF2B5EF4-FFF2-40B4-BE49-F238E27FC236}">
                  <a16:creationId xmlns:a16="http://schemas.microsoft.com/office/drawing/2014/main" id="{AFE54CF6-DDAF-A4EE-3CE8-3BB429EC06AF}"/>
                </a:ext>
              </a:extLst>
            </p:cNvPr>
            <p:cNvSpPr>
              <a:spLocks noChangeShapeType="1"/>
            </p:cNvSpPr>
            <p:nvPr/>
          </p:nvSpPr>
          <p:spPr bwMode="auto">
            <a:xfrm>
              <a:off x="1105936" y="346174"/>
              <a:ext cx="226147" cy="862"/>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35" name="Line 149">
              <a:extLst>
                <a:ext uri="{FF2B5EF4-FFF2-40B4-BE49-F238E27FC236}">
                  <a16:creationId xmlns:a16="http://schemas.microsoft.com/office/drawing/2014/main" id="{8E62A767-C8EB-2AC4-444B-36F2D8A073BF}"/>
                </a:ext>
              </a:extLst>
            </p:cNvPr>
            <p:cNvSpPr>
              <a:spLocks noChangeShapeType="1"/>
            </p:cNvSpPr>
            <p:nvPr/>
          </p:nvSpPr>
          <p:spPr bwMode="auto">
            <a:xfrm>
              <a:off x="1100804" y="1152356"/>
              <a:ext cx="226147" cy="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36" name="Line 150">
              <a:extLst>
                <a:ext uri="{FF2B5EF4-FFF2-40B4-BE49-F238E27FC236}">
                  <a16:creationId xmlns:a16="http://schemas.microsoft.com/office/drawing/2014/main" id="{13942DCC-F84B-D07C-7FAD-1ADBE2700A97}"/>
                </a:ext>
              </a:extLst>
            </p:cNvPr>
            <p:cNvSpPr>
              <a:spLocks noChangeShapeType="1"/>
            </p:cNvSpPr>
            <p:nvPr/>
          </p:nvSpPr>
          <p:spPr bwMode="auto">
            <a:xfrm>
              <a:off x="1092093" y="1560031"/>
              <a:ext cx="226147" cy="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37" name="Line 157">
              <a:extLst>
                <a:ext uri="{FF2B5EF4-FFF2-40B4-BE49-F238E27FC236}">
                  <a16:creationId xmlns:a16="http://schemas.microsoft.com/office/drawing/2014/main" id="{9D182935-1B2E-5564-998D-18788F97512E}"/>
                </a:ext>
              </a:extLst>
            </p:cNvPr>
            <p:cNvSpPr>
              <a:spLocks noChangeShapeType="1"/>
            </p:cNvSpPr>
            <p:nvPr/>
          </p:nvSpPr>
          <p:spPr bwMode="auto">
            <a:xfrm>
              <a:off x="1085235" y="2334041"/>
              <a:ext cx="226147" cy="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nvGrpSpPr>
            <p:cNvPr id="138" name="Group 161">
              <a:extLst>
                <a:ext uri="{FF2B5EF4-FFF2-40B4-BE49-F238E27FC236}">
                  <a16:creationId xmlns:a16="http://schemas.microsoft.com/office/drawing/2014/main" id="{F406F601-588D-062E-A5B8-9C6A1A0B1830}"/>
                </a:ext>
              </a:extLst>
            </p:cNvPr>
            <p:cNvGrpSpPr>
              <a:grpSpLocks/>
            </p:cNvGrpSpPr>
            <p:nvPr/>
          </p:nvGrpSpPr>
          <p:grpSpPr bwMode="auto">
            <a:xfrm>
              <a:off x="1321415" y="1386850"/>
              <a:ext cx="459257" cy="325582"/>
              <a:chOff x="1104" y="528"/>
              <a:chExt cx="432" cy="240"/>
            </a:xfrm>
            <a:solidFill>
              <a:schemeClr val="accent6">
                <a:lumMod val="20000"/>
                <a:lumOff val="80000"/>
              </a:schemeClr>
            </a:solidFill>
          </p:grpSpPr>
          <p:sp>
            <p:nvSpPr>
              <p:cNvPr id="166" name="Rectangle 162">
                <a:extLst>
                  <a:ext uri="{FF2B5EF4-FFF2-40B4-BE49-F238E27FC236}">
                    <a16:creationId xmlns:a16="http://schemas.microsoft.com/office/drawing/2014/main" id="{4E04C05C-47E3-9006-611E-AE29ECC2CFBE}"/>
                  </a:ext>
                </a:extLst>
              </p:cNvPr>
              <p:cNvSpPr>
                <a:spLocks noChangeArrowheads="1"/>
              </p:cNvSpPr>
              <p:nvPr/>
            </p:nvSpPr>
            <p:spPr bwMode="auto">
              <a:xfrm>
                <a:off x="1104" y="528"/>
                <a:ext cx="432" cy="240"/>
              </a:xfrm>
              <a:prstGeom prst="rect">
                <a:avLst/>
              </a:prstGeom>
              <a:grp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dirty="0">
                    <a:solidFill>
                      <a:schemeClr val="accent5">
                        <a:lumMod val="50000"/>
                      </a:schemeClr>
                    </a:solidFill>
                  </a:rPr>
                  <a:t>4</a:t>
                </a:r>
              </a:p>
            </p:txBody>
          </p:sp>
          <p:sp>
            <p:nvSpPr>
              <p:cNvPr id="167" name="Line 163">
                <a:extLst>
                  <a:ext uri="{FF2B5EF4-FFF2-40B4-BE49-F238E27FC236}">
                    <a16:creationId xmlns:a16="http://schemas.microsoft.com/office/drawing/2014/main" id="{0BC201BF-8B77-F5C5-08B4-69626D67826A}"/>
                  </a:ext>
                </a:extLst>
              </p:cNvPr>
              <p:cNvSpPr>
                <a:spLocks noChangeShapeType="1"/>
              </p:cNvSpPr>
              <p:nvPr/>
            </p:nvSpPr>
            <p:spPr bwMode="auto">
              <a:xfrm>
                <a:off x="1392" y="528"/>
                <a:ext cx="0" cy="240"/>
              </a:xfrm>
              <a:prstGeom prst="line">
                <a:avLst/>
              </a:prstGeom>
              <a:grp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39" name="Group 164">
              <a:extLst>
                <a:ext uri="{FF2B5EF4-FFF2-40B4-BE49-F238E27FC236}">
                  <a16:creationId xmlns:a16="http://schemas.microsoft.com/office/drawing/2014/main" id="{D5E7BBE2-3260-BCA5-4FA8-0927E2A6ACF9}"/>
                </a:ext>
              </a:extLst>
            </p:cNvPr>
            <p:cNvGrpSpPr>
              <a:grpSpLocks/>
            </p:cNvGrpSpPr>
            <p:nvPr/>
          </p:nvGrpSpPr>
          <p:grpSpPr bwMode="auto">
            <a:xfrm>
              <a:off x="1939294" y="979175"/>
              <a:ext cx="459257" cy="325582"/>
              <a:chOff x="1104" y="528"/>
              <a:chExt cx="432" cy="240"/>
            </a:xfrm>
            <a:solidFill>
              <a:schemeClr val="accent6">
                <a:lumMod val="20000"/>
                <a:lumOff val="80000"/>
              </a:schemeClr>
            </a:solidFill>
          </p:grpSpPr>
          <p:sp>
            <p:nvSpPr>
              <p:cNvPr id="164" name="Rectangle 165">
                <a:extLst>
                  <a:ext uri="{FF2B5EF4-FFF2-40B4-BE49-F238E27FC236}">
                    <a16:creationId xmlns:a16="http://schemas.microsoft.com/office/drawing/2014/main" id="{24258BA9-C631-78C8-4626-8241A3FC4BF9}"/>
                  </a:ext>
                </a:extLst>
              </p:cNvPr>
              <p:cNvSpPr>
                <a:spLocks noChangeArrowheads="1"/>
              </p:cNvSpPr>
              <p:nvPr/>
            </p:nvSpPr>
            <p:spPr bwMode="auto">
              <a:xfrm>
                <a:off x="1104" y="528"/>
                <a:ext cx="432" cy="240"/>
              </a:xfrm>
              <a:prstGeom prst="rect">
                <a:avLst/>
              </a:prstGeom>
              <a:grp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dirty="0">
                    <a:solidFill>
                      <a:schemeClr val="accent5">
                        <a:lumMod val="50000"/>
                      </a:schemeClr>
                    </a:solidFill>
                  </a:rPr>
                  <a:t>4</a:t>
                </a:r>
              </a:p>
            </p:txBody>
          </p:sp>
          <p:sp>
            <p:nvSpPr>
              <p:cNvPr id="165" name="Line 166">
                <a:extLst>
                  <a:ext uri="{FF2B5EF4-FFF2-40B4-BE49-F238E27FC236}">
                    <a16:creationId xmlns:a16="http://schemas.microsoft.com/office/drawing/2014/main" id="{B2029A57-714C-2888-88F0-96AC0E3325DD}"/>
                  </a:ext>
                </a:extLst>
              </p:cNvPr>
              <p:cNvSpPr>
                <a:spLocks noChangeShapeType="1"/>
              </p:cNvSpPr>
              <p:nvPr/>
            </p:nvSpPr>
            <p:spPr bwMode="auto">
              <a:xfrm>
                <a:off x="1392" y="528"/>
                <a:ext cx="0" cy="240"/>
              </a:xfrm>
              <a:prstGeom prst="line">
                <a:avLst/>
              </a:prstGeom>
              <a:grp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40" name="Group 173">
              <a:extLst>
                <a:ext uri="{FF2B5EF4-FFF2-40B4-BE49-F238E27FC236}">
                  <a16:creationId xmlns:a16="http://schemas.microsoft.com/office/drawing/2014/main" id="{2CC5C677-0B65-8304-B0F1-D86D1CFA98CD}"/>
                </a:ext>
              </a:extLst>
            </p:cNvPr>
            <p:cNvGrpSpPr>
              <a:grpSpLocks/>
            </p:cNvGrpSpPr>
            <p:nvPr/>
          </p:nvGrpSpPr>
          <p:grpSpPr bwMode="auto">
            <a:xfrm>
              <a:off x="1939601" y="174578"/>
              <a:ext cx="459257" cy="325582"/>
              <a:chOff x="1104" y="528"/>
              <a:chExt cx="432" cy="240"/>
            </a:xfrm>
            <a:solidFill>
              <a:schemeClr val="accent6">
                <a:lumMod val="20000"/>
                <a:lumOff val="80000"/>
              </a:schemeClr>
            </a:solidFill>
          </p:grpSpPr>
          <p:sp>
            <p:nvSpPr>
              <p:cNvPr id="162" name="Rectangle 174">
                <a:extLst>
                  <a:ext uri="{FF2B5EF4-FFF2-40B4-BE49-F238E27FC236}">
                    <a16:creationId xmlns:a16="http://schemas.microsoft.com/office/drawing/2014/main" id="{8CA50346-6F99-B54D-F9A9-73E5ED9277C0}"/>
                  </a:ext>
                </a:extLst>
              </p:cNvPr>
              <p:cNvSpPr>
                <a:spLocks noChangeArrowheads="1"/>
              </p:cNvSpPr>
              <p:nvPr/>
            </p:nvSpPr>
            <p:spPr bwMode="auto">
              <a:xfrm>
                <a:off x="1104" y="528"/>
                <a:ext cx="432" cy="240"/>
              </a:xfrm>
              <a:prstGeom prst="rect">
                <a:avLst/>
              </a:prstGeom>
              <a:grp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dirty="0">
                    <a:solidFill>
                      <a:schemeClr val="accent5">
                        <a:lumMod val="50000"/>
                      </a:schemeClr>
                    </a:solidFill>
                  </a:rPr>
                  <a:t>2</a:t>
                </a:r>
              </a:p>
            </p:txBody>
          </p:sp>
          <p:sp>
            <p:nvSpPr>
              <p:cNvPr id="163" name="Line 175">
                <a:extLst>
                  <a:ext uri="{FF2B5EF4-FFF2-40B4-BE49-F238E27FC236}">
                    <a16:creationId xmlns:a16="http://schemas.microsoft.com/office/drawing/2014/main" id="{839BC5E5-2EC6-C180-1A36-B75DA4C44EAA}"/>
                  </a:ext>
                </a:extLst>
              </p:cNvPr>
              <p:cNvSpPr>
                <a:spLocks noChangeShapeType="1"/>
              </p:cNvSpPr>
              <p:nvPr/>
            </p:nvSpPr>
            <p:spPr bwMode="auto">
              <a:xfrm>
                <a:off x="1392" y="528"/>
                <a:ext cx="0" cy="240"/>
              </a:xfrm>
              <a:prstGeom prst="line">
                <a:avLst/>
              </a:prstGeom>
              <a:grp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41" name="Group 179">
              <a:extLst>
                <a:ext uri="{FF2B5EF4-FFF2-40B4-BE49-F238E27FC236}">
                  <a16:creationId xmlns:a16="http://schemas.microsoft.com/office/drawing/2014/main" id="{EE58B801-0A12-8AB1-E9EC-C61F77036084}"/>
                </a:ext>
              </a:extLst>
            </p:cNvPr>
            <p:cNvGrpSpPr>
              <a:grpSpLocks/>
            </p:cNvGrpSpPr>
            <p:nvPr/>
          </p:nvGrpSpPr>
          <p:grpSpPr bwMode="auto">
            <a:xfrm>
              <a:off x="1332083" y="174578"/>
              <a:ext cx="459257" cy="325582"/>
              <a:chOff x="1104" y="528"/>
              <a:chExt cx="432" cy="240"/>
            </a:xfrm>
            <a:solidFill>
              <a:schemeClr val="accent6">
                <a:lumMod val="20000"/>
                <a:lumOff val="80000"/>
              </a:schemeClr>
            </a:solidFill>
          </p:grpSpPr>
          <p:sp>
            <p:nvSpPr>
              <p:cNvPr id="160" name="Rectangle 180">
                <a:extLst>
                  <a:ext uri="{FF2B5EF4-FFF2-40B4-BE49-F238E27FC236}">
                    <a16:creationId xmlns:a16="http://schemas.microsoft.com/office/drawing/2014/main" id="{03804ADE-E53E-E24A-B136-0D66B8750927}"/>
                  </a:ext>
                </a:extLst>
              </p:cNvPr>
              <p:cNvSpPr>
                <a:spLocks noChangeArrowheads="1"/>
              </p:cNvSpPr>
              <p:nvPr/>
            </p:nvSpPr>
            <p:spPr bwMode="auto">
              <a:xfrm>
                <a:off x="1104" y="528"/>
                <a:ext cx="432" cy="240"/>
              </a:xfrm>
              <a:prstGeom prst="rect">
                <a:avLst/>
              </a:prstGeom>
              <a:grp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dirty="0">
                    <a:solidFill>
                      <a:schemeClr val="accent5">
                        <a:lumMod val="50000"/>
                      </a:schemeClr>
                    </a:solidFill>
                  </a:rPr>
                  <a:t>1</a:t>
                </a:r>
              </a:p>
            </p:txBody>
          </p:sp>
          <p:sp>
            <p:nvSpPr>
              <p:cNvPr id="161" name="Line 181">
                <a:extLst>
                  <a:ext uri="{FF2B5EF4-FFF2-40B4-BE49-F238E27FC236}">
                    <a16:creationId xmlns:a16="http://schemas.microsoft.com/office/drawing/2014/main" id="{9D27034F-D386-536B-3524-C4B719A0D25C}"/>
                  </a:ext>
                </a:extLst>
              </p:cNvPr>
              <p:cNvSpPr>
                <a:spLocks noChangeShapeType="1"/>
              </p:cNvSpPr>
              <p:nvPr/>
            </p:nvSpPr>
            <p:spPr bwMode="auto">
              <a:xfrm>
                <a:off x="1392" y="528"/>
                <a:ext cx="0" cy="240"/>
              </a:xfrm>
              <a:prstGeom prst="line">
                <a:avLst/>
              </a:prstGeom>
              <a:grp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42" name="Group 182">
              <a:extLst>
                <a:ext uri="{FF2B5EF4-FFF2-40B4-BE49-F238E27FC236}">
                  <a16:creationId xmlns:a16="http://schemas.microsoft.com/office/drawing/2014/main" id="{8B009D1C-B89A-D84A-A109-3DC847E26D27}"/>
                </a:ext>
              </a:extLst>
            </p:cNvPr>
            <p:cNvGrpSpPr>
              <a:grpSpLocks/>
            </p:cNvGrpSpPr>
            <p:nvPr/>
          </p:nvGrpSpPr>
          <p:grpSpPr bwMode="auto">
            <a:xfrm>
              <a:off x="1326951" y="979175"/>
              <a:ext cx="459257" cy="325582"/>
              <a:chOff x="1104" y="528"/>
              <a:chExt cx="432" cy="240"/>
            </a:xfrm>
            <a:solidFill>
              <a:schemeClr val="accent6">
                <a:lumMod val="20000"/>
                <a:lumOff val="80000"/>
              </a:schemeClr>
            </a:solidFill>
          </p:grpSpPr>
          <p:sp>
            <p:nvSpPr>
              <p:cNvPr id="158" name="Rectangle 183">
                <a:extLst>
                  <a:ext uri="{FF2B5EF4-FFF2-40B4-BE49-F238E27FC236}">
                    <a16:creationId xmlns:a16="http://schemas.microsoft.com/office/drawing/2014/main" id="{CD3D8FE2-4F9C-EBA4-43E1-46A580F7E840}"/>
                  </a:ext>
                </a:extLst>
              </p:cNvPr>
              <p:cNvSpPr>
                <a:spLocks noChangeArrowheads="1"/>
              </p:cNvSpPr>
              <p:nvPr/>
            </p:nvSpPr>
            <p:spPr bwMode="auto">
              <a:xfrm>
                <a:off x="1104" y="528"/>
                <a:ext cx="432" cy="240"/>
              </a:xfrm>
              <a:prstGeom prst="rect">
                <a:avLst/>
              </a:prstGeom>
              <a:grp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dirty="0">
                    <a:solidFill>
                      <a:schemeClr val="accent5">
                        <a:lumMod val="50000"/>
                      </a:schemeClr>
                    </a:solidFill>
                  </a:rPr>
                  <a:t>1</a:t>
                </a:r>
              </a:p>
            </p:txBody>
          </p:sp>
          <p:sp>
            <p:nvSpPr>
              <p:cNvPr id="159" name="Line 184">
                <a:extLst>
                  <a:ext uri="{FF2B5EF4-FFF2-40B4-BE49-F238E27FC236}">
                    <a16:creationId xmlns:a16="http://schemas.microsoft.com/office/drawing/2014/main" id="{CA3154E4-D344-33FB-9930-E500719431BD}"/>
                  </a:ext>
                </a:extLst>
              </p:cNvPr>
              <p:cNvSpPr>
                <a:spLocks noChangeShapeType="1"/>
              </p:cNvSpPr>
              <p:nvPr/>
            </p:nvSpPr>
            <p:spPr bwMode="auto">
              <a:xfrm>
                <a:off x="1392" y="528"/>
                <a:ext cx="0" cy="240"/>
              </a:xfrm>
              <a:prstGeom prst="line">
                <a:avLst/>
              </a:prstGeom>
              <a:grp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43" name="Group 185">
              <a:extLst>
                <a:ext uri="{FF2B5EF4-FFF2-40B4-BE49-F238E27FC236}">
                  <a16:creationId xmlns:a16="http://schemas.microsoft.com/office/drawing/2014/main" id="{34A66E08-D6CC-D4A3-3E90-F47CEAD07068}"/>
                </a:ext>
              </a:extLst>
            </p:cNvPr>
            <p:cNvGrpSpPr>
              <a:grpSpLocks/>
            </p:cNvGrpSpPr>
            <p:nvPr/>
          </p:nvGrpSpPr>
          <p:grpSpPr bwMode="auto">
            <a:xfrm>
              <a:off x="1934527" y="2174490"/>
              <a:ext cx="459257" cy="325582"/>
              <a:chOff x="1092" y="528"/>
              <a:chExt cx="432" cy="240"/>
            </a:xfrm>
            <a:solidFill>
              <a:schemeClr val="accent6">
                <a:lumMod val="20000"/>
                <a:lumOff val="80000"/>
              </a:schemeClr>
            </a:solidFill>
          </p:grpSpPr>
          <p:sp>
            <p:nvSpPr>
              <p:cNvPr id="156" name="Rectangle 186">
                <a:extLst>
                  <a:ext uri="{FF2B5EF4-FFF2-40B4-BE49-F238E27FC236}">
                    <a16:creationId xmlns:a16="http://schemas.microsoft.com/office/drawing/2014/main" id="{F6EB477A-8E8D-3707-E6D7-6718551A8242}"/>
                  </a:ext>
                </a:extLst>
              </p:cNvPr>
              <p:cNvSpPr>
                <a:spLocks noChangeArrowheads="1"/>
              </p:cNvSpPr>
              <p:nvPr/>
            </p:nvSpPr>
            <p:spPr bwMode="auto">
              <a:xfrm>
                <a:off x="1092" y="528"/>
                <a:ext cx="432" cy="240"/>
              </a:xfrm>
              <a:prstGeom prst="rect">
                <a:avLst/>
              </a:prstGeom>
              <a:grp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dirty="0">
                    <a:solidFill>
                      <a:schemeClr val="accent5">
                        <a:lumMod val="50000"/>
                      </a:schemeClr>
                    </a:solidFill>
                  </a:rPr>
                  <a:t>4</a:t>
                </a:r>
              </a:p>
            </p:txBody>
          </p:sp>
          <p:sp>
            <p:nvSpPr>
              <p:cNvPr id="157" name="Line 187">
                <a:extLst>
                  <a:ext uri="{FF2B5EF4-FFF2-40B4-BE49-F238E27FC236}">
                    <a16:creationId xmlns:a16="http://schemas.microsoft.com/office/drawing/2014/main" id="{49E20257-4A5D-B64D-CC21-57A9284A5A24}"/>
                  </a:ext>
                </a:extLst>
              </p:cNvPr>
              <p:cNvSpPr>
                <a:spLocks noChangeShapeType="1"/>
              </p:cNvSpPr>
              <p:nvPr/>
            </p:nvSpPr>
            <p:spPr bwMode="auto">
              <a:xfrm>
                <a:off x="1392" y="528"/>
                <a:ext cx="0" cy="240"/>
              </a:xfrm>
              <a:prstGeom prst="line">
                <a:avLst/>
              </a:prstGeom>
              <a:grp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44" name="Group 188">
              <a:extLst>
                <a:ext uri="{FF2B5EF4-FFF2-40B4-BE49-F238E27FC236}">
                  <a16:creationId xmlns:a16="http://schemas.microsoft.com/office/drawing/2014/main" id="{D8809A7E-2183-73D1-92F0-A9DFCF0B51E6}"/>
                </a:ext>
              </a:extLst>
            </p:cNvPr>
            <p:cNvGrpSpPr>
              <a:grpSpLocks/>
            </p:cNvGrpSpPr>
            <p:nvPr/>
          </p:nvGrpSpPr>
          <p:grpSpPr bwMode="auto">
            <a:xfrm>
              <a:off x="1317732" y="2174490"/>
              <a:ext cx="459257" cy="325582"/>
              <a:chOff x="1104" y="528"/>
              <a:chExt cx="432" cy="240"/>
            </a:xfrm>
            <a:solidFill>
              <a:schemeClr val="accent6">
                <a:lumMod val="20000"/>
                <a:lumOff val="80000"/>
              </a:schemeClr>
            </a:solidFill>
          </p:grpSpPr>
          <p:sp>
            <p:nvSpPr>
              <p:cNvPr id="154" name="Rectangle 189">
                <a:extLst>
                  <a:ext uri="{FF2B5EF4-FFF2-40B4-BE49-F238E27FC236}">
                    <a16:creationId xmlns:a16="http://schemas.microsoft.com/office/drawing/2014/main" id="{310CA446-058D-6ED1-EC9F-AC35C70FE717}"/>
                  </a:ext>
                </a:extLst>
              </p:cNvPr>
              <p:cNvSpPr>
                <a:spLocks noChangeArrowheads="1"/>
              </p:cNvSpPr>
              <p:nvPr/>
            </p:nvSpPr>
            <p:spPr bwMode="auto">
              <a:xfrm>
                <a:off x="1104" y="528"/>
                <a:ext cx="432" cy="240"/>
              </a:xfrm>
              <a:prstGeom prst="rect">
                <a:avLst/>
              </a:prstGeom>
              <a:grp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000" b="1">
                    <a:solidFill>
                      <a:schemeClr val="accent5">
                        <a:lumMod val="50000"/>
                      </a:schemeClr>
                    </a:solidFill>
                  </a:rPr>
                  <a:t>3</a:t>
                </a:r>
              </a:p>
            </p:txBody>
          </p:sp>
          <p:sp>
            <p:nvSpPr>
              <p:cNvPr id="155" name="Line 190">
                <a:extLst>
                  <a:ext uri="{FF2B5EF4-FFF2-40B4-BE49-F238E27FC236}">
                    <a16:creationId xmlns:a16="http://schemas.microsoft.com/office/drawing/2014/main" id="{F38358B9-274A-527D-AA92-C5C08F8B504C}"/>
                  </a:ext>
                </a:extLst>
              </p:cNvPr>
              <p:cNvSpPr>
                <a:spLocks noChangeShapeType="1"/>
              </p:cNvSpPr>
              <p:nvPr/>
            </p:nvSpPr>
            <p:spPr bwMode="auto">
              <a:xfrm>
                <a:off x="1392" y="528"/>
                <a:ext cx="0" cy="240"/>
              </a:xfrm>
              <a:prstGeom prst="line">
                <a:avLst/>
              </a:prstGeom>
              <a:grp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sp>
          <p:nvSpPr>
            <p:cNvPr id="145" name="Line 156">
              <a:extLst>
                <a:ext uri="{FF2B5EF4-FFF2-40B4-BE49-F238E27FC236}">
                  <a16:creationId xmlns:a16="http://schemas.microsoft.com/office/drawing/2014/main" id="{CAD51552-3310-22F5-875D-009C54CEE6DD}"/>
                </a:ext>
              </a:extLst>
            </p:cNvPr>
            <p:cNvSpPr>
              <a:spLocks noChangeShapeType="1"/>
            </p:cNvSpPr>
            <p:nvPr/>
          </p:nvSpPr>
          <p:spPr bwMode="auto">
            <a:xfrm>
              <a:off x="1719815" y="1152356"/>
              <a:ext cx="219479" cy="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6" name="Line 155">
              <a:extLst>
                <a:ext uri="{FF2B5EF4-FFF2-40B4-BE49-F238E27FC236}">
                  <a16:creationId xmlns:a16="http://schemas.microsoft.com/office/drawing/2014/main" id="{66E8C38F-8D29-ECD7-8339-D3CEE7546A1A}"/>
                </a:ext>
              </a:extLst>
            </p:cNvPr>
            <p:cNvSpPr>
              <a:spLocks noChangeShapeType="1"/>
            </p:cNvSpPr>
            <p:nvPr/>
          </p:nvSpPr>
          <p:spPr bwMode="auto">
            <a:xfrm>
              <a:off x="1704216" y="2337281"/>
              <a:ext cx="222250" cy="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7" name="Line 197">
              <a:extLst>
                <a:ext uri="{FF2B5EF4-FFF2-40B4-BE49-F238E27FC236}">
                  <a16:creationId xmlns:a16="http://schemas.microsoft.com/office/drawing/2014/main" id="{E6E93795-B721-F2C9-96AA-C3F46CCF62BB}"/>
                </a:ext>
              </a:extLst>
            </p:cNvPr>
            <p:cNvSpPr>
              <a:spLocks noChangeShapeType="1"/>
            </p:cNvSpPr>
            <p:nvPr/>
          </p:nvSpPr>
          <p:spPr bwMode="auto">
            <a:xfrm flipV="1">
              <a:off x="1729681" y="346174"/>
              <a:ext cx="214745" cy="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48" name="Text Box 199">
              <a:extLst>
                <a:ext uri="{FF2B5EF4-FFF2-40B4-BE49-F238E27FC236}">
                  <a16:creationId xmlns:a16="http://schemas.microsoft.com/office/drawing/2014/main" id="{21D82BF9-B6CD-0849-638F-474313A8B8EA}"/>
                </a:ext>
              </a:extLst>
            </p:cNvPr>
            <p:cNvSpPr txBox="1">
              <a:spLocks noChangeArrowheads="1"/>
            </p:cNvSpPr>
            <p:nvPr/>
          </p:nvSpPr>
          <p:spPr bwMode="auto">
            <a:xfrm>
              <a:off x="2851498" y="125140"/>
              <a:ext cx="17224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spcBef>
                  <a:spcPct val="50000"/>
                </a:spcBef>
              </a:pPr>
              <a:r>
                <a:rPr lang="en-US" altLang="zh-CN" sz="2000" b="1" dirty="0">
                  <a:solidFill>
                    <a:schemeClr val="folHlink"/>
                  </a:solidFill>
                  <a:cs typeface="Times New Roman" panose="02020603050405020304" pitchFamily="18" charset="0"/>
                  <a:sym typeface="Symbol" panose="05050102010706020507" pitchFamily="18" charset="2"/>
                </a:rPr>
                <a:t></a:t>
              </a:r>
              <a:endParaRPr lang="en-US" altLang="zh-CN" sz="2000" b="1" dirty="0">
                <a:solidFill>
                  <a:schemeClr val="folHlink"/>
                </a:solidFill>
              </a:endParaRPr>
            </a:p>
          </p:txBody>
        </p:sp>
        <p:sp>
          <p:nvSpPr>
            <p:cNvPr id="149" name="Text Box 200">
              <a:extLst>
                <a:ext uri="{FF2B5EF4-FFF2-40B4-BE49-F238E27FC236}">
                  <a16:creationId xmlns:a16="http://schemas.microsoft.com/office/drawing/2014/main" id="{3839A780-C735-0B19-F018-10579A46A1D0}"/>
                </a:ext>
              </a:extLst>
            </p:cNvPr>
            <p:cNvSpPr txBox="1">
              <a:spLocks noChangeArrowheads="1"/>
            </p:cNvSpPr>
            <p:nvPr/>
          </p:nvSpPr>
          <p:spPr bwMode="auto">
            <a:xfrm>
              <a:off x="1009035" y="536000"/>
              <a:ext cx="1524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dirty="0">
                  <a:sym typeface="Symbol" panose="05050102010706020507" pitchFamily="18" charset="2"/>
                </a:rPr>
                <a:t></a:t>
              </a:r>
              <a:endParaRPr lang="en-US" altLang="zh-CN" dirty="0"/>
            </a:p>
          </p:txBody>
        </p:sp>
        <p:sp>
          <p:nvSpPr>
            <p:cNvPr id="150" name="Text Box 201">
              <a:extLst>
                <a:ext uri="{FF2B5EF4-FFF2-40B4-BE49-F238E27FC236}">
                  <a16:creationId xmlns:a16="http://schemas.microsoft.com/office/drawing/2014/main" id="{E1F567ED-8A59-DD43-8B9F-C3FCE2ABDFB1}"/>
                </a:ext>
              </a:extLst>
            </p:cNvPr>
            <p:cNvSpPr txBox="1">
              <a:spLocks noChangeArrowheads="1"/>
            </p:cNvSpPr>
            <p:nvPr/>
          </p:nvSpPr>
          <p:spPr bwMode="auto">
            <a:xfrm>
              <a:off x="1007127" y="1731812"/>
              <a:ext cx="2147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dirty="0">
                  <a:sym typeface="Symbol" panose="05050102010706020507" pitchFamily="18" charset="2"/>
                </a:rPr>
                <a:t></a:t>
              </a:r>
              <a:endParaRPr lang="en-US" altLang="zh-CN" dirty="0"/>
            </a:p>
          </p:txBody>
        </p:sp>
        <p:sp>
          <p:nvSpPr>
            <p:cNvPr id="151" name="Text Box 202">
              <a:extLst>
                <a:ext uri="{FF2B5EF4-FFF2-40B4-BE49-F238E27FC236}">
                  <a16:creationId xmlns:a16="http://schemas.microsoft.com/office/drawing/2014/main" id="{FC04C198-D277-C6A8-1D3C-B2CF24DE1269}"/>
                </a:ext>
              </a:extLst>
            </p:cNvPr>
            <p:cNvSpPr txBox="1">
              <a:spLocks noChangeArrowheads="1"/>
            </p:cNvSpPr>
            <p:nvPr/>
          </p:nvSpPr>
          <p:spPr bwMode="auto">
            <a:xfrm>
              <a:off x="2232885" y="935143"/>
              <a:ext cx="2041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dirty="0">
                  <a:sym typeface="Symbol" panose="05050102010706020507" pitchFamily="18" charset="2"/>
                </a:rPr>
                <a:t></a:t>
              </a:r>
              <a:endParaRPr lang="en-US" altLang="zh-CN" dirty="0"/>
            </a:p>
          </p:txBody>
        </p:sp>
        <p:sp>
          <p:nvSpPr>
            <p:cNvPr id="152" name="Text Box 203">
              <a:extLst>
                <a:ext uri="{FF2B5EF4-FFF2-40B4-BE49-F238E27FC236}">
                  <a16:creationId xmlns:a16="http://schemas.microsoft.com/office/drawing/2014/main" id="{450CD104-C34C-6DAC-00D3-42F9DC450063}"/>
                </a:ext>
              </a:extLst>
            </p:cNvPr>
            <p:cNvSpPr txBox="1">
              <a:spLocks noChangeArrowheads="1"/>
            </p:cNvSpPr>
            <p:nvPr/>
          </p:nvSpPr>
          <p:spPr bwMode="auto">
            <a:xfrm>
              <a:off x="2240905" y="2112004"/>
              <a:ext cx="2041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dirty="0">
                  <a:sym typeface="Symbol" panose="05050102010706020507" pitchFamily="18" charset="2"/>
                </a:rPr>
                <a:t></a:t>
              </a:r>
              <a:endParaRPr lang="en-US" altLang="zh-CN" dirty="0"/>
            </a:p>
          </p:txBody>
        </p:sp>
        <p:sp>
          <p:nvSpPr>
            <p:cNvPr id="153" name="Line 153">
              <a:extLst>
                <a:ext uri="{FF2B5EF4-FFF2-40B4-BE49-F238E27FC236}">
                  <a16:creationId xmlns:a16="http://schemas.microsoft.com/office/drawing/2014/main" id="{D2BB9AA8-B08D-B6ED-D004-A61B9DECB77E}"/>
                </a:ext>
              </a:extLst>
            </p:cNvPr>
            <p:cNvSpPr>
              <a:spLocks noChangeShapeType="1"/>
            </p:cNvSpPr>
            <p:nvPr/>
          </p:nvSpPr>
          <p:spPr bwMode="auto">
            <a:xfrm>
              <a:off x="2324942" y="354952"/>
              <a:ext cx="222177" cy="887"/>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90" name="椭圆 89">
            <a:extLst>
              <a:ext uri="{FF2B5EF4-FFF2-40B4-BE49-F238E27FC236}">
                <a16:creationId xmlns:a16="http://schemas.microsoft.com/office/drawing/2014/main" id="{51454275-4A2E-9CF0-0996-F3BCE8C341D9}"/>
              </a:ext>
            </a:extLst>
          </p:cNvPr>
          <p:cNvSpPr/>
          <p:nvPr/>
        </p:nvSpPr>
        <p:spPr>
          <a:xfrm>
            <a:off x="10445606" y="3677829"/>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15D76D4D-564A-E35E-1BA5-8E12AB03C2F1}"/>
              </a:ext>
            </a:extLst>
          </p:cNvPr>
          <p:cNvSpPr/>
          <p:nvPr/>
        </p:nvSpPr>
        <p:spPr>
          <a:xfrm>
            <a:off x="11000822" y="3677829"/>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D9CF9F24-8E9A-7B50-11A6-7CDFE0AC43AC}"/>
              </a:ext>
            </a:extLst>
          </p:cNvPr>
          <p:cNvSpPr/>
          <p:nvPr/>
        </p:nvSpPr>
        <p:spPr>
          <a:xfrm>
            <a:off x="11517499" y="3690149"/>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7319EC3F-AFD4-4935-EFA1-4D907E13E2A2}"/>
              </a:ext>
            </a:extLst>
          </p:cNvPr>
          <p:cNvSpPr/>
          <p:nvPr/>
        </p:nvSpPr>
        <p:spPr>
          <a:xfrm>
            <a:off x="10983482" y="4341615"/>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3" name="组合 102">
            <a:extLst>
              <a:ext uri="{FF2B5EF4-FFF2-40B4-BE49-F238E27FC236}">
                <a16:creationId xmlns:a16="http://schemas.microsoft.com/office/drawing/2014/main" id="{B0C5D072-74C4-80DE-4CD7-F3A626890369}"/>
              </a:ext>
            </a:extLst>
          </p:cNvPr>
          <p:cNvGrpSpPr/>
          <p:nvPr/>
        </p:nvGrpSpPr>
        <p:grpSpPr>
          <a:xfrm>
            <a:off x="10440151" y="3014317"/>
            <a:ext cx="226591" cy="475214"/>
            <a:chOff x="4575779" y="5982736"/>
            <a:chExt cx="226591" cy="475214"/>
          </a:xfrm>
        </p:grpSpPr>
        <p:cxnSp>
          <p:nvCxnSpPr>
            <p:cNvPr id="104" name="直接箭头连接符 103">
              <a:extLst>
                <a:ext uri="{FF2B5EF4-FFF2-40B4-BE49-F238E27FC236}">
                  <a16:creationId xmlns:a16="http://schemas.microsoft.com/office/drawing/2014/main" id="{D7730CB8-9A4A-8585-C200-3FD14EDF5587}"/>
                </a:ext>
              </a:extLst>
            </p:cNvPr>
            <p:cNvCxnSpPr>
              <a:cxnSpLocks/>
            </p:cNvCxnSpPr>
            <p:nvPr/>
          </p:nvCxnSpPr>
          <p:spPr>
            <a:xfrm>
              <a:off x="4715004" y="6261688"/>
              <a:ext cx="0" cy="19626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B648BBE9-CC73-78D5-9D80-A06F514DAE98}"/>
                </a:ext>
              </a:extLst>
            </p:cNvPr>
            <p:cNvSpPr txBox="1"/>
            <p:nvPr/>
          </p:nvSpPr>
          <p:spPr>
            <a:xfrm>
              <a:off x="4575779" y="5982736"/>
              <a:ext cx="226591" cy="307777"/>
            </a:xfrm>
            <a:prstGeom prst="rect">
              <a:avLst/>
            </a:prstGeom>
            <a:noFill/>
          </p:spPr>
          <p:txBody>
            <a:bodyPr wrap="square" lIns="36000" tIns="0" rIns="36000" bIns="0" rtlCol="0">
              <a:spAutoFit/>
            </a:bodyPr>
            <a:lstStyle/>
            <a:p>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grpSp>
      <p:sp>
        <p:nvSpPr>
          <p:cNvPr id="93" name="椭圆 92">
            <a:extLst>
              <a:ext uri="{FF2B5EF4-FFF2-40B4-BE49-F238E27FC236}">
                <a16:creationId xmlns:a16="http://schemas.microsoft.com/office/drawing/2014/main" id="{7EC485AF-9650-BC8F-55C0-B6288A599278}"/>
              </a:ext>
            </a:extLst>
          </p:cNvPr>
          <p:cNvSpPr/>
          <p:nvPr/>
        </p:nvSpPr>
        <p:spPr>
          <a:xfrm>
            <a:off x="10460850" y="4321503"/>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a:extLst>
              <a:ext uri="{FF2B5EF4-FFF2-40B4-BE49-F238E27FC236}">
                <a16:creationId xmlns:a16="http://schemas.microsoft.com/office/drawing/2014/main" id="{B9EB4A59-1FFC-8A4B-84E2-EE24B7F8EFCF}"/>
              </a:ext>
            </a:extLst>
          </p:cNvPr>
          <p:cNvSpPr/>
          <p:nvPr/>
        </p:nvSpPr>
        <p:spPr>
          <a:xfrm>
            <a:off x="10460850" y="4651798"/>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5656748C-21EC-2444-5620-5A7045229AD5}"/>
              </a:ext>
            </a:extLst>
          </p:cNvPr>
          <p:cNvSpPr/>
          <p:nvPr/>
        </p:nvSpPr>
        <p:spPr>
          <a:xfrm>
            <a:off x="11000822" y="5311382"/>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90F6FA9F-4981-4EB9-382F-02217BE25D38}"/>
              </a:ext>
            </a:extLst>
          </p:cNvPr>
          <p:cNvSpPr/>
          <p:nvPr/>
        </p:nvSpPr>
        <p:spPr>
          <a:xfrm>
            <a:off x="10445606" y="5311381"/>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00">
            <a:extLst>
              <a:ext uri="{FF2B5EF4-FFF2-40B4-BE49-F238E27FC236}">
                <a16:creationId xmlns:a16="http://schemas.microsoft.com/office/drawing/2014/main" id="{B3DF0C95-B1F4-5AA7-A44C-5943638C6F8D}"/>
              </a:ext>
            </a:extLst>
          </p:cNvPr>
          <p:cNvSpPr txBox="1"/>
          <p:nvPr/>
        </p:nvSpPr>
        <p:spPr>
          <a:xfrm>
            <a:off x="9951020" y="5599481"/>
            <a:ext cx="200943" cy="246221"/>
          </a:xfrm>
          <a:prstGeom prst="rect">
            <a:avLst/>
          </a:prstGeom>
          <a:noFill/>
        </p:spPr>
        <p:txBody>
          <a:bodyPr wrap="none" lIns="36000" tIns="0" rIns="36000" bIns="0" rtlCol="0" anchor="ctr" anchorCtr="1">
            <a:spAutoFit/>
          </a:bodyPr>
          <a:lstStyle/>
          <a:p>
            <a:pPr algn="ctr">
              <a:lnSpc>
                <a:spcPct val="80000"/>
              </a:lnSpc>
            </a:pPr>
            <a:r>
              <a:rPr lang="en-US" altLang="zh-CN" sz="2000" b="1" dirty="0">
                <a:solidFill>
                  <a:srgbClr val="C00000"/>
                </a:solidFill>
              </a:rPr>
              <a:t>0</a:t>
            </a:r>
            <a:endParaRPr lang="zh-CN" altLang="en-US" sz="2000" b="1" dirty="0">
              <a:solidFill>
                <a:srgbClr val="C00000"/>
              </a:solidFill>
            </a:endParaRPr>
          </a:p>
        </p:txBody>
      </p:sp>
      <p:sp>
        <p:nvSpPr>
          <p:cNvPr id="102" name="文本框 101">
            <a:extLst>
              <a:ext uri="{FF2B5EF4-FFF2-40B4-BE49-F238E27FC236}">
                <a16:creationId xmlns:a16="http://schemas.microsoft.com/office/drawing/2014/main" id="{DBFF84F6-8149-E648-914C-39F20DBA5E6C}"/>
              </a:ext>
            </a:extLst>
          </p:cNvPr>
          <p:cNvSpPr txBox="1"/>
          <p:nvPr/>
        </p:nvSpPr>
        <p:spPr>
          <a:xfrm>
            <a:off x="11743013" y="5600184"/>
            <a:ext cx="230565" cy="246221"/>
          </a:xfrm>
          <a:prstGeom prst="rect">
            <a:avLst/>
          </a:prstGeom>
          <a:noFill/>
        </p:spPr>
        <p:txBody>
          <a:bodyPr wrap="square" lIns="36000" tIns="0" rIns="36000" bIns="0" rtlCol="0" anchor="ctr" anchorCtr="1">
            <a:spAutoFit/>
          </a:bodyPr>
          <a:lstStyle/>
          <a:p>
            <a:pPr algn="ctr">
              <a:lnSpc>
                <a:spcPct val="80000"/>
              </a:lnSpc>
            </a:pPr>
            <a:r>
              <a:rPr lang="en-US" altLang="zh-CN" sz="2000" b="1" dirty="0">
                <a:solidFill>
                  <a:srgbClr val="C00000"/>
                </a:solidFill>
              </a:rPr>
              <a:t>5</a:t>
            </a:r>
            <a:endParaRPr lang="zh-CN" altLang="en-US" sz="2000" b="1" dirty="0">
              <a:solidFill>
                <a:srgbClr val="C00000"/>
              </a:solidFill>
            </a:endParaRPr>
          </a:p>
        </p:txBody>
      </p:sp>
      <p:sp>
        <p:nvSpPr>
          <p:cNvPr id="108" name="文本框 107">
            <a:extLst>
              <a:ext uri="{FF2B5EF4-FFF2-40B4-BE49-F238E27FC236}">
                <a16:creationId xmlns:a16="http://schemas.microsoft.com/office/drawing/2014/main" id="{4F4157D8-30DE-F567-0594-FC7E003D4CD2}"/>
              </a:ext>
            </a:extLst>
          </p:cNvPr>
          <p:cNvSpPr txBox="1"/>
          <p:nvPr/>
        </p:nvSpPr>
        <p:spPr>
          <a:xfrm>
            <a:off x="10671486" y="5600185"/>
            <a:ext cx="200943" cy="246221"/>
          </a:xfrm>
          <a:prstGeom prst="rect">
            <a:avLst/>
          </a:prstGeom>
          <a:noFill/>
        </p:spPr>
        <p:txBody>
          <a:bodyPr wrap="none" lIns="36000" tIns="0" rIns="36000" bIns="0" rtlCol="0" anchor="ctr" anchorCtr="1">
            <a:spAutoFit/>
          </a:bodyPr>
          <a:lstStyle/>
          <a:p>
            <a:pPr algn="ctr">
              <a:lnSpc>
                <a:spcPct val="80000"/>
              </a:lnSpc>
            </a:pPr>
            <a:r>
              <a:rPr lang="en-US" altLang="zh-CN" sz="2000" b="1" dirty="0">
                <a:solidFill>
                  <a:srgbClr val="C00000"/>
                </a:solidFill>
              </a:rPr>
              <a:t>2</a:t>
            </a:r>
            <a:endParaRPr lang="zh-CN" altLang="en-US" sz="2000" b="1" dirty="0">
              <a:solidFill>
                <a:srgbClr val="C00000"/>
              </a:solidFill>
            </a:endParaRPr>
          </a:p>
        </p:txBody>
      </p:sp>
      <p:sp>
        <p:nvSpPr>
          <p:cNvPr id="109" name="文本框 108">
            <a:extLst>
              <a:ext uri="{FF2B5EF4-FFF2-40B4-BE49-F238E27FC236}">
                <a16:creationId xmlns:a16="http://schemas.microsoft.com/office/drawing/2014/main" id="{D49EB37F-9EE3-CD09-20A2-74B9D624A4E2}"/>
              </a:ext>
            </a:extLst>
          </p:cNvPr>
          <p:cNvSpPr txBox="1"/>
          <p:nvPr/>
        </p:nvSpPr>
        <p:spPr>
          <a:xfrm>
            <a:off x="11021359" y="5598564"/>
            <a:ext cx="230565" cy="246221"/>
          </a:xfrm>
          <a:prstGeom prst="rect">
            <a:avLst/>
          </a:prstGeom>
          <a:noFill/>
        </p:spPr>
        <p:txBody>
          <a:bodyPr wrap="square" lIns="36000" tIns="0" rIns="36000" bIns="0" rtlCol="0" anchor="ctr" anchorCtr="1">
            <a:spAutoFit/>
          </a:bodyPr>
          <a:lstStyle/>
          <a:p>
            <a:pPr algn="ctr">
              <a:lnSpc>
                <a:spcPct val="80000"/>
              </a:lnSpc>
            </a:pPr>
            <a:r>
              <a:rPr lang="en-US" altLang="zh-CN" sz="2000" b="1" dirty="0">
                <a:solidFill>
                  <a:srgbClr val="C00000"/>
                </a:solidFill>
              </a:rPr>
              <a:t>3</a:t>
            </a:r>
            <a:endParaRPr lang="zh-CN" altLang="en-US" sz="2000" b="1" dirty="0">
              <a:solidFill>
                <a:srgbClr val="C00000"/>
              </a:solidFill>
            </a:endParaRPr>
          </a:p>
        </p:txBody>
      </p:sp>
      <p:sp>
        <p:nvSpPr>
          <p:cNvPr id="112" name="文本框 111">
            <a:extLst>
              <a:ext uri="{FF2B5EF4-FFF2-40B4-BE49-F238E27FC236}">
                <a16:creationId xmlns:a16="http://schemas.microsoft.com/office/drawing/2014/main" id="{4EF15664-1BB7-C3B7-9095-2CBF6152562B}"/>
              </a:ext>
            </a:extLst>
          </p:cNvPr>
          <p:cNvSpPr txBox="1"/>
          <p:nvPr/>
        </p:nvSpPr>
        <p:spPr>
          <a:xfrm>
            <a:off x="10298512" y="5597804"/>
            <a:ext cx="230565" cy="246221"/>
          </a:xfrm>
          <a:prstGeom prst="rect">
            <a:avLst/>
          </a:prstGeom>
          <a:noFill/>
        </p:spPr>
        <p:txBody>
          <a:bodyPr wrap="square" lIns="36000" tIns="0" rIns="36000" bIns="0" rtlCol="0" anchor="ctr" anchorCtr="1">
            <a:spAutoFit/>
          </a:bodyPr>
          <a:lstStyle/>
          <a:p>
            <a:pPr algn="ctr">
              <a:lnSpc>
                <a:spcPct val="80000"/>
              </a:lnSpc>
            </a:pPr>
            <a:r>
              <a:rPr lang="en-US" altLang="zh-CN" sz="2000" b="1" dirty="0">
                <a:solidFill>
                  <a:srgbClr val="C00000"/>
                </a:solidFill>
              </a:rPr>
              <a:t>1</a:t>
            </a:r>
            <a:endParaRPr lang="zh-CN" altLang="en-US" sz="2000" b="1" dirty="0">
              <a:solidFill>
                <a:srgbClr val="C00000"/>
              </a:solidFill>
            </a:endParaRPr>
          </a:p>
        </p:txBody>
      </p:sp>
      <p:sp>
        <p:nvSpPr>
          <p:cNvPr id="114" name="文本框 113">
            <a:extLst>
              <a:ext uri="{FF2B5EF4-FFF2-40B4-BE49-F238E27FC236}">
                <a16:creationId xmlns:a16="http://schemas.microsoft.com/office/drawing/2014/main" id="{BA53F01C-21E6-B86E-078A-510521C1B282}"/>
              </a:ext>
            </a:extLst>
          </p:cNvPr>
          <p:cNvSpPr txBox="1"/>
          <p:nvPr/>
        </p:nvSpPr>
        <p:spPr>
          <a:xfrm>
            <a:off x="11355561" y="5597804"/>
            <a:ext cx="287419" cy="246221"/>
          </a:xfrm>
          <a:prstGeom prst="rect">
            <a:avLst/>
          </a:prstGeom>
          <a:noFill/>
        </p:spPr>
        <p:txBody>
          <a:bodyPr wrap="square" lIns="36000" tIns="0" rIns="36000" bIns="0" rtlCol="0" anchor="ctr" anchorCtr="1">
            <a:spAutoFit/>
          </a:bodyPr>
          <a:lstStyle/>
          <a:p>
            <a:pPr algn="ctr">
              <a:lnSpc>
                <a:spcPct val="80000"/>
              </a:lnSpc>
            </a:pPr>
            <a:r>
              <a:rPr lang="en-US" altLang="zh-CN" sz="2000" b="1" dirty="0">
                <a:solidFill>
                  <a:srgbClr val="C00000"/>
                </a:solidFill>
              </a:rPr>
              <a:t>4</a:t>
            </a:r>
            <a:endParaRPr lang="zh-CN" altLang="en-US" sz="2000" b="1" dirty="0">
              <a:solidFill>
                <a:srgbClr val="C00000"/>
              </a:solidFill>
            </a:endParaRPr>
          </a:p>
        </p:txBody>
      </p:sp>
      <p:sp>
        <p:nvSpPr>
          <p:cNvPr id="89" name="Text Box 202">
            <a:extLst>
              <a:ext uri="{FF2B5EF4-FFF2-40B4-BE49-F238E27FC236}">
                <a16:creationId xmlns:a16="http://schemas.microsoft.com/office/drawing/2014/main" id="{1D7A171F-3074-2752-C7E4-47C554DFA173}"/>
              </a:ext>
            </a:extLst>
          </p:cNvPr>
          <p:cNvSpPr txBox="1">
            <a:spLocks noChangeArrowheads="1"/>
          </p:cNvSpPr>
          <p:nvPr/>
        </p:nvSpPr>
        <p:spPr bwMode="auto">
          <a:xfrm>
            <a:off x="10633978" y="4413368"/>
            <a:ext cx="2041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dirty="0">
                <a:sym typeface="Symbol" panose="05050102010706020507" pitchFamily="18" charset="2"/>
              </a:rPr>
              <a:t></a:t>
            </a:r>
            <a:endParaRPr lang="en-US" altLang="zh-CN" dirty="0"/>
          </a:p>
        </p:txBody>
      </p:sp>
      <p:cxnSp>
        <p:nvCxnSpPr>
          <p:cNvPr id="179" name="直接连接符 178">
            <a:extLst>
              <a:ext uri="{FF2B5EF4-FFF2-40B4-BE49-F238E27FC236}">
                <a16:creationId xmlns:a16="http://schemas.microsoft.com/office/drawing/2014/main" id="{EA972B2F-E39B-FA02-432D-757700FE3F4B}"/>
              </a:ext>
            </a:extLst>
          </p:cNvPr>
          <p:cNvCxnSpPr/>
          <p:nvPr/>
        </p:nvCxnSpPr>
        <p:spPr>
          <a:xfrm>
            <a:off x="457200" y="2763982"/>
            <a:ext cx="2712027"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0" name="直接连接符 179">
            <a:extLst>
              <a:ext uri="{FF2B5EF4-FFF2-40B4-BE49-F238E27FC236}">
                <a16:creationId xmlns:a16="http://schemas.microsoft.com/office/drawing/2014/main" id="{47D29F29-F1B8-6CD2-1365-FCC2B9EBAE1A}"/>
              </a:ext>
            </a:extLst>
          </p:cNvPr>
          <p:cNvCxnSpPr>
            <a:cxnSpLocks/>
          </p:cNvCxnSpPr>
          <p:nvPr/>
        </p:nvCxnSpPr>
        <p:spPr>
          <a:xfrm>
            <a:off x="1155123" y="3009900"/>
            <a:ext cx="5282045"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185" name="文本框 184">
            <a:extLst>
              <a:ext uri="{FF2B5EF4-FFF2-40B4-BE49-F238E27FC236}">
                <a16:creationId xmlns:a16="http://schemas.microsoft.com/office/drawing/2014/main" id="{7FF89783-628A-68BE-739F-5E57A9C33C81}"/>
              </a:ext>
            </a:extLst>
          </p:cNvPr>
          <p:cNvSpPr txBox="1"/>
          <p:nvPr/>
        </p:nvSpPr>
        <p:spPr>
          <a:xfrm>
            <a:off x="9840977" y="3430665"/>
            <a:ext cx="152521" cy="307777"/>
          </a:xfrm>
          <a:prstGeom prst="rect">
            <a:avLst/>
          </a:prstGeom>
          <a:noFill/>
        </p:spPr>
        <p:txBody>
          <a:bodyPr wrap="square" lIns="72000" tIns="0" rIns="72000" bIns="0" rtlCol="0" anchor="b" anchorCtr="0">
            <a:spAutoFit/>
          </a:bodyPr>
          <a:lstStyle/>
          <a:p>
            <a:pPr algn="ctr"/>
            <a:r>
              <a:rPr lang="en-US" altLang="zh-CN" sz="2000" b="1" dirty="0">
                <a:solidFill>
                  <a:srgbClr val="333DFF"/>
                </a:solidFill>
              </a:rPr>
              <a:t>a</a:t>
            </a:r>
            <a:endParaRPr lang="zh-CN" altLang="en-US" sz="2000" b="1" dirty="0">
              <a:solidFill>
                <a:srgbClr val="333DFF"/>
              </a:solidFill>
            </a:endParaRPr>
          </a:p>
        </p:txBody>
      </p:sp>
      <p:sp>
        <p:nvSpPr>
          <p:cNvPr id="187" name="文本框 186">
            <a:extLst>
              <a:ext uri="{FF2B5EF4-FFF2-40B4-BE49-F238E27FC236}">
                <a16:creationId xmlns:a16="http://schemas.microsoft.com/office/drawing/2014/main" id="{9938C082-4F03-E21C-689A-7B1AA6795CBE}"/>
              </a:ext>
            </a:extLst>
          </p:cNvPr>
          <p:cNvSpPr txBox="1"/>
          <p:nvPr/>
        </p:nvSpPr>
        <p:spPr>
          <a:xfrm>
            <a:off x="9838596" y="5068173"/>
            <a:ext cx="152521" cy="307777"/>
          </a:xfrm>
          <a:prstGeom prst="rect">
            <a:avLst/>
          </a:prstGeom>
          <a:noFill/>
        </p:spPr>
        <p:txBody>
          <a:bodyPr wrap="square" lIns="72000" tIns="0" rIns="72000" bIns="0" rtlCol="0" anchor="b" anchorCtr="0">
            <a:spAutoFit/>
          </a:bodyPr>
          <a:lstStyle/>
          <a:p>
            <a:pPr algn="ctr"/>
            <a:r>
              <a:rPr lang="en-US" altLang="zh-CN" sz="2000" b="1" dirty="0">
                <a:solidFill>
                  <a:srgbClr val="333DFF"/>
                </a:solidFill>
              </a:rPr>
              <a:t>f</a:t>
            </a:r>
            <a:endParaRPr lang="zh-CN" altLang="en-US" sz="2000" b="1" dirty="0">
              <a:solidFill>
                <a:srgbClr val="333DFF"/>
              </a:solidFill>
            </a:endParaRPr>
          </a:p>
        </p:txBody>
      </p:sp>
      <p:sp>
        <p:nvSpPr>
          <p:cNvPr id="188" name="文本框 187">
            <a:extLst>
              <a:ext uri="{FF2B5EF4-FFF2-40B4-BE49-F238E27FC236}">
                <a16:creationId xmlns:a16="http://schemas.microsoft.com/office/drawing/2014/main" id="{9003B40F-E3FF-B2EE-F595-AE2D8D0F6675}"/>
              </a:ext>
            </a:extLst>
          </p:cNvPr>
          <p:cNvSpPr txBox="1"/>
          <p:nvPr/>
        </p:nvSpPr>
        <p:spPr>
          <a:xfrm>
            <a:off x="9836214" y="4089486"/>
            <a:ext cx="152521" cy="307777"/>
          </a:xfrm>
          <a:prstGeom prst="rect">
            <a:avLst/>
          </a:prstGeom>
          <a:noFill/>
        </p:spPr>
        <p:txBody>
          <a:bodyPr wrap="square" lIns="72000" tIns="0" rIns="72000" bIns="0" rtlCol="0" anchor="b" anchorCtr="0">
            <a:spAutoFit/>
          </a:bodyPr>
          <a:lstStyle/>
          <a:p>
            <a:pPr algn="ctr"/>
            <a:r>
              <a:rPr lang="en-US" altLang="zh-CN" sz="2000" b="1" dirty="0">
                <a:solidFill>
                  <a:srgbClr val="333DFF"/>
                </a:solidFill>
              </a:rPr>
              <a:t>c</a:t>
            </a:r>
            <a:endParaRPr lang="zh-CN" altLang="en-US" sz="2000" b="1" dirty="0">
              <a:solidFill>
                <a:srgbClr val="333DFF"/>
              </a:solidFill>
            </a:endParaRPr>
          </a:p>
        </p:txBody>
      </p:sp>
      <p:sp>
        <p:nvSpPr>
          <p:cNvPr id="191" name="文本框 190">
            <a:extLst>
              <a:ext uri="{FF2B5EF4-FFF2-40B4-BE49-F238E27FC236}">
                <a16:creationId xmlns:a16="http://schemas.microsoft.com/office/drawing/2014/main" id="{A46FF308-CF8B-EE99-9CEB-58F0789ECB65}"/>
              </a:ext>
            </a:extLst>
          </p:cNvPr>
          <p:cNvSpPr txBox="1"/>
          <p:nvPr/>
        </p:nvSpPr>
        <p:spPr>
          <a:xfrm>
            <a:off x="9838595" y="4413368"/>
            <a:ext cx="152521" cy="307777"/>
          </a:xfrm>
          <a:prstGeom prst="rect">
            <a:avLst/>
          </a:prstGeom>
          <a:noFill/>
        </p:spPr>
        <p:txBody>
          <a:bodyPr wrap="square" lIns="72000" tIns="0" rIns="72000" bIns="0" rtlCol="0" anchor="b" anchorCtr="0">
            <a:spAutoFit/>
          </a:bodyPr>
          <a:lstStyle/>
          <a:p>
            <a:pPr algn="ctr"/>
            <a:r>
              <a:rPr lang="en-US" altLang="zh-CN" sz="2000" b="1" dirty="0">
                <a:solidFill>
                  <a:srgbClr val="333DFF"/>
                </a:solidFill>
              </a:rPr>
              <a:t>d</a:t>
            </a:r>
            <a:endParaRPr lang="zh-CN" altLang="en-US" sz="2000" b="1" dirty="0">
              <a:solidFill>
                <a:srgbClr val="333DFF"/>
              </a:solidFill>
            </a:endParaRPr>
          </a:p>
        </p:txBody>
      </p:sp>
      <p:sp>
        <p:nvSpPr>
          <p:cNvPr id="192" name="文本框 191">
            <a:extLst>
              <a:ext uri="{FF2B5EF4-FFF2-40B4-BE49-F238E27FC236}">
                <a16:creationId xmlns:a16="http://schemas.microsoft.com/office/drawing/2014/main" id="{99B82DAD-8E23-B649-20E3-64013778ACBF}"/>
              </a:ext>
            </a:extLst>
          </p:cNvPr>
          <p:cNvSpPr txBox="1"/>
          <p:nvPr/>
        </p:nvSpPr>
        <p:spPr>
          <a:xfrm>
            <a:off x="9838065" y="3761244"/>
            <a:ext cx="152521" cy="307777"/>
          </a:xfrm>
          <a:prstGeom prst="rect">
            <a:avLst/>
          </a:prstGeom>
          <a:noFill/>
        </p:spPr>
        <p:txBody>
          <a:bodyPr wrap="square" lIns="72000" tIns="0" rIns="72000" bIns="0" rtlCol="0" anchor="b" anchorCtr="0">
            <a:spAutoFit/>
          </a:bodyPr>
          <a:lstStyle/>
          <a:p>
            <a:pPr algn="ctr"/>
            <a:r>
              <a:rPr lang="en-US" altLang="zh-CN" sz="2000" b="1" dirty="0">
                <a:solidFill>
                  <a:srgbClr val="333DFF"/>
                </a:solidFill>
              </a:rPr>
              <a:t>b</a:t>
            </a:r>
            <a:endParaRPr lang="zh-CN" altLang="en-US" sz="2000" b="1" dirty="0">
              <a:solidFill>
                <a:srgbClr val="333DFF"/>
              </a:solidFill>
            </a:endParaRPr>
          </a:p>
        </p:txBody>
      </p:sp>
      <p:sp>
        <p:nvSpPr>
          <p:cNvPr id="193" name="文本框 192">
            <a:extLst>
              <a:ext uri="{FF2B5EF4-FFF2-40B4-BE49-F238E27FC236}">
                <a16:creationId xmlns:a16="http://schemas.microsoft.com/office/drawing/2014/main" id="{9DBE0895-7F9E-F6DB-9816-E87650C9530B}"/>
              </a:ext>
            </a:extLst>
          </p:cNvPr>
          <p:cNvSpPr txBox="1"/>
          <p:nvPr/>
        </p:nvSpPr>
        <p:spPr>
          <a:xfrm>
            <a:off x="9838594" y="4742925"/>
            <a:ext cx="152521" cy="307777"/>
          </a:xfrm>
          <a:prstGeom prst="rect">
            <a:avLst/>
          </a:prstGeom>
          <a:noFill/>
        </p:spPr>
        <p:txBody>
          <a:bodyPr wrap="square" lIns="72000" tIns="0" rIns="72000" bIns="0" rtlCol="0" anchor="b" anchorCtr="0">
            <a:spAutoFit/>
          </a:bodyPr>
          <a:lstStyle/>
          <a:p>
            <a:pPr algn="ctr"/>
            <a:r>
              <a:rPr lang="en-US" altLang="zh-CN" sz="2000" b="1" dirty="0">
                <a:solidFill>
                  <a:srgbClr val="333DFF"/>
                </a:solidFill>
              </a:rPr>
              <a:t>e</a:t>
            </a:r>
            <a:endParaRPr lang="zh-CN" altLang="en-US" sz="2000" b="1" dirty="0">
              <a:solidFill>
                <a:srgbClr val="333DFF"/>
              </a:solidFill>
            </a:endParaRPr>
          </a:p>
        </p:txBody>
      </p:sp>
    </p:spTree>
    <p:extLst>
      <p:ext uri="{BB962C8B-B14F-4D97-AF65-F5344CB8AC3E}">
        <p14:creationId xmlns:p14="http://schemas.microsoft.com/office/powerpoint/2010/main" val="360123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ppt_w</p:attrName>
                                        </p:attrNameLst>
                                      </p:cBhvr>
                                      <p:tavLst>
                                        <p:tav tm="0">
                                          <p:val>
                                            <p:fltVal val="0"/>
                                          </p:val>
                                        </p:tav>
                                        <p:tav tm="100000">
                                          <p:val>
                                            <p:strVal val="#ppt_w"/>
                                          </p:val>
                                        </p:tav>
                                      </p:tavLst>
                                    </p:anim>
                                    <p:anim calcmode="lin" valueType="num">
                                      <p:cBhvr>
                                        <p:cTn id="36" dur="1000" fill="hold"/>
                                        <p:tgtEl>
                                          <p:spTgt spid="5"/>
                                        </p:tgtEl>
                                        <p:attrNameLst>
                                          <p:attrName>ppt_h</p:attrName>
                                        </p:attrNameLst>
                                      </p:cBhvr>
                                      <p:tavLst>
                                        <p:tav tm="0">
                                          <p:val>
                                            <p:fltVal val="0"/>
                                          </p:val>
                                        </p:tav>
                                        <p:tav tm="100000">
                                          <p:val>
                                            <p:strVal val="#ppt_h"/>
                                          </p:val>
                                        </p:tav>
                                      </p:tavLst>
                                    </p:anim>
                                    <p:anim calcmode="lin" valueType="num">
                                      <p:cBhvr>
                                        <p:cTn id="37" dur="1000" fill="hold"/>
                                        <p:tgtEl>
                                          <p:spTgt spid="5"/>
                                        </p:tgtEl>
                                        <p:attrNameLst>
                                          <p:attrName>style.rotation</p:attrName>
                                        </p:attrNameLst>
                                      </p:cBhvr>
                                      <p:tavLst>
                                        <p:tav tm="0">
                                          <p:val>
                                            <p:fltVal val="90"/>
                                          </p:val>
                                        </p:tav>
                                        <p:tav tm="100000">
                                          <p:val>
                                            <p:fltVal val="0"/>
                                          </p:val>
                                        </p:tav>
                                      </p:tavLst>
                                    </p:anim>
                                    <p:animEffect transition="in" filter="fade">
                                      <p:cBhvr>
                                        <p:cTn id="38" dur="10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1000" fill="hold"/>
                                        <p:tgtEl>
                                          <p:spTgt spid="10"/>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16"/>
                                        </p:tgtEl>
                                        <p:attrNameLst>
                                          <p:attrName>style.visibility</p:attrName>
                                        </p:attrNameLst>
                                      </p:cBhvr>
                                      <p:to>
                                        <p:strVal val="visible"/>
                                      </p:to>
                                    </p:set>
                                    <p:animEffect transition="in" filter="fade">
                                      <p:cBhvr>
                                        <p:cTn id="48" dur="1000"/>
                                        <p:tgtEl>
                                          <p:spTgt spid="116"/>
                                        </p:tgtEl>
                                      </p:cBhvr>
                                    </p:animEffect>
                                    <p:anim calcmode="lin" valueType="num">
                                      <p:cBhvr>
                                        <p:cTn id="49" dur="1000" fill="hold"/>
                                        <p:tgtEl>
                                          <p:spTgt spid="116"/>
                                        </p:tgtEl>
                                        <p:attrNameLst>
                                          <p:attrName>ppt_x</p:attrName>
                                        </p:attrNameLst>
                                      </p:cBhvr>
                                      <p:tavLst>
                                        <p:tav tm="0">
                                          <p:val>
                                            <p:strVal val="#ppt_x"/>
                                          </p:val>
                                        </p:tav>
                                        <p:tav tm="100000">
                                          <p:val>
                                            <p:strVal val="#ppt_x"/>
                                          </p:val>
                                        </p:tav>
                                      </p:tavLst>
                                    </p:anim>
                                    <p:anim calcmode="lin" valueType="num">
                                      <p:cBhvr>
                                        <p:cTn id="50" dur="1000" fill="hold"/>
                                        <p:tgtEl>
                                          <p:spTgt spid="116"/>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31"/>
                                        </p:tgtEl>
                                        <p:attrNameLst>
                                          <p:attrName>style.visibility</p:attrName>
                                        </p:attrNameLst>
                                      </p:cBhvr>
                                      <p:to>
                                        <p:strVal val="visible"/>
                                      </p:to>
                                    </p:set>
                                    <p:animEffect transition="in" filter="fade">
                                      <p:cBhvr>
                                        <p:cTn id="53" dur="1000"/>
                                        <p:tgtEl>
                                          <p:spTgt spid="131"/>
                                        </p:tgtEl>
                                      </p:cBhvr>
                                    </p:animEffect>
                                    <p:anim calcmode="lin" valueType="num">
                                      <p:cBhvr>
                                        <p:cTn id="54" dur="1000" fill="hold"/>
                                        <p:tgtEl>
                                          <p:spTgt spid="131"/>
                                        </p:tgtEl>
                                        <p:attrNameLst>
                                          <p:attrName>ppt_x</p:attrName>
                                        </p:attrNameLst>
                                      </p:cBhvr>
                                      <p:tavLst>
                                        <p:tav tm="0">
                                          <p:val>
                                            <p:strVal val="#ppt_x"/>
                                          </p:val>
                                        </p:tav>
                                        <p:tav tm="100000">
                                          <p:val>
                                            <p:strVal val="#ppt_x"/>
                                          </p:val>
                                        </p:tav>
                                      </p:tavLst>
                                    </p:anim>
                                    <p:anim calcmode="lin" valueType="num">
                                      <p:cBhvr>
                                        <p:cTn id="55" dur="1000" fill="hold"/>
                                        <p:tgtEl>
                                          <p:spTgt spid="131"/>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132"/>
                                        </p:tgtEl>
                                        <p:attrNameLst>
                                          <p:attrName>style.visibility</p:attrName>
                                        </p:attrNameLst>
                                      </p:cBhvr>
                                      <p:to>
                                        <p:strVal val="visible"/>
                                      </p:to>
                                    </p:set>
                                    <p:animEffect transition="in" filter="fade">
                                      <p:cBhvr>
                                        <p:cTn id="58" dur="1000"/>
                                        <p:tgtEl>
                                          <p:spTgt spid="132"/>
                                        </p:tgtEl>
                                      </p:cBhvr>
                                    </p:animEffect>
                                    <p:anim calcmode="lin" valueType="num">
                                      <p:cBhvr>
                                        <p:cTn id="59" dur="1000" fill="hold"/>
                                        <p:tgtEl>
                                          <p:spTgt spid="132"/>
                                        </p:tgtEl>
                                        <p:attrNameLst>
                                          <p:attrName>ppt_x</p:attrName>
                                        </p:attrNameLst>
                                      </p:cBhvr>
                                      <p:tavLst>
                                        <p:tav tm="0">
                                          <p:val>
                                            <p:strVal val="#ppt_x"/>
                                          </p:val>
                                        </p:tav>
                                        <p:tav tm="100000">
                                          <p:val>
                                            <p:strVal val="#ppt_x"/>
                                          </p:val>
                                        </p:tav>
                                      </p:tavLst>
                                    </p:anim>
                                    <p:anim calcmode="lin" valueType="num">
                                      <p:cBhvr>
                                        <p:cTn id="60" dur="1000" fill="hold"/>
                                        <p:tgtEl>
                                          <p:spTgt spid="132"/>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89"/>
                                        </p:tgtEl>
                                        <p:attrNameLst>
                                          <p:attrName>style.visibility</p:attrName>
                                        </p:attrNameLst>
                                      </p:cBhvr>
                                      <p:to>
                                        <p:strVal val="visible"/>
                                      </p:to>
                                    </p:set>
                                    <p:animEffect transition="in" filter="fade">
                                      <p:cBhvr>
                                        <p:cTn id="63" dur="1000"/>
                                        <p:tgtEl>
                                          <p:spTgt spid="89"/>
                                        </p:tgtEl>
                                      </p:cBhvr>
                                    </p:animEffect>
                                    <p:anim calcmode="lin" valueType="num">
                                      <p:cBhvr>
                                        <p:cTn id="64" dur="1000" fill="hold"/>
                                        <p:tgtEl>
                                          <p:spTgt spid="89"/>
                                        </p:tgtEl>
                                        <p:attrNameLst>
                                          <p:attrName>ppt_x</p:attrName>
                                        </p:attrNameLst>
                                      </p:cBhvr>
                                      <p:tavLst>
                                        <p:tav tm="0">
                                          <p:val>
                                            <p:strVal val="#ppt_x"/>
                                          </p:val>
                                        </p:tav>
                                        <p:tav tm="100000">
                                          <p:val>
                                            <p:strVal val="#ppt_x"/>
                                          </p:val>
                                        </p:tav>
                                      </p:tavLst>
                                    </p:anim>
                                    <p:anim calcmode="lin" valueType="num">
                                      <p:cBhvr>
                                        <p:cTn id="65" dur="1000" fill="hold"/>
                                        <p:tgtEl>
                                          <p:spTgt spid="89"/>
                                        </p:tgtEl>
                                        <p:attrNameLst>
                                          <p:attrName>ppt_y</p:attrName>
                                        </p:attrNameLst>
                                      </p:cBhvr>
                                      <p:tavLst>
                                        <p:tav tm="0">
                                          <p:val>
                                            <p:strVal val="#ppt_y+.1"/>
                                          </p:val>
                                        </p:tav>
                                        <p:tav tm="100000">
                                          <p:val>
                                            <p:strVal val="#ppt_y"/>
                                          </p:val>
                                        </p:tav>
                                      </p:tavLst>
                                    </p:anim>
                                  </p:childTnLst>
                                </p:cTn>
                              </p:par>
                            </p:childTnLst>
                          </p:cTn>
                        </p:par>
                        <p:par>
                          <p:cTn id="66" fill="hold">
                            <p:stCondLst>
                              <p:cond delay="1000"/>
                            </p:stCondLst>
                            <p:childTnLst>
                              <p:par>
                                <p:cTn id="67" presetID="22" presetClass="entr" presetSubtype="8" fill="hold" nodeType="afterEffect">
                                  <p:stCondLst>
                                    <p:cond delay="0"/>
                                  </p:stCondLst>
                                  <p:childTnLst>
                                    <p:set>
                                      <p:cBhvr>
                                        <p:cTn id="68" dur="1" fill="hold">
                                          <p:stCondLst>
                                            <p:cond delay="0"/>
                                          </p:stCondLst>
                                        </p:cTn>
                                        <p:tgtEl>
                                          <p:spTgt spid="179"/>
                                        </p:tgtEl>
                                        <p:attrNameLst>
                                          <p:attrName>style.visibility</p:attrName>
                                        </p:attrNameLst>
                                      </p:cBhvr>
                                      <p:to>
                                        <p:strVal val="visible"/>
                                      </p:to>
                                    </p:set>
                                    <p:animEffect transition="in" filter="wipe(left)">
                                      <p:cBhvr>
                                        <p:cTn id="69" dur="1250"/>
                                        <p:tgtEl>
                                          <p:spTgt spid="17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wipe(up)">
                                      <p:cBhvr>
                                        <p:cTn id="74" dur="500"/>
                                        <p:tgtEl>
                                          <p:spTgt spid="38"/>
                                        </p:tgtEl>
                                      </p:cBhvr>
                                    </p:animEffect>
                                  </p:childTnLst>
                                </p:cTn>
                              </p:par>
                            </p:childTnLst>
                          </p:cTn>
                        </p:par>
                        <p:par>
                          <p:cTn id="75" fill="hold">
                            <p:stCondLst>
                              <p:cond delay="500"/>
                            </p:stCondLst>
                            <p:childTnLst>
                              <p:par>
                                <p:cTn id="76" presetID="22" presetClass="exit" presetSubtype="1" fill="hold" nodeType="afterEffect">
                                  <p:stCondLst>
                                    <p:cond delay="0"/>
                                  </p:stCondLst>
                                  <p:childTnLst>
                                    <p:animEffect transition="out" filter="wipe(up)">
                                      <p:cBhvr>
                                        <p:cTn id="77" dur="500"/>
                                        <p:tgtEl>
                                          <p:spTgt spid="179"/>
                                        </p:tgtEl>
                                      </p:cBhvr>
                                    </p:animEffect>
                                    <p:set>
                                      <p:cBhvr>
                                        <p:cTn id="78" dur="1" fill="hold">
                                          <p:stCondLst>
                                            <p:cond delay="499"/>
                                          </p:stCondLst>
                                        </p:cTn>
                                        <p:tgtEl>
                                          <p:spTgt spid="179"/>
                                        </p:tgtEl>
                                        <p:attrNameLst>
                                          <p:attrName>style.visibility</p:attrName>
                                        </p:attrNameLst>
                                      </p:cBhvr>
                                      <p:to>
                                        <p:strVal val="hidden"/>
                                      </p:to>
                                    </p:set>
                                  </p:childTnLst>
                                </p:cTn>
                              </p:par>
                            </p:childTnLst>
                          </p:cTn>
                        </p:par>
                        <p:par>
                          <p:cTn id="79" fill="hold">
                            <p:stCondLst>
                              <p:cond delay="1000"/>
                            </p:stCondLst>
                            <p:childTnLst>
                              <p:par>
                                <p:cTn id="80" presetID="22" presetClass="entr" presetSubtype="8" fill="hold" nodeType="afterEffect">
                                  <p:stCondLst>
                                    <p:cond delay="0"/>
                                  </p:stCondLst>
                                  <p:childTnLst>
                                    <p:set>
                                      <p:cBhvr>
                                        <p:cTn id="81" dur="1" fill="hold">
                                          <p:stCondLst>
                                            <p:cond delay="0"/>
                                          </p:stCondLst>
                                        </p:cTn>
                                        <p:tgtEl>
                                          <p:spTgt spid="180"/>
                                        </p:tgtEl>
                                        <p:attrNameLst>
                                          <p:attrName>style.visibility</p:attrName>
                                        </p:attrNameLst>
                                      </p:cBhvr>
                                      <p:to>
                                        <p:strVal val="visible"/>
                                      </p:to>
                                    </p:set>
                                    <p:animEffect transition="in" filter="wipe(left)">
                                      <p:cBhvr>
                                        <p:cTn id="82" dur="1250"/>
                                        <p:tgtEl>
                                          <p:spTgt spid="18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wipe(left)">
                                      <p:cBhvr>
                                        <p:cTn id="87" dur="500"/>
                                        <p:tgtEl>
                                          <p:spTgt spid="29"/>
                                        </p:tgtEl>
                                      </p:cBhvr>
                                    </p:animEffect>
                                  </p:childTnLst>
                                </p:cTn>
                              </p:par>
                            </p:childTnLst>
                          </p:cTn>
                        </p:par>
                        <p:par>
                          <p:cTn id="88" fill="hold">
                            <p:stCondLst>
                              <p:cond delay="500"/>
                            </p:stCondLst>
                            <p:childTnLst>
                              <p:par>
                                <p:cTn id="89" presetID="22" presetClass="exit" presetSubtype="1" fill="hold" nodeType="afterEffect">
                                  <p:stCondLst>
                                    <p:cond delay="0"/>
                                  </p:stCondLst>
                                  <p:childTnLst>
                                    <p:animEffect transition="out" filter="wipe(up)">
                                      <p:cBhvr>
                                        <p:cTn id="90" dur="500"/>
                                        <p:tgtEl>
                                          <p:spTgt spid="180"/>
                                        </p:tgtEl>
                                      </p:cBhvr>
                                    </p:animEffect>
                                    <p:set>
                                      <p:cBhvr>
                                        <p:cTn id="91" dur="1" fill="hold">
                                          <p:stCondLst>
                                            <p:cond delay="499"/>
                                          </p:stCondLst>
                                        </p:cTn>
                                        <p:tgtEl>
                                          <p:spTgt spid="180"/>
                                        </p:tgtEl>
                                        <p:attrNameLst>
                                          <p:attrName>style.visibility</p:attrName>
                                        </p:attrNameLst>
                                      </p:cBhvr>
                                      <p:to>
                                        <p:strVal val="hidden"/>
                                      </p:to>
                                    </p:set>
                                  </p:childTnLst>
                                </p:cTn>
                              </p:par>
                            </p:childTnLst>
                          </p:cTn>
                        </p:par>
                        <p:par>
                          <p:cTn id="92" fill="hold">
                            <p:stCondLst>
                              <p:cond delay="1000"/>
                            </p:stCondLst>
                            <p:childTnLst>
                              <p:par>
                                <p:cTn id="93" presetID="21" presetClass="entr" presetSubtype="4" fill="hold" grpId="0" nodeType="afterEffect">
                                  <p:stCondLst>
                                    <p:cond delay="0"/>
                                  </p:stCondLst>
                                  <p:childTnLst>
                                    <p:set>
                                      <p:cBhvr>
                                        <p:cTn id="94" dur="1" fill="hold">
                                          <p:stCondLst>
                                            <p:cond delay="0"/>
                                          </p:stCondLst>
                                        </p:cTn>
                                        <p:tgtEl>
                                          <p:spTgt spid="182"/>
                                        </p:tgtEl>
                                        <p:attrNameLst>
                                          <p:attrName>style.visibility</p:attrName>
                                        </p:attrNameLst>
                                      </p:cBhvr>
                                      <p:to>
                                        <p:strVal val="visible"/>
                                      </p:to>
                                    </p:set>
                                    <p:animEffect transition="in" filter="wheel(4)">
                                      <p:cBhvr>
                                        <p:cTn id="95" dur="1250"/>
                                        <p:tgtEl>
                                          <p:spTgt spid="182"/>
                                        </p:tgtEl>
                                      </p:cBhvr>
                                    </p:animEffect>
                                  </p:childTnLst>
                                </p:cTn>
                              </p:par>
                            </p:childTnLst>
                          </p:cTn>
                        </p:par>
                      </p:childTnLst>
                    </p:cTn>
                  </p:par>
                  <p:par>
                    <p:cTn id="96" fill="hold">
                      <p:stCondLst>
                        <p:cond delay="indefinite"/>
                      </p:stCondLst>
                      <p:childTnLst>
                        <p:par>
                          <p:cTn id="97" fill="hold">
                            <p:stCondLst>
                              <p:cond delay="0"/>
                            </p:stCondLst>
                            <p:childTnLst>
                              <p:par>
                                <p:cTn id="98" presetID="16" presetClass="entr" presetSubtype="21" fill="hold" grpId="0" nodeType="clickEffect">
                                  <p:stCondLst>
                                    <p:cond delay="0"/>
                                  </p:stCondLst>
                                  <p:childTnLst>
                                    <p:set>
                                      <p:cBhvr>
                                        <p:cTn id="99" dur="1" fill="hold">
                                          <p:stCondLst>
                                            <p:cond delay="0"/>
                                          </p:stCondLst>
                                        </p:cTn>
                                        <p:tgtEl>
                                          <p:spTgt spid="90"/>
                                        </p:tgtEl>
                                        <p:attrNameLst>
                                          <p:attrName>style.visibility</p:attrName>
                                        </p:attrNameLst>
                                      </p:cBhvr>
                                      <p:to>
                                        <p:strVal val="visible"/>
                                      </p:to>
                                    </p:set>
                                    <p:animEffect transition="in" filter="barn(inVertical)">
                                      <p:cBhvr>
                                        <p:cTn id="100" dur="500"/>
                                        <p:tgtEl>
                                          <p:spTgt spid="90"/>
                                        </p:tgtEl>
                                      </p:cBhvr>
                                    </p:animEffect>
                                  </p:childTnLst>
                                </p:cTn>
                              </p:par>
                            </p:childTnLst>
                          </p:cTn>
                        </p:par>
                        <p:par>
                          <p:cTn id="101" fill="hold">
                            <p:stCondLst>
                              <p:cond delay="500"/>
                            </p:stCondLst>
                            <p:childTnLst>
                              <p:par>
                                <p:cTn id="102" presetID="42" presetClass="path" presetSubtype="0" accel="50000" decel="50000" fill="hold" grpId="1" nodeType="afterEffect">
                                  <p:stCondLst>
                                    <p:cond delay="0"/>
                                  </p:stCondLst>
                                  <p:childTnLst>
                                    <p:animMotion origin="layout" path="M 2.08333E-7 2.22222E-6 L -0.01042 0.31875 " pathEditMode="relative" rAng="0" ptsTypes="AA">
                                      <p:cBhvr>
                                        <p:cTn id="103" dur="1000" fill="hold"/>
                                        <p:tgtEl>
                                          <p:spTgt spid="90"/>
                                        </p:tgtEl>
                                        <p:attrNameLst>
                                          <p:attrName>ppt_x</p:attrName>
                                          <p:attrName>ppt_y</p:attrName>
                                        </p:attrNameLst>
                                      </p:cBhvr>
                                      <p:rCtr x="-521" y="15926"/>
                                    </p:animMotion>
                                  </p:childTnLst>
                                </p:cTn>
                              </p:par>
                            </p:childTnLst>
                          </p:cTn>
                        </p:par>
                        <p:par>
                          <p:cTn id="104" fill="hold">
                            <p:stCondLst>
                              <p:cond delay="1500"/>
                            </p:stCondLst>
                            <p:childTnLst>
                              <p:par>
                                <p:cTn id="105" presetID="16" presetClass="entr" presetSubtype="21" fill="hold" grpId="0" nodeType="afterEffect">
                                  <p:stCondLst>
                                    <p:cond delay="0"/>
                                  </p:stCondLst>
                                  <p:childTnLst>
                                    <p:set>
                                      <p:cBhvr>
                                        <p:cTn id="106" dur="1" fill="hold">
                                          <p:stCondLst>
                                            <p:cond delay="0"/>
                                          </p:stCondLst>
                                        </p:cTn>
                                        <p:tgtEl>
                                          <p:spTgt spid="91"/>
                                        </p:tgtEl>
                                        <p:attrNameLst>
                                          <p:attrName>style.visibility</p:attrName>
                                        </p:attrNameLst>
                                      </p:cBhvr>
                                      <p:to>
                                        <p:strVal val="visible"/>
                                      </p:to>
                                    </p:set>
                                    <p:animEffect transition="in" filter="barn(inVertical)">
                                      <p:cBhvr>
                                        <p:cTn id="107" dur="500"/>
                                        <p:tgtEl>
                                          <p:spTgt spid="91"/>
                                        </p:tgtEl>
                                      </p:cBhvr>
                                    </p:animEffect>
                                  </p:childTnLst>
                                </p:cTn>
                              </p:par>
                            </p:childTnLst>
                          </p:cTn>
                        </p:par>
                        <p:par>
                          <p:cTn id="108" fill="hold">
                            <p:stCondLst>
                              <p:cond delay="2000"/>
                            </p:stCondLst>
                            <p:childTnLst>
                              <p:par>
                                <p:cTn id="109" presetID="42" presetClass="path" presetSubtype="0" accel="50000" decel="50000" fill="hold" grpId="1" nodeType="afterEffect">
                                  <p:stCondLst>
                                    <p:cond delay="0"/>
                                  </p:stCondLst>
                                  <p:childTnLst>
                                    <p:animMotion origin="layout" path="M -2.70833E-6 2.22222E-6 L -0.02565 0.33055 " pathEditMode="relative" rAng="0" ptsTypes="AA">
                                      <p:cBhvr>
                                        <p:cTn id="110" dur="1000" fill="hold"/>
                                        <p:tgtEl>
                                          <p:spTgt spid="91"/>
                                        </p:tgtEl>
                                        <p:attrNameLst>
                                          <p:attrName>ppt_x</p:attrName>
                                          <p:attrName>ppt_y</p:attrName>
                                        </p:attrNameLst>
                                      </p:cBhvr>
                                      <p:rCtr x="-1289" y="16528"/>
                                    </p:animMotion>
                                  </p:childTnLst>
                                </p:cTn>
                              </p:par>
                            </p:childTnLst>
                          </p:cTn>
                        </p:par>
                        <p:par>
                          <p:cTn id="111" fill="hold">
                            <p:stCondLst>
                              <p:cond delay="3000"/>
                            </p:stCondLst>
                            <p:childTnLst>
                              <p:par>
                                <p:cTn id="112" presetID="16" presetClass="entr" presetSubtype="21" fill="hold" grpId="0" nodeType="afterEffect">
                                  <p:stCondLst>
                                    <p:cond delay="0"/>
                                  </p:stCondLst>
                                  <p:childTnLst>
                                    <p:set>
                                      <p:cBhvr>
                                        <p:cTn id="113" dur="1" fill="hold">
                                          <p:stCondLst>
                                            <p:cond delay="0"/>
                                          </p:stCondLst>
                                        </p:cTn>
                                        <p:tgtEl>
                                          <p:spTgt spid="92"/>
                                        </p:tgtEl>
                                        <p:attrNameLst>
                                          <p:attrName>style.visibility</p:attrName>
                                        </p:attrNameLst>
                                      </p:cBhvr>
                                      <p:to>
                                        <p:strVal val="visible"/>
                                      </p:to>
                                    </p:set>
                                    <p:animEffect transition="in" filter="barn(inVertical)">
                                      <p:cBhvr>
                                        <p:cTn id="114" dur="500"/>
                                        <p:tgtEl>
                                          <p:spTgt spid="92"/>
                                        </p:tgtEl>
                                      </p:cBhvr>
                                    </p:animEffect>
                                  </p:childTnLst>
                                </p:cTn>
                              </p:par>
                            </p:childTnLst>
                          </p:cTn>
                        </p:par>
                        <p:par>
                          <p:cTn id="115" fill="hold">
                            <p:stCondLst>
                              <p:cond delay="3500"/>
                            </p:stCondLst>
                            <p:childTnLst>
                              <p:par>
                                <p:cTn id="116" presetID="42" presetClass="path" presetSubtype="0" accel="50000" decel="50000" fill="hold" grpId="1" nodeType="afterEffect">
                                  <p:stCondLst>
                                    <p:cond delay="0"/>
                                  </p:stCondLst>
                                  <p:childTnLst>
                                    <p:animMotion origin="layout" path="M -4.16667E-7 3.7037E-7 L -0.03893 0.31713 " pathEditMode="relative" rAng="0" ptsTypes="AA">
                                      <p:cBhvr>
                                        <p:cTn id="117" dur="1000" fill="hold"/>
                                        <p:tgtEl>
                                          <p:spTgt spid="92"/>
                                        </p:tgtEl>
                                        <p:attrNameLst>
                                          <p:attrName>ppt_x</p:attrName>
                                          <p:attrName>ppt_y</p:attrName>
                                        </p:attrNameLst>
                                      </p:cBhvr>
                                      <p:rCtr x="-1953" y="15856"/>
                                    </p:animMotion>
                                  </p:childTnLst>
                                </p:cTn>
                              </p:par>
                            </p:childTnLst>
                          </p:cTn>
                        </p:par>
                        <p:par>
                          <p:cTn id="118" fill="hold">
                            <p:stCondLst>
                              <p:cond delay="4500"/>
                            </p:stCondLst>
                            <p:childTnLst>
                              <p:par>
                                <p:cTn id="119" presetID="16" presetClass="entr" presetSubtype="21" fill="hold" grpId="0" nodeType="afterEffect">
                                  <p:stCondLst>
                                    <p:cond delay="0"/>
                                  </p:stCondLst>
                                  <p:childTnLst>
                                    <p:set>
                                      <p:cBhvr>
                                        <p:cTn id="120" dur="1" fill="hold">
                                          <p:stCondLst>
                                            <p:cond delay="0"/>
                                          </p:stCondLst>
                                        </p:cTn>
                                        <p:tgtEl>
                                          <p:spTgt spid="93"/>
                                        </p:tgtEl>
                                        <p:attrNameLst>
                                          <p:attrName>style.visibility</p:attrName>
                                        </p:attrNameLst>
                                      </p:cBhvr>
                                      <p:to>
                                        <p:strVal val="visible"/>
                                      </p:to>
                                    </p:set>
                                    <p:animEffect transition="in" filter="barn(inVertical)">
                                      <p:cBhvr>
                                        <p:cTn id="121" dur="500"/>
                                        <p:tgtEl>
                                          <p:spTgt spid="93"/>
                                        </p:tgtEl>
                                      </p:cBhvr>
                                    </p:animEffect>
                                  </p:childTnLst>
                                </p:cTn>
                              </p:par>
                            </p:childTnLst>
                          </p:cTn>
                        </p:par>
                        <p:par>
                          <p:cTn id="122" fill="hold">
                            <p:stCondLst>
                              <p:cond delay="5000"/>
                            </p:stCondLst>
                            <p:childTnLst>
                              <p:par>
                                <p:cTn id="123" presetID="42" presetClass="path" presetSubtype="0" accel="50000" decel="50000" fill="hold" grpId="1" nodeType="afterEffect">
                                  <p:stCondLst>
                                    <p:cond delay="0"/>
                                  </p:stCondLst>
                                  <p:childTnLst>
                                    <p:animMotion origin="layout" path="M -1.875E-6 7.40741E-7 L -0.01224 0.24907 " pathEditMode="relative" rAng="0" ptsTypes="AA">
                                      <p:cBhvr>
                                        <p:cTn id="124" dur="1000" fill="hold"/>
                                        <p:tgtEl>
                                          <p:spTgt spid="93"/>
                                        </p:tgtEl>
                                        <p:attrNameLst>
                                          <p:attrName>ppt_x</p:attrName>
                                          <p:attrName>ppt_y</p:attrName>
                                        </p:attrNameLst>
                                      </p:cBhvr>
                                      <p:rCtr x="-612" y="12454"/>
                                    </p:animMotion>
                                  </p:childTnLst>
                                </p:cTn>
                              </p:par>
                            </p:childTnLst>
                          </p:cTn>
                        </p:par>
                        <p:par>
                          <p:cTn id="125" fill="hold">
                            <p:stCondLst>
                              <p:cond delay="6000"/>
                            </p:stCondLst>
                            <p:childTnLst>
                              <p:par>
                                <p:cTn id="126" presetID="16" presetClass="entr" presetSubtype="21" fill="hold" grpId="0" nodeType="afterEffect">
                                  <p:stCondLst>
                                    <p:cond delay="0"/>
                                  </p:stCondLst>
                                  <p:childTnLst>
                                    <p:set>
                                      <p:cBhvr>
                                        <p:cTn id="127" dur="1" fill="hold">
                                          <p:stCondLst>
                                            <p:cond delay="0"/>
                                          </p:stCondLst>
                                        </p:cTn>
                                        <p:tgtEl>
                                          <p:spTgt spid="94"/>
                                        </p:tgtEl>
                                        <p:attrNameLst>
                                          <p:attrName>style.visibility</p:attrName>
                                        </p:attrNameLst>
                                      </p:cBhvr>
                                      <p:to>
                                        <p:strVal val="visible"/>
                                      </p:to>
                                    </p:set>
                                    <p:animEffect transition="in" filter="barn(inVertical)">
                                      <p:cBhvr>
                                        <p:cTn id="128" dur="500"/>
                                        <p:tgtEl>
                                          <p:spTgt spid="94"/>
                                        </p:tgtEl>
                                      </p:cBhvr>
                                    </p:animEffect>
                                  </p:childTnLst>
                                </p:cTn>
                              </p:par>
                            </p:childTnLst>
                          </p:cTn>
                        </p:par>
                        <p:par>
                          <p:cTn id="129" fill="hold">
                            <p:stCondLst>
                              <p:cond delay="6500"/>
                            </p:stCondLst>
                            <p:childTnLst>
                              <p:par>
                                <p:cTn id="130" presetID="42" presetClass="path" presetSubtype="0" accel="50000" decel="50000" fill="hold" grpId="1" nodeType="afterEffect">
                                  <p:stCondLst>
                                    <p:cond delay="0"/>
                                  </p:stCondLst>
                                  <p:childTnLst>
                                    <p:animMotion origin="layout" path="M -4.16667E-7 2.96296E-6 L 0.03412 0.2162 " pathEditMode="relative" rAng="0" ptsTypes="AA">
                                      <p:cBhvr>
                                        <p:cTn id="131" dur="1000" fill="hold"/>
                                        <p:tgtEl>
                                          <p:spTgt spid="94"/>
                                        </p:tgtEl>
                                        <p:attrNameLst>
                                          <p:attrName>ppt_x</p:attrName>
                                          <p:attrName>ppt_y</p:attrName>
                                        </p:attrNameLst>
                                      </p:cBhvr>
                                      <p:rCtr x="1706" y="10810"/>
                                    </p:animMotion>
                                  </p:childTnLst>
                                </p:cTn>
                              </p:par>
                            </p:childTnLst>
                          </p:cTn>
                        </p:par>
                        <p:par>
                          <p:cTn id="132" fill="hold">
                            <p:stCondLst>
                              <p:cond delay="7500"/>
                            </p:stCondLst>
                            <p:childTnLst>
                              <p:par>
                                <p:cTn id="133" presetID="16" presetClass="entr" presetSubtype="21" fill="hold" grpId="0" nodeType="afterEffect">
                                  <p:stCondLst>
                                    <p:cond delay="0"/>
                                  </p:stCondLst>
                                  <p:childTnLst>
                                    <p:set>
                                      <p:cBhvr>
                                        <p:cTn id="134" dur="1" fill="hold">
                                          <p:stCondLst>
                                            <p:cond delay="0"/>
                                          </p:stCondLst>
                                        </p:cTn>
                                        <p:tgtEl>
                                          <p:spTgt spid="95"/>
                                        </p:tgtEl>
                                        <p:attrNameLst>
                                          <p:attrName>style.visibility</p:attrName>
                                        </p:attrNameLst>
                                      </p:cBhvr>
                                      <p:to>
                                        <p:strVal val="visible"/>
                                      </p:to>
                                    </p:set>
                                    <p:animEffect transition="in" filter="barn(inVertical)">
                                      <p:cBhvr>
                                        <p:cTn id="135" dur="500"/>
                                        <p:tgtEl>
                                          <p:spTgt spid="95"/>
                                        </p:tgtEl>
                                      </p:cBhvr>
                                    </p:animEffect>
                                  </p:childTnLst>
                                </p:cTn>
                              </p:par>
                            </p:childTnLst>
                          </p:cTn>
                        </p:par>
                        <p:par>
                          <p:cTn id="136" fill="hold">
                            <p:stCondLst>
                              <p:cond delay="8000"/>
                            </p:stCondLst>
                            <p:childTnLst>
                              <p:par>
                                <p:cTn id="137" presetID="42" presetClass="path" presetSubtype="0" accel="50000" decel="50000" fill="hold" grpId="1" nodeType="afterEffect">
                                  <p:stCondLst>
                                    <p:cond delay="0"/>
                                  </p:stCondLst>
                                  <p:childTnLst>
                                    <p:animMotion origin="layout" path="M -1.875E-6 2.59259E-6 L 0.07748 0.19028 " pathEditMode="relative" rAng="0" ptsTypes="AA">
                                      <p:cBhvr>
                                        <p:cTn id="138" dur="1000" fill="hold"/>
                                        <p:tgtEl>
                                          <p:spTgt spid="95"/>
                                        </p:tgtEl>
                                        <p:attrNameLst>
                                          <p:attrName>ppt_x</p:attrName>
                                          <p:attrName>ppt_y</p:attrName>
                                        </p:attrNameLst>
                                      </p:cBhvr>
                                      <p:rCtr x="3867" y="9514"/>
                                    </p:animMotion>
                                  </p:childTnLst>
                                </p:cTn>
                              </p:par>
                            </p:childTnLst>
                          </p:cTn>
                        </p:par>
                        <p:par>
                          <p:cTn id="139" fill="hold">
                            <p:stCondLst>
                              <p:cond delay="9000"/>
                            </p:stCondLst>
                            <p:childTnLst>
                              <p:par>
                                <p:cTn id="140" presetID="16" presetClass="entr" presetSubtype="21" fill="hold" grpId="0" nodeType="afterEffect">
                                  <p:stCondLst>
                                    <p:cond delay="0"/>
                                  </p:stCondLst>
                                  <p:childTnLst>
                                    <p:set>
                                      <p:cBhvr>
                                        <p:cTn id="141" dur="1" fill="hold">
                                          <p:stCondLst>
                                            <p:cond delay="0"/>
                                          </p:stCondLst>
                                        </p:cTn>
                                        <p:tgtEl>
                                          <p:spTgt spid="96"/>
                                        </p:tgtEl>
                                        <p:attrNameLst>
                                          <p:attrName>style.visibility</p:attrName>
                                        </p:attrNameLst>
                                      </p:cBhvr>
                                      <p:to>
                                        <p:strVal val="visible"/>
                                      </p:to>
                                    </p:set>
                                    <p:animEffect transition="in" filter="barn(inVertical)">
                                      <p:cBhvr>
                                        <p:cTn id="142" dur="500"/>
                                        <p:tgtEl>
                                          <p:spTgt spid="96"/>
                                        </p:tgtEl>
                                      </p:cBhvr>
                                    </p:animEffect>
                                  </p:childTnLst>
                                </p:cTn>
                              </p:par>
                            </p:childTnLst>
                          </p:cTn>
                        </p:par>
                        <p:par>
                          <p:cTn id="143" fill="hold">
                            <p:stCondLst>
                              <p:cond delay="9500"/>
                            </p:stCondLst>
                            <p:childTnLst>
                              <p:par>
                                <p:cTn id="144" presetID="42" presetClass="path" presetSubtype="0" accel="50000" decel="50000" fill="hold" grpId="1" nodeType="afterEffect">
                                  <p:stCondLst>
                                    <p:cond delay="0"/>
                                  </p:stCondLst>
                                  <p:childTnLst>
                                    <p:animMotion origin="layout" path="M 2.08333E-7 -2.22222E-6 L 0.04844 0.10324 " pathEditMode="relative" rAng="0" ptsTypes="AA">
                                      <p:cBhvr>
                                        <p:cTn id="145" dur="1000" fill="hold"/>
                                        <p:tgtEl>
                                          <p:spTgt spid="96"/>
                                        </p:tgtEl>
                                        <p:attrNameLst>
                                          <p:attrName>ppt_x</p:attrName>
                                          <p:attrName>ppt_y</p:attrName>
                                        </p:attrNameLst>
                                      </p:cBhvr>
                                      <p:rCtr x="2422" y="5162"/>
                                    </p:animMotion>
                                  </p:childTnLst>
                                </p:cTn>
                              </p:par>
                            </p:childTnLst>
                          </p:cTn>
                        </p:par>
                        <p:par>
                          <p:cTn id="146" fill="hold">
                            <p:stCondLst>
                              <p:cond delay="10500"/>
                            </p:stCondLst>
                            <p:childTnLst>
                              <p:par>
                                <p:cTn id="147" presetID="16" presetClass="entr" presetSubtype="21" fill="hold" grpId="0" nodeType="afterEffect">
                                  <p:stCondLst>
                                    <p:cond delay="0"/>
                                  </p:stCondLst>
                                  <p:childTnLst>
                                    <p:set>
                                      <p:cBhvr>
                                        <p:cTn id="148" dur="1" fill="hold">
                                          <p:stCondLst>
                                            <p:cond delay="0"/>
                                          </p:stCondLst>
                                        </p:cTn>
                                        <p:tgtEl>
                                          <p:spTgt spid="97"/>
                                        </p:tgtEl>
                                        <p:attrNameLst>
                                          <p:attrName>style.visibility</p:attrName>
                                        </p:attrNameLst>
                                      </p:cBhvr>
                                      <p:to>
                                        <p:strVal val="visible"/>
                                      </p:to>
                                    </p:set>
                                    <p:animEffect transition="in" filter="barn(inVertical)">
                                      <p:cBhvr>
                                        <p:cTn id="149" dur="500"/>
                                        <p:tgtEl>
                                          <p:spTgt spid="97"/>
                                        </p:tgtEl>
                                      </p:cBhvr>
                                    </p:animEffect>
                                  </p:childTnLst>
                                </p:cTn>
                              </p:par>
                            </p:childTnLst>
                          </p:cTn>
                        </p:par>
                        <p:par>
                          <p:cTn id="150" fill="hold">
                            <p:stCondLst>
                              <p:cond delay="11000"/>
                            </p:stCondLst>
                            <p:childTnLst>
                              <p:par>
                                <p:cTn id="151" presetID="42" presetClass="path" presetSubtype="0" accel="50000" decel="50000" fill="hold" grpId="1" nodeType="afterEffect">
                                  <p:stCondLst>
                                    <p:cond delay="0"/>
                                  </p:stCondLst>
                                  <p:childTnLst>
                                    <p:animMotion origin="layout" path="M -2.70833E-6 -2.22222E-6 L 0.03386 0.11019 " pathEditMode="relative" rAng="0" ptsTypes="AA">
                                      <p:cBhvr>
                                        <p:cTn id="152" dur="1000" fill="hold"/>
                                        <p:tgtEl>
                                          <p:spTgt spid="97"/>
                                        </p:tgtEl>
                                        <p:attrNameLst>
                                          <p:attrName>ppt_x</p:attrName>
                                          <p:attrName>ppt_y</p:attrName>
                                        </p:attrNameLst>
                                      </p:cBhvr>
                                      <p:rCtr x="1693" y="5509"/>
                                    </p:animMotion>
                                  </p:childTnLst>
                                </p:cTn>
                              </p:par>
                            </p:childTnLst>
                          </p:cTn>
                        </p:par>
                        <p:par>
                          <p:cTn id="153" fill="hold">
                            <p:stCondLst>
                              <p:cond delay="12000"/>
                            </p:stCondLst>
                            <p:childTnLst>
                              <p:par>
                                <p:cTn id="154" presetID="21" presetClass="exit" presetSubtype="1" fill="hold" grpId="1" nodeType="afterEffect">
                                  <p:stCondLst>
                                    <p:cond delay="0"/>
                                  </p:stCondLst>
                                  <p:childTnLst>
                                    <p:animEffect transition="out" filter="wheel(1)">
                                      <p:cBhvr>
                                        <p:cTn id="155" dur="750"/>
                                        <p:tgtEl>
                                          <p:spTgt spid="182"/>
                                        </p:tgtEl>
                                      </p:cBhvr>
                                    </p:animEffect>
                                    <p:set>
                                      <p:cBhvr>
                                        <p:cTn id="156" dur="1" fill="hold">
                                          <p:stCondLst>
                                            <p:cond delay="749"/>
                                          </p:stCondLst>
                                        </p:cTn>
                                        <p:tgtEl>
                                          <p:spTgt spid="182"/>
                                        </p:tgtEl>
                                        <p:attrNameLst>
                                          <p:attrName>style.visibility</p:attrName>
                                        </p:attrNameLst>
                                      </p:cBhvr>
                                      <p:to>
                                        <p:strVal val="hidden"/>
                                      </p:to>
                                    </p:set>
                                  </p:childTnLst>
                                </p:cTn>
                              </p:par>
                            </p:childTnLst>
                          </p:cTn>
                        </p:par>
                        <p:par>
                          <p:cTn id="157" fill="hold">
                            <p:stCondLst>
                              <p:cond delay="12750"/>
                            </p:stCondLst>
                            <p:childTnLst>
                              <p:par>
                                <p:cTn id="158" presetID="21" presetClass="entr" presetSubtype="4" fill="hold" grpId="0" nodeType="afterEffect">
                                  <p:stCondLst>
                                    <p:cond delay="0"/>
                                  </p:stCondLst>
                                  <p:childTnLst>
                                    <p:set>
                                      <p:cBhvr>
                                        <p:cTn id="159" dur="1" fill="hold">
                                          <p:stCondLst>
                                            <p:cond delay="0"/>
                                          </p:stCondLst>
                                        </p:cTn>
                                        <p:tgtEl>
                                          <p:spTgt spid="183"/>
                                        </p:tgtEl>
                                        <p:attrNameLst>
                                          <p:attrName>style.visibility</p:attrName>
                                        </p:attrNameLst>
                                      </p:cBhvr>
                                      <p:to>
                                        <p:strVal val="visible"/>
                                      </p:to>
                                    </p:set>
                                    <p:animEffect transition="in" filter="wheel(4)">
                                      <p:cBhvr>
                                        <p:cTn id="160" dur="1250"/>
                                        <p:tgtEl>
                                          <p:spTgt spid="183"/>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4" fill="hold" nodeType="clickEffect">
                                  <p:stCondLst>
                                    <p:cond delay="0"/>
                                  </p:stCondLst>
                                  <p:childTnLst>
                                    <p:set>
                                      <p:cBhvr>
                                        <p:cTn id="164" dur="1" fill="hold">
                                          <p:stCondLst>
                                            <p:cond delay="0"/>
                                          </p:stCondLst>
                                        </p:cTn>
                                        <p:tgtEl>
                                          <p:spTgt spid="98"/>
                                        </p:tgtEl>
                                        <p:attrNameLst>
                                          <p:attrName>style.visibility</p:attrName>
                                        </p:attrNameLst>
                                      </p:cBhvr>
                                      <p:to>
                                        <p:strVal val="visible"/>
                                      </p:to>
                                    </p:set>
                                    <p:animEffect transition="in" filter="wipe(down)">
                                      <p:cBhvr>
                                        <p:cTn id="165" dur="500"/>
                                        <p:tgtEl>
                                          <p:spTgt spid="98"/>
                                        </p:tgtEl>
                                      </p:cBhvr>
                                    </p:animEffect>
                                  </p:childTnLst>
                                </p:cTn>
                              </p:par>
                            </p:childTnLst>
                          </p:cTn>
                        </p:par>
                        <p:par>
                          <p:cTn id="166" fill="hold">
                            <p:stCondLst>
                              <p:cond delay="500"/>
                            </p:stCondLst>
                            <p:childTnLst>
                              <p:par>
                                <p:cTn id="167" presetID="16" presetClass="entr" presetSubtype="21" fill="hold" grpId="0" nodeType="afterEffect">
                                  <p:stCondLst>
                                    <p:cond delay="0"/>
                                  </p:stCondLst>
                                  <p:childTnLst>
                                    <p:set>
                                      <p:cBhvr>
                                        <p:cTn id="168" dur="1" fill="hold">
                                          <p:stCondLst>
                                            <p:cond delay="0"/>
                                          </p:stCondLst>
                                        </p:cTn>
                                        <p:tgtEl>
                                          <p:spTgt spid="101"/>
                                        </p:tgtEl>
                                        <p:attrNameLst>
                                          <p:attrName>style.visibility</p:attrName>
                                        </p:attrNameLst>
                                      </p:cBhvr>
                                      <p:to>
                                        <p:strVal val="visible"/>
                                      </p:to>
                                    </p:set>
                                    <p:animEffect transition="in" filter="barn(inVertical)">
                                      <p:cBhvr>
                                        <p:cTn id="169" dur="1000"/>
                                        <p:tgtEl>
                                          <p:spTgt spid="101"/>
                                        </p:tgtEl>
                                      </p:cBhvr>
                                    </p:animEffect>
                                  </p:childTnLst>
                                </p:cTn>
                              </p:par>
                            </p:childTnLst>
                          </p:cTn>
                        </p:par>
                        <p:par>
                          <p:cTn id="170" fill="hold">
                            <p:stCondLst>
                              <p:cond delay="1500"/>
                            </p:stCondLst>
                            <p:childTnLst>
                              <p:par>
                                <p:cTn id="171" presetID="35" presetClass="path" presetSubtype="0" accel="50000" decel="50000" fill="hold" grpId="5" nodeType="afterEffect">
                                  <p:stCondLst>
                                    <p:cond delay="0"/>
                                  </p:stCondLst>
                                  <p:childTnLst>
                                    <p:animMotion origin="layout" path="M 1.04167E-6 7.40741E-7 L -0.02656 0.04699 " pathEditMode="relative" rAng="0" ptsTypes="AA">
                                      <p:cBhvr>
                                        <p:cTn id="172" dur="1000" fill="hold"/>
                                        <p:tgtEl>
                                          <p:spTgt spid="101"/>
                                        </p:tgtEl>
                                        <p:attrNameLst>
                                          <p:attrName>ppt_x</p:attrName>
                                          <p:attrName>ppt_y</p:attrName>
                                        </p:attrNameLst>
                                      </p:cBhvr>
                                      <p:rCtr x="-1328" y="2338"/>
                                    </p:animMotion>
                                  </p:childTnLst>
                                </p:cTn>
                              </p:par>
                            </p:childTnLst>
                          </p:cTn>
                        </p:par>
                        <p:par>
                          <p:cTn id="173" fill="hold">
                            <p:stCondLst>
                              <p:cond delay="2500"/>
                            </p:stCondLst>
                            <p:childTnLst>
                              <p:par>
                                <p:cTn id="174" presetID="35" presetClass="path" presetSubtype="0" accel="50000" decel="50000" fill="hold" grpId="6" nodeType="afterEffect">
                                  <p:stCondLst>
                                    <p:cond delay="0"/>
                                  </p:stCondLst>
                                  <p:childTnLst>
                                    <p:animMotion origin="layout" path="M -0.02656 0.04699 L -0.13333 0.04745 " pathEditMode="relative" rAng="0" ptsTypes="AA">
                                      <p:cBhvr>
                                        <p:cTn id="175" dur="1000" fill="hold"/>
                                        <p:tgtEl>
                                          <p:spTgt spid="101"/>
                                        </p:tgtEl>
                                        <p:attrNameLst>
                                          <p:attrName>ppt_x</p:attrName>
                                          <p:attrName>ppt_y</p:attrName>
                                        </p:attrNameLst>
                                      </p:cBhvr>
                                      <p:rCtr x="-5339" y="0"/>
                                    </p:animMotion>
                                  </p:childTnLst>
                                </p:cTn>
                              </p:par>
                            </p:childTnLst>
                          </p:cTn>
                        </p:par>
                      </p:childTnLst>
                    </p:cTn>
                  </p:par>
                  <p:par>
                    <p:cTn id="176" fill="hold">
                      <p:stCondLst>
                        <p:cond delay="indefinite"/>
                      </p:stCondLst>
                      <p:childTnLst>
                        <p:par>
                          <p:cTn id="177" fill="hold">
                            <p:stCondLst>
                              <p:cond delay="0"/>
                            </p:stCondLst>
                            <p:childTnLst>
                              <p:par>
                                <p:cTn id="178" presetID="63" presetClass="path" presetSubtype="0" accel="50000" decel="50000" fill="hold" nodeType="clickEffect">
                                  <p:stCondLst>
                                    <p:cond delay="0"/>
                                  </p:stCondLst>
                                  <p:childTnLst>
                                    <p:animMotion origin="layout" path="M 1.45833E-6 -4.81481E-6 L 0.1487 0.00024 " pathEditMode="relative" rAng="0" ptsTypes="AA">
                                      <p:cBhvr>
                                        <p:cTn id="179" dur="2000" fill="hold"/>
                                        <p:tgtEl>
                                          <p:spTgt spid="98"/>
                                        </p:tgtEl>
                                        <p:attrNameLst>
                                          <p:attrName>ppt_x</p:attrName>
                                          <p:attrName>ppt_y</p:attrName>
                                        </p:attrNameLst>
                                      </p:cBhvr>
                                      <p:rCtr x="7435" y="0"/>
                                    </p:animMotion>
                                  </p:childTnLst>
                                </p:cTn>
                              </p:par>
                            </p:childTnLst>
                          </p:cTn>
                        </p:par>
                        <p:par>
                          <p:cTn id="180" fill="hold">
                            <p:stCondLst>
                              <p:cond delay="2000"/>
                            </p:stCondLst>
                            <p:childTnLst>
                              <p:par>
                                <p:cTn id="181" presetID="16" presetClass="entr" presetSubtype="21" fill="hold" grpId="0" nodeType="afterEffect">
                                  <p:stCondLst>
                                    <p:cond delay="0"/>
                                  </p:stCondLst>
                                  <p:childTnLst>
                                    <p:set>
                                      <p:cBhvr>
                                        <p:cTn id="182" dur="1" fill="hold">
                                          <p:stCondLst>
                                            <p:cond delay="0"/>
                                          </p:stCondLst>
                                        </p:cTn>
                                        <p:tgtEl>
                                          <p:spTgt spid="102"/>
                                        </p:tgtEl>
                                        <p:attrNameLst>
                                          <p:attrName>style.visibility</p:attrName>
                                        </p:attrNameLst>
                                      </p:cBhvr>
                                      <p:to>
                                        <p:strVal val="visible"/>
                                      </p:to>
                                    </p:set>
                                    <p:animEffect transition="in" filter="barn(inVertical)">
                                      <p:cBhvr>
                                        <p:cTn id="183" dur="1000"/>
                                        <p:tgtEl>
                                          <p:spTgt spid="102"/>
                                        </p:tgtEl>
                                      </p:cBhvr>
                                    </p:animEffect>
                                  </p:childTnLst>
                                </p:cTn>
                              </p:par>
                            </p:childTnLst>
                          </p:cTn>
                        </p:par>
                        <p:par>
                          <p:cTn id="184" fill="hold">
                            <p:stCondLst>
                              <p:cond delay="3000"/>
                            </p:stCondLst>
                            <p:childTnLst>
                              <p:par>
                                <p:cTn id="185" presetID="35" presetClass="path" presetSubtype="0" accel="50000" decel="50000" fill="hold" grpId="5" nodeType="afterEffect">
                                  <p:stCondLst>
                                    <p:cond delay="0"/>
                                  </p:stCondLst>
                                  <p:childTnLst>
                                    <p:animMotion origin="layout" path="M 3.95833E-6 -7.40741E-7 L -0.17474 0.04676 " pathEditMode="relative" rAng="0" ptsTypes="AA">
                                      <p:cBhvr>
                                        <p:cTn id="186" dur="1000" fill="hold"/>
                                        <p:tgtEl>
                                          <p:spTgt spid="102"/>
                                        </p:tgtEl>
                                        <p:attrNameLst>
                                          <p:attrName>ppt_x</p:attrName>
                                          <p:attrName>ppt_y</p:attrName>
                                        </p:attrNameLst>
                                      </p:cBhvr>
                                      <p:rCtr x="-8659" y="2338"/>
                                    </p:animMotion>
                                  </p:childTnLst>
                                </p:cTn>
                              </p:par>
                            </p:childTnLst>
                          </p:cTn>
                        </p:par>
                        <p:par>
                          <p:cTn id="187" fill="hold">
                            <p:stCondLst>
                              <p:cond delay="4000"/>
                            </p:stCondLst>
                            <p:childTnLst>
                              <p:par>
                                <p:cTn id="188" presetID="35" presetClass="path" presetSubtype="0" accel="50000" decel="50000" fill="hold" grpId="6" nodeType="afterEffect">
                                  <p:stCondLst>
                                    <p:cond delay="0"/>
                                  </p:stCondLst>
                                  <p:childTnLst>
                                    <p:animMotion origin="layout" path="M -0.17474 0.04676 L -0.26459 0.04722 " pathEditMode="relative" rAng="0" ptsTypes="AA">
                                      <p:cBhvr>
                                        <p:cTn id="189" dur="1000" fill="hold"/>
                                        <p:tgtEl>
                                          <p:spTgt spid="102"/>
                                        </p:tgtEl>
                                        <p:attrNameLst>
                                          <p:attrName>ppt_x</p:attrName>
                                          <p:attrName>ppt_y</p:attrName>
                                        </p:attrNameLst>
                                      </p:cBhvr>
                                      <p:rCtr x="-4505" y="0"/>
                                    </p:animMotion>
                                  </p:childTnLst>
                                </p:cTn>
                              </p:par>
                            </p:childTnLst>
                          </p:cTn>
                        </p:par>
                        <p:par>
                          <p:cTn id="190" fill="hold">
                            <p:stCondLst>
                              <p:cond delay="5000"/>
                            </p:stCondLst>
                            <p:childTnLst>
                              <p:par>
                                <p:cTn id="191" presetID="22" presetClass="exit" presetSubtype="8" fill="hold" nodeType="afterEffect">
                                  <p:stCondLst>
                                    <p:cond delay="0"/>
                                  </p:stCondLst>
                                  <p:childTnLst>
                                    <p:animEffect transition="out" filter="wipe(left)">
                                      <p:cBhvr>
                                        <p:cTn id="192" dur="500"/>
                                        <p:tgtEl>
                                          <p:spTgt spid="98"/>
                                        </p:tgtEl>
                                      </p:cBhvr>
                                    </p:animEffect>
                                    <p:set>
                                      <p:cBhvr>
                                        <p:cTn id="193" dur="1" fill="hold">
                                          <p:stCondLst>
                                            <p:cond delay="499"/>
                                          </p:stCondLst>
                                        </p:cTn>
                                        <p:tgtEl>
                                          <p:spTgt spid="98"/>
                                        </p:tgtEl>
                                        <p:attrNameLst>
                                          <p:attrName>style.visibility</p:attrName>
                                        </p:attrNameLst>
                                      </p:cBhvr>
                                      <p:to>
                                        <p:strVal val="hidden"/>
                                      </p:to>
                                    </p:set>
                                  </p:childTnLst>
                                </p:cTn>
                              </p:par>
                            </p:childTnLst>
                          </p:cTn>
                        </p:par>
                        <p:par>
                          <p:cTn id="194" fill="hold">
                            <p:stCondLst>
                              <p:cond delay="5500"/>
                            </p:stCondLst>
                            <p:childTnLst>
                              <p:par>
                                <p:cTn id="195" presetID="21" presetClass="exit" presetSubtype="1" fill="hold" grpId="1" nodeType="afterEffect">
                                  <p:stCondLst>
                                    <p:cond delay="0"/>
                                  </p:stCondLst>
                                  <p:childTnLst>
                                    <p:animEffect transition="out" filter="wheel(1)">
                                      <p:cBhvr>
                                        <p:cTn id="196" dur="750"/>
                                        <p:tgtEl>
                                          <p:spTgt spid="183"/>
                                        </p:tgtEl>
                                      </p:cBhvr>
                                    </p:animEffect>
                                    <p:set>
                                      <p:cBhvr>
                                        <p:cTn id="197" dur="1" fill="hold">
                                          <p:stCondLst>
                                            <p:cond delay="749"/>
                                          </p:stCondLst>
                                        </p:cTn>
                                        <p:tgtEl>
                                          <p:spTgt spid="183"/>
                                        </p:tgtEl>
                                        <p:attrNameLst>
                                          <p:attrName>style.visibility</p:attrName>
                                        </p:attrNameLst>
                                      </p:cBhvr>
                                      <p:to>
                                        <p:strVal val="hidden"/>
                                      </p:to>
                                    </p:set>
                                  </p:childTnLst>
                                </p:cTn>
                              </p:par>
                            </p:childTnLst>
                          </p:cTn>
                        </p:par>
                        <p:par>
                          <p:cTn id="198" fill="hold">
                            <p:stCondLst>
                              <p:cond delay="6250"/>
                            </p:stCondLst>
                            <p:childTnLst>
                              <p:par>
                                <p:cTn id="199" presetID="21" presetClass="entr" presetSubtype="4" fill="hold" grpId="0" nodeType="afterEffect">
                                  <p:stCondLst>
                                    <p:cond delay="0"/>
                                  </p:stCondLst>
                                  <p:childTnLst>
                                    <p:set>
                                      <p:cBhvr>
                                        <p:cTn id="200" dur="1" fill="hold">
                                          <p:stCondLst>
                                            <p:cond delay="0"/>
                                          </p:stCondLst>
                                        </p:cTn>
                                        <p:tgtEl>
                                          <p:spTgt spid="184"/>
                                        </p:tgtEl>
                                        <p:attrNameLst>
                                          <p:attrName>style.visibility</p:attrName>
                                        </p:attrNameLst>
                                      </p:cBhvr>
                                      <p:to>
                                        <p:strVal val="visible"/>
                                      </p:to>
                                    </p:set>
                                    <p:animEffect transition="in" filter="wheel(4)">
                                      <p:cBhvr>
                                        <p:cTn id="201" dur="1500"/>
                                        <p:tgtEl>
                                          <p:spTgt spid="184"/>
                                        </p:tgtEl>
                                      </p:cBhvr>
                                    </p:animEffect>
                                  </p:childTnLst>
                                </p:cTn>
                              </p:par>
                            </p:childTnLst>
                          </p:cTn>
                        </p:par>
                      </p:childTnLst>
                    </p:cTn>
                  </p:par>
                  <p:par>
                    <p:cTn id="202" fill="hold">
                      <p:stCondLst>
                        <p:cond delay="indefinite"/>
                      </p:stCondLst>
                      <p:childTnLst>
                        <p:par>
                          <p:cTn id="203" fill="hold">
                            <p:stCondLst>
                              <p:cond delay="0"/>
                            </p:stCondLst>
                            <p:childTnLst>
                              <p:par>
                                <p:cTn id="204" presetID="22" presetClass="entr" presetSubtype="1" fill="hold" nodeType="clickEffect">
                                  <p:stCondLst>
                                    <p:cond delay="0"/>
                                  </p:stCondLst>
                                  <p:childTnLst>
                                    <p:set>
                                      <p:cBhvr>
                                        <p:cTn id="205" dur="1" fill="hold">
                                          <p:stCondLst>
                                            <p:cond delay="0"/>
                                          </p:stCondLst>
                                        </p:cTn>
                                        <p:tgtEl>
                                          <p:spTgt spid="11"/>
                                        </p:tgtEl>
                                        <p:attrNameLst>
                                          <p:attrName>style.visibility</p:attrName>
                                        </p:attrNameLst>
                                      </p:cBhvr>
                                      <p:to>
                                        <p:strVal val="visible"/>
                                      </p:to>
                                    </p:set>
                                    <p:animEffect transition="in" filter="wipe(up)">
                                      <p:cBhvr>
                                        <p:cTn id="206" dur="500"/>
                                        <p:tgtEl>
                                          <p:spTgt spid="11"/>
                                        </p:tgtEl>
                                      </p:cBhvr>
                                    </p:animEffect>
                                  </p:childTnLst>
                                </p:cTn>
                              </p:par>
                            </p:childTnLst>
                          </p:cTn>
                        </p:par>
                        <p:par>
                          <p:cTn id="207" fill="hold">
                            <p:stCondLst>
                              <p:cond delay="500"/>
                            </p:stCondLst>
                            <p:childTnLst>
                              <p:par>
                                <p:cTn id="208" presetID="35" presetClass="path" presetSubtype="0" accel="50000" decel="50000" fill="hold" grpId="4" nodeType="afterEffect">
                                  <p:stCondLst>
                                    <p:cond delay="0"/>
                                  </p:stCondLst>
                                  <p:childTnLst>
                                    <p:animMotion origin="layout" path="M -0.13333 0.04745 L -0.16706 0.04815 " pathEditMode="relative" rAng="0" ptsTypes="AA">
                                      <p:cBhvr>
                                        <p:cTn id="209" dur="2000" fill="hold"/>
                                        <p:tgtEl>
                                          <p:spTgt spid="101"/>
                                        </p:tgtEl>
                                        <p:attrNameLst>
                                          <p:attrName>ppt_x</p:attrName>
                                          <p:attrName>ppt_y</p:attrName>
                                        </p:attrNameLst>
                                      </p:cBhvr>
                                      <p:rCtr x="-1693" y="23"/>
                                    </p:animMotion>
                                  </p:childTnLst>
                                </p:cTn>
                              </p:par>
                            </p:childTnLst>
                          </p:cTn>
                        </p:par>
                        <p:par>
                          <p:cTn id="210" fill="hold">
                            <p:stCondLst>
                              <p:cond delay="2500"/>
                            </p:stCondLst>
                            <p:childTnLst>
                              <p:par>
                                <p:cTn id="211" presetID="45" presetClass="entr" presetSubtype="0" fill="hold" grpId="0" nodeType="afterEffect">
                                  <p:stCondLst>
                                    <p:cond delay="0"/>
                                  </p:stCondLst>
                                  <p:childTnLst>
                                    <p:set>
                                      <p:cBhvr>
                                        <p:cTn id="212" dur="1" fill="hold">
                                          <p:stCondLst>
                                            <p:cond delay="0"/>
                                          </p:stCondLst>
                                        </p:cTn>
                                        <p:tgtEl>
                                          <p:spTgt spid="185"/>
                                        </p:tgtEl>
                                        <p:attrNameLst>
                                          <p:attrName>style.visibility</p:attrName>
                                        </p:attrNameLst>
                                      </p:cBhvr>
                                      <p:to>
                                        <p:strVal val="visible"/>
                                      </p:to>
                                    </p:set>
                                    <p:animEffect transition="in" filter="fade">
                                      <p:cBhvr>
                                        <p:cTn id="213" dur="1000"/>
                                        <p:tgtEl>
                                          <p:spTgt spid="185"/>
                                        </p:tgtEl>
                                      </p:cBhvr>
                                    </p:animEffect>
                                    <p:anim calcmode="lin" valueType="num">
                                      <p:cBhvr>
                                        <p:cTn id="214" dur="1000" fill="hold"/>
                                        <p:tgtEl>
                                          <p:spTgt spid="185"/>
                                        </p:tgtEl>
                                        <p:attrNameLst>
                                          <p:attrName>ppt_w</p:attrName>
                                        </p:attrNameLst>
                                      </p:cBhvr>
                                      <p:tavLst>
                                        <p:tav tm="0" fmla="#ppt_w*sin(2.5*pi*$)">
                                          <p:val>
                                            <p:fltVal val="0"/>
                                          </p:val>
                                        </p:tav>
                                        <p:tav tm="100000">
                                          <p:val>
                                            <p:fltVal val="1"/>
                                          </p:val>
                                        </p:tav>
                                      </p:tavLst>
                                    </p:anim>
                                    <p:anim calcmode="lin" valueType="num">
                                      <p:cBhvr>
                                        <p:cTn id="215" dur="1000" fill="hold"/>
                                        <p:tgtEl>
                                          <p:spTgt spid="185"/>
                                        </p:tgtEl>
                                        <p:attrNameLst>
                                          <p:attrName>ppt_h</p:attrName>
                                        </p:attrNameLst>
                                      </p:cBhvr>
                                      <p:tavLst>
                                        <p:tav tm="0">
                                          <p:val>
                                            <p:strVal val="#ppt_h"/>
                                          </p:val>
                                        </p:tav>
                                        <p:tav tm="100000">
                                          <p:val>
                                            <p:strVal val="#ppt_h"/>
                                          </p:val>
                                        </p:tav>
                                      </p:tavLst>
                                    </p:anim>
                                  </p:childTnLst>
                                </p:cTn>
                              </p:par>
                            </p:childTnLst>
                          </p:cTn>
                        </p:par>
                        <p:par>
                          <p:cTn id="216" fill="hold">
                            <p:stCondLst>
                              <p:cond delay="3500"/>
                            </p:stCondLst>
                            <p:childTnLst>
                              <p:par>
                                <p:cTn id="217" presetID="35" presetClass="path" presetSubtype="0" accel="50000" decel="50000" fill="hold" grpId="1" nodeType="afterEffect">
                                  <p:stCondLst>
                                    <p:cond delay="0"/>
                                  </p:stCondLst>
                                  <p:childTnLst>
                                    <p:animMotion origin="layout" path="M -1.45833E-6 4.81481E-6 L -0.16276 0.26782 " pathEditMode="relative" rAng="0" ptsTypes="AA">
                                      <p:cBhvr>
                                        <p:cTn id="218" dur="1500" fill="hold"/>
                                        <p:tgtEl>
                                          <p:spTgt spid="185"/>
                                        </p:tgtEl>
                                        <p:attrNameLst>
                                          <p:attrName>ppt_x</p:attrName>
                                          <p:attrName>ppt_y</p:attrName>
                                        </p:attrNameLst>
                                      </p:cBhvr>
                                      <p:rCtr x="-8138" y="13380"/>
                                    </p:animMotion>
                                  </p:childTnLst>
                                </p:cTn>
                              </p:par>
                            </p:childTnLst>
                          </p:cTn>
                        </p:par>
                      </p:childTnLst>
                    </p:cTn>
                  </p:par>
                  <p:par>
                    <p:cTn id="219" fill="hold">
                      <p:stCondLst>
                        <p:cond delay="indefinite"/>
                      </p:stCondLst>
                      <p:childTnLst>
                        <p:par>
                          <p:cTn id="220" fill="hold">
                            <p:stCondLst>
                              <p:cond delay="0"/>
                            </p:stCondLst>
                            <p:childTnLst>
                              <p:par>
                                <p:cTn id="221" presetID="22" presetClass="entr" presetSubtype="8" fill="hold" nodeType="clickEffect">
                                  <p:stCondLst>
                                    <p:cond delay="0"/>
                                  </p:stCondLst>
                                  <p:childTnLst>
                                    <p:set>
                                      <p:cBhvr>
                                        <p:cTn id="222" dur="1" fill="hold">
                                          <p:stCondLst>
                                            <p:cond delay="0"/>
                                          </p:stCondLst>
                                        </p:cTn>
                                        <p:tgtEl>
                                          <p:spTgt spid="103"/>
                                        </p:tgtEl>
                                        <p:attrNameLst>
                                          <p:attrName>style.visibility</p:attrName>
                                        </p:attrNameLst>
                                      </p:cBhvr>
                                      <p:to>
                                        <p:strVal val="visible"/>
                                      </p:to>
                                    </p:set>
                                    <p:animEffect transition="in" filter="wipe(left)">
                                      <p:cBhvr>
                                        <p:cTn id="223" dur="500"/>
                                        <p:tgtEl>
                                          <p:spTgt spid="103"/>
                                        </p:tgtEl>
                                      </p:cBhvr>
                                    </p:animEffect>
                                  </p:childTnLst>
                                </p:cTn>
                              </p:par>
                            </p:childTnLst>
                          </p:cTn>
                        </p:par>
                        <p:par>
                          <p:cTn id="224" fill="hold">
                            <p:stCondLst>
                              <p:cond delay="500"/>
                            </p:stCondLst>
                            <p:childTnLst>
                              <p:par>
                                <p:cTn id="225" presetID="32" presetClass="emph" presetSubtype="0" fill="hold" nodeType="afterEffect">
                                  <p:stCondLst>
                                    <p:cond delay="0"/>
                                  </p:stCondLst>
                                  <p:childTnLst>
                                    <p:animRot by="120000">
                                      <p:cBhvr>
                                        <p:cTn id="226" dur="100" fill="hold">
                                          <p:stCondLst>
                                            <p:cond delay="0"/>
                                          </p:stCondLst>
                                        </p:cTn>
                                        <p:tgtEl>
                                          <p:spTgt spid="103"/>
                                        </p:tgtEl>
                                        <p:attrNameLst>
                                          <p:attrName>r</p:attrName>
                                        </p:attrNameLst>
                                      </p:cBhvr>
                                    </p:animRot>
                                    <p:animRot by="-240000">
                                      <p:cBhvr>
                                        <p:cTn id="227" dur="200" fill="hold">
                                          <p:stCondLst>
                                            <p:cond delay="200"/>
                                          </p:stCondLst>
                                        </p:cTn>
                                        <p:tgtEl>
                                          <p:spTgt spid="103"/>
                                        </p:tgtEl>
                                        <p:attrNameLst>
                                          <p:attrName>r</p:attrName>
                                        </p:attrNameLst>
                                      </p:cBhvr>
                                    </p:animRot>
                                    <p:animRot by="240000">
                                      <p:cBhvr>
                                        <p:cTn id="228" dur="200" fill="hold">
                                          <p:stCondLst>
                                            <p:cond delay="400"/>
                                          </p:stCondLst>
                                        </p:cTn>
                                        <p:tgtEl>
                                          <p:spTgt spid="103"/>
                                        </p:tgtEl>
                                        <p:attrNameLst>
                                          <p:attrName>r</p:attrName>
                                        </p:attrNameLst>
                                      </p:cBhvr>
                                    </p:animRot>
                                    <p:animRot by="-240000">
                                      <p:cBhvr>
                                        <p:cTn id="229" dur="200" fill="hold">
                                          <p:stCondLst>
                                            <p:cond delay="600"/>
                                          </p:stCondLst>
                                        </p:cTn>
                                        <p:tgtEl>
                                          <p:spTgt spid="103"/>
                                        </p:tgtEl>
                                        <p:attrNameLst>
                                          <p:attrName>r</p:attrName>
                                        </p:attrNameLst>
                                      </p:cBhvr>
                                    </p:animRot>
                                    <p:animRot by="120000">
                                      <p:cBhvr>
                                        <p:cTn id="230" dur="200" fill="hold">
                                          <p:stCondLst>
                                            <p:cond delay="800"/>
                                          </p:stCondLst>
                                        </p:cTn>
                                        <p:tgtEl>
                                          <p:spTgt spid="103"/>
                                        </p:tgtEl>
                                        <p:attrNameLst>
                                          <p:attrName>r</p:attrName>
                                        </p:attrNameLst>
                                      </p:cBhvr>
                                    </p:animRot>
                                  </p:childTnLst>
                                </p:cTn>
                              </p:par>
                            </p:childTnLst>
                          </p:cTn>
                        </p:par>
                        <p:par>
                          <p:cTn id="231" fill="hold">
                            <p:stCondLst>
                              <p:cond delay="1500"/>
                            </p:stCondLst>
                            <p:childTnLst>
                              <p:par>
                                <p:cTn id="232" presetID="6" presetClass="emph" presetSubtype="0" fill="hold" grpId="2" nodeType="afterEffect">
                                  <p:stCondLst>
                                    <p:cond delay="0"/>
                                  </p:stCondLst>
                                  <p:childTnLst>
                                    <p:animScale>
                                      <p:cBhvr>
                                        <p:cTn id="233" dur="1000" fill="hold"/>
                                        <p:tgtEl>
                                          <p:spTgt spid="90"/>
                                        </p:tgtEl>
                                      </p:cBhvr>
                                      <p:by x="150000" y="150000"/>
                                    </p:animScale>
                                  </p:childTnLst>
                                </p:cTn>
                              </p:par>
                            </p:childTnLst>
                          </p:cTn>
                        </p:par>
                        <p:par>
                          <p:cTn id="234" fill="hold">
                            <p:stCondLst>
                              <p:cond delay="2500"/>
                            </p:stCondLst>
                            <p:childTnLst>
                              <p:par>
                                <p:cTn id="235" presetID="16" presetClass="exit" presetSubtype="21" fill="hold" grpId="3" nodeType="afterEffect">
                                  <p:stCondLst>
                                    <p:cond delay="0"/>
                                  </p:stCondLst>
                                  <p:childTnLst>
                                    <p:animEffect transition="out" filter="barn(inVertical)">
                                      <p:cBhvr>
                                        <p:cTn id="236" dur="500"/>
                                        <p:tgtEl>
                                          <p:spTgt spid="90"/>
                                        </p:tgtEl>
                                      </p:cBhvr>
                                    </p:animEffect>
                                    <p:set>
                                      <p:cBhvr>
                                        <p:cTn id="237" dur="1" fill="hold">
                                          <p:stCondLst>
                                            <p:cond delay="499"/>
                                          </p:stCondLst>
                                        </p:cTn>
                                        <p:tgtEl>
                                          <p:spTgt spid="90"/>
                                        </p:tgtEl>
                                        <p:attrNameLst>
                                          <p:attrName>style.visibility</p:attrName>
                                        </p:attrNameLst>
                                      </p:cBhvr>
                                      <p:to>
                                        <p:strVal val="hidden"/>
                                      </p:to>
                                    </p:set>
                                  </p:childTnLst>
                                </p:cTn>
                              </p:par>
                            </p:childTnLst>
                          </p:cTn>
                        </p:par>
                      </p:childTnLst>
                    </p:cTn>
                  </p:par>
                  <p:par>
                    <p:cTn id="238" fill="hold">
                      <p:stCondLst>
                        <p:cond delay="indefinite"/>
                      </p:stCondLst>
                      <p:childTnLst>
                        <p:par>
                          <p:cTn id="239" fill="hold">
                            <p:stCondLst>
                              <p:cond delay="0"/>
                            </p:stCondLst>
                            <p:childTnLst>
                              <p:par>
                                <p:cTn id="240" presetID="63" presetClass="path" presetSubtype="0" accel="50000" decel="50000" fill="hold" nodeType="clickEffect">
                                  <p:stCondLst>
                                    <p:cond delay="0"/>
                                  </p:stCondLst>
                                  <p:childTnLst>
                                    <p:animMotion origin="layout" path="M -4.79167E-6 -4.07407E-6 L 0.04584 0.00047 " pathEditMode="relative" rAng="0" ptsTypes="AA">
                                      <p:cBhvr>
                                        <p:cTn id="241" dur="2000" fill="hold"/>
                                        <p:tgtEl>
                                          <p:spTgt spid="103"/>
                                        </p:tgtEl>
                                        <p:attrNameLst>
                                          <p:attrName>ppt_x</p:attrName>
                                          <p:attrName>ppt_y</p:attrName>
                                        </p:attrNameLst>
                                      </p:cBhvr>
                                      <p:rCtr x="2292" y="23"/>
                                    </p:animMotion>
                                  </p:childTnLst>
                                </p:cTn>
                              </p:par>
                            </p:childTnLst>
                          </p:cTn>
                        </p:par>
                        <p:par>
                          <p:cTn id="242" fill="hold">
                            <p:stCondLst>
                              <p:cond delay="2000"/>
                            </p:stCondLst>
                            <p:childTnLst>
                              <p:par>
                                <p:cTn id="243" presetID="6" presetClass="emph" presetSubtype="0" fill="hold" grpId="2" nodeType="afterEffect">
                                  <p:stCondLst>
                                    <p:cond delay="0"/>
                                  </p:stCondLst>
                                  <p:childTnLst>
                                    <p:animScale>
                                      <p:cBhvr>
                                        <p:cTn id="244" dur="1000" fill="hold"/>
                                        <p:tgtEl>
                                          <p:spTgt spid="91"/>
                                        </p:tgtEl>
                                      </p:cBhvr>
                                      <p:by x="150000" y="150000"/>
                                    </p:animScale>
                                  </p:childTnLst>
                                </p:cTn>
                              </p:par>
                            </p:childTnLst>
                          </p:cTn>
                        </p:par>
                        <p:par>
                          <p:cTn id="245" fill="hold">
                            <p:stCondLst>
                              <p:cond delay="3000"/>
                            </p:stCondLst>
                            <p:childTnLst>
                              <p:par>
                                <p:cTn id="246" presetID="16" presetClass="exit" presetSubtype="21" fill="hold" grpId="3" nodeType="afterEffect">
                                  <p:stCondLst>
                                    <p:cond delay="0"/>
                                  </p:stCondLst>
                                  <p:childTnLst>
                                    <p:animEffect transition="out" filter="barn(inVertical)">
                                      <p:cBhvr>
                                        <p:cTn id="247" dur="500"/>
                                        <p:tgtEl>
                                          <p:spTgt spid="91"/>
                                        </p:tgtEl>
                                      </p:cBhvr>
                                    </p:animEffect>
                                    <p:set>
                                      <p:cBhvr>
                                        <p:cTn id="248" dur="1" fill="hold">
                                          <p:stCondLst>
                                            <p:cond delay="499"/>
                                          </p:stCondLst>
                                        </p:cTn>
                                        <p:tgtEl>
                                          <p:spTgt spid="91"/>
                                        </p:tgtEl>
                                        <p:attrNameLst>
                                          <p:attrName>style.visibility</p:attrName>
                                        </p:attrNameLst>
                                      </p:cBhvr>
                                      <p:to>
                                        <p:strVal val="hidden"/>
                                      </p:to>
                                    </p:set>
                                  </p:childTnLst>
                                </p:cTn>
                              </p:par>
                            </p:childTnLst>
                          </p:cTn>
                        </p:par>
                        <p:par>
                          <p:cTn id="249" fill="hold">
                            <p:stCondLst>
                              <p:cond delay="3500"/>
                            </p:stCondLst>
                            <p:childTnLst>
                              <p:par>
                                <p:cTn id="250" presetID="16" presetClass="entr" presetSubtype="21" fill="hold" grpId="0" nodeType="afterEffect">
                                  <p:stCondLst>
                                    <p:cond delay="0"/>
                                  </p:stCondLst>
                                  <p:childTnLst>
                                    <p:set>
                                      <p:cBhvr>
                                        <p:cTn id="251" dur="1" fill="hold">
                                          <p:stCondLst>
                                            <p:cond delay="0"/>
                                          </p:stCondLst>
                                        </p:cTn>
                                        <p:tgtEl>
                                          <p:spTgt spid="108"/>
                                        </p:tgtEl>
                                        <p:attrNameLst>
                                          <p:attrName>style.visibility</p:attrName>
                                        </p:attrNameLst>
                                      </p:cBhvr>
                                      <p:to>
                                        <p:strVal val="visible"/>
                                      </p:to>
                                    </p:set>
                                    <p:animEffect transition="in" filter="barn(inVertical)">
                                      <p:cBhvr>
                                        <p:cTn id="252" dur="1000"/>
                                        <p:tgtEl>
                                          <p:spTgt spid="108"/>
                                        </p:tgtEl>
                                      </p:cBhvr>
                                    </p:animEffect>
                                  </p:childTnLst>
                                </p:cTn>
                              </p:par>
                            </p:childTnLst>
                          </p:cTn>
                        </p:par>
                        <p:par>
                          <p:cTn id="253" fill="hold">
                            <p:stCondLst>
                              <p:cond delay="4500"/>
                            </p:stCondLst>
                            <p:childTnLst>
                              <p:par>
                                <p:cTn id="254" presetID="35" presetClass="path" presetSubtype="0" accel="50000" decel="50000" fill="hold" grpId="4" nodeType="afterEffect">
                                  <p:stCondLst>
                                    <p:cond delay="0"/>
                                  </p:stCondLst>
                                  <p:childTnLst>
                                    <p:animMotion origin="layout" path="M -3.54167E-6 -7.40741E-7 L -0.08568 0.04675 " pathEditMode="relative" rAng="0" ptsTypes="AA">
                                      <p:cBhvr>
                                        <p:cTn id="255" dur="1000" fill="hold"/>
                                        <p:tgtEl>
                                          <p:spTgt spid="108"/>
                                        </p:tgtEl>
                                        <p:attrNameLst>
                                          <p:attrName>ppt_x</p:attrName>
                                          <p:attrName>ppt_y</p:attrName>
                                        </p:attrNameLst>
                                      </p:cBhvr>
                                      <p:rCtr x="-4219" y="2361"/>
                                    </p:animMotion>
                                  </p:childTnLst>
                                </p:cTn>
                              </p:par>
                            </p:childTnLst>
                          </p:cTn>
                        </p:par>
                        <p:par>
                          <p:cTn id="256" fill="hold">
                            <p:stCondLst>
                              <p:cond delay="5500"/>
                            </p:stCondLst>
                            <p:childTnLst>
                              <p:par>
                                <p:cTn id="257" presetID="35" presetClass="path" presetSubtype="0" accel="50000" decel="50000" fill="hold" grpId="5" nodeType="afterEffect">
                                  <p:stCondLst>
                                    <p:cond delay="0"/>
                                  </p:stCondLst>
                                  <p:childTnLst>
                                    <p:animMotion origin="layout" path="M -0.08567 0.04676 L -0.16002 0.04722 " pathEditMode="relative" rAng="0" ptsTypes="AA">
                                      <p:cBhvr>
                                        <p:cTn id="258" dur="1000" fill="hold"/>
                                        <p:tgtEl>
                                          <p:spTgt spid="108"/>
                                        </p:tgtEl>
                                        <p:attrNameLst>
                                          <p:attrName>ppt_x</p:attrName>
                                          <p:attrName>ppt_y</p:attrName>
                                        </p:attrNameLst>
                                      </p:cBhvr>
                                      <p:rCtr x="-3711" y="0"/>
                                    </p:animMotion>
                                  </p:childTnLst>
                                </p:cTn>
                              </p:par>
                            </p:childTnLst>
                          </p:cTn>
                        </p:par>
                      </p:childTnLst>
                    </p:cTn>
                  </p:par>
                  <p:par>
                    <p:cTn id="259" fill="hold">
                      <p:stCondLst>
                        <p:cond delay="indefinite"/>
                      </p:stCondLst>
                      <p:childTnLst>
                        <p:par>
                          <p:cTn id="260" fill="hold">
                            <p:stCondLst>
                              <p:cond delay="0"/>
                            </p:stCondLst>
                            <p:childTnLst>
                              <p:par>
                                <p:cTn id="261" presetID="63" presetClass="path" presetSubtype="0" accel="50000" decel="50000" fill="hold" nodeType="clickEffect">
                                  <p:stCondLst>
                                    <p:cond delay="0"/>
                                  </p:stCondLst>
                                  <p:childTnLst>
                                    <p:animMotion origin="layout" path="M 0.04584 0.00047 L 0.08529 0.00024 " pathEditMode="relative" rAng="0" ptsTypes="AA">
                                      <p:cBhvr>
                                        <p:cTn id="262" dur="500" fill="hold"/>
                                        <p:tgtEl>
                                          <p:spTgt spid="103"/>
                                        </p:tgtEl>
                                        <p:attrNameLst>
                                          <p:attrName>ppt_x</p:attrName>
                                          <p:attrName>ppt_y</p:attrName>
                                        </p:attrNameLst>
                                      </p:cBhvr>
                                      <p:rCtr x="1966" y="-23"/>
                                    </p:animMotion>
                                  </p:childTnLst>
                                </p:cTn>
                              </p:par>
                            </p:childTnLst>
                          </p:cTn>
                        </p:par>
                        <p:par>
                          <p:cTn id="263" fill="hold">
                            <p:stCondLst>
                              <p:cond delay="500"/>
                            </p:stCondLst>
                            <p:childTnLst>
                              <p:par>
                                <p:cTn id="264" presetID="6" presetClass="emph" presetSubtype="0" fill="hold" grpId="2" nodeType="afterEffect">
                                  <p:stCondLst>
                                    <p:cond delay="0"/>
                                  </p:stCondLst>
                                  <p:childTnLst>
                                    <p:animScale>
                                      <p:cBhvr>
                                        <p:cTn id="265" dur="1000" fill="hold"/>
                                        <p:tgtEl>
                                          <p:spTgt spid="92"/>
                                        </p:tgtEl>
                                      </p:cBhvr>
                                      <p:by x="150000" y="150000"/>
                                    </p:animScale>
                                  </p:childTnLst>
                                </p:cTn>
                              </p:par>
                            </p:childTnLst>
                          </p:cTn>
                        </p:par>
                        <p:par>
                          <p:cTn id="266" fill="hold">
                            <p:stCondLst>
                              <p:cond delay="1500"/>
                            </p:stCondLst>
                            <p:childTnLst>
                              <p:par>
                                <p:cTn id="267" presetID="16" presetClass="exit" presetSubtype="21" fill="hold" grpId="3" nodeType="afterEffect">
                                  <p:stCondLst>
                                    <p:cond delay="0"/>
                                  </p:stCondLst>
                                  <p:childTnLst>
                                    <p:animEffect transition="out" filter="barn(inVertical)">
                                      <p:cBhvr>
                                        <p:cTn id="268" dur="500"/>
                                        <p:tgtEl>
                                          <p:spTgt spid="92"/>
                                        </p:tgtEl>
                                      </p:cBhvr>
                                    </p:animEffect>
                                    <p:set>
                                      <p:cBhvr>
                                        <p:cTn id="269" dur="1" fill="hold">
                                          <p:stCondLst>
                                            <p:cond delay="499"/>
                                          </p:stCondLst>
                                        </p:cTn>
                                        <p:tgtEl>
                                          <p:spTgt spid="92"/>
                                        </p:tgtEl>
                                        <p:attrNameLst>
                                          <p:attrName>style.visibility</p:attrName>
                                        </p:attrNameLst>
                                      </p:cBhvr>
                                      <p:to>
                                        <p:strVal val="hidden"/>
                                      </p:to>
                                    </p:set>
                                  </p:childTnLst>
                                </p:cTn>
                              </p:par>
                            </p:childTnLst>
                          </p:cTn>
                        </p:par>
                        <p:par>
                          <p:cTn id="270" fill="hold">
                            <p:stCondLst>
                              <p:cond delay="2000"/>
                            </p:stCondLst>
                            <p:childTnLst>
                              <p:par>
                                <p:cTn id="271" presetID="63" presetClass="path" presetSubtype="0" accel="50000" decel="50000" fill="hold" nodeType="afterEffect">
                                  <p:stCondLst>
                                    <p:cond delay="0"/>
                                  </p:stCondLst>
                                  <p:childTnLst>
                                    <p:animMotion origin="layout" path="M 0.08529 0.00024 L 0.11654 0.00047 " pathEditMode="relative" rAng="0" ptsTypes="AA">
                                      <p:cBhvr>
                                        <p:cTn id="272" dur="2000" fill="hold"/>
                                        <p:tgtEl>
                                          <p:spTgt spid="103"/>
                                        </p:tgtEl>
                                        <p:attrNameLst>
                                          <p:attrName>ppt_x</p:attrName>
                                          <p:attrName>ppt_y</p:attrName>
                                        </p:attrNameLst>
                                      </p:cBhvr>
                                      <p:rCtr x="1563" y="0"/>
                                    </p:animMotion>
                                  </p:childTnLst>
                                </p:cTn>
                              </p:par>
                            </p:childTnLst>
                          </p:cTn>
                        </p:par>
                        <p:par>
                          <p:cTn id="273" fill="hold">
                            <p:stCondLst>
                              <p:cond delay="4000"/>
                            </p:stCondLst>
                            <p:childTnLst>
                              <p:par>
                                <p:cTn id="274" presetID="32" presetClass="emph" presetSubtype="0" fill="hold" grpId="2" nodeType="afterEffect">
                                  <p:stCondLst>
                                    <p:cond delay="0"/>
                                  </p:stCondLst>
                                  <p:childTnLst>
                                    <p:animRot by="120000">
                                      <p:cBhvr>
                                        <p:cTn id="275" dur="100" fill="hold">
                                          <p:stCondLst>
                                            <p:cond delay="0"/>
                                          </p:stCondLst>
                                        </p:cTn>
                                        <p:tgtEl>
                                          <p:spTgt spid="184"/>
                                        </p:tgtEl>
                                        <p:attrNameLst>
                                          <p:attrName>r</p:attrName>
                                        </p:attrNameLst>
                                      </p:cBhvr>
                                    </p:animRot>
                                    <p:animRot by="-240000">
                                      <p:cBhvr>
                                        <p:cTn id="276" dur="200" fill="hold">
                                          <p:stCondLst>
                                            <p:cond delay="200"/>
                                          </p:stCondLst>
                                        </p:cTn>
                                        <p:tgtEl>
                                          <p:spTgt spid="184"/>
                                        </p:tgtEl>
                                        <p:attrNameLst>
                                          <p:attrName>r</p:attrName>
                                        </p:attrNameLst>
                                      </p:cBhvr>
                                    </p:animRot>
                                    <p:animRot by="240000">
                                      <p:cBhvr>
                                        <p:cTn id="277" dur="200" fill="hold">
                                          <p:stCondLst>
                                            <p:cond delay="400"/>
                                          </p:stCondLst>
                                        </p:cTn>
                                        <p:tgtEl>
                                          <p:spTgt spid="184"/>
                                        </p:tgtEl>
                                        <p:attrNameLst>
                                          <p:attrName>r</p:attrName>
                                        </p:attrNameLst>
                                      </p:cBhvr>
                                    </p:animRot>
                                    <p:animRot by="-240000">
                                      <p:cBhvr>
                                        <p:cTn id="278" dur="200" fill="hold">
                                          <p:stCondLst>
                                            <p:cond delay="600"/>
                                          </p:stCondLst>
                                        </p:cTn>
                                        <p:tgtEl>
                                          <p:spTgt spid="184"/>
                                        </p:tgtEl>
                                        <p:attrNameLst>
                                          <p:attrName>r</p:attrName>
                                        </p:attrNameLst>
                                      </p:cBhvr>
                                    </p:animRot>
                                    <p:animRot by="120000">
                                      <p:cBhvr>
                                        <p:cTn id="279" dur="200" fill="hold">
                                          <p:stCondLst>
                                            <p:cond delay="800"/>
                                          </p:stCondLst>
                                        </p:cTn>
                                        <p:tgtEl>
                                          <p:spTgt spid="184"/>
                                        </p:tgtEl>
                                        <p:attrNameLst>
                                          <p:attrName>r</p:attrName>
                                        </p:attrNameLst>
                                      </p:cBhvr>
                                    </p:animRot>
                                  </p:childTnLst>
                                </p:cTn>
                              </p:par>
                            </p:childTnLst>
                          </p:cTn>
                        </p:par>
                      </p:childTnLst>
                    </p:cTn>
                  </p:par>
                  <p:par>
                    <p:cTn id="280" fill="hold">
                      <p:stCondLst>
                        <p:cond delay="indefinite"/>
                      </p:stCondLst>
                      <p:childTnLst>
                        <p:par>
                          <p:cTn id="281" fill="hold">
                            <p:stCondLst>
                              <p:cond delay="0"/>
                            </p:stCondLst>
                            <p:childTnLst>
                              <p:par>
                                <p:cTn id="282" presetID="35" presetClass="path" presetSubtype="0" accel="50000" decel="50000" fill="hold" grpId="4" nodeType="clickEffect">
                                  <p:stCondLst>
                                    <p:cond delay="0"/>
                                  </p:stCondLst>
                                  <p:childTnLst>
                                    <p:animMotion origin="layout" path="M -0.26459 0.04722 L -0.31524 0.04792 " pathEditMode="relative" rAng="0" ptsTypes="AA">
                                      <p:cBhvr>
                                        <p:cTn id="283" dur="1000" fill="hold"/>
                                        <p:tgtEl>
                                          <p:spTgt spid="102"/>
                                        </p:tgtEl>
                                        <p:attrNameLst>
                                          <p:attrName>ppt_x</p:attrName>
                                          <p:attrName>ppt_y</p:attrName>
                                        </p:attrNameLst>
                                      </p:cBhvr>
                                      <p:rCtr x="-2539" y="23"/>
                                    </p:animMotion>
                                  </p:childTnLst>
                                </p:cTn>
                              </p:par>
                              <p:par>
                                <p:cTn id="284" presetID="10" presetClass="exit" presetSubtype="0" fill="hold" grpId="7" nodeType="withEffect">
                                  <p:stCondLst>
                                    <p:cond delay="0"/>
                                  </p:stCondLst>
                                  <p:childTnLst>
                                    <p:animEffect transition="out" filter="fade">
                                      <p:cBhvr>
                                        <p:cTn id="285" dur="750"/>
                                        <p:tgtEl>
                                          <p:spTgt spid="101"/>
                                        </p:tgtEl>
                                      </p:cBhvr>
                                    </p:animEffect>
                                    <p:set>
                                      <p:cBhvr>
                                        <p:cTn id="286" dur="1" fill="hold">
                                          <p:stCondLst>
                                            <p:cond delay="749"/>
                                          </p:stCondLst>
                                        </p:cTn>
                                        <p:tgtEl>
                                          <p:spTgt spid="101"/>
                                        </p:tgtEl>
                                        <p:attrNameLst>
                                          <p:attrName>style.visibility</p:attrName>
                                        </p:attrNameLst>
                                      </p:cBhvr>
                                      <p:to>
                                        <p:strVal val="hidden"/>
                                      </p:to>
                                    </p:set>
                                  </p:childTnLst>
                                </p:cTn>
                              </p:par>
                            </p:childTnLst>
                          </p:cTn>
                        </p:par>
                        <p:par>
                          <p:cTn id="287" fill="hold">
                            <p:stCondLst>
                              <p:cond delay="1000"/>
                            </p:stCondLst>
                            <p:childTnLst>
                              <p:par>
                                <p:cTn id="288" presetID="45" presetClass="entr" presetSubtype="0" fill="hold" grpId="0" nodeType="afterEffect">
                                  <p:stCondLst>
                                    <p:cond delay="0"/>
                                  </p:stCondLst>
                                  <p:childTnLst>
                                    <p:set>
                                      <p:cBhvr>
                                        <p:cTn id="289" dur="1" fill="hold">
                                          <p:stCondLst>
                                            <p:cond delay="0"/>
                                          </p:stCondLst>
                                        </p:cTn>
                                        <p:tgtEl>
                                          <p:spTgt spid="187"/>
                                        </p:tgtEl>
                                        <p:attrNameLst>
                                          <p:attrName>style.visibility</p:attrName>
                                        </p:attrNameLst>
                                      </p:cBhvr>
                                      <p:to>
                                        <p:strVal val="visible"/>
                                      </p:to>
                                    </p:set>
                                    <p:animEffect transition="in" filter="fade">
                                      <p:cBhvr>
                                        <p:cTn id="290" dur="1000"/>
                                        <p:tgtEl>
                                          <p:spTgt spid="187"/>
                                        </p:tgtEl>
                                      </p:cBhvr>
                                    </p:animEffect>
                                    <p:anim calcmode="lin" valueType="num">
                                      <p:cBhvr>
                                        <p:cTn id="291" dur="1000" fill="hold"/>
                                        <p:tgtEl>
                                          <p:spTgt spid="187"/>
                                        </p:tgtEl>
                                        <p:attrNameLst>
                                          <p:attrName>ppt_w</p:attrName>
                                        </p:attrNameLst>
                                      </p:cBhvr>
                                      <p:tavLst>
                                        <p:tav tm="0" fmla="#ppt_w*sin(2.5*pi*$)">
                                          <p:val>
                                            <p:fltVal val="0"/>
                                          </p:val>
                                        </p:tav>
                                        <p:tav tm="100000">
                                          <p:val>
                                            <p:fltVal val="1"/>
                                          </p:val>
                                        </p:tav>
                                      </p:tavLst>
                                    </p:anim>
                                    <p:anim calcmode="lin" valueType="num">
                                      <p:cBhvr>
                                        <p:cTn id="292" dur="1000" fill="hold"/>
                                        <p:tgtEl>
                                          <p:spTgt spid="187"/>
                                        </p:tgtEl>
                                        <p:attrNameLst>
                                          <p:attrName>ppt_h</p:attrName>
                                        </p:attrNameLst>
                                      </p:cBhvr>
                                      <p:tavLst>
                                        <p:tav tm="0">
                                          <p:val>
                                            <p:strVal val="#ppt_h"/>
                                          </p:val>
                                        </p:tav>
                                        <p:tav tm="100000">
                                          <p:val>
                                            <p:strVal val="#ppt_h"/>
                                          </p:val>
                                        </p:tav>
                                      </p:tavLst>
                                    </p:anim>
                                  </p:childTnLst>
                                </p:cTn>
                              </p:par>
                            </p:childTnLst>
                          </p:cTn>
                        </p:par>
                        <p:par>
                          <p:cTn id="293" fill="hold">
                            <p:stCondLst>
                              <p:cond delay="2000"/>
                            </p:stCondLst>
                            <p:childTnLst>
                              <p:par>
                                <p:cTn id="294" presetID="35" presetClass="path" presetSubtype="0" accel="50000" decel="50000" fill="hold" grpId="1" nodeType="afterEffect">
                                  <p:stCondLst>
                                    <p:cond delay="0"/>
                                  </p:stCondLst>
                                  <p:childTnLst>
                                    <p:animMotion origin="layout" path="M -1.25E-6 -2.59259E-6 L -0.1418 0.02871 " pathEditMode="relative" rAng="0" ptsTypes="AA">
                                      <p:cBhvr>
                                        <p:cTn id="295" dur="1500" fill="hold"/>
                                        <p:tgtEl>
                                          <p:spTgt spid="187"/>
                                        </p:tgtEl>
                                        <p:attrNameLst>
                                          <p:attrName>ppt_x</p:attrName>
                                          <p:attrName>ppt_y</p:attrName>
                                        </p:attrNameLst>
                                      </p:cBhvr>
                                      <p:rCtr x="-7096" y="1435"/>
                                    </p:animMotion>
                                  </p:childTnLst>
                                </p:cTn>
                              </p:par>
                            </p:childTnLst>
                          </p:cTn>
                        </p:par>
                      </p:childTnLst>
                    </p:cTn>
                  </p:par>
                  <p:par>
                    <p:cTn id="296" fill="hold">
                      <p:stCondLst>
                        <p:cond delay="indefinite"/>
                      </p:stCondLst>
                      <p:childTnLst>
                        <p:par>
                          <p:cTn id="297" fill="hold">
                            <p:stCondLst>
                              <p:cond delay="0"/>
                            </p:stCondLst>
                            <p:childTnLst>
                              <p:par>
                                <p:cTn id="298" presetID="63" presetClass="path" presetSubtype="0" accel="50000" decel="50000" fill="hold" nodeType="clickEffect">
                                  <p:stCondLst>
                                    <p:cond delay="0"/>
                                  </p:stCondLst>
                                  <p:childTnLst>
                                    <p:animMotion origin="layout" path="M -0.03281 0.23334 L -0.00221 0.23426 " pathEditMode="relative" rAng="0" ptsTypes="AA">
                                      <p:cBhvr>
                                        <p:cTn id="299" dur="1000" fill="hold"/>
                                        <p:tgtEl>
                                          <p:spTgt spid="103"/>
                                        </p:tgtEl>
                                        <p:attrNameLst>
                                          <p:attrName>ppt_x</p:attrName>
                                          <p:attrName>ppt_y</p:attrName>
                                        </p:attrNameLst>
                                      </p:cBhvr>
                                      <p:rCtr x="1523" y="46"/>
                                    </p:animMotion>
                                  </p:childTnLst>
                                </p:cTn>
                              </p:par>
                            </p:childTnLst>
                          </p:cTn>
                        </p:par>
                        <p:par>
                          <p:cTn id="300" fill="hold">
                            <p:stCondLst>
                              <p:cond delay="1000"/>
                            </p:stCondLst>
                            <p:childTnLst>
                              <p:par>
                                <p:cTn id="301" presetID="6" presetClass="emph" presetSubtype="0" fill="hold" grpId="2" nodeType="afterEffect">
                                  <p:stCondLst>
                                    <p:cond delay="0"/>
                                  </p:stCondLst>
                                  <p:childTnLst>
                                    <p:animScale>
                                      <p:cBhvr>
                                        <p:cTn id="302" dur="2000" fill="hold"/>
                                        <p:tgtEl>
                                          <p:spTgt spid="96"/>
                                        </p:tgtEl>
                                      </p:cBhvr>
                                      <p:by x="150000" y="150000"/>
                                    </p:animScale>
                                  </p:childTnLst>
                                </p:cTn>
                              </p:par>
                            </p:childTnLst>
                          </p:cTn>
                        </p:par>
                        <p:par>
                          <p:cTn id="303" fill="hold">
                            <p:stCondLst>
                              <p:cond delay="3000"/>
                            </p:stCondLst>
                            <p:childTnLst>
                              <p:par>
                                <p:cTn id="304" presetID="16" presetClass="exit" presetSubtype="21" fill="hold" grpId="3" nodeType="afterEffect">
                                  <p:stCondLst>
                                    <p:cond delay="0"/>
                                  </p:stCondLst>
                                  <p:childTnLst>
                                    <p:animEffect transition="out" filter="barn(inVertical)">
                                      <p:cBhvr>
                                        <p:cTn id="305" dur="500"/>
                                        <p:tgtEl>
                                          <p:spTgt spid="96"/>
                                        </p:tgtEl>
                                      </p:cBhvr>
                                    </p:animEffect>
                                    <p:set>
                                      <p:cBhvr>
                                        <p:cTn id="306" dur="1" fill="hold">
                                          <p:stCondLst>
                                            <p:cond delay="499"/>
                                          </p:stCondLst>
                                        </p:cTn>
                                        <p:tgtEl>
                                          <p:spTgt spid="96"/>
                                        </p:tgtEl>
                                        <p:attrNameLst>
                                          <p:attrName>style.visibility</p:attrName>
                                        </p:attrNameLst>
                                      </p:cBhvr>
                                      <p:to>
                                        <p:strVal val="hidden"/>
                                      </p:to>
                                    </p:set>
                                  </p:childTnLst>
                                </p:cTn>
                              </p:par>
                            </p:childTnLst>
                          </p:cTn>
                        </p:par>
                      </p:childTnLst>
                    </p:cTn>
                  </p:par>
                  <p:par>
                    <p:cTn id="307" fill="hold">
                      <p:stCondLst>
                        <p:cond delay="indefinite"/>
                      </p:stCondLst>
                      <p:childTnLst>
                        <p:par>
                          <p:cTn id="308" fill="hold">
                            <p:stCondLst>
                              <p:cond delay="0"/>
                            </p:stCondLst>
                            <p:childTnLst>
                              <p:par>
                                <p:cTn id="309" presetID="16" presetClass="entr" presetSubtype="21" fill="hold" grpId="0" nodeType="clickEffect">
                                  <p:stCondLst>
                                    <p:cond delay="0"/>
                                  </p:stCondLst>
                                  <p:childTnLst>
                                    <p:set>
                                      <p:cBhvr>
                                        <p:cTn id="310" dur="1" fill="hold">
                                          <p:stCondLst>
                                            <p:cond delay="0"/>
                                          </p:stCondLst>
                                        </p:cTn>
                                        <p:tgtEl>
                                          <p:spTgt spid="109"/>
                                        </p:tgtEl>
                                        <p:attrNameLst>
                                          <p:attrName>style.visibility</p:attrName>
                                        </p:attrNameLst>
                                      </p:cBhvr>
                                      <p:to>
                                        <p:strVal val="visible"/>
                                      </p:to>
                                    </p:set>
                                    <p:animEffect transition="in" filter="barn(inVertical)">
                                      <p:cBhvr>
                                        <p:cTn id="311" dur="1000"/>
                                        <p:tgtEl>
                                          <p:spTgt spid="109"/>
                                        </p:tgtEl>
                                      </p:cBhvr>
                                    </p:animEffect>
                                  </p:childTnLst>
                                </p:cTn>
                              </p:par>
                            </p:childTnLst>
                          </p:cTn>
                        </p:par>
                        <p:par>
                          <p:cTn id="312" fill="hold">
                            <p:stCondLst>
                              <p:cond delay="1000"/>
                            </p:stCondLst>
                            <p:childTnLst>
                              <p:par>
                                <p:cTn id="313" presetID="35" presetClass="path" presetSubtype="0" accel="50000" decel="50000" fill="hold" grpId="4" nodeType="afterEffect">
                                  <p:stCondLst>
                                    <p:cond delay="0"/>
                                  </p:stCondLst>
                                  <p:childTnLst>
                                    <p:animMotion origin="layout" path="M -1.45833E-6 7.40741E-7 L -0.11562 0.04699 " pathEditMode="relative" rAng="0" ptsTypes="AA">
                                      <p:cBhvr>
                                        <p:cTn id="314" dur="1000" fill="hold"/>
                                        <p:tgtEl>
                                          <p:spTgt spid="109"/>
                                        </p:tgtEl>
                                        <p:attrNameLst>
                                          <p:attrName>ppt_x</p:attrName>
                                          <p:attrName>ppt_y</p:attrName>
                                        </p:attrNameLst>
                                      </p:cBhvr>
                                      <p:rCtr x="-5755" y="2407"/>
                                    </p:animMotion>
                                  </p:childTnLst>
                                </p:cTn>
                              </p:par>
                            </p:childTnLst>
                          </p:cTn>
                        </p:par>
                        <p:par>
                          <p:cTn id="315" fill="hold">
                            <p:stCondLst>
                              <p:cond delay="2000"/>
                            </p:stCondLst>
                            <p:childTnLst>
                              <p:par>
                                <p:cTn id="316" presetID="35" presetClass="path" presetSubtype="0" accel="50000" decel="50000" fill="hold" grpId="5" nodeType="afterEffect">
                                  <p:stCondLst>
                                    <p:cond delay="0"/>
                                  </p:stCondLst>
                                  <p:childTnLst>
                                    <p:animMotion origin="layout" path="M -0.11562 0.04699 L -0.17435 0.04699 " pathEditMode="relative" rAng="0" ptsTypes="AA">
                                      <p:cBhvr>
                                        <p:cTn id="317" dur="1000" fill="hold"/>
                                        <p:tgtEl>
                                          <p:spTgt spid="109"/>
                                        </p:tgtEl>
                                        <p:attrNameLst>
                                          <p:attrName>ppt_x</p:attrName>
                                          <p:attrName>ppt_y</p:attrName>
                                        </p:attrNameLst>
                                      </p:cBhvr>
                                      <p:rCtr x="-2943" y="0"/>
                                    </p:animMotion>
                                  </p:childTnLst>
                                </p:cTn>
                              </p:par>
                            </p:childTnLst>
                          </p:cTn>
                        </p:par>
                      </p:childTnLst>
                    </p:cTn>
                  </p:par>
                  <p:par>
                    <p:cTn id="318" fill="hold">
                      <p:stCondLst>
                        <p:cond delay="indefinite"/>
                      </p:stCondLst>
                      <p:childTnLst>
                        <p:par>
                          <p:cTn id="319" fill="hold">
                            <p:stCondLst>
                              <p:cond delay="0"/>
                            </p:stCondLst>
                            <p:childTnLst>
                              <p:par>
                                <p:cTn id="320" presetID="63" presetClass="path" presetSubtype="0" accel="50000" decel="50000" fill="hold" nodeType="clickEffect">
                                  <p:stCondLst>
                                    <p:cond delay="0"/>
                                  </p:stCondLst>
                                  <p:childTnLst>
                                    <p:animMotion origin="layout" path="M -0.00221 0.23426 L 0.04323 0.23426 " pathEditMode="relative" rAng="0" ptsTypes="AA">
                                      <p:cBhvr>
                                        <p:cTn id="321" dur="1000" fill="hold"/>
                                        <p:tgtEl>
                                          <p:spTgt spid="103"/>
                                        </p:tgtEl>
                                        <p:attrNameLst>
                                          <p:attrName>ppt_x</p:attrName>
                                          <p:attrName>ppt_y</p:attrName>
                                        </p:attrNameLst>
                                      </p:cBhvr>
                                      <p:rCtr x="2266" y="0"/>
                                    </p:animMotion>
                                  </p:childTnLst>
                                </p:cTn>
                              </p:par>
                            </p:childTnLst>
                          </p:cTn>
                        </p:par>
                        <p:par>
                          <p:cTn id="322" fill="hold">
                            <p:stCondLst>
                              <p:cond delay="1000"/>
                            </p:stCondLst>
                            <p:childTnLst>
                              <p:par>
                                <p:cTn id="323" presetID="6" presetClass="emph" presetSubtype="0" fill="hold" grpId="2" nodeType="afterEffect">
                                  <p:stCondLst>
                                    <p:cond delay="0"/>
                                  </p:stCondLst>
                                  <p:childTnLst>
                                    <p:animScale>
                                      <p:cBhvr>
                                        <p:cTn id="324" dur="2000" fill="hold"/>
                                        <p:tgtEl>
                                          <p:spTgt spid="97"/>
                                        </p:tgtEl>
                                      </p:cBhvr>
                                      <p:by x="150000" y="150000"/>
                                    </p:animScale>
                                  </p:childTnLst>
                                </p:cTn>
                              </p:par>
                            </p:childTnLst>
                          </p:cTn>
                        </p:par>
                        <p:par>
                          <p:cTn id="325" fill="hold">
                            <p:stCondLst>
                              <p:cond delay="3000"/>
                            </p:stCondLst>
                            <p:childTnLst>
                              <p:par>
                                <p:cTn id="326" presetID="16" presetClass="exit" presetSubtype="21" fill="hold" grpId="3" nodeType="afterEffect">
                                  <p:stCondLst>
                                    <p:cond delay="0"/>
                                  </p:stCondLst>
                                  <p:childTnLst>
                                    <p:animEffect transition="out" filter="barn(inVertical)">
                                      <p:cBhvr>
                                        <p:cTn id="327" dur="500"/>
                                        <p:tgtEl>
                                          <p:spTgt spid="97"/>
                                        </p:tgtEl>
                                      </p:cBhvr>
                                    </p:animEffect>
                                    <p:set>
                                      <p:cBhvr>
                                        <p:cTn id="328" dur="1" fill="hold">
                                          <p:stCondLst>
                                            <p:cond delay="499"/>
                                          </p:stCondLst>
                                        </p:cTn>
                                        <p:tgtEl>
                                          <p:spTgt spid="97"/>
                                        </p:tgtEl>
                                        <p:attrNameLst>
                                          <p:attrName>style.visibility</p:attrName>
                                        </p:attrNameLst>
                                      </p:cBhvr>
                                      <p:to>
                                        <p:strVal val="hidden"/>
                                      </p:to>
                                    </p:set>
                                  </p:childTnLst>
                                </p:cTn>
                              </p:par>
                            </p:childTnLst>
                          </p:cTn>
                        </p:par>
                        <p:par>
                          <p:cTn id="329" fill="hold">
                            <p:stCondLst>
                              <p:cond delay="3500"/>
                            </p:stCondLst>
                            <p:childTnLst>
                              <p:par>
                                <p:cTn id="330" presetID="63" presetClass="path" presetSubtype="0" accel="50000" decel="50000" fill="hold" nodeType="afterEffect">
                                  <p:stCondLst>
                                    <p:cond delay="0"/>
                                  </p:stCondLst>
                                  <p:childTnLst>
                                    <p:animMotion origin="layout" path="M 0.04323 0.23426 L 0.0767 0.23426 " pathEditMode="relative" rAng="0" ptsTypes="AA">
                                      <p:cBhvr>
                                        <p:cTn id="331" dur="1000" fill="hold"/>
                                        <p:tgtEl>
                                          <p:spTgt spid="103"/>
                                        </p:tgtEl>
                                        <p:attrNameLst>
                                          <p:attrName>ppt_x</p:attrName>
                                          <p:attrName>ppt_y</p:attrName>
                                        </p:attrNameLst>
                                      </p:cBhvr>
                                      <p:rCtr x="1667" y="0"/>
                                    </p:animMotion>
                                  </p:childTnLst>
                                </p:cTn>
                              </p:par>
                            </p:childTnLst>
                          </p:cTn>
                        </p:par>
                        <p:par>
                          <p:cTn id="332" fill="hold">
                            <p:stCondLst>
                              <p:cond delay="4500"/>
                            </p:stCondLst>
                            <p:childTnLst>
                              <p:par>
                                <p:cTn id="333" presetID="32" presetClass="emph" presetSubtype="0" fill="hold" grpId="3" nodeType="afterEffect">
                                  <p:stCondLst>
                                    <p:cond delay="0"/>
                                  </p:stCondLst>
                                  <p:childTnLst>
                                    <p:animRot by="120000">
                                      <p:cBhvr>
                                        <p:cTn id="334" dur="100" fill="hold">
                                          <p:stCondLst>
                                            <p:cond delay="0"/>
                                          </p:stCondLst>
                                        </p:cTn>
                                        <p:tgtEl>
                                          <p:spTgt spid="184"/>
                                        </p:tgtEl>
                                        <p:attrNameLst>
                                          <p:attrName>r</p:attrName>
                                        </p:attrNameLst>
                                      </p:cBhvr>
                                    </p:animRot>
                                    <p:animRot by="-240000">
                                      <p:cBhvr>
                                        <p:cTn id="335" dur="200" fill="hold">
                                          <p:stCondLst>
                                            <p:cond delay="200"/>
                                          </p:stCondLst>
                                        </p:cTn>
                                        <p:tgtEl>
                                          <p:spTgt spid="184"/>
                                        </p:tgtEl>
                                        <p:attrNameLst>
                                          <p:attrName>r</p:attrName>
                                        </p:attrNameLst>
                                      </p:cBhvr>
                                    </p:animRot>
                                    <p:animRot by="240000">
                                      <p:cBhvr>
                                        <p:cTn id="336" dur="200" fill="hold">
                                          <p:stCondLst>
                                            <p:cond delay="400"/>
                                          </p:stCondLst>
                                        </p:cTn>
                                        <p:tgtEl>
                                          <p:spTgt spid="184"/>
                                        </p:tgtEl>
                                        <p:attrNameLst>
                                          <p:attrName>r</p:attrName>
                                        </p:attrNameLst>
                                      </p:cBhvr>
                                    </p:animRot>
                                    <p:animRot by="-240000">
                                      <p:cBhvr>
                                        <p:cTn id="337" dur="200" fill="hold">
                                          <p:stCondLst>
                                            <p:cond delay="600"/>
                                          </p:stCondLst>
                                        </p:cTn>
                                        <p:tgtEl>
                                          <p:spTgt spid="184"/>
                                        </p:tgtEl>
                                        <p:attrNameLst>
                                          <p:attrName>r</p:attrName>
                                        </p:attrNameLst>
                                      </p:cBhvr>
                                    </p:animRot>
                                    <p:animRot by="120000">
                                      <p:cBhvr>
                                        <p:cTn id="338" dur="200" fill="hold">
                                          <p:stCondLst>
                                            <p:cond delay="800"/>
                                          </p:stCondLst>
                                        </p:cTn>
                                        <p:tgtEl>
                                          <p:spTgt spid="184"/>
                                        </p:tgtEl>
                                        <p:attrNameLst>
                                          <p:attrName>r</p:attrName>
                                        </p:attrNameLst>
                                      </p:cBhvr>
                                    </p:animRot>
                                  </p:childTnLst>
                                </p:cTn>
                              </p:par>
                            </p:childTnLst>
                          </p:cTn>
                        </p:par>
                      </p:childTnLst>
                    </p:cTn>
                  </p:par>
                  <p:par>
                    <p:cTn id="339" fill="hold">
                      <p:stCondLst>
                        <p:cond delay="indefinite"/>
                      </p:stCondLst>
                      <p:childTnLst>
                        <p:par>
                          <p:cTn id="340" fill="hold">
                            <p:stCondLst>
                              <p:cond delay="0"/>
                            </p:stCondLst>
                            <p:childTnLst>
                              <p:par>
                                <p:cTn id="341" presetID="35" presetClass="path" presetSubtype="0" accel="50000" decel="50000" fill="hold" grpId="6" nodeType="clickEffect">
                                  <p:stCondLst>
                                    <p:cond delay="0"/>
                                  </p:stCondLst>
                                  <p:childTnLst>
                                    <p:animMotion origin="layout" path="M -0.16002 0.04722 L -0.22669 0.04792 " pathEditMode="relative" rAng="0" ptsTypes="AA">
                                      <p:cBhvr>
                                        <p:cTn id="342" dur="1500" fill="hold"/>
                                        <p:tgtEl>
                                          <p:spTgt spid="108"/>
                                        </p:tgtEl>
                                        <p:attrNameLst>
                                          <p:attrName>ppt_x</p:attrName>
                                          <p:attrName>ppt_y</p:attrName>
                                        </p:attrNameLst>
                                      </p:cBhvr>
                                      <p:rCtr x="-3333" y="23"/>
                                    </p:animMotion>
                                  </p:childTnLst>
                                </p:cTn>
                              </p:par>
                              <p:par>
                                <p:cTn id="343" presetID="10" presetClass="exit" presetSubtype="0" fill="hold" grpId="7" nodeType="withEffect">
                                  <p:stCondLst>
                                    <p:cond delay="0"/>
                                  </p:stCondLst>
                                  <p:childTnLst>
                                    <p:animEffect transition="out" filter="fade">
                                      <p:cBhvr>
                                        <p:cTn id="344" dur="1000"/>
                                        <p:tgtEl>
                                          <p:spTgt spid="102"/>
                                        </p:tgtEl>
                                      </p:cBhvr>
                                    </p:animEffect>
                                    <p:set>
                                      <p:cBhvr>
                                        <p:cTn id="345" dur="1" fill="hold">
                                          <p:stCondLst>
                                            <p:cond delay="999"/>
                                          </p:stCondLst>
                                        </p:cTn>
                                        <p:tgtEl>
                                          <p:spTgt spid="102"/>
                                        </p:tgtEl>
                                        <p:attrNameLst>
                                          <p:attrName>style.visibility</p:attrName>
                                        </p:attrNameLst>
                                      </p:cBhvr>
                                      <p:to>
                                        <p:strVal val="hidden"/>
                                      </p:to>
                                    </p:set>
                                  </p:childTnLst>
                                </p:cTn>
                              </p:par>
                            </p:childTnLst>
                          </p:cTn>
                        </p:par>
                        <p:par>
                          <p:cTn id="346" fill="hold">
                            <p:stCondLst>
                              <p:cond delay="1500"/>
                            </p:stCondLst>
                            <p:childTnLst>
                              <p:par>
                                <p:cTn id="347" presetID="45" presetClass="entr" presetSubtype="0" fill="hold" grpId="0" nodeType="afterEffect">
                                  <p:stCondLst>
                                    <p:cond delay="0"/>
                                  </p:stCondLst>
                                  <p:childTnLst>
                                    <p:set>
                                      <p:cBhvr>
                                        <p:cTn id="348" dur="1" fill="hold">
                                          <p:stCondLst>
                                            <p:cond delay="0"/>
                                          </p:stCondLst>
                                        </p:cTn>
                                        <p:tgtEl>
                                          <p:spTgt spid="188"/>
                                        </p:tgtEl>
                                        <p:attrNameLst>
                                          <p:attrName>style.visibility</p:attrName>
                                        </p:attrNameLst>
                                      </p:cBhvr>
                                      <p:to>
                                        <p:strVal val="visible"/>
                                      </p:to>
                                    </p:set>
                                    <p:animEffect transition="in" filter="fade">
                                      <p:cBhvr>
                                        <p:cTn id="349" dur="1000"/>
                                        <p:tgtEl>
                                          <p:spTgt spid="188"/>
                                        </p:tgtEl>
                                      </p:cBhvr>
                                    </p:animEffect>
                                    <p:anim calcmode="lin" valueType="num">
                                      <p:cBhvr>
                                        <p:cTn id="350" dur="1000" fill="hold"/>
                                        <p:tgtEl>
                                          <p:spTgt spid="188"/>
                                        </p:tgtEl>
                                        <p:attrNameLst>
                                          <p:attrName>ppt_w</p:attrName>
                                        </p:attrNameLst>
                                      </p:cBhvr>
                                      <p:tavLst>
                                        <p:tav tm="0" fmla="#ppt_w*sin(2.5*pi*$)">
                                          <p:val>
                                            <p:fltVal val="0"/>
                                          </p:val>
                                        </p:tav>
                                        <p:tav tm="100000">
                                          <p:val>
                                            <p:fltVal val="1"/>
                                          </p:val>
                                        </p:tav>
                                      </p:tavLst>
                                    </p:anim>
                                    <p:anim calcmode="lin" valueType="num">
                                      <p:cBhvr>
                                        <p:cTn id="351" dur="1000" fill="hold"/>
                                        <p:tgtEl>
                                          <p:spTgt spid="188"/>
                                        </p:tgtEl>
                                        <p:attrNameLst>
                                          <p:attrName>ppt_h</p:attrName>
                                        </p:attrNameLst>
                                      </p:cBhvr>
                                      <p:tavLst>
                                        <p:tav tm="0">
                                          <p:val>
                                            <p:strVal val="#ppt_h"/>
                                          </p:val>
                                        </p:tav>
                                        <p:tav tm="100000">
                                          <p:val>
                                            <p:strVal val="#ppt_h"/>
                                          </p:val>
                                        </p:tav>
                                      </p:tavLst>
                                    </p:anim>
                                  </p:childTnLst>
                                </p:cTn>
                              </p:par>
                            </p:childTnLst>
                          </p:cTn>
                        </p:par>
                        <p:par>
                          <p:cTn id="352" fill="hold">
                            <p:stCondLst>
                              <p:cond delay="2500"/>
                            </p:stCondLst>
                            <p:childTnLst>
                              <p:par>
                                <p:cTn id="353" presetID="35" presetClass="path" presetSubtype="0" accel="50000" decel="50000" fill="hold" grpId="1" nodeType="afterEffect">
                                  <p:stCondLst>
                                    <p:cond delay="0"/>
                                  </p:stCondLst>
                                  <p:childTnLst>
                                    <p:animMotion origin="layout" path="M -8.33333E-7 1.11022E-16 L -0.12044 0.17037 " pathEditMode="relative" rAng="0" ptsTypes="AA">
                                      <p:cBhvr>
                                        <p:cTn id="354" dur="1500" fill="hold"/>
                                        <p:tgtEl>
                                          <p:spTgt spid="188"/>
                                        </p:tgtEl>
                                        <p:attrNameLst>
                                          <p:attrName>ppt_x</p:attrName>
                                          <p:attrName>ppt_y</p:attrName>
                                        </p:attrNameLst>
                                      </p:cBhvr>
                                      <p:rCtr x="-6029" y="8519"/>
                                    </p:animMotion>
                                  </p:childTnLst>
                                </p:cTn>
                              </p:par>
                            </p:childTnLst>
                          </p:cTn>
                        </p:par>
                      </p:childTnLst>
                    </p:cTn>
                  </p:par>
                  <p:par>
                    <p:cTn id="355" fill="hold">
                      <p:stCondLst>
                        <p:cond delay="indefinite"/>
                      </p:stCondLst>
                      <p:childTnLst>
                        <p:par>
                          <p:cTn id="356" fill="hold">
                            <p:stCondLst>
                              <p:cond delay="0"/>
                            </p:stCondLst>
                            <p:childTnLst>
                              <p:par>
                                <p:cTn id="357" presetID="63" presetClass="path" presetSubtype="0" accel="50000" decel="50000" fill="hold" nodeType="clickEffect">
                                  <p:stCondLst>
                                    <p:cond delay="0"/>
                                  </p:stCondLst>
                                  <p:childTnLst>
                                    <p:animMotion origin="layout" path="M -0.03281 0.09468 L -0.00078 0.09468 " pathEditMode="relative" rAng="0" ptsTypes="AA">
                                      <p:cBhvr>
                                        <p:cTn id="358" dur="500" fill="hold"/>
                                        <p:tgtEl>
                                          <p:spTgt spid="103"/>
                                        </p:tgtEl>
                                        <p:attrNameLst>
                                          <p:attrName>ppt_x</p:attrName>
                                          <p:attrName>ppt_y</p:attrName>
                                        </p:attrNameLst>
                                      </p:cBhvr>
                                      <p:rCtr x="1602" y="0"/>
                                    </p:animMotion>
                                  </p:childTnLst>
                                </p:cTn>
                              </p:par>
                            </p:childTnLst>
                          </p:cTn>
                        </p:par>
                        <p:par>
                          <p:cTn id="359" fill="hold">
                            <p:stCondLst>
                              <p:cond delay="500"/>
                            </p:stCondLst>
                            <p:childTnLst>
                              <p:par>
                                <p:cTn id="360" presetID="6" presetClass="emph" presetSubtype="0" fill="hold" grpId="2" nodeType="afterEffect">
                                  <p:stCondLst>
                                    <p:cond delay="0"/>
                                  </p:stCondLst>
                                  <p:childTnLst>
                                    <p:animScale>
                                      <p:cBhvr>
                                        <p:cTn id="361" dur="1000" fill="hold"/>
                                        <p:tgtEl>
                                          <p:spTgt spid="93"/>
                                        </p:tgtEl>
                                      </p:cBhvr>
                                      <p:by x="150000" y="150000"/>
                                    </p:animScale>
                                  </p:childTnLst>
                                </p:cTn>
                              </p:par>
                            </p:childTnLst>
                          </p:cTn>
                        </p:par>
                        <p:par>
                          <p:cTn id="362" fill="hold">
                            <p:stCondLst>
                              <p:cond delay="1500"/>
                            </p:stCondLst>
                            <p:childTnLst>
                              <p:par>
                                <p:cTn id="363" presetID="16" presetClass="exit" presetSubtype="21" fill="hold" grpId="3" nodeType="afterEffect">
                                  <p:stCondLst>
                                    <p:cond delay="0"/>
                                  </p:stCondLst>
                                  <p:childTnLst>
                                    <p:animEffect transition="out" filter="barn(inVertical)">
                                      <p:cBhvr>
                                        <p:cTn id="364" dur="500"/>
                                        <p:tgtEl>
                                          <p:spTgt spid="93"/>
                                        </p:tgtEl>
                                      </p:cBhvr>
                                    </p:animEffect>
                                    <p:set>
                                      <p:cBhvr>
                                        <p:cTn id="365" dur="1" fill="hold">
                                          <p:stCondLst>
                                            <p:cond delay="499"/>
                                          </p:stCondLst>
                                        </p:cTn>
                                        <p:tgtEl>
                                          <p:spTgt spid="93"/>
                                        </p:tgtEl>
                                        <p:attrNameLst>
                                          <p:attrName>style.visibility</p:attrName>
                                        </p:attrNameLst>
                                      </p:cBhvr>
                                      <p:to>
                                        <p:strVal val="hidden"/>
                                      </p:to>
                                    </p:set>
                                  </p:childTnLst>
                                </p:cTn>
                              </p:par>
                            </p:childTnLst>
                          </p:cTn>
                        </p:par>
                      </p:childTnLst>
                    </p:cTn>
                  </p:par>
                  <p:par>
                    <p:cTn id="366" fill="hold">
                      <p:stCondLst>
                        <p:cond delay="indefinite"/>
                      </p:stCondLst>
                      <p:childTnLst>
                        <p:par>
                          <p:cTn id="367" fill="hold">
                            <p:stCondLst>
                              <p:cond delay="0"/>
                            </p:stCondLst>
                            <p:childTnLst>
                              <p:par>
                                <p:cTn id="368" presetID="1" presetClass="entr" presetSubtype="0" fill="hold" grpId="0" nodeType="clickEffect">
                                  <p:stCondLst>
                                    <p:cond delay="0"/>
                                  </p:stCondLst>
                                  <p:childTnLst>
                                    <p:set>
                                      <p:cBhvr>
                                        <p:cTn id="369" dur="1" fill="hold">
                                          <p:stCondLst>
                                            <p:cond delay="0"/>
                                          </p:stCondLst>
                                        </p:cTn>
                                        <p:tgtEl>
                                          <p:spTgt spid="112"/>
                                        </p:tgtEl>
                                        <p:attrNameLst>
                                          <p:attrName>style.visibility</p:attrName>
                                        </p:attrNameLst>
                                      </p:cBhvr>
                                      <p:to>
                                        <p:strVal val="visible"/>
                                      </p:to>
                                    </p:set>
                                  </p:childTnLst>
                                </p:cTn>
                              </p:par>
                            </p:childTnLst>
                          </p:cTn>
                        </p:par>
                        <p:par>
                          <p:cTn id="370" fill="hold">
                            <p:stCondLst>
                              <p:cond delay="0"/>
                            </p:stCondLst>
                            <p:childTnLst>
                              <p:par>
                                <p:cTn id="371" presetID="35" presetClass="path" presetSubtype="0" accel="50000" decel="50000" fill="hold" grpId="4" nodeType="afterEffect">
                                  <p:stCondLst>
                                    <p:cond delay="0"/>
                                  </p:stCondLst>
                                  <p:childTnLst>
                                    <p:animMotion origin="layout" path="M 3.54167E-6 2.22222E-6 L -0.05625 0.04722 " pathEditMode="relative" rAng="0" ptsTypes="AA">
                                      <p:cBhvr>
                                        <p:cTn id="372" dur="1000" fill="hold"/>
                                        <p:tgtEl>
                                          <p:spTgt spid="112"/>
                                        </p:tgtEl>
                                        <p:attrNameLst>
                                          <p:attrName>ppt_x</p:attrName>
                                          <p:attrName>ppt_y</p:attrName>
                                        </p:attrNameLst>
                                      </p:cBhvr>
                                      <p:rCtr x="-2760" y="2269"/>
                                    </p:animMotion>
                                  </p:childTnLst>
                                </p:cTn>
                              </p:par>
                            </p:childTnLst>
                          </p:cTn>
                        </p:par>
                        <p:par>
                          <p:cTn id="373" fill="hold">
                            <p:stCondLst>
                              <p:cond delay="1000"/>
                            </p:stCondLst>
                            <p:childTnLst>
                              <p:par>
                                <p:cTn id="374" presetID="35" presetClass="path" presetSubtype="0" accel="50000" decel="50000" fill="hold" grpId="5" nodeType="afterEffect">
                                  <p:stCondLst>
                                    <p:cond delay="0"/>
                                  </p:stCondLst>
                                  <p:childTnLst>
                                    <p:animMotion origin="layout" path="M -0.05625 0.04722 L -0.09857 0.04722 " pathEditMode="relative" rAng="0" ptsTypes="AA">
                                      <p:cBhvr>
                                        <p:cTn id="375" dur="1000" fill="hold"/>
                                        <p:tgtEl>
                                          <p:spTgt spid="112"/>
                                        </p:tgtEl>
                                        <p:attrNameLst>
                                          <p:attrName>ppt_x</p:attrName>
                                          <p:attrName>ppt_y</p:attrName>
                                        </p:attrNameLst>
                                      </p:cBhvr>
                                      <p:rCtr x="-2122" y="0"/>
                                    </p:animMotion>
                                  </p:childTnLst>
                                </p:cTn>
                              </p:par>
                            </p:childTnLst>
                          </p:cTn>
                        </p:par>
                      </p:childTnLst>
                    </p:cTn>
                  </p:par>
                  <p:par>
                    <p:cTn id="376" fill="hold">
                      <p:stCondLst>
                        <p:cond delay="indefinite"/>
                      </p:stCondLst>
                      <p:childTnLst>
                        <p:par>
                          <p:cTn id="377" fill="hold">
                            <p:stCondLst>
                              <p:cond delay="0"/>
                            </p:stCondLst>
                            <p:childTnLst>
                              <p:par>
                                <p:cTn id="378" presetID="63" presetClass="path" presetSubtype="0" accel="50000" decel="50000" fill="hold" nodeType="clickEffect">
                                  <p:stCondLst>
                                    <p:cond delay="0"/>
                                  </p:stCondLst>
                                  <p:childTnLst>
                                    <p:animMotion origin="layout" path="M -0.00078 0.09468 L 0.0431 0.09537 " pathEditMode="relative" rAng="0" ptsTypes="AA">
                                      <p:cBhvr>
                                        <p:cTn id="379" dur="1000" fill="hold"/>
                                        <p:tgtEl>
                                          <p:spTgt spid="103"/>
                                        </p:tgtEl>
                                        <p:attrNameLst>
                                          <p:attrName>ppt_x</p:attrName>
                                          <p:attrName>ppt_y</p:attrName>
                                        </p:attrNameLst>
                                      </p:cBhvr>
                                      <p:rCtr x="2187" y="23"/>
                                    </p:animMotion>
                                  </p:childTnLst>
                                </p:cTn>
                              </p:par>
                            </p:childTnLst>
                          </p:cTn>
                        </p:par>
                        <p:par>
                          <p:cTn id="380" fill="hold">
                            <p:stCondLst>
                              <p:cond delay="1000"/>
                            </p:stCondLst>
                            <p:childTnLst>
                              <p:par>
                                <p:cTn id="381" presetID="6" presetClass="emph" presetSubtype="0" fill="hold" grpId="2" nodeType="afterEffect">
                                  <p:stCondLst>
                                    <p:cond delay="0"/>
                                  </p:stCondLst>
                                  <p:childTnLst>
                                    <p:animScale>
                                      <p:cBhvr>
                                        <p:cTn id="382" dur="1000" fill="hold"/>
                                        <p:tgtEl>
                                          <p:spTgt spid="94"/>
                                        </p:tgtEl>
                                      </p:cBhvr>
                                      <p:by x="150000" y="150000"/>
                                    </p:animScale>
                                  </p:childTnLst>
                                </p:cTn>
                              </p:par>
                            </p:childTnLst>
                          </p:cTn>
                        </p:par>
                        <p:par>
                          <p:cTn id="383" fill="hold">
                            <p:stCondLst>
                              <p:cond delay="2000"/>
                            </p:stCondLst>
                            <p:childTnLst>
                              <p:par>
                                <p:cTn id="384" presetID="16" presetClass="exit" presetSubtype="21" fill="hold" grpId="3" nodeType="afterEffect">
                                  <p:stCondLst>
                                    <p:cond delay="0"/>
                                  </p:stCondLst>
                                  <p:childTnLst>
                                    <p:animEffect transition="out" filter="barn(inVertical)">
                                      <p:cBhvr>
                                        <p:cTn id="385" dur="500"/>
                                        <p:tgtEl>
                                          <p:spTgt spid="94"/>
                                        </p:tgtEl>
                                      </p:cBhvr>
                                    </p:animEffect>
                                    <p:set>
                                      <p:cBhvr>
                                        <p:cTn id="386" dur="1" fill="hold">
                                          <p:stCondLst>
                                            <p:cond delay="499"/>
                                          </p:stCondLst>
                                        </p:cTn>
                                        <p:tgtEl>
                                          <p:spTgt spid="94"/>
                                        </p:tgtEl>
                                        <p:attrNameLst>
                                          <p:attrName>style.visibility</p:attrName>
                                        </p:attrNameLst>
                                      </p:cBhvr>
                                      <p:to>
                                        <p:strVal val="hidden"/>
                                      </p:to>
                                    </p:set>
                                  </p:childTnLst>
                                </p:cTn>
                              </p:par>
                            </p:childTnLst>
                          </p:cTn>
                        </p:par>
                        <p:par>
                          <p:cTn id="387" fill="hold">
                            <p:stCondLst>
                              <p:cond delay="2500"/>
                            </p:stCondLst>
                            <p:childTnLst>
                              <p:par>
                                <p:cTn id="388" presetID="63" presetClass="path" presetSubtype="0" accel="50000" decel="50000" fill="hold" nodeType="afterEffect">
                                  <p:stCondLst>
                                    <p:cond delay="0"/>
                                  </p:stCondLst>
                                  <p:childTnLst>
                                    <p:animMotion origin="layout" path="M 0.0431 0.09537 L 0.0754 0.09537 " pathEditMode="relative" rAng="0" ptsTypes="AA">
                                      <p:cBhvr>
                                        <p:cTn id="389" dur="500" fill="hold"/>
                                        <p:tgtEl>
                                          <p:spTgt spid="103"/>
                                        </p:tgtEl>
                                        <p:attrNameLst>
                                          <p:attrName>ppt_x</p:attrName>
                                          <p:attrName>ppt_y</p:attrName>
                                        </p:attrNameLst>
                                      </p:cBhvr>
                                      <p:rCtr x="1615" y="0"/>
                                    </p:animMotion>
                                  </p:childTnLst>
                                </p:cTn>
                              </p:par>
                            </p:childTnLst>
                          </p:cTn>
                        </p:par>
                        <p:par>
                          <p:cTn id="390" fill="hold">
                            <p:stCondLst>
                              <p:cond delay="3000"/>
                            </p:stCondLst>
                            <p:childTnLst>
                              <p:par>
                                <p:cTn id="391" presetID="32" presetClass="emph" presetSubtype="0" fill="hold" grpId="4" nodeType="afterEffect">
                                  <p:stCondLst>
                                    <p:cond delay="0"/>
                                  </p:stCondLst>
                                  <p:childTnLst>
                                    <p:animRot by="120000">
                                      <p:cBhvr>
                                        <p:cTn id="392" dur="100" fill="hold">
                                          <p:stCondLst>
                                            <p:cond delay="0"/>
                                          </p:stCondLst>
                                        </p:cTn>
                                        <p:tgtEl>
                                          <p:spTgt spid="184"/>
                                        </p:tgtEl>
                                        <p:attrNameLst>
                                          <p:attrName>r</p:attrName>
                                        </p:attrNameLst>
                                      </p:cBhvr>
                                    </p:animRot>
                                    <p:animRot by="-240000">
                                      <p:cBhvr>
                                        <p:cTn id="393" dur="200" fill="hold">
                                          <p:stCondLst>
                                            <p:cond delay="200"/>
                                          </p:stCondLst>
                                        </p:cTn>
                                        <p:tgtEl>
                                          <p:spTgt spid="184"/>
                                        </p:tgtEl>
                                        <p:attrNameLst>
                                          <p:attrName>r</p:attrName>
                                        </p:attrNameLst>
                                      </p:cBhvr>
                                    </p:animRot>
                                    <p:animRot by="240000">
                                      <p:cBhvr>
                                        <p:cTn id="394" dur="200" fill="hold">
                                          <p:stCondLst>
                                            <p:cond delay="400"/>
                                          </p:stCondLst>
                                        </p:cTn>
                                        <p:tgtEl>
                                          <p:spTgt spid="184"/>
                                        </p:tgtEl>
                                        <p:attrNameLst>
                                          <p:attrName>r</p:attrName>
                                        </p:attrNameLst>
                                      </p:cBhvr>
                                    </p:animRot>
                                    <p:animRot by="-240000">
                                      <p:cBhvr>
                                        <p:cTn id="395" dur="200" fill="hold">
                                          <p:stCondLst>
                                            <p:cond delay="600"/>
                                          </p:stCondLst>
                                        </p:cTn>
                                        <p:tgtEl>
                                          <p:spTgt spid="184"/>
                                        </p:tgtEl>
                                        <p:attrNameLst>
                                          <p:attrName>r</p:attrName>
                                        </p:attrNameLst>
                                      </p:cBhvr>
                                    </p:animRot>
                                    <p:animRot by="120000">
                                      <p:cBhvr>
                                        <p:cTn id="396" dur="200" fill="hold">
                                          <p:stCondLst>
                                            <p:cond delay="800"/>
                                          </p:stCondLst>
                                        </p:cTn>
                                        <p:tgtEl>
                                          <p:spTgt spid="184"/>
                                        </p:tgtEl>
                                        <p:attrNameLst>
                                          <p:attrName>r</p:attrName>
                                        </p:attrNameLst>
                                      </p:cBhvr>
                                    </p:animRot>
                                  </p:childTnLst>
                                </p:cTn>
                              </p:par>
                            </p:childTnLst>
                          </p:cTn>
                        </p:par>
                      </p:childTnLst>
                    </p:cTn>
                  </p:par>
                  <p:par>
                    <p:cTn id="397" fill="hold">
                      <p:stCondLst>
                        <p:cond delay="indefinite"/>
                      </p:stCondLst>
                      <p:childTnLst>
                        <p:par>
                          <p:cTn id="398" fill="hold">
                            <p:stCondLst>
                              <p:cond delay="0"/>
                            </p:stCondLst>
                            <p:childTnLst>
                              <p:par>
                                <p:cTn id="399" presetID="35" presetClass="path" presetSubtype="0" accel="50000" decel="50000" fill="hold" grpId="6" nodeType="clickEffect">
                                  <p:stCondLst>
                                    <p:cond delay="0"/>
                                  </p:stCondLst>
                                  <p:childTnLst>
                                    <p:animMotion origin="layout" path="M -0.17435 0.04699 L -0.25573 0.0493 " pathEditMode="relative" rAng="0" ptsTypes="AA">
                                      <p:cBhvr>
                                        <p:cTn id="400" dur="1500" fill="hold"/>
                                        <p:tgtEl>
                                          <p:spTgt spid="109"/>
                                        </p:tgtEl>
                                        <p:attrNameLst>
                                          <p:attrName>ppt_x</p:attrName>
                                          <p:attrName>ppt_y</p:attrName>
                                        </p:attrNameLst>
                                      </p:cBhvr>
                                      <p:rCtr x="-4076" y="116"/>
                                    </p:animMotion>
                                  </p:childTnLst>
                                </p:cTn>
                              </p:par>
                              <p:par>
                                <p:cTn id="401" presetID="10" presetClass="exit" presetSubtype="0" fill="hold" grpId="7" nodeType="withEffect">
                                  <p:stCondLst>
                                    <p:cond delay="0"/>
                                  </p:stCondLst>
                                  <p:childTnLst>
                                    <p:animEffect transition="out" filter="fade">
                                      <p:cBhvr>
                                        <p:cTn id="402" dur="1000"/>
                                        <p:tgtEl>
                                          <p:spTgt spid="108"/>
                                        </p:tgtEl>
                                      </p:cBhvr>
                                    </p:animEffect>
                                    <p:set>
                                      <p:cBhvr>
                                        <p:cTn id="403" dur="1" fill="hold">
                                          <p:stCondLst>
                                            <p:cond delay="999"/>
                                          </p:stCondLst>
                                        </p:cTn>
                                        <p:tgtEl>
                                          <p:spTgt spid="108"/>
                                        </p:tgtEl>
                                        <p:attrNameLst>
                                          <p:attrName>style.visibility</p:attrName>
                                        </p:attrNameLst>
                                      </p:cBhvr>
                                      <p:to>
                                        <p:strVal val="hidden"/>
                                      </p:to>
                                    </p:set>
                                  </p:childTnLst>
                                </p:cTn>
                              </p:par>
                            </p:childTnLst>
                          </p:cTn>
                        </p:par>
                        <p:par>
                          <p:cTn id="404" fill="hold">
                            <p:stCondLst>
                              <p:cond delay="1500"/>
                            </p:stCondLst>
                            <p:childTnLst>
                              <p:par>
                                <p:cTn id="405" presetID="45" presetClass="entr" presetSubtype="0" fill="hold" grpId="0" nodeType="afterEffect">
                                  <p:stCondLst>
                                    <p:cond delay="0"/>
                                  </p:stCondLst>
                                  <p:childTnLst>
                                    <p:set>
                                      <p:cBhvr>
                                        <p:cTn id="406" dur="1" fill="hold">
                                          <p:stCondLst>
                                            <p:cond delay="0"/>
                                          </p:stCondLst>
                                        </p:cTn>
                                        <p:tgtEl>
                                          <p:spTgt spid="191"/>
                                        </p:tgtEl>
                                        <p:attrNameLst>
                                          <p:attrName>style.visibility</p:attrName>
                                        </p:attrNameLst>
                                      </p:cBhvr>
                                      <p:to>
                                        <p:strVal val="visible"/>
                                      </p:to>
                                    </p:set>
                                    <p:animEffect transition="in" filter="fade">
                                      <p:cBhvr>
                                        <p:cTn id="407" dur="1000"/>
                                        <p:tgtEl>
                                          <p:spTgt spid="191"/>
                                        </p:tgtEl>
                                      </p:cBhvr>
                                    </p:animEffect>
                                    <p:anim calcmode="lin" valueType="num">
                                      <p:cBhvr>
                                        <p:cTn id="408" dur="1000" fill="hold"/>
                                        <p:tgtEl>
                                          <p:spTgt spid="191"/>
                                        </p:tgtEl>
                                        <p:attrNameLst>
                                          <p:attrName>ppt_w</p:attrName>
                                        </p:attrNameLst>
                                      </p:cBhvr>
                                      <p:tavLst>
                                        <p:tav tm="0" fmla="#ppt_w*sin(2.5*pi*$)">
                                          <p:val>
                                            <p:fltVal val="0"/>
                                          </p:val>
                                        </p:tav>
                                        <p:tav tm="100000">
                                          <p:val>
                                            <p:fltVal val="1"/>
                                          </p:val>
                                        </p:tav>
                                      </p:tavLst>
                                    </p:anim>
                                    <p:anim calcmode="lin" valueType="num">
                                      <p:cBhvr>
                                        <p:cTn id="409" dur="1000" fill="hold"/>
                                        <p:tgtEl>
                                          <p:spTgt spid="191"/>
                                        </p:tgtEl>
                                        <p:attrNameLst>
                                          <p:attrName>ppt_h</p:attrName>
                                        </p:attrNameLst>
                                      </p:cBhvr>
                                      <p:tavLst>
                                        <p:tav tm="0">
                                          <p:val>
                                            <p:strVal val="#ppt_h"/>
                                          </p:val>
                                        </p:tav>
                                        <p:tav tm="100000">
                                          <p:val>
                                            <p:strVal val="#ppt_h"/>
                                          </p:val>
                                        </p:tav>
                                      </p:tavLst>
                                    </p:anim>
                                  </p:childTnLst>
                                </p:cTn>
                              </p:par>
                            </p:childTnLst>
                          </p:cTn>
                        </p:par>
                        <p:par>
                          <p:cTn id="410" fill="hold">
                            <p:stCondLst>
                              <p:cond delay="2500"/>
                            </p:stCondLst>
                            <p:childTnLst>
                              <p:par>
                                <p:cTn id="411" presetID="35" presetClass="path" presetSubtype="0" accel="50000" decel="50000" fill="hold" grpId="1" nodeType="afterEffect">
                                  <p:stCondLst>
                                    <p:cond delay="0"/>
                                  </p:stCondLst>
                                  <p:childTnLst>
                                    <p:animMotion origin="layout" path="M -1.25E-6 -2.22222E-6 L -0.09974 0.12454 " pathEditMode="relative" rAng="0" ptsTypes="AA">
                                      <p:cBhvr>
                                        <p:cTn id="412" dur="1500" fill="hold"/>
                                        <p:tgtEl>
                                          <p:spTgt spid="191"/>
                                        </p:tgtEl>
                                        <p:attrNameLst>
                                          <p:attrName>ppt_x</p:attrName>
                                          <p:attrName>ppt_y</p:attrName>
                                        </p:attrNameLst>
                                      </p:cBhvr>
                                      <p:rCtr x="-4987" y="6227"/>
                                    </p:animMotion>
                                  </p:childTnLst>
                                </p:cTn>
                              </p:par>
                            </p:childTnLst>
                          </p:cTn>
                        </p:par>
                      </p:childTnLst>
                    </p:cTn>
                  </p:par>
                  <p:par>
                    <p:cTn id="413" fill="hold">
                      <p:stCondLst>
                        <p:cond delay="indefinite"/>
                      </p:stCondLst>
                      <p:childTnLst>
                        <p:par>
                          <p:cTn id="414" fill="hold">
                            <p:stCondLst>
                              <p:cond delay="0"/>
                            </p:stCondLst>
                            <p:childTnLst>
                              <p:par>
                                <p:cTn id="415" presetID="63" presetClass="path" presetSubtype="0" accel="50000" decel="50000" fill="hold" nodeType="clickEffect">
                                  <p:stCondLst>
                                    <p:cond delay="0"/>
                                  </p:stCondLst>
                                  <p:childTnLst>
                                    <p:animMotion origin="layout" path="M -0.03151 0.14167 L -0.00065 0.14213 " pathEditMode="relative" rAng="0" ptsTypes="AA">
                                      <p:cBhvr>
                                        <p:cTn id="416" dur="500" fill="hold"/>
                                        <p:tgtEl>
                                          <p:spTgt spid="103"/>
                                        </p:tgtEl>
                                        <p:attrNameLst>
                                          <p:attrName>ppt_x</p:attrName>
                                          <p:attrName>ppt_y</p:attrName>
                                        </p:attrNameLst>
                                      </p:cBhvr>
                                      <p:rCtr x="1536" y="23"/>
                                    </p:animMotion>
                                  </p:childTnLst>
                                </p:cTn>
                              </p:par>
                            </p:childTnLst>
                          </p:cTn>
                        </p:par>
                        <p:par>
                          <p:cTn id="417" fill="hold">
                            <p:stCondLst>
                              <p:cond delay="500"/>
                            </p:stCondLst>
                            <p:childTnLst>
                              <p:par>
                                <p:cTn id="418" presetID="6" presetClass="emph" presetSubtype="0" fill="hold" grpId="2" nodeType="afterEffect">
                                  <p:stCondLst>
                                    <p:cond delay="0"/>
                                  </p:stCondLst>
                                  <p:childTnLst>
                                    <p:animScale>
                                      <p:cBhvr>
                                        <p:cTn id="419" dur="1000" fill="hold"/>
                                        <p:tgtEl>
                                          <p:spTgt spid="95"/>
                                        </p:tgtEl>
                                      </p:cBhvr>
                                      <p:by x="150000" y="150000"/>
                                    </p:animScale>
                                  </p:childTnLst>
                                </p:cTn>
                              </p:par>
                            </p:childTnLst>
                          </p:cTn>
                        </p:par>
                        <p:par>
                          <p:cTn id="420" fill="hold">
                            <p:stCondLst>
                              <p:cond delay="1500"/>
                            </p:stCondLst>
                            <p:childTnLst>
                              <p:par>
                                <p:cTn id="421" presetID="16" presetClass="exit" presetSubtype="21" fill="hold" grpId="3" nodeType="afterEffect">
                                  <p:stCondLst>
                                    <p:cond delay="0"/>
                                  </p:stCondLst>
                                  <p:childTnLst>
                                    <p:animEffect transition="out" filter="barn(inVertical)">
                                      <p:cBhvr>
                                        <p:cTn id="422" dur="500"/>
                                        <p:tgtEl>
                                          <p:spTgt spid="95"/>
                                        </p:tgtEl>
                                      </p:cBhvr>
                                    </p:animEffect>
                                    <p:set>
                                      <p:cBhvr>
                                        <p:cTn id="423" dur="1" fill="hold">
                                          <p:stCondLst>
                                            <p:cond delay="499"/>
                                          </p:stCondLst>
                                        </p:cTn>
                                        <p:tgtEl>
                                          <p:spTgt spid="95"/>
                                        </p:tgtEl>
                                        <p:attrNameLst>
                                          <p:attrName>style.visibility</p:attrName>
                                        </p:attrNameLst>
                                      </p:cBhvr>
                                      <p:to>
                                        <p:strVal val="hidden"/>
                                      </p:to>
                                    </p:set>
                                  </p:childTnLst>
                                </p:cTn>
                              </p:par>
                            </p:childTnLst>
                          </p:cTn>
                        </p:par>
                        <p:par>
                          <p:cTn id="424" fill="hold">
                            <p:stCondLst>
                              <p:cond delay="2000"/>
                            </p:stCondLst>
                            <p:childTnLst>
                              <p:par>
                                <p:cTn id="425" presetID="1" presetClass="entr" presetSubtype="0" fill="hold" grpId="0" nodeType="afterEffect">
                                  <p:stCondLst>
                                    <p:cond delay="0"/>
                                  </p:stCondLst>
                                  <p:childTnLst>
                                    <p:set>
                                      <p:cBhvr>
                                        <p:cTn id="426" dur="1" fill="hold">
                                          <p:stCondLst>
                                            <p:cond delay="0"/>
                                          </p:stCondLst>
                                        </p:cTn>
                                        <p:tgtEl>
                                          <p:spTgt spid="114"/>
                                        </p:tgtEl>
                                        <p:attrNameLst>
                                          <p:attrName>style.visibility</p:attrName>
                                        </p:attrNameLst>
                                      </p:cBhvr>
                                      <p:to>
                                        <p:strVal val="visible"/>
                                      </p:to>
                                    </p:set>
                                  </p:childTnLst>
                                </p:cTn>
                              </p:par>
                            </p:childTnLst>
                          </p:cTn>
                        </p:par>
                        <p:par>
                          <p:cTn id="427" fill="hold">
                            <p:stCondLst>
                              <p:cond delay="2000"/>
                            </p:stCondLst>
                            <p:childTnLst>
                              <p:par>
                                <p:cTn id="428" presetID="35" presetClass="path" presetSubtype="0" accel="50000" decel="50000" fill="hold" grpId="4" nodeType="afterEffect">
                                  <p:stCondLst>
                                    <p:cond delay="0"/>
                                  </p:stCondLst>
                                  <p:childTnLst>
                                    <p:animMotion origin="layout" path="M 1.04167E-6 2.22222E-6 L -0.14531 0.04722 " pathEditMode="relative" rAng="0" ptsTypes="AA">
                                      <p:cBhvr>
                                        <p:cTn id="429" dur="1000" fill="hold"/>
                                        <p:tgtEl>
                                          <p:spTgt spid="114"/>
                                        </p:tgtEl>
                                        <p:attrNameLst>
                                          <p:attrName>ppt_x</p:attrName>
                                          <p:attrName>ppt_y</p:attrName>
                                        </p:attrNameLst>
                                      </p:cBhvr>
                                      <p:rCtr x="-7305" y="2361"/>
                                    </p:animMotion>
                                  </p:childTnLst>
                                </p:cTn>
                              </p:par>
                            </p:childTnLst>
                          </p:cTn>
                        </p:par>
                        <p:par>
                          <p:cTn id="430" fill="hold">
                            <p:stCondLst>
                              <p:cond delay="3000"/>
                            </p:stCondLst>
                            <p:childTnLst>
                              <p:par>
                                <p:cTn id="431" presetID="35" presetClass="path" presetSubtype="0" accel="50000" decel="50000" fill="hold" grpId="5" nodeType="afterEffect">
                                  <p:stCondLst>
                                    <p:cond delay="0"/>
                                  </p:stCondLst>
                                  <p:childTnLst>
                                    <p:animMotion origin="layout" path="M -0.14531 0.04722 L -0.16927 0.04722 " pathEditMode="relative" rAng="0" ptsTypes="AA">
                                      <p:cBhvr>
                                        <p:cTn id="432" dur="1000" fill="hold"/>
                                        <p:tgtEl>
                                          <p:spTgt spid="114"/>
                                        </p:tgtEl>
                                        <p:attrNameLst>
                                          <p:attrName>ppt_x</p:attrName>
                                          <p:attrName>ppt_y</p:attrName>
                                        </p:attrNameLst>
                                      </p:cBhvr>
                                      <p:rCtr x="-1198" y="0"/>
                                    </p:animMotion>
                                  </p:childTnLst>
                                </p:cTn>
                              </p:par>
                            </p:childTnLst>
                          </p:cTn>
                        </p:par>
                        <p:par>
                          <p:cTn id="433" fill="hold">
                            <p:stCondLst>
                              <p:cond delay="4000"/>
                            </p:stCondLst>
                            <p:childTnLst>
                              <p:par>
                                <p:cTn id="434" presetID="63" presetClass="path" presetSubtype="0" accel="50000" decel="50000" fill="hold" nodeType="afterEffect">
                                  <p:stCondLst>
                                    <p:cond delay="0"/>
                                  </p:stCondLst>
                                  <p:childTnLst>
                                    <p:animMotion origin="layout" path="M -0.00065 0.14213 L 0.02787 0.14329 " pathEditMode="relative" rAng="0" ptsTypes="AA">
                                      <p:cBhvr>
                                        <p:cTn id="435" dur="1000" fill="hold"/>
                                        <p:tgtEl>
                                          <p:spTgt spid="103"/>
                                        </p:tgtEl>
                                        <p:attrNameLst>
                                          <p:attrName>ppt_x</p:attrName>
                                          <p:attrName>ppt_y</p:attrName>
                                        </p:attrNameLst>
                                      </p:cBhvr>
                                      <p:rCtr x="1419" y="46"/>
                                    </p:animMotion>
                                  </p:childTnLst>
                                </p:cTn>
                              </p:par>
                            </p:childTnLst>
                          </p:cTn>
                        </p:par>
                        <p:par>
                          <p:cTn id="436" fill="hold">
                            <p:stCondLst>
                              <p:cond delay="5000"/>
                            </p:stCondLst>
                            <p:childTnLst>
                              <p:par>
                                <p:cTn id="437" presetID="32" presetClass="emph" presetSubtype="0" fill="hold" grpId="5" nodeType="afterEffect">
                                  <p:stCondLst>
                                    <p:cond delay="0"/>
                                  </p:stCondLst>
                                  <p:childTnLst>
                                    <p:animRot by="120000">
                                      <p:cBhvr>
                                        <p:cTn id="438" dur="100" fill="hold">
                                          <p:stCondLst>
                                            <p:cond delay="0"/>
                                          </p:stCondLst>
                                        </p:cTn>
                                        <p:tgtEl>
                                          <p:spTgt spid="184"/>
                                        </p:tgtEl>
                                        <p:attrNameLst>
                                          <p:attrName>r</p:attrName>
                                        </p:attrNameLst>
                                      </p:cBhvr>
                                    </p:animRot>
                                    <p:animRot by="-240000">
                                      <p:cBhvr>
                                        <p:cTn id="439" dur="200" fill="hold">
                                          <p:stCondLst>
                                            <p:cond delay="200"/>
                                          </p:stCondLst>
                                        </p:cTn>
                                        <p:tgtEl>
                                          <p:spTgt spid="184"/>
                                        </p:tgtEl>
                                        <p:attrNameLst>
                                          <p:attrName>r</p:attrName>
                                        </p:attrNameLst>
                                      </p:cBhvr>
                                    </p:animRot>
                                    <p:animRot by="240000">
                                      <p:cBhvr>
                                        <p:cTn id="440" dur="200" fill="hold">
                                          <p:stCondLst>
                                            <p:cond delay="400"/>
                                          </p:stCondLst>
                                        </p:cTn>
                                        <p:tgtEl>
                                          <p:spTgt spid="184"/>
                                        </p:tgtEl>
                                        <p:attrNameLst>
                                          <p:attrName>r</p:attrName>
                                        </p:attrNameLst>
                                      </p:cBhvr>
                                    </p:animRot>
                                    <p:animRot by="-240000">
                                      <p:cBhvr>
                                        <p:cTn id="441" dur="200" fill="hold">
                                          <p:stCondLst>
                                            <p:cond delay="600"/>
                                          </p:stCondLst>
                                        </p:cTn>
                                        <p:tgtEl>
                                          <p:spTgt spid="184"/>
                                        </p:tgtEl>
                                        <p:attrNameLst>
                                          <p:attrName>r</p:attrName>
                                        </p:attrNameLst>
                                      </p:cBhvr>
                                    </p:animRot>
                                    <p:animRot by="120000">
                                      <p:cBhvr>
                                        <p:cTn id="442" dur="200" fill="hold">
                                          <p:stCondLst>
                                            <p:cond delay="800"/>
                                          </p:stCondLst>
                                        </p:cTn>
                                        <p:tgtEl>
                                          <p:spTgt spid="184"/>
                                        </p:tgtEl>
                                        <p:attrNameLst>
                                          <p:attrName>r</p:attrName>
                                        </p:attrNameLst>
                                      </p:cBhvr>
                                    </p:animRot>
                                  </p:childTnLst>
                                </p:cTn>
                              </p:par>
                            </p:childTnLst>
                          </p:cTn>
                        </p:par>
                      </p:childTnLst>
                    </p:cTn>
                  </p:par>
                  <p:par>
                    <p:cTn id="443" fill="hold">
                      <p:stCondLst>
                        <p:cond delay="indefinite"/>
                      </p:stCondLst>
                      <p:childTnLst>
                        <p:par>
                          <p:cTn id="444" fill="hold">
                            <p:stCondLst>
                              <p:cond delay="0"/>
                            </p:stCondLst>
                            <p:childTnLst>
                              <p:par>
                                <p:cTn id="445" presetID="35" presetClass="path" presetSubtype="0" accel="50000" decel="50000" fill="hold" grpId="6" nodeType="clickEffect">
                                  <p:stCondLst>
                                    <p:cond delay="0"/>
                                  </p:stCondLst>
                                  <p:childTnLst>
                                    <p:animMotion origin="layout" path="M -0.09857 0.04722 L -0.19636 0.04838 " pathEditMode="relative" rAng="0" ptsTypes="AA">
                                      <p:cBhvr>
                                        <p:cTn id="446" dur="1500" fill="hold"/>
                                        <p:tgtEl>
                                          <p:spTgt spid="112"/>
                                        </p:tgtEl>
                                        <p:attrNameLst>
                                          <p:attrName>ppt_x</p:attrName>
                                          <p:attrName>ppt_y</p:attrName>
                                        </p:attrNameLst>
                                      </p:cBhvr>
                                      <p:rCtr x="-4896" y="46"/>
                                    </p:animMotion>
                                  </p:childTnLst>
                                </p:cTn>
                              </p:par>
                              <p:par>
                                <p:cTn id="447" presetID="10" presetClass="exit" presetSubtype="0" fill="hold" grpId="7" nodeType="withEffect">
                                  <p:stCondLst>
                                    <p:cond delay="0"/>
                                  </p:stCondLst>
                                  <p:childTnLst>
                                    <p:animEffect transition="out" filter="fade">
                                      <p:cBhvr>
                                        <p:cTn id="448" dur="1000"/>
                                        <p:tgtEl>
                                          <p:spTgt spid="109"/>
                                        </p:tgtEl>
                                      </p:cBhvr>
                                    </p:animEffect>
                                    <p:set>
                                      <p:cBhvr>
                                        <p:cTn id="449" dur="1" fill="hold">
                                          <p:stCondLst>
                                            <p:cond delay="999"/>
                                          </p:stCondLst>
                                        </p:cTn>
                                        <p:tgtEl>
                                          <p:spTgt spid="109"/>
                                        </p:tgtEl>
                                        <p:attrNameLst>
                                          <p:attrName>style.visibility</p:attrName>
                                        </p:attrNameLst>
                                      </p:cBhvr>
                                      <p:to>
                                        <p:strVal val="hidden"/>
                                      </p:to>
                                    </p:set>
                                  </p:childTnLst>
                                </p:cTn>
                              </p:par>
                            </p:childTnLst>
                          </p:cTn>
                        </p:par>
                        <p:par>
                          <p:cTn id="450" fill="hold">
                            <p:stCondLst>
                              <p:cond delay="1500"/>
                            </p:stCondLst>
                            <p:childTnLst>
                              <p:par>
                                <p:cTn id="451" presetID="45" presetClass="entr" presetSubtype="0" fill="hold" grpId="0" nodeType="afterEffect">
                                  <p:stCondLst>
                                    <p:cond delay="0"/>
                                  </p:stCondLst>
                                  <p:childTnLst>
                                    <p:set>
                                      <p:cBhvr>
                                        <p:cTn id="452" dur="1" fill="hold">
                                          <p:stCondLst>
                                            <p:cond delay="0"/>
                                          </p:stCondLst>
                                        </p:cTn>
                                        <p:tgtEl>
                                          <p:spTgt spid="192"/>
                                        </p:tgtEl>
                                        <p:attrNameLst>
                                          <p:attrName>style.visibility</p:attrName>
                                        </p:attrNameLst>
                                      </p:cBhvr>
                                      <p:to>
                                        <p:strVal val="visible"/>
                                      </p:to>
                                    </p:set>
                                    <p:animEffect transition="in" filter="fade">
                                      <p:cBhvr>
                                        <p:cTn id="453" dur="1000"/>
                                        <p:tgtEl>
                                          <p:spTgt spid="192"/>
                                        </p:tgtEl>
                                      </p:cBhvr>
                                    </p:animEffect>
                                    <p:anim calcmode="lin" valueType="num">
                                      <p:cBhvr>
                                        <p:cTn id="454" dur="1000" fill="hold"/>
                                        <p:tgtEl>
                                          <p:spTgt spid="192"/>
                                        </p:tgtEl>
                                        <p:attrNameLst>
                                          <p:attrName>ppt_w</p:attrName>
                                        </p:attrNameLst>
                                      </p:cBhvr>
                                      <p:tavLst>
                                        <p:tav tm="0" fmla="#ppt_w*sin(2.5*pi*$)">
                                          <p:val>
                                            <p:fltVal val="0"/>
                                          </p:val>
                                        </p:tav>
                                        <p:tav tm="100000">
                                          <p:val>
                                            <p:fltVal val="1"/>
                                          </p:val>
                                        </p:tav>
                                      </p:tavLst>
                                    </p:anim>
                                    <p:anim calcmode="lin" valueType="num">
                                      <p:cBhvr>
                                        <p:cTn id="455" dur="1000" fill="hold"/>
                                        <p:tgtEl>
                                          <p:spTgt spid="192"/>
                                        </p:tgtEl>
                                        <p:attrNameLst>
                                          <p:attrName>ppt_h</p:attrName>
                                        </p:attrNameLst>
                                      </p:cBhvr>
                                      <p:tavLst>
                                        <p:tav tm="0">
                                          <p:val>
                                            <p:strVal val="#ppt_h"/>
                                          </p:val>
                                        </p:tav>
                                        <p:tav tm="100000">
                                          <p:val>
                                            <p:strVal val="#ppt_h"/>
                                          </p:val>
                                        </p:tav>
                                      </p:tavLst>
                                    </p:anim>
                                  </p:childTnLst>
                                </p:cTn>
                              </p:par>
                            </p:childTnLst>
                          </p:cTn>
                        </p:par>
                        <p:par>
                          <p:cTn id="456" fill="hold">
                            <p:stCondLst>
                              <p:cond delay="2500"/>
                            </p:stCondLst>
                            <p:childTnLst>
                              <p:par>
                                <p:cTn id="457" presetID="35" presetClass="path" presetSubtype="0" accel="50000" decel="50000" fill="hold" grpId="1" nodeType="afterEffect">
                                  <p:stCondLst>
                                    <p:cond delay="0"/>
                                  </p:stCondLst>
                                  <p:childTnLst>
                                    <p:animMotion origin="layout" path="M -1.04167E-6 -3.33333E-6 L -0.07838 0.21875 " pathEditMode="relative" rAng="0" ptsTypes="AA">
                                      <p:cBhvr>
                                        <p:cTn id="458" dur="1500" fill="hold"/>
                                        <p:tgtEl>
                                          <p:spTgt spid="192"/>
                                        </p:tgtEl>
                                        <p:attrNameLst>
                                          <p:attrName>ppt_x</p:attrName>
                                          <p:attrName>ppt_y</p:attrName>
                                        </p:attrNameLst>
                                      </p:cBhvr>
                                      <p:rCtr x="-3919" y="10926"/>
                                    </p:animMotion>
                                  </p:childTnLst>
                                </p:cTn>
                              </p:par>
                            </p:childTnLst>
                          </p:cTn>
                        </p:par>
                        <p:par>
                          <p:cTn id="459" fill="hold">
                            <p:stCondLst>
                              <p:cond delay="4000"/>
                            </p:stCondLst>
                            <p:childTnLst>
                              <p:par>
                                <p:cTn id="460" presetID="63" presetClass="path" presetSubtype="0" accel="50000" decel="50000" fill="hold" nodeType="afterEffect">
                                  <p:stCondLst>
                                    <p:cond delay="0"/>
                                  </p:stCondLst>
                                  <p:childTnLst>
                                    <p:animMotion origin="layout" path="M -0.03919 0.05186 L -0.01432 0.05718 " pathEditMode="relative" rAng="0" ptsTypes="AA">
                                      <p:cBhvr>
                                        <p:cTn id="461" dur="500" fill="hold"/>
                                        <p:tgtEl>
                                          <p:spTgt spid="103"/>
                                        </p:tgtEl>
                                        <p:attrNameLst>
                                          <p:attrName>ppt_x</p:attrName>
                                          <p:attrName>ppt_y</p:attrName>
                                        </p:attrNameLst>
                                      </p:cBhvr>
                                      <p:rCtr x="1237" y="255"/>
                                    </p:animMotion>
                                  </p:childTnLst>
                                </p:cTn>
                              </p:par>
                            </p:childTnLst>
                          </p:cTn>
                        </p:par>
                        <p:par>
                          <p:cTn id="462" fill="hold">
                            <p:stCondLst>
                              <p:cond delay="4500"/>
                            </p:stCondLst>
                            <p:childTnLst>
                              <p:par>
                                <p:cTn id="463" presetID="32" presetClass="emph" presetSubtype="0" fill="hold" grpId="6" nodeType="afterEffect">
                                  <p:stCondLst>
                                    <p:cond delay="0"/>
                                  </p:stCondLst>
                                  <p:childTnLst>
                                    <p:animRot by="120000">
                                      <p:cBhvr>
                                        <p:cTn id="464" dur="100" fill="hold">
                                          <p:stCondLst>
                                            <p:cond delay="0"/>
                                          </p:stCondLst>
                                        </p:cTn>
                                        <p:tgtEl>
                                          <p:spTgt spid="184"/>
                                        </p:tgtEl>
                                        <p:attrNameLst>
                                          <p:attrName>r</p:attrName>
                                        </p:attrNameLst>
                                      </p:cBhvr>
                                    </p:animRot>
                                    <p:animRot by="-240000">
                                      <p:cBhvr>
                                        <p:cTn id="465" dur="200" fill="hold">
                                          <p:stCondLst>
                                            <p:cond delay="200"/>
                                          </p:stCondLst>
                                        </p:cTn>
                                        <p:tgtEl>
                                          <p:spTgt spid="184"/>
                                        </p:tgtEl>
                                        <p:attrNameLst>
                                          <p:attrName>r</p:attrName>
                                        </p:attrNameLst>
                                      </p:cBhvr>
                                    </p:animRot>
                                    <p:animRot by="240000">
                                      <p:cBhvr>
                                        <p:cTn id="466" dur="200" fill="hold">
                                          <p:stCondLst>
                                            <p:cond delay="400"/>
                                          </p:stCondLst>
                                        </p:cTn>
                                        <p:tgtEl>
                                          <p:spTgt spid="184"/>
                                        </p:tgtEl>
                                        <p:attrNameLst>
                                          <p:attrName>r</p:attrName>
                                        </p:attrNameLst>
                                      </p:cBhvr>
                                    </p:animRot>
                                    <p:animRot by="-240000">
                                      <p:cBhvr>
                                        <p:cTn id="467" dur="200" fill="hold">
                                          <p:stCondLst>
                                            <p:cond delay="600"/>
                                          </p:stCondLst>
                                        </p:cTn>
                                        <p:tgtEl>
                                          <p:spTgt spid="184"/>
                                        </p:tgtEl>
                                        <p:attrNameLst>
                                          <p:attrName>r</p:attrName>
                                        </p:attrNameLst>
                                      </p:cBhvr>
                                    </p:animRot>
                                    <p:animRot by="120000">
                                      <p:cBhvr>
                                        <p:cTn id="468" dur="200" fill="hold">
                                          <p:stCondLst>
                                            <p:cond delay="800"/>
                                          </p:stCondLst>
                                        </p:cTn>
                                        <p:tgtEl>
                                          <p:spTgt spid="184"/>
                                        </p:tgtEl>
                                        <p:attrNameLst>
                                          <p:attrName>r</p:attrName>
                                        </p:attrNameLst>
                                      </p:cBhvr>
                                    </p:animRot>
                                  </p:childTnLst>
                                </p:cTn>
                              </p:par>
                            </p:childTnLst>
                          </p:cTn>
                        </p:par>
                      </p:childTnLst>
                    </p:cTn>
                  </p:par>
                  <p:par>
                    <p:cTn id="469" fill="hold">
                      <p:stCondLst>
                        <p:cond delay="indefinite"/>
                      </p:stCondLst>
                      <p:childTnLst>
                        <p:par>
                          <p:cTn id="470" fill="hold">
                            <p:stCondLst>
                              <p:cond delay="0"/>
                            </p:stCondLst>
                            <p:childTnLst>
                              <p:par>
                                <p:cTn id="471" presetID="35" presetClass="path" presetSubtype="0" accel="50000" decel="50000" fill="hold" grpId="6" nodeType="clickEffect">
                                  <p:stCondLst>
                                    <p:cond delay="0"/>
                                  </p:stCondLst>
                                  <p:childTnLst>
                                    <p:animMotion origin="layout" path="M -0.16927 0.04722 L -0.28659 0.04838 " pathEditMode="relative" rAng="0" ptsTypes="AA">
                                      <p:cBhvr>
                                        <p:cTn id="472" dur="2000" fill="hold"/>
                                        <p:tgtEl>
                                          <p:spTgt spid="114"/>
                                        </p:tgtEl>
                                        <p:attrNameLst>
                                          <p:attrName>ppt_x</p:attrName>
                                          <p:attrName>ppt_y</p:attrName>
                                        </p:attrNameLst>
                                      </p:cBhvr>
                                      <p:rCtr x="-5872" y="46"/>
                                    </p:animMotion>
                                  </p:childTnLst>
                                </p:cTn>
                              </p:par>
                              <p:par>
                                <p:cTn id="473" presetID="10" presetClass="exit" presetSubtype="0" fill="hold" grpId="7" nodeType="withEffect">
                                  <p:stCondLst>
                                    <p:cond delay="0"/>
                                  </p:stCondLst>
                                  <p:childTnLst>
                                    <p:animEffect transition="out" filter="fade">
                                      <p:cBhvr>
                                        <p:cTn id="474" dur="1000"/>
                                        <p:tgtEl>
                                          <p:spTgt spid="112"/>
                                        </p:tgtEl>
                                      </p:cBhvr>
                                    </p:animEffect>
                                    <p:set>
                                      <p:cBhvr>
                                        <p:cTn id="475" dur="1" fill="hold">
                                          <p:stCondLst>
                                            <p:cond delay="999"/>
                                          </p:stCondLst>
                                        </p:cTn>
                                        <p:tgtEl>
                                          <p:spTgt spid="112"/>
                                        </p:tgtEl>
                                        <p:attrNameLst>
                                          <p:attrName>style.visibility</p:attrName>
                                        </p:attrNameLst>
                                      </p:cBhvr>
                                      <p:to>
                                        <p:strVal val="hidden"/>
                                      </p:to>
                                    </p:set>
                                  </p:childTnLst>
                                </p:cTn>
                              </p:par>
                            </p:childTnLst>
                          </p:cTn>
                        </p:par>
                        <p:par>
                          <p:cTn id="476" fill="hold">
                            <p:stCondLst>
                              <p:cond delay="2000"/>
                            </p:stCondLst>
                            <p:childTnLst>
                              <p:par>
                                <p:cTn id="477" presetID="45" presetClass="entr" presetSubtype="0" fill="hold" grpId="0" nodeType="afterEffect">
                                  <p:stCondLst>
                                    <p:cond delay="0"/>
                                  </p:stCondLst>
                                  <p:childTnLst>
                                    <p:set>
                                      <p:cBhvr>
                                        <p:cTn id="478" dur="1" fill="hold">
                                          <p:stCondLst>
                                            <p:cond delay="0"/>
                                          </p:stCondLst>
                                        </p:cTn>
                                        <p:tgtEl>
                                          <p:spTgt spid="193"/>
                                        </p:tgtEl>
                                        <p:attrNameLst>
                                          <p:attrName>style.visibility</p:attrName>
                                        </p:attrNameLst>
                                      </p:cBhvr>
                                      <p:to>
                                        <p:strVal val="visible"/>
                                      </p:to>
                                    </p:set>
                                    <p:animEffect transition="in" filter="fade">
                                      <p:cBhvr>
                                        <p:cTn id="479" dur="1000"/>
                                        <p:tgtEl>
                                          <p:spTgt spid="193"/>
                                        </p:tgtEl>
                                      </p:cBhvr>
                                    </p:animEffect>
                                    <p:anim calcmode="lin" valueType="num">
                                      <p:cBhvr>
                                        <p:cTn id="480" dur="1000" fill="hold"/>
                                        <p:tgtEl>
                                          <p:spTgt spid="193"/>
                                        </p:tgtEl>
                                        <p:attrNameLst>
                                          <p:attrName>ppt_w</p:attrName>
                                        </p:attrNameLst>
                                      </p:cBhvr>
                                      <p:tavLst>
                                        <p:tav tm="0" fmla="#ppt_w*sin(2.5*pi*$)">
                                          <p:val>
                                            <p:fltVal val="0"/>
                                          </p:val>
                                        </p:tav>
                                        <p:tav tm="100000">
                                          <p:val>
                                            <p:fltVal val="1"/>
                                          </p:val>
                                        </p:tav>
                                      </p:tavLst>
                                    </p:anim>
                                    <p:anim calcmode="lin" valueType="num">
                                      <p:cBhvr>
                                        <p:cTn id="481" dur="1000" fill="hold"/>
                                        <p:tgtEl>
                                          <p:spTgt spid="193"/>
                                        </p:tgtEl>
                                        <p:attrNameLst>
                                          <p:attrName>ppt_h</p:attrName>
                                        </p:attrNameLst>
                                      </p:cBhvr>
                                      <p:tavLst>
                                        <p:tav tm="0">
                                          <p:val>
                                            <p:strVal val="#ppt_h"/>
                                          </p:val>
                                        </p:tav>
                                        <p:tav tm="100000">
                                          <p:val>
                                            <p:strVal val="#ppt_h"/>
                                          </p:val>
                                        </p:tav>
                                      </p:tavLst>
                                    </p:anim>
                                  </p:childTnLst>
                                </p:cTn>
                              </p:par>
                            </p:childTnLst>
                          </p:cTn>
                        </p:par>
                        <p:par>
                          <p:cTn id="482" fill="hold">
                            <p:stCondLst>
                              <p:cond delay="3000"/>
                            </p:stCondLst>
                            <p:childTnLst>
                              <p:par>
                                <p:cTn id="483" presetID="35" presetClass="path" presetSubtype="0" accel="50000" decel="50000" fill="hold" grpId="1" nodeType="afterEffect">
                                  <p:stCondLst>
                                    <p:cond delay="0"/>
                                  </p:stCondLst>
                                  <p:childTnLst>
                                    <p:animMotion origin="layout" path="M -1.25E-6 -3.7037E-7 L -0.05742 0.07546 " pathEditMode="relative" rAng="0" ptsTypes="AA">
                                      <p:cBhvr>
                                        <p:cTn id="484" dur="1500" fill="hold"/>
                                        <p:tgtEl>
                                          <p:spTgt spid="193"/>
                                        </p:tgtEl>
                                        <p:attrNameLst>
                                          <p:attrName>ppt_x</p:attrName>
                                          <p:attrName>ppt_y</p:attrName>
                                        </p:attrNameLst>
                                      </p:cBhvr>
                                      <p:rCtr x="-2878" y="3773"/>
                                    </p:animMotion>
                                  </p:childTnLst>
                                </p:cTn>
                              </p:par>
                            </p:childTnLst>
                          </p:cTn>
                        </p:par>
                        <p:par>
                          <p:cTn id="485" fill="hold">
                            <p:stCondLst>
                              <p:cond delay="4500"/>
                            </p:stCondLst>
                            <p:childTnLst>
                              <p:par>
                                <p:cTn id="486" presetID="21" presetClass="exit" presetSubtype="1" fill="hold" grpId="1" nodeType="afterEffect">
                                  <p:stCondLst>
                                    <p:cond delay="0"/>
                                  </p:stCondLst>
                                  <p:childTnLst>
                                    <p:animEffect transition="out" filter="wheel(1)">
                                      <p:cBhvr>
                                        <p:cTn id="487" dur="1000"/>
                                        <p:tgtEl>
                                          <p:spTgt spid="184"/>
                                        </p:tgtEl>
                                      </p:cBhvr>
                                    </p:animEffect>
                                    <p:set>
                                      <p:cBhvr>
                                        <p:cTn id="488" dur="1" fill="hold">
                                          <p:stCondLst>
                                            <p:cond delay="999"/>
                                          </p:stCondLst>
                                        </p:cTn>
                                        <p:tgtEl>
                                          <p:spTgt spid="18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 grpId="0" animBg="1"/>
      <p:bldP spid="184" grpId="1" animBg="1"/>
      <p:bldP spid="184" grpId="2" animBg="1"/>
      <p:bldP spid="184" grpId="3" animBg="1"/>
      <p:bldP spid="184" grpId="4" animBg="1"/>
      <p:bldP spid="184" grpId="5" animBg="1"/>
      <p:bldP spid="184" grpId="6" animBg="1"/>
      <p:bldP spid="183" grpId="0" animBg="1"/>
      <p:bldP spid="183" grpId="1" animBg="1"/>
      <p:bldP spid="182" grpId="0" animBg="1"/>
      <p:bldP spid="182" grpId="1" animBg="1"/>
      <p:bldP spid="5" grpId="0"/>
      <p:bldP spid="7" grpId="0" build="p"/>
      <p:bldP spid="9" grpId="0"/>
      <p:bldP spid="10" grpId="0" animBg="1"/>
      <p:bldP spid="90" grpId="0" animBg="1"/>
      <p:bldP spid="90" grpId="1" animBg="1"/>
      <p:bldP spid="90" grpId="2" animBg="1"/>
      <p:bldP spid="90" grpId="3" animBg="1"/>
      <p:bldP spid="91" grpId="0" animBg="1"/>
      <p:bldP spid="91" grpId="1" animBg="1"/>
      <p:bldP spid="91" grpId="2" animBg="1"/>
      <p:bldP spid="91" grpId="3" animBg="1"/>
      <p:bldP spid="92" grpId="0" animBg="1"/>
      <p:bldP spid="92" grpId="1" animBg="1"/>
      <p:bldP spid="92" grpId="2" animBg="1"/>
      <p:bldP spid="92" grpId="3" animBg="1"/>
      <p:bldP spid="94" grpId="0" animBg="1"/>
      <p:bldP spid="94" grpId="1" animBg="1"/>
      <p:bldP spid="94" grpId="2" animBg="1"/>
      <p:bldP spid="94" grpId="3" animBg="1"/>
      <p:bldP spid="93" grpId="0" animBg="1"/>
      <p:bldP spid="93" grpId="1" animBg="1"/>
      <p:bldP spid="93" grpId="2" animBg="1"/>
      <p:bldP spid="93" grpId="3" animBg="1"/>
      <p:bldP spid="95" grpId="0" animBg="1"/>
      <p:bldP spid="95" grpId="1" animBg="1"/>
      <p:bldP spid="95" grpId="2" animBg="1"/>
      <p:bldP spid="95" grpId="3" animBg="1"/>
      <p:bldP spid="97" grpId="0" animBg="1"/>
      <p:bldP spid="97" grpId="1" animBg="1"/>
      <p:bldP spid="97" grpId="2" animBg="1"/>
      <p:bldP spid="97" grpId="3" animBg="1"/>
      <p:bldP spid="96" grpId="0" animBg="1"/>
      <p:bldP spid="96" grpId="1" animBg="1"/>
      <p:bldP spid="96" grpId="2" animBg="1"/>
      <p:bldP spid="96" grpId="3" animBg="1"/>
      <p:bldP spid="101" grpId="0"/>
      <p:bldP spid="101" grpId="4"/>
      <p:bldP spid="101" grpId="5"/>
      <p:bldP spid="101" grpId="6"/>
      <p:bldP spid="101" grpId="7"/>
      <p:bldP spid="102" grpId="0"/>
      <p:bldP spid="102" grpId="4"/>
      <p:bldP spid="102" grpId="5"/>
      <p:bldP spid="102" grpId="6"/>
      <p:bldP spid="102" grpId="7"/>
      <p:bldP spid="108" grpId="0"/>
      <p:bldP spid="108" grpId="4"/>
      <p:bldP spid="108" grpId="5"/>
      <p:bldP spid="108" grpId="6"/>
      <p:bldP spid="108" grpId="7"/>
      <p:bldP spid="109" grpId="0"/>
      <p:bldP spid="109" grpId="4"/>
      <p:bldP spid="109" grpId="5"/>
      <p:bldP spid="109" grpId="6"/>
      <p:bldP spid="109" grpId="7"/>
      <p:bldP spid="112" grpId="0"/>
      <p:bldP spid="112" grpId="4"/>
      <p:bldP spid="112" grpId="5"/>
      <p:bldP spid="112" grpId="6"/>
      <p:bldP spid="112" grpId="7"/>
      <p:bldP spid="114" grpId="0"/>
      <p:bldP spid="114" grpId="4"/>
      <p:bldP spid="114" grpId="5"/>
      <p:bldP spid="114" grpId="6"/>
      <p:bldP spid="89" grpId="0"/>
      <p:bldP spid="185" grpId="0"/>
      <p:bldP spid="185" grpId="1"/>
      <p:bldP spid="187" grpId="0"/>
      <p:bldP spid="187" grpId="1"/>
      <p:bldP spid="188" grpId="0"/>
      <p:bldP spid="188" grpId="1"/>
      <p:bldP spid="191" grpId="0"/>
      <p:bldP spid="191" grpId="1"/>
      <p:bldP spid="192" grpId="0"/>
      <p:bldP spid="192" grpId="1"/>
      <p:bldP spid="193" grpId="0"/>
      <p:bldP spid="193"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E4A8E31-EC6A-06AC-8115-437BB9459BD2}"/>
              </a:ext>
            </a:extLst>
          </p:cNvPr>
          <p:cNvSpPr>
            <a:spLocks noGrp="1"/>
          </p:cNvSpPr>
          <p:nvPr>
            <p:ph type="sldNum" sz="quarter" idx="12"/>
          </p:nvPr>
        </p:nvSpPr>
        <p:spPr/>
        <p:txBody>
          <a:bodyPr/>
          <a:lstStyle/>
          <a:p>
            <a:fld id="{D7C0FE0B-717B-41AE-9FA2-CA4BF851D1C3}" type="slidenum">
              <a:rPr lang="zh-CN" altLang="en-US" smtClean="0"/>
              <a:t>34</a:t>
            </a:fld>
            <a:endParaRPr lang="zh-CN" altLang="en-US"/>
          </a:p>
        </p:txBody>
      </p:sp>
      <p:sp>
        <p:nvSpPr>
          <p:cNvPr id="4" name="文本框 3">
            <a:extLst>
              <a:ext uri="{FF2B5EF4-FFF2-40B4-BE49-F238E27FC236}">
                <a16:creationId xmlns:a16="http://schemas.microsoft.com/office/drawing/2014/main" id="{BE819AF9-6012-6A8E-B408-C7EC2FC90F02}"/>
              </a:ext>
            </a:extLst>
          </p:cNvPr>
          <p:cNvSpPr txBox="1"/>
          <p:nvPr/>
        </p:nvSpPr>
        <p:spPr>
          <a:xfrm>
            <a:off x="1302760" y="262143"/>
            <a:ext cx="3118572" cy="461665"/>
          </a:xfrm>
          <a:prstGeom prst="rect">
            <a:avLst/>
          </a:prstGeom>
          <a:noFill/>
        </p:spPr>
        <p:txBody>
          <a:bodyPr wrap="square">
            <a:spAutoFit/>
          </a:bodyPr>
          <a:lstStyle/>
          <a:p>
            <a:r>
              <a:rPr lang="en-US" altLang="zh-CN" sz="2400" b="1" dirty="0">
                <a:solidFill>
                  <a:srgbClr val="C00000"/>
                </a:solidFill>
                <a:effectLst>
                  <a:outerShdw blurRad="38100" dist="38100" dir="2700000" algn="tl">
                    <a:srgbClr val="000000">
                      <a:alpha val="43137"/>
                    </a:srgbClr>
                  </a:outerShdw>
                </a:effectLst>
                <a:latin typeface="黑体" panose="02010609060101010101" pitchFamily="49" charset="-122"/>
                <a:cs typeface="Times New Roman" panose="02020603050405020304" pitchFamily="18" charset="0"/>
              </a:rPr>
              <a:t>7.6.3  </a:t>
            </a:r>
            <a:r>
              <a:rPr lang="zh-CN" altLang="zh-CN" sz="2400" b="1"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关键路径</a:t>
            </a:r>
            <a:endParaRPr lang="zh-CN" altLang="en-US" sz="2400" b="1" dirty="0">
              <a:solidFill>
                <a:srgbClr val="C00000"/>
              </a:solidFill>
              <a:effectLst>
                <a:outerShdw blurRad="38100" dist="38100" dir="2700000" algn="tl">
                  <a:srgbClr val="000000">
                    <a:alpha val="43137"/>
                  </a:srgbClr>
                </a:outerShdw>
              </a:effectLst>
            </a:endParaRPr>
          </a:p>
        </p:txBody>
      </p:sp>
      <p:sp>
        <p:nvSpPr>
          <p:cNvPr id="5" name="Rectangle 2">
            <a:extLst>
              <a:ext uri="{FF2B5EF4-FFF2-40B4-BE49-F238E27FC236}">
                <a16:creationId xmlns:a16="http://schemas.microsoft.com/office/drawing/2014/main" id="{F20B4248-A8A0-F460-01BE-9F9F78856D0E}"/>
              </a:ext>
            </a:extLst>
          </p:cNvPr>
          <p:cNvSpPr>
            <a:spLocks noChangeArrowheads="1"/>
          </p:cNvSpPr>
          <p:nvPr/>
        </p:nvSpPr>
        <p:spPr bwMode="auto">
          <a:xfrm>
            <a:off x="655390" y="926402"/>
            <a:ext cx="5454641" cy="2464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just" defTabSz="914400" rtl="0" eaLnBrk="0" fontAlgn="base" latinLnBrk="0" hangingPunct="0">
              <a:lnSpc>
                <a:spcPct val="120000"/>
              </a:lnSpc>
              <a:spcBef>
                <a:spcPts val="600"/>
              </a:spcBef>
              <a:spcAft>
                <a:spcPct val="0"/>
              </a:spcAft>
              <a:buClrTx/>
              <a:buSzTx/>
              <a:buFontTx/>
              <a:buNone/>
              <a:tabLst/>
            </a:pPr>
            <a:r>
              <a:rPr kumimoji="0" lang="zh-CN"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在一个有向网中，如果</a:t>
            </a:r>
            <a:r>
              <a:rPr kumimoji="0" lang="zh-CN" altLang="zh-CN" b="1" i="0" u="none" strike="noStrike" cap="none" normalizeH="0" baseline="0" dirty="0">
                <a:ln>
                  <a:noFill/>
                </a:ln>
                <a:solidFill>
                  <a:srgbClr val="333DFF"/>
                </a:solidFill>
                <a:effectLst>
                  <a:outerShdw blurRad="38100" dist="38100" dir="2700000" algn="tl">
                    <a:srgbClr val="000000">
                      <a:alpha val="43137"/>
                    </a:srgbClr>
                  </a:outerShdw>
                </a:effectLst>
                <a:ea typeface="宋体" panose="02010600030101010101" pitchFamily="2" charset="-122"/>
                <a:cs typeface="Times New Roman" panose="02020603050405020304" pitchFamily="18" charset="0"/>
              </a:rPr>
              <a:t>顶点表示事件</a:t>
            </a:r>
            <a:r>
              <a:rPr kumimoji="0" lang="zh-CN"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t>
            </a:r>
            <a:r>
              <a:rPr lang="zh-CN" altLang="zh-CN" b="1" dirty="0">
                <a:solidFill>
                  <a:srgbClr val="333DFF"/>
                </a:solidFill>
                <a:effectLst>
                  <a:outerShdw blurRad="38100" dist="38100" dir="2700000" algn="tl">
                    <a:srgbClr val="000000">
                      <a:alpha val="43137"/>
                    </a:srgbClr>
                  </a:outerShdw>
                </a:effectLst>
                <a:ea typeface="宋体" panose="02010600030101010101" pitchFamily="2" charset="-122"/>
                <a:cs typeface="Times New Roman" panose="02020603050405020304" pitchFamily="18" charset="0"/>
              </a:rPr>
              <a:t>弧表示活动</a:t>
            </a:r>
            <a:r>
              <a:rPr kumimoji="0" lang="zh-CN"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，弧上的权值表示活动持续的时间，则称该图为</a:t>
            </a:r>
            <a:r>
              <a:rPr kumimoji="0" lang="zh-CN" altLang="zh-CN" b="0" u="none" strike="noStrike" cap="none" normalizeH="0" baseline="0" dirty="0">
                <a:ln>
                  <a:noFill/>
                </a:ln>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边活动网</a:t>
            </a:r>
            <a:r>
              <a:rPr kumimoji="0" lang="zh-CN"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Activity on Edge Network</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，简称</a:t>
            </a:r>
            <a:r>
              <a:rPr kumimoji="0" lang="en-US" altLang="zh-CN" b="1" i="0" u="none" strike="noStrike" cap="none" normalizeH="0" baseline="0" dirty="0">
                <a:ln>
                  <a:noFill/>
                </a:ln>
                <a:solidFill>
                  <a:srgbClr val="C00000"/>
                </a:solidFill>
                <a:effectLst/>
                <a:ea typeface="宋体" panose="02010600030101010101" pitchFamily="2" charset="-122"/>
                <a:cs typeface="Times New Roman" panose="02020603050405020304" pitchFamily="18" charset="0"/>
              </a:rPr>
              <a:t>AOE</a:t>
            </a:r>
            <a:r>
              <a:rPr kumimoji="0" lang="zh-CN" altLang="en-US" b="1" i="0" u="none" strike="noStrike" cap="none" normalizeH="0" baseline="0" dirty="0">
                <a:ln>
                  <a:noFill/>
                </a:ln>
                <a:solidFill>
                  <a:srgbClr val="C00000"/>
                </a:solidFill>
                <a:effectLst/>
                <a:ea typeface="黑体" panose="02010609060101010101" pitchFamily="49" charset="-122"/>
                <a:cs typeface="Times New Roman" panose="02020603050405020304" pitchFamily="18" charset="0"/>
              </a:rPr>
              <a:t>网</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t>
            </a:r>
            <a:endPar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endParaRPr>
          </a:p>
          <a:p>
            <a:pPr marL="0" marR="0" lvl="0" algn="just" defTabSz="914400" rtl="0" eaLnBrk="0" fontAlgn="base" latinLnBrk="0" hangingPunct="0">
              <a:lnSpc>
                <a:spcPct val="120000"/>
              </a:lnSpc>
              <a:spcBef>
                <a:spcPts val="600"/>
              </a:spcBef>
              <a:spcAft>
                <a:spcPct val="0"/>
              </a:spcAft>
              <a:buClrTx/>
              <a:buSzTx/>
              <a:buFontTx/>
              <a:buNone/>
              <a:tabLst/>
            </a:pP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例如图</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9.32</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中的</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AOE</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网，包含</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11</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项活动：</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a</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0</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 </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a</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2</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 …, </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a</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10</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，以及</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9</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个事件：</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0</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 </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1</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 …, </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8</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，其中事件</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3</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可理解为当活动</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a</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2</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和</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a</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4</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完成时，事件</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3</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发生，同时，当事件</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4</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发生之后，活动</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a</a:t>
            </a:r>
            <a:r>
              <a:rPr kumimoji="0" lang="en-US" altLang="zh-CN" b="0" i="0"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6</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才可以开始。</a:t>
            </a:r>
            <a:endParaRPr kumimoji="0" lang="zh-CN" altLang="en-US" b="0" i="0" u="none" strike="noStrike" cap="none" normalizeH="0" baseline="0" dirty="0">
              <a:ln>
                <a:noFill/>
              </a:ln>
              <a:solidFill>
                <a:schemeClr val="tx1"/>
              </a:solidFill>
              <a:effectLst/>
            </a:endParaRPr>
          </a:p>
        </p:txBody>
      </p:sp>
      <p:grpSp>
        <p:nvGrpSpPr>
          <p:cNvPr id="7" name="组合 6">
            <a:extLst>
              <a:ext uri="{FF2B5EF4-FFF2-40B4-BE49-F238E27FC236}">
                <a16:creationId xmlns:a16="http://schemas.microsoft.com/office/drawing/2014/main" id="{89BBB95A-C6C3-7DA6-7ED2-DF49C956B588}"/>
              </a:ext>
            </a:extLst>
          </p:cNvPr>
          <p:cNvGrpSpPr/>
          <p:nvPr/>
        </p:nvGrpSpPr>
        <p:grpSpPr>
          <a:xfrm>
            <a:off x="1161257" y="3603652"/>
            <a:ext cx="4442908" cy="2635728"/>
            <a:chOff x="3775934" y="3563101"/>
            <a:chExt cx="4442908" cy="2635728"/>
          </a:xfrm>
        </p:grpSpPr>
        <p:pic>
          <p:nvPicPr>
            <p:cNvPr id="2049" name="图片 4">
              <a:extLst>
                <a:ext uri="{FF2B5EF4-FFF2-40B4-BE49-F238E27FC236}">
                  <a16:creationId xmlns:a16="http://schemas.microsoft.com/office/drawing/2014/main" id="{FA465E3B-5488-F5FE-7608-E9314840BF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5934" y="3563101"/>
              <a:ext cx="4442908" cy="233746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1C11A55F-404D-5D80-8B9B-503A58B36FEA}"/>
                </a:ext>
              </a:extLst>
            </p:cNvPr>
            <p:cNvSpPr>
              <a:spLocks noChangeArrowheads="1"/>
            </p:cNvSpPr>
            <p:nvPr/>
          </p:nvSpPr>
          <p:spPr bwMode="auto">
            <a:xfrm>
              <a:off x="4512831" y="5860275"/>
              <a:ext cx="33976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9.32  </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AOE</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网及其关键路径示例</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pSp>
      <p:sp>
        <p:nvSpPr>
          <p:cNvPr id="9" name="文本框 8">
            <a:extLst>
              <a:ext uri="{FF2B5EF4-FFF2-40B4-BE49-F238E27FC236}">
                <a16:creationId xmlns:a16="http://schemas.microsoft.com/office/drawing/2014/main" id="{1E448224-46D4-0801-08E0-6A79A1F12EFB}"/>
              </a:ext>
            </a:extLst>
          </p:cNvPr>
          <p:cNvSpPr txBox="1"/>
          <p:nvPr/>
        </p:nvSpPr>
        <p:spPr>
          <a:xfrm>
            <a:off x="6811240" y="1493598"/>
            <a:ext cx="4634346" cy="3870803"/>
          </a:xfrm>
          <a:prstGeom prst="rect">
            <a:avLst/>
          </a:prstGeom>
          <a:noFill/>
        </p:spPr>
        <p:txBody>
          <a:bodyPr wrap="square">
            <a:spAutoFit/>
          </a:bodyPr>
          <a:lstStyle/>
          <a:p>
            <a:pPr indent="266700" algn="just">
              <a:lnSpc>
                <a:spcPct val="120000"/>
              </a:lnSpc>
              <a:spcBef>
                <a:spcPts val="12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由于工程只有唯一一个开始点和结束点，故在正常情况下，称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AOE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网中唯一一个入度为零的顶点为</a:t>
            </a:r>
            <a:r>
              <a:rPr lang="zh-CN" altLang="zh-CN" sz="18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源点</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，唯一一个出度为零的顶点为</a:t>
            </a:r>
            <a:r>
              <a:rPr lang="zh-CN" altLang="zh-CN"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汇点</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。例如上图所示的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AOE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网，</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是源点，</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是汇点。</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spcBef>
                <a:spcPts val="1200"/>
              </a:spcBef>
              <a:buNone/>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要估算完成整个工程所需的最短时间，就是要找一条从源点到汇点的最长路径（即权值之和最大的路径），该路径称为</a:t>
            </a:r>
            <a:r>
              <a:rPr lang="zh-CN" altLang="zh-CN" sz="1800"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关键路径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Critical Path</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），关键路径上的活动称为</a:t>
            </a:r>
            <a:r>
              <a:rPr lang="zh-CN" altLang="zh-CN" sz="1800"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关键活动</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，这些活动是影响整个工程工期进度的关键。</a:t>
            </a:r>
            <a:endParaRPr lang="zh-CN" altLang="en-US" dirty="0"/>
          </a:p>
        </p:txBody>
      </p:sp>
    </p:spTree>
    <p:extLst>
      <p:ext uri="{BB962C8B-B14F-4D97-AF65-F5344CB8AC3E}">
        <p14:creationId xmlns:p14="http://schemas.microsoft.com/office/powerpoint/2010/main" val="143267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1000"/>
                                        <p:tgtEl>
                                          <p:spTgt spid="9">
                                            <p:txEl>
                                              <p:pRg st="0" end="0"/>
                                            </p:txEl>
                                          </p:spTgt>
                                        </p:tgtEl>
                                      </p:cBhvr>
                                    </p:animEffect>
                                    <p:anim calcmode="lin" valueType="num">
                                      <p:cBhvr>
                                        <p:cTn id="2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animEffect transition="in" filter="fade">
                                      <p:cBhvr>
                                        <p:cTn id="35" dur="1000"/>
                                        <p:tgtEl>
                                          <p:spTgt spid="9">
                                            <p:txEl>
                                              <p:pRg st="1" end="1"/>
                                            </p:txEl>
                                          </p:spTgt>
                                        </p:tgtEl>
                                      </p:cBhvr>
                                    </p:animEffect>
                                    <p:anim calcmode="lin" valueType="num">
                                      <p:cBhvr>
                                        <p:cTn id="36"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16C1E25-2D41-8C52-7E4F-D2090E1D1C38}"/>
              </a:ext>
            </a:extLst>
          </p:cNvPr>
          <p:cNvSpPr>
            <a:spLocks noGrp="1"/>
          </p:cNvSpPr>
          <p:nvPr>
            <p:ph type="sldNum" sz="quarter" idx="12"/>
          </p:nvPr>
        </p:nvSpPr>
        <p:spPr>
          <a:xfrm>
            <a:off x="8626365" y="6339991"/>
            <a:ext cx="2743200" cy="365125"/>
          </a:xfrm>
        </p:spPr>
        <p:txBody>
          <a:bodyPr/>
          <a:lstStyle/>
          <a:p>
            <a:fld id="{D7C0FE0B-717B-41AE-9FA2-CA4BF851D1C3}" type="slidenum">
              <a:rPr lang="zh-CN" altLang="en-US" smtClean="0"/>
              <a:t>35</a:t>
            </a:fld>
            <a:endParaRPr lang="zh-CN" altLang="en-US"/>
          </a:p>
        </p:txBody>
      </p:sp>
      <p:sp>
        <p:nvSpPr>
          <p:cNvPr id="3" name="文本框 2">
            <a:extLst>
              <a:ext uri="{FF2B5EF4-FFF2-40B4-BE49-F238E27FC236}">
                <a16:creationId xmlns:a16="http://schemas.microsoft.com/office/drawing/2014/main" id="{04234222-F8A6-36F6-BA65-002A187F37D9}"/>
              </a:ext>
            </a:extLst>
          </p:cNvPr>
          <p:cNvSpPr txBox="1"/>
          <p:nvPr/>
        </p:nvSpPr>
        <p:spPr>
          <a:xfrm>
            <a:off x="1302759" y="262143"/>
            <a:ext cx="3492645" cy="461665"/>
          </a:xfrm>
          <a:prstGeom prst="rect">
            <a:avLst/>
          </a:prstGeom>
          <a:noFill/>
        </p:spPr>
        <p:txBody>
          <a:bodyPr wrap="square">
            <a:spAutoFit/>
          </a:bodyPr>
          <a:lstStyle/>
          <a:p>
            <a:r>
              <a:rPr lang="en-US" altLang="zh-CN" sz="2400" b="1" dirty="0">
                <a:solidFill>
                  <a:srgbClr val="C00000"/>
                </a:solidFill>
                <a:effectLst>
                  <a:outerShdw blurRad="38100" dist="38100" dir="2700000" algn="tl">
                    <a:srgbClr val="000000">
                      <a:alpha val="43137"/>
                    </a:srgbClr>
                  </a:outerShdw>
                </a:effectLst>
                <a:latin typeface="黑体" panose="02010609060101010101" pitchFamily="49" charset="-122"/>
                <a:cs typeface="Times New Roman" panose="02020603050405020304" pitchFamily="18" charset="0"/>
              </a:rPr>
              <a:t>7.6.3  </a:t>
            </a:r>
            <a:r>
              <a:rPr lang="zh-CN" altLang="zh-CN" sz="2400" b="1"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关键路径</a:t>
            </a:r>
            <a:r>
              <a:rPr lang="zh-CN" altLang="en-US" sz="2400" b="1" dirty="0">
                <a:solidFill>
                  <a:srgbClr val="C00000"/>
                </a:solidFill>
                <a:ea typeface="黑体" panose="02010609060101010101" pitchFamily="49" charset="-122"/>
                <a:cs typeface="Times New Roman" panose="02020603050405020304" pitchFamily="18" charset="0"/>
              </a:rPr>
              <a:t>（续）</a:t>
            </a:r>
            <a:endParaRPr lang="zh-CN" altLang="en-US" sz="2400" b="1" dirty="0">
              <a:solidFill>
                <a:srgbClr val="C00000"/>
              </a:solidFill>
            </a:endParaRPr>
          </a:p>
        </p:txBody>
      </p:sp>
      <p:sp>
        <p:nvSpPr>
          <p:cNvPr id="5" name="文本框 4">
            <a:extLst>
              <a:ext uri="{FF2B5EF4-FFF2-40B4-BE49-F238E27FC236}">
                <a16:creationId xmlns:a16="http://schemas.microsoft.com/office/drawing/2014/main" id="{030DA176-04BB-F6F9-65B7-DB51C3BD89F6}"/>
              </a:ext>
            </a:extLst>
          </p:cNvPr>
          <p:cNvSpPr txBox="1"/>
          <p:nvPr/>
        </p:nvSpPr>
        <p:spPr>
          <a:xfrm>
            <a:off x="470141" y="872316"/>
            <a:ext cx="6678315" cy="731034"/>
          </a:xfrm>
          <a:prstGeom prst="rect">
            <a:avLst/>
          </a:prstGeom>
          <a:noFill/>
        </p:spPr>
        <p:txBody>
          <a:bodyPr wrap="square">
            <a:spAutoFit/>
          </a:bodyPr>
          <a:lstStyle/>
          <a:p>
            <a:pPr algn="just">
              <a:lnSpc>
                <a:spcPct val="12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假设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AOE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网包含</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个事件</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0</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baseline="-250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个活动</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是源点，</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baseline="-250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是汇点。求关键路径的问题有以下四个相关概念：</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aphicFrame>
        <p:nvGraphicFramePr>
          <p:cNvPr id="7" name="对象 6">
            <a:extLst>
              <a:ext uri="{FF2B5EF4-FFF2-40B4-BE49-F238E27FC236}">
                <a16:creationId xmlns:a16="http://schemas.microsoft.com/office/drawing/2014/main" id="{79E27249-B77F-2BD6-4563-B4906F5743A7}"/>
              </a:ext>
            </a:extLst>
          </p:cNvPr>
          <p:cNvGraphicFramePr>
            <a:graphicFrameLocks noChangeAspect="1"/>
          </p:cNvGraphicFramePr>
          <p:nvPr>
            <p:extLst>
              <p:ext uri="{D42A27DB-BD31-4B8C-83A1-F6EECF244321}">
                <p14:modId xmlns:p14="http://schemas.microsoft.com/office/powerpoint/2010/main" val="2241017807"/>
              </p:ext>
            </p:extLst>
          </p:nvPr>
        </p:nvGraphicFramePr>
        <p:xfrm>
          <a:off x="1066090" y="2070237"/>
          <a:ext cx="4565537" cy="828260"/>
        </p:xfrm>
        <a:graphic>
          <a:graphicData uri="http://schemas.openxmlformats.org/presentationml/2006/ole">
            <mc:AlternateContent xmlns:mc="http://schemas.openxmlformats.org/markup-compatibility/2006">
              <mc:Choice xmlns:v="urn:schemas-microsoft-com:vml" Requires="v">
                <p:oleObj r:id="rId2" imgW="3556000" imgH="584200" progId="Equation.3">
                  <p:embed/>
                </p:oleObj>
              </mc:Choice>
              <mc:Fallback>
                <p:oleObj r:id="rId2" imgW="3556000" imgH="5842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090" y="2070237"/>
                        <a:ext cx="4565537" cy="828260"/>
                      </a:xfrm>
                      <a:prstGeom prst="rect">
                        <a:avLst/>
                      </a:prstGeom>
                      <a:noFill/>
                    </p:spPr>
                  </p:pic>
                </p:oleObj>
              </mc:Fallback>
            </mc:AlternateContent>
          </a:graphicData>
        </a:graphic>
      </p:graphicFrame>
      <p:sp>
        <p:nvSpPr>
          <p:cNvPr id="9" name="文本框 8">
            <a:extLst>
              <a:ext uri="{FF2B5EF4-FFF2-40B4-BE49-F238E27FC236}">
                <a16:creationId xmlns:a16="http://schemas.microsoft.com/office/drawing/2014/main" id="{9EC3EB58-92B6-2A69-E50E-601E841FDA1D}"/>
              </a:ext>
            </a:extLst>
          </p:cNvPr>
          <p:cNvSpPr txBox="1"/>
          <p:nvPr/>
        </p:nvSpPr>
        <p:spPr>
          <a:xfrm>
            <a:off x="300409" y="3059668"/>
            <a:ext cx="6515549" cy="369332"/>
          </a:xfrm>
          <a:prstGeom prst="rect">
            <a:avLst/>
          </a:prstGeom>
          <a:noFill/>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）事件</a:t>
            </a:r>
            <a:r>
              <a:rPr lang="en-US" altLang="zh-CN" sz="1800" i="1" dirty="0">
                <a:effectLst/>
                <a:latin typeface="Times New Roman" panose="02020603050405020304" pitchFamily="18" charset="0"/>
                <a:ea typeface="宋体" panose="02010600030101010101" pitchFamily="2" charset="-122"/>
              </a:rPr>
              <a:t>v</a:t>
            </a:r>
            <a:r>
              <a:rPr lang="en-US" altLang="zh-CN" sz="1800" i="1" baseline="-25000" dirty="0">
                <a:effectLst/>
                <a:latin typeface="Times New Roman" panose="02020603050405020304" pitchFamily="18" charset="0"/>
                <a:ea typeface="宋体" panose="02010600030101010101" pitchFamily="2" charset="-122"/>
              </a:rPr>
              <a:t>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最迟发生时间</a:t>
            </a:r>
            <a:r>
              <a:rPr lang="en-US" altLang="zh-CN" sz="1800" i="1" dirty="0" err="1">
                <a:effectLst/>
                <a:latin typeface="Times New Roman" panose="02020603050405020304" pitchFamily="18" charset="0"/>
                <a:ea typeface="宋体" panose="02010600030101010101" pitchFamily="2" charset="-122"/>
              </a:rPr>
              <a:t>vl</a:t>
            </a:r>
            <a:r>
              <a:rPr lang="en-US" altLang="zh-CN" sz="1800" dirty="0">
                <a:effectLst/>
                <a:latin typeface="Times New Roman" panose="02020603050405020304" pitchFamily="18" charset="0"/>
                <a:ea typeface="宋体" panose="02010600030101010101" pitchFamily="2" charset="-122"/>
              </a:rPr>
              <a:t>(</a:t>
            </a:r>
            <a:r>
              <a:rPr lang="en-US" altLang="zh-CN" sz="1800" i="1" dirty="0" err="1">
                <a:effectLst/>
                <a:latin typeface="Times New Roman" panose="02020603050405020304" pitchFamily="18" charset="0"/>
                <a:ea typeface="宋体" panose="02010600030101010101" pitchFamily="2" charset="-122"/>
              </a:rPr>
              <a:t>i</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err="1"/>
              <a:t>vl</a:t>
            </a:r>
            <a:r>
              <a:rPr lang="en-US" altLang="zh-CN" dirty="0"/>
              <a:t>(</a:t>
            </a:r>
            <a:r>
              <a:rPr lang="en-US" altLang="zh-CN" i="1" dirty="0" err="1"/>
              <a:t>i</a:t>
            </a:r>
            <a:r>
              <a:rPr lang="en-US" altLang="zh-CN" dirty="0"/>
              <a:t>)</a:t>
            </a:r>
            <a:r>
              <a:rPr lang="zh-CN" altLang="zh-CN" dirty="0"/>
              <a:t>可定义为如下的递推公式：</a:t>
            </a:r>
          </a:p>
        </p:txBody>
      </p:sp>
      <p:graphicFrame>
        <p:nvGraphicFramePr>
          <p:cNvPr id="11" name="对象 10">
            <a:extLst>
              <a:ext uri="{FF2B5EF4-FFF2-40B4-BE49-F238E27FC236}">
                <a16:creationId xmlns:a16="http://schemas.microsoft.com/office/drawing/2014/main" id="{0E4BD2E4-056A-C2C8-6D21-E891026A0C21}"/>
              </a:ext>
            </a:extLst>
          </p:cNvPr>
          <p:cNvGraphicFramePr>
            <a:graphicFrameLocks noChangeAspect="1"/>
          </p:cNvGraphicFramePr>
          <p:nvPr>
            <p:extLst>
              <p:ext uri="{D42A27DB-BD31-4B8C-83A1-F6EECF244321}">
                <p14:modId xmlns:p14="http://schemas.microsoft.com/office/powerpoint/2010/main" val="3476405369"/>
              </p:ext>
            </p:extLst>
          </p:nvPr>
        </p:nvGraphicFramePr>
        <p:xfrm>
          <a:off x="1066090" y="3532366"/>
          <a:ext cx="4965074" cy="890240"/>
        </p:xfrm>
        <a:graphic>
          <a:graphicData uri="http://schemas.openxmlformats.org/presentationml/2006/ole">
            <mc:AlternateContent xmlns:mc="http://schemas.openxmlformats.org/markup-compatibility/2006">
              <mc:Choice xmlns:v="urn:schemas-microsoft-com:vml" Requires="v">
                <p:oleObj r:id="rId4" imgW="3568700" imgH="635000" progId="Equation.3">
                  <p:embed/>
                </p:oleObj>
              </mc:Choice>
              <mc:Fallback>
                <p:oleObj r:id="rId4" imgW="3568700" imgH="6350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090" y="3532366"/>
                        <a:ext cx="4965074" cy="890240"/>
                      </a:xfrm>
                      <a:prstGeom prst="rect">
                        <a:avLst/>
                      </a:prstGeom>
                      <a:noFill/>
                    </p:spPr>
                  </p:pic>
                </p:oleObj>
              </mc:Fallback>
            </mc:AlternateContent>
          </a:graphicData>
        </a:graphic>
      </p:graphicFrame>
      <p:sp>
        <p:nvSpPr>
          <p:cNvPr id="13" name="文本框 12">
            <a:extLst>
              <a:ext uri="{FF2B5EF4-FFF2-40B4-BE49-F238E27FC236}">
                <a16:creationId xmlns:a16="http://schemas.microsoft.com/office/drawing/2014/main" id="{242D8337-837F-E8B5-0274-8BA7C2AD4B6F}"/>
              </a:ext>
            </a:extLst>
          </p:cNvPr>
          <p:cNvSpPr txBox="1"/>
          <p:nvPr/>
        </p:nvSpPr>
        <p:spPr>
          <a:xfrm>
            <a:off x="300409" y="4544137"/>
            <a:ext cx="6622137" cy="725327"/>
          </a:xfrm>
          <a:prstGeom prst="rect">
            <a:avLst/>
          </a:prstGeom>
          <a:noFill/>
        </p:spPr>
        <p:txBody>
          <a:bodyPr wrap="square">
            <a:spAutoFit/>
          </a:bodyPr>
          <a:lstStyle/>
          <a:p>
            <a:pPr>
              <a:lnSpc>
                <a:spcPct val="120000"/>
              </a:lnSpc>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3</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）活动</a:t>
            </a:r>
            <a:r>
              <a:rPr lang="en-US" altLang="zh-CN" sz="1800" i="1" dirty="0" err="1">
                <a:effectLst/>
                <a:latin typeface="Times New Roman" panose="02020603050405020304" pitchFamily="18" charset="0"/>
                <a:ea typeface="宋体" panose="02010600030101010101" pitchFamily="2" charset="-122"/>
              </a:rPr>
              <a:t>a</a:t>
            </a:r>
            <a:r>
              <a:rPr lang="en-US" altLang="zh-CN" sz="1800" i="1" baseline="-25000" dirty="0" err="1">
                <a:effectLst/>
                <a:latin typeface="Times New Roman" panose="02020603050405020304" pitchFamily="18" charset="0"/>
                <a:ea typeface="宋体" panose="02010600030101010101" pitchFamily="2" charset="-122"/>
              </a:rPr>
              <a:t>k</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最早开始时间</a:t>
            </a:r>
            <a:r>
              <a:rPr lang="en-US" altLang="zh-CN" sz="1800" i="1" dirty="0">
                <a:effectLst/>
                <a:latin typeface="Times New Roman" panose="02020603050405020304" pitchFamily="18" charset="0"/>
                <a:ea typeface="宋体" panose="02010600030101010101" pitchFamily="2" charset="-122"/>
              </a:rPr>
              <a:t>ae</a:t>
            </a:r>
            <a:r>
              <a:rPr lang="en-US" altLang="zh-CN" sz="1800" dirty="0">
                <a:effectLst/>
                <a:latin typeface="Times New Roman" panose="02020603050405020304" pitchFamily="18" charset="0"/>
                <a:ea typeface="宋体" panose="02010600030101010101" pitchFamily="2" charset="-122"/>
              </a:rPr>
              <a:t>(</a:t>
            </a:r>
            <a:r>
              <a:rPr lang="en-US" altLang="zh-CN" sz="1800" i="1" dirty="0">
                <a:effectLst/>
                <a:latin typeface="Times New Roman" panose="02020603050405020304" pitchFamily="18" charset="0"/>
                <a:ea typeface="宋体" panose="02010600030101010101" pitchFamily="2" charset="-122"/>
              </a:rPr>
              <a:t>k</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t>活动</a:t>
            </a:r>
            <a:r>
              <a:rPr lang="en-US" altLang="zh-CN" i="1" dirty="0" err="1"/>
              <a:t>a</a:t>
            </a:r>
            <a:r>
              <a:rPr lang="en-US" altLang="zh-CN" i="1" baseline="-25000" dirty="0" err="1"/>
              <a:t>k</a:t>
            </a:r>
            <a:r>
              <a:rPr lang="zh-CN" altLang="zh-CN" dirty="0"/>
              <a:t>的最早开始时间即为</a:t>
            </a:r>
            <a:r>
              <a:rPr lang="en-US" altLang="zh-CN" i="1" dirty="0"/>
              <a:t>vi</a:t>
            </a:r>
            <a:r>
              <a:rPr lang="zh-CN" altLang="zh-CN" dirty="0"/>
              <a:t>事件的最早发生时间，即：</a:t>
            </a:r>
            <a:endParaRPr lang="zh-CN" altLang="en-US" dirty="0"/>
          </a:p>
        </p:txBody>
      </p:sp>
      <p:sp>
        <p:nvSpPr>
          <p:cNvPr id="15" name="文本框 14">
            <a:extLst>
              <a:ext uri="{FF2B5EF4-FFF2-40B4-BE49-F238E27FC236}">
                <a16:creationId xmlns:a16="http://schemas.microsoft.com/office/drawing/2014/main" id="{F6903DA2-FBAB-64BB-7E07-42D1F21C7516}"/>
              </a:ext>
            </a:extLst>
          </p:cNvPr>
          <p:cNvSpPr txBox="1"/>
          <p:nvPr/>
        </p:nvSpPr>
        <p:spPr>
          <a:xfrm>
            <a:off x="300409" y="5731090"/>
            <a:ext cx="5921715" cy="369332"/>
          </a:xfrm>
          <a:prstGeom prst="rect">
            <a:avLst/>
          </a:prstGeom>
          <a:noFill/>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4</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）活动</a:t>
            </a:r>
            <a:r>
              <a:rPr lang="en-US" altLang="zh-CN" sz="1800" dirty="0" err="1">
                <a:effectLst/>
                <a:latin typeface="Times New Roman" panose="02020603050405020304" pitchFamily="18" charset="0"/>
                <a:ea typeface="宋体" panose="02010600030101010101" pitchFamily="2" charset="-122"/>
              </a:rPr>
              <a:t>ak</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最迟开始时间</a:t>
            </a:r>
            <a:r>
              <a:rPr lang="en-US" altLang="zh-CN" sz="1800" i="1" dirty="0">
                <a:effectLst/>
                <a:latin typeface="Times New Roman" panose="02020603050405020304" pitchFamily="18" charset="0"/>
                <a:ea typeface="宋体" panose="02010600030101010101" pitchFamily="2" charset="-122"/>
              </a:rPr>
              <a:t>al</a:t>
            </a:r>
            <a:r>
              <a:rPr lang="en-US" altLang="zh-CN" sz="1800" dirty="0">
                <a:effectLst/>
                <a:latin typeface="Times New Roman" panose="02020603050405020304" pitchFamily="18" charset="0"/>
                <a:ea typeface="宋体" panose="02010600030101010101" pitchFamily="2" charset="-122"/>
              </a:rPr>
              <a:t>(</a:t>
            </a:r>
            <a:r>
              <a:rPr lang="en-US" altLang="zh-CN" sz="1800" i="1" dirty="0">
                <a:effectLst/>
                <a:latin typeface="Times New Roman" panose="02020603050405020304" pitchFamily="18" charset="0"/>
                <a:ea typeface="宋体" panose="02010600030101010101" pitchFamily="2" charset="-122"/>
              </a:rPr>
              <a:t>k</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t>al</a:t>
            </a:r>
            <a:r>
              <a:rPr lang="en-US" altLang="zh-CN" dirty="0"/>
              <a:t>(</a:t>
            </a:r>
            <a:r>
              <a:rPr lang="en-US" altLang="zh-CN" i="1" dirty="0"/>
              <a:t>k</a:t>
            </a:r>
            <a:r>
              <a:rPr lang="en-US" altLang="zh-CN" dirty="0"/>
              <a:t>)</a:t>
            </a:r>
            <a:r>
              <a:rPr lang="zh-CN" altLang="zh-CN" dirty="0"/>
              <a:t>可定义为：</a:t>
            </a:r>
            <a:endParaRPr lang="zh-CN" altLang="en-US" dirty="0"/>
          </a:p>
        </p:txBody>
      </p:sp>
      <p:graphicFrame>
        <p:nvGraphicFramePr>
          <p:cNvPr id="17" name="对象 16">
            <a:extLst>
              <a:ext uri="{FF2B5EF4-FFF2-40B4-BE49-F238E27FC236}">
                <a16:creationId xmlns:a16="http://schemas.microsoft.com/office/drawing/2014/main" id="{26D3AE04-7FD9-6DF4-3308-8477156B080E}"/>
              </a:ext>
            </a:extLst>
          </p:cNvPr>
          <p:cNvGraphicFramePr>
            <a:graphicFrameLocks noChangeAspect="1"/>
          </p:cNvGraphicFramePr>
          <p:nvPr>
            <p:extLst>
              <p:ext uri="{D42A27DB-BD31-4B8C-83A1-F6EECF244321}">
                <p14:modId xmlns:p14="http://schemas.microsoft.com/office/powerpoint/2010/main" val="3768393975"/>
              </p:ext>
            </p:extLst>
          </p:nvPr>
        </p:nvGraphicFramePr>
        <p:xfrm>
          <a:off x="1066089" y="5300994"/>
          <a:ext cx="2958862" cy="342065"/>
        </p:xfrm>
        <a:graphic>
          <a:graphicData uri="http://schemas.openxmlformats.org/presentationml/2006/ole">
            <mc:AlternateContent xmlns:mc="http://schemas.openxmlformats.org/markup-compatibility/2006">
              <mc:Choice xmlns:v="urn:schemas-microsoft-com:vml" Requires="v">
                <p:oleObj r:id="rId6" imgW="1879600" imgH="215900" progId="Equation.3">
                  <p:embed/>
                </p:oleObj>
              </mc:Choice>
              <mc:Fallback>
                <p:oleObj r:id="rId6" imgW="1879600" imgH="2159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089" y="5300994"/>
                        <a:ext cx="2958862" cy="342065"/>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C325C9EA-E123-0829-D886-6AC5E8C3FA33}"/>
              </a:ext>
            </a:extLst>
          </p:cNvPr>
          <p:cNvGraphicFramePr>
            <a:graphicFrameLocks noChangeAspect="1"/>
          </p:cNvGraphicFramePr>
          <p:nvPr>
            <p:extLst>
              <p:ext uri="{D42A27DB-BD31-4B8C-83A1-F6EECF244321}">
                <p14:modId xmlns:p14="http://schemas.microsoft.com/office/powerpoint/2010/main" val="128277782"/>
              </p:ext>
            </p:extLst>
          </p:nvPr>
        </p:nvGraphicFramePr>
        <p:xfrm>
          <a:off x="1000461" y="5967073"/>
          <a:ext cx="5432612" cy="628784"/>
        </p:xfrm>
        <a:graphic>
          <a:graphicData uri="http://schemas.openxmlformats.org/presentationml/2006/ole">
            <mc:AlternateContent xmlns:mc="http://schemas.openxmlformats.org/markup-compatibility/2006">
              <mc:Choice xmlns:v="urn:schemas-microsoft-com:vml" Requires="v">
                <p:oleObj r:id="rId8" imgW="3594100" imgH="419100" progId="Equation.3">
                  <p:embed/>
                </p:oleObj>
              </mc:Choice>
              <mc:Fallback>
                <p:oleObj r:id="rId8" imgW="3594100" imgH="4191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0461" y="5967073"/>
                        <a:ext cx="5432612" cy="628784"/>
                      </a:xfrm>
                      <a:prstGeom prst="rect">
                        <a:avLst/>
                      </a:prstGeom>
                      <a:noFill/>
                    </p:spPr>
                  </p:pic>
                </p:oleObj>
              </mc:Fallback>
            </mc:AlternateContent>
          </a:graphicData>
        </a:graphic>
      </p:graphicFrame>
      <p:sp>
        <p:nvSpPr>
          <p:cNvPr id="21" name="文本框 20">
            <a:extLst>
              <a:ext uri="{FF2B5EF4-FFF2-40B4-BE49-F238E27FC236}">
                <a16:creationId xmlns:a16="http://schemas.microsoft.com/office/drawing/2014/main" id="{9B328249-3940-5B81-44CE-BB79F0B623BE}"/>
              </a:ext>
            </a:extLst>
          </p:cNvPr>
          <p:cNvSpPr txBox="1"/>
          <p:nvPr/>
        </p:nvSpPr>
        <p:spPr>
          <a:xfrm>
            <a:off x="300409" y="1662727"/>
            <a:ext cx="6848047" cy="369332"/>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）事件</a:t>
            </a:r>
            <a:r>
              <a:rPr lang="en-US" altLang="zh-CN" sz="1800" i="1" dirty="0">
                <a:effectLst/>
                <a:latin typeface="Times New Roman" panose="02020603050405020304" pitchFamily="18" charset="0"/>
                <a:ea typeface="宋体" panose="02010600030101010101" pitchFamily="2" charset="-122"/>
              </a:rPr>
              <a:t>vi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dirty="0">
                <a:solidFill>
                  <a:srgbClr val="C00000"/>
                </a:solidFill>
                <a:effectLst>
                  <a:outerShdw blurRad="38100" dist="38100" dir="2700000" algn="tl">
                    <a:srgbClr val="000000">
                      <a:alpha val="43137"/>
                    </a:srgbClr>
                  </a:outerShdw>
                </a:effectLst>
                <a:ea typeface="黑体" panose="02010609060101010101" pitchFamily="49" charset="-122"/>
                <a:cs typeface="Times New Roman" panose="02020603050405020304" pitchFamily="18" charset="0"/>
              </a:rPr>
              <a:t>最早发生时间</a:t>
            </a:r>
            <a:r>
              <a:rPr lang="en-US" altLang="zh-CN" sz="1800" i="1" dirty="0" err="1">
                <a:effectLst/>
                <a:latin typeface="Times New Roman" panose="02020603050405020304" pitchFamily="18" charset="0"/>
                <a:ea typeface="宋体" panose="02010600030101010101" pitchFamily="2" charset="-122"/>
              </a:rPr>
              <a:t>ve</a:t>
            </a:r>
            <a:r>
              <a:rPr lang="en-US" altLang="zh-CN" sz="1800" dirty="0">
                <a:effectLst/>
                <a:latin typeface="Times New Roman" panose="02020603050405020304" pitchFamily="18" charset="0"/>
                <a:ea typeface="宋体" panose="02010600030101010101" pitchFamily="2" charset="-122"/>
              </a:rPr>
              <a:t>(</a:t>
            </a:r>
            <a:r>
              <a:rPr lang="en-US" altLang="zh-CN" sz="1800" i="1" dirty="0" err="1">
                <a:effectLst/>
                <a:latin typeface="Times New Roman" panose="02020603050405020304" pitchFamily="18" charset="0"/>
                <a:ea typeface="宋体" panose="02010600030101010101" pitchFamily="2" charset="-122"/>
              </a:rPr>
              <a:t>i</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err="1">
                <a:latin typeface="等线" panose="02010600030101010101" pitchFamily="2" charset="-122"/>
                <a:cs typeface="Times New Roman" panose="02020603050405020304" pitchFamily="18" charset="0"/>
              </a:rPr>
              <a:t>ve</a:t>
            </a:r>
            <a:r>
              <a:rPr lang="en-US" altLang="zh-CN" dirty="0">
                <a:latin typeface="等线" panose="02010600030101010101" pitchFamily="2" charset="-122"/>
                <a:cs typeface="Times New Roman" panose="02020603050405020304" pitchFamily="18" charset="0"/>
              </a:rPr>
              <a:t>(</a:t>
            </a:r>
            <a:r>
              <a:rPr lang="en-US" altLang="zh-CN" i="1" dirty="0" err="1">
                <a:latin typeface="等线" panose="02010600030101010101" pitchFamily="2" charset="-122"/>
                <a:cs typeface="Times New Roman" panose="02020603050405020304" pitchFamily="18" charset="0"/>
              </a:rPr>
              <a:t>i</a:t>
            </a:r>
            <a:r>
              <a:rPr lang="en-US" altLang="zh-CN" dirty="0">
                <a:latin typeface="等线" panose="02010600030101010101" pitchFamily="2" charset="-122"/>
                <a:cs typeface="Times New Roman" panose="02020603050405020304" pitchFamily="18" charset="0"/>
              </a:rPr>
              <a:t>)</a:t>
            </a:r>
            <a:r>
              <a:rPr lang="zh-CN" altLang="en-US" dirty="0">
                <a:latin typeface="宋体" panose="02010600030101010101" pitchFamily="2" charset="-122"/>
                <a:cs typeface="Times New Roman" panose="02020603050405020304" pitchFamily="18" charset="0"/>
              </a:rPr>
              <a:t>可定义成如下的递推公式：</a:t>
            </a:r>
            <a:endParaRPr lang="zh-CN" altLang="en-US" sz="800" dirty="0"/>
          </a:p>
        </p:txBody>
      </p:sp>
      <p:sp>
        <p:nvSpPr>
          <p:cNvPr id="22" name="Rectangle 10">
            <a:extLst>
              <a:ext uri="{FF2B5EF4-FFF2-40B4-BE49-F238E27FC236}">
                <a16:creationId xmlns:a16="http://schemas.microsoft.com/office/drawing/2014/main" id="{8C6F180B-3A82-71B5-A8AD-13FF22D7AA49}"/>
              </a:ext>
            </a:extLst>
          </p:cNvPr>
          <p:cNvSpPr>
            <a:spLocks noChangeArrowheads="1"/>
          </p:cNvSpPr>
          <p:nvPr/>
        </p:nvSpPr>
        <p:spPr bwMode="auto">
          <a:xfrm>
            <a:off x="7148455" y="552387"/>
            <a:ext cx="473337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just"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关键路径的计算过程是：</a:t>
            </a:r>
            <a:r>
              <a:rPr kumimoji="0" lang="zh-CN" altLang="zh-CN" b="1" i="0" u="none" strike="noStrike" cap="none" normalizeH="0" baseline="0" dirty="0">
                <a:ln>
                  <a:noFill/>
                </a:ln>
                <a:solidFill>
                  <a:srgbClr val="333DFF"/>
                </a:solidFill>
                <a:effectLst>
                  <a:outerShdw blurRad="38100" dist="38100" dir="2700000" algn="tl">
                    <a:srgbClr val="000000">
                      <a:alpha val="43137"/>
                    </a:srgbClr>
                  </a:outerShdw>
                </a:effectLst>
                <a:ea typeface="宋体" panose="02010600030101010101" pitchFamily="2" charset="-122"/>
                <a:cs typeface="Times New Roman" panose="02020603050405020304" pitchFamily="18" charset="0"/>
              </a:rPr>
              <a:t>首先</a:t>
            </a:r>
            <a:r>
              <a:rPr kumimoji="0" lang="zh-CN"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，按拓扑排序过程，依次计算所有事件的最早发生时间，对事件</a:t>
            </a:r>
            <a:r>
              <a:rPr kumimoji="0" lang="en-US" altLang="zh-CN" b="0" i="1"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v</a:t>
            </a:r>
            <a:r>
              <a:rPr kumimoji="0" lang="en-US" altLang="zh-CN" b="0" i="1" u="none" strike="noStrike" cap="none" normalizeH="0" baseline="-30000" dirty="0">
                <a:ln>
                  <a:noFill/>
                </a:ln>
                <a:solidFill>
                  <a:schemeClr val="tx1"/>
                </a:solidFill>
                <a:effectLst/>
                <a:ea typeface="宋体" panose="02010600030101010101" pitchFamily="2" charset="-122"/>
                <a:cs typeface="Times New Roman" panose="02020603050405020304" pitchFamily="18" charset="0"/>
              </a:rPr>
              <a:t>i</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，更新其后继事件</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a:t>
            </a:r>
            <a:r>
              <a:rPr kumimoji="0" lang="en-US" altLang="zh-CN" b="0" i="1"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j</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的最早发生时间，若</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ve</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t>
            </a:r>
            <a:r>
              <a:rPr kumimoji="0" lang="en-US" altLang="zh-CN" b="0" i="1"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j</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 &lt; </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ve</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i</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W</a:t>
            </a:r>
            <a:r>
              <a:rPr kumimoji="0" lang="en-US" altLang="zh-CN" b="0" i="1"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ij</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，则令</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ve</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t>
            </a:r>
            <a:r>
              <a:rPr kumimoji="0" lang="en-US" altLang="zh-CN" b="0" i="1"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j</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 = </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ve</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i</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W</a:t>
            </a:r>
            <a:r>
              <a:rPr kumimoji="0" lang="en-US" altLang="zh-CN" b="0" i="1"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ij</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，否则不变。例如，图</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7.34(a)</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所示的</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AOE</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网中顶点的最早发生时间计算过程如图</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7.35</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所示，指向顶点的最早发生时间的两个箭头表示</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ve</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i</a:t>
            </a:r>
            <a:r>
              <a:rPr kumimoji="0" lang="en-US" altLang="zh-CN"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和</a:t>
            </a:r>
            <a:r>
              <a:rPr kumimoji="0" lang="en-US" altLang="zh-CN" b="0" i="1" u="none" strike="noStrike" cap="none" normalizeH="0" baseline="0" dirty="0" err="1">
                <a:ln>
                  <a:noFill/>
                </a:ln>
                <a:solidFill>
                  <a:schemeClr val="tx1"/>
                </a:solidFill>
                <a:effectLst/>
                <a:ea typeface="宋体" panose="02010600030101010101" pitchFamily="2" charset="-122"/>
                <a:cs typeface="Times New Roman" panose="02020603050405020304" pitchFamily="18" charset="0"/>
              </a:rPr>
              <a:t>W</a:t>
            </a:r>
            <a:r>
              <a:rPr kumimoji="0" lang="en-US" altLang="zh-CN" b="0" i="1" u="none" strike="noStrike" cap="none" normalizeH="0" baseline="-30000" dirty="0" err="1">
                <a:ln>
                  <a:noFill/>
                </a:ln>
                <a:solidFill>
                  <a:schemeClr val="tx1"/>
                </a:solidFill>
                <a:effectLst/>
                <a:ea typeface="宋体" panose="02010600030101010101" pitchFamily="2" charset="-122"/>
                <a:cs typeface="Times New Roman" panose="02020603050405020304" pitchFamily="18" charset="0"/>
              </a:rPr>
              <a:t>ij</a:t>
            </a:r>
            <a:r>
              <a:rPr kumimoji="0" lang="zh-CN" altLang="en-US"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相加。</a:t>
            </a:r>
            <a:endParaRPr kumimoji="0" lang="zh-CN" altLang="en-US" b="0" i="0" u="none" strike="noStrike" cap="none" normalizeH="0" baseline="0" dirty="0">
              <a:ln>
                <a:noFill/>
              </a:ln>
              <a:solidFill>
                <a:schemeClr val="tx1"/>
              </a:solidFill>
              <a:effectLst/>
            </a:endParaRPr>
          </a:p>
        </p:txBody>
      </p:sp>
      <p:grpSp>
        <p:nvGrpSpPr>
          <p:cNvPr id="24" name="组合 23">
            <a:extLst>
              <a:ext uri="{FF2B5EF4-FFF2-40B4-BE49-F238E27FC236}">
                <a16:creationId xmlns:a16="http://schemas.microsoft.com/office/drawing/2014/main" id="{6B70112C-00FB-9380-BAA7-DA6E805C17E9}"/>
              </a:ext>
            </a:extLst>
          </p:cNvPr>
          <p:cNvGrpSpPr/>
          <p:nvPr/>
        </p:nvGrpSpPr>
        <p:grpSpPr>
          <a:xfrm>
            <a:off x="7089894" y="2936965"/>
            <a:ext cx="4733379" cy="2287774"/>
            <a:chOff x="7148456" y="2904726"/>
            <a:chExt cx="4733379" cy="2287774"/>
          </a:xfrm>
        </p:grpSpPr>
        <p:pic>
          <p:nvPicPr>
            <p:cNvPr id="3081" name="图片 6">
              <a:extLst>
                <a:ext uri="{FF2B5EF4-FFF2-40B4-BE49-F238E27FC236}">
                  <a16:creationId xmlns:a16="http://schemas.microsoft.com/office/drawing/2014/main" id="{91421D73-86F7-F05A-1FA2-4F0D9FE25E5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48456" y="2904726"/>
              <a:ext cx="4733379" cy="2022271"/>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11">
              <a:extLst>
                <a:ext uri="{FF2B5EF4-FFF2-40B4-BE49-F238E27FC236}">
                  <a16:creationId xmlns:a16="http://schemas.microsoft.com/office/drawing/2014/main" id="{931CDFC0-F609-B953-2289-D99E98415F75}"/>
                </a:ext>
              </a:extLst>
            </p:cNvPr>
            <p:cNvSpPr>
              <a:spLocks noChangeArrowheads="1"/>
            </p:cNvSpPr>
            <p:nvPr/>
          </p:nvSpPr>
          <p:spPr bwMode="auto">
            <a:xfrm>
              <a:off x="7896112" y="4853946"/>
              <a:ext cx="353747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7.34  AOE</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网及其关键路径示例</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pSp>
      <p:sp>
        <p:nvSpPr>
          <p:cNvPr id="26" name="文本框 25">
            <a:extLst>
              <a:ext uri="{FF2B5EF4-FFF2-40B4-BE49-F238E27FC236}">
                <a16:creationId xmlns:a16="http://schemas.microsoft.com/office/drawing/2014/main" id="{D6A474C1-1E75-DD3B-93DB-06B556EB375D}"/>
              </a:ext>
            </a:extLst>
          </p:cNvPr>
          <p:cNvSpPr txBox="1"/>
          <p:nvPr/>
        </p:nvSpPr>
        <p:spPr>
          <a:xfrm>
            <a:off x="7198753" y="5300994"/>
            <a:ext cx="4733379" cy="1200329"/>
          </a:xfrm>
          <a:prstGeom prst="rect">
            <a:avLst/>
          </a:prstGeom>
          <a:noFill/>
        </p:spPr>
        <p:txBody>
          <a:bodyPr wrap="square">
            <a:spAutoFit/>
          </a:bodyPr>
          <a:lstStyle/>
          <a:p>
            <a:pPr algn="just"/>
            <a:r>
              <a:rPr lang="zh-CN" altLang="zh-CN" b="1" dirty="0">
                <a:solidFill>
                  <a:srgbClr val="333DFF"/>
                </a:solidFill>
                <a:effectLst>
                  <a:outerShdw blurRad="38100" dist="38100" dir="2700000" algn="tl">
                    <a:srgbClr val="000000">
                      <a:alpha val="43137"/>
                    </a:srgbClr>
                  </a:outerShdw>
                </a:effectLst>
                <a:ea typeface="宋体" panose="02010600030101010101" pitchFamily="2" charset="-122"/>
                <a:cs typeface="Times New Roman" panose="02020603050405020304" pitchFamily="18" charset="0"/>
              </a:rPr>
              <a:t>其次</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，按逆拓扑序列，依次计算所有事件的最迟发生时间，对事件</a:t>
            </a:r>
            <a:r>
              <a:rPr lang="en-US" altLang="zh-CN" sz="1800" i="1" dirty="0">
                <a:effectLst/>
                <a:latin typeface="Times New Roman" panose="02020603050405020304" pitchFamily="18" charset="0"/>
                <a:ea typeface="宋体" panose="02010600030101010101" pitchFamily="2" charset="-122"/>
              </a:rPr>
              <a:t>v</a:t>
            </a:r>
            <a:r>
              <a:rPr lang="en-US" altLang="zh-CN" sz="1800" i="1" baseline="-25000" dirty="0">
                <a:effectLst/>
                <a:latin typeface="Times New Roman" panose="02020603050405020304" pitchFamily="18" charset="0"/>
                <a:ea typeface="宋体" panose="02010600030101010101" pitchFamily="2" charset="-122"/>
              </a:rPr>
              <a:t>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，更新其最迟发生时间，对于</a:t>
            </a:r>
            <a:r>
              <a:rPr lang="en-US" altLang="zh-CN" sz="1800" i="1" dirty="0">
                <a:effectLst/>
                <a:latin typeface="Times New Roman" panose="02020603050405020304" pitchFamily="18" charset="0"/>
                <a:ea typeface="宋体" panose="02010600030101010101" pitchFamily="2" charset="-122"/>
              </a:rPr>
              <a:t>v</a:t>
            </a:r>
            <a:r>
              <a:rPr lang="en-US" altLang="zh-CN" sz="1800" i="1" baseline="-25000" dirty="0">
                <a:effectLst/>
                <a:latin typeface="Times New Roman" panose="02020603050405020304" pitchFamily="18" charset="0"/>
                <a:ea typeface="宋体" panose="02010600030101010101" pitchFamily="2" charset="-122"/>
              </a:rPr>
              <a:t>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的所有后继事件</a:t>
            </a:r>
            <a:r>
              <a:rPr lang="en-US" altLang="zh-CN" sz="1800" i="1" dirty="0" err="1">
                <a:effectLst/>
                <a:latin typeface="Times New Roman" panose="02020603050405020304" pitchFamily="18" charset="0"/>
                <a:ea typeface="宋体" panose="02010600030101010101" pitchFamily="2" charset="-122"/>
              </a:rPr>
              <a:t>v</a:t>
            </a:r>
            <a:r>
              <a:rPr lang="en-US" altLang="zh-CN" sz="1800" i="1" baseline="-25000" dirty="0" err="1">
                <a:effectLst/>
                <a:latin typeface="Times New Roman" panose="02020603050405020304" pitchFamily="18" charset="0"/>
                <a:ea typeface="宋体" panose="02010600030101010101" pitchFamily="2" charset="-122"/>
              </a:rPr>
              <a:t>j</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，若</a:t>
            </a:r>
            <a:r>
              <a:rPr lang="en-US" altLang="zh-CN" sz="1800" i="1" dirty="0" err="1">
                <a:effectLst/>
                <a:latin typeface="Times New Roman" panose="02020603050405020304" pitchFamily="18" charset="0"/>
                <a:ea typeface="宋体" panose="02010600030101010101" pitchFamily="2" charset="-122"/>
              </a:rPr>
              <a:t>vl</a:t>
            </a:r>
            <a:r>
              <a:rPr lang="en-US" altLang="zh-CN" sz="1800" dirty="0">
                <a:effectLst/>
                <a:latin typeface="Times New Roman" panose="02020603050405020304" pitchFamily="18" charset="0"/>
                <a:ea typeface="宋体" panose="02010600030101010101" pitchFamily="2" charset="-122"/>
              </a:rPr>
              <a:t>(</a:t>
            </a:r>
            <a:r>
              <a:rPr lang="en-US" altLang="zh-CN" sz="1800" i="1" dirty="0" err="1">
                <a:effectLst/>
                <a:latin typeface="Times New Roman" panose="02020603050405020304" pitchFamily="18" charset="0"/>
                <a:ea typeface="宋体" panose="02010600030101010101" pitchFamily="2" charset="-122"/>
              </a:rPr>
              <a:t>i</a:t>
            </a:r>
            <a:r>
              <a:rPr lang="en-US" altLang="zh-CN" sz="1800" dirty="0">
                <a:effectLst/>
                <a:latin typeface="Times New Roman" panose="02020603050405020304" pitchFamily="18" charset="0"/>
                <a:ea typeface="宋体" panose="02010600030101010101" pitchFamily="2" charset="-122"/>
              </a:rPr>
              <a:t>) &gt; </a:t>
            </a:r>
            <a:r>
              <a:rPr lang="en-US" altLang="zh-CN" sz="1800" i="1" dirty="0" err="1">
                <a:effectLst/>
                <a:latin typeface="Times New Roman" panose="02020603050405020304" pitchFamily="18" charset="0"/>
                <a:ea typeface="宋体" panose="02010600030101010101" pitchFamily="2" charset="-122"/>
              </a:rPr>
              <a:t>vl</a:t>
            </a:r>
            <a:r>
              <a:rPr lang="en-US" altLang="zh-CN" sz="1800" dirty="0">
                <a:effectLst/>
                <a:latin typeface="Times New Roman" panose="02020603050405020304" pitchFamily="18" charset="0"/>
                <a:ea typeface="宋体" panose="02010600030101010101" pitchFamily="2" charset="-122"/>
              </a:rPr>
              <a:t>(</a:t>
            </a:r>
            <a:r>
              <a:rPr lang="en-US" altLang="zh-CN" sz="1800" i="1" dirty="0">
                <a:effectLst/>
                <a:latin typeface="Times New Roman" panose="02020603050405020304" pitchFamily="18" charset="0"/>
                <a:ea typeface="宋体" panose="02010600030101010101" pitchFamily="2" charset="-122"/>
              </a:rPr>
              <a:t>j</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err="1">
                <a:effectLst/>
                <a:latin typeface="Times New Roman" panose="02020603050405020304" pitchFamily="18" charset="0"/>
                <a:ea typeface="宋体" panose="02010600030101010101" pitchFamily="2" charset="-122"/>
              </a:rPr>
              <a:t>W</a:t>
            </a:r>
            <a:r>
              <a:rPr lang="en-US" altLang="zh-CN" sz="1800" i="1" baseline="-25000" dirty="0" err="1">
                <a:effectLst/>
                <a:latin typeface="Times New Roman" panose="02020603050405020304" pitchFamily="18" charset="0"/>
                <a:ea typeface="宋体" panose="02010600030101010101" pitchFamily="2" charset="-122"/>
              </a:rPr>
              <a:t>ij</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err="1">
                <a:effectLst/>
                <a:latin typeface="Times New Roman" panose="02020603050405020304" pitchFamily="18" charset="0"/>
                <a:ea typeface="宋体" panose="02010600030101010101" pitchFamily="2" charset="-122"/>
              </a:rPr>
              <a:t>vl</a:t>
            </a:r>
            <a:r>
              <a:rPr lang="en-US" altLang="zh-CN" sz="1800" dirty="0">
                <a:effectLst/>
                <a:latin typeface="Times New Roman" panose="02020603050405020304" pitchFamily="18" charset="0"/>
                <a:ea typeface="宋体" panose="02010600030101010101" pitchFamily="2" charset="-122"/>
              </a:rPr>
              <a:t>(</a:t>
            </a:r>
            <a:r>
              <a:rPr lang="en-US" altLang="zh-CN" sz="1800" i="1" dirty="0" err="1">
                <a:effectLst/>
                <a:latin typeface="Times New Roman" panose="02020603050405020304" pitchFamily="18" charset="0"/>
                <a:ea typeface="宋体" panose="02010600030101010101" pitchFamily="2" charset="-122"/>
              </a:rPr>
              <a:t>i</a:t>
            </a:r>
            <a:r>
              <a:rPr lang="en-US" altLang="zh-CN" sz="1800" dirty="0">
                <a:effectLst/>
                <a:latin typeface="Times New Roman" panose="02020603050405020304" pitchFamily="18" charset="0"/>
                <a:ea typeface="宋体" panose="02010600030101010101" pitchFamily="2" charset="-122"/>
              </a:rPr>
              <a:t>) = </a:t>
            </a:r>
            <a:r>
              <a:rPr lang="en-US" altLang="zh-CN" sz="1800" i="1" dirty="0" err="1">
                <a:effectLst/>
                <a:latin typeface="Times New Roman" panose="02020603050405020304" pitchFamily="18" charset="0"/>
                <a:ea typeface="宋体" panose="02010600030101010101" pitchFamily="2" charset="-122"/>
              </a:rPr>
              <a:t>vl</a:t>
            </a:r>
            <a:r>
              <a:rPr lang="en-US" altLang="zh-CN" sz="1800" dirty="0">
                <a:effectLst/>
                <a:latin typeface="Times New Roman" panose="02020603050405020304" pitchFamily="18" charset="0"/>
                <a:ea typeface="宋体" panose="02010600030101010101" pitchFamily="2" charset="-122"/>
              </a:rPr>
              <a:t>(</a:t>
            </a:r>
            <a:r>
              <a:rPr lang="en-US" altLang="zh-CN" sz="1800" i="1" dirty="0">
                <a:effectLst/>
                <a:latin typeface="Times New Roman" panose="02020603050405020304" pitchFamily="18" charset="0"/>
                <a:ea typeface="宋体" panose="02010600030101010101" pitchFamily="2" charset="-122"/>
              </a:rPr>
              <a:t>j</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err="1">
                <a:effectLst/>
                <a:latin typeface="Times New Roman" panose="02020603050405020304" pitchFamily="18" charset="0"/>
                <a:ea typeface="宋体" panose="02010600030101010101" pitchFamily="2" charset="-122"/>
              </a:rPr>
              <a:t>W</a:t>
            </a:r>
            <a:r>
              <a:rPr lang="en-US" altLang="zh-CN" sz="1800" i="1" baseline="-25000" dirty="0" err="1">
                <a:effectLst/>
                <a:latin typeface="Times New Roman" panose="02020603050405020304" pitchFamily="18" charset="0"/>
                <a:ea typeface="宋体" panose="02010600030101010101" pitchFamily="2" charset="-122"/>
              </a:rPr>
              <a:t>ij</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，否则不变。</a:t>
            </a:r>
            <a:endParaRPr lang="zh-CN" altLang="en-US" dirty="0"/>
          </a:p>
        </p:txBody>
      </p:sp>
    </p:spTree>
    <p:extLst>
      <p:ext uri="{BB962C8B-B14F-4D97-AF65-F5344CB8AC3E}">
        <p14:creationId xmlns:p14="http://schemas.microsoft.com/office/powerpoint/2010/main" val="2676242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1000"/>
                                        <p:tgtEl>
                                          <p:spTgt spid="21"/>
                                        </p:tgtEl>
                                      </p:cBhvr>
                                    </p:animEffect>
                                    <p:anim calcmode="lin" valueType="num">
                                      <p:cBhvr>
                                        <p:cTn id="15" dur="1000" fill="hold"/>
                                        <p:tgtEl>
                                          <p:spTgt spid="21"/>
                                        </p:tgtEl>
                                        <p:attrNameLst>
                                          <p:attrName>ppt_x</p:attrName>
                                        </p:attrNameLst>
                                      </p:cBhvr>
                                      <p:tavLst>
                                        <p:tav tm="0">
                                          <p:val>
                                            <p:strVal val="#ppt_x"/>
                                          </p:val>
                                        </p:tav>
                                        <p:tav tm="100000">
                                          <p:val>
                                            <p:strVal val="#ppt_x"/>
                                          </p:val>
                                        </p:tav>
                                      </p:tavLst>
                                    </p:anim>
                                    <p:anim calcmode="lin" valueType="num">
                                      <p:cBhvr>
                                        <p:cTn id="16" dur="1000" fill="hold"/>
                                        <p:tgtEl>
                                          <p:spTgt spid="21"/>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1000"/>
                                        <p:tgtEl>
                                          <p:spTgt spid="17"/>
                                        </p:tgtEl>
                                      </p:cBhvr>
                                    </p:animEffect>
                                    <p:anim calcmode="lin" valueType="num">
                                      <p:cBhvr>
                                        <p:cTn id="44" dur="1000" fill="hold"/>
                                        <p:tgtEl>
                                          <p:spTgt spid="17"/>
                                        </p:tgtEl>
                                        <p:attrNameLst>
                                          <p:attrName>ppt_x</p:attrName>
                                        </p:attrNameLst>
                                      </p:cBhvr>
                                      <p:tavLst>
                                        <p:tav tm="0">
                                          <p:val>
                                            <p:strVal val="#ppt_x"/>
                                          </p:val>
                                        </p:tav>
                                        <p:tav tm="100000">
                                          <p:val>
                                            <p:strVal val="#ppt_x"/>
                                          </p:val>
                                        </p:tav>
                                      </p:tavLst>
                                    </p:anim>
                                    <p:anim calcmode="lin" valueType="num">
                                      <p:cBhvr>
                                        <p:cTn id="4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1000"/>
                                        <p:tgtEl>
                                          <p:spTgt spid="15"/>
                                        </p:tgtEl>
                                      </p:cBhvr>
                                    </p:animEffect>
                                    <p:anim calcmode="lin" valueType="num">
                                      <p:cBhvr>
                                        <p:cTn id="51" dur="1000" fill="hold"/>
                                        <p:tgtEl>
                                          <p:spTgt spid="15"/>
                                        </p:tgtEl>
                                        <p:attrNameLst>
                                          <p:attrName>ppt_x</p:attrName>
                                        </p:attrNameLst>
                                      </p:cBhvr>
                                      <p:tavLst>
                                        <p:tav tm="0">
                                          <p:val>
                                            <p:strVal val="#ppt_x"/>
                                          </p:val>
                                        </p:tav>
                                        <p:tav tm="100000">
                                          <p:val>
                                            <p:strVal val="#ppt_x"/>
                                          </p:val>
                                        </p:tav>
                                      </p:tavLst>
                                    </p:anim>
                                    <p:anim calcmode="lin" valueType="num">
                                      <p:cBhvr>
                                        <p:cTn id="52" dur="1000" fill="hold"/>
                                        <p:tgtEl>
                                          <p:spTgt spid="15"/>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1000"/>
                                        <p:tgtEl>
                                          <p:spTgt spid="19"/>
                                        </p:tgtEl>
                                      </p:cBhvr>
                                    </p:animEffect>
                                    <p:anim calcmode="lin" valueType="num">
                                      <p:cBhvr>
                                        <p:cTn id="56" dur="1000" fill="hold"/>
                                        <p:tgtEl>
                                          <p:spTgt spid="19"/>
                                        </p:tgtEl>
                                        <p:attrNameLst>
                                          <p:attrName>ppt_x</p:attrName>
                                        </p:attrNameLst>
                                      </p:cBhvr>
                                      <p:tavLst>
                                        <p:tav tm="0">
                                          <p:val>
                                            <p:strVal val="#ppt_x"/>
                                          </p:val>
                                        </p:tav>
                                        <p:tav tm="100000">
                                          <p:val>
                                            <p:strVal val="#ppt_x"/>
                                          </p:val>
                                        </p:tav>
                                      </p:tavLst>
                                    </p:anim>
                                    <p:anim calcmode="lin" valueType="num">
                                      <p:cBhvr>
                                        <p:cTn id="5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1000"/>
                                        <p:tgtEl>
                                          <p:spTgt spid="22"/>
                                        </p:tgtEl>
                                      </p:cBhvr>
                                    </p:animEffect>
                                    <p:anim calcmode="lin" valueType="num">
                                      <p:cBhvr>
                                        <p:cTn id="63" dur="1000" fill="hold"/>
                                        <p:tgtEl>
                                          <p:spTgt spid="22"/>
                                        </p:tgtEl>
                                        <p:attrNameLst>
                                          <p:attrName>ppt_x</p:attrName>
                                        </p:attrNameLst>
                                      </p:cBhvr>
                                      <p:tavLst>
                                        <p:tav tm="0">
                                          <p:val>
                                            <p:strVal val="#ppt_x"/>
                                          </p:val>
                                        </p:tav>
                                        <p:tav tm="100000">
                                          <p:val>
                                            <p:strVal val="#ppt_x"/>
                                          </p:val>
                                        </p:tav>
                                      </p:tavLst>
                                    </p:anim>
                                    <p:anim calcmode="lin" valueType="num">
                                      <p:cBhvr>
                                        <p:cTn id="6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1000"/>
                                        <p:tgtEl>
                                          <p:spTgt spid="24"/>
                                        </p:tgtEl>
                                      </p:cBhvr>
                                    </p:animEffect>
                                    <p:anim calcmode="lin" valueType="num">
                                      <p:cBhvr>
                                        <p:cTn id="70" dur="1000" fill="hold"/>
                                        <p:tgtEl>
                                          <p:spTgt spid="24"/>
                                        </p:tgtEl>
                                        <p:attrNameLst>
                                          <p:attrName>ppt_x</p:attrName>
                                        </p:attrNameLst>
                                      </p:cBhvr>
                                      <p:tavLst>
                                        <p:tav tm="0">
                                          <p:val>
                                            <p:strVal val="#ppt_x"/>
                                          </p:val>
                                        </p:tav>
                                        <p:tav tm="100000">
                                          <p:val>
                                            <p:strVal val="#ppt_x"/>
                                          </p:val>
                                        </p:tav>
                                      </p:tavLst>
                                    </p:anim>
                                    <p:anim calcmode="lin" valueType="num">
                                      <p:cBhvr>
                                        <p:cTn id="7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1000"/>
                                        <p:tgtEl>
                                          <p:spTgt spid="26"/>
                                        </p:tgtEl>
                                      </p:cBhvr>
                                    </p:animEffect>
                                    <p:anim calcmode="lin" valueType="num">
                                      <p:cBhvr>
                                        <p:cTn id="77" dur="1000" fill="hold"/>
                                        <p:tgtEl>
                                          <p:spTgt spid="26"/>
                                        </p:tgtEl>
                                        <p:attrNameLst>
                                          <p:attrName>ppt_x</p:attrName>
                                        </p:attrNameLst>
                                      </p:cBhvr>
                                      <p:tavLst>
                                        <p:tav tm="0">
                                          <p:val>
                                            <p:strVal val="#ppt_x"/>
                                          </p:val>
                                        </p:tav>
                                        <p:tav tm="100000">
                                          <p:val>
                                            <p:strVal val="#ppt_x"/>
                                          </p:val>
                                        </p:tav>
                                      </p:tavLst>
                                    </p:anim>
                                    <p:anim calcmode="lin" valueType="num">
                                      <p:cBhvr>
                                        <p:cTn id="7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3" grpId="0"/>
      <p:bldP spid="15" grpId="0"/>
      <p:bldP spid="21" grpId="0"/>
      <p:bldP spid="22" grpId="0"/>
      <p:bldP spid="2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80">
            <a:extLst>
              <a:ext uri="{FF2B5EF4-FFF2-40B4-BE49-F238E27FC236}">
                <a16:creationId xmlns:a16="http://schemas.microsoft.com/office/drawing/2014/main" id="{97872C33-11BE-3C47-FA50-DD9D9D861103}"/>
              </a:ext>
            </a:extLst>
          </p:cNvPr>
          <p:cNvSpPr/>
          <p:nvPr/>
        </p:nvSpPr>
        <p:spPr>
          <a:xfrm>
            <a:off x="5703457" y="1852190"/>
            <a:ext cx="5090663" cy="928490"/>
          </a:xfrm>
          <a:prstGeom prst="rect">
            <a:avLst/>
          </a:prstGeom>
          <a:solidFill>
            <a:srgbClr val="FCF6EA"/>
          </a:solidFill>
          <a:ln w="28575">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BFA413DE-8B43-493D-988B-5F0AFB6B254D}"/>
              </a:ext>
            </a:extLst>
          </p:cNvPr>
          <p:cNvGrpSpPr/>
          <p:nvPr/>
        </p:nvGrpSpPr>
        <p:grpSpPr>
          <a:xfrm>
            <a:off x="792006" y="6040065"/>
            <a:ext cx="4478574" cy="646331"/>
            <a:chOff x="218976" y="6177207"/>
            <a:chExt cx="4478574" cy="646331"/>
          </a:xfrm>
        </p:grpSpPr>
        <p:grpSp>
          <p:nvGrpSpPr>
            <p:cNvPr id="222" name="组合 221">
              <a:extLst>
                <a:ext uri="{FF2B5EF4-FFF2-40B4-BE49-F238E27FC236}">
                  <a16:creationId xmlns:a16="http://schemas.microsoft.com/office/drawing/2014/main" id="{85AD9D30-0898-4FA8-B72F-568F47E4B952}"/>
                </a:ext>
              </a:extLst>
            </p:cNvPr>
            <p:cNvGrpSpPr/>
            <p:nvPr/>
          </p:nvGrpSpPr>
          <p:grpSpPr>
            <a:xfrm>
              <a:off x="1662761" y="6291489"/>
              <a:ext cx="3034789" cy="469616"/>
              <a:chOff x="1662761" y="5663940"/>
              <a:chExt cx="3034789" cy="469616"/>
            </a:xfrm>
          </p:grpSpPr>
          <p:sp>
            <p:nvSpPr>
              <p:cNvPr id="223" name="文本框 81922">
                <a:extLst>
                  <a:ext uri="{FF2B5EF4-FFF2-40B4-BE49-F238E27FC236}">
                    <a16:creationId xmlns:a16="http://schemas.microsoft.com/office/drawing/2014/main" id="{4EB2538E-8974-48C4-8200-94DEA7FACDE8}"/>
                  </a:ext>
                </a:extLst>
              </p:cNvPr>
              <p:cNvSpPr txBox="1">
                <a:spLocks noChangeArrowheads="1"/>
              </p:cNvSpPr>
              <p:nvPr/>
            </p:nvSpPr>
            <p:spPr bwMode="auto">
              <a:xfrm>
                <a:off x="1662761" y="5663940"/>
                <a:ext cx="527812" cy="469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tIns="0">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en-US" altLang="zh-CN" sz="2800" b="1" dirty="0" err="1">
                    <a:solidFill>
                      <a:schemeClr val="accent6">
                        <a:lumMod val="50000"/>
                      </a:schemeClr>
                    </a:solidFill>
                    <a:ea typeface="楷体_GB2312" pitchFamily="49" charset="-122"/>
                  </a:rPr>
                  <a:t>ve</a:t>
                </a:r>
                <a:endParaRPr lang="zh-CN" altLang="en-US" sz="2800" b="1" dirty="0">
                  <a:solidFill>
                    <a:schemeClr val="accent6">
                      <a:lumMod val="50000"/>
                    </a:schemeClr>
                  </a:solidFill>
                </a:endParaRPr>
              </a:p>
            </p:txBody>
          </p:sp>
          <p:sp>
            <p:nvSpPr>
              <p:cNvPr id="224" name="矩形 223">
                <a:extLst>
                  <a:ext uri="{FF2B5EF4-FFF2-40B4-BE49-F238E27FC236}">
                    <a16:creationId xmlns:a16="http://schemas.microsoft.com/office/drawing/2014/main" id="{BAEF296A-B50F-4E87-A329-21A0C039AB53}"/>
                  </a:ext>
                </a:extLst>
              </p:cNvPr>
              <p:cNvSpPr/>
              <p:nvPr/>
            </p:nvSpPr>
            <p:spPr>
              <a:xfrm>
                <a:off x="2192015" y="5671679"/>
                <a:ext cx="417539" cy="457200"/>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225" name="矩形 224">
                <a:extLst>
                  <a:ext uri="{FF2B5EF4-FFF2-40B4-BE49-F238E27FC236}">
                    <a16:creationId xmlns:a16="http://schemas.microsoft.com/office/drawing/2014/main" id="{9D6FBA60-AC21-48EB-946F-BE67F5A52497}"/>
                  </a:ext>
                </a:extLst>
              </p:cNvPr>
              <p:cNvSpPr/>
              <p:nvPr/>
            </p:nvSpPr>
            <p:spPr>
              <a:xfrm>
                <a:off x="2609269" y="5672491"/>
                <a:ext cx="417539" cy="457200"/>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226" name="矩形 225">
                <a:extLst>
                  <a:ext uri="{FF2B5EF4-FFF2-40B4-BE49-F238E27FC236}">
                    <a16:creationId xmlns:a16="http://schemas.microsoft.com/office/drawing/2014/main" id="{4F042734-D02B-452F-B396-EF33F67FA506}"/>
                  </a:ext>
                </a:extLst>
              </p:cNvPr>
              <p:cNvSpPr/>
              <p:nvPr/>
            </p:nvSpPr>
            <p:spPr>
              <a:xfrm>
                <a:off x="3026522" y="5671679"/>
                <a:ext cx="417539" cy="457200"/>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227" name="矩形 226">
                <a:extLst>
                  <a:ext uri="{FF2B5EF4-FFF2-40B4-BE49-F238E27FC236}">
                    <a16:creationId xmlns:a16="http://schemas.microsoft.com/office/drawing/2014/main" id="{DC26223F-3EAF-4835-B53E-CA9F49695DB5}"/>
                  </a:ext>
                </a:extLst>
              </p:cNvPr>
              <p:cNvSpPr/>
              <p:nvPr/>
            </p:nvSpPr>
            <p:spPr>
              <a:xfrm>
                <a:off x="3445219" y="5670650"/>
                <a:ext cx="417539" cy="457200"/>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228" name="矩形 227">
                <a:extLst>
                  <a:ext uri="{FF2B5EF4-FFF2-40B4-BE49-F238E27FC236}">
                    <a16:creationId xmlns:a16="http://schemas.microsoft.com/office/drawing/2014/main" id="{5C8FA300-5AB7-4C80-9149-1959077563ED}"/>
                  </a:ext>
                </a:extLst>
              </p:cNvPr>
              <p:cNvSpPr/>
              <p:nvPr/>
            </p:nvSpPr>
            <p:spPr>
              <a:xfrm>
                <a:off x="3862615" y="5670157"/>
                <a:ext cx="417539" cy="454349"/>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229" name="矩形 228">
                <a:extLst>
                  <a:ext uri="{FF2B5EF4-FFF2-40B4-BE49-F238E27FC236}">
                    <a16:creationId xmlns:a16="http://schemas.microsoft.com/office/drawing/2014/main" id="{A19D7D75-E596-4BAD-B4C9-D5CBB4C86FC6}"/>
                  </a:ext>
                </a:extLst>
              </p:cNvPr>
              <p:cNvSpPr/>
              <p:nvPr/>
            </p:nvSpPr>
            <p:spPr>
              <a:xfrm>
                <a:off x="4280011" y="5670157"/>
                <a:ext cx="417539" cy="457200"/>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grpSp>
        <p:sp>
          <p:nvSpPr>
            <p:cNvPr id="16" name="文本框 15">
              <a:extLst>
                <a:ext uri="{FF2B5EF4-FFF2-40B4-BE49-F238E27FC236}">
                  <a16:creationId xmlns:a16="http://schemas.microsoft.com/office/drawing/2014/main" id="{866FB045-8ED2-467D-A066-9223E1F0267A}"/>
                </a:ext>
              </a:extLst>
            </p:cNvPr>
            <p:cNvSpPr txBox="1"/>
            <p:nvPr/>
          </p:nvSpPr>
          <p:spPr>
            <a:xfrm>
              <a:off x="218976" y="6177207"/>
              <a:ext cx="1569660" cy="646331"/>
            </a:xfrm>
            <a:prstGeom prst="rect">
              <a:avLst/>
            </a:prstGeom>
            <a:noFill/>
          </p:spPr>
          <p:txBody>
            <a:bodyPr wrap="none" rtlCol="0">
              <a:spAutoFit/>
            </a:bodyPr>
            <a:lstStyle/>
            <a:p>
              <a:pPr algn="ctr"/>
              <a:r>
                <a:rPr lang="zh-CN" altLang="en-US" b="1" dirty="0"/>
                <a:t>源点到各顶点</a:t>
              </a:r>
              <a:endParaRPr lang="en-US" altLang="zh-CN" b="1" dirty="0"/>
            </a:p>
            <a:p>
              <a:pPr algn="ctr"/>
              <a:r>
                <a:rPr lang="zh-CN" altLang="en-US" b="1" dirty="0"/>
                <a:t>最长路径长度</a:t>
              </a:r>
            </a:p>
          </p:txBody>
        </p:sp>
      </p:grpSp>
      <p:grpSp>
        <p:nvGrpSpPr>
          <p:cNvPr id="174" name="组合 173">
            <a:extLst>
              <a:ext uri="{FF2B5EF4-FFF2-40B4-BE49-F238E27FC236}">
                <a16:creationId xmlns:a16="http://schemas.microsoft.com/office/drawing/2014/main" id="{901905DA-A40A-4D5C-832C-EDC3B3138FDA}"/>
              </a:ext>
            </a:extLst>
          </p:cNvPr>
          <p:cNvGrpSpPr/>
          <p:nvPr/>
        </p:nvGrpSpPr>
        <p:grpSpPr>
          <a:xfrm>
            <a:off x="4149778" y="4124617"/>
            <a:ext cx="524904" cy="334068"/>
            <a:chOff x="3519079" y="3349981"/>
            <a:chExt cx="524904" cy="334068"/>
          </a:xfrm>
        </p:grpSpPr>
        <p:sp>
          <p:nvSpPr>
            <p:cNvPr id="175" name="Rectangle 180">
              <a:extLst>
                <a:ext uri="{FF2B5EF4-FFF2-40B4-BE49-F238E27FC236}">
                  <a16:creationId xmlns:a16="http://schemas.microsoft.com/office/drawing/2014/main" id="{A55883D4-B5CF-4F69-A89C-7F944A53DBBB}"/>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chemeClr val="accent5">
                      <a:lumMod val="50000"/>
                    </a:schemeClr>
                  </a:solidFill>
                </a:rPr>
                <a:t>5</a:t>
              </a:r>
            </a:p>
          </p:txBody>
        </p:sp>
        <p:sp>
          <p:nvSpPr>
            <p:cNvPr id="176" name="Rectangle 180">
              <a:extLst>
                <a:ext uri="{FF2B5EF4-FFF2-40B4-BE49-F238E27FC236}">
                  <a16:creationId xmlns:a16="http://schemas.microsoft.com/office/drawing/2014/main" id="{3483FADA-F700-442A-887B-F6846DF125F8}"/>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1</a:t>
              </a:r>
            </a:p>
          </p:txBody>
        </p:sp>
        <p:sp>
          <p:nvSpPr>
            <p:cNvPr id="177" name="Line 181">
              <a:extLst>
                <a:ext uri="{FF2B5EF4-FFF2-40B4-BE49-F238E27FC236}">
                  <a16:creationId xmlns:a16="http://schemas.microsoft.com/office/drawing/2014/main" id="{32257017-D38C-464D-81AF-03AE69891A09}"/>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54" name="组合 153">
            <a:extLst>
              <a:ext uri="{FF2B5EF4-FFF2-40B4-BE49-F238E27FC236}">
                <a16:creationId xmlns:a16="http://schemas.microsoft.com/office/drawing/2014/main" id="{7ECCF934-CCE0-468D-A39D-DB9BF4E0BFCA}"/>
              </a:ext>
            </a:extLst>
          </p:cNvPr>
          <p:cNvGrpSpPr/>
          <p:nvPr/>
        </p:nvGrpSpPr>
        <p:grpSpPr>
          <a:xfrm>
            <a:off x="4156603" y="2936474"/>
            <a:ext cx="524904" cy="334068"/>
            <a:chOff x="3519079" y="3349981"/>
            <a:chExt cx="524904" cy="334068"/>
          </a:xfrm>
        </p:grpSpPr>
        <p:sp>
          <p:nvSpPr>
            <p:cNvPr id="155" name="Rectangle 180">
              <a:extLst>
                <a:ext uri="{FF2B5EF4-FFF2-40B4-BE49-F238E27FC236}">
                  <a16:creationId xmlns:a16="http://schemas.microsoft.com/office/drawing/2014/main" id="{14A74738-A33A-4675-9526-5C98E722E091}"/>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chemeClr val="accent5">
                      <a:lumMod val="50000"/>
                    </a:schemeClr>
                  </a:solidFill>
                </a:rPr>
                <a:t>3</a:t>
              </a:r>
            </a:p>
          </p:txBody>
        </p:sp>
        <p:sp>
          <p:nvSpPr>
            <p:cNvPr id="156" name="Rectangle 180">
              <a:extLst>
                <a:ext uri="{FF2B5EF4-FFF2-40B4-BE49-F238E27FC236}">
                  <a16:creationId xmlns:a16="http://schemas.microsoft.com/office/drawing/2014/main" id="{9706C267-EF24-4CD2-A154-77F97DA10FD1}"/>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2</a:t>
              </a:r>
            </a:p>
          </p:txBody>
        </p:sp>
        <p:sp>
          <p:nvSpPr>
            <p:cNvPr id="157" name="Line 181">
              <a:extLst>
                <a:ext uri="{FF2B5EF4-FFF2-40B4-BE49-F238E27FC236}">
                  <a16:creationId xmlns:a16="http://schemas.microsoft.com/office/drawing/2014/main" id="{FF7D138E-A4DF-4CB0-A425-9300EE73917D}"/>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70" name="组合 169">
            <a:extLst>
              <a:ext uri="{FF2B5EF4-FFF2-40B4-BE49-F238E27FC236}">
                <a16:creationId xmlns:a16="http://schemas.microsoft.com/office/drawing/2014/main" id="{BE740163-F02A-4061-A34D-ABF9C43B16D0}"/>
              </a:ext>
            </a:extLst>
          </p:cNvPr>
          <p:cNvGrpSpPr/>
          <p:nvPr/>
        </p:nvGrpSpPr>
        <p:grpSpPr>
          <a:xfrm>
            <a:off x="4154313" y="3723874"/>
            <a:ext cx="524904" cy="334068"/>
            <a:chOff x="3519079" y="3349981"/>
            <a:chExt cx="524904" cy="334068"/>
          </a:xfrm>
        </p:grpSpPr>
        <p:sp>
          <p:nvSpPr>
            <p:cNvPr id="171" name="Rectangle 180">
              <a:extLst>
                <a:ext uri="{FF2B5EF4-FFF2-40B4-BE49-F238E27FC236}">
                  <a16:creationId xmlns:a16="http://schemas.microsoft.com/office/drawing/2014/main" id="{BF6E4046-2932-4139-8F07-88DABFBCE776}"/>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chemeClr val="accent5">
                      <a:lumMod val="50000"/>
                    </a:schemeClr>
                  </a:solidFill>
                </a:rPr>
                <a:t>5</a:t>
              </a:r>
            </a:p>
          </p:txBody>
        </p:sp>
        <p:sp>
          <p:nvSpPr>
            <p:cNvPr id="172" name="Rectangle 180">
              <a:extLst>
                <a:ext uri="{FF2B5EF4-FFF2-40B4-BE49-F238E27FC236}">
                  <a16:creationId xmlns:a16="http://schemas.microsoft.com/office/drawing/2014/main" id="{32663E59-FD20-4804-9AE1-000584A35A18}"/>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2</a:t>
              </a:r>
            </a:p>
          </p:txBody>
        </p:sp>
        <p:sp>
          <p:nvSpPr>
            <p:cNvPr id="173" name="Line 181">
              <a:extLst>
                <a:ext uri="{FF2B5EF4-FFF2-40B4-BE49-F238E27FC236}">
                  <a16:creationId xmlns:a16="http://schemas.microsoft.com/office/drawing/2014/main" id="{EC7A6861-4A19-4288-85AC-64AE6CAA3AE2}"/>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58" name="组合 157">
            <a:extLst>
              <a:ext uri="{FF2B5EF4-FFF2-40B4-BE49-F238E27FC236}">
                <a16:creationId xmlns:a16="http://schemas.microsoft.com/office/drawing/2014/main" id="{08406CB1-D4A8-4E6A-9C44-9B8ED5AE01CC}"/>
              </a:ext>
            </a:extLst>
          </p:cNvPr>
          <p:cNvGrpSpPr/>
          <p:nvPr/>
        </p:nvGrpSpPr>
        <p:grpSpPr>
          <a:xfrm>
            <a:off x="4899277" y="2936474"/>
            <a:ext cx="524904" cy="334068"/>
            <a:chOff x="3519079" y="3349981"/>
            <a:chExt cx="524904" cy="334068"/>
          </a:xfrm>
        </p:grpSpPr>
        <p:sp>
          <p:nvSpPr>
            <p:cNvPr id="159" name="Rectangle 180">
              <a:extLst>
                <a:ext uri="{FF2B5EF4-FFF2-40B4-BE49-F238E27FC236}">
                  <a16:creationId xmlns:a16="http://schemas.microsoft.com/office/drawing/2014/main" id="{BBF11DA4-3ADF-4062-8279-A0FDCC6F439A}"/>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chemeClr val="accent5">
                      <a:lumMod val="50000"/>
                    </a:schemeClr>
                  </a:solidFill>
                </a:rPr>
                <a:t>4</a:t>
              </a:r>
            </a:p>
          </p:txBody>
        </p:sp>
        <p:sp>
          <p:nvSpPr>
            <p:cNvPr id="160" name="Rectangle 180">
              <a:extLst>
                <a:ext uri="{FF2B5EF4-FFF2-40B4-BE49-F238E27FC236}">
                  <a16:creationId xmlns:a16="http://schemas.microsoft.com/office/drawing/2014/main" id="{FE50F0C6-946D-4644-8C4D-613D7832F30C}"/>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3</a:t>
              </a:r>
            </a:p>
          </p:txBody>
        </p:sp>
        <p:sp>
          <p:nvSpPr>
            <p:cNvPr id="161" name="Line 181">
              <a:extLst>
                <a:ext uri="{FF2B5EF4-FFF2-40B4-BE49-F238E27FC236}">
                  <a16:creationId xmlns:a16="http://schemas.microsoft.com/office/drawing/2014/main" id="{0007DD35-8664-4DB1-AC41-9A19A1759201}"/>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66" name="组合 165">
            <a:extLst>
              <a:ext uri="{FF2B5EF4-FFF2-40B4-BE49-F238E27FC236}">
                <a16:creationId xmlns:a16="http://schemas.microsoft.com/office/drawing/2014/main" id="{F988874D-6813-4418-BFA2-5CE285C87435}"/>
              </a:ext>
            </a:extLst>
          </p:cNvPr>
          <p:cNvGrpSpPr/>
          <p:nvPr/>
        </p:nvGrpSpPr>
        <p:grpSpPr>
          <a:xfrm>
            <a:off x="4899277" y="3325231"/>
            <a:ext cx="524904" cy="334068"/>
            <a:chOff x="3519079" y="3349981"/>
            <a:chExt cx="524904" cy="334068"/>
          </a:xfrm>
        </p:grpSpPr>
        <p:sp>
          <p:nvSpPr>
            <p:cNvPr id="168" name="Rectangle 180">
              <a:extLst>
                <a:ext uri="{FF2B5EF4-FFF2-40B4-BE49-F238E27FC236}">
                  <a16:creationId xmlns:a16="http://schemas.microsoft.com/office/drawing/2014/main" id="{E7933AF9-047D-48F5-9546-EC81AA938AC2}"/>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3</a:t>
              </a:r>
            </a:p>
          </p:txBody>
        </p:sp>
        <p:sp>
          <p:nvSpPr>
            <p:cNvPr id="167" name="Rectangle 180">
              <a:extLst>
                <a:ext uri="{FF2B5EF4-FFF2-40B4-BE49-F238E27FC236}">
                  <a16:creationId xmlns:a16="http://schemas.microsoft.com/office/drawing/2014/main" id="{AF402C79-4423-4794-9815-2635695FDF74}"/>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chemeClr val="accent5">
                      <a:lumMod val="50000"/>
                    </a:schemeClr>
                  </a:solidFill>
                </a:rPr>
                <a:t>5</a:t>
              </a:r>
            </a:p>
          </p:txBody>
        </p:sp>
        <p:sp>
          <p:nvSpPr>
            <p:cNvPr id="169" name="Line 181">
              <a:extLst>
                <a:ext uri="{FF2B5EF4-FFF2-40B4-BE49-F238E27FC236}">
                  <a16:creationId xmlns:a16="http://schemas.microsoft.com/office/drawing/2014/main" id="{84556B98-8ACF-4EDB-91C4-80676C1A824E}"/>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62" name="组合 161">
            <a:extLst>
              <a:ext uri="{FF2B5EF4-FFF2-40B4-BE49-F238E27FC236}">
                <a16:creationId xmlns:a16="http://schemas.microsoft.com/office/drawing/2014/main" id="{279EAC11-F33D-45CA-AB63-6EE65A0FBE06}"/>
              </a:ext>
            </a:extLst>
          </p:cNvPr>
          <p:cNvGrpSpPr/>
          <p:nvPr/>
        </p:nvGrpSpPr>
        <p:grpSpPr>
          <a:xfrm>
            <a:off x="4154313" y="3325042"/>
            <a:ext cx="524904" cy="334068"/>
            <a:chOff x="3519079" y="3349981"/>
            <a:chExt cx="524904" cy="334068"/>
          </a:xfrm>
        </p:grpSpPr>
        <p:sp>
          <p:nvSpPr>
            <p:cNvPr id="163" name="Rectangle 180">
              <a:extLst>
                <a:ext uri="{FF2B5EF4-FFF2-40B4-BE49-F238E27FC236}">
                  <a16:creationId xmlns:a16="http://schemas.microsoft.com/office/drawing/2014/main" id="{2BFEADED-4E06-418D-BD43-15CBBED320C4}"/>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chemeClr val="accent5">
                      <a:lumMod val="50000"/>
                    </a:schemeClr>
                  </a:solidFill>
                </a:rPr>
                <a:t>3</a:t>
              </a:r>
            </a:p>
          </p:txBody>
        </p:sp>
        <p:sp>
          <p:nvSpPr>
            <p:cNvPr id="164" name="Rectangle 180">
              <a:extLst>
                <a:ext uri="{FF2B5EF4-FFF2-40B4-BE49-F238E27FC236}">
                  <a16:creationId xmlns:a16="http://schemas.microsoft.com/office/drawing/2014/main" id="{D565BE9B-E3B2-4C22-977E-2AB91D146BDD}"/>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4</a:t>
              </a:r>
            </a:p>
          </p:txBody>
        </p:sp>
        <p:sp>
          <p:nvSpPr>
            <p:cNvPr id="165" name="Line 181">
              <a:extLst>
                <a:ext uri="{FF2B5EF4-FFF2-40B4-BE49-F238E27FC236}">
                  <a16:creationId xmlns:a16="http://schemas.microsoft.com/office/drawing/2014/main" id="{DC31A48F-E54A-4440-BFE2-B8824D7B3F90}"/>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150" name="组合 149">
            <a:extLst>
              <a:ext uri="{FF2B5EF4-FFF2-40B4-BE49-F238E27FC236}">
                <a16:creationId xmlns:a16="http://schemas.microsoft.com/office/drawing/2014/main" id="{3AA8A551-5D00-45E6-A2EB-F2CA15217749}"/>
              </a:ext>
            </a:extLst>
          </p:cNvPr>
          <p:cNvGrpSpPr/>
          <p:nvPr/>
        </p:nvGrpSpPr>
        <p:grpSpPr>
          <a:xfrm>
            <a:off x="4904223" y="2537543"/>
            <a:ext cx="524904" cy="334068"/>
            <a:chOff x="3519079" y="3349981"/>
            <a:chExt cx="524904" cy="334068"/>
          </a:xfrm>
        </p:grpSpPr>
        <p:sp>
          <p:nvSpPr>
            <p:cNvPr id="151" name="Rectangle 180">
              <a:extLst>
                <a:ext uri="{FF2B5EF4-FFF2-40B4-BE49-F238E27FC236}">
                  <a16:creationId xmlns:a16="http://schemas.microsoft.com/office/drawing/2014/main" id="{4B565105-AF62-4C3C-8349-48A1E029455A}"/>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chemeClr val="accent5">
                      <a:lumMod val="50000"/>
                    </a:schemeClr>
                  </a:solidFill>
                </a:rPr>
                <a:t>2</a:t>
              </a:r>
            </a:p>
          </p:txBody>
        </p:sp>
        <p:sp>
          <p:nvSpPr>
            <p:cNvPr id="152" name="Rectangle 180">
              <a:extLst>
                <a:ext uri="{FF2B5EF4-FFF2-40B4-BE49-F238E27FC236}">
                  <a16:creationId xmlns:a16="http://schemas.microsoft.com/office/drawing/2014/main" id="{00893210-8CDA-45B2-AD6E-9E75149B947C}"/>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2</a:t>
              </a:r>
            </a:p>
          </p:txBody>
        </p:sp>
        <p:sp>
          <p:nvSpPr>
            <p:cNvPr id="153" name="Line 181">
              <a:extLst>
                <a:ext uri="{FF2B5EF4-FFF2-40B4-BE49-F238E27FC236}">
                  <a16:creationId xmlns:a16="http://schemas.microsoft.com/office/drawing/2014/main" id="{6915B3F7-A47B-45EB-9BCD-4C8A9F30D24A}"/>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4" name="组合 3">
            <a:extLst>
              <a:ext uri="{FF2B5EF4-FFF2-40B4-BE49-F238E27FC236}">
                <a16:creationId xmlns:a16="http://schemas.microsoft.com/office/drawing/2014/main" id="{B4076EF5-5977-4165-B256-6A4CD50A9BFD}"/>
              </a:ext>
            </a:extLst>
          </p:cNvPr>
          <p:cNvGrpSpPr/>
          <p:nvPr/>
        </p:nvGrpSpPr>
        <p:grpSpPr>
          <a:xfrm>
            <a:off x="504277" y="2207055"/>
            <a:ext cx="287419" cy="638478"/>
            <a:chOff x="2741787" y="2472270"/>
            <a:chExt cx="396923" cy="725567"/>
          </a:xfrm>
        </p:grpSpPr>
        <p:sp>
          <p:nvSpPr>
            <p:cNvPr id="5" name="文本框 4">
              <a:extLst>
                <a:ext uri="{FF2B5EF4-FFF2-40B4-BE49-F238E27FC236}">
                  <a16:creationId xmlns:a16="http://schemas.microsoft.com/office/drawing/2014/main" id="{BCDEFB47-433B-448C-A8EF-7A52587374B3}"/>
                </a:ext>
              </a:extLst>
            </p:cNvPr>
            <p:cNvSpPr txBox="1"/>
            <p:nvPr/>
          </p:nvSpPr>
          <p:spPr>
            <a:xfrm>
              <a:off x="2836329" y="2472270"/>
              <a:ext cx="189452" cy="365049"/>
            </a:xfrm>
            <a:prstGeom prst="rect">
              <a:avLst/>
            </a:prstGeom>
            <a:noFill/>
          </p:spPr>
          <p:txBody>
            <a:bodyPr wrap="none" lIns="36000" tIns="0" rIns="36000" bIns="0" rtlCol="0">
              <a:spAutoFit/>
            </a:bodyPr>
            <a:lstStyle/>
            <a:p>
              <a:r>
                <a:rPr lang="en-US" altLang="zh-CN" sz="2400" b="1" dirty="0">
                  <a:solidFill>
                    <a:srgbClr val="C00000"/>
                  </a:solidFill>
                </a:rPr>
                <a:t>i</a:t>
              </a:r>
              <a:endParaRPr lang="zh-CN" altLang="en-US" sz="2400" b="1" dirty="0">
                <a:solidFill>
                  <a:srgbClr val="C00000"/>
                </a:solidFill>
              </a:endParaRPr>
            </a:p>
          </p:txBody>
        </p:sp>
        <p:sp>
          <p:nvSpPr>
            <p:cNvPr id="6" name="矩形 5">
              <a:extLst>
                <a:ext uri="{FF2B5EF4-FFF2-40B4-BE49-F238E27FC236}">
                  <a16:creationId xmlns:a16="http://schemas.microsoft.com/office/drawing/2014/main" id="{BC611C6C-29E5-452E-AD8B-52B29CD51C2C}"/>
                </a:ext>
              </a:extLst>
            </p:cNvPr>
            <p:cNvSpPr/>
            <p:nvPr/>
          </p:nvSpPr>
          <p:spPr>
            <a:xfrm>
              <a:off x="2741787" y="2831002"/>
              <a:ext cx="396923" cy="366835"/>
            </a:xfrm>
            <a:prstGeom prst="rect">
              <a:avLst/>
            </a:prstGeom>
            <a:solidFill>
              <a:schemeClr val="accent4">
                <a:lumMod val="20000"/>
                <a:lumOff val="80000"/>
              </a:schemeClr>
            </a:solid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81922">
            <a:extLst>
              <a:ext uri="{FF2B5EF4-FFF2-40B4-BE49-F238E27FC236}">
                <a16:creationId xmlns:a16="http://schemas.microsoft.com/office/drawing/2014/main" id="{8A1D991E-1C9E-4AE9-ACC0-BB2B116FD620}"/>
              </a:ext>
            </a:extLst>
          </p:cNvPr>
          <p:cNvSpPr txBox="1">
            <a:spLocks noChangeArrowheads="1"/>
          </p:cNvSpPr>
          <p:nvPr/>
        </p:nvSpPr>
        <p:spPr bwMode="auto">
          <a:xfrm>
            <a:off x="340599" y="890777"/>
            <a:ext cx="4389740" cy="1237775"/>
          </a:xfrm>
          <a:prstGeom prst="rect">
            <a:avLst/>
          </a:prstGeom>
          <a:solidFill>
            <a:schemeClr val="bg1">
              <a:lumMod val="95000"/>
            </a:schemeClr>
          </a:solidFill>
          <a:ln>
            <a:noFill/>
          </a:ln>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zh-CN" altLang="en-US" sz="1800" dirty="0">
                <a:solidFill>
                  <a:srgbClr val="000099"/>
                </a:solidFill>
                <a:ea typeface="楷体_GB2312" pitchFamily="49" charset="-122"/>
              </a:rPr>
              <a:t>有向网 </a:t>
            </a:r>
            <a:r>
              <a:rPr lang="en-US" altLang="zh-CN" sz="1800" dirty="0">
                <a:solidFill>
                  <a:srgbClr val="C00000"/>
                </a:solidFill>
                <a:effectLst>
                  <a:outerShdw blurRad="38100" dist="38100" dir="2700000" algn="tl">
                    <a:srgbClr val="000000">
                      <a:alpha val="43137"/>
                    </a:srgbClr>
                  </a:outerShdw>
                </a:effectLst>
                <a:ea typeface="楷体_GB2312" pitchFamily="49" charset="-122"/>
              </a:rPr>
              <a:t>G </a:t>
            </a:r>
            <a:r>
              <a:rPr lang="zh-CN" altLang="en-US" sz="1800" dirty="0">
                <a:solidFill>
                  <a:srgbClr val="000099"/>
                </a:solidFill>
                <a:ea typeface="楷体_GB2312" pitchFamily="49" charset="-122"/>
              </a:rPr>
              <a:t>及其邻接表如页面所示。</a:t>
            </a:r>
            <a:endParaRPr lang="en-US" altLang="zh-CN" sz="1800" dirty="0">
              <a:solidFill>
                <a:srgbClr val="000099"/>
              </a:solidFill>
              <a:ea typeface="楷体_GB2312" pitchFamily="49" charset="-122"/>
            </a:endParaRPr>
          </a:p>
          <a:p>
            <a:pPr eaLnBrk="1" hangingPunct="1">
              <a:lnSpc>
                <a:spcPct val="105000"/>
              </a:lnSpc>
              <a:spcBef>
                <a:spcPct val="0"/>
              </a:spcBef>
              <a:buClrTx/>
              <a:buFontTx/>
              <a:buNone/>
            </a:pPr>
            <a:r>
              <a:rPr lang="zh-CN" altLang="en-US" sz="1800" dirty="0">
                <a:solidFill>
                  <a:srgbClr val="000099"/>
                </a:solidFill>
                <a:ea typeface="楷体_GB2312" pitchFamily="49" charset="-122"/>
              </a:rPr>
              <a:t>每个顶点的邻接链表中的结点中，第二个域</a:t>
            </a:r>
            <a:r>
              <a:rPr lang="en-US" altLang="zh-CN" sz="1800" dirty="0">
                <a:solidFill>
                  <a:srgbClr val="000099"/>
                </a:solidFill>
                <a:ea typeface="楷体_GB2312" pitchFamily="49" charset="-122"/>
              </a:rPr>
              <a:t>info</a:t>
            </a:r>
            <a:r>
              <a:rPr lang="zh-CN" altLang="en-US" sz="1800" dirty="0">
                <a:solidFill>
                  <a:srgbClr val="000099"/>
                </a:solidFill>
                <a:ea typeface="楷体_GB2312" pitchFamily="49" charset="-122"/>
              </a:rPr>
              <a:t>指向该弧的持续时间，为了直观，直接标上了持续时间。</a:t>
            </a:r>
            <a:endParaRPr lang="en-US" altLang="zh-CN" sz="1800" dirty="0">
              <a:solidFill>
                <a:srgbClr val="000099"/>
              </a:solidFill>
              <a:ea typeface="楷体_GB2312" pitchFamily="49" charset="-122"/>
            </a:endParaRPr>
          </a:p>
        </p:txBody>
      </p:sp>
      <p:sp>
        <p:nvSpPr>
          <p:cNvPr id="8" name="文本框 81922">
            <a:extLst>
              <a:ext uri="{FF2B5EF4-FFF2-40B4-BE49-F238E27FC236}">
                <a16:creationId xmlns:a16="http://schemas.microsoft.com/office/drawing/2014/main" id="{E3B239BC-FDB1-4392-BAA3-A2D50BFB272C}"/>
              </a:ext>
            </a:extLst>
          </p:cNvPr>
          <p:cNvSpPr txBox="1">
            <a:spLocks noChangeArrowheads="1"/>
          </p:cNvSpPr>
          <p:nvPr/>
        </p:nvSpPr>
        <p:spPr bwMode="auto">
          <a:xfrm>
            <a:off x="357853" y="850645"/>
            <a:ext cx="4943254" cy="1237775"/>
          </a:xfrm>
          <a:prstGeom prst="rect">
            <a:avLst/>
          </a:prstGeom>
          <a:solidFill>
            <a:schemeClr val="bg1">
              <a:lumMod val="95000"/>
            </a:schemeClr>
          </a:solidFill>
          <a:ln>
            <a:noFill/>
          </a:ln>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zh-CN" altLang="en-US" sz="1800" dirty="0">
                <a:solidFill>
                  <a:srgbClr val="000099"/>
                </a:solidFill>
                <a:ea typeface="楷体_GB2312" pitchFamily="49" charset="-122"/>
              </a:rPr>
              <a:t>将算法</a:t>
            </a:r>
            <a:r>
              <a:rPr lang="en-US" altLang="zh-CN" sz="1800" dirty="0">
                <a:solidFill>
                  <a:srgbClr val="000099"/>
                </a:solidFill>
                <a:ea typeface="楷体_GB2312" pitchFamily="49" charset="-122"/>
              </a:rPr>
              <a:t>7.14</a:t>
            </a:r>
            <a:r>
              <a:rPr lang="zh-CN" altLang="en-US" sz="1800" dirty="0">
                <a:solidFill>
                  <a:srgbClr val="000099"/>
                </a:solidFill>
                <a:ea typeface="楷体_GB2312" pitchFamily="49" charset="-122"/>
              </a:rPr>
              <a:t>作少量修改就得到算法</a:t>
            </a:r>
            <a:r>
              <a:rPr lang="en-US" altLang="zh-CN" sz="1800" dirty="0">
                <a:solidFill>
                  <a:srgbClr val="000099"/>
                </a:solidFill>
                <a:ea typeface="楷体_GB2312" pitchFamily="49" charset="-122"/>
              </a:rPr>
              <a:t>7.15</a:t>
            </a:r>
            <a:r>
              <a:rPr lang="zh-CN" altLang="en-US" sz="1800" dirty="0">
                <a:solidFill>
                  <a:srgbClr val="000099"/>
                </a:solidFill>
                <a:ea typeface="楷体_GB2312" pitchFamily="49" charset="-122"/>
              </a:rPr>
              <a:t>。</a:t>
            </a:r>
            <a:endParaRPr lang="en-US" altLang="zh-CN" sz="1800" dirty="0">
              <a:solidFill>
                <a:srgbClr val="000099"/>
              </a:solidFill>
              <a:ea typeface="楷体_GB2312" pitchFamily="49" charset="-122"/>
            </a:endParaRPr>
          </a:p>
          <a:p>
            <a:pPr eaLnBrk="1" hangingPunct="1">
              <a:lnSpc>
                <a:spcPct val="105000"/>
              </a:lnSpc>
              <a:spcBef>
                <a:spcPct val="0"/>
              </a:spcBef>
              <a:buClrTx/>
              <a:buFontTx/>
              <a:buNone/>
            </a:pPr>
            <a:r>
              <a:rPr lang="zh-CN" altLang="en-US" sz="1800" dirty="0">
                <a:solidFill>
                  <a:srgbClr val="000099"/>
                </a:solidFill>
                <a:ea typeface="楷体_GB2312" pitchFamily="49" charset="-122"/>
              </a:rPr>
              <a:t>一是增设栈</a:t>
            </a:r>
            <a:r>
              <a:rPr lang="en-US" altLang="zh-CN" sz="1800" dirty="0">
                <a:solidFill>
                  <a:srgbClr val="000099"/>
                </a:solidFill>
                <a:ea typeface="楷体_GB2312" pitchFamily="49" charset="-122"/>
              </a:rPr>
              <a:t>S</a:t>
            </a:r>
            <a:r>
              <a:rPr lang="zh-CN" altLang="en-US" sz="1800" dirty="0">
                <a:solidFill>
                  <a:srgbClr val="000099"/>
                </a:solidFill>
                <a:ea typeface="楷体_GB2312" pitchFamily="49" charset="-122"/>
              </a:rPr>
              <a:t>，就可得到并返回求关键路径所需的逆拓扑序列。</a:t>
            </a:r>
            <a:endParaRPr lang="en-US" altLang="zh-CN" sz="1800" dirty="0">
              <a:solidFill>
                <a:srgbClr val="000099"/>
              </a:solidFill>
              <a:ea typeface="楷体_GB2312" pitchFamily="49" charset="-122"/>
            </a:endParaRPr>
          </a:p>
          <a:p>
            <a:pPr eaLnBrk="1" hangingPunct="1">
              <a:lnSpc>
                <a:spcPct val="105000"/>
              </a:lnSpc>
              <a:spcBef>
                <a:spcPct val="0"/>
              </a:spcBef>
              <a:buClrTx/>
              <a:buFontTx/>
              <a:buNone/>
            </a:pPr>
            <a:r>
              <a:rPr lang="zh-CN" altLang="en-US" sz="1800" dirty="0">
                <a:solidFill>
                  <a:srgbClr val="000099"/>
                </a:solidFill>
                <a:ea typeface="楷体_GB2312" pitchFamily="49" charset="-122"/>
              </a:rPr>
              <a:t>二是在拓扑排序同时，求各顶点的</a:t>
            </a:r>
            <a:r>
              <a:rPr lang="en-US" altLang="zh-CN" sz="1800" dirty="0" err="1">
                <a:solidFill>
                  <a:srgbClr val="000099"/>
                </a:solidFill>
                <a:ea typeface="楷体_GB2312" pitchFamily="49" charset="-122"/>
              </a:rPr>
              <a:t>ve</a:t>
            </a:r>
            <a:r>
              <a:rPr lang="zh-CN" altLang="en-US" sz="1800" dirty="0">
                <a:solidFill>
                  <a:srgbClr val="000099"/>
                </a:solidFill>
                <a:ea typeface="楷体_GB2312" pitchFamily="49" charset="-122"/>
              </a:rPr>
              <a:t>值。</a:t>
            </a:r>
            <a:r>
              <a:rPr lang="en-US" altLang="zh-CN" sz="1800" dirty="0">
                <a:solidFill>
                  <a:srgbClr val="000099"/>
                </a:solidFill>
                <a:ea typeface="楷体_GB2312" pitchFamily="49" charset="-122"/>
              </a:rPr>
              <a:t> </a:t>
            </a:r>
            <a:endParaRPr lang="zh-CN" altLang="en-US" sz="1800" dirty="0">
              <a:solidFill>
                <a:srgbClr val="000099"/>
              </a:solidFill>
            </a:endParaRPr>
          </a:p>
        </p:txBody>
      </p:sp>
      <p:sp>
        <p:nvSpPr>
          <p:cNvPr id="9" name="矩形 8">
            <a:extLst>
              <a:ext uri="{FF2B5EF4-FFF2-40B4-BE49-F238E27FC236}">
                <a16:creationId xmlns:a16="http://schemas.microsoft.com/office/drawing/2014/main" id="{FAC2E64A-F9E0-4E19-9279-835FBB37FD02}"/>
              </a:ext>
            </a:extLst>
          </p:cNvPr>
          <p:cNvSpPr/>
          <p:nvPr/>
        </p:nvSpPr>
        <p:spPr>
          <a:xfrm>
            <a:off x="3522782" y="2509113"/>
            <a:ext cx="490674" cy="2362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81923">
            <a:extLst>
              <a:ext uri="{FF2B5EF4-FFF2-40B4-BE49-F238E27FC236}">
                <a16:creationId xmlns:a16="http://schemas.microsoft.com/office/drawing/2014/main" id="{CD9D1EFC-6C7B-4A67-854C-2717868BB127}"/>
              </a:ext>
            </a:extLst>
          </p:cNvPr>
          <p:cNvSpPr txBox="1">
            <a:spLocks noChangeArrowheads="1"/>
          </p:cNvSpPr>
          <p:nvPr/>
        </p:nvSpPr>
        <p:spPr bwMode="auto">
          <a:xfrm>
            <a:off x="5570645" y="507199"/>
            <a:ext cx="6533355" cy="639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5000"/>
              </a:lnSpc>
              <a:spcBef>
                <a:spcPct val="0"/>
              </a:spcBef>
              <a:buClrTx/>
              <a:buFontTx/>
              <a:buNone/>
            </a:pPr>
            <a:r>
              <a:rPr lang="en-US" altLang="zh-CN" sz="1800" dirty="0">
                <a:latin typeface="Calibri" panose="020F0502020204030204" pitchFamily="34" charset="0"/>
                <a:ea typeface="Calibri" panose="020F0502020204030204" pitchFamily="34" charset="0"/>
                <a:cs typeface="Calibri" panose="020F0502020204030204" pitchFamily="34" charset="0"/>
              </a:rPr>
              <a:t>Status </a:t>
            </a:r>
            <a:r>
              <a:rPr lang="en-US" altLang="zh-CN" sz="1800" dirty="0" err="1">
                <a:latin typeface="Calibri" panose="020F0502020204030204" pitchFamily="34" charset="0"/>
                <a:ea typeface="Calibri" panose="020F0502020204030204" pitchFamily="34" charset="0"/>
                <a:cs typeface="Calibri" panose="020F0502020204030204" pitchFamily="34" charset="0"/>
              </a:rPr>
              <a:t>TopologicalSort_ve</a:t>
            </a:r>
            <a:r>
              <a:rPr lang="en-US" altLang="zh-CN" sz="1800" dirty="0">
                <a:latin typeface="Calibri" panose="020F0502020204030204" pitchFamily="34" charset="0"/>
                <a:ea typeface="Calibri" panose="020F0502020204030204" pitchFamily="34" charset="0"/>
                <a:cs typeface="Calibri" panose="020F0502020204030204" pitchFamily="34" charset="0"/>
              </a:rPr>
              <a:t>(</a:t>
            </a:r>
            <a:r>
              <a:rPr lang="en-US" altLang="zh-CN" sz="1800" dirty="0" err="1">
                <a:latin typeface="Calibri" panose="020F0502020204030204" pitchFamily="34" charset="0"/>
                <a:ea typeface="Calibri" panose="020F0502020204030204" pitchFamily="34" charset="0"/>
                <a:cs typeface="Calibri" panose="020F0502020204030204" pitchFamily="34" charset="0"/>
              </a:rPr>
              <a:t>ALGraph</a:t>
            </a:r>
            <a:r>
              <a:rPr lang="en-US" altLang="zh-CN" sz="1800" dirty="0">
                <a:latin typeface="Calibri" panose="020F0502020204030204" pitchFamily="34" charset="0"/>
                <a:ea typeface="Calibri" panose="020F0502020204030204" pitchFamily="34" charset="0"/>
                <a:cs typeface="Calibri" panose="020F0502020204030204" pitchFamily="34" charset="0"/>
              </a:rPr>
              <a:t> G) </a:t>
            </a:r>
            <a:r>
              <a:rPr lang="en-US" altLang="zh-CN" sz="1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pPr eaLnBrk="1" hangingPunct="1">
              <a:lnSpc>
                <a:spcPct val="95000"/>
              </a:lnSpc>
              <a:spcBef>
                <a:spcPct val="0"/>
              </a:spcBef>
              <a:buClrTx/>
              <a:buFontTx/>
              <a:buNone/>
            </a:pPr>
            <a:r>
              <a:rPr lang="en-US" altLang="zh-CN" sz="1600" dirty="0">
                <a:latin typeface="Calibri" panose="020F0502020204030204" pitchFamily="34" charset="0"/>
                <a:ea typeface="Calibri" panose="020F0502020204030204" pitchFamily="34" charset="0"/>
                <a:cs typeface="Calibri" panose="020F0502020204030204" pitchFamily="34" charset="0"/>
              </a:rPr>
              <a:t>  </a:t>
            </a:r>
            <a:r>
              <a:rPr lang="en-US" altLang="zh-CN" sz="1800" dirty="0" err="1">
                <a:latin typeface="Calibri" panose="020F0502020204030204" pitchFamily="34" charset="0"/>
                <a:ea typeface="Calibri" panose="020F0502020204030204" pitchFamily="34" charset="0"/>
                <a:cs typeface="Calibri" panose="020F0502020204030204" pitchFamily="34" charset="0"/>
              </a:rPr>
              <a:t>ArcNP</a:t>
            </a:r>
            <a:r>
              <a:rPr lang="en-US" altLang="zh-CN" sz="1800" dirty="0">
                <a:latin typeface="Calibri" panose="020F0502020204030204" pitchFamily="34" charset="0"/>
                <a:ea typeface="Calibri" panose="020F0502020204030204" pitchFamily="34" charset="0"/>
                <a:cs typeface="Calibri" panose="020F0502020204030204" pitchFamily="34" charset="0"/>
              </a:rPr>
              <a:t> p;    </a:t>
            </a:r>
            <a:r>
              <a:rPr lang="en-US" altLang="zh-CN" sz="1800" b="1" dirty="0">
                <a:latin typeface="Calibri" panose="020F0502020204030204" pitchFamily="34" charset="0"/>
                <a:ea typeface="Calibri" panose="020F0502020204030204" pitchFamily="34" charset="0"/>
                <a:cs typeface="Calibri" panose="020F0502020204030204" pitchFamily="34" charset="0"/>
              </a:rPr>
              <a:t>int</a:t>
            </a:r>
            <a:r>
              <a:rPr lang="en-US" altLang="zh-CN" sz="1800" dirty="0">
                <a:latin typeface="Calibri" panose="020F0502020204030204" pitchFamily="34" charset="0"/>
                <a:ea typeface="Calibri" panose="020F0502020204030204" pitchFamily="34" charset="0"/>
                <a:cs typeface="Calibri" panose="020F0502020204030204" pitchFamily="34" charset="0"/>
              </a:rPr>
              <a:t> I, j, *indegree; </a:t>
            </a:r>
          </a:p>
          <a:p>
            <a:pPr eaLnBrk="1" hangingPunct="1">
              <a:lnSpc>
                <a:spcPct val="95000"/>
              </a:lnSpc>
              <a:spcBef>
                <a:spcPct val="0"/>
              </a:spcBef>
              <a:buClrTx/>
              <a:buFontTx/>
              <a:buNone/>
            </a:pPr>
            <a:r>
              <a:rPr lang="en-US" altLang="zh-CN" sz="1800" dirty="0">
                <a:latin typeface="Calibri" panose="020F0502020204030204" pitchFamily="34" charset="0"/>
                <a:ea typeface="Calibri" panose="020F0502020204030204" pitchFamily="34" charset="0"/>
                <a:cs typeface="Calibri" panose="020F0502020204030204" pitchFamily="34" charset="0"/>
              </a:rPr>
              <a:t> </a:t>
            </a:r>
            <a:endParaRPr lang="zh-CN" altLang="en-US" sz="1800" dirty="0">
              <a:latin typeface="Calibri" panose="020F0502020204030204" pitchFamily="34" charset="0"/>
              <a:ea typeface="楷体_GB2312" pitchFamily="49" charset="-122"/>
              <a:cs typeface="Calibri" panose="020F0502020204030204" pitchFamily="34" charset="0"/>
            </a:endParaRPr>
          </a:p>
          <a:p>
            <a:pPr eaLnBrk="1" hangingPunct="1">
              <a:lnSpc>
                <a:spcPct val="95000"/>
              </a:lnSpc>
              <a:spcBef>
                <a:spcPct val="0"/>
              </a:spcBef>
              <a:buClrTx/>
              <a:buFontTx/>
              <a:buNone/>
            </a:pPr>
            <a:r>
              <a:rPr lang="en-US" altLang="zh-CN" sz="1800" dirty="0">
                <a:latin typeface="Calibri" panose="020F0502020204030204" pitchFamily="34" charset="0"/>
                <a:ea typeface="Calibri" panose="020F0502020204030204" pitchFamily="34" charset="0"/>
                <a:cs typeface="Calibri" panose="020F0502020204030204" pitchFamily="34" charset="0"/>
              </a:rPr>
              <a:t>  Queue Q = </a:t>
            </a:r>
            <a:r>
              <a:rPr lang="en-US" altLang="zh-CN" sz="1800" dirty="0" err="1">
                <a:latin typeface="Calibri" panose="020F0502020204030204" pitchFamily="34" charset="0"/>
                <a:ea typeface="Calibri" panose="020F0502020204030204" pitchFamily="34" charset="0"/>
                <a:cs typeface="Calibri" panose="020F0502020204030204" pitchFamily="34" charset="0"/>
              </a:rPr>
              <a:t>InitQueue</a:t>
            </a:r>
            <a:r>
              <a:rPr lang="en-US" altLang="zh-CN" sz="1800" dirty="0">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zh-CN" altLang="en-US" sz="1600" dirty="0">
                <a:solidFill>
                  <a:schemeClr val="accent6">
                    <a:lumMod val="50000"/>
                  </a:schemeClr>
                </a:solidFill>
                <a:latin typeface="Calibri" panose="020F0502020204030204" pitchFamily="34" charset="0"/>
                <a:ea typeface="楷体_GB2312" pitchFamily="49" charset="-122"/>
                <a:cs typeface="Calibri" panose="020F0502020204030204" pitchFamily="34" charset="0"/>
              </a:rPr>
              <a:t>初始化链队列</a:t>
            </a:r>
            <a:endParaRPr lang="en-US" altLang="zh-CN" sz="1600" dirty="0">
              <a:solidFill>
                <a:schemeClr val="accent6">
                  <a:lumMod val="50000"/>
                </a:schemeClr>
              </a:solidFill>
              <a:latin typeface="Calibri" panose="020F0502020204030204" pitchFamily="34" charset="0"/>
              <a:ea typeface="楷体_GB2312" pitchFamily="49" charset="-122"/>
              <a:cs typeface="Calibri" panose="020F0502020204030204" pitchFamily="34" charset="0"/>
            </a:endParaRPr>
          </a:p>
          <a:p>
            <a:pPr>
              <a:lnSpc>
                <a:spcPct val="95000"/>
              </a:lnSpc>
              <a:spcBef>
                <a:spcPct val="0"/>
              </a:spcBef>
              <a:buClrTx/>
              <a:buNone/>
            </a:pP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if</a:t>
            </a: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a:latin typeface="Calibri" panose="020F0502020204030204" pitchFamily="34" charset="0"/>
                <a:ea typeface="Calibri" panose="020F0502020204030204" pitchFamily="34" charset="0"/>
                <a:cs typeface="Calibri" panose="020F0502020204030204" pitchFamily="34" charset="0"/>
              </a:rPr>
              <a:t>(indegree =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int</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r>
              <a:rPr lang="en-US" altLang="zh-CN" sz="1800" b="1" kern="100" dirty="0" err="1">
                <a:latin typeface="Calibri" panose="020F0502020204030204" pitchFamily="34" charset="0"/>
                <a:ea typeface="Calibri" panose="020F0502020204030204" pitchFamily="34" charset="0"/>
                <a:cs typeface="Calibri" panose="020F0502020204030204" pitchFamily="34" charset="0"/>
              </a:rPr>
              <a:t>calloc</a:t>
            </a:r>
            <a:r>
              <a:rPr lang="en-US" altLang="zh-CN" sz="1800" kern="100" dirty="0">
                <a:latin typeface="Calibri" panose="020F0502020204030204" pitchFamily="34" charset="0"/>
                <a:ea typeface="Calibri" panose="020F0502020204030204" pitchFamily="34" charset="0"/>
                <a:cs typeface="Calibri" panose="020F0502020204030204" pitchFamily="34" charset="0"/>
              </a:rPr>
              <a:t>(G-&gt;n, </a:t>
            </a:r>
            <a:r>
              <a:rPr lang="en-US" altLang="zh-CN" sz="1800" b="1" kern="100" dirty="0" err="1">
                <a:latin typeface="Calibri" panose="020F0502020204030204" pitchFamily="34" charset="0"/>
                <a:ea typeface="Calibri" panose="020F0502020204030204" pitchFamily="34" charset="0"/>
                <a:cs typeface="Calibri" panose="020F0502020204030204" pitchFamily="34" charset="0"/>
              </a:rPr>
              <a:t>sizeof</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int</a:t>
            </a: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exit</a:t>
            </a:r>
            <a:r>
              <a:rPr lang="en-US" altLang="zh-CN" sz="1800" kern="100" dirty="0">
                <a:latin typeface="Calibri" panose="020F0502020204030204" pitchFamily="34" charset="0"/>
                <a:ea typeface="Calibri" panose="020F0502020204030204" pitchFamily="34" charset="0"/>
                <a:cs typeface="Calibri" panose="020F0502020204030204" pitchFamily="34" charset="0"/>
              </a:rPr>
              <a:t>(OVERFLOW); </a:t>
            </a:r>
            <a:endParaRPr lang="en-US" altLang="zh-CN" sz="1600" dirty="0">
              <a:latin typeface="Calibri" panose="020F0502020204030204" pitchFamily="34" charset="0"/>
              <a:ea typeface="Calibri" panose="020F0502020204030204" pitchFamily="34" charset="0"/>
              <a:cs typeface="Calibri" panose="020F0502020204030204" pitchFamily="34" charset="0"/>
            </a:endParaRPr>
          </a:p>
          <a:p>
            <a:pPr>
              <a:lnSpc>
                <a:spcPct val="95000"/>
              </a:lnSpc>
              <a:spcBef>
                <a:spcPct val="0"/>
              </a:spcBef>
              <a:buClrTx/>
              <a:buNone/>
            </a:pPr>
            <a:r>
              <a:rPr lang="en-US" altLang="zh-CN" sz="1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for </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=0; </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&lt;G-&gt;n; </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计算每个顶点的入度</a:t>
            </a:r>
          </a:p>
          <a:p>
            <a:pPr algn="just">
              <a:lnSpc>
                <a:spcPct val="95000"/>
              </a:lnSpc>
              <a:buNone/>
            </a:pP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for </a:t>
            </a:r>
            <a:r>
              <a:rPr lang="en-US" altLang="zh-CN" sz="1800" kern="100" dirty="0">
                <a:latin typeface="Calibri" panose="020F0502020204030204" pitchFamily="34" charset="0"/>
                <a:ea typeface="Calibri" panose="020F0502020204030204" pitchFamily="34" charset="0"/>
                <a:cs typeface="Calibri" panose="020F0502020204030204" pitchFamily="34" charset="0"/>
              </a:rPr>
              <a:t>(p=G-&gt;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vexs</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firstArc</a:t>
            </a:r>
            <a:r>
              <a:rPr lang="en-US" altLang="zh-CN" sz="1800" kern="100" dirty="0">
                <a:latin typeface="Calibri" panose="020F0502020204030204" pitchFamily="34" charset="0"/>
                <a:ea typeface="Calibri" panose="020F0502020204030204" pitchFamily="34" charset="0"/>
                <a:cs typeface="Calibri" panose="020F0502020204030204" pitchFamily="34" charset="0"/>
              </a:rPr>
              <a:t>;  p</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a:latin typeface="Calibri" panose="020F0502020204030204" pitchFamily="34" charset="0"/>
                <a:ea typeface="Calibri" panose="020F0502020204030204" pitchFamily="34" charset="0"/>
                <a:cs typeface="Calibri" panose="020F0502020204030204" pitchFamily="34" charset="0"/>
              </a:rPr>
              <a:t>=NULL;  p=p-&gt;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nextArc</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endParaRPr lang="zh-CN" altLang="zh-CN" sz="1800" kern="100" dirty="0">
              <a:latin typeface="Calibri" panose="020F0502020204030204" pitchFamily="34" charset="0"/>
              <a:ea typeface="等线" panose="02010600030101010101" pitchFamily="2" charset="-122"/>
              <a:cs typeface="Calibri" panose="020F0502020204030204" pitchFamily="34" charset="0"/>
            </a:endParaRPr>
          </a:p>
          <a:p>
            <a:pPr algn="just">
              <a:lnSpc>
                <a:spcPct val="95000"/>
              </a:lnSpc>
              <a:buNone/>
            </a:pPr>
            <a:r>
              <a:rPr lang="en-US" altLang="zh-CN" sz="1800" kern="100" dirty="0">
                <a:latin typeface="Calibri" panose="020F0502020204030204" pitchFamily="34" charset="0"/>
                <a:ea typeface="Calibri" panose="020F0502020204030204" pitchFamily="34" charset="0"/>
                <a:cs typeface="Calibri" panose="020F0502020204030204" pitchFamily="34" charset="0"/>
              </a:rPr>
              <a:t>      indegree[p-&gt;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adjvex</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endParaRPr lang="zh-CN" altLang="zh-CN" sz="1800" kern="100" dirty="0">
              <a:latin typeface="Calibri" panose="020F0502020204030204" pitchFamily="34" charset="0"/>
              <a:ea typeface="等线" panose="02010600030101010101" pitchFamily="2" charset="-122"/>
              <a:cs typeface="Calibri" panose="020F0502020204030204" pitchFamily="34" charset="0"/>
            </a:endParaRPr>
          </a:p>
          <a:p>
            <a:pPr algn="just">
              <a:lnSpc>
                <a:spcPct val="95000"/>
              </a:lnSpc>
              <a:buNone/>
            </a:pP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for </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=0; </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&lt;G-&gt;n; </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if </a:t>
            </a:r>
            <a:r>
              <a:rPr lang="en-US" altLang="zh-CN" sz="1800" kern="100" dirty="0">
                <a:latin typeface="Calibri" panose="020F0502020204030204" pitchFamily="34" charset="0"/>
                <a:ea typeface="Calibri" panose="020F0502020204030204" pitchFamily="34" charset="0"/>
                <a:cs typeface="Calibri" panose="020F0502020204030204" pitchFamily="34" charset="0"/>
              </a:rPr>
              <a:t>(0==indegree[</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EnQueue</a:t>
            </a:r>
            <a:r>
              <a:rPr lang="en-US" altLang="zh-CN" sz="1800" kern="100" dirty="0">
                <a:latin typeface="Calibri" panose="020F0502020204030204" pitchFamily="34" charset="0"/>
                <a:ea typeface="Calibri" panose="020F0502020204030204" pitchFamily="34" charset="0"/>
                <a:cs typeface="Calibri" panose="020F0502020204030204" pitchFamily="34" charset="0"/>
              </a:rPr>
              <a:t>(Q, </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endParaRPr lang="zh-CN" altLang="zh-CN" sz="1800" kern="100" dirty="0">
              <a:solidFill>
                <a:schemeClr val="accent6">
                  <a:lumMod val="50000"/>
                </a:schemeClr>
              </a:solidFill>
              <a:latin typeface="Calibri" panose="020F0502020204030204" pitchFamily="34" charset="0"/>
              <a:cs typeface="Calibri" panose="020F0502020204030204" pitchFamily="34" charset="0"/>
            </a:endParaRPr>
          </a:p>
          <a:p>
            <a:pPr algn="just">
              <a:lnSpc>
                <a:spcPct val="95000"/>
              </a:lnSpc>
              <a:buNone/>
            </a:pP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while </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 = </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DeQueue</a:t>
            </a:r>
            <a:r>
              <a:rPr lang="en-US" altLang="zh-CN" sz="1800" kern="100" dirty="0">
                <a:latin typeface="Calibri" panose="020F0502020204030204" pitchFamily="34" charset="0"/>
                <a:ea typeface="Calibri" panose="020F0502020204030204" pitchFamily="34" charset="0"/>
                <a:cs typeface="Calibri" panose="020F0502020204030204" pitchFamily="34" charset="0"/>
              </a:rPr>
              <a:t>(Q))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nullE</a:t>
            </a: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a:t>
            </a:r>
            <a:endParaRPr lang="zh-CN" altLang="zh-CN" sz="1800" kern="100" dirty="0">
              <a:latin typeface="Calibri" panose="020F0502020204030204" pitchFamily="34" charset="0"/>
              <a:ea typeface="等线" panose="02010600030101010101" pitchFamily="2" charset="-122"/>
              <a:cs typeface="Calibri" panose="020F0502020204030204" pitchFamily="34" charset="0"/>
            </a:endParaRPr>
          </a:p>
          <a:p>
            <a:pPr algn="just">
              <a:lnSpc>
                <a:spcPct val="95000"/>
              </a:lnSpc>
              <a:buNone/>
            </a:pP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printf</a:t>
            </a:r>
            <a:r>
              <a:rPr lang="en-US" altLang="zh-CN" sz="1800" kern="100" dirty="0">
                <a:latin typeface="Calibri" panose="020F0502020204030204" pitchFamily="34" charset="0"/>
                <a:ea typeface="Calibri" panose="020F0502020204030204" pitchFamily="34" charset="0"/>
                <a:cs typeface="Calibri" panose="020F0502020204030204" pitchFamily="34" charset="0"/>
              </a:rPr>
              <a:t>("%c ", G-&gt;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vexs</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].data);  count</a:t>
            </a:r>
            <a:r>
              <a:rPr lang="en-US" altLang="zh-CN" sz="1600" kern="100" dirty="0">
                <a:latin typeface="Calibri" panose="020F0502020204030204" pitchFamily="34" charset="0"/>
                <a:ea typeface="Calibri" panose="020F0502020204030204" pitchFamily="34" charset="0"/>
                <a:cs typeface="Calibri" panose="020F0502020204030204" pitchFamily="34" charset="0"/>
              </a:rPr>
              <a:t>++; </a:t>
            </a:r>
            <a:r>
              <a:rPr lang="en-US" altLang="zh-CN" sz="1600" kern="1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kern="100" dirty="0">
                <a:solidFill>
                  <a:schemeClr val="accent6">
                    <a:lumMod val="50000"/>
                  </a:schemeClr>
                </a:solidFill>
                <a:latin typeface="Calibri" panose="020F0502020204030204" pitchFamily="34" charset="0"/>
                <a:cs typeface="Calibri" panose="020F0502020204030204" pitchFamily="34" charset="0"/>
              </a:rPr>
              <a:t>输出顶点并计数</a:t>
            </a:r>
          </a:p>
          <a:p>
            <a:pPr algn="just">
              <a:lnSpc>
                <a:spcPct val="95000"/>
              </a:lnSpc>
              <a:buNone/>
            </a:pP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for </a:t>
            </a:r>
            <a:r>
              <a:rPr lang="en-US" altLang="zh-CN" sz="1800" kern="100" dirty="0">
                <a:latin typeface="Calibri" panose="020F0502020204030204" pitchFamily="34" charset="0"/>
                <a:ea typeface="Calibri" panose="020F0502020204030204" pitchFamily="34" charset="0"/>
                <a:cs typeface="Calibri" panose="020F0502020204030204" pitchFamily="34" charset="0"/>
              </a:rPr>
              <a:t>(p=G-&gt;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vexs</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i</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firstArc</a:t>
            </a:r>
            <a:r>
              <a:rPr lang="en-US" altLang="zh-CN" sz="1800" kern="100" dirty="0">
                <a:latin typeface="Calibri" panose="020F0502020204030204" pitchFamily="34" charset="0"/>
                <a:ea typeface="Calibri" panose="020F0502020204030204" pitchFamily="34" charset="0"/>
                <a:cs typeface="Calibri" panose="020F0502020204030204" pitchFamily="34" charset="0"/>
              </a:rPr>
              <a:t>; p</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a:latin typeface="Calibri" panose="020F0502020204030204" pitchFamily="34" charset="0"/>
                <a:ea typeface="Calibri" panose="020F0502020204030204" pitchFamily="34" charset="0"/>
                <a:cs typeface="Calibri" panose="020F0502020204030204" pitchFamily="34" charset="0"/>
              </a:rPr>
              <a:t>=NULL; p=p-&gt;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nextArc</a:t>
            </a: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a:t>
            </a:r>
            <a:endParaRPr lang="zh-CN" altLang="zh-CN" sz="1800" b="1" kern="100" dirty="0">
              <a:latin typeface="Calibri" panose="020F0502020204030204" pitchFamily="34" charset="0"/>
              <a:ea typeface="等线" panose="02010600030101010101" pitchFamily="2" charset="-122"/>
              <a:cs typeface="Calibri" panose="020F0502020204030204" pitchFamily="34" charset="0"/>
            </a:endParaRPr>
          </a:p>
          <a:p>
            <a:pPr algn="just">
              <a:lnSpc>
                <a:spcPct val="95000"/>
              </a:lnSpc>
              <a:buNone/>
            </a:pPr>
            <a:r>
              <a:rPr lang="en-US" altLang="zh-CN" sz="1800" b="1" kern="100" dirty="0">
                <a:latin typeface="Calibri" panose="020F0502020204030204" pitchFamily="34" charset="0"/>
                <a:ea typeface="Calibri" panose="020F0502020204030204" pitchFamily="34" charset="0"/>
                <a:cs typeface="Calibri" panose="020F0502020204030204" pitchFamily="34" charset="0"/>
              </a:rPr>
              <a:t>      </a:t>
            </a:r>
          </a:p>
          <a:p>
            <a:pPr algn="just">
              <a:lnSpc>
                <a:spcPct val="95000"/>
              </a:lnSpc>
              <a:buNone/>
            </a:pPr>
            <a:r>
              <a:rPr lang="en-US" altLang="zh-CN" sz="1800" b="1" kern="100" dirty="0">
                <a:latin typeface="Calibri" panose="020F0502020204030204" pitchFamily="34" charset="0"/>
                <a:ea typeface="Calibri" panose="020F0502020204030204" pitchFamily="34" charset="0"/>
                <a:cs typeface="Calibri" panose="020F0502020204030204" pitchFamily="34" charset="0"/>
              </a:rPr>
              <a:t>      if </a:t>
            </a:r>
            <a:r>
              <a:rPr lang="en-US" altLang="zh-CN" sz="1800" kern="100" dirty="0">
                <a:latin typeface="Calibri" panose="020F0502020204030204" pitchFamily="34" charset="0"/>
                <a:ea typeface="Calibri" panose="020F0502020204030204" pitchFamily="34" charset="0"/>
                <a:cs typeface="Calibri" panose="020F0502020204030204" pitchFamily="34" charset="0"/>
              </a:rPr>
              <a:t>(0 == --indegree[p-&gt;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adjvex</a:t>
            </a: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EnQueue</a:t>
            </a:r>
            <a:r>
              <a:rPr lang="en-US" altLang="zh-CN" sz="1800" kern="100" dirty="0">
                <a:latin typeface="Calibri" panose="020F0502020204030204" pitchFamily="34" charset="0"/>
                <a:ea typeface="Calibri" panose="020F0502020204030204" pitchFamily="34" charset="0"/>
                <a:cs typeface="Calibri" panose="020F0502020204030204" pitchFamily="34" charset="0"/>
              </a:rPr>
              <a:t>(Q, j);</a:t>
            </a:r>
          </a:p>
          <a:p>
            <a:pPr algn="just">
              <a:lnSpc>
                <a:spcPct val="95000"/>
              </a:lnSpc>
              <a:buNone/>
            </a:pPr>
            <a:endParaRPr lang="zh-CN" altLang="zh-CN" sz="1800" kern="100" dirty="0">
              <a:latin typeface="Calibri" panose="020F0502020204030204" pitchFamily="34" charset="0"/>
              <a:ea typeface="等线" panose="02010600030101010101" pitchFamily="2" charset="-122"/>
              <a:cs typeface="Calibri" panose="020F0502020204030204" pitchFamily="34" charset="0"/>
            </a:endParaRPr>
          </a:p>
          <a:p>
            <a:pPr algn="just">
              <a:lnSpc>
                <a:spcPct val="90000"/>
              </a:lnSpc>
              <a:buNone/>
            </a:pP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a:t>
            </a:r>
          </a:p>
          <a:p>
            <a:pPr algn="just">
              <a:lnSpc>
                <a:spcPct val="90000"/>
              </a:lnSpc>
              <a:buNone/>
            </a:pPr>
            <a:r>
              <a:rPr lang="en-US" altLang="zh-CN" sz="1800" b="1" kern="100" dirty="0">
                <a:latin typeface="Calibri" panose="020F0502020204030204" pitchFamily="34" charset="0"/>
                <a:ea typeface="Calibri" panose="020F0502020204030204" pitchFamily="34" charset="0"/>
                <a:cs typeface="Calibri" panose="020F0502020204030204" pitchFamily="34" charset="0"/>
              </a:rPr>
              <a:t>  }</a:t>
            </a:r>
            <a:endParaRPr lang="zh-CN" altLang="zh-CN" sz="1800" kern="100" dirty="0">
              <a:latin typeface="Calibri" panose="020F0502020204030204" pitchFamily="34" charset="0"/>
              <a:ea typeface="等线" panose="02010600030101010101" pitchFamily="2" charset="-122"/>
              <a:cs typeface="Calibri" panose="020F0502020204030204" pitchFamily="34" charset="0"/>
            </a:endParaRPr>
          </a:p>
          <a:p>
            <a:pPr algn="just">
              <a:lnSpc>
                <a:spcPct val="95000"/>
              </a:lnSpc>
              <a:buNone/>
            </a:pP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free</a:t>
            </a:r>
            <a:r>
              <a:rPr lang="en-US" altLang="zh-CN" sz="1800" kern="100" dirty="0">
                <a:latin typeface="Calibri" panose="020F0502020204030204" pitchFamily="34" charset="0"/>
                <a:ea typeface="Calibri" panose="020F0502020204030204" pitchFamily="34" charset="0"/>
                <a:cs typeface="Calibri" panose="020F0502020204030204" pitchFamily="34" charset="0"/>
              </a:rPr>
              <a:t>(indegree);               </a:t>
            </a:r>
            <a:r>
              <a:rPr lang="en-US"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回收入度数组</a:t>
            </a:r>
          </a:p>
          <a:p>
            <a:pPr algn="just">
              <a:lnSpc>
                <a:spcPct val="95000"/>
              </a:lnSpc>
              <a:buNone/>
            </a:pP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if </a:t>
            </a:r>
            <a:r>
              <a:rPr lang="en-US" altLang="zh-CN" sz="1800" kern="100" dirty="0">
                <a:latin typeface="Calibri" panose="020F0502020204030204" pitchFamily="34" charset="0"/>
                <a:ea typeface="Calibri" panose="020F0502020204030204" pitchFamily="34" charset="0"/>
                <a:cs typeface="Calibri" panose="020F0502020204030204" pitchFamily="34" charset="0"/>
              </a:rPr>
              <a:t>(</a:t>
            </a:r>
            <a:r>
              <a:rPr lang="en-US" altLang="zh-CN" sz="1800" kern="100" dirty="0" err="1">
                <a:latin typeface="Calibri" panose="020F0502020204030204" pitchFamily="34" charset="0"/>
                <a:ea typeface="Calibri" panose="020F0502020204030204" pitchFamily="34" charset="0"/>
                <a:cs typeface="Calibri" panose="020F0502020204030204" pitchFamily="34" charset="0"/>
              </a:rPr>
              <a:t>StackLen</a:t>
            </a:r>
            <a:r>
              <a:rPr lang="en-US" altLang="zh-CN" sz="1800" kern="100" dirty="0">
                <a:latin typeface="Calibri" panose="020F0502020204030204" pitchFamily="34" charset="0"/>
                <a:ea typeface="Calibri" panose="020F0502020204030204" pitchFamily="34" charset="0"/>
                <a:cs typeface="Calibri" panose="020F0502020204030204" pitchFamily="34" charset="0"/>
              </a:rPr>
              <a:t>(S)&lt;G-&gt;n)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return</a:t>
            </a:r>
            <a:r>
              <a:rPr lang="en-US" altLang="zh-CN" sz="1800" kern="100" dirty="0">
                <a:latin typeface="Calibri" panose="020F0502020204030204" pitchFamily="34" charset="0"/>
                <a:ea typeface="Calibri" panose="020F0502020204030204" pitchFamily="34" charset="0"/>
                <a:cs typeface="Calibri" panose="020F0502020204030204" pitchFamily="34" charset="0"/>
              </a:rPr>
              <a:t> NULL; </a:t>
            </a:r>
            <a:r>
              <a:rPr lang="en-US"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若未</a:t>
            </a:r>
            <a:r>
              <a:rPr lang="zh-CN" altLang="en-US"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入栈</a:t>
            </a:r>
            <a:r>
              <a:rPr lang="zh-CN"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所有顶点，</a:t>
            </a:r>
            <a:r>
              <a:rPr lang="zh-CN" altLang="en-US"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则有</a:t>
            </a:r>
            <a:r>
              <a:rPr lang="zh-CN"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回路</a:t>
            </a:r>
          </a:p>
          <a:p>
            <a:pPr algn="just">
              <a:lnSpc>
                <a:spcPct val="95000"/>
              </a:lnSpc>
              <a:buNone/>
            </a:pP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else</a:t>
            </a:r>
            <a:r>
              <a:rPr lang="en-US" altLang="zh-CN" sz="1800" kern="100" dirty="0">
                <a:latin typeface="Calibri" panose="020F0502020204030204" pitchFamily="34" charset="0"/>
                <a:ea typeface="Calibri" panose="020F0502020204030204" pitchFamily="34" charset="0"/>
                <a:cs typeface="Calibri" panose="020F0502020204030204" pitchFamily="34" charset="0"/>
              </a:rPr>
              <a:t> </a:t>
            </a:r>
            <a:r>
              <a:rPr lang="en-US" altLang="zh-CN" sz="1800" b="1" kern="100" dirty="0">
                <a:latin typeface="Calibri" panose="020F0502020204030204" pitchFamily="34" charset="0"/>
                <a:ea typeface="Calibri" panose="020F0502020204030204" pitchFamily="34" charset="0"/>
                <a:cs typeface="Calibri" panose="020F0502020204030204" pitchFamily="34" charset="0"/>
              </a:rPr>
              <a:t>return</a:t>
            </a:r>
            <a:r>
              <a:rPr lang="en-US" altLang="zh-CN" sz="1800" kern="100" dirty="0">
                <a:latin typeface="Calibri" panose="020F0502020204030204" pitchFamily="34" charset="0"/>
                <a:ea typeface="Calibri" panose="020F0502020204030204" pitchFamily="34" charset="0"/>
                <a:cs typeface="Calibri" panose="020F0502020204030204" pitchFamily="34" charset="0"/>
              </a:rPr>
              <a:t> OK;</a:t>
            </a:r>
            <a:endParaRPr lang="zh-CN" altLang="zh-CN" sz="1800" kern="100" dirty="0">
              <a:latin typeface="Calibri" panose="020F0502020204030204" pitchFamily="34" charset="0"/>
              <a:ea typeface="等线" panose="02010600030101010101" pitchFamily="2" charset="-122"/>
              <a:cs typeface="Calibri" panose="020F0502020204030204" pitchFamily="34" charset="0"/>
            </a:endParaRPr>
          </a:p>
          <a:p>
            <a:pPr eaLnBrk="1" hangingPunct="1">
              <a:lnSpc>
                <a:spcPct val="90000"/>
              </a:lnSpc>
              <a:spcBef>
                <a:spcPct val="0"/>
              </a:spcBef>
              <a:buClrTx/>
              <a:buFontTx/>
              <a:buNone/>
            </a:pPr>
            <a:r>
              <a:rPr lang="en-US" altLang="zh-CN" sz="1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endParaRPr lang="zh-CN" altLang="en-US" sz="1800" dirty="0">
              <a:effectLst>
                <a:outerShdw blurRad="38100" dist="38100" dir="2700000" algn="tl">
                  <a:srgbClr val="000000">
                    <a:alpha val="43137"/>
                  </a:srgbClr>
                </a:outerShdw>
              </a:effectLst>
              <a:latin typeface="Calibri" panose="020F0502020204030204" pitchFamily="34" charset="0"/>
              <a:ea typeface="楷体_GB2312" pitchFamily="49" charset="-122"/>
              <a:cs typeface="Calibri" panose="020F0502020204030204" pitchFamily="34" charset="0"/>
            </a:endParaRPr>
          </a:p>
        </p:txBody>
      </p:sp>
      <p:grpSp>
        <p:nvGrpSpPr>
          <p:cNvPr id="25" name="组合 24">
            <a:extLst>
              <a:ext uri="{FF2B5EF4-FFF2-40B4-BE49-F238E27FC236}">
                <a16:creationId xmlns:a16="http://schemas.microsoft.com/office/drawing/2014/main" id="{FFB5E0CB-4D8A-4556-B6C1-F11750E82F27}"/>
              </a:ext>
            </a:extLst>
          </p:cNvPr>
          <p:cNvGrpSpPr/>
          <p:nvPr/>
        </p:nvGrpSpPr>
        <p:grpSpPr>
          <a:xfrm>
            <a:off x="2786422" y="4844545"/>
            <a:ext cx="2591830" cy="1201656"/>
            <a:chOff x="1544071" y="5729667"/>
            <a:chExt cx="2591830" cy="1201656"/>
          </a:xfrm>
        </p:grpSpPr>
        <p:sp>
          <p:nvSpPr>
            <p:cNvPr id="26" name="文本框 81922">
              <a:extLst>
                <a:ext uri="{FF2B5EF4-FFF2-40B4-BE49-F238E27FC236}">
                  <a16:creationId xmlns:a16="http://schemas.microsoft.com/office/drawing/2014/main" id="{53388EBB-FCCD-40BA-B50D-EB2EBAA7746B}"/>
                </a:ext>
              </a:extLst>
            </p:cNvPr>
            <p:cNvSpPr txBox="1">
              <a:spLocks noChangeArrowheads="1"/>
            </p:cNvSpPr>
            <p:nvPr/>
          </p:nvSpPr>
          <p:spPr bwMode="auto">
            <a:xfrm>
              <a:off x="2228840" y="6476006"/>
              <a:ext cx="1372477"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en-US" altLang="zh-CN" sz="2400" b="1" dirty="0">
                  <a:solidFill>
                    <a:srgbClr val="00B0F0"/>
                  </a:solidFill>
                  <a:ea typeface="楷体_GB2312" pitchFamily="49" charset="-122"/>
                </a:rPr>
                <a:t>indegree</a:t>
              </a:r>
              <a:endParaRPr lang="zh-CN" altLang="en-US" sz="2400" b="1" dirty="0">
                <a:solidFill>
                  <a:srgbClr val="00B0F0"/>
                </a:solidFill>
              </a:endParaRPr>
            </a:p>
          </p:txBody>
        </p:sp>
        <p:sp>
          <p:nvSpPr>
            <p:cNvPr id="27" name="矩形 26">
              <a:extLst>
                <a:ext uri="{FF2B5EF4-FFF2-40B4-BE49-F238E27FC236}">
                  <a16:creationId xmlns:a16="http://schemas.microsoft.com/office/drawing/2014/main" id="{5C7AD594-9B0E-4A76-AC3E-1D10C59F6686}"/>
                </a:ext>
              </a:extLst>
            </p:cNvPr>
            <p:cNvSpPr/>
            <p:nvPr/>
          </p:nvSpPr>
          <p:spPr>
            <a:xfrm>
              <a:off x="1544071" y="6078828"/>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5684CCCF-7079-4DA9-89F2-B9DEC2857F57}"/>
                </a:ext>
              </a:extLst>
            </p:cNvPr>
            <p:cNvSpPr/>
            <p:nvPr/>
          </p:nvSpPr>
          <p:spPr>
            <a:xfrm>
              <a:off x="1961325" y="6079640"/>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FD9C2666-7EED-46D9-A8B1-F3E8948EADBD}"/>
                </a:ext>
              </a:extLst>
            </p:cNvPr>
            <p:cNvSpPr/>
            <p:nvPr/>
          </p:nvSpPr>
          <p:spPr>
            <a:xfrm>
              <a:off x="2378578" y="6078828"/>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E8E4227D-AC6C-43B1-9671-C8CF904F2237}"/>
                </a:ext>
              </a:extLst>
            </p:cNvPr>
            <p:cNvSpPr/>
            <p:nvPr/>
          </p:nvSpPr>
          <p:spPr>
            <a:xfrm>
              <a:off x="2797275" y="6077799"/>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277CCB50-BAE8-40C4-95CB-EF3EF562B92B}"/>
                </a:ext>
              </a:extLst>
            </p:cNvPr>
            <p:cNvSpPr/>
            <p:nvPr/>
          </p:nvSpPr>
          <p:spPr>
            <a:xfrm>
              <a:off x="3214671" y="6077306"/>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7007F136-6A33-4515-944F-288C0D222D0B}"/>
                </a:ext>
              </a:extLst>
            </p:cNvPr>
            <p:cNvSpPr/>
            <p:nvPr/>
          </p:nvSpPr>
          <p:spPr>
            <a:xfrm>
              <a:off x="3632067" y="6077306"/>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81922">
              <a:extLst>
                <a:ext uri="{FF2B5EF4-FFF2-40B4-BE49-F238E27FC236}">
                  <a16:creationId xmlns:a16="http://schemas.microsoft.com/office/drawing/2014/main" id="{35A35267-00CF-43DA-A5DA-0083B9A59BFE}"/>
                </a:ext>
              </a:extLst>
            </p:cNvPr>
            <p:cNvSpPr txBox="1">
              <a:spLocks noChangeArrowheads="1"/>
            </p:cNvSpPr>
            <p:nvPr/>
          </p:nvSpPr>
          <p:spPr bwMode="auto">
            <a:xfrm>
              <a:off x="1609386" y="5729667"/>
              <a:ext cx="2526515" cy="42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en-US" altLang="zh-CN" sz="2200" b="1" dirty="0">
                  <a:solidFill>
                    <a:schemeClr val="accent6">
                      <a:lumMod val="50000"/>
                    </a:schemeClr>
                  </a:solidFill>
                  <a:ea typeface="楷体_GB2312" pitchFamily="49" charset="-122"/>
                </a:rPr>
                <a:t>0    1    2    3    4    5</a:t>
              </a:r>
              <a:endParaRPr lang="zh-CN" altLang="en-US" sz="2200" b="1" dirty="0">
                <a:solidFill>
                  <a:schemeClr val="accent6">
                    <a:lumMod val="50000"/>
                  </a:schemeClr>
                </a:solidFill>
              </a:endParaRPr>
            </a:p>
          </p:txBody>
        </p:sp>
      </p:grpSp>
      <p:grpSp>
        <p:nvGrpSpPr>
          <p:cNvPr id="34" name="组合 33">
            <a:extLst>
              <a:ext uri="{FF2B5EF4-FFF2-40B4-BE49-F238E27FC236}">
                <a16:creationId xmlns:a16="http://schemas.microsoft.com/office/drawing/2014/main" id="{04CE6A1A-B207-4B13-8324-8C984633D0D6}"/>
              </a:ext>
            </a:extLst>
          </p:cNvPr>
          <p:cNvGrpSpPr/>
          <p:nvPr/>
        </p:nvGrpSpPr>
        <p:grpSpPr>
          <a:xfrm>
            <a:off x="329514" y="4878872"/>
            <a:ext cx="2026413" cy="764310"/>
            <a:chOff x="1397027" y="2293849"/>
            <a:chExt cx="2026413" cy="799238"/>
          </a:xfrm>
        </p:grpSpPr>
        <p:sp>
          <p:nvSpPr>
            <p:cNvPr id="35" name="矩形 34">
              <a:extLst>
                <a:ext uri="{FF2B5EF4-FFF2-40B4-BE49-F238E27FC236}">
                  <a16:creationId xmlns:a16="http://schemas.microsoft.com/office/drawing/2014/main" id="{0F90A33E-2AAF-427D-B8FA-6FE79ECE9FF9}"/>
                </a:ext>
              </a:extLst>
            </p:cNvPr>
            <p:cNvSpPr/>
            <p:nvPr/>
          </p:nvSpPr>
          <p:spPr>
            <a:xfrm>
              <a:off x="1397027" y="2662826"/>
              <a:ext cx="2011191" cy="41170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81922">
              <a:extLst>
                <a:ext uri="{FF2B5EF4-FFF2-40B4-BE49-F238E27FC236}">
                  <a16:creationId xmlns:a16="http://schemas.microsoft.com/office/drawing/2014/main" id="{8717762A-1E71-4252-B0B1-AADCBFBFFF56}"/>
                </a:ext>
              </a:extLst>
            </p:cNvPr>
            <p:cNvSpPr txBox="1">
              <a:spLocks noChangeArrowheads="1"/>
            </p:cNvSpPr>
            <p:nvPr/>
          </p:nvSpPr>
          <p:spPr bwMode="auto">
            <a:xfrm>
              <a:off x="2038601" y="2293849"/>
              <a:ext cx="934494" cy="381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zh-CN" altLang="en-US" sz="1800" b="1" dirty="0">
                  <a:solidFill>
                    <a:schemeClr val="accent6">
                      <a:lumMod val="50000"/>
                    </a:schemeClr>
                  </a:solidFill>
                  <a:ea typeface="楷体_GB2312" pitchFamily="49" charset="-122"/>
                </a:rPr>
                <a:t>队列</a:t>
              </a:r>
              <a:r>
                <a:rPr lang="en-US" altLang="zh-CN" sz="1800" b="1" dirty="0">
                  <a:solidFill>
                    <a:schemeClr val="accent6">
                      <a:lumMod val="50000"/>
                    </a:schemeClr>
                  </a:solidFill>
                  <a:ea typeface="楷体_GB2312" pitchFamily="49" charset="-122"/>
                </a:rPr>
                <a:t>Q</a:t>
              </a:r>
              <a:endParaRPr lang="zh-CN" altLang="en-US" sz="1800" b="1" dirty="0">
                <a:solidFill>
                  <a:schemeClr val="accent6">
                    <a:lumMod val="50000"/>
                  </a:schemeClr>
                </a:solidFill>
              </a:endParaRPr>
            </a:p>
          </p:txBody>
        </p:sp>
        <p:cxnSp>
          <p:nvCxnSpPr>
            <p:cNvPr id="37" name="直接连接符 36">
              <a:extLst>
                <a:ext uri="{FF2B5EF4-FFF2-40B4-BE49-F238E27FC236}">
                  <a16:creationId xmlns:a16="http://schemas.microsoft.com/office/drawing/2014/main" id="{86DC29B9-062E-4FFC-A2C0-4EB9875932C8}"/>
                </a:ext>
              </a:extLst>
            </p:cNvPr>
            <p:cNvCxnSpPr>
              <a:cxnSpLocks/>
            </p:cNvCxnSpPr>
            <p:nvPr/>
          </p:nvCxnSpPr>
          <p:spPr>
            <a:xfrm>
              <a:off x="1397028" y="2654347"/>
              <a:ext cx="2026412"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71CF3A1F-A0A4-47F1-9C8F-7F6F518DD3E7}"/>
                </a:ext>
              </a:extLst>
            </p:cNvPr>
            <p:cNvCxnSpPr>
              <a:cxnSpLocks/>
            </p:cNvCxnSpPr>
            <p:nvPr/>
          </p:nvCxnSpPr>
          <p:spPr>
            <a:xfrm>
              <a:off x="1397028" y="3093087"/>
              <a:ext cx="2026411"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9" name="组合 38">
            <a:extLst>
              <a:ext uri="{FF2B5EF4-FFF2-40B4-BE49-F238E27FC236}">
                <a16:creationId xmlns:a16="http://schemas.microsoft.com/office/drawing/2014/main" id="{4AD0BC0B-8AFB-4F0A-A7D8-12741A8883BC}"/>
              </a:ext>
            </a:extLst>
          </p:cNvPr>
          <p:cNvGrpSpPr/>
          <p:nvPr/>
        </p:nvGrpSpPr>
        <p:grpSpPr>
          <a:xfrm>
            <a:off x="383687" y="2922677"/>
            <a:ext cx="540381" cy="2150468"/>
            <a:chOff x="3604505" y="3605959"/>
            <a:chExt cx="698301" cy="1879963"/>
          </a:xfrm>
        </p:grpSpPr>
        <p:sp>
          <p:nvSpPr>
            <p:cNvPr id="40" name="矩形 39">
              <a:extLst>
                <a:ext uri="{FF2B5EF4-FFF2-40B4-BE49-F238E27FC236}">
                  <a16:creationId xmlns:a16="http://schemas.microsoft.com/office/drawing/2014/main" id="{E7D98877-1B43-4713-B263-4152ACE353A7}"/>
                </a:ext>
              </a:extLst>
            </p:cNvPr>
            <p:cNvSpPr/>
            <p:nvPr/>
          </p:nvSpPr>
          <p:spPr>
            <a:xfrm>
              <a:off x="3684848" y="3622841"/>
              <a:ext cx="487064" cy="152581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a:extLst>
                <a:ext uri="{FF2B5EF4-FFF2-40B4-BE49-F238E27FC236}">
                  <a16:creationId xmlns:a16="http://schemas.microsoft.com/office/drawing/2014/main" id="{99291BE4-A9D5-444A-B66E-D12FA71C4423}"/>
                </a:ext>
              </a:extLst>
            </p:cNvPr>
            <p:cNvGrpSpPr/>
            <p:nvPr/>
          </p:nvGrpSpPr>
          <p:grpSpPr>
            <a:xfrm>
              <a:off x="3604505" y="3605959"/>
              <a:ext cx="698301" cy="1879963"/>
              <a:chOff x="2504974" y="3644218"/>
              <a:chExt cx="698301" cy="1879963"/>
            </a:xfrm>
          </p:grpSpPr>
          <p:sp>
            <p:nvSpPr>
              <p:cNvPr id="42" name="文本框 81922">
                <a:extLst>
                  <a:ext uri="{FF2B5EF4-FFF2-40B4-BE49-F238E27FC236}">
                    <a16:creationId xmlns:a16="http://schemas.microsoft.com/office/drawing/2014/main" id="{228F56B4-121C-41D7-A09C-E68488B4821A}"/>
                  </a:ext>
                </a:extLst>
              </p:cNvPr>
              <p:cNvSpPr txBox="1">
                <a:spLocks noChangeArrowheads="1"/>
              </p:cNvSpPr>
              <p:nvPr/>
            </p:nvSpPr>
            <p:spPr bwMode="auto">
              <a:xfrm>
                <a:off x="2504974" y="5155674"/>
                <a:ext cx="698301" cy="368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zh-CN" altLang="en-US" sz="1800" b="1" dirty="0">
                    <a:solidFill>
                      <a:srgbClr val="000099"/>
                    </a:solidFill>
                    <a:ea typeface="楷体_GB2312" pitchFamily="49" charset="-122"/>
                  </a:rPr>
                  <a:t>栈</a:t>
                </a:r>
                <a:r>
                  <a:rPr lang="en-US" altLang="zh-CN" sz="1800" b="1" dirty="0">
                    <a:solidFill>
                      <a:srgbClr val="000099"/>
                    </a:solidFill>
                    <a:ea typeface="楷体_GB2312" pitchFamily="49" charset="-122"/>
                  </a:rPr>
                  <a:t>S</a:t>
                </a:r>
                <a:endParaRPr lang="zh-CN" altLang="en-US" sz="1800" b="1" dirty="0">
                  <a:solidFill>
                    <a:srgbClr val="000099"/>
                  </a:solidFill>
                </a:endParaRPr>
              </a:p>
            </p:txBody>
          </p:sp>
          <p:cxnSp>
            <p:nvCxnSpPr>
              <p:cNvPr id="43" name="直接连接符 42">
                <a:extLst>
                  <a:ext uri="{FF2B5EF4-FFF2-40B4-BE49-F238E27FC236}">
                    <a16:creationId xmlns:a16="http://schemas.microsoft.com/office/drawing/2014/main" id="{7EE646C1-1D9A-4EFE-8A8A-4460F89F4D2C}"/>
                  </a:ext>
                </a:extLst>
              </p:cNvPr>
              <p:cNvCxnSpPr/>
              <p:nvPr/>
            </p:nvCxnSpPr>
            <p:spPr>
              <a:xfrm>
                <a:off x="2567642" y="3647647"/>
                <a:ext cx="0" cy="154270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295D4DED-5FE7-4769-BD7C-07EA412EEF72}"/>
                  </a:ext>
                </a:extLst>
              </p:cNvPr>
              <p:cNvCxnSpPr/>
              <p:nvPr/>
            </p:nvCxnSpPr>
            <p:spPr>
              <a:xfrm>
                <a:off x="3095177" y="3644218"/>
                <a:ext cx="0" cy="154270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598E452-F7C8-450E-9A30-0D38FA13E311}"/>
                  </a:ext>
                </a:extLst>
              </p:cNvPr>
              <p:cNvCxnSpPr>
                <a:cxnSpLocks/>
              </p:cNvCxnSpPr>
              <p:nvPr/>
            </p:nvCxnSpPr>
            <p:spPr>
              <a:xfrm>
                <a:off x="2587347" y="5173468"/>
                <a:ext cx="507830"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grpSp>
      </p:grpSp>
      <p:graphicFrame>
        <p:nvGraphicFramePr>
          <p:cNvPr id="46" name="Group 146">
            <a:extLst>
              <a:ext uri="{FF2B5EF4-FFF2-40B4-BE49-F238E27FC236}">
                <a16:creationId xmlns:a16="http://schemas.microsoft.com/office/drawing/2014/main" id="{2C2D614A-3F81-481D-B364-994363DD8B5E}"/>
              </a:ext>
            </a:extLst>
          </p:cNvPr>
          <p:cNvGraphicFramePr>
            <a:graphicFrameLocks noGrp="1"/>
          </p:cNvGraphicFramePr>
          <p:nvPr>
            <p:extLst>
              <p:ext uri="{D42A27DB-BD31-4B8C-83A1-F6EECF244321}">
                <p14:modId xmlns:p14="http://schemas.microsoft.com/office/powerpoint/2010/main" val="958282786"/>
              </p:ext>
            </p:extLst>
          </p:nvPr>
        </p:nvGraphicFramePr>
        <p:xfrm>
          <a:off x="3340189" y="2507729"/>
          <a:ext cx="645733" cy="2362200"/>
        </p:xfrm>
        <a:graphic>
          <a:graphicData uri="http://schemas.openxmlformats.org/drawingml/2006/table">
            <a:tbl>
              <a:tblPr/>
              <a:tblGrid>
                <a:gridCol w="175107">
                  <a:extLst>
                    <a:ext uri="{9D8B030D-6E8A-4147-A177-3AD203B41FA5}">
                      <a16:colId xmlns:a16="http://schemas.microsoft.com/office/drawing/2014/main" val="4236914309"/>
                    </a:ext>
                  </a:extLst>
                </a:gridCol>
                <a:gridCol w="307906">
                  <a:extLst>
                    <a:ext uri="{9D8B030D-6E8A-4147-A177-3AD203B41FA5}">
                      <a16:colId xmlns:a16="http://schemas.microsoft.com/office/drawing/2014/main" val="2872599549"/>
                    </a:ext>
                  </a:extLst>
                </a:gridCol>
                <a:gridCol w="162720">
                  <a:extLst>
                    <a:ext uri="{9D8B030D-6E8A-4147-A177-3AD203B41FA5}">
                      <a16:colId xmlns:a16="http://schemas.microsoft.com/office/drawing/2014/main" val="183008129"/>
                    </a:ext>
                  </a:extLst>
                </a:gridCol>
              </a:tblGrid>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0</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cap="fla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a</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3560782327"/>
                  </a:ext>
                </a:extLst>
              </a:tr>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1</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b</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1486208964"/>
                  </a:ext>
                </a:extLst>
              </a:tr>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2</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c</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2371993016"/>
                  </a:ext>
                </a:extLst>
              </a:tr>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3</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d</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3288503644"/>
                  </a:ext>
                </a:extLst>
              </a:tr>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4</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e</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710286941"/>
                  </a:ext>
                </a:extLst>
              </a:tr>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5</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cap="flat">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333DFF"/>
                          </a:solidFill>
                          <a:effectLst/>
                          <a:latin typeface="Times New Roman" panose="02020603050405020304" pitchFamily="18" charset="0"/>
                          <a:ea typeface="宋体" panose="02010600030101010101" pitchFamily="2" charset="-122"/>
                        </a:rPr>
                        <a:t>f</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926974675"/>
                  </a:ext>
                </a:extLst>
              </a:tr>
            </a:tbl>
          </a:graphicData>
        </a:graphic>
      </p:graphicFrame>
      <p:sp>
        <p:nvSpPr>
          <p:cNvPr id="82" name="Line 163">
            <a:extLst>
              <a:ext uri="{FF2B5EF4-FFF2-40B4-BE49-F238E27FC236}">
                <a16:creationId xmlns:a16="http://schemas.microsoft.com/office/drawing/2014/main" id="{27405F7F-99F6-4E2B-90E8-BA6BD3CA504E}"/>
              </a:ext>
            </a:extLst>
          </p:cNvPr>
          <p:cNvSpPr>
            <a:spLocks noChangeShapeType="1"/>
          </p:cNvSpPr>
          <p:nvPr/>
        </p:nvSpPr>
        <p:spPr bwMode="auto">
          <a:xfrm>
            <a:off x="3514619" y="3707333"/>
            <a:ext cx="0" cy="325582"/>
          </a:xfrm>
          <a:prstGeom prst="line">
            <a:avLst/>
          </a:prstGeom>
          <a:solidFill>
            <a:schemeClr val="accent6">
              <a:lumMod val="20000"/>
              <a:lumOff val="80000"/>
            </a:schemeClr>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200">
              <a:solidFill>
                <a:schemeClr val="accent5">
                  <a:lumMod val="50000"/>
                </a:schemeClr>
              </a:solidFill>
            </a:endParaRPr>
          </a:p>
        </p:txBody>
      </p:sp>
      <p:grpSp>
        <p:nvGrpSpPr>
          <p:cNvPr id="149" name="组合 148">
            <a:extLst>
              <a:ext uri="{FF2B5EF4-FFF2-40B4-BE49-F238E27FC236}">
                <a16:creationId xmlns:a16="http://schemas.microsoft.com/office/drawing/2014/main" id="{C660F0DE-6A3A-4E33-9C69-3D2086CB57E9}"/>
              </a:ext>
            </a:extLst>
          </p:cNvPr>
          <p:cNvGrpSpPr/>
          <p:nvPr/>
        </p:nvGrpSpPr>
        <p:grpSpPr>
          <a:xfrm>
            <a:off x="4162731" y="2538411"/>
            <a:ext cx="524904" cy="334068"/>
            <a:chOff x="3519079" y="3349981"/>
            <a:chExt cx="524904" cy="334068"/>
          </a:xfrm>
        </p:grpSpPr>
        <p:sp>
          <p:nvSpPr>
            <p:cNvPr id="148" name="Rectangle 180">
              <a:extLst>
                <a:ext uri="{FF2B5EF4-FFF2-40B4-BE49-F238E27FC236}">
                  <a16:creationId xmlns:a16="http://schemas.microsoft.com/office/drawing/2014/main" id="{ABA6E538-98C2-4C44-B6FE-72E799851FD2}"/>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chemeClr val="accent5">
                      <a:lumMod val="50000"/>
                    </a:schemeClr>
                  </a:solidFill>
                </a:rPr>
                <a:t>1</a:t>
              </a:r>
            </a:p>
          </p:txBody>
        </p:sp>
        <p:sp>
          <p:nvSpPr>
            <p:cNvPr id="75" name="Rectangle 180">
              <a:extLst>
                <a:ext uri="{FF2B5EF4-FFF2-40B4-BE49-F238E27FC236}">
                  <a16:creationId xmlns:a16="http://schemas.microsoft.com/office/drawing/2014/main" id="{41AB7224-C7AD-421E-BD7C-A5BBEF9F7595}"/>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3</a:t>
              </a:r>
            </a:p>
          </p:txBody>
        </p:sp>
        <p:sp>
          <p:nvSpPr>
            <p:cNvPr id="76" name="Line 181">
              <a:extLst>
                <a:ext uri="{FF2B5EF4-FFF2-40B4-BE49-F238E27FC236}">
                  <a16:creationId xmlns:a16="http://schemas.microsoft.com/office/drawing/2014/main" id="{3BD24B1B-8628-4D07-8469-85BAB65A632A}"/>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sp>
        <p:nvSpPr>
          <p:cNvPr id="63" name="Text Box 199">
            <a:extLst>
              <a:ext uri="{FF2B5EF4-FFF2-40B4-BE49-F238E27FC236}">
                <a16:creationId xmlns:a16="http://schemas.microsoft.com/office/drawing/2014/main" id="{F531E3CE-23B4-4D3E-ACD8-0FF175307794}"/>
              </a:ext>
            </a:extLst>
          </p:cNvPr>
          <p:cNvSpPr txBox="1">
            <a:spLocks noChangeArrowheads="1"/>
          </p:cNvSpPr>
          <p:nvPr/>
        </p:nvSpPr>
        <p:spPr bwMode="auto">
          <a:xfrm>
            <a:off x="5314324" y="2524315"/>
            <a:ext cx="13786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spcBef>
                <a:spcPct val="50000"/>
              </a:spcBef>
            </a:pPr>
            <a:r>
              <a:rPr lang="en-US" altLang="zh-CN" b="1" dirty="0">
                <a:solidFill>
                  <a:schemeClr val="folHlink"/>
                </a:solidFill>
                <a:cs typeface="Times New Roman" panose="02020603050405020304" pitchFamily="18" charset="0"/>
                <a:sym typeface="Symbol" panose="05050102010706020507" pitchFamily="18" charset="2"/>
              </a:rPr>
              <a:t></a:t>
            </a:r>
            <a:endParaRPr lang="en-US" altLang="zh-CN" b="1" dirty="0">
              <a:solidFill>
                <a:schemeClr val="folHlink"/>
              </a:solidFill>
            </a:endParaRPr>
          </a:p>
        </p:txBody>
      </p:sp>
      <p:sp>
        <p:nvSpPr>
          <p:cNvPr id="64" name="Text Box 200">
            <a:extLst>
              <a:ext uri="{FF2B5EF4-FFF2-40B4-BE49-F238E27FC236}">
                <a16:creationId xmlns:a16="http://schemas.microsoft.com/office/drawing/2014/main" id="{EB27AF3D-79B9-40DB-905D-0E2F26F84F08}"/>
              </a:ext>
            </a:extLst>
          </p:cNvPr>
          <p:cNvSpPr txBox="1">
            <a:spLocks noChangeArrowheads="1"/>
          </p:cNvSpPr>
          <p:nvPr/>
        </p:nvSpPr>
        <p:spPr bwMode="auto">
          <a:xfrm>
            <a:off x="3825624" y="4477487"/>
            <a:ext cx="12198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dirty="0">
                <a:sym typeface="Symbol" panose="05050102010706020507" pitchFamily="18" charset="2"/>
              </a:rPr>
              <a:t></a:t>
            </a:r>
            <a:endParaRPr lang="en-US" altLang="zh-CN" dirty="0"/>
          </a:p>
        </p:txBody>
      </p:sp>
      <p:sp>
        <p:nvSpPr>
          <p:cNvPr id="65" name="Text Box 201">
            <a:extLst>
              <a:ext uri="{FF2B5EF4-FFF2-40B4-BE49-F238E27FC236}">
                <a16:creationId xmlns:a16="http://schemas.microsoft.com/office/drawing/2014/main" id="{34E4BC1B-7035-490E-A6DE-FB3C820B473E}"/>
              </a:ext>
            </a:extLst>
          </p:cNvPr>
          <p:cNvSpPr txBox="1">
            <a:spLocks noChangeArrowheads="1"/>
          </p:cNvSpPr>
          <p:nvPr/>
        </p:nvSpPr>
        <p:spPr bwMode="auto">
          <a:xfrm>
            <a:off x="5307523" y="2929333"/>
            <a:ext cx="17188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sz="1800" dirty="0">
                <a:sym typeface="Symbol" panose="05050102010706020507" pitchFamily="18" charset="2"/>
              </a:rPr>
              <a:t></a:t>
            </a:r>
            <a:endParaRPr lang="en-US" altLang="zh-CN" sz="1800" dirty="0"/>
          </a:p>
        </p:txBody>
      </p:sp>
      <p:sp>
        <p:nvSpPr>
          <p:cNvPr id="66" name="Text Box 202">
            <a:extLst>
              <a:ext uri="{FF2B5EF4-FFF2-40B4-BE49-F238E27FC236}">
                <a16:creationId xmlns:a16="http://schemas.microsoft.com/office/drawing/2014/main" id="{431E4B9F-D696-4530-B779-30278CF5FF02}"/>
              </a:ext>
            </a:extLst>
          </p:cNvPr>
          <p:cNvSpPr txBox="1">
            <a:spLocks noChangeArrowheads="1"/>
          </p:cNvSpPr>
          <p:nvPr/>
        </p:nvSpPr>
        <p:spPr bwMode="auto">
          <a:xfrm>
            <a:off x="5301146" y="3321654"/>
            <a:ext cx="1633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sz="1800" dirty="0">
                <a:sym typeface="Symbol" panose="05050102010706020507" pitchFamily="18" charset="2"/>
              </a:rPr>
              <a:t></a:t>
            </a:r>
            <a:endParaRPr lang="en-US" altLang="zh-CN" sz="1800" dirty="0"/>
          </a:p>
        </p:txBody>
      </p:sp>
      <p:sp>
        <p:nvSpPr>
          <p:cNvPr id="67" name="Text Box 203">
            <a:extLst>
              <a:ext uri="{FF2B5EF4-FFF2-40B4-BE49-F238E27FC236}">
                <a16:creationId xmlns:a16="http://schemas.microsoft.com/office/drawing/2014/main" id="{360225DC-33A5-422A-ADBB-6B63F81CB462}"/>
              </a:ext>
            </a:extLst>
          </p:cNvPr>
          <p:cNvSpPr txBox="1">
            <a:spLocks noChangeArrowheads="1"/>
          </p:cNvSpPr>
          <p:nvPr/>
        </p:nvSpPr>
        <p:spPr bwMode="auto">
          <a:xfrm>
            <a:off x="4566960" y="4114130"/>
            <a:ext cx="1633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sz="1800" dirty="0">
                <a:sym typeface="Symbol" panose="05050102010706020507" pitchFamily="18" charset="2"/>
              </a:rPr>
              <a:t></a:t>
            </a:r>
            <a:endParaRPr lang="en-US" altLang="zh-CN" sz="1800" dirty="0"/>
          </a:p>
        </p:txBody>
      </p:sp>
      <p:sp>
        <p:nvSpPr>
          <p:cNvPr id="85" name="文本框 84">
            <a:extLst>
              <a:ext uri="{FF2B5EF4-FFF2-40B4-BE49-F238E27FC236}">
                <a16:creationId xmlns:a16="http://schemas.microsoft.com/office/drawing/2014/main" id="{68207380-5871-4446-879E-DF5650C9865D}"/>
              </a:ext>
            </a:extLst>
          </p:cNvPr>
          <p:cNvSpPr txBox="1">
            <a:spLocks noChangeArrowheads="1"/>
          </p:cNvSpPr>
          <p:nvPr/>
        </p:nvSpPr>
        <p:spPr bwMode="auto">
          <a:xfrm>
            <a:off x="1383456" y="254208"/>
            <a:ext cx="2934521" cy="461665"/>
          </a:xfrm>
          <a:prstGeom prst="rect">
            <a:avLst/>
          </a:prstGeom>
          <a:solidFill>
            <a:schemeClr val="tx2">
              <a:lumMod val="10000"/>
              <a:lumOff val="90000"/>
            </a:schemeClr>
          </a:solidFill>
          <a:ln>
            <a:noFill/>
          </a:ln>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dirty="0">
                <a:solidFill>
                  <a:srgbClr val="000082"/>
                </a:solidFill>
                <a:latin typeface="华文琥珀" panose="02010800040101010101" pitchFamily="2" charset="-122"/>
                <a:ea typeface="华文琥珀" panose="02010800040101010101" pitchFamily="2" charset="-122"/>
              </a:rPr>
              <a:t>求关键路径算法</a:t>
            </a:r>
            <a:r>
              <a:rPr lang="en-US" altLang="zh-CN" sz="2400" dirty="0">
                <a:solidFill>
                  <a:srgbClr val="000082"/>
                </a:solidFill>
                <a:latin typeface="华文琥珀" panose="02010800040101010101" pitchFamily="2" charset="-122"/>
                <a:ea typeface="华文琥珀" panose="02010800040101010101" pitchFamily="2" charset="-122"/>
              </a:rPr>
              <a:t>(</a:t>
            </a:r>
            <a:r>
              <a:rPr lang="zh-CN" altLang="en-US" sz="2400" dirty="0">
                <a:solidFill>
                  <a:srgbClr val="000082"/>
                </a:solidFill>
                <a:latin typeface="华文琥珀" panose="02010800040101010101" pitchFamily="2" charset="-122"/>
                <a:ea typeface="华文琥珀" panose="02010800040101010101" pitchFamily="2" charset="-122"/>
              </a:rPr>
              <a:t>一</a:t>
            </a:r>
            <a:r>
              <a:rPr lang="en-US" altLang="zh-CN" sz="2400" dirty="0">
                <a:solidFill>
                  <a:srgbClr val="000082"/>
                </a:solidFill>
                <a:latin typeface="华文琥珀" panose="02010800040101010101" pitchFamily="2" charset="-122"/>
                <a:ea typeface="华文琥珀" panose="02010800040101010101" pitchFamily="2" charset="-122"/>
              </a:rPr>
              <a:t>)</a:t>
            </a:r>
            <a:endParaRPr lang="en-US" altLang="zh-CN" sz="2400" dirty="0">
              <a:latin typeface="华文琥珀" panose="02010800040101010101" pitchFamily="2" charset="-122"/>
              <a:ea typeface="华文琥珀" panose="02010800040101010101" pitchFamily="2" charset="-122"/>
            </a:endParaRPr>
          </a:p>
        </p:txBody>
      </p:sp>
      <p:sp>
        <p:nvSpPr>
          <p:cNvPr id="87" name="Text Box 202">
            <a:extLst>
              <a:ext uri="{FF2B5EF4-FFF2-40B4-BE49-F238E27FC236}">
                <a16:creationId xmlns:a16="http://schemas.microsoft.com/office/drawing/2014/main" id="{E51DF5F0-C407-4529-B92A-2515BBE77B8A}"/>
              </a:ext>
            </a:extLst>
          </p:cNvPr>
          <p:cNvSpPr txBox="1">
            <a:spLocks noChangeArrowheads="1"/>
          </p:cNvSpPr>
          <p:nvPr/>
        </p:nvSpPr>
        <p:spPr bwMode="auto">
          <a:xfrm>
            <a:off x="4563127" y="3712083"/>
            <a:ext cx="2041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sz="1800" dirty="0">
                <a:sym typeface="Symbol" panose="05050102010706020507" pitchFamily="18" charset="2"/>
              </a:rPr>
              <a:t></a:t>
            </a:r>
            <a:endParaRPr lang="en-US" altLang="zh-CN" sz="1800" dirty="0"/>
          </a:p>
        </p:txBody>
      </p:sp>
      <p:sp>
        <p:nvSpPr>
          <p:cNvPr id="88" name="椭圆 87">
            <a:extLst>
              <a:ext uri="{FF2B5EF4-FFF2-40B4-BE49-F238E27FC236}">
                <a16:creationId xmlns:a16="http://schemas.microsoft.com/office/drawing/2014/main" id="{AEADA236-2BC9-49DC-80AC-AF05F7C8404A}"/>
              </a:ext>
            </a:extLst>
          </p:cNvPr>
          <p:cNvSpPr/>
          <p:nvPr/>
        </p:nvSpPr>
        <p:spPr>
          <a:xfrm>
            <a:off x="4276749" y="2766968"/>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89" name="椭圆 88">
            <a:extLst>
              <a:ext uri="{FF2B5EF4-FFF2-40B4-BE49-F238E27FC236}">
                <a16:creationId xmlns:a16="http://schemas.microsoft.com/office/drawing/2014/main" id="{95E9DB1D-1303-45BF-9171-0179F7E60B61}"/>
              </a:ext>
            </a:extLst>
          </p:cNvPr>
          <p:cNvSpPr/>
          <p:nvPr/>
        </p:nvSpPr>
        <p:spPr>
          <a:xfrm>
            <a:off x="4920725" y="2780680"/>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92553B26-047A-479B-B2A5-B6AA2B32AF65}"/>
              </a:ext>
            </a:extLst>
          </p:cNvPr>
          <p:cNvSpPr/>
          <p:nvPr/>
        </p:nvSpPr>
        <p:spPr>
          <a:xfrm>
            <a:off x="4924523" y="3170799"/>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3ACC4F74-46C0-4D33-8788-049544D4E44E}"/>
              </a:ext>
            </a:extLst>
          </p:cNvPr>
          <p:cNvSpPr/>
          <p:nvPr/>
        </p:nvSpPr>
        <p:spPr>
          <a:xfrm>
            <a:off x="4205154" y="3565336"/>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BFE17B0A-E6A4-45A0-A412-D0898BD2D072}"/>
              </a:ext>
            </a:extLst>
          </p:cNvPr>
          <p:cNvSpPr/>
          <p:nvPr/>
        </p:nvSpPr>
        <p:spPr>
          <a:xfrm>
            <a:off x="4925933" y="3583241"/>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134EC64B-B30C-4E3A-BC04-229ED666058F}"/>
              </a:ext>
            </a:extLst>
          </p:cNvPr>
          <p:cNvSpPr/>
          <p:nvPr/>
        </p:nvSpPr>
        <p:spPr>
          <a:xfrm>
            <a:off x="4266872" y="3972133"/>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EB5446F7-C198-4108-B458-64F0EFEA1D5B}"/>
              </a:ext>
            </a:extLst>
          </p:cNvPr>
          <p:cNvSpPr/>
          <p:nvPr/>
        </p:nvSpPr>
        <p:spPr>
          <a:xfrm>
            <a:off x="4219628" y="4402062"/>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a:extLst>
              <a:ext uri="{FF2B5EF4-FFF2-40B4-BE49-F238E27FC236}">
                <a16:creationId xmlns:a16="http://schemas.microsoft.com/office/drawing/2014/main" id="{478F94B1-0D8C-4FA8-9FE7-0C642401761D}"/>
              </a:ext>
            </a:extLst>
          </p:cNvPr>
          <p:cNvSpPr/>
          <p:nvPr/>
        </p:nvSpPr>
        <p:spPr>
          <a:xfrm>
            <a:off x="4197252" y="3161371"/>
            <a:ext cx="137978" cy="141997"/>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6" name="组合 95">
            <a:extLst>
              <a:ext uri="{FF2B5EF4-FFF2-40B4-BE49-F238E27FC236}">
                <a16:creationId xmlns:a16="http://schemas.microsoft.com/office/drawing/2014/main" id="{C24457CA-B372-4C67-9F18-E217B5DC6D8B}"/>
              </a:ext>
            </a:extLst>
          </p:cNvPr>
          <p:cNvGrpSpPr/>
          <p:nvPr/>
        </p:nvGrpSpPr>
        <p:grpSpPr>
          <a:xfrm>
            <a:off x="2827600" y="5648535"/>
            <a:ext cx="147706" cy="370337"/>
            <a:chOff x="2241884" y="6223622"/>
            <a:chExt cx="177740" cy="357474"/>
          </a:xfrm>
        </p:grpSpPr>
        <p:cxnSp>
          <p:nvCxnSpPr>
            <p:cNvPr id="97" name="直接箭头连接符 96">
              <a:extLst>
                <a:ext uri="{FF2B5EF4-FFF2-40B4-BE49-F238E27FC236}">
                  <a16:creationId xmlns:a16="http://schemas.microsoft.com/office/drawing/2014/main" id="{C77D587C-0CD4-4BD1-9C8E-3BE02D7B17BB}"/>
                </a:ext>
              </a:extLst>
            </p:cNvPr>
            <p:cNvCxnSpPr>
              <a:cxnSpLocks/>
            </p:cNvCxnSpPr>
            <p:nvPr/>
          </p:nvCxnSpPr>
          <p:spPr>
            <a:xfrm flipH="1" flipV="1">
              <a:off x="2419620" y="6223622"/>
              <a:ext cx="4" cy="293247"/>
            </a:xfrm>
            <a:prstGeom prst="straightConnector1">
              <a:avLst/>
            </a:prstGeom>
            <a:ln w="28575">
              <a:solidFill>
                <a:srgbClr val="C00000"/>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98" name="文本框 97">
              <a:extLst>
                <a:ext uri="{FF2B5EF4-FFF2-40B4-BE49-F238E27FC236}">
                  <a16:creationId xmlns:a16="http://schemas.microsoft.com/office/drawing/2014/main" id="{E6CD76C3-97E4-4E9C-AF78-370369406EA8}"/>
                </a:ext>
              </a:extLst>
            </p:cNvPr>
            <p:cNvSpPr txBox="1"/>
            <p:nvPr/>
          </p:nvSpPr>
          <p:spPr>
            <a:xfrm>
              <a:off x="2241884" y="6273319"/>
              <a:ext cx="56135" cy="307777"/>
            </a:xfrm>
            <a:prstGeom prst="rect">
              <a:avLst/>
            </a:prstGeom>
            <a:noFill/>
          </p:spPr>
          <p:txBody>
            <a:bodyPr wrap="square" lIns="36000" tIns="0" rIns="36000" bIns="0" rtlCol="0">
              <a:spAutoFit/>
            </a:bodyPr>
            <a:lstStyle/>
            <a:p>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endPar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99" name="文本框 98">
            <a:extLst>
              <a:ext uri="{FF2B5EF4-FFF2-40B4-BE49-F238E27FC236}">
                <a16:creationId xmlns:a16="http://schemas.microsoft.com/office/drawing/2014/main" id="{FC0437F4-284B-47D2-A607-050C659D96F3}"/>
              </a:ext>
            </a:extLst>
          </p:cNvPr>
          <p:cNvSpPr txBox="1"/>
          <p:nvPr/>
        </p:nvSpPr>
        <p:spPr>
          <a:xfrm>
            <a:off x="2892655" y="4935807"/>
            <a:ext cx="244225" cy="303801"/>
          </a:xfrm>
          <a:prstGeom prst="rect">
            <a:avLst/>
          </a:prstGeom>
          <a:noFill/>
        </p:spPr>
        <p:txBody>
          <a:bodyPr wrap="none" lIns="36000" tIns="0" rIns="36000" bIns="0" rtlCol="0" anchor="ctr" anchorCtr="1">
            <a:spAutoFit/>
          </a:bodyPr>
          <a:lstStyle/>
          <a:p>
            <a:pPr algn="ctr">
              <a:lnSpc>
                <a:spcPct val="80000"/>
              </a:lnSpc>
            </a:pPr>
            <a:r>
              <a:rPr lang="en-US" altLang="zh-CN" sz="2400" b="1" dirty="0">
                <a:solidFill>
                  <a:srgbClr val="C00000"/>
                </a:solidFill>
              </a:rPr>
              <a:t>0</a:t>
            </a:r>
            <a:endParaRPr lang="zh-CN" altLang="en-US" sz="2400" b="1" dirty="0">
              <a:solidFill>
                <a:srgbClr val="C00000"/>
              </a:solidFill>
            </a:endParaRPr>
          </a:p>
        </p:txBody>
      </p:sp>
      <p:sp>
        <p:nvSpPr>
          <p:cNvPr id="100" name="文本框 99">
            <a:extLst>
              <a:ext uri="{FF2B5EF4-FFF2-40B4-BE49-F238E27FC236}">
                <a16:creationId xmlns:a16="http://schemas.microsoft.com/office/drawing/2014/main" id="{6D4E2EC7-3A6C-4356-8B6F-95467610D4F0}"/>
              </a:ext>
            </a:extLst>
          </p:cNvPr>
          <p:cNvSpPr txBox="1"/>
          <p:nvPr/>
        </p:nvSpPr>
        <p:spPr>
          <a:xfrm>
            <a:off x="4982431" y="4929160"/>
            <a:ext cx="230565" cy="303801"/>
          </a:xfrm>
          <a:prstGeom prst="rect">
            <a:avLst/>
          </a:prstGeom>
          <a:noFill/>
        </p:spPr>
        <p:txBody>
          <a:bodyPr wrap="square" lIns="36000" tIns="0" rIns="36000" bIns="0" rtlCol="0" anchor="ctr" anchorCtr="1">
            <a:spAutoFit/>
          </a:bodyPr>
          <a:lstStyle/>
          <a:p>
            <a:pPr algn="ctr">
              <a:lnSpc>
                <a:spcPct val="80000"/>
              </a:lnSpc>
            </a:pPr>
            <a:r>
              <a:rPr lang="en-US" altLang="zh-CN" sz="2400" b="1" dirty="0">
                <a:solidFill>
                  <a:srgbClr val="C00000"/>
                </a:solidFill>
              </a:rPr>
              <a:t>5</a:t>
            </a:r>
            <a:endParaRPr lang="zh-CN" altLang="en-US" sz="2400" b="1" dirty="0">
              <a:solidFill>
                <a:srgbClr val="C00000"/>
              </a:solidFill>
            </a:endParaRPr>
          </a:p>
        </p:txBody>
      </p:sp>
      <p:cxnSp>
        <p:nvCxnSpPr>
          <p:cNvPr id="106" name="直接连接符 105">
            <a:extLst>
              <a:ext uri="{FF2B5EF4-FFF2-40B4-BE49-F238E27FC236}">
                <a16:creationId xmlns:a16="http://schemas.microsoft.com/office/drawing/2014/main" id="{18C75B64-46DD-4106-B63E-50012AF29BC4}"/>
              </a:ext>
            </a:extLst>
          </p:cNvPr>
          <p:cNvCxnSpPr>
            <a:cxnSpLocks/>
          </p:cNvCxnSpPr>
          <p:nvPr/>
        </p:nvCxnSpPr>
        <p:spPr>
          <a:xfrm>
            <a:off x="5763331" y="3363963"/>
            <a:ext cx="321930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9" name="文本框 108">
            <a:extLst>
              <a:ext uri="{FF2B5EF4-FFF2-40B4-BE49-F238E27FC236}">
                <a16:creationId xmlns:a16="http://schemas.microsoft.com/office/drawing/2014/main" id="{A4338585-FBB3-447B-92C3-3F23121AC3EA}"/>
              </a:ext>
            </a:extLst>
          </p:cNvPr>
          <p:cNvSpPr txBox="1"/>
          <p:nvPr/>
        </p:nvSpPr>
        <p:spPr>
          <a:xfrm>
            <a:off x="3726567" y="4937286"/>
            <a:ext cx="244225" cy="303801"/>
          </a:xfrm>
          <a:prstGeom prst="rect">
            <a:avLst/>
          </a:prstGeom>
          <a:noFill/>
        </p:spPr>
        <p:txBody>
          <a:bodyPr wrap="none" lIns="36000" tIns="0" rIns="36000" bIns="0" rtlCol="0" anchor="ctr" anchorCtr="1">
            <a:spAutoFit/>
          </a:bodyPr>
          <a:lstStyle/>
          <a:p>
            <a:pPr algn="ctr">
              <a:lnSpc>
                <a:spcPct val="80000"/>
              </a:lnSpc>
            </a:pPr>
            <a:r>
              <a:rPr lang="en-US" altLang="zh-CN" sz="2400" b="1" dirty="0">
                <a:solidFill>
                  <a:srgbClr val="C00000"/>
                </a:solidFill>
              </a:rPr>
              <a:t>2</a:t>
            </a:r>
            <a:endParaRPr lang="zh-CN" altLang="en-US" sz="2400" b="1" dirty="0">
              <a:solidFill>
                <a:srgbClr val="C00000"/>
              </a:solidFill>
            </a:endParaRPr>
          </a:p>
        </p:txBody>
      </p:sp>
      <p:sp>
        <p:nvSpPr>
          <p:cNvPr id="110" name="文本框 109">
            <a:extLst>
              <a:ext uri="{FF2B5EF4-FFF2-40B4-BE49-F238E27FC236}">
                <a16:creationId xmlns:a16="http://schemas.microsoft.com/office/drawing/2014/main" id="{025CED11-8CF6-47A0-883F-8FE19049CF8C}"/>
              </a:ext>
            </a:extLst>
          </p:cNvPr>
          <p:cNvSpPr txBox="1"/>
          <p:nvPr/>
        </p:nvSpPr>
        <p:spPr>
          <a:xfrm>
            <a:off x="4147601" y="4941018"/>
            <a:ext cx="230565" cy="303801"/>
          </a:xfrm>
          <a:prstGeom prst="rect">
            <a:avLst/>
          </a:prstGeom>
          <a:noFill/>
        </p:spPr>
        <p:txBody>
          <a:bodyPr wrap="square" lIns="36000" tIns="0" rIns="36000" bIns="0" rtlCol="0" anchor="ctr" anchorCtr="1">
            <a:spAutoFit/>
          </a:bodyPr>
          <a:lstStyle/>
          <a:p>
            <a:pPr algn="ctr">
              <a:lnSpc>
                <a:spcPct val="80000"/>
              </a:lnSpc>
            </a:pPr>
            <a:r>
              <a:rPr lang="en-US" altLang="zh-CN" sz="2400" b="1" dirty="0">
                <a:solidFill>
                  <a:srgbClr val="C00000"/>
                </a:solidFill>
              </a:rPr>
              <a:t>3</a:t>
            </a:r>
            <a:endParaRPr lang="zh-CN" altLang="en-US" sz="2400" b="1" dirty="0">
              <a:solidFill>
                <a:srgbClr val="C00000"/>
              </a:solidFill>
            </a:endParaRPr>
          </a:p>
        </p:txBody>
      </p:sp>
      <p:cxnSp>
        <p:nvCxnSpPr>
          <p:cNvPr id="111" name="直接连接符 110">
            <a:extLst>
              <a:ext uri="{FF2B5EF4-FFF2-40B4-BE49-F238E27FC236}">
                <a16:creationId xmlns:a16="http://schemas.microsoft.com/office/drawing/2014/main" id="{26810718-BD53-4D2F-AE29-A4495E1DFB96}"/>
              </a:ext>
            </a:extLst>
          </p:cNvPr>
          <p:cNvCxnSpPr>
            <a:cxnSpLocks/>
          </p:cNvCxnSpPr>
          <p:nvPr/>
        </p:nvCxnSpPr>
        <p:spPr>
          <a:xfrm>
            <a:off x="5754090" y="3784807"/>
            <a:ext cx="0" cy="145480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4" name="文本框 113">
            <a:extLst>
              <a:ext uri="{FF2B5EF4-FFF2-40B4-BE49-F238E27FC236}">
                <a16:creationId xmlns:a16="http://schemas.microsoft.com/office/drawing/2014/main" id="{6BE42D2A-9B23-4E92-898F-8D8B048B443E}"/>
              </a:ext>
            </a:extLst>
          </p:cNvPr>
          <p:cNvSpPr txBox="1"/>
          <p:nvPr/>
        </p:nvSpPr>
        <p:spPr>
          <a:xfrm>
            <a:off x="3314199" y="4939262"/>
            <a:ext cx="231595" cy="303801"/>
          </a:xfrm>
          <a:prstGeom prst="rect">
            <a:avLst/>
          </a:prstGeom>
          <a:noFill/>
        </p:spPr>
        <p:txBody>
          <a:bodyPr wrap="square" lIns="36000" tIns="0" rIns="36000" bIns="0" rtlCol="0" anchor="ctr" anchorCtr="1">
            <a:spAutoFit/>
          </a:bodyPr>
          <a:lstStyle/>
          <a:p>
            <a:pPr algn="ctr">
              <a:lnSpc>
                <a:spcPct val="80000"/>
              </a:lnSpc>
            </a:pPr>
            <a:r>
              <a:rPr lang="en-US" altLang="zh-CN" sz="2400" b="1" dirty="0">
                <a:solidFill>
                  <a:srgbClr val="C00000"/>
                </a:solidFill>
              </a:rPr>
              <a:t>1</a:t>
            </a:r>
            <a:endParaRPr lang="zh-CN" altLang="en-US" sz="2400" b="1" dirty="0">
              <a:solidFill>
                <a:srgbClr val="C00000"/>
              </a:solidFill>
            </a:endParaRPr>
          </a:p>
        </p:txBody>
      </p:sp>
      <p:sp>
        <p:nvSpPr>
          <p:cNvPr id="116" name="文本框 115">
            <a:extLst>
              <a:ext uri="{FF2B5EF4-FFF2-40B4-BE49-F238E27FC236}">
                <a16:creationId xmlns:a16="http://schemas.microsoft.com/office/drawing/2014/main" id="{4FCF58D6-9CD9-40F7-B95C-D8285C659EE0}"/>
              </a:ext>
            </a:extLst>
          </p:cNvPr>
          <p:cNvSpPr txBox="1"/>
          <p:nvPr/>
        </p:nvSpPr>
        <p:spPr>
          <a:xfrm>
            <a:off x="4542647" y="4944609"/>
            <a:ext cx="316622" cy="295466"/>
          </a:xfrm>
          <a:prstGeom prst="rect">
            <a:avLst/>
          </a:prstGeom>
          <a:noFill/>
        </p:spPr>
        <p:txBody>
          <a:bodyPr wrap="square" lIns="36000" tIns="0" rIns="36000" bIns="0" rtlCol="0" anchor="ctr" anchorCtr="1">
            <a:spAutoFit/>
          </a:bodyPr>
          <a:lstStyle/>
          <a:p>
            <a:pPr algn="ctr">
              <a:lnSpc>
                <a:spcPct val="80000"/>
              </a:lnSpc>
            </a:pPr>
            <a:r>
              <a:rPr lang="en-US" altLang="zh-CN" sz="2400" b="1" dirty="0">
                <a:solidFill>
                  <a:srgbClr val="C00000"/>
                </a:solidFill>
              </a:rPr>
              <a:t>4</a:t>
            </a:r>
            <a:endParaRPr lang="zh-CN" altLang="en-US" sz="2400" b="1" dirty="0">
              <a:solidFill>
                <a:srgbClr val="C00000"/>
              </a:solidFill>
            </a:endParaRPr>
          </a:p>
        </p:txBody>
      </p:sp>
      <p:sp>
        <p:nvSpPr>
          <p:cNvPr id="179" name="Line 147">
            <a:extLst>
              <a:ext uri="{FF2B5EF4-FFF2-40B4-BE49-F238E27FC236}">
                <a16:creationId xmlns:a16="http://schemas.microsoft.com/office/drawing/2014/main" id="{03996644-820C-407F-AF31-5DC5FB6FF014}"/>
              </a:ext>
            </a:extLst>
          </p:cNvPr>
          <p:cNvSpPr>
            <a:spLocks noChangeShapeType="1"/>
          </p:cNvSpPr>
          <p:nvPr/>
        </p:nvSpPr>
        <p:spPr bwMode="auto">
          <a:xfrm flipV="1">
            <a:off x="3894400" y="3482724"/>
            <a:ext cx="263030" cy="4436"/>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81" name="Line 147">
            <a:extLst>
              <a:ext uri="{FF2B5EF4-FFF2-40B4-BE49-F238E27FC236}">
                <a16:creationId xmlns:a16="http://schemas.microsoft.com/office/drawing/2014/main" id="{BDE2FCA3-3447-4A2E-9466-BE567F59AA78}"/>
              </a:ext>
            </a:extLst>
          </p:cNvPr>
          <p:cNvSpPr>
            <a:spLocks noChangeShapeType="1"/>
          </p:cNvSpPr>
          <p:nvPr/>
        </p:nvSpPr>
        <p:spPr bwMode="auto">
          <a:xfrm flipV="1">
            <a:off x="3902731" y="4274247"/>
            <a:ext cx="265455" cy="106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82" name="Line 147">
            <a:extLst>
              <a:ext uri="{FF2B5EF4-FFF2-40B4-BE49-F238E27FC236}">
                <a16:creationId xmlns:a16="http://schemas.microsoft.com/office/drawing/2014/main" id="{BC080FA1-FF2B-4924-B418-5003D260F80B}"/>
              </a:ext>
            </a:extLst>
          </p:cNvPr>
          <p:cNvSpPr>
            <a:spLocks noChangeShapeType="1"/>
          </p:cNvSpPr>
          <p:nvPr/>
        </p:nvSpPr>
        <p:spPr bwMode="auto">
          <a:xfrm flipV="1">
            <a:off x="3900406" y="3882558"/>
            <a:ext cx="265455" cy="106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83" name="Line 147">
            <a:extLst>
              <a:ext uri="{FF2B5EF4-FFF2-40B4-BE49-F238E27FC236}">
                <a16:creationId xmlns:a16="http://schemas.microsoft.com/office/drawing/2014/main" id="{84B17BE6-0C12-4075-A22D-3D01160190D6}"/>
              </a:ext>
            </a:extLst>
          </p:cNvPr>
          <p:cNvSpPr>
            <a:spLocks noChangeShapeType="1"/>
          </p:cNvSpPr>
          <p:nvPr/>
        </p:nvSpPr>
        <p:spPr bwMode="auto">
          <a:xfrm flipV="1">
            <a:off x="3894882" y="3107811"/>
            <a:ext cx="265455" cy="106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84" name="Line 147">
            <a:extLst>
              <a:ext uri="{FF2B5EF4-FFF2-40B4-BE49-F238E27FC236}">
                <a16:creationId xmlns:a16="http://schemas.microsoft.com/office/drawing/2014/main" id="{C87C011F-120B-4B90-A87F-0124515C8F21}"/>
              </a:ext>
            </a:extLst>
          </p:cNvPr>
          <p:cNvSpPr>
            <a:spLocks noChangeShapeType="1"/>
          </p:cNvSpPr>
          <p:nvPr/>
        </p:nvSpPr>
        <p:spPr bwMode="auto">
          <a:xfrm flipV="1">
            <a:off x="3903580" y="2705226"/>
            <a:ext cx="265455" cy="106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85" name="Line 147">
            <a:extLst>
              <a:ext uri="{FF2B5EF4-FFF2-40B4-BE49-F238E27FC236}">
                <a16:creationId xmlns:a16="http://schemas.microsoft.com/office/drawing/2014/main" id="{B8EA74EF-2546-4B83-86D4-45C7877D36AB}"/>
              </a:ext>
            </a:extLst>
          </p:cNvPr>
          <p:cNvSpPr>
            <a:spLocks noChangeShapeType="1"/>
          </p:cNvSpPr>
          <p:nvPr/>
        </p:nvSpPr>
        <p:spPr bwMode="auto">
          <a:xfrm flipV="1">
            <a:off x="4643171" y="2715378"/>
            <a:ext cx="265455" cy="106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86" name="Line 147">
            <a:extLst>
              <a:ext uri="{FF2B5EF4-FFF2-40B4-BE49-F238E27FC236}">
                <a16:creationId xmlns:a16="http://schemas.microsoft.com/office/drawing/2014/main" id="{99120A50-195D-4034-8366-56D01F4001C5}"/>
              </a:ext>
            </a:extLst>
          </p:cNvPr>
          <p:cNvSpPr>
            <a:spLocks noChangeShapeType="1"/>
          </p:cNvSpPr>
          <p:nvPr/>
        </p:nvSpPr>
        <p:spPr bwMode="auto">
          <a:xfrm flipV="1">
            <a:off x="4640597" y="3115605"/>
            <a:ext cx="265455" cy="106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87" name="Line 147">
            <a:extLst>
              <a:ext uri="{FF2B5EF4-FFF2-40B4-BE49-F238E27FC236}">
                <a16:creationId xmlns:a16="http://schemas.microsoft.com/office/drawing/2014/main" id="{FEDE46B5-47E5-4F57-91A5-5CAF870E6ABC}"/>
              </a:ext>
            </a:extLst>
          </p:cNvPr>
          <p:cNvSpPr>
            <a:spLocks noChangeShapeType="1"/>
          </p:cNvSpPr>
          <p:nvPr/>
        </p:nvSpPr>
        <p:spPr bwMode="auto">
          <a:xfrm flipV="1">
            <a:off x="4648649" y="3496007"/>
            <a:ext cx="265455" cy="1060"/>
          </a:xfrm>
          <a:prstGeom prst="line">
            <a:avLst/>
          </a:prstGeom>
          <a:noFill/>
          <a:ln w="22225">
            <a:solidFill>
              <a:srgbClr val="002060"/>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cxnSp>
        <p:nvCxnSpPr>
          <p:cNvPr id="250" name="直接连接符 249">
            <a:extLst>
              <a:ext uri="{FF2B5EF4-FFF2-40B4-BE49-F238E27FC236}">
                <a16:creationId xmlns:a16="http://schemas.microsoft.com/office/drawing/2014/main" id="{4F7CDF4A-5BBD-40D2-8FFA-8EF5F860102D}"/>
              </a:ext>
            </a:extLst>
          </p:cNvPr>
          <p:cNvCxnSpPr>
            <a:cxnSpLocks/>
            <a:stCxn id="140" idx="3"/>
            <a:endCxn id="231" idx="1"/>
          </p:cNvCxnSpPr>
          <p:nvPr/>
        </p:nvCxnSpPr>
        <p:spPr>
          <a:xfrm flipV="1">
            <a:off x="1511144" y="2716991"/>
            <a:ext cx="2927429" cy="355083"/>
          </a:xfrm>
          <a:prstGeom prst="line">
            <a:avLst/>
          </a:prstGeom>
          <a:ln w="571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3" name="直接连接符 252">
            <a:extLst>
              <a:ext uri="{FF2B5EF4-FFF2-40B4-BE49-F238E27FC236}">
                <a16:creationId xmlns:a16="http://schemas.microsoft.com/office/drawing/2014/main" id="{F426CA5F-505A-4035-8561-EB264F2B3882}"/>
              </a:ext>
            </a:extLst>
          </p:cNvPr>
          <p:cNvCxnSpPr>
            <a:cxnSpLocks/>
            <a:stCxn id="134" idx="3"/>
            <a:endCxn id="237" idx="2"/>
          </p:cNvCxnSpPr>
          <p:nvPr/>
        </p:nvCxnSpPr>
        <p:spPr>
          <a:xfrm flipV="1">
            <a:off x="1334655" y="2845491"/>
            <a:ext cx="3900950" cy="1045526"/>
          </a:xfrm>
          <a:prstGeom prst="line">
            <a:avLst/>
          </a:prstGeom>
          <a:ln w="5715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60" name="直接连接符 259">
            <a:extLst>
              <a:ext uri="{FF2B5EF4-FFF2-40B4-BE49-F238E27FC236}">
                <a16:creationId xmlns:a16="http://schemas.microsoft.com/office/drawing/2014/main" id="{F91AD4F3-9070-4EEE-A295-955F0D3D58C8}"/>
              </a:ext>
            </a:extLst>
          </p:cNvPr>
          <p:cNvCxnSpPr>
            <a:cxnSpLocks/>
          </p:cNvCxnSpPr>
          <p:nvPr/>
        </p:nvCxnSpPr>
        <p:spPr>
          <a:xfrm>
            <a:off x="5631994" y="817786"/>
            <a:ext cx="694310"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A4D350A7-81AD-4DD4-9FB7-D62141776C12}"/>
              </a:ext>
            </a:extLst>
          </p:cNvPr>
          <p:cNvCxnSpPr>
            <a:cxnSpLocks/>
          </p:cNvCxnSpPr>
          <p:nvPr/>
        </p:nvCxnSpPr>
        <p:spPr>
          <a:xfrm>
            <a:off x="5934864" y="4956029"/>
            <a:ext cx="4821725"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EDBFAD70-CFD2-43FC-A6C7-AC24BAAB150E}"/>
              </a:ext>
            </a:extLst>
          </p:cNvPr>
          <p:cNvCxnSpPr>
            <a:cxnSpLocks/>
          </p:cNvCxnSpPr>
          <p:nvPr/>
        </p:nvCxnSpPr>
        <p:spPr>
          <a:xfrm>
            <a:off x="5754090" y="1336651"/>
            <a:ext cx="4315261"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9" name="直接连接符 188">
            <a:extLst>
              <a:ext uri="{FF2B5EF4-FFF2-40B4-BE49-F238E27FC236}">
                <a16:creationId xmlns:a16="http://schemas.microsoft.com/office/drawing/2014/main" id="{B951ED8C-7595-4EA8-90A6-C8EB140B40CE}"/>
              </a:ext>
            </a:extLst>
          </p:cNvPr>
          <p:cNvCxnSpPr>
            <a:cxnSpLocks/>
          </p:cNvCxnSpPr>
          <p:nvPr/>
        </p:nvCxnSpPr>
        <p:spPr>
          <a:xfrm flipV="1">
            <a:off x="5861641" y="3688044"/>
            <a:ext cx="5485545" cy="12248"/>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44" name="文本框 243">
            <a:extLst>
              <a:ext uri="{FF2B5EF4-FFF2-40B4-BE49-F238E27FC236}">
                <a16:creationId xmlns:a16="http://schemas.microsoft.com/office/drawing/2014/main" id="{328A858D-499B-4979-95E0-9EA8A4C828E7}"/>
              </a:ext>
            </a:extLst>
          </p:cNvPr>
          <p:cNvSpPr txBox="1"/>
          <p:nvPr/>
        </p:nvSpPr>
        <p:spPr>
          <a:xfrm>
            <a:off x="5650423" y="572388"/>
            <a:ext cx="580214" cy="234038"/>
          </a:xfrm>
          <a:prstGeom prst="rect">
            <a:avLst/>
          </a:prstGeom>
          <a:solidFill>
            <a:schemeClr val="accent6">
              <a:lumMod val="20000"/>
              <a:lumOff val="80000"/>
            </a:schemeClr>
          </a:solidFill>
        </p:spPr>
        <p:txBody>
          <a:bodyPr wrap="none" lIns="36000" tIns="0" rIns="36000" bIns="0" rtlCol="0">
            <a:spAutoFit/>
          </a:bodyPr>
          <a:lstStyle/>
          <a:p>
            <a:pPr>
              <a:lnSpc>
                <a:spcPts val="1800"/>
              </a:lnSpc>
            </a:pPr>
            <a:r>
              <a:rPr lang="en-US" altLang="zh-CN" dirty="0">
                <a:latin typeface="Calibri" panose="020F0502020204030204" pitchFamily="34" charset="0"/>
                <a:ea typeface="Calibri" panose="020F0502020204030204" pitchFamily="34" charset="0"/>
                <a:cs typeface="Calibri" panose="020F0502020204030204" pitchFamily="34" charset="0"/>
              </a:rPr>
              <a:t>Stack</a:t>
            </a:r>
            <a:endParaRPr lang="zh-CN" altLang="en-US" dirty="0">
              <a:latin typeface="Calibri" panose="020F0502020204030204" pitchFamily="34" charset="0"/>
              <a:ea typeface="楷体_GB2312" pitchFamily="49" charset="-122"/>
              <a:cs typeface="Calibri" panose="020F0502020204030204" pitchFamily="34" charset="0"/>
            </a:endParaRPr>
          </a:p>
        </p:txBody>
      </p:sp>
      <p:sp>
        <p:nvSpPr>
          <p:cNvPr id="246" name="文本框 245">
            <a:extLst>
              <a:ext uri="{FF2B5EF4-FFF2-40B4-BE49-F238E27FC236}">
                <a16:creationId xmlns:a16="http://schemas.microsoft.com/office/drawing/2014/main" id="{71586245-4573-4557-90C0-2276CC52DC80}"/>
              </a:ext>
            </a:extLst>
          </p:cNvPr>
          <p:cNvSpPr txBox="1"/>
          <p:nvPr/>
        </p:nvSpPr>
        <p:spPr>
          <a:xfrm>
            <a:off x="5703457" y="1073918"/>
            <a:ext cx="4337213" cy="234038"/>
          </a:xfrm>
          <a:prstGeom prst="rect">
            <a:avLst/>
          </a:prstGeom>
          <a:solidFill>
            <a:schemeClr val="accent6">
              <a:lumMod val="20000"/>
              <a:lumOff val="80000"/>
            </a:schemeClr>
          </a:solidFill>
        </p:spPr>
        <p:txBody>
          <a:bodyPr wrap="none" tIns="0" bIns="0" rtlCol="0">
            <a:spAutoFit/>
          </a:bodyPr>
          <a:lstStyle/>
          <a:p>
            <a:pPr>
              <a:lnSpc>
                <a:spcPts val="1800"/>
              </a:lnSpc>
            </a:pPr>
            <a:r>
              <a:rPr lang="en-US" altLang="zh-CN" dirty="0">
                <a:latin typeface="Calibri" panose="020F0502020204030204" pitchFamily="34" charset="0"/>
                <a:ea typeface="Calibri" panose="020F0502020204030204" pitchFamily="34" charset="0"/>
                <a:cs typeface="Calibri" panose="020F0502020204030204" pitchFamily="34" charset="0"/>
              </a:rPr>
              <a:t>Stack S = </a:t>
            </a:r>
            <a:r>
              <a:rPr lang="en-US" altLang="zh-CN" dirty="0" err="1">
                <a:latin typeface="Calibri" panose="020F0502020204030204" pitchFamily="34" charset="0"/>
                <a:ea typeface="Calibri" panose="020F0502020204030204" pitchFamily="34" charset="0"/>
                <a:cs typeface="Calibri" panose="020F0502020204030204" pitchFamily="34" charset="0"/>
              </a:rPr>
              <a:t>InitStack</a:t>
            </a:r>
            <a:r>
              <a:rPr lang="en-US" altLang="zh-CN" dirty="0">
                <a:latin typeface="Calibri" panose="020F0502020204030204" pitchFamily="34" charset="0"/>
                <a:ea typeface="Calibri" panose="020F0502020204030204" pitchFamily="34" charset="0"/>
                <a:cs typeface="Calibri" panose="020F0502020204030204" pitchFamily="34" charset="0"/>
              </a:rPr>
              <a:t>(G-&gt;n, 5);   </a:t>
            </a:r>
            <a:r>
              <a:rPr lang="en-US"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zh-CN" altLang="en-US"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初始化顺序栈</a:t>
            </a:r>
            <a:endParaRPr lang="zh-CN" altLang="en-US" sz="1600" dirty="0">
              <a:solidFill>
                <a:schemeClr val="accent6">
                  <a:lumMod val="50000"/>
                </a:schemeClr>
              </a:solidFill>
              <a:latin typeface="Calibri" panose="020F0502020204030204" pitchFamily="34" charset="0"/>
              <a:ea typeface="楷体_GB2312" pitchFamily="49" charset="-122"/>
              <a:cs typeface="Calibri" panose="020F0502020204030204" pitchFamily="34" charset="0"/>
            </a:endParaRPr>
          </a:p>
        </p:txBody>
      </p:sp>
      <p:sp>
        <p:nvSpPr>
          <p:cNvPr id="245" name="文本框 244">
            <a:extLst>
              <a:ext uri="{FF2B5EF4-FFF2-40B4-BE49-F238E27FC236}">
                <a16:creationId xmlns:a16="http://schemas.microsoft.com/office/drawing/2014/main" id="{BD29B563-54AE-4982-8538-54B5905B2E5E}"/>
              </a:ext>
            </a:extLst>
          </p:cNvPr>
          <p:cNvSpPr txBox="1"/>
          <p:nvPr/>
        </p:nvSpPr>
        <p:spPr>
          <a:xfrm>
            <a:off x="5806814" y="3457445"/>
            <a:ext cx="5686151" cy="232564"/>
          </a:xfrm>
          <a:prstGeom prst="rect">
            <a:avLst/>
          </a:prstGeom>
          <a:solidFill>
            <a:schemeClr val="accent6">
              <a:lumMod val="20000"/>
              <a:lumOff val="80000"/>
            </a:schemeClr>
          </a:solidFill>
        </p:spPr>
        <p:txBody>
          <a:bodyPr wrap="square" tIns="0" bIns="0" rtlCol="0">
            <a:spAutoFit/>
          </a:bodyPr>
          <a:lstStyle/>
          <a:p>
            <a:pPr>
              <a:lnSpc>
                <a:spcPts val="1800"/>
              </a:lnSpc>
            </a:pPr>
            <a:r>
              <a:rPr lang="en-US" altLang="zh-CN" dirty="0">
                <a:latin typeface="Calibri" panose="020F0502020204030204" pitchFamily="34" charset="0"/>
                <a:ea typeface="Calibri" panose="020F0502020204030204" pitchFamily="34" charset="0"/>
                <a:cs typeface="Calibri" panose="020F0502020204030204" pitchFamily="34" charset="0"/>
              </a:rPr>
              <a:t>Push( T, </a:t>
            </a:r>
            <a:r>
              <a:rPr lang="en-US" altLang="zh-CN" dirty="0" err="1">
                <a:latin typeface="Calibri" panose="020F0502020204030204" pitchFamily="34" charset="0"/>
                <a:ea typeface="Calibri" panose="020F0502020204030204" pitchFamily="34" charset="0"/>
                <a:cs typeface="Calibri" panose="020F0502020204030204" pitchFamily="34" charset="0"/>
              </a:rPr>
              <a:t>i</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zh-CN" altLang="en-US"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顶点序号出 </a:t>
            </a:r>
            <a:r>
              <a:rPr lang="en-US"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S </a:t>
            </a:r>
            <a:r>
              <a:rPr lang="zh-CN" altLang="en-US"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栈且入 </a:t>
            </a:r>
            <a:r>
              <a:rPr lang="en-US"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T </a:t>
            </a:r>
            <a:r>
              <a:rPr lang="zh-CN" altLang="en-US"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栈</a:t>
            </a:r>
          </a:p>
        </p:txBody>
      </p:sp>
      <p:sp>
        <p:nvSpPr>
          <p:cNvPr id="248" name="文本框 247">
            <a:extLst>
              <a:ext uri="{FF2B5EF4-FFF2-40B4-BE49-F238E27FC236}">
                <a16:creationId xmlns:a16="http://schemas.microsoft.com/office/drawing/2014/main" id="{1A5C234B-E8B2-4094-BE1B-3DDF846F5182}"/>
              </a:ext>
            </a:extLst>
          </p:cNvPr>
          <p:cNvSpPr txBox="1"/>
          <p:nvPr/>
        </p:nvSpPr>
        <p:spPr>
          <a:xfrm>
            <a:off x="5868391" y="4709131"/>
            <a:ext cx="4888198" cy="234038"/>
          </a:xfrm>
          <a:prstGeom prst="rect">
            <a:avLst/>
          </a:prstGeom>
          <a:solidFill>
            <a:schemeClr val="accent6">
              <a:lumMod val="20000"/>
              <a:lumOff val="80000"/>
            </a:schemeClr>
          </a:solidFill>
        </p:spPr>
        <p:txBody>
          <a:bodyPr wrap="none" tIns="0" bIns="0" rtlCol="0">
            <a:spAutoFit/>
          </a:bodyPr>
          <a:lstStyle/>
          <a:p>
            <a:pPr>
              <a:lnSpc>
                <a:spcPts val="1800"/>
              </a:lnSpc>
            </a:pPr>
            <a:r>
              <a:rPr lang="en-US" altLang="zh-CN" b="1" dirty="0">
                <a:latin typeface="Calibri" panose="020F0502020204030204" pitchFamily="34" charset="0"/>
                <a:ea typeface="Calibri" panose="020F0502020204030204" pitchFamily="34" charset="0"/>
                <a:cs typeface="Calibri" panose="020F0502020204030204" pitchFamily="34" charset="0"/>
              </a:rPr>
              <a:t>if</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ve</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i</a:t>
            </a:r>
            <a:r>
              <a:rPr lang="en-US" altLang="zh-CN" dirty="0">
                <a:latin typeface="Calibri" panose="020F0502020204030204" pitchFamily="34" charset="0"/>
                <a:ea typeface="Calibri" panose="020F0502020204030204" pitchFamily="34" charset="0"/>
                <a:cs typeface="Calibri" panose="020F0502020204030204" pitchFamily="34" charset="0"/>
              </a:rPr>
              <a:t>] + p-&gt;weight &gt; </a:t>
            </a:r>
            <a:r>
              <a:rPr lang="en-US" altLang="zh-CN" dirty="0" err="1">
                <a:latin typeface="Calibri" panose="020F0502020204030204" pitchFamily="34" charset="0"/>
                <a:ea typeface="Calibri" panose="020F0502020204030204" pitchFamily="34" charset="0"/>
                <a:cs typeface="Calibri" panose="020F0502020204030204" pitchFamily="34" charset="0"/>
              </a:rPr>
              <a:t>ve</a:t>
            </a:r>
            <a:r>
              <a:rPr lang="en-US" altLang="zh-CN" dirty="0">
                <a:latin typeface="Calibri" panose="020F0502020204030204" pitchFamily="34" charset="0"/>
                <a:ea typeface="Calibri" panose="020F0502020204030204" pitchFamily="34" charset="0"/>
                <a:cs typeface="Calibri" panose="020F0502020204030204" pitchFamily="34" charset="0"/>
              </a:rPr>
              <a:t>[j]) </a:t>
            </a:r>
            <a:r>
              <a:rPr lang="en-US" altLang="zh-CN" dirty="0" err="1">
                <a:latin typeface="Calibri" panose="020F0502020204030204" pitchFamily="34" charset="0"/>
                <a:ea typeface="Calibri" panose="020F0502020204030204" pitchFamily="34" charset="0"/>
                <a:cs typeface="Calibri" panose="020F0502020204030204" pitchFamily="34" charset="0"/>
              </a:rPr>
              <a:t>ve</a:t>
            </a:r>
            <a:r>
              <a:rPr lang="en-US" altLang="zh-CN" dirty="0">
                <a:latin typeface="Calibri" panose="020F0502020204030204" pitchFamily="34" charset="0"/>
                <a:ea typeface="Calibri" panose="020F0502020204030204" pitchFamily="34" charset="0"/>
                <a:cs typeface="Calibri" panose="020F0502020204030204" pitchFamily="34" charset="0"/>
              </a:rPr>
              <a:t>[j]= </a:t>
            </a:r>
            <a:r>
              <a:rPr lang="en-US" altLang="zh-CN" dirty="0" err="1">
                <a:latin typeface="Calibri" panose="020F0502020204030204" pitchFamily="34" charset="0"/>
                <a:ea typeface="Calibri" panose="020F0502020204030204" pitchFamily="34" charset="0"/>
                <a:cs typeface="Calibri" panose="020F0502020204030204" pitchFamily="34" charset="0"/>
              </a:rPr>
              <a:t>ve</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i</a:t>
            </a:r>
            <a:r>
              <a:rPr lang="en-US" altLang="zh-CN" dirty="0">
                <a:latin typeface="Calibri" panose="020F0502020204030204" pitchFamily="34" charset="0"/>
                <a:ea typeface="Calibri" panose="020F0502020204030204" pitchFamily="34" charset="0"/>
                <a:cs typeface="Calibri" panose="020F0502020204030204" pitchFamily="34" charset="0"/>
              </a:rPr>
              <a:t>]+p-&gt;weight;</a:t>
            </a:r>
            <a:endParaRPr lang="zh-CN" altLang="en-US" dirty="0">
              <a:latin typeface="Calibri" panose="020F0502020204030204" pitchFamily="34" charset="0"/>
              <a:ea typeface="楷体_GB2312" pitchFamily="49" charset="-122"/>
              <a:cs typeface="Calibri" panose="020F0502020204030204" pitchFamily="34" charset="0"/>
            </a:endParaRPr>
          </a:p>
        </p:txBody>
      </p:sp>
      <p:sp>
        <p:nvSpPr>
          <p:cNvPr id="190" name="文本框 81922">
            <a:extLst>
              <a:ext uri="{FF2B5EF4-FFF2-40B4-BE49-F238E27FC236}">
                <a16:creationId xmlns:a16="http://schemas.microsoft.com/office/drawing/2014/main" id="{7C8B4700-AC23-43E3-9137-944567C229B2}"/>
              </a:ext>
            </a:extLst>
          </p:cNvPr>
          <p:cNvSpPr txBox="1">
            <a:spLocks noChangeArrowheads="1"/>
          </p:cNvSpPr>
          <p:nvPr/>
        </p:nvSpPr>
        <p:spPr bwMode="auto">
          <a:xfrm>
            <a:off x="388380" y="837982"/>
            <a:ext cx="4943254" cy="1237775"/>
          </a:xfrm>
          <a:prstGeom prst="rect">
            <a:avLst/>
          </a:prstGeom>
          <a:solidFill>
            <a:schemeClr val="bg1">
              <a:lumMod val="95000"/>
            </a:schemeClr>
          </a:solidFill>
          <a:ln>
            <a:noFill/>
          </a:ln>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nSpc>
                <a:spcPct val="105000"/>
              </a:lnSpc>
              <a:spcBef>
                <a:spcPct val="0"/>
              </a:spcBef>
              <a:buClrTx/>
              <a:buNone/>
            </a:pPr>
            <a:r>
              <a:rPr lang="zh-CN" altLang="en-US" sz="1800" dirty="0">
                <a:solidFill>
                  <a:srgbClr val="000099"/>
                </a:solidFill>
                <a:ea typeface="楷体_GB2312" pitchFamily="49" charset="-122"/>
              </a:rPr>
              <a:t>下面结合示例演示算法</a:t>
            </a:r>
            <a:r>
              <a:rPr lang="en-US" altLang="zh-CN" sz="1800" dirty="0">
                <a:solidFill>
                  <a:srgbClr val="000099"/>
                </a:solidFill>
                <a:ea typeface="楷体_GB2312" pitchFamily="49" charset="-122"/>
              </a:rPr>
              <a:t>7.15</a:t>
            </a:r>
            <a:r>
              <a:rPr lang="zh-CN" altLang="en-US" sz="1800" dirty="0">
                <a:solidFill>
                  <a:srgbClr val="000099"/>
                </a:solidFill>
                <a:ea typeface="楷体_GB2312" pitchFamily="49" charset="-122"/>
              </a:rPr>
              <a:t>的执行过程。首先，构建空栈 </a:t>
            </a:r>
            <a:r>
              <a:rPr lang="en-US" altLang="zh-CN" sz="1800" dirty="0">
                <a:solidFill>
                  <a:srgbClr val="000099"/>
                </a:solidFill>
                <a:ea typeface="楷体_GB2312" pitchFamily="49" charset="-122"/>
              </a:rPr>
              <a:t>S</a:t>
            </a:r>
            <a:r>
              <a:rPr lang="zh-CN" altLang="en-US" sz="1800" dirty="0">
                <a:solidFill>
                  <a:srgbClr val="000099"/>
                </a:solidFill>
                <a:ea typeface="楷体_GB2312" pitchFamily="49" charset="-122"/>
              </a:rPr>
              <a:t>和队列</a:t>
            </a:r>
            <a:r>
              <a:rPr lang="en-US" altLang="zh-CN" sz="1800" dirty="0">
                <a:solidFill>
                  <a:srgbClr val="000099"/>
                </a:solidFill>
                <a:ea typeface="楷体_GB2312" pitchFamily="49" charset="-122"/>
              </a:rPr>
              <a:t>Q</a:t>
            </a:r>
            <a:r>
              <a:rPr lang="zh-CN" altLang="en-US" sz="1800" dirty="0">
                <a:solidFill>
                  <a:srgbClr val="000099"/>
                </a:solidFill>
                <a:ea typeface="楷体_GB2312" pitchFamily="49" charset="-122"/>
              </a:rPr>
              <a:t>。</a:t>
            </a:r>
            <a:r>
              <a:rPr lang="en-US" altLang="zh-CN" sz="1800" dirty="0">
                <a:solidFill>
                  <a:srgbClr val="000099"/>
                </a:solidFill>
                <a:ea typeface="楷体_GB2312" pitchFamily="49" charset="-122"/>
              </a:rPr>
              <a:t> </a:t>
            </a:r>
          </a:p>
          <a:p>
            <a:pPr eaLnBrk="1" hangingPunct="1">
              <a:lnSpc>
                <a:spcPct val="105000"/>
              </a:lnSpc>
              <a:spcBef>
                <a:spcPct val="0"/>
              </a:spcBef>
              <a:buClrTx/>
              <a:buFontTx/>
              <a:buNone/>
            </a:pPr>
            <a:r>
              <a:rPr lang="zh-CN" altLang="en-US" sz="1800" dirty="0">
                <a:solidFill>
                  <a:srgbClr val="000099"/>
                </a:solidFill>
                <a:ea typeface="楷体_GB2312" pitchFamily="49" charset="-122"/>
              </a:rPr>
              <a:t>分配</a:t>
            </a:r>
            <a:r>
              <a:rPr lang="en-US" altLang="zh-CN" sz="1800" dirty="0">
                <a:solidFill>
                  <a:srgbClr val="000099"/>
                </a:solidFill>
                <a:ea typeface="楷体_GB2312" pitchFamily="49" charset="-122"/>
              </a:rPr>
              <a:t>indegree</a:t>
            </a:r>
            <a:r>
              <a:rPr lang="zh-CN" altLang="en-US" sz="1800" dirty="0">
                <a:solidFill>
                  <a:srgbClr val="000099"/>
                </a:solidFill>
                <a:ea typeface="楷体_GB2312" pitchFamily="49" charset="-122"/>
              </a:rPr>
              <a:t>数组，对各顶点求入度。</a:t>
            </a:r>
            <a:endParaRPr lang="en-US" altLang="zh-CN" sz="1800" dirty="0">
              <a:solidFill>
                <a:srgbClr val="000099"/>
              </a:solidFill>
              <a:ea typeface="楷体_GB2312" pitchFamily="49" charset="-122"/>
            </a:endParaRPr>
          </a:p>
          <a:p>
            <a:pPr>
              <a:lnSpc>
                <a:spcPct val="105000"/>
              </a:lnSpc>
              <a:spcBef>
                <a:spcPct val="0"/>
              </a:spcBef>
              <a:buClrTx/>
              <a:buNone/>
            </a:pPr>
            <a:r>
              <a:rPr lang="zh-CN" altLang="zh-CN" sz="1800" dirty="0">
                <a:solidFill>
                  <a:srgbClr val="000099"/>
                </a:solidFill>
                <a:ea typeface="楷体_GB2312" pitchFamily="49" charset="-122"/>
              </a:rPr>
              <a:t>入度为</a:t>
            </a:r>
            <a:r>
              <a:rPr lang="en-US" altLang="zh-CN" sz="1800" dirty="0">
                <a:solidFill>
                  <a:srgbClr val="000099"/>
                </a:solidFill>
                <a:ea typeface="楷体_GB2312" pitchFamily="49" charset="-122"/>
              </a:rPr>
              <a:t>0</a:t>
            </a:r>
            <a:r>
              <a:rPr lang="zh-CN" altLang="zh-CN" sz="1800" dirty="0">
                <a:solidFill>
                  <a:srgbClr val="000099"/>
                </a:solidFill>
                <a:ea typeface="楷体_GB2312" pitchFamily="49" charset="-122"/>
              </a:rPr>
              <a:t>的顶点</a:t>
            </a:r>
            <a:r>
              <a:rPr lang="zh-CN" altLang="en-US" sz="1800" dirty="0">
                <a:solidFill>
                  <a:srgbClr val="000099"/>
                </a:solidFill>
                <a:ea typeface="楷体_GB2312" pitchFamily="49" charset="-122"/>
              </a:rPr>
              <a:t>序号</a:t>
            </a:r>
            <a:r>
              <a:rPr lang="zh-CN" altLang="zh-CN" sz="1800" dirty="0">
                <a:solidFill>
                  <a:srgbClr val="000099"/>
                </a:solidFill>
                <a:ea typeface="楷体_GB2312" pitchFamily="49" charset="-122"/>
              </a:rPr>
              <a:t>入</a:t>
            </a:r>
            <a:r>
              <a:rPr lang="en-US" altLang="zh-CN" sz="1800" dirty="0">
                <a:solidFill>
                  <a:srgbClr val="000099"/>
                </a:solidFill>
                <a:ea typeface="楷体_GB2312" pitchFamily="49" charset="-122"/>
              </a:rPr>
              <a:t> </a:t>
            </a:r>
            <a:r>
              <a:rPr lang="zh-CN" altLang="en-US" sz="1800" dirty="0">
                <a:solidFill>
                  <a:srgbClr val="000099"/>
                </a:solidFill>
                <a:ea typeface="楷体_GB2312" pitchFamily="49" charset="-122"/>
              </a:rPr>
              <a:t>队列</a:t>
            </a:r>
            <a:r>
              <a:rPr lang="en-US" altLang="zh-CN" sz="1800" dirty="0">
                <a:solidFill>
                  <a:srgbClr val="000099"/>
                </a:solidFill>
                <a:ea typeface="楷体_GB2312" pitchFamily="49" charset="-122"/>
              </a:rPr>
              <a:t>Q</a:t>
            </a:r>
            <a:r>
              <a:rPr lang="zh-CN" altLang="en-US" sz="1800" dirty="0">
                <a:solidFill>
                  <a:srgbClr val="000099"/>
                </a:solidFill>
                <a:ea typeface="楷体_GB2312" pitchFamily="49" charset="-122"/>
              </a:rPr>
              <a:t>。</a:t>
            </a:r>
            <a:endParaRPr lang="en-US" altLang="zh-CN" sz="1800" dirty="0">
              <a:solidFill>
                <a:srgbClr val="000099"/>
              </a:solidFill>
              <a:ea typeface="楷体_GB2312" pitchFamily="49" charset="-122"/>
            </a:endParaRPr>
          </a:p>
        </p:txBody>
      </p:sp>
      <p:cxnSp>
        <p:nvCxnSpPr>
          <p:cNvPr id="191" name="直接连接符 190">
            <a:extLst>
              <a:ext uri="{FF2B5EF4-FFF2-40B4-BE49-F238E27FC236}">
                <a16:creationId xmlns:a16="http://schemas.microsoft.com/office/drawing/2014/main" id="{D5C22771-61D4-40C6-ABA8-886E8C873A3E}"/>
              </a:ext>
            </a:extLst>
          </p:cNvPr>
          <p:cNvCxnSpPr>
            <a:cxnSpLocks/>
          </p:cNvCxnSpPr>
          <p:nvPr/>
        </p:nvCxnSpPr>
        <p:spPr>
          <a:xfrm>
            <a:off x="5710286" y="1307956"/>
            <a:ext cx="435906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1" name="文本框 81922">
            <a:extLst>
              <a:ext uri="{FF2B5EF4-FFF2-40B4-BE49-F238E27FC236}">
                <a16:creationId xmlns:a16="http://schemas.microsoft.com/office/drawing/2014/main" id="{EFA63BA1-C5BA-4759-81DB-9EF762641802}"/>
              </a:ext>
            </a:extLst>
          </p:cNvPr>
          <p:cNvSpPr txBox="1">
            <a:spLocks noChangeArrowheads="1"/>
          </p:cNvSpPr>
          <p:nvPr/>
        </p:nvSpPr>
        <p:spPr bwMode="auto">
          <a:xfrm>
            <a:off x="327326" y="844850"/>
            <a:ext cx="4943254" cy="1237775"/>
          </a:xfrm>
          <a:prstGeom prst="rect">
            <a:avLst/>
          </a:prstGeom>
          <a:solidFill>
            <a:schemeClr val="bg1">
              <a:lumMod val="95000"/>
            </a:schemeClr>
          </a:solidFill>
          <a:ln>
            <a:noFill/>
          </a:ln>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nSpc>
                <a:spcPct val="105000"/>
              </a:lnSpc>
              <a:spcBef>
                <a:spcPct val="0"/>
              </a:spcBef>
              <a:buClrTx/>
              <a:buNone/>
            </a:pPr>
            <a:r>
              <a:rPr lang="zh-CN" altLang="en-US" sz="1800" dirty="0">
                <a:solidFill>
                  <a:srgbClr val="000099"/>
                </a:solidFill>
                <a:ea typeface="楷体_GB2312" pitchFamily="49" charset="-122"/>
              </a:rPr>
              <a:t>算法的主体是二重循环。只要</a:t>
            </a:r>
            <a:r>
              <a:rPr lang="en-US" altLang="zh-CN" sz="1800" dirty="0">
                <a:solidFill>
                  <a:srgbClr val="000099"/>
                </a:solidFill>
                <a:ea typeface="楷体_GB2312" pitchFamily="49" charset="-122"/>
              </a:rPr>
              <a:t>Q</a:t>
            </a:r>
            <a:r>
              <a:rPr lang="zh-CN" altLang="en-US" sz="1800" dirty="0">
                <a:solidFill>
                  <a:srgbClr val="000099"/>
                </a:solidFill>
                <a:ea typeface="楷体_GB2312" pitchFamily="49" charset="-122"/>
              </a:rPr>
              <a:t>队列不空，就队头元素出队到 </a:t>
            </a:r>
            <a:r>
              <a:rPr lang="en-US" altLang="zh-CN" sz="1800" dirty="0">
                <a:solidFill>
                  <a:srgbClr val="000099"/>
                </a:solidFill>
                <a:ea typeface="楷体_GB2312" pitchFamily="49" charset="-122"/>
              </a:rPr>
              <a:t>i</a:t>
            </a:r>
            <a:r>
              <a:rPr lang="zh-CN" altLang="en-US" sz="1800" dirty="0">
                <a:solidFill>
                  <a:srgbClr val="000099"/>
                </a:solidFill>
                <a:ea typeface="楷体_GB2312" pitchFamily="49" charset="-122"/>
              </a:rPr>
              <a:t>，并输出到 </a:t>
            </a:r>
            <a:r>
              <a:rPr lang="en-US" altLang="zh-CN" sz="1800" dirty="0">
                <a:solidFill>
                  <a:srgbClr val="000099"/>
                </a:solidFill>
                <a:ea typeface="楷体_GB2312" pitchFamily="49" charset="-122"/>
              </a:rPr>
              <a:t>S</a:t>
            </a:r>
            <a:r>
              <a:rPr lang="zh-CN" altLang="en-US" sz="1800" dirty="0">
                <a:solidFill>
                  <a:srgbClr val="000099"/>
                </a:solidFill>
                <a:ea typeface="楷体_GB2312" pitchFamily="49" charset="-122"/>
              </a:rPr>
              <a:t>栈。</a:t>
            </a:r>
            <a:r>
              <a:rPr lang="en-US" altLang="zh-CN" sz="1800" dirty="0">
                <a:solidFill>
                  <a:srgbClr val="000099"/>
                </a:solidFill>
                <a:ea typeface="楷体_GB2312" pitchFamily="49" charset="-122"/>
              </a:rPr>
              <a:t> </a:t>
            </a:r>
          </a:p>
          <a:p>
            <a:pPr>
              <a:lnSpc>
                <a:spcPct val="105000"/>
              </a:lnSpc>
              <a:spcBef>
                <a:spcPct val="0"/>
              </a:spcBef>
              <a:buClrTx/>
              <a:buNone/>
            </a:pPr>
            <a:r>
              <a:rPr lang="zh-CN" altLang="en-US" sz="1800" dirty="0">
                <a:solidFill>
                  <a:srgbClr val="000099"/>
                </a:solidFill>
                <a:ea typeface="楷体_GB2312" pitchFamily="49" charset="-122"/>
              </a:rPr>
              <a:t>内层</a:t>
            </a:r>
            <a:r>
              <a:rPr lang="en-US" altLang="zh-CN" sz="1800" b="1" dirty="0">
                <a:solidFill>
                  <a:srgbClr val="000099"/>
                </a:solidFill>
                <a:ea typeface="楷体_GB2312" pitchFamily="49" charset="-122"/>
              </a:rPr>
              <a:t>for</a:t>
            </a:r>
            <a:r>
              <a:rPr lang="zh-CN" altLang="en-US" sz="1800" dirty="0">
                <a:solidFill>
                  <a:srgbClr val="000099"/>
                </a:solidFill>
                <a:ea typeface="楷体_GB2312" pitchFamily="49" charset="-122"/>
              </a:rPr>
              <a:t>循环扫描第 </a:t>
            </a:r>
            <a:r>
              <a:rPr lang="en-US" altLang="zh-CN" sz="1800" dirty="0">
                <a:solidFill>
                  <a:srgbClr val="000099"/>
                </a:solidFill>
                <a:ea typeface="楷体_GB2312" pitchFamily="49" charset="-122"/>
              </a:rPr>
              <a:t>i </a:t>
            </a:r>
            <a:r>
              <a:rPr lang="zh-CN" altLang="en-US" sz="1800" dirty="0">
                <a:solidFill>
                  <a:srgbClr val="000099"/>
                </a:solidFill>
                <a:ea typeface="楷体_GB2312" pitchFamily="49" charset="-122"/>
              </a:rPr>
              <a:t>顶点的邻接链表，对其指向的每个顶点的入度“减</a:t>
            </a:r>
            <a:r>
              <a:rPr lang="en-US" altLang="zh-CN" sz="1800" dirty="0">
                <a:solidFill>
                  <a:srgbClr val="000099"/>
                </a:solidFill>
                <a:ea typeface="楷体_GB2312" pitchFamily="49" charset="-122"/>
              </a:rPr>
              <a:t>1</a:t>
            </a:r>
            <a:r>
              <a:rPr lang="zh-CN" altLang="en-US" sz="1800" dirty="0">
                <a:solidFill>
                  <a:srgbClr val="000099"/>
                </a:solidFill>
                <a:ea typeface="楷体_GB2312" pitchFamily="49" charset="-122"/>
              </a:rPr>
              <a:t>”。</a:t>
            </a:r>
            <a:endParaRPr lang="en-US" altLang="zh-CN" sz="1800" dirty="0">
              <a:solidFill>
                <a:srgbClr val="000099"/>
              </a:solidFill>
              <a:ea typeface="楷体_GB2312" pitchFamily="49" charset="-122"/>
            </a:endParaRPr>
          </a:p>
        </p:txBody>
      </p:sp>
      <p:cxnSp>
        <p:nvCxnSpPr>
          <p:cNvPr id="204" name="直接连接符 203">
            <a:extLst>
              <a:ext uri="{FF2B5EF4-FFF2-40B4-BE49-F238E27FC236}">
                <a16:creationId xmlns:a16="http://schemas.microsoft.com/office/drawing/2014/main" id="{6781D2A9-05CF-479D-A5E9-144C951CBC7E}"/>
              </a:ext>
            </a:extLst>
          </p:cNvPr>
          <p:cNvCxnSpPr>
            <a:cxnSpLocks/>
          </p:cNvCxnSpPr>
          <p:nvPr/>
        </p:nvCxnSpPr>
        <p:spPr>
          <a:xfrm>
            <a:off x="5710286" y="1575536"/>
            <a:ext cx="435906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5" name="直接连接符 204">
            <a:extLst>
              <a:ext uri="{FF2B5EF4-FFF2-40B4-BE49-F238E27FC236}">
                <a16:creationId xmlns:a16="http://schemas.microsoft.com/office/drawing/2014/main" id="{D1E550E3-216B-4885-A768-141AC1980CE2}"/>
              </a:ext>
            </a:extLst>
          </p:cNvPr>
          <p:cNvCxnSpPr>
            <a:cxnSpLocks/>
          </p:cNvCxnSpPr>
          <p:nvPr/>
        </p:nvCxnSpPr>
        <p:spPr>
          <a:xfrm>
            <a:off x="5710286" y="1852190"/>
            <a:ext cx="598247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DB92B478-108A-469B-993A-5F636405A456}"/>
              </a:ext>
            </a:extLst>
          </p:cNvPr>
          <p:cNvCxnSpPr>
            <a:cxnSpLocks/>
          </p:cNvCxnSpPr>
          <p:nvPr/>
        </p:nvCxnSpPr>
        <p:spPr>
          <a:xfrm>
            <a:off x="5861641" y="3708910"/>
            <a:ext cx="2889679"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07" name="组合 206">
            <a:extLst>
              <a:ext uri="{FF2B5EF4-FFF2-40B4-BE49-F238E27FC236}">
                <a16:creationId xmlns:a16="http://schemas.microsoft.com/office/drawing/2014/main" id="{447DFE05-63E8-44EB-9D16-C63F843F0765}"/>
              </a:ext>
            </a:extLst>
          </p:cNvPr>
          <p:cNvGrpSpPr/>
          <p:nvPr/>
        </p:nvGrpSpPr>
        <p:grpSpPr>
          <a:xfrm>
            <a:off x="4165175" y="2118858"/>
            <a:ext cx="153888" cy="427975"/>
            <a:chOff x="6174632" y="571944"/>
            <a:chExt cx="153888" cy="427975"/>
          </a:xfrm>
        </p:grpSpPr>
        <p:sp>
          <p:nvSpPr>
            <p:cNvPr id="208" name="文本框 207">
              <a:extLst>
                <a:ext uri="{FF2B5EF4-FFF2-40B4-BE49-F238E27FC236}">
                  <a16:creationId xmlns:a16="http://schemas.microsoft.com/office/drawing/2014/main" id="{7FEB58E6-1EC5-4A90-8A54-34D6FD87BF17}"/>
                </a:ext>
              </a:extLst>
            </p:cNvPr>
            <p:cNvSpPr txBox="1"/>
            <p:nvPr/>
          </p:nvSpPr>
          <p:spPr>
            <a:xfrm>
              <a:off x="6174632" y="571944"/>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209" name="直接箭头连接符 208">
              <a:extLst>
                <a:ext uri="{FF2B5EF4-FFF2-40B4-BE49-F238E27FC236}">
                  <a16:creationId xmlns:a16="http://schemas.microsoft.com/office/drawing/2014/main" id="{88BF7782-CDAF-4396-A5C3-BBD2C638F542}"/>
                </a:ext>
              </a:extLst>
            </p:cNvPr>
            <p:cNvCxnSpPr>
              <a:cxnSpLocks/>
            </p:cNvCxnSpPr>
            <p:nvPr/>
          </p:nvCxnSpPr>
          <p:spPr>
            <a:xfrm>
              <a:off x="6289052" y="823532"/>
              <a:ext cx="0" cy="1763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0" name="组合 209">
            <a:extLst>
              <a:ext uri="{FF2B5EF4-FFF2-40B4-BE49-F238E27FC236}">
                <a16:creationId xmlns:a16="http://schemas.microsoft.com/office/drawing/2014/main" id="{BD82E85E-AC2C-47D5-A023-3C6A22D98764}"/>
              </a:ext>
            </a:extLst>
          </p:cNvPr>
          <p:cNvGrpSpPr/>
          <p:nvPr/>
        </p:nvGrpSpPr>
        <p:grpSpPr>
          <a:xfrm>
            <a:off x="4172694" y="2899403"/>
            <a:ext cx="153888" cy="427975"/>
            <a:chOff x="6174632" y="571944"/>
            <a:chExt cx="153888" cy="427975"/>
          </a:xfrm>
        </p:grpSpPr>
        <p:sp>
          <p:nvSpPr>
            <p:cNvPr id="211" name="文本框 210">
              <a:extLst>
                <a:ext uri="{FF2B5EF4-FFF2-40B4-BE49-F238E27FC236}">
                  <a16:creationId xmlns:a16="http://schemas.microsoft.com/office/drawing/2014/main" id="{4AF35F6A-1A7E-46F2-8634-6BADF94298A2}"/>
                </a:ext>
              </a:extLst>
            </p:cNvPr>
            <p:cNvSpPr txBox="1"/>
            <p:nvPr/>
          </p:nvSpPr>
          <p:spPr>
            <a:xfrm>
              <a:off x="6174632" y="571944"/>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212" name="直接箭头连接符 211">
              <a:extLst>
                <a:ext uri="{FF2B5EF4-FFF2-40B4-BE49-F238E27FC236}">
                  <a16:creationId xmlns:a16="http://schemas.microsoft.com/office/drawing/2014/main" id="{59F492CE-56B1-4A20-ACF9-B2EE017AA853}"/>
                </a:ext>
              </a:extLst>
            </p:cNvPr>
            <p:cNvCxnSpPr>
              <a:cxnSpLocks/>
            </p:cNvCxnSpPr>
            <p:nvPr/>
          </p:nvCxnSpPr>
          <p:spPr>
            <a:xfrm>
              <a:off x="6289052" y="823532"/>
              <a:ext cx="0" cy="1763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3" name="组合 212">
            <a:extLst>
              <a:ext uri="{FF2B5EF4-FFF2-40B4-BE49-F238E27FC236}">
                <a16:creationId xmlns:a16="http://schemas.microsoft.com/office/drawing/2014/main" id="{A3040B21-FB50-4AAE-B70B-978A45D967C4}"/>
              </a:ext>
            </a:extLst>
          </p:cNvPr>
          <p:cNvGrpSpPr/>
          <p:nvPr/>
        </p:nvGrpSpPr>
        <p:grpSpPr>
          <a:xfrm>
            <a:off x="4160683" y="2508067"/>
            <a:ext cx="153888" cy="427975"/>
            <a:chOff x="6174632" y="571944"/>
            <a:chExt cx="153888" cy="427975"/>
          </a:xfrm>
        </p:grpSpPr>
        <p:sp>
          <p:nvSpPr>
            <p:cNvPr id="214" name="文本框 213">
              <a:extLst>
                <a:ext uri="{FF2B5EF4-FFF2-40B4-BE49-F238E27FC236}">
                  <a16:creationId xmlns:a16="http://schemas.microsoft.com/office/drawing/2014/main" id="{75F99FDD-C83F-4935-B804-C8A2F6C14D6F}"/>
                </a:ext>
              </a:extLst>
            </p:cNvPr>
            <p:cNvSpPr txBox="1"/>
            <p:nvPr/>
          </p:nvSpPr>
          <p:spPr>
            <a:xfrm>
              <a:off x="6174632" y="571944"/>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215" name="直接箭头连接符 214">
              <a:extLst>
                <a:ext uri="{FF2B5EF4-FFF2-40B4-BE49-F238E27FC236}">
                  <a16:creationId xmlns:a16="http://schemas.microsoft.com/office/drawing/2014/main" id="{258C0B0E-8548-4D38-A8B1-85120FAC8955}"/>
                </a:ext>
              </a:extLst>
            </p:cNvPr>
            <p:cNvCxnSpPr>
              <a:cxnSpLocks/>
            </p:cNvCxnSpPr>
            <p:nvPr/>
          </p:nvCxnSpPr>
          <p:spPr>
            <a:xfrm>
              <a:off x="6289052" y="823532"/>
              <a:ext cx="0" cy="1763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6" name="组合 215">
            <a:extLst>
              <a:ext uri="{FF2B5EF4-FFF2-40B4-BE49-F238E27FC236}">
                <a16:creationId xmlns:a16="http://schemas.microsoft.com/office/drawing/2014/main" id="{EC83BA75-27DA-4950-9F2B-6612ACBE9B62}"/>
              </a:ext>
            </a:extLst>
          </p:cNvPr>
          <p:cNvGrpSpPr/>
          <p:nvPr/>
        </p:nvGrpSpPr>
        <p:grpSpPr>
          <a:xfrm>
            <a:off x="4120255" y="3725029"/>
            <a:ext cx="153888" cy="427975"/>
            <a:chOff x="6174632" y="571944"/>
            <a:chExt cx="153888" cy="427975"/>
          </a:xfrm>
        </p:grpSpPr>
        <p:sp>
          <p:nvSpPr>
            <p:cNvPr id="217" name="文本框 216">
              <a:extLst>
                <a:ext uri="{FF2B5EF4-FFF2-40B4-BE49-F238E27FC236}">
                  <a16:creationId xmlns:a16="http://schemas.microsoft.com/office/drawing/2014/main" id="{745A42E0-77D5-4050-8706-7D3FB4369980}"/>
                </a:ext>
              </a:extLst>
            </p:cNvPr>
            <p:cNvSpPr txBox="1"/>
            <p:nvPr/>
          </p:nvSpPr>
          <p:spPr>
            <a:xfrm>
              <a:off x="6174632" y="571944"/>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218" name="直接箭头连接符 217">
              <a:extLst>
                <a:ext uri="{FF2B5EF4-FFF2-40B4-BE49-F238E27FC236}">
                  <a16:creationId xmlns:a16="http://schemas.microsoft.com/office/drawing/2014/main" id="{2BEA8559-1A3A-4167-A58E-1546340EC342}"/>
                </a:ext>
              </a:extLst>
            </p:cNvPr>
            <p:cNvCxnSpPr>
              <a:cxnSpLocks/>
            </p:cNvCxnSpPr>
            <p:nvPr/>
          </p:nvCxnSpPr>
          <p:spPr>
            <a:xfrm>
              <a:off x="6289052" y="823532"/>
              <a:ext cx="0" cy="1763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9" name="组合 218">
            <a:extLst>
              <a:ext uri="{FF2B5EF4-FFF2-40B4-BE49-F238E27FC236}">
                <a16:creationId xmlns:a16="http://schemas.microsoft.com/office/drawing/2014/main" id="{2E315220-7239-4175-B858-D1F33B06EA05}"/>
              </a:ext>
            </a:extLst>
          </p:cNvPr>
          <p:cNvGrpSpPr/>
          <p:nvPr/>
        </p:nvGrpSpPr>
        <p:grpSpPr>
          <a:xfrm>
            <a:off x="4119844" y="3316988"/>
            <a:ext cx="153888" cy="427975"/>
            <a:chOff x="6174632" y="571944"/>
            <a:chExt cx="153888" cy="427975"/>
          </a:xfrm>
        </p:grpSpPr>
        <p:sp>
          <p:nvSpPr>
            <p:cNvPr id="220" name="文本框 219">
              <a:extLst>
                <a:ext uri="{FF2B5EF4-FFF2-40B4-BE49-F238E27FC236}">
                  <a16:creationId xmlns:a16="http://schemas.microsoft.com/office/drawing/2014/main" id="{45A370F7-FD96-4AC5-A6F7-8272ACD5998F}"/>
                </a:ext>
              </a:extLst>
            </p:cNvPr>
            <p:cNvSpPr txBox="1"/>
            <p:nvPr/>
          </p:nvSpPr>
          <p:spPr>
            <a:xfrm>
              <a:off x="6174632" y="571944"/>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221" name="直接箭头连接符 220">
              <a:extLst>
                <a:ext uri="{FF2B5EF4-FFF2-40B4-BE49-F238E27FC236}">
                  <a16:creationId xmlns:a16="http://schemas.microsoft.com/office/drawing/2014/main" id="{3C644428-40BC-4F2A-B250-258923AD62D2}"/>
                </a:ext>
              </a:extLst>
            </p:cNvPr>
            <p:cNvCxnSpPr>
              <a:cxnSpLocks/>
            </p:cNvCxnSpPr>
            <p:nvPr/>
          </p:nvCxnSpPr>
          <p:spPr>
            <a:xfrm>
              <a:off x="6289052" y="823532"/>
              <a:ext cx="0" cy="1763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31" name="矩形 230">
            <a:extLst>
              <a:ext uri="{FF2B5EF4-FFF2-40B4-BE49-F238E27FC236}">
                <a16:creationId xmlns:a16="http://schemas.microsoft.com/office/drawing/2014/main" id="{22EC78A5-301D-426A-90D6-D67A5997020A}"/>
              </a:ext>
            </a:extLst>
          </p:cNvPr>
          <p:cNvSpPr/>
          <p:nvPr/>
        </p:nvSpPr>
        <p:spPr>
          <a:xfrm>
            <a:off x="4438573" y="2589338"/>
            <a:ext cx="120368" cy="255305"/>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800"/>
              </a:lnSpc>
            </a:pPr>
            <a:r>
              <a:rPr lang="en-US" altLang="zh-CN" sz="2000" b="1" dirty="0">
                <a:solidFill>
                  <a:srgbClr val="7030A0"/>
                </a:solidFill>
              </a:rPr>
              <a:t>3</a:t>
            </a:r>
            <a:endParaRPr lang="zh-CN" altLang="en-US" sz="2000" b="1" dirty="0">
              <a:solidFill>
                <a:srgbClr val="7030A0"/>
              </a:solidFill>
            </a:endParaRPr>
          </a:p>
        </p:txBody>
      </p:sp>
      <p:sp>
        <p:nvSpPr>
          <p:cNvPr id="15" name="文本框 14">
            <a:extLst>
              <a:ext uri="{FF2B5EF4-FFF2-40B4-BE49-F238E27FC236}">
                <a16:creationId xmlns:a16="http://schemas.microsoft.com/office/drawing/2014/main" id="{933B7049-2A0A-4782-9D1D-9D3147C59F06}"/>
              </a:ext>
            </a:extLst>
          </p:cNvPr>
          <p:cNvSpPr txBox="1"/>
          <p:nvPr/>
        </p:nvSpPr>
        <p:spPr>
          <a:xfrm>
            <a:off x="6569348" y="4878271"/>
            <a:ext cx="287995" cy="430887"/>
          </a:xfrm>
          <a:prstGeom prst="rect">
            <a:avLst/>
          </a:prstGeom>
          <a:noFill/>
        </p:spPr>
        <p:txBody>
          <a:bodyPr wrap="square" lIns="36000" tIns="0" rIns="36000" bIns="0" rtlCol="0" anchor="ctr" anchorCtr="1">
            <a:spAutoFit/>
          </a:bodyPr>
          <a:lstStyle/>
          <a:p>
            <a:r>
              <a:rPr lang="en-US" altLang="zh-CN" sz="2800" b="1" dirty="0">
                <a:solidFill>
                  <a:srgbClr val="FF0000"/>
                </a:solidFill>
              </a:rPr>
              <a:t>+</a:t>
            </a:r>
            <a:endParaRPr lang="zh-CN" altLang="en-US" sz="2800" b="1" dirty="0">
              <a:solidFill>
                <a:srgbClr val="FF0000"/>
              </a:solidFill>
            </a:endParaRPr>
          </a:p>
        </p:txBody>
      </p:sp>
      <p:sp>
        <p:nvSpPr>
          <p:cNvPr id="232" name="文本框 231">
            <a:extLst>
              <a:ext uri="{FF2B5EF4-FFF2-40B4-BE49-F238E27FC236}">
                <a16:creationId xmlns:a16="http://schemas.microsoft.com/office/drawing/2014/main" id="{5F6904D9-FD7E-424D-8DA6-84D8635614D1}"/>
              </a:ext>
            </a:extLst>
          </p:cNvPr>
          <p:cNvSpPr txBox="1"/>
          <p:nvPr/>
        </p:nvSpPr>
        <p:spPr>
          <a:xfrm>
            <a:off x="7064302" y="4878271"/>
            <a:ext cx="287995" cy="430887"/>
          </a:xfrm>
          <a:prstGeom prst="rect">
            <a:avLst/>
          </a:prstGeom>
          <a:noFill/>
        </p:spPr>
        <p:txBody>
          <a:bodyPr wrap="square" lIns="36000" tIns="0" rIns="36000" bIns="0" rtlCol="0" anchor="ctr" anchorCtr="1">
            <a:spAutoFit/>
          </a:bodyPr>
          <a:lstStyle/>
          <a:p>
            <a:r>
              <a:rPr lang="en-US" altLang="zh-CN" sz="2800" b="1" dirty="0">
                <a:solidFill>
                  <a:srgbClr val="FF0000"/>
                </a:solidFill>
              </a:rPr>
              <a:t>=</a:t>
            </a:r>
            <a:endParaRPr lang="zh-CN" altLang="en-US" sz="2800" b="1" dirty="0">
              <a:solidFill>
                <a:srgbClr val="FF0000"/>
              </a:solidFill>
            </a:endParaRPr>
          </a:p>
        </p:txBody>
      </p:sp>
      <p:sp>
        <p:nvSpPr>
          <p:cNvPr id="235" name="文本框 234">
            <a:extLst>
              <a:ext uri="{FF2B5EF4-FFF2-40B4-BE49-F238E27FC236}">
                <a16:creationId xmlns:a16="http://schemas.microsoft.com/office/drawing/2014/main" id="{101903BE-FFF9-4824-8AF7-BC14CFAD6B7E}"/>
              </a:ext>
            </a:extLst>
          </p:cNvPr>
          <p:cNvSpPr txBox="1"/>
          <p:nvPr/>
        </p:nvSpPr>
        <p:spPr>
          <a:xfrm>
            <a:off x="7745820" y="4883459"/>
            <a:ext cx="287995" cy="430887"/>
          </a:xfrm>
          <a:prstGeom prst="rect">
            <a:avLst/>
          </a:prstGeom>
          <a:noFill/>
        </p:spPr>
        <p:txBody>
          <a:bodyPr wrap="square" lIns="36000" tIns="0" rIns="36000" bIns="0" rtlCol="0" anchor="ctr" anchorCtr="1">
            <a:spAutoFit/>
          </a:bodyPr>
          <a:lstStyle/>
          <a:p>
            <a:r>
              <a:rPr lang="en-US" altLang="zh-CN" sz="2800" b="1" dirty="0">
                <a:solidFill>
                  <a:srgbClr val="FF0000"/>
                </a:solidFill>
              </a:rPr>
              <a:t>&gt;</a:t>
            </a:r>
            <a:endParaRPr lang="zh-CN" altLang="en-US" sz="2800" b="1" dirty="0">
              <a:solidFill>
                <a:srgbClr val="FF0000"/>
              </a:solidFill>
            </a:endParaRPr>
          </a:p>
        </p:txBody>
      </p:sp>
      <p:sp>
        <p:nvSpPr>
          <p:cNvPr id="237" name="矩形 236">
            <a:extLst>
              <a:ext uri="{FF2B5EF4-FFF2-40B4-BE49-F238E27FC236}">
                <a16:creationId xmlns:a16="http://schemas.microsoft.com/office/drawing/2014/main" id="{67D267CA-FBBE-4F15-974D-0BB406E77F9E}"/>
              </a:ext>
            </a:extLst>
          </p:cNvPr>
          <p:cNvSpPr/>
          <p:nvPr/>
        </p:nvSpPr>
        <p:spPr>
          <a:xfrm>
            <a:off x="5175421" y="2587511"/>
            <a:ext cx="120368" cy="257980"/>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800"/>
              </a:lnSpc>
            </a:pPr>
            <a:r>
              <a:rPr lang="en-US" altLang="zh-CN" sz="2000" b="1" dirty="0">
                <a:solidFill>
                  <a:srgbClr val="7030A0"/>
                </a:solidFill>
              </a:rPr>
              <a:t>2</a:t>
            </a:r>
            <a:endParaRPr lang="zh-CN" altLang="en-US" sz="2000" b="1" dirty="0">
              <a:solidFill>
                <a:srgbClr val="7030A0"/>
              </a:solidFill>
            </a:endParaRPr>
          </a:p>
        </p:txBody>
      </p:sp>
      <p:grpSp>
        <p:nvGrpSpPr>
          <p:cNvPr id="240" name="组合 239">
            <a:extLst>
              <a:ext uri="{FF2B5EF4-FFF2-40B4-BE49-F238E27FC236}">
                <a16:creationId xmlns:a16="http://schemas.microsoft.com/office/drawing/2014/main" id="{0519FF5D-C219-48C9-9A84-0585A0519D0A}"/>
              </a:ext>
            </a:extLst>
          </p:cNvPr>
          <p:cNvGrpSpPr/>
          <p:nvPr/>
        </p:nvGrpSpPr>
        <p:grpSpPr>
          <a:xfrm>
            <a:off x="3238970" y="5645582"/>
            <a:ext cx="176964" cy="501404"/>
            <a:chOff x="2285773" y="6142035"/>
            <a:chExt cx="115012" cy="501404"/>
          </a:xfrm>
        </p:grpSpPr>
        <p:cxnSp>
          <p:nvCxnSpPr>
            <p:cNvPr id="241" name="直接箭头连接符 240">
              <a:extLst>
                <a:ext uri="{FF2B5EF4-FFF2-40B4-BE49-F238E27FC236}">
                  <a16:creationId xmlns:a16="http://schemas.microsoft.com/office/drawing/2014/main" id="{4AC936C4-25EC-4B05-A277-08E8A97C90B3}"/>
                </a:ext>
              </a:extLst>
            </p:cNvPr>
            <p:cNvCxnSpPr>
              <a:cxnSpLocks/>
            </p:cNvCxnSpPr>
            <p:nvPr/>
          </p:nvCxnSpPr>
          <p:spPr>
            <a:xfrm flipV="1">
              <a:off x="2400785" y="6142035"/>
              <a:ext cx="0" cy="501404"/>
            </a:xfrm>
            <a:prstGeom prst="straightConnector1">
              <a:avLst/>
            </a:prstGeom>
            <a:ln w="28575">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2" name="文本框 241">
              <a:extLst>
                <a:ext uri="{FF2B5EF4-FFF2-40B4-BE49-F238E27FC236}">
                  <a16:creationId xmlns:a16="http://schemas.microsoft.com/office/drawing/2014/main" id="{A98EB15F-B3CD-418E-A3CA-A34FF329CCC7}"/>
                </a:ext>
              </a:extLst>
            </p:cNvPr>
            <p:cNvSpPr txBox="1"/>
            <p:nvPr/>
          </p:nvSpPr>
          <p:spPr>
            <a:xfrm>
              <a:off x="2285773" y="6209127"/>
              <a:ext cx="102466" cy="307777"/>
            </a:xfrm>
            <a:prstGeom prst="rect">
              <a:avLst/>
            </a:prstGeom>
            <a:noFill/>
          </p:spPr>
          <p:txBody>
            <a:bodyPr wrap="none" lIns="36000" tIns="0" rIns="36000" bIns="0" rtlCol="0">
              <a:spAutoFit/>
            </a:bodyPr>
            <a:lstStyle/>
            <a:p>
              <a:r>
                <a:rPr lang="en-US" altLang="zh-CN" sz="2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a:t>
              </a:r>
              <a:endParaRPr lang="zh-CN" altLang="en-US" sz="2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243" name="矩形 242">
            <a:extLst>
              <a:ext uri="{FF2B5EF4-FFF2-40B4-BE49-F238E27FC236}">
                <a16:creationId xmlns:a16="http://schemas.microsoft.com/office/drawing/2014/main" id="{370BE000-01B5-45A0-93B9-6A3D4419425D}"/>
              </a:ext>
            </a:extLst>
          </p:cNvPr>
          <p:cNvSpPr/>
          <p:nvPr/>
        </p:nvSpPr>
        <p:spPr>
          <a:xfrm>
            <a:off x="2848500" y="6177594"/>
            <a:ext cx="265041" cy="401144"/>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30" name="矩形 229">
            <a:extLst>
              <a:ext uri="{FF2B5EF4-FFF2-40B4-BE49-F238E27FC236}">
                <a16:creationId xmlns:a16="http://schemas.microsoft.com/office/drawing/2014/main" id="{6C0F83AA-DC22-4B17-BE76-A0916076D8C4}"/>
              </a:ext>
            </a:extLst>
          </p:cNvPr>
          <p:cNvSpPr/>
          <p:nvPr/>
        </p:nvSpPr>
        <p:spPr>
          <a:xfrm>
            <a:off x="2829480" y="6201816"/>
            <a:ext cx="295951" cy="371275"/>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49" name="矩形 248">
            <a:extLst>
              <a:ext uri="{FF2B5EF4-FFF2-40B4-BE49-F238E27FC236}">
                <a16:creationId xmlns:a16="http://schemas.microsoft.com/office/drawing/2014/main" id="{079D172A-0275-40FC-9A36-292BF0DC4D36}"/>
              </a:ext>
            </a:extLst>
          </p:cNvPr>
          <p:cNvSpPr/>
          <p:nvPr/>
        </p:nvSpPr>
        <p:spPr>
          <a:xfrm>
            <a:off x="3283374" y="6172359"/>
            <a:ext cx="265041" cy="401144"/>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34" name="矩形 233">
            <a:extLst>
              <a:ext uri="{FF2B5EF4-FFF2-40B4-BE49-F238E27FC236}">
                <a16:creationId xmlns:a16="http://schemas.microsoft.com/office/drawing/2014/main" id="{6C01A060-E297-4D13-B2D8-C0D4B13F23EF}"/>
              </a:ext>
            </a:extLst>
          </p:cNvPr>
          <p:cNvSpPr/>
          <p:nvPr/>
        </p:nvSpPr>
        <p:spPr>
          <a:xfrm>
            <a:off x="3265035" y="6186881"/>
            <a:ext cx="295951" cy="371275"/>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51" name="矩形 250">
            <a:extLst>
              <a:ext uri="{FF2B5EF4-FFF2-40B4-BE49-F238E27FC236}">
                <a16:creationId xmlns:a16="http://schemas.microsoft.com/office/drawing/2014/main" id="{30B35B87-BFA1-4EB9-9E9A-2E7B1AC30B97}"/>
              </a:ext>
            </a:extLst>
          </p:cNvPr>
          <p:cNvSpPr/>
          <p:nvPr/>
        </p:nvSpPr>
        <p:spPr>
          <a:xfrm>
            <a:off x="3681246" y="6171947"/>
            <a:ext cx="265041" cy="401144"/>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39" name="矩形 238">
            <a:extLst>
              <a:ext uri="{FF2B5EF4-FFF2-40B4-BE49-F238E27FC236}">
                <a16:creationId xmlns:a16="http://schemas.microsoft.com/office/drawing/2014/main" id="{CDF55993-E6A4-4AFA-AF8D-CD6B2B635C8E}"/>
              </a:ext>
            </a:extLst>
          </p:cNvPr>
          <p:cNvSpPr/>
          <p:nvPr/>
        </p:nvSpPr>
        <p:spPr>
          <a:xfrm>
            <a:off x="3673350" y="6221868"/>
            <a:ext cx="295951" cy="371275"/>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52" name="矩形 251">
            <a:extLst>
              <a:ext uri="{FF2B5EF4-FFF2-40B4-BE49-F238E27FC236}">
                <a16:creationId xmlns:a16="http://schemas.microsoft.com/office/drawing/2014/main" id="{EA698D1C-958B-4016-AB75-0A00EA3B7A7F}"/>
              </a:ext>
            </a:extLst>
          </p:cNvPr>
          <p:cNvSpPr/>
          <p:nvPr/>
        </p:nvSpPr>
        <p:spPr>
          <a:xfrm>
            <a:off x="4105001" y="6177593"/>
            <a:ext cx="265041" cy="401144"/>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54" name="矩形 253">
            <a:extLst>
              <a:ext uri="{FF2B5EF4-FFF2-40B4-BE49-F238E27FC236}">
                <a16:creationId xmlns:a16="http://schemas.microsoft.com/office/drawing/2014/main" id="{55211994-2F2D-47F3-B6F7-D39ACBF7C5B4}"/>
              </a:ext>
            </a:extLst>
          </p:cNvPr>
          <p:cNvSpPr/>
          <p:nvPr/>
        </p:nvSpPr>
        <p:spPr>
          <a:xfrm>
            <a:off x="4532491" y="6166014"/>
            <a:ext cx="265041" cy="401144"/>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55" name="矩形 254">
            <a:extLst>
              <a:ext uri="{FF2B5EF4-FFF2-40B4-BE49-F238E27FC236}">
                <a16:creationId xmlns:a16="http://schemas.microsoft.com/office/drawing/2014/main" id="{35850582-9E86-49AB-9A19-DB543AA22C1F}"/>
              </a:ext>
            </a:extLst>
          </p:cNvPr>
          <p:cNvSpPr/>
          <p:nvPr/>
        </p:nvSpPr>
        <p:spPr>
          <a:xfrm>
            <a:off x="4935178" y="6180534"/>
            <a:ext cx="265041" cy="401144"/>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56" name="矩形 255">
            <a:extLst>
              <a:ext uri="{FF2B5EF4-FFF2-40B4-BE49-F238E27FC236}">
                <a16:creationId xmlns:a16="http://schemas.microsoft.com/office/drawing/2014/main" id="{17E6AA5C-3618-4DF8-AE53-3B90365F324B}"/>
              </a:ext>
            </a:extLst>
          </p:cNvPr>
          <p:cNvSpPr/>
          <p:nvPr/>
        </p:nvSpPr>
        <p:spPr>
          <a:xfrm>
            <a:off x="4113834" y="6177593"/>
            <a:ext cx="265041" cy="401144"/>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57" name="矩形 256">
            <a:extLst>
              <a:ext uri="{FF2B5EF4-FFF2-40B4-BE49-F238E27FC236}">
                <a16:creationId xmlns:a16="http://schemas.microsoft.com/office/drawing/2014/main" id="{8F1282D9-AA29-4162-B4FD-8AC607371EFF}"/>
              </a:ext>
            </a:extLst>
          </p:cNvPr>
          <p:cNvSpPr/>
          <p:nvPr/>
        </p:nvSpPr>
        <p:spPr>
          <a:xfrm>
            <a:off x="4404850" y="3429804"/>
            <a:ext cx="165042" cy="179020"/>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800"/>
              </a:lnSpc>
            </a:pPr>
            <a:r>
              <a:rPr lang="en-US" altLang="zh-CN" sz="2000" b="1" dirty="0">
                <a:solidFill>
                  <a:srgbClr val="7030A0"/>
                </a:solidFill>
              </a:rPr>
              <a:t>4</a:t>
            </a:r>
            <a:endParaRPr lang="zh-CN" altLang="en-US" sz="2000" b="1" dirty="0">
              <a:solidFill>
                <a:srgbClr val="7030A0"/>
              </a:solidFill>
            </a:endParaRPr>
          </a:p>
        </p:txBody>
      </p:sp>
      <p:sp>
        <p:nvSpPr>
          <p:cNvPr id="259" name="矩形 258">
            <a:extLst>
              <a:ext uri="{FF2B5EF4-FFF2-40B4-BE49-F238E27FC236}">
                <a16:creationId xmlns:a16="http://schemas.microsoft.com/office/drawing/2014/main" id="{E7BBEBC1-F32A-4E10-8EDC-B29E6CD28BFE}"/>
              </a:ext>
            </a:extLst>
          </p:cNvPr>
          <p:cNvSpPr/>
          <p:nvPr/>
        </p:nvSpPr>
        <p:spPr>
          <a:xfrm>
            <a:off x="3705191" y="6214053"/>
            <a:ext cx="265041" cy="371275"/>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2</a:t>
            </a:r>
            <a:endParaRPr lang="zh-CN" altLang="en-US" sz="2400" b="1" dirty="0">
              <a:solidFill>
                <a:srgbClr val="C00000"/>
              </a:solidFill>
            </a:endParaRPr>
          </a:p>
        </p:txBody>
      </p:sp>
      <p:sp>
        <p:nvSpPr>
          <p:cNvPr id="261" name="矩形 260">
            <a:extLst>
              <a:ext uri="{FF2B5EF4-FFF2-40B4-BE49-F238E27FC236}">
                <a16:creationId xmlns:a16="http://schemas.microsoft.com/office/drawing/2014/main" id="{10E2BFC0-E8A0-41EF-9495-C7E4967052E5}"/>
              </a:ext>
            </a:extLst>
          </p:cNvPr>
          <p:cNvSpPr/>
          <p:nvPr/>
        </p:nvSpPr>
        <p:spPr>
          <a:xfrm>
            <a:off x="5140913" y="3411751"/>
            <a:ext cx="163379" cy="250158"/>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800"/>
              </a:lnSpc>
            </a:pPr>
            <a:r>
              <a:rPr lang="en-US" altLang="zh-CN" sz="2000" b="1" dirty="0">
                <a:solidFill>
                  <a:srgbClr val="7030A0"/>
                </a:solidFill>
              </a:rPr>
              <a:t>3</a:t>
            </a:r>
            <a:endParaRPr lang="zh-CN" altLang="en-US" sz="2000" b="1" dirty="0">
              <a:solidFill>
                <a:srgbClr val="7030A0"/>
              </a:solidFill>
            </a:endParaRPr>
          </a:p>
        </p:txBody>
      </p:sp>
      <p:sp>
        <p:nvSpPr>
          <p:cNvPr id="263" name="矩形 262">
            <a:extLst>
              <a:ext uri="{FF2B5EF4-FFF2-40B4-BE49-F238E27FC236}">
                <a16:creationId xmlns:a16="http://schemas.microsoft.com/office/drawing/2014/main" id="{E64E0973-E5FD-4CAD-9437-C8E6BEDEB575}"/>
              </a:ext>
            </a:extLst>
          </p:cNvPr>
          <p:cNvSpPr/>
          <p:nvPr/>
        </p:nvSpPr>
        <p:spPr>
          <a:xfrm>
            <a:off x="4923165" y="6177593"/>
            <a:ext cx="265041" cy="401144"/>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64" name="矩形 263">
            <a:extLst>
              <a:ext uri="{FF2B5EF4-FFF2-40B4-BE49-F238E27FC236}">
                <a16:creationId xmlns:a16="http://schemas.microsoft.com/office/drawing/2014/main" id="{0CD1ECAD-1638-48F4-B498-874295C10403}"/>
              </a:ext>
            </a:extLst>
          </p:cNvPr>
          <p:cNvSpPr/>
          <p:nvPr/>
        </p:nvSpPr>
        <p:spPr>
          <a:xfrm>
            <a:off x="3310820" y="6209800"/>
            <a:ext cx="265041" cy="369001"/>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3</a:t>
            </a:r>
            <a:endParaRPr lang="zh-CN" altLang="en-US" sz="2400" b="1" dirty="0">
              <a:solidFill>
                <a:srgbClr val="C00000"/>
              </a:solidFill>
            </a:endParaRPr>
          </a:p>
        </p:txBody>
      </p:sp>
      <p:sp>
        <p:nvSpPr>
          <p:cNvPr id="265" name="矩形 264">
            <a:extLst>
              <a:ext uri="{FF2B5EF4-FFF2-40B4-BE49-F238E27FC236}">
                <a16:creationId xmlns:a16="http://schemas.microsoft.com/office/drawing/2014/main" id="{741A7F9A-13B8-4D99-8783-A960F23FFF40}"/>
              </a:ext>
            </a:extLst>
          </p:cNvPr>
          <p:cNvSpPr/>
          <p:nvPr/>
        </p:nvSpPr>
        <p:spPr>
          <a:xfrm>
            <a:off x="4432597" y="2983590"/>
            <a:ext cx="113321" cy="293804"/>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800"/>
              </a:lnSpc>
            </a:pPr>
            <a:r>
              <a:rPr lang="en-US" altLang="zh-CN" sz="2000" b="1" dirty="0">
                <a:solidFill>
                  <a:srgbClr val="7030A0"/>
                </a:solidFill>
              </a:rPr>
              <a:t>2</a:t>
            </a:r>
            <a:endParaRPr lang="zh-CN" altLang="en-US" sz="2000" b="1" dirty="0">
              <a:solidFill>
                <a:srgbClr val="7030A0"/>
              </a:solidFill>
            </a:endParaRPr>
          </a:p>
        </p:txBody>
      </p:sp>
      <p:sp>
        <p:nvSpPr>
          <p:cNvPr id="267" name="矩形 266">
            <a:extLst>
              <a:ext uri="{FF2B5EF4-FFF2-40B4-BE49-F238E27FC236}">
                <a16:creationId xmlns:a16="http://schemas.microsoft.com/office/drawing/2014/main" id="{2036C02A-CDFD-45AF-9E50-FE9837FEDA4A}"/>
              </a:ext>
            </a:extLst>
          </p:cNvPr>
          <p:cNvSpPr/>
          <p:nvPr/>
        </p:nvSpPr>
        <p:spPr>
          <a:xfrm>
            <a:off x="4111834" y="6177665"/>
            <a:ext cx="265041" cy="401144"/>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5</a:t>
            </a:r>
            <a:endParaRPr lang="zh-CN" altLang="en-US" sz="2400" b="1" dirty="0">
              <a:solidFill>
                <a:srgbClr val="C00000"/>
              </a:solidFill>
            </a:endParaRPr>
          </a:p>
        </p:txBody>
      </p:sp>
      <p:sp>
        <p:nvSpPr>
          <p:cNvPr id="268" name="矩形 267">
            <a:extLst>
              <a:ext uri="{FF2B5EF4-FFF2-40B4-BE49-F238E27FC236}">
                <a16:creationId xmlns:a16="http://schemas.microsoft.com/office/drawing/2014/main" id="{F03CDB6C-68A1-4CD7-9751-360A8FEC0ED9}"/>
              </a:ext>
            </a:extLst>
          </p:cNvPr>
          <p:cNvSpPr/>
          <p:nvPr/>
        </p:nvSpPr>
        <p:spPr>
          <a:xfrm>
            <a:off x="5132630" y="3044110"/>
            <a:ext cx="163627" cy="203468"/>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800"/>
              </a:lnSpc>
            </a:pPr>
            <a:r>
              <a:rPr lang="en-US" altLang="zh-CN" sz="2000" b="1" dirty="0">
                <a:solidFill>
                  <a:srgbClr val="7030A0"/>
                </a:solidFill>
              </a:rPr>
              <a:t>3</a:t>
            </a:r>
            <a:endParaRPr lang="zh-CN" altLang="en-US" sz="2000" b="1" dirty="0">
              <a:solidFill>
                <a:srgbClr val="7030A0"/>
              </a:solidFill>
            </a:endParaRPr>
          </a:p>
        </p:txBody>
      </p:sp>
      <p:sp>
        <p:nvSpPr>
          <p:cNvPr id="270" name="矩形 269">
            <a:extLst>
              <a:ext uri="{FF2B5EF4-FFF2-40B4-BE49-F238E27FC236}">
                <a16:creationId xmlns:a16="http://schemas.microsoft.com/office/drawing/2014/main" id="{A1CB4AD8-F59D-4FC8-A52A-F177E5A04985}"/>
              </a:ext>
            </a:extLst>
          </p:cNvPr>
          <p:cNvSpPr/>
          <p:nvPr/>
        </p:nvSpPr>
        <p:spPr>
          <a:xfrm>
            <a:off x="4522254" y="6175697"/>
            <a:ext cx="265041" cy="401144"/>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272" name="矩形 271">
            <a:extLst>
              <a:ext uri="{FF2B5EF4-FFF2-40B4-BE49-F238E27FC236}">
                <a16:creationId xmlns:a16="http://schemas.microsoft.com/office/drawing/2014/main" id="{34A61240-0DB6-4114-B6A9-CAE38EC1E62E}"/>
              </a:ext>
            </a:extLst>
          </p:cNvPr>
          <p:cNvSpPr/>
          <p:nvPr/>
        </p:nvSpPr>
        <p:spPr>
          <a:xfrm>
            <a:off x="4404850" y="4217965"/>
            <a:ext cx="131614" cy="197964"/>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800"/>
              </a:lnSpc>
            </a:pPr>
            <a:r>
              <a:rPr lang="en-US" altLang="zh-CN" sz="2000" b="1" dirty="0">
                <a:solidFill>
                  <a:srgbClr val="7030A0"/>
                </a:solidFill>
              </a:rPr>
              <a:t>1</a:t>
            </a:r>
            <a:endParaRPr lang="zh-CN" altLang="en-US" sz="2000" b="1" dirty="0">
              <a:solidFill>
                <a:srgbClr val="7030A0"/>
              </a:solidFill>
            </a:endParaRPr>
          </a:p>
        </p:txBody>
      </p:sp>
      <p:sp>
        <p:nvSpPr>
          <p:cNvPr id="274" name="矩形 273">
            <a:extLst>
              <a:ext uri="{FF2B5EF4-FFF2-40B4-BE49-F238E27FC236}">
                <a16:creationId xmlns:a16="http://schemas.microsoft.com/office/drawing/2014/main" id="{3EC0D7B7-C971-4440-BA00-3432EBC8CF31}"/>
              </a:ext>
            </a:extLst>
          </p:cNvPr>
          <p:cNvSpPr/>
          <p:nvPr/>
        </p:nvSpPr>
        <p:spPr>
          <a:xfrm>
            <a:off x="4907709" y="6188057"/>
            <a:ext cx="295951" cy="371275"/>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5</a:t>
            </a:r>
            <a:endParaRPr lang="zh-CN" altLang="en-US" sz="2400" b="1" dirty="0">
              <a:solidFill>
                <a:srgbClr val="C00000"/>
              </a:solidFill>
            </a:endParaRPr>
          </a:p>
        </p:txBody>
      </p:sp>
      <p:sp>
        <p:nvSpPr>
          <p:cNvPr id="236" name="矩形 235">
            <a:extLst>
              <a:ext uri="{FF2B5EF4-FFF2-40B4-BE49-F238E27FC236}">
                <a16:creationId xmlns:a16="http://schemas.microsoft.com/office/drawing/2014/main" id="{ECB62997-2934-456C-8950-8EA4BAE58379}"/>
              </a:ext>
            </a:extLst>
          </p:cNvPr>
          <p:cNvSpPr/>
          <p:nvPr/>
        </p:nvSpPr>
        <p:spPr>
          <a:xfrm>
            <a:off x="7397307" y="4943826"/>
            <a:ext cx="271526" cy="351437"/>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3</a:t>
            </a:r>
            <a:endParaRPr lang="zh-CN" altLang="en-US" sz="2400" b="1" dirty="0">
              <a:solidFill>
                <a:srgbClr val="C00000"/>
              </a:solidFill>
            </a:endParaRPr>
          </a:p>
        </p:txBody>
      </p:sp>
      <p:sp>
        <p:nvSpPr>
          <p:cNvPr id="238" name="矩形 237">
            <a:extLst>
              <a:ext uri="{FF2B5EF4-FFF2-40B4-BE49-F238E27FC236}">
                <a16:creationId xmlns:a16="http://schemas.microsoft.com/office/drawing/2014/main" id="{3DAD5BDA-B4AF-4325-8537-D2F8FB907B22}"/>
              </a:ext>
            </a:extLst>
          </p:cNvPr>
          <p:cNvSpPr/>
          <p:nvPr/>
        </p:nvSpPr>
        <p:spPr>
          <a:xfrm>
            <a:off x="7414021" y="4943826"/>
            <a:ext cx="254432" cy="351437"/>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2</a:t>
            </a:r>
            <a:endParaRPr lang="zh-CN" altLang="en-US" sz="2400" b="1" dirty="0">
              <a:solidFill>
                <a:srgbClr val="C00000"/>
              </a:solidFill>
            </a:endParaRPr>
          </a:p>
        </p:txBody>
      </p:sp>
      <p:sp>
        <p:nvSpPr>
          <p:cNvPr id="262" name="矩形 261">
            <a:extLst>
              <a:ext uri="{FF2B5EF4-FFF2-40B4-BE49-F238E27FC236}">
                <a16:creationId xmlns:a16="http://schemas.microsoft.com/office/drawing/2014/main" id="{C8620361-5FE2-49B0-B69A-51588A0C3EE3}"/>
              </a:ext>
            </a:extLst>
          </p:cNvPr>
          <p:cNvSpPr/>
          <p:nvPr/>
        </p:nvSpPr>
        <p:spPr>
          <a:xfrm>
            <a:off x="7413295" y="4931027"/>
            <a:ext cx="271526" cy="351437"/>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5</a:t>
            </a:r>
            <a:endParaRPr lang="zh-CN" altLang="en-US" sz="2400" b="1" dirty="0">
              <a:solidFill>
                <a:srgbClr val="C00000"/>
              </a:solidFill>
            </a:endParaRPr>
          </a:p>
        </p:txBody>
      </p:sp>
      <p:sp>
        <p:nvSpPr>
          <p:cNvPr id="233" name="矩形 232">
            <a:extLst>
              <a:ext uri="{FF2B5EF4-FFF2-40B4-BE49-F238E27FC236}">
                <a16:creationId xmlns:a16="http://schemas.microsoft.com/office/drawing/2014/main" id="{B70E34C0-90E3-41BA-B250-071F0D49E5AE}"/>
              </a:ext>
            </a:extLst>
          </p:cNvPr>
          <p:cNvSpPr/>
          <p:nvPr/>
        </p:nvSpPr>
        <p:spPr>
          <a:xfrm>
            <a:off x="4396612" y="3854275"/>
            <a:ext cx="162711" cy="141997"/>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800"/>
              </a:lnSpc>
            </a:pPr>
            <a:r>
              <a:rPr lang="en-US" altLang="zh-CN" sz="2000" b="1" dirty="0">
                <a:solidFill>
                  <a:srgbClr val="7030A0"/>
                </a:solidFill>
              </a:rPr>
              <a:t>2</a:t>
            </a:r>
            <a:endParaRPr lang="zh-CN" altLang="en-US" sz="2000" b="1" dirty="0">
              <a:solidFill>
                <a:srgbClr val="7030A0"/>
              </a:solidFill>
            </a:endParaRPr>
          </a:p>
        </p:txBody>
      </p:sp>
      <p:sp>
        <p:nvSpPr>
          <p:cNvPr id="275" name="矩形 274">
            <a:extLst>
              <a:ext uri="{FF2B5EF4-FFF2-40B4-BE49-F238E27FC236}">
                <a16:creationId xmlns:a16="http://schemas.microsoft.com/office/drawing/2014/main" id="{D66F99AC-E36E-4AA2-B347-74CD95426C05}"/>
              </a:ext>
            </a:extLst>
          </p:cNvPr>
          <p:cNvSpPr/>
          <p:nvPr/>
        </p:nvSpPr>
        <p:spPr>
          <a:xfrm>
            <a:off x="4070258" y="6203868"/>
            <a:ext cx="295951" cy="371275"/>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6</a:t>
            </a:r>
            <a:endParaRPr lang="zh-CN" altLang="en-US" sz="2400" b="1" dirty="0">
              <a:solidFill>
                <a:srgbClr val="C00000"/>
              </a:solidFill>
            </a:endParaRPr>
          </a:p>
        </p:txBody>
      </p:sp>
      <p:sp>
        <p:nvSpPr>
          <p:cNvPr id="277" name="矩形 276">
            <a:extLst>
              <a:ext uri="{FF2B5EF4-FFF2-40B4-BE49-F238E27FC236}">
                <a16:creationId xmlns:a16="http://schemas.microsoft.com/office/drawing/2014/main" id="{6D7EF192-0284-4972-AC1C-E3E34135B573}"/>
              </a:ext>
            </a:extLst>
          </p:cNvPr>
          <p:cNvSpPr/>
          <p:nvPr/>
        </p:nvSpPr>
        <p:spPr>
          <a:xfrm>
            <a:off x="4506943" y="6209149"/>
            <a:ext cx="295951" cy="371275"/>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6</a:t>
            </a:r>
            <a:endParaRPr lang="zh-CN" altLang="en-US" sz="2400" b="1" dirty="0">
              <a:solidFill>
                <a:srgbClr val="C00000"/>
              </a:solidFill>
            </a:endParaRPr>
          </a:p>
        </p:txBody>
      </p:sp>
      <p:sp>
        <p:nvSpPr>
          <p:cNvPr id="271" name="矩形 270">
            <a:extLst>
              <a:ext uri="{FF2B5EF4-FFF2-40B4-BE49-F238E27FC236}">
                <a16:creationId xmlns:a16="http://schemas.microsoft.com/office/drawing/2014/main" id="{00F98BE8-35E8-41A6-96A6-C05679054427}"/>
              </a:ext>
            </a:extLst>
          </p:cNvPr>
          <p:cNvSpPr/>
          <p:nvPr/>
        </p:nvSpPr>
        <p:spPr>
          <a:xfrm>
            <a:off x="4921204" y="6198521"/>
            <a:ext cx="295951" cy="371275"/>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7</a:t>
            </a:r>
            <a:endParaRPr lang="zh-CN" altLang="en-US" sz="2400" b="1" dirty="0">
              <a:solidFill>
                <a:srgbClr val="C00000"/>
              </a:solidFill>
            </a:endParaRPr>
          </a:p>
        </p:txBody>
      </p:sp>
      <p:cxnSp>
        <p:nvCxnSpPr>
          <p:cNvPr id="278" name="直接连接符 277">
            <a:extLst>
              <a:ext uri="{FF2B5EF4-FFF2-40B4-BE49-F238E27FC236}">
                <a16:creationId xmlns:a16="http://schemas.microsoft.com/office/drawing/2014/main" id="{F226B12A-79C8-4359-AAB7-B7117DCA30F0}"/>
              </a:ext>
            </a:extLst>
          </p:cNvPr>
          <p:cNvCxnSpPr>
            <a:cxnSpLocks/>
          </p:cNvCxnSpPr>
          <p:nvPr/>
        </p:nvCxnSpPr>
        <p:spPr>
          <a:xfrm>
            <a:off x="5703457" y="5861520"/>
            <a:ext cx="156444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C3E656C-9AD4-6373-A11C-EF140389DD41}"/>
              </a:ext>
            </a:extLst>
          </p:cNvPr>
          <p:cNvCxnSpPr>
            <a:cxnSpLocks/>
          </p:cNvCxnSpPr>
          <p:nvPr/>
        </p:nvCxnSpPr>
        <p:spPr>
          <a:xfrm>
            <a:off x="9119737" y="840096"/>
            <a:ext cx="1210420"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B6D13933-4E63-E2E3-EEDB-18C7D108FBA1}"/>
              </a:ext>
            </a:extLst>
          </p:cNvPr>
          <p:cNvSpPr txBox="1"/>
          <p:nvPr/>
        </p:nvSpPr>
        <p:spPr>
          <a:xfrm>
            <a:off x="9114923" y="589222"/>
            <a:ext cx="2339717" cy="234038"/>
          </a:xfrm>
          <a:prstGeom prst="rect">
            <a:avLst/>
          </a:prstGeom>
          <a:solidFill>
            <a:schemeClr val="accent6">
              <a:lumMod val="20000"/>
              <a:lumOff val="80000"/>
            </a:schemeClr>
          </a:solidFill>
        </p:spPr>
        <p:txBody>
          <a:bodyPr wrap="square" lIns="36000" tIns="0" rIns="36000" bIns="0" rtlCol="0">
            <a:spAutoFit/>
          </a:bodyPr>
          <a:lstStyle/>
          <a:p>
            <a:pPr>
              <a:lnSpc>
                <a:spcPts val="1800"/>
              </a:lnSpc>
            </a:pP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latin typeface="Calibri" panose="020F0502020204030204" pitchFamily="34" charset="0"/>
                <a:ea typeface="Calibri" panose="020F0502020204030204" pitchFamily="34" charset="0"/>
                <a:cs typeface="Calibri" panose="020F0502020204030204" pitchFamily="34" charset="0"/>
              </a:rPr>
              <a:t>int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dirty="0" err="1">
                <a:latin typeface="Calibri" panose="020F0502020204030204" pitchFamily="34" charset="0"/>
                <a:ea typeface="Calibri" panose="020F0502020204030204" pitchFamily="34" charset="0"/>
                <a:cs typeface="Calibri" panose="020F0502020204030204" pitchFamily="34" charset="0"/>
              </a:rPr>
              <a:t>ve</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zh-CN" altLang="en-US" sz="1600" dirty="0">
                <a:solidFill>
                  <a:srgbClr val="C00000"/>
                </a:solidFill>
                <a:latin typeface="Calibri" panose="020F0502020204030204" pitchFamily="34" charset="0"/>
                <a:ea typeface="Calibri" panose="020F0502020204030204" pitchFamily="34" charset="0"/>
                <a:cs typeface="Calibri" panose="020F0502020204030204" pitchFamily="34" charset="0"/>
              </a:rPr>
              <a:t>算法</a:t>
            </a:r>
            <a:r>
              <a:rPr lang="en-US" altLang="zh-CN" sz="1600" dirty="0">
                <a:solidFill>
                  <a:srgbClr val="C00000"/>
                </a:solidFill>
                <a:latin typeface="Calibri" panose="020F0502020204030204" pitchFamily="34" charset="0"/>
                <a:ea typeface="Calibri" panose="020F0502020204030204" pitchFamily="34" charset="0"/>
                <a:cs typeface="Calibri" panose="020F0502020204030204" pitchFamily="34" charset="0"/>
              </a:rPr>
              <a:t>7.15 </a:t>
            </a:r>
            <a:endParaRPr lang="zh-CN" altLang="en-US" sz="1600" dirty="0">
              <a:solidFill>
                <a:srgbClr val="C00000"/>
              </a:solidFill>
              <a:latin typeface="Calibri" panose="020F0502020204030204" pitchFamily="34" charset="0"/>
              <a:ea typeface="楷体_GB2312" pitchFamily="49" charset="-122"/>
              <a:cs typeface="Calibri" panose="020F0502020204030204" pitchFamily="34" charset="0"/>
            </a:endParaRPr>
          </a:p>
        </p:txBody>
      </p:sp>
      <p:cxnSp>
        <p:nvCxnSpPr>
          <p:cNvPr id="18" name="直接连接符 17">
            <a:extLst>
              <a:ext uri="{FF2B5EF4-FFF2-40B4-BE49-F238E27FC236}">
                <a16:creationId xmlns:a16="http://schemas.microsoft.com/office/drawing/2014/main" id="{B9DA81E0-9F5A-348B-188A-706EBDBF4AD4}"/>
              </a:ext>
            </a:extLst>
          </p:cNvPr>
          <p:cNvCxnSpPr>
            <a:cxnSpLocks/>
          </p:cNvCxnSpPr>
          <p:nvPr/>
        </p:nvCxnSpPr>
        <p:spPr>
          <a:xfrm>
            <a:off x="5972460" y="4341066"/>
            <a:ext cx="2890185"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44F76722-8CFA-D86E-25A0-6B0D2F0C3E24}"/>
              </a:ext>
            </a:extLst>
          </p:cNvPr>
          <p:cNvSpPr txBox="1"/>
          <p:nvPr/>
        </p:nvSpPr>
        <p:spPr>
          <a:xfrm>
            <a:off x="5967646" y="4090193"/>
            <a:ext cx="2853016" cy="234038"/>
          </a:xfrm>
          <a:prstGeom prst="rect">
            <a:avLst/>
          </a:prstGeom>
          <a:solidFill>
            <a:schemeClr val="accent6">
              <a:lumMod val="20000"/>
              <a:lumOff val="80000"/>
            </a:schemeClr>
          </a:solidFill>
        </p:spPr>
        <p:txBody>
          <a:bodyPr wrap="none" lIns="36000" tIns="0" rIns="36000" bIns="0" rtlCol="0">
            <a:spAutoFit/>
          </a:bodyPr>
          <a:lstStyle/>
          <a:p>
            <a:pPr>
              <a:lnSpc>
                <a:spcPts val="1800"/>
              </a:lnSpc>
            </a:pPr>
            <a:r>
              <a:rPr lang="en-US" altLang="zh-CN" dirty="0">
                <a:latin typeface="Calibri" panose="020F0502020204030204" pitchFamily="34" charset="0"/>
                <a:ea typeface="Calibri" panose="020F0502020204030204" pitchFamily="34" charset="0"/>
                <a:cs typeface="Calibri" panose="020F0502020204030204" pitchFamily="34" charset="0"/>
              </a:rPr>
              <a:t>j = p-&gt;</a:t>
            </a:r>
            <a:r>
              <a:rPr lang="en-US" altLang="zh-CN" dirty="0" err="1">
                <a:latin typeface="Calibri" panose="020F0502020204030204" pitchFamily="34" charset="0"/>
                <a:ea typeface="Calibri" panose="020F0502020204030204" pitchFamily="34" charset="0"/>
                <a:cs typeface="Calibri" panose="020F0502020204030204" pitchFamily="34" charset="0"/>
              </a:rPr>
              <a:t>adjvex</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zh-CN" altLang="en-US"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取</a:t>
            </a:r>
            <a:r>
              <a:rPr lang="en-US" altLang="zh-CN" sz="1600" dirty="0" err="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i</a:t>
            </a:r>
            <a:r>
              <a:rPr lang="zh-CN" altLang="en-US"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顶点序号</a:t>
            </a:r>
            <a:r>
              <a:rPr lang="en-US" altLang="zh-CN" sz="1600" dirty="0">
                <a:latin typeface="Calibri" panose="020F0502020204030204" pitchFamily="34" charset="0"/>
                <a:ea typeface="Calibri" panose="020F0502020204030204" pitchFamily="34" charset="0"/>
                <a:cs typeface="Calibri" panose="020F0502020204030204" pitchFamily="34" charset="0"/>
              </a:rPr>
              <a:t> </a:t>
            </a:r>
            <a:endParaRPr lang="zh-CN" altLang="en-US" sz="1600" dirty="0">
              <a:latin typeface="Calibri" panose="020F0502020204030204" pitchFamily="34" charset="0"/>
              <a:ea typeface="楷体_GB2312" pitchFamily="49" charset="-122"/>
              <a:cs typeface="Calibri" panose="020F0502020204030204" pitchFamily="34" charset="0"/>
            </a:endParaRPr>
          </a:p>
        </p:txBody>
      </p:sp>
      <p:cxnSp>
        <p:nvCxnSpPr>
          <p:cNvPr id="47" name="直接连接符 46">
            <a:extLst>
              <a:ext uri="{FF2B5EF4-FFF2-40B4-BE49-F238E27FC236}">
                <a16:creationId xmlns:a16="http://schemas.microsoft.com/office/drawing/2014/main" id="{74E6FACB-09E4-6E14-BBD0-EBA5622409E0}"/>
              </a:ext>
            </a:extLst>
          </p:cNvPr>
          <p:cNvCxnSpPr>
            <a:cxnSpLocks/>
          </p:cNvCxnSpPr>
          <p:nvPr/>
        </p:nvCxnSpPr>
        <p:spPr>
          <a:xfrm>
            <a:off x="6802827" y="6533519"/>
            <a:ext cx="495947"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88C19E99-8AA4-141D-2EEF-82E8DCB6DF8C}"/>
              </a:ext>
            </a:extLst>
          </p:cNvPr>
          <p:cNvSpPr txBox="1"/>
          <p:nvPr/>
        </p:nvSpPr>
        <p:spPr>
          <a:xfrm>
            <a:off x="6837683" y="6277170"/>
            <a:ext cx="399716" cy="234038"/>
          </a:xfrm>
          <a:prstGeom prst="rect">
            <a:avLst/>
          </a:prstGeom>
          <a:solidFill>
            <a:schemeClr val="accent6">
              <a:lumMod val="20000"/>
              <a:lumOff val="80000"/>
            </a:schemeClr>
          </a:solidFill>
        </p:spPr>
        <p:txBody>
          <a:bodyPr wrap="none" lIns="36000" tIns="0" rIns="36000" bIns="0" rtlCol="0">
            <a:spAutoFit/>
          </a:bodyPr>
          <a:lstStyle/>
          <a:p>
            <a:pPr>
              <a:lnSpc>
                <a:spcPts val="1800"/>
              </a:lnSpc>
            </a:pPr>
            <a:r>
              <a:rPr lang="en-US" altLang="zh-CN" dirty="0">
                <a:latin typeface="Calibri" panose="020F0502020204030204" pitchFamily="34" charset="0"/>
                <a:ea typeface="Calibri" panose="020F0502020204030204" pitchFamily="34" charset="0"/>
                <a:cs typeface="Calibri" panose="020F0502020204030204" pitchFamily="34" charset="0"/>
              </a:rPr>
              <a:t>S;   </a:t>
            </a:r>
            <a:endParaRPr lang="zh-CN" altLang="en-US" dirty="0">
              <a:latin typeface="Calibri" panose="020F0502020204030204" pitchFamily="34" charset="0"/>
              <a:ea typeface="楷体_GB2312" pitchFamily="49" charset="-122"/>
              <a:cs typeface="Calibri" panose="020F0502020204030204" pitchFamily="34" charset="0"/>
            </a:endParaRPr>
          </a:p>
        </p:txBody>
      </p:sp>
      <p:grpSp>
        <p:nvGrpSpPr>
          <p:cNvPr id="53" name="组合 52">
            <a:extLst>
              <a:ext uri="{FF2B5EF4-FFF2-40B4-BE49-F238E27FC236}">
                <a16:creationId xmlns:a16="http://schemas.microsoft.com/office/drawing/2014/main" id="{4AC70F37-89A0-DD97-813B-EC0A3494453A}"/>
              </a:ext>
            </a:extLst>
          </p:cNvPr>
          <p:cNvGrpSpPr/>
          <p:nvPr/>
        </p:nvGrpSpPr>
        <p:grpSpPr>
          <a:xfrm>
            <a:off x="998528" y="2278366"/>
            <a:ext cx="2038277" cy="2150515"/>
            <a:chOff x="101916" y="3465480"/>
            <a:chExt cx="2038277" cy="2150515"/>
          </a:xfrm>
        </p:grpSpPr>
        <p:sp>
          <p:nvSpPr>
            <p:cNvPr id="118" name="椭圆 117">
              <a:extLst>
                <a:ext uri="{FF2B5EF4-FFF2-40B4-BE49-F238E27FC236}">
                  <a16:creationId xmlns:a16="http://schemas.microsoft.com/office/drawing/2014/main" id="{C18E0BBF-3B20-4AFB-A867-3B8E9CCF7584}"/>
                </a:ext>
              </a:extLst>
            </p:cNvPr>
            <p:cNvSpPr>
              <a:spLocks noChangeArrowheads="1"/>
            </p:cNvSpPr>
            <p:nvPr/>
          </p:nvSpPr>
          <p:spPr bwMode="auto">
            <a:xfrm>
              <a:off x="101916" y="4407629"/>
              <a:ext cx="360000" cy="360000"/>
            </a:xfrm>
            <a:prstGeom prst="ellipse">
              <a:avLst/>
            </a:prstGeom>
            <a:solidFill>
              <a:schemeClr val="accent6">
                <a:lumMod val="20000"/>
                <a:lumOff val="80000"/>
              </a:schemeClr>
            </a:solidFill>
            <a:ln w="25400" cap="sq">
              <a:solidFill>
                <a:srgbClr val="000080"/>
              </a:solidFill>
              <a:round/>
              <a:headEnd type="none" w="sm" len="sm"/>
              <a:tailEnd type="none" w="sm" len="sm"/>
            </a:ln>
          </p:spPr>
          <p:txBody>
            <a:bodyPr wrap="none" tIns="0" anchor="ct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800" b="1" dirty="0">
                  <a:solidFill>
                    <a:srgbClr val="800000"/>
                  </a:solidFill>
                </a:rPr>
                <a:t>a</a:t>
              </a:r>
              <a:endParaRPr lang="en-US" altLang="zh-CN" sz="2800" b="1" dirty="0"/>
            </a:p>
          </p:txBody>
        </p:sp>
        <p:sp>
          <p:nvSpPr>
            <p:cNvPr id="119" name="椭圆 118">
              <a:extLst>
                <a:ext uri="{FF2B5EF4-FFF2-40B4-BE49-F238E27FC236}">
                  <a16:creationId xmlns:a16="http://schemas.microsoft.com/office/drawing/2014/main" id="{6165322B-0DF3-464D-96D8-4CC831738D62}"/>
                </a:ext>
              </a:extLst>
            </p:cNvPr>
            <p:cNvSpPr>
              <a:spLocks noChangeArrowheads="1"/>
            </p:cNvSpPr>
            <p:nvPr/>
          </p:nvSpPr>
          <p:spPr bwMode="auto">
            <a:xfrm>
              <a:off x="484465" y="3643634"/>
              <a:ext cx="360000" cy="360000"/>
            </a:xfrm>
            <a:prstGeom prst="ellipse">
              <a:avLst/>
            </a:prstGeom>
            <a:solidFill>
              <a:srgbClr val="FFFF99"/>
            </a:solidFill>
            <a:ln w="25400" cap="sq">
              <a:solidFill>
                <a:srgbClr val="800000"/>
              </a:solidFill>
              <a:round/>
              <a:headEnd type="none" w="sm" len="sm"/>
              <a:tailEnd type="none" w="sm" len="sm"/>
            </a:ln>
          </p:spPr>
          <p:txBody>
            <a:bodyPr wrap="none" anchor="ct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800" b="1" dirty="0">
                  <a:solidFill>
                    <a:srgbClr val="800000"/>
                  </a:solidFill>
                </a:rPr>
                <a:t>b</a:t>
              </a:r>
              <a:endParaRPr lang="en-US" altLang="zh-CN" sz="2800" b="1" dirty="0"/>
            </a:p>
          </p:txBody>
        </p:sp>
        <p:sp>
          <p:nvSpPr>
            <p:cNvPr id="120" name="椭圆 119">
              <a:extLst>
                <a:ext uri="{FF2B5EF4-FFF2-40B4-BE49-F238E27FC236}">
                  <a16:creationId xmlns:a16="http://schemas.microsoft.com/office/drawing/2014/main" id="{B74231A4-D958-4249-9DE6-C7FDDCD4724F}"/>
                </a:ext>
              </a:extLst>
            </p:cNvPr>
            <p:cNvSpPr>
              <a:spLocks noChangeArrowheads="1"/>
            </p:cNvSpPr>
            <p:nvPr/>
          </p:nvSpPr>
          <p:spPr bwMode="auto">
            <a:xfrm>
              <a:off x="782709" y="5255995"/>
              <a:ext cx="360000" cy="360000"/>
            </a:xfrm>
            <a:prstGeom prst="ellipse">
              <a:avLst/>
            </a:prstGeom>
            <a:solidFill>
              <a:srgbClr val="FFFF99"/>
            </a:solidFill>
            <a:ln w="25400" cap="sq">
              <a:solidFill>
                <a:srgbClr val="800000"/>
              </a:solidFill>
              <a:round/>
              <a:headEnd type="none" w="sm" len="sm"/>
              <a:tailEnd type="none" w="sm" len="sm"/>
            </a:ln>
          </p:spPr>
          <p:txBody>
            <a:bodyPr wrap="none" tIns="0" anchor="ct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800" b="1" dirty="0">
                  <a:solidFill>
                    <a:srgbClr val="800000"/>
                  </a:solidFill>
                </a:rPr>
                <a:t>c</a:t>
              </a:r>
              <a:endParaRPr lang="en-US" altLang="zh-CN" sz="2800" b="1" dirty="0"/>
            </a:p>
          </p:txBody>
        </p:sp>
        <p:sp>
          <p:nvSpPr>
            <p:cNvPr id="121" name="椭圆 120">
              <a:extLst>
                <a:ext uri="{FF2B5EF4-FFF2-40B4-BE49-F238E27FC236}">
                  <a16:creationId xmlns:a16="http://schemas.microsoft.com/office/drawing/2014/main" id="{3113C218-34E4-4B00-8194-545B600EC79E}"/>
                </a:ext>
              </a:extLst>
            </p:cNvPr>
            <p:cNvSpPr>
              <a:spLocks noChangeArrowheads="1"/>
            </p:cNvSpPr>
            <p:nvPr/>
          </p:nvSpPr>
          <p:spPr bwMode="auto">
            <a:xfrm>
              <a:off x="870572" y="4404673"/>
              <a:ext cx="360000" cy="360000"/>
            </a:xfrm>
            <a:prstGeom prst="ellipse">
              <a:avLst/>
            </a:prstGeom>
            <a:solidFill>
              <a:srgbClr val="FFFF99"/>
            </a:solidFill>
            <a:ln w="25400" cap="sq">
              <a:solidFill>
                <a:srgbClr val="800000"/>
              </a:solidFill>
              <a:round/>
              <a:headEnd type="none" w="sm" len="sm"/>
              <a:tailEnd type="none" w="sm" len="sm"/>
            </a:ln>
          </p:spPr>
          <p:txBody>
            <a:bodyPr wrap="none" anchor="ct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800" b="1" dirty="0">
                  <a:solidFill>
                    <a:srgbClr val="800000"/>
                  </a:solidFill>
                </a:rPr>
                <a:t>d</a:t>
              </a:r>
              <a:endParaRPr lang="en-US" altLang="zh-CN" sz="2800" b="1" dirty="0"/>
            </a:p>
          </p:txBody>
        </p:sp>
        <p:sp>
          <p:nvSpPr>
            <p:cNvPr id="122" name="椭圆 121">
              <a:extLst>
                <a:ext uri="{FF2B5EF4-FFF2-40B4-BE49-F238E27FC236}">
                  <a16:creationId xmlns:a16="http://schemas.microsoft.com/office/drawing/2014/main" id="{322CD944-68E1-4770-8D9F-996FF0214DB8}"/>
                </a:ext>
              </a:extLst>
            </p:cNvPr>
            <p:cNvSpPr>
              <a:spLocks noChangeArrowheads="1"/>
            </p:cNvSpPr>
            <p:nvPr/>
          </p:nvSpPr>
          <p:spPr bwMode="auto">
            <a:xfrm>
              <a:off x="1437192" y="3656222"/>
              <a:ext cx="360000" cy="360000"/>
            </a:xfrm>
            <a:prstGeom prst="ellipse">
              <a:avLst/>
            </a:prstGeom>
            <a:solidFill>
              <a:srgbClr val="FFFF99"/>
            </a:solidFill>
            <a:ln w="25400" cap="sq">
              <a:solidFill>
                <a:srgbClr val="800000"/>
              </a:solidFill>
              <a:round/>
              <a:headEnd type="none" w="sm" len="sm"/>
              <a:tailEnd type="none" w="sm" len="sm"/>
            </a:ln>
          </p:spPr>
          <p:txBody>
            <a:bodyPr wrap="none" tIns="0" anchor="ct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800" b="1" dirty="0">
                  <a:solidFill>
                    <a:srgbClr val="800000"/>
                  </a:solidFill>
                </a:rPr>
                <a:t>e</a:t>
              </a:r>
              <a:endParaRPr lang="en-US" altLang="zh-CN" sz="2800" b="1" dirty="0"/>
            </a:p>
          </p:txBody>
        </p:sp>
        <p:sp>
          <p:nvSpPr>
            <p:cNvPr id="123" name="椭圆 122">
              <a:extLst>
                <a:ext uri="{FF2B5EF4-FFF2-40B4-BE49-F238E27FC236}">
                  <a16:creationId xmlns:a16="http://schemas.microsoft.com/office/drawing/2014/main" id="{4542A34C-55F8-4CFF-BBAB-961DA6A25912}"/>
                </a:ext>
              </a:extLst>
            </p:cNvPr>
            <p:cNvSpPr>
              <a:spLocks noChangeArrowheads="1"/>
            </p:cNvSpPr>
            <p:nvPr/>
          </p:nvSpPr>
          <p:spPr bwMode="auto">
            <a:xfrm>
              <a:off x="1739903" y="4412526"/>
              <a:ext cx="360000" cy="360000"/>
            </a:xfrm>
            <a:prstGeom prst="ellipse">
              <a:avLst/>
            </a:prstGeom>
            <a:solidFill>
              <a:schemeClr val="accent6">
                <a:lumMod val="20000"/>
                <a:lumOff val="80000"/>
              </a:schemeClr>
            </a:solidFill>
            <a:ln w="25400" cap="sq">
              <a:solidFill>
                <a:srgbClr val="000080"/>
              </a:solidFill>
              <a:round/>
              <a:headEnd type="none" w="sm" len="sm"/>
              <a:tailEnd type="none" w="sm" len="sm"/>
            </a:ln>
          </p:spPr>
          <p:txBody>
            <a:bodyPr wrap="none" anchor="ct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800" b="1" dirty="0">
                  <a:solidFill>
                    <a:srgbClr val="800000"/>
                  </a:solidFill>
                </a:rPr>
                <a:t>f</a:t>
              </a:r>
              <a:endParaRPr lang="en-US" altLang="zh-CN" sz="2800" b="1" dirty="0"/>
            </a:p>
          </p:txBody>
        </p:sp>
        <p:sp>
          <p:nvSpPr>
            <p:cNvPr id="124" name="直接连接符 123">
              <a:extLst>
                <a:ext uri="{FF2B5EF4-FFF2-40B4-BE49-F238E27FC236}">
                  <a16:creationId xmlns:a16="http://schemas.microsoft.com/office/drawing/2014/main" id="{C1F42CB8-BE9C-4930-B347-A3CDCF6C30F0}"/>
                </a:ext>
              </a:extLst>
            </p:cNvPr>
            <p:cNvSpPr>
              <a:spLocks noChangeShapeType="1"/>
            </p:cNvSpPr>
            <p:nvPr/>
          </p:nvSpPr>
          <p:spPr bwMode="auto">
            <a:xfrm flipV="1">
              <a:off x="371918" y="3979810"/>
              <a:ext cx="236100" cy="445882"/>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25" name="直接连接符 124">
              <a:extLst>
                <a:ext uri="{FF2B5EF4-FFF2-40B4-BE49-F238E27FC236}">
                  <a16:creationId xmlns:a16="http://schemas.microsoft.com/office/drawing/2014/main" id="{EF91EDFF-F8EC-4046-A2B1-673F03BB95A0}"/>
                </a:ext>
              </a:extLst>
            </p:cNvPr>
            <p:cNvSpPr>
              <a:spLocks noChangeShapeType="1"/>
            </p:cNvSpPr>
            <p:nvPr/>
          </p:nvSpPr>
          <p:spPr bwMode="auto">
            <a:xfrm>
              <a:off x="340971" y="4752450"/>
              <a:ext cx="517883" cy="548793"/>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26" name="直接连接符 125">
              <a:extLst>
                <a:ext uri="{FF2B5EF4-FFF2-40B4-BE49-F238E27FC236}">
                  <a16:creationId xmlns:a16="http://schemas.microsoft.com/office/drawing/2014/main" id="{CECB2636-4E80-4A83-BC35-4E5224B4E459}"/>
                </a:ext>
              </a:extLst>
            </p:cNvPr>
            <p:cNvSpPr>
              <a:spLocks noChangeShapeType="1"/>
            </p:cNvSpPr>
            <p:nvPr/>
          </p:nvSpPr>
          <p:spPr bwMode="auto">
            <a:xfrm flipV="1">
              <a:off x="979484" y="4752450"/>
              <a:ext cx="15765" cy="476318"/>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27" name="直接连接符 126">
              <a:extLst>
                <a:ext uri="{FF2B5EF4-FFF2-40B4-BE49-F238E27FC236}">
                  <a16:creationId xmlns:a16="http://schemas.microsoft.com/office/drawing/2014/main" id="{6CD07B5A-EA41-49F4-9A8F-A16768ED3A6B}"/>
                </a:ext>
              </a:extLst>
            </p:cNvPr>
            <p:cNvSpPr>
              <a:spLocks noChangeShapeType="1"/>
            </p:cNvSpPr>
            <p:nvPr/>
          </p:nvSpPr>
          <p:spPr bwMode="auto">
            <a:xfrm>
              <a:off x="753512" y="3967794"/>
              <a:ext cx="231228" cy="466898"/>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28" name="直接连接符 127">
              <a:extLst>
                <a:ext uri="{FF2B5EF4-FFF2-40B4-BE49-F238E27FC236}">
                  <a16:creationId xmlns:a16="http://schemas.microsoft.com/office/drawing/2014/main" id="{8A6C86BD-C395-46CA-AE19-259CA06956B7}"/>
                </a:ext>
              </a:extLst>
            </p:cNvPr>
            <p:cNvSpPr>
              <a:spLocks noChangeShapeType="1"/>
            </p:cNvSpPr>
            <p:nvPr/>
          </p:nvSpPr>
          <p:spPr bwMode="auto">
            <a:xfrm flipV="1">
              <a:off x="1221428" y="4604340"/>
              <a:ext cx="518475" cy="11773"/>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29" name="直接连接符 128">
              <a:extLst>
                <a:ext uri="{FF2B5EF4-FFF2-40B4-BE49-F238E27FC236}">
                  <a16:creationId xmlns:a16="http://schemas.microsoft.com/office/drawing/2014/main" id="{401DE16D-7146-45DF-96BD-286194AFADF7}"/>
                </a:ext>
              </a:extLst>
            </p:cNvPr>
            <p:cNvSpPr>
              <a:spLocks noChangeShapeType="1"/>
            </p:cNvSpPr>
            <p:nvPr/>
          </p:nvSpPr>
          <p:spPr bwMode="auto">
            <a:xfrm flipV="1">
              <a:off x="858854" y="3838160"/>
              <a:ext cx="588318" cy="13150"/>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30" name="直接连接符 129">
              <a:extLst>
                <a:ext uri="{FF2B5EF4-FFF2-40B4-BE49-F238E27FC236}">
                  <a16:creationId xmlns:a16="http://schemas.microsoft.com/office/drawing/2014/main" id="{5D75ECEF-CA36-41B2-9C69-92548B03387F}"/>
                </a:ext>
              </a:extLst>
            </p:cNvPr>
            <p:cNvSpPr>
              <a:spLocks noChangeShapeType="1"/>
            </p:cNvSpPr>
            <p:nvPr/>
          </p:nvSpPr>
          <p:spPr bwMode="auto">
            <a:xfrm flipV="1">
              <a:off x="1068981" y="4722262"/>
              <a:ext cx="777712" cy="578982"/>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31" name="直接连接符 130">
              <a:extLst>
                <a:ext uri="{FF2B5EF4-FFF2-40B4-BE49-F238E27FC236}">
                  <a16:creationId xmlns:a16="http://schemas.microsoft.com/office/drawing/2014/main" id="{016038F8-250E-46F6-92B5-2A59F5506E2D}"/>
                </a:ext>
              </a:extLst>
            </p:cNvPr>
            <p:cNvSpPr>
              <a:spLocks noChangeShapeType="1"/>
            </p:cNvSpPr>
            <p:nvPr/>
          </p:nvSpPr>
          <p:spPr bwMode="auto">
            <a:xfrm>
              <a:off x="1713693" y="3986678"/>
              <a:ext cx="176380" cy="448014"/>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32" name="文本框 131">
              <a:extLst>
                <a:ext uri="{FF2B5EF4-FFF2-40B4-BE49-F238E27FC236}">
                  <a16:creationId xmlns:a16="http://schemas.microsoft.com/office/drawing/2014/main" id="{1CEE32DC-7691-45FD-8D64-87077A87D780}"/>
                </a:ext>
              </a:extLst>
            </p:cNvPr>
            <p:cNvSpPr txBox="1">
              <a:spLocks noChangeArrowheads="1"/>
            </p:cNvSpPr>
            <p:nvPr/>
          </p:nvSpPr>
          <p:spPr bwMode="auto">
            <a:xfrm rot="17781107">
              <a:off x="110494" y="3980934"/>
              <a:ext cx="3810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200" b="1" dirty="0" err="1">
                  <a:solidFill>
                    <a:srgbClr val="002060"/>
                  </a:solidFill>
                </a:rPr>
                <a:t>a</a:t>
              </a:r>
              <a:r>
                <a:rPr lang="en-US" altLang="zh-CN" sz="2200" b="1" baseline="-25000" dirty="0" err="1">
                  <a:solidFill>
                    <a:srgbClr val="002060"/>
                  </a:solidFill>
                </a:rPr>
                <a:t>0</a:t>
              </a:r>
              <a:endParaRPr lang="en-US" altLang="zh-CN" sz="2200" b="1" dirty="0">
                <a:solidFill>
                  <a:srgbClr val="002060"/>
                </a:solidFill>
              </a:endParaRPr>
            </a:p>
          </p:txBody>
        </p:sp>
        <p:sp>
          <p:nvSpPr>
            <p:cNvPr id="133" name="文本框 132">
              <a:extLst>
                <a:ext uri="{FF2B5EF4-FFF2-40B4-BE49-F238E27FC236}">
                  <a16:creationId xmlns:a16="http://schemas.microsoft.com/office/drawing/2014/main" id="{644B33A6-CA58-41C6-9589-CDB8FC5D9F33}"/>
                </a:ext>
              </a:extLst>
            </p:cNvPr>
            <p:cNvSpPr txBox="1">
              <a:spLocks noChangeArrowheads="1"/>
            </p:cNvSpPr>
            <p:nvPr/>
          </p:nvSpPr>
          <p:spPr bwMode="auto">
            <a:xfrm>
              <a:off x="973549" y="3465480"/>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00206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err="1"/>
                <a:t>a</a:t>
              </a:r>
              <a:r>
                <a:rPr lang="en-US" altLang="zh-CN" baseline="-25000" dirty="0" err="1"/>
                <a:t>3</a:t>
              </a:r>
              <a:endParaRPr lang="en-US" altLang="zh-CN" dirty="0"/>
            </a:p>
          </p:txBody>
        </p:sp>
        <p:sp>
          <p:nvSpPr>
            <p:cNvPr id="134" name="文本框 133">
              <a:extLst>
                <a:ext uri="{FF2B5EF4-FFF2-40B4-BE49-F238E27FC236}">
                  <a16:creationId xmlns:a16="http://schemas.microsoft.com/office/drawing/2014/main" id="{7CFFAAC3-BF8A-424B-BA32-802F4B9D9329}"/>
                </a:ext>
              </a:extLst>
            </p:cNvPr>
            <p:cNvSpPr txBox="1">
              <a:spLocks noChangeArrowheads="1"/>
            </p:cNvSpPr>
            <p:nvPr/>
          </p:nvSpPr>
          <p:spPr bwMode="auto">
            <a:xfrm rot="3275852">
              <a:off x="269240" y="4821733"/>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7030A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a:t>2</a:t>
              </a:r>
            </a:p>
          </p:txBody>
        </p:sp>
        <p:sp>
          <p:nvSpPr>
            <p:cNvPr id="135" name="文本框 134">
              <a:extLst>
                <a:ext uri="{FF2B5EF4-FFF2-40B4-BE49-F238E27FC236}">
                  <a16:creationId xmlns:a16="http://schemas.microsoft.com/office/drawing/2014/main" id="{4A3A261D-5DFA-4C82-8794-0B55497D76BA}"/>
                </a:ext>
              </a:extLst>
            </p:cNvPr>
            <p:cNvSpPr txBox="1">
              <a:spLocks noChangeArrowheads="1"/>
            </p:cNvSpPr>
            <p:nvPr/>
          </p:nvSpPr>
          <p:spPr bwMode="auto">
            <a:xfrm rot="3498295">
              <a:off x="885153" y="4007659"/>
              <a:ext cx="3810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nchorCtr="1">
              <a:spAutoFit/>
            </a:bodyPr>
            <a:lstStyle>
              <a:defPPr>
                <a:defRPr lang="zh-CN"/>
              </a:defPPr>
              <a:lvl1pPr>
                <a:spcBef>
                  <a:spcPct val="0"/>
                </a:spcBef>
                <a:buClrTx/>
                <a:buFontTx/>
                <a:buNone/>
                <a:defRPr sz="2200" b="1">
                  <a:solidFill>
                    <a:srgbClr val="00206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err="1"/>
                <a:t>a</a:t>
              </a:r>
              <a:r>
                <a:rPr lang="en-US" altLang="zh-CN" baseline="-25000" dirty="0" err="1"/>
                <a:t>2</a:t>
              </a:r>
              <a:endParaRPr lang="en-US" altLang="zh-CN" dirty="0"/>
            </a:p>
          </p:txBody>
        </p:sp>
        <p:sp>
          <p:nvSpPr>
            <p:cNvPr id="137" name="文本框 136">
              <a:extLst>
                <a:ext uri="{FF2B5EF4-FFF2-40B4-BE49-F238E27FC236}">
                  <a16:creationId xmlns:a16="http://schemas.microsoft.com/office/drawing/2014/main" id="{603A3368-8147-4E22-9076-F28A7274EFCC}"/>
                </a:ext>
              </a:extLst>
            </p:cNvPr>
            <p:cNvSpPr txBox="1">
              <a:spLocks noChangeArrowheads="1"/>
            </p:cNvSpPr>
            <p:nvPr/>
          </p:nvSpPr>
          <p:spPr bwMode="auto">
            <a:xfrm rot="20128863">
              <a:off x="1390606" y="4990096"/>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7030A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a:t>3</a:t>
              </a:r>
            </a:p>
          </p:txBody>
        </p:sp>
        <p:sp>
          <p:nvSpPr>
            <p:cNvPr id="138" name="文本框 137">
              <a:extLst>
                <a:ext uri="{FF2B5EF4-FFF2-40B4-BE49-F238E27FC236}">
                  <a16:creationId xmlns:a16="http://schemas.microsoft.com/office/drawing/2014/main" id="{73B4B66F-9858-4069-A3DD-241634672161}"/>
                </a:ext>
              </a:extLst>
            </p:cNvPr>
            <p:cNvSpPr txBox="1">
              <a:spLocks noChangeArrowheads="1"/>
            </p:cNvSpPr>
            <p:nvPr/>
          </p:nvSpPr>
          <p:spPr bwMode="auto">
            <a:xfrm>
              <a:off x="1296611" y="4228706"/>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spAutoFit/>
            </a:bodyPr>
            <a:lstStyle>
              <a:defPPr>
                <a:defRPr lang="zh-CN"/>
              </a:defPPr>
              <a:lvl1pPr>
                <a:spcBef>
                  <a:spcPct val="0"/>
                </a:spcBef>
                <a:buClrTx/>
                <a:buFontTx/>
                <a:buNone/>
                <a:defRPr sz="2200" b="1">
                  <a:solidFill>
                    <a:srgbClr val="00206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err="1"/>
                <a:t>a</a:t>
              </a:r>
              <a:r>
                <a:rPr lang="en-US" altLang="zh-CN" baseline="-25000" dirty="0" err="1"/>
                <a:t>6</a:t>
              </a:r>
              <a:endParaRPr lang="en-US" altLang="zh-CN" dirty="0"/>
            </a:p>
          </p:txBody>
        </p:sp>
        <p:sp>
          <p:nvSpPr>
            <p:cNvPr id="139" name="文本框 138">
              <a:extLst>
                <a:ext uri="{FF2B5EF4-FFF2-40B4-BE49-F238E27FC236}">
                  <a16:creationId xmlns:a16="http://schemas.microsoft.com/office/drawing/2014/main" id="{9A162D16-6178-4483-A839-50D2E1C9483F}"/>
                </a:ext>
              </a:extLst>
            </p:cNvPr>
            <p:cNvSpPr txBox="1">
              <a:spLocks noChangeArrowheads="1"/>
            </p:cNvSpPr>
            <p:nvPr/>
          </p:nvSpPr>
          <p:spPr bwMode="auto">
            <a:xfrm rot="3522414">
              <a:off x="1816743" y="3951312"/>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00206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err="1"/>
                <a:t>a</a:t>
              </a:r>
              <a:r>
                <a:rPr lang="en-US" altLang="zh-CN" baseline="-25000" dirty="0" err="1"/>
                <a:t>7</a:t>
              </a:r>
              <a:endParaRPr lang="en-US" altLang="zh-CN" dirty="0"/>
            </a:p>
          </p:txBody>
        </p:sp>
        <p:sp>
          <p:nvSpPr>
            <p:cNvPr id="140" name="文本框 139">
              <a:extLst>
                <a:ext uri="{FF2B5EF4-FFF2-40B4-BE49-F238E27FC236}">
                  <a16:creationId xmlns:a16="http://schemas.microsoft.com/office/drawing/2014/main" id="{6D9E323F-20BF-4914-BEE5-1AC0B47E92EA}"/>
                </a:ext>
              </a:extLst>
            </p:cNvPr>
            <p:cNvSpPr txBox="1">
              <a:spLocks noChangeArrowheads="1"/>
            </p:cNvSpPr>
            <p:nvPr/>
          </p:nvSpPr>
          <p:spPr bwMode="auto">
            <a:xfrm rot="18409881">
              <a:off x="443576" y="4175461"/>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7030A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a:t>3</a:t>
              </a:r>
            </a:p>
          </p:txBody>
        </p:sp>
        <p:sp>
          <p:nvSpPr>
            <p:cNvPr id="141" name="文本框 140">
              <a:extLst>
                <a:ext uri="{FF2B5EF4-FFF2-40B4-BE49-F238E27FC236}">
                  <a16:creationId xmlns:a16="http://schemas.microsoft.com/office/drawing/2014/main" id="{0B1BCE99-AD91-4333-9A0C-24D19A8C7683}"/>
                </a:ext>
              </a:extLst>
            </p:cNvPr>
            <p:cNvSpPr txBox="1">
              <a:spLocks noChangeArrowheads="1"/>
            </p:cNvSpPr>
            <p:nvPr/>
          </p:nvSpPr>
          <p:spPr bwMode="auto">
            <a:xfrm rot="3498295">
              <a:off x="714725" y="4177864"/>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7030A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a:t>2</a:t>
              </a:r>
            </a:p>
          </p:txBody>
        </p:sp>
        <p:sp>
          <p:nvSpPr>
            <p:cNvPr id="142" name="文本框 141">
              <a:extLst>
                <a:ext uri="{FF2B5EF4-FFF2-40B4-BE49-F238E27FC236}">
                  <a16:creationId xmlns:a16="http://schemas.microsoft.com/office/drawing/2014/main" id="{B506CBEE-264F-4B45-AAB9-2AFE781CCE9E}"/>
                </a:ext>
              </a:extLst>
            </p:cNvPr>
            <p:cNvSpPr txBox="1">
              <a:spLocks noChangeArrowheads="1"/>
            </p:cNvSpPr>
            <p:nvPr/>
          </p:nvSpPr>
          <p:spPr bwMode="auto">
            <a:xfrm>
              <a:off x="1292021" y="4555012"/>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7030A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a:t>2</a:t>
              </a:r>
            </a:p>
          </p:txBody>
        </p:sp>
        <p:sp>
          <p:nvSpPr>
            <p:cNvPr id="143" name="文本框 142">
              <a:extLst>
                <a:ext uri="{FF2B5EF4-FFF2-40B4-BE49-F238E27FC236}">
                  <a16:creationId xmlns:a16="http://schemas.microsoft.com/office/drawing/2014/main" id="{40CB200D-C12B-4966-AE40-96C2D0D53A98}"/>
                </a:ext>
              </a:extLst>
            </p:cNvPr>
            <p:cNvSpPr txBox="1">
              <a:spLocks noChangeArrowheads="1"/>
            </p:cNvSpPr>
            <p:nvPr/>
          </p:nvSpPr>
          <p:spPr bwMode="auto">
            <a:xfrm>
              <a:off x="1054079" y="3790388"/>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00206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a:solidFill>
                    <a:srgbClr val="7030A0"/>
                  </a:solidFill>
                </a:rPr>
                <a:t>3</a:t>
              </a:r>
            </a:p>
          </p:txBody>
        </p:sp>
        <p:sp>
          <p:nvSpPr>
            <p:cNvPr id="144" name="文本框 143">
              <a:extLst>
                <a:ext uri="{FF2B5EF4-FFF2-40B4-BE49-F238E27FC236}">
                  <a16:creationId xmlns:a16="http://schemas.microsoft.com/office/drawing/2014/main" id="{8E671CFA-A645-4107-8207-C927BCD9019A}"/>
                </a:ext>
              </a:extLst>
            </p:cNvPr>
            <p:cNvSpPr txBox="1">
              <a:spLocks noChangeArrowheads="1"/>
            </p:cNvSpPr>
            <p:nvPr/>
          </p:nvSpPr>
          <p:spPr bwMode="auto">
            <a:xfrm rot="3522414">
              <a:off x="1577518" y="4084319"/>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7030A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a:t>1</a:t>
              </a:r>
            </a:p>
          </p:txBody>
        </p:sp>
        <p:sp>
          <p:nvSpPr>
            <p:cNvPr id="145" name="文本框 144">
              <a:extLst>
                <a:ext uri="{FF2B5EF4-FFF2-40B4-BE49-F238E27FC236}">
                  <a16:creationId xmlns:a16="http://schemas.microsoft.com/office/drawing/2014/main" id="{B735A30C-A968-47F5-9212-0C2A1E89CB7F}"/>
                </a:ext>
              </a:extLst>
            </p:cNvPr>
            <p:cNvSpPr txBox="1">
              <a:spLocks noChangeArrowheads="1"/>
            </p:cNvSpPr>
            <p:nvPr/>
          </p:nvSpPr>
          <p:spPr bwMode="auto">
            <a:xfrm rot="18406456">
              <a:off x="971321" y="4912124"/>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7030A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a:t>4</a:t>
              </a:r>
            </a:p>
          </p:txBody>
        </p:sp>
        <p:sp>
          <p:nvSpPr>
            <p:cNvPr id="146" name="文本框 145">
              <a:extLst>
                <a:ext uri="{FF2B5EF4-FFF2-40B4-BE49-F238E27FC236}">
                  <a16:creationId xmlns:a16="http://schemas.microsoft.com/office/drawing/2014/main" id="{79A498FE-28F3-4C5E-BB72-B6C97D0FD1A4}"/>
                </a:ext>
              </a:extLst>
            </p:cNvPr>
            <p:cNvSpPr txBox="1">
              <a:spLocks noChangeArrowheads="1"/>
            </p:cNvSpPr>
            <p:nvPr/>
          </p:nvSpPr>
          <p:spPr bwMode="auto">
            <a:xfrm rot="3275852">
              <a:off x="477390" y="4601079"/>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00206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err="1"/>
                <a:t>a</a:t>
              </a:r>
              <a:r>
                <a:rPr lang="en-US" altLang="zh-CN" baseline="-25000" dirty="0" err="1"/>
                <a:t>1</a:t>
              </a:r>
              <a:endParaRPr lang="en-US" altLang="zh-CN" dirty="0"/>
            </a:p>
          </p:txBody>
        </p:sp>
        <p:sp>
          <p:nvSpPr>
            <p:cNvPr id="147" name="文本框 146">
              <a:extLst>
                <a:ext uri="{FF2B5EF4-FFF2-40B4-BE49-F238E27FC236}">
                  <a16:creationId xmlns:a16="http://schemas.microsoft.com/office/drawing/2014/main" id="{87B6DDF0-6958-4A3C-9F46-A8E92CED2641}"/>
                </a:ext>
              </a:extLst>
            </p:cNvPr>
            <p:cNvSpPr txBox="1">
              <a:spLocks noChangeArrowheads="1"/>
            </p:cNvSpPr>
            <p:nvPr/>
          </p:nvSpPr>
          <p:spPr bwMode="auto">
            <a:xfrm rot="20128863">
              <a:off x="1125327" y="4718555"/>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00206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err="1"/>
                <a:t>a</a:t>
              </a:r>
              <a:r>
                <a:rPr lang="en-US" altLang="zh-CN" baseline="-25000" dirty="0" err="1"/>
                <a:t>5</a:t>
              </a:r>
              <a:endParaRPr lang="en-US" altLang="zh-CN" dirty="0"/>
            </a:p>
          </p:txBody>
        </p:sp>
        <p:sp>
          <p:nvSpPr>
            <p:cNvPr id="136" name="文本框 135">
              <a:extLst>
                <a:ext uri="{FF2B5EF4-FFF2-40B4-BE49-F238E27FC236}">
                  <a16:creationId xmlns:a16="http://schemas.microsoft.com/office/drawing/2014/main" id="{FE478D3C-9116-45F2-BD12-18671F657696}"/>
                </a:ext>
              </a:extLst>
            </p:cNvPr>
            <p:cNvSpPr txBox="1">
              <a:spLocks noChangeArrowheads="1"/>
            </p:cNvSpPr>
            <p:nvPr/>
          </p:nvSpPr>
          <p:spPr bwMode="auto">
            <a:xfrm rot="16947259">
              <a:off x="658901" y="4833360"/>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a:spcBef>
                  <a:spcPct val="0"/>
                </a:spcBef>
                <a:buClrTx/>
                <a:buFontTx/>
                <a:buNone/>
                <a:defRPr sz="2200" b="1">
                  <a:solidFill>
                    <a:srgbClr val="002060"/>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err="1"/>
                <a:t>a</a:t>
              </a:r>
              <a:r>
                <a:rPr lang="en-US" altLang="zh-CN" baseline="-25000" dirty="0" err="1"/>
                <a:t>4</a:t>
              </a:r>
              <a:endParaRPr lang="en-US" altLang="zh-CN" dirty="0"/>
            </a:p>
          </p:txBody>
        </p:sp>
      </p:grpSp>
      <p:sp>
        <p:nvSpPr>
          <p:cNvPr id="78" name="椭圆 77">
            <a:extLst>
              <a:ext uri="{FF2B5EF4-FFF2-40B4-BE49-F238E27FC236}">
                <a16:creationId xmlns:a16="http://schemas.microsoft.com/office/drawing/2014/main" id="{8086F24F-1001-C39A-F6B9-AF308B94F708}"/>
              </a:ext>
            </a:extLst>
          </p:cNvPr>
          <p:cNvSpPr/>
          <p:nvPr/>
        </p:nvSpPr>
        <p:spPr>
          <a:xfrm>
            <a:off x="9595945" y="493632"/>
            <a:ext cx="399393" cy="364060"/>
          </a:xfrm>
          <a:prstGeom prst="ellipse">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a:extLst>
              <a:ext uri="{FF2B5EF4-FFF2-40B4-BE49-F238E27FC236}">
                <a16:creationId xmlns:a16="http://schemas.microsoft.com/office/drawing/2014/main" id="{E0B0C730-2570-570A-B8BD-FB43D03B070C}"/>
              </a:ext>
            </a:extLst>
          </p:cNvPr>
          <p:cNvCxnSpPr>
            <a:cxnSpLocks/>
          </p:cNvCxnSpPr>
          <p:nvPr/>
        </p:nvCxnSpPr>
        <p:spPr>
          <a:xfrm>
            <a:off x="5703457" y="3066121"/>
            <a:ext cx="5225064" cy="171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9F408153-5805-9548-7643-E435E6C1A7AE}"/>
              </a:ext>
            </a:extLst>
          </p:cNvPr>
          <p:cNvCxnSpPr>
            <a:cxnSpLocks/>
          </p:cNvCxnSpPr>
          <p:nvPr/>
        </p:nvCxnSpPr>
        <p:spPr>
          <a:xfrm>
            <a:off x="5703457" y="6203805"/>
            <a:ext cx="6228868"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6FC1C427-B4F2-54AE-25AC-82ED1C766A2A}"/>
              </a:ext>
            </a:extLst>
          </p:cNvPr>
          <p:cNvSpPr txBox="1"/>
          <p:nvPr/>
        </p:nvSpPr>
        <p:spPr>
          <a:xfrm>
            <a:off x="5703457" y="5914295"/>
            <a:ext cx="6280561" cy="263149"/>
          </a:xfrm>
          <a:prstGeom prst="rect">
            <a:avLst/>
          </a:prstGeom>
          <a:solidFill>
            <a:schemeClr val="accent6">
              <a:lumMod val="20000"/>
              <a:lumOff val="80000"/>
            </a:schemeClr>
          </a:solidFill>
        </p:spPr>
        <p:txBody>
          <a:bodyPr wrap="square" tIns="0" bIns="0" rtlCol="0">
            <a:spAutoFit/>
          </a:bodyPr>
          <a:lstStyle/>
          <a:p>
            <a:pPr algn="just">
              <a:lnSpc>
                <a:spcPct val="95000"/>
              </a:lnSpc>
              <a:buNone/>
            </a:pPr>
            <a:r>
              <a:rPr lang="en-US" altLang="zh-CN" b="1" kern="100" dirty="0">
                <a:latin typeface="Calibri" panose="020F0502020204030204" pitchFamily="34" charset="0"/>
                <a:ea typeface="Calibri" panose="020F0502020204030204" pitchFamily="34" charset="0"/>
                <a:cs typeface="Calibri" panose="020F0502020204030204" pitchFamily="34" charset="0"/>
              </a:rPr>
              <a:t>if </a:t>
            </a:r>
            <a:r>
              <a:rPr lang="en-US" altLang="zh-CN" kern="100" dirty="0">
                <a:latin typeface="Calibri" panose="020F0502020204030204" pitchFamily="34" charset="0"/>
                <a:ea typeface="Calibri" panose="020F0502020204030204" pitchFamily="34" charset="0"/>
                <a:cs typeface="Calibri" panose="020F0502020204030204" pitchFamily="34" charset="0"/>
              </a:rPr>
              <a:t>(</a:t>
            </a:r>
            <a:r>
              <a:rPr lang="en-US" altLang="zh-CN" kern="100" dirty="0" err="1">
                <a:latin typeface="Calibri" panose="020F0502020204030204" pitchFamily="34" charset="0"/>
                <a:ea typeface="Calibri" panose="020F0502020204030204" pitchFamily="34" charset="0"/>
                <a:cs typeface="Calibri" panose="020F0502020204030204" pitchFamily="34" charset="0"/>
              </a:rPr>
              <a:t>StackLen</a:t>
            </a:r>
            <a:r>
              <a:rPr lang="en-US" altLang="zh-CN" kern="100" dirty="0">
                <a:latin typeface="Calibri" panose="020F0502020204030204" pitchFamily="34" charset="0"/>
                <a:ea typeface="Calibri" panose="020F0502020204030204" pitchFamily="34" charset="0"/>
                <a:cs typeface="Calibri" panose="020F0502020204030204" pitchFamily="34" charset="0"/>
              </a:rPr>
              <a:t>(S)&lt;G-&gt;n) </a:t>
            </a:r>
            <a:r>
              <a:rPr lang="en-US" altLang="zh-CN" b="1" kern="100" dirty="0">
                <a:latin typeface="Calibri" panose="020F0502020204030204" pitchFamily="34" charset="0"/>
                <a:ea typeface="Calibri" panose="020F0502020204030204" pitchFamily="34" charset="0"/>
                <a:cs typeface="Calibri" panose="020F0502020204030204" pitchFamily="34" charset="0"/>
              </a:rPr>
              <a:t>return</a:t>
            </a:r>
            <a:r>
              <a:rPr lang="en-US" altLang="zh-CN" kern="100" dirty="0">
                <a:latin typeface="Calibri" panose="020F0502020204030204" pitchFamily="34" charset="0"/>
                <a:ea typeface="Calibri" panose="020F0502020204030204" pitchFamily="34" charset="0"/>
                <a:cs typeface="Calibri" panose="020F0502020204030204" pitchFamily="34" charset="0"/>
              </a:rPr>
              <a:t> NULL; </a:t>
            </a:r>
            <a:r>
              <a:rPr lang="en-US"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 </a:t>
            </a:r>
            <a:r>
              <a:rPr lang="zh-CN"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若未</a:t>
            </a:r>
            <a:r>
              <a:rPr lang="zh-CN" altLang="en-US"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入栈</a:t>
            </a:r>
            <a:r>
              <a:rPr lang="zh-CN"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所有顶点，</a:t>
            </a:r>
            <a:r>
              <a:rPr lang="zh-CN" altLang="en-US"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则有</a:t>
            </a:r>
            <a:r>
              <a:rPr lang="zh-CN" altLang="zh-CN" sz="160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回路</a:t>
            </a:r>
          </a:p>
        </p:txBody>
      </p:sp>
      <p:sp>
        <p:nvSpPr>
          <p:cNvPr id="49" name="文本框 48">
            <a:extLst>
              <a:ext uri="{FF2B5EF4-FFF2-40B4-BE49-F238E27FC236}">
                <a16:creationId xmlns:a16="http://schemas.microsoft.com/office/drawing/2014/main" id="{C3E1CB0C-6923-0B28-D89B-04030C2A1DB8}"/>
              </a:ext>
            </a:extLst>
          </p:cNvPr>
          <p:cNvSpPr txBox="1"/>
          <p:nvPr/>
        </p:nvSpPr>
        <p:spPr>
          <a:xfrm>
            <a:off x="533266" y="2558517"/>
            <a:ext cx="211877" cy="307777"/>
          </a:xfrm>
          <a:prstGeom prst="rect">
            <a:avLst/>
          </a:prstGeom>
          <a:noFill/>
        </p:spPr>
        <p:txBody>
          <a:bodyPr wrap="square" lIns="36000" tIns="0" rIns="36000" bIns="0" rtlCol="0">
            <a:spAutoFit/>
          </a:bodyPr>
          <a:lstStyle/>
          <a:p>
            <a:pPr>
              <a:lnSpc>
                <a:spcPts val="2400"/>
              </a:lnSpc>
            </a:pPr>
            <a:r>
              <a:rPr lang="en-US" altLang="zh-CN" sz="2400" b="1" dirty="0">
                <a:solidFill>
                  <a:srgbClr val="C00000"/>
                </a:solidFill>
              </a:rPr>
              <a:t>0</a:t>
            </a:r>
            <a:endParaRPr lang="zh-CN" altLang="en-US" sz="2400" b="1" dirty="0">
              <a:solidFill>
                <a:srgbClr val="C00000"/>
              </a:solidFill>
            </a:endParaRPr>
          </a:p>
        </p:txBody>
      </p:sp>
      <p:sp>
        <p:nvSpPr>
          <p:cNvPr id="51" name="文本框 50">
            <a:extLst>
              <a:ext uri="{FF2B5EF4-FFF2-40B4-BE49-F238E27FC236}">
                <a16:creationId xmlns:a16="http://schemas.microsoft.com/office/drawing/2014/main" id="{F0D0CD8A-90B1-B429-0F5B-4AAE61C5ED26}"/>
              </a:ext>
            </a:extLst>
          </p:cNvPr>
          <p:cNvSpPr txBox="1"/>
          <p:nvPr/>
        </p:nvSpPr>
        <p:spPr>
          <a:xfrm>
            <a:off x="535024" y="2557609"/>
            <a:ext cx="211877" cy="307777"/>
          </a:xfrm>
          <a:prstGeom prst="rect">
            <a:avLst/>
          </a:prstGeom>
          <a:noFill/>
        </p:spPr>
        <p:txBody>
          <a:bodyPr wrap="square" lIns="36000" tIns="0" rIns="36000" bIns="0" rtlCol="0">
            <a:spAutoFit/>
          </a:bodyPr>
          <a:lstStyle/>
          <a:p>
            <a:pPr>
              <a:lnSpc>
                <a:spcPts val="2400"/>
              </a:lnSpc>
            </a:pPr>
            <a:r>
              <a:rPr lang="en-US" altLang="zh-CN" sz="2400" b="1" dirty="0">
                <a:solidFill>
                  <a:srgbClr val="C00000"/>
                </a:solidFill>
              </a:rPr>
              <a:t>1</a:t>
            </a:r>
            <a:endParaRPr lang="zh-CN" altLang="en-US" sz="2400" b="1" dirty="0">
              <a:solidFill>
                <a:srgbClr val="C00000"/>
              </a:solidFill>
            </a:endParaRPr>
          </a:p>
        </p:txBody>
      </p:sp>
      <p:cxnSp>
        <p:nvCxnSpPr>
          <p:cNvPr id="2" name="直接连接符 1">
            <a:extLst>
              <a:ext uri="{FF2B5EF4-FFF2-40B4-BE49-F238E27FC236}">
                <a16:creationId xmlns:a16="http://schemas.microsoft.com/office/drawing/2014/main" id="{3D496D25-94CC-B043-6EBF-7662456DD2DD}"/>
              </a:ext>
            </a:extLst>
          </p:cNvPr>
          <p:cNvCxnSpPr>
            <a:cxnSpLocks/>
          </p:cNvCxnSpPr>
          <p:nvPr/>
        </p:nvCxnSpPr>
        <p:spPr>
          <a:xfrm>
            <a:off x="7686766" y="4641820"/>
            <a:ext cx="910696"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DE53F90F-8AEE-ECB7-987B-956BEF880598}"/>
              </a:ext>
            </a:extLst>
          </p:cNvPr>
          <p:cNvSpPr txBox="1"/>
          <p:nvPr/>
        </p:nvSpPr>
        <p:spPr>
          <a:xfrm>
            <a:off x="7704085" y="4396421"/>
            <a:ext cx="893378" cy="234038"/>
          </a:xfrm>
          <a:prstGeom prst="rect">
            <a:avLst/>
          </a:prstGeom>
          <a:solidFill>
            <a:schemeClr val="accent6">
              <a:lumMod val="20000"/>
              <a:lumOff val="80000"/>
            </a:schemeClr>
          </a:solidFill>
        </p:spPr>
        <p:txBody>
          <a:bodyPr wrap="square" lIns="36000" tIns="0" rIns="36000" bIns="0" rtlCol="0">
            <a:spAutoFit/>
          </a:bodyPr>
          <a:lstStyle/>
          <a:p>
            <a:pPr>
              <a:lnSpc>
                <a:spcPts val="1800"/>
              </a:lnSpc>
            </a:pPr>
            <a:r>
              <a:rPr lang="en-US" altLang="zh-CN" dirty="0">
                <a:latin typeface="Calibri" panose="020F0502020204030204" pitchFamily="34" charset="0"/>
                <a:ea typeface="Calibri" panose="020F0502020204030204" pitchFamily="34" charset="0"/>
                <a:cs typeface="Calibri" panose="020F0502020204030204" pitchFamily="34" charset="0"/>
              </a:rPr>
              <a:t>      j</a:t>
            </a:r>
            <a:endParaRPr lang="zh-CN" altLang="en-US" dirty="0">
              <a:latin typeface="Calibri" panose="020F0502020204030204" pitchFamily="34" charset="0"/>
              <a:ea typeface="楷体_GB2312" pitchFamily="49" charset="-122"/>
              <a:cs typeface="Calibri" panose="020F0502020204030204" pitchFamily="34" charset="0"/>
            </a:endParaRPr>
          </a:p>
        </p:txBody>
      </p:sp>
      <p:sp>
        <p:nvSpPr>
          <p:cNvPr id="50" name="文本框 49">
            <a:extLst>
              <a:ext uri="{FF2B5EF4-FFF2-40B4-BE49-F238E27FC236}">
                <a16:creationId xmlns:a16="http://schemas.microsoft.com/office/drawing/2014/main" id="{66E858EB-DDA7-4585-8A08-CB30F7F037F4}"/>
              </a:ext>
            </a:extLst>
          </p:cNvPr>
          <p:cNvSpPr txBox="1"/>
          <p:nvPr/>
        </p:nvSpPr>
        <p:spPr>
          <a:xfrm>
            <a:off x="535024" y="2561489"/>
            <a:ext cx="211877" cy="307777"/>
          </a:xfrm>
          <a:prstGeom prst="rect">
            <a:avLst/>
          </a:prstGeom>
          <a:noFill/>
        </p:spPr>
        <p:txBody>
          <a:bodyPr wrap="square" lIns="36000" tIns="0" rIns="36000" bIns="0" rtlCol="0">
            <a:spAutoFit/>
          </a:bodyPr>
          <a:lstStyle/>
          <a:p>
            <a:pPr>
              <a:lnSpc>
                <a:spcPts val="2400"/>
              </a:lnSpc>
            </a:pPr>
            <a:r>
              <a:rPr lang="en-US" altLang="zh-CN" sz="2400" b="1" dirty="0">
                <a:solidFill>
                  <a:srgbClr val="C00000"/>
                </a:solidFill>
              </a:rPr>
              <a:t>2</a:t>
            </a:r>
            <a:endParaRPr lang="zh-CN" altLang="en-US" sz="2400" b="1" dirty="0">
              <a:solidFill>
                <a:srgbClr val="C00000"/>
              </a:solidFill>
            </a:endParaRPr>
          </a:p>
        </p:txBody>
      </p:sp>
      <p:sp>
        <p:nvSpPr>
          <p:cNvPr id="52" name="文本框 51">
            <a:extLst>
              <a:ext uri="{FF2B5EF4-FFF2-40B4-BE49-F238E27FC236}">
                <a16:creationId xmlns:a16="http://schemas.microsoft.com/office/drawing/2014/main" id="{D393E0A1-DA0C-773C-3BE9-ED432A8D6E15}"/>
              </a:ext>
            </a:extLst>
          </p:cNvPr>
          <p:cNvSpPr txBox="1"/>
          <p:nvPr/>
        </p:nvSpPr>
        <p:spPr>
          <a:xfrm>
            <a:off x="537463" y="2562556"/>
            <a:ext cx="211877" cy="307777"/>
          </a:xfrm>
          <a:prstGeom prst="rect">
            <a:avLst/>
          </a:prstGeom>
          <a:noFill/>
        </p:spPr>
        <p:txBody>
          <a:bodyPr wrap="square" lIns="36000" tIns="0" rIns="36000" bIns="0" rtlCol="0">
            <a:spAutoFit/>
          </a:bodyPr>
          <a:lstStyle/>
          <a:p>
            <a:pPr>
              <a:lnSpc>
                <a:spcPts val="2400"/>
              </a:lnSpc>
            </a:pPr>
            <a:r>
              <a:rPr lang="en-US" altLang="zh-CN" sz="2400" b="1" dirty="0">
                <a:solidFill>
                  <a:srgbClr val="C00000"/>
                </a:solidFill>
              </a:rPr>
              <a:t>4</a:t>
            </a:r>
            <a:endParaRPr lang="zh-CN" altLang="en-US" sz="2400" b="1" dirty="0">
              <a:solidFill>
                <a:srgbClr val="C00000"/>
              </a:solidFill>
            </a:endParaRPr>
          </a:p>
        </p:txBody>
      </p:sp>
      <p:sp>
        <p:nvSpPr>
          <p:cNvPr id="54" name="文本框 53">
            <a:extLst>
              <a:ext uri="{FF2B5EF4-FFF2-40B4-BE49-F238E27FC236}">
                <a16:creationId xmlns:a16="http://schemas.microsoft.com/office/drawing/2014/main" id="{72669E9C-4D02-C268-ACFA-6DFEA240193D}"/>
              </a:ext>
            </a:extLst>
          </p:cNvPr>
          <p:cNvSpPr txBox="1"/>
          <p:nvPr/>
        </p:nvSpPr>
        <p:spPr>
          <a:xfrm>
            <a:off x="541576" y="2563108"/>
            <a:ext cx="211877" cy="307777"/>
          </a:xfrm>
          <a:prstGeom prst="rect">
            <a:avLst/>
          </a:prstGeom>
          <a:noFill/>
        </p:spPr>
        <p:txBody>
          <a:bodyPr wrap="square" lIns="36000" tIns="0" rIns="36000" bIns="0" rtlCol="0">
            <a:spAutoFit/>
          </a:bodyPr>
          <a:lstStyle/>
          <a:p>
            <a:pPr>
              <a:lnSpc>
                <a:spcPts val="2400"/>
              </a:lnSpc>
            </a:pPr>
            <a:r>
              <a:rPr lang="en-US" altLang="zh-CN" sz="2400" b="1" dirty="0">
                <a:solidFill>
                  <a:srgbClr val="C00000"/>
                </a:solidFill>
              </a:rPr>
              <a:t>3</a:t>
            </a:r>
            <a:endParaRPr lang="zh-CN" altLang="en-US" sz="2400" b="1" dirty="0">
              <a:solidFill>
                <a:srgbClr val="C00000"/>
              </a:solidFill>
            </a:endParaRPr>
          </a:p>
        </p:txBody>
      </p:sp>
      <p:sp>
        <p:nvSpPr>
          <p:cNvPr id="55" name="文本框 54">
            <a:extLst>
              <a:ext uri="{FF2B5EF4-FFF2-40B4-BE49-F238E27FC236}">
                <a16:creationId xmlns:a16="http://schemas.microsoft.com/office/drawing/2014/main" id="{F0FB93D8-862A-8DCF-6183-483B3A3C04A3}"/>
              </a:ext>
            </a:extLst>
          </p:cNvPr>
          <p:cNvSpPr txBox="1"/>
          <p:nvPr/>
        </p:nvSpPr>
        <p:spPr>
          <a:xfrm>
            <a:off x="533765" y="2563108"/>
            <a:ext cx="211877" cy="307777"/>
          </a:xfrm>
          <a:prstGeom prst="rect">
            <a:avLst/>
          </a:prstGeom>
          <a:noFill/>
        </p:spPr>
        <p:txBody>
          <a:bodyPr wrap="square" lIns="36000" tIns="0" rIns="36000" bIns="0" rtlCol="0">
            <a:spAutoFit/>
          </a:bodyPr>
          <a:lstStyle/>
          <a:p>
            <a:pPr>
              <a:lnSpc>
                <a:spcPts val="2400"/>
              </a:lnSpc>
            </a:pPr>
            <a:r>
              <a:rPr lang="en-US" altLang="zh-CN" sz="2400" b="1" dirty="0">
                <a:solidFill>
                  <a:srgbClr val="C00000"/>
                </a:solidFill>
              </a:rPr>
              <a:t>5</a:t>
            </a:r>
            <a:endParaRPr lang="zh-CN" altLang="en-US" sz="2400" b="1" dirty="0">
              <a:solidFill>
                <a:srgbClr val="C00000"/>
              </a:solidFill>
            </a:endParaRPr>
          </a:p>
        </p:txBody>
      </p:sp>
      <p:grpSp>
        <p:nvGrpSpPr>
          <p:cNvPr id="56" name="组合 55">
            <a:extLst>
              <a:ext uri="{FF2B5EF4-FFF2-40B4-BE49-F238E27FC236}">
                <a16:creationId xmlns:a16="http://schemas.microsoft.com/office/drawing/2014/main" id="{B7FC8FB1-FD7B-8EDC-8974-79D2D3DEC9E9}"/>
              </a:ext>
            </a:extLst>
          </p:cNvPr>
          <p:cNvGrpSpPr/>
          <p:nvPr/>
        </p:nvGrpSpPr>
        <p:grpSpPr>
          <a:xfrm>
            <a:off x="4115150" y="4216360"/>
            <a:ext cx="153888" cy="427975"/>
            <a:chOff x="6174632" y="571944"/>
            <a:chExt cx="153888" cy="427975"/>
          </a:xfrm>
        </p:grpSpPr>
        <p:sp>
          <p:nvSpPr>
            <p:cNvPr id="57" name="文本框 56">
              <a:extLst>
                <a:ext uri="{FF2B5EF4-FFF2-40B4-BE49-F238E27FC236}">
                  <a16:creationId xmlns:a16="http://schemas.microsoft.com/office/drawing/2014/main" id="{5FACF46D-FB2E-DDAF-57A0-70DE22AB185F}"/>
                </a:ext>
              </a:extLst>
            </p:cNvPr>
            <p:cNvSpPr txBox="1"/>
            <p:nvPr/>
          </p:nvSpPr>
          <p:spPr>
            <a:xfrm>
              <a:off x="6174632" y="571944"/>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58" name="直接箭头连接符 57">
              <a:extLst>
                <a:ext uri="{FF2B5EF4-FFF2-40B4-BE49-F238E27FC236}">
                  <a16:creationId xmlns:a16="http://schemas.microsoft.com/office/drawing/2014/main" id="{02044BB6-4BA6-7EA1-845D-29D2984A1EFF}"/>
                </a:ext>
              </a:extLst>
            </p:cNvPr>
            <p:cNvCxnSpPr>
              <a:cxnSpLocks/>
            </p:cNvCxnSpPr>
            <p:nvPr/>
          </p:nvCxnSpPr>
          <p:spPr>
            <a:xfrm>
              <a:off x="6289052" y="823532"/>
              <a:ext cx="0" cy="1763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79" name="直接连接符 278">
            <a:extLst>
              <a:ext uri="{FF2B5EF4-FFF2-40B4-BE49-F238E27FC236}">
                <a16:creationId xmlns:a16="http://schemas.microsoft.com/office/drawing/2014/main" id="{7DFCC0D6-7C6A-4A41-9C6F-291058A20E69}"/>
              </a:ext>
            </a:extLst>
          </p:cNvPr>
          <p:cNvCxnSpPr>
            <a:cxnSpLocks/>
          </p:cNvCxnSpPr>
          <p:nvPr/>
        </p:nvCxnSpPr>
        <p:spPr>
          <a:xfrm>
            <a:off x="6027534" y="6217456"/>
            <a:ext cx="1676549" cy="1639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58" name="矩形 257">
            <a:extLst>
              <a:ext uri="{FF2B5EF4-FFF2-40B4-BE49-F238E27FC236}">
                <a16:creationId xmlns:a16="http://schemas.microsoft.com/office/drawing/2014/main" id="{C93DA169-BBDB-457B-B1E3-F213131E6168}"/>
              </a:ext>
            </a:extLst>
          </p:cNvPr>
          <p:cNvSpPr/>
          <p:nvPr/>
        </p:nvSpPr>
        <p:spPr>
          <a:xfrm>
            <a:off x="7397307" y="4943169"/>
            <a:ext cx="271526" cy="351437"/>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6</a:t>
            </a:r>
            <a:endParaRPr lang="zh-CN" altLang="en-US" sz="2400" b="1" dirty="0">
              <a:solidFill>
                <a:srgbClr val="C00000"/>
              </a:solidFill>
            </a:endParaRPr>
          </a:p>
        </p:txBody>
      </p:sp>
      <p:sp>
        <p:nvSpPr>
          <p:cNvPr id="266" name="矩形 265">
            <a:extLst>
              <a:ext uri="{FF2B5EF4-FFF2-40B4-BE49-F238E27FC236}">
                <a16:creationId xmlns:a16="http://schemas.microsoft.com/office/drawing/2014/main" id="{0A8A96BC-2964-4EE8-996A-AA6C0B44C959}"/>
              </a:ext>
            </a:extLst>
          </p:cNvPr>
          <p:cNvSpPr/>
          <p:nvPr/>
        </p:nvSpPr>
        <p:spPr>
          <a:xfrm>
            <a:off x="7402731" y="4948398"/>
            <a:ext cx="271526" cy="351437"/>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5</a:t>
            </a:r>
            <a:endParaRPr lang="zh-CN" altLang="en-US" sz="2400" b="1" dirty="0">
              <a:solidFill>
                <a:srgbClr val="C00000"/>
              </a:solidFill>
            </a:endParaRPr>
          </a:p>
        </p:txBody>
      </p:sp>
      <p:sp>
        <p:nvSpPr>
          <p:cNvPr id="269" name="矩形 268">
            <a:extLst>
              <a:ext uri="{FF2B5EF4-FFF2-40B4-BE49-F238E27FC236}">
                <a16:creationId xmlns:a16="http://schemas.microsoft.com/office/drawing/2014/main" id="{1004DE49-91EB-4783-9001-9FABD81DE7F3}"/>
              </a:ext>
            </a:extLst>
          </p:cNvPr>
          <p:cNvSpPr/>
          <p:nvPr/>
        </p:nvSpPr>
        <p:spPr>
          <a:xfrm>
            <a:off x="7424844" y="4931027"/>
            <a:ext cx="271526" cy="351437"/>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6</a:t>
            </a:r>
            <a:endParaRPr lang="zh-CN" altLang="en-US" sz="2400" b="1" dirty="0">
              <a:solidFill>
                <a:srgbClr val="C00000"/>
              </a:solidFill>
            </a:endParaRPr>
          </a:p>
        </p:txBody>
      </p:sp>
      <p:sp>
        <p:nvSpPr>
          <p:cNvPr id="273" name="矩形 272">
            <a:extLst>
              <a:ext uri="{FF2B5EF4-FFF2-40B4-BE49-F238E27FC236}">
                <a16:creationId xmlns:a16="http://schemas.microsoft.com/office/drawing/2014/main" id="{F7488C0C-3169-46C3-A1E9-830A4217FA7E}"/>
              </a:ext>
            </a:extLst>
          </p:cNvPr>
          <p:cNvSpPr/>
          <p:nvPr/>
        </p:nvSpPr>
        <p:spPr>
          <a:xfrm>
            <a:off x="7398574" y="4943826"/>
            <a:ext cx="271526" cy="351437"/>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7</a:t>
            </a:r>
            <a:endParaRPr lang="zh-CN" altLang="en-US" sz="2400" b="1" dirty="0">
              <a:solidFill>
                <a:srgbClr val="C00000"/>
              </a:solidFill>
            </a:endParaRPr>
          </a:p>
        </p:txBody>
      </p:sp>
      <p:sp>
        <p:nvSpPr>
          <p:cNvPr id="276" name="矩形 275">
            <a:extLst>
              <a:ext uri="{FF2B5EF4-FFF2-40B4-BE49-F238E27FC236}">
                <a16:creationId xmlns:a16="http://schemas.microsoft.com/office/drawing/2014/main" id="{9F49B9AD-8D2C-4AA4-BECE-DDF911804D00}"/>
              </a:ext>
            </a:extLst>
          </p:cNvPr>
          <p:cNvSpPr/>
          <p:nvPr/>
        </p:nvSpPr>
        <p:spPr>
          <a:xfrm>
            <a:off x="7414509" y="4929160"/>
            <a:ext cx="272828" cy="354870"/>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cxnSp>
        <p:nvCxnSpPr>
          <p:cNvPr id="70" name="直接连接符 69">
            <a:extLst>
              <a:ext uri="{FF2B5EF4-FFF2-40B4-BE49-F238E27FC236}">
                <a16:creationId xmlns:a16="http://schemas.microsoft.com/office/drawing/2014/main" id="{550D6BB0-6F13-E3A2-77BF-2CE66BBA3353}"/>
              </a:ext>
            </a:extLst>
          </p:cNvPr>
          <p:cNvCxnSpPr>
            <a:cxnSpLocks/>
          </p:cNvCxnSpPr>
          <p:nvPr/>
        </p:nvCxnSpPr>
        <p:spPr>
          <a:xfrm>
            <a:off x="5731073" y="6497445"/>
            <a:ext cx="1676549" cy="1639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9621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7">
                                            <p:bg/>
                                          </p:spTgt>
                                        </p:tgtEl>
                                        <p:attrNameLst>
                                          <p:attrName>style.visibility</p:attrName>
                                        </p:attrNameLst>
                                      </p:cBhvr>
                                      <p:to>
                                        <p:strVal val="visible"/>
                                      </p:to>
                                    </p:set>
                                    <p:animEffect transition="in" filter="wipe(up)">
                                      <p:cBhvr>
                                        <p:cTn id="14" dur="500"/>
                                        <p:tgtEl>
                                          <p:spTgt spid="7">
                                            <p:bg/>
                                          </p:spTgt>
                                        </p:tgtEl>
                                      </p:cBhvr>
                                    </p:animEffect>
                                  </p:childTnLst>
                                </p:cTn>
                              </p:par>
                            </p:childTnLst>
                          </p:cTn>
                        </p:par>
                        <p:par>
                          <p:cTn id="15" fill="hold">
                            <p:stCondLst>
                              <p:cond delay="500"/>
                            </p:stCondLst>
                            <p:childTnLst>
                              <p:par>
                                <p:cTn id="16" presetID="22" presetClass="entr" presetSubtype="1" fill="hold" grpId="0" nodeType="after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wipe(up)">
                                      <p:cBhvr>
                                        <p:cTn id="18" dur="500"/>
                                        <p:tgtEl>
                                          <p:spTgt spid="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animEffect transition="in" filter="wipe(up)">
                                      <p:cBhvr>
                                        <p:cTn id="23" dur="500"/>
                                        <p:tgtEl>
                                          <p:spTgt spid="7">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50"/>
                                        </p:tgtEl>
                                        <p:attrNameLst>
                                          <p:attrName>style.visibility</p:attrName>
                                        </p:attrNameLst>
                                      </p:cBhvr>
                                      <p:to>
                                        <p:strVal val="visible"/>
                                      </p:to>
                                    </p:set>
                                    <p:animEffect transition="in" filter="wipe(left)">
                                      <p:cBhvr>
                                        <p:cTn id="28" dur="500"/>
                                        <p:tgtEl>
                                          <p:spTgt spid="25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53"/>
                                        </p:tgtEl>
                                        <p:attrNameLst>
                                          <p:attrName>style.visibility</p:attrName>
                                        </p:attrNameLst>
                                      </p:cBhvr>
                                      <p:to>
                                        <p:strVal val="visible"/>
                                      </p:to>
                                    </p:set>
                                    <p:animEffect transition="in" filter="wipe(left)">
                                      <p:cBhvr>
                                        <p:cTn id="33" dur="500"/>
                                        <p:tgtEl>
                                          <p:spTgt spid="25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xit" presetSubtype="2" fill="hold" nodeType="clickEffect">
                                  <p:stCondLst>
                                    <p:cond delay="0"/>
                                  </p:stCondLst>
                                  <p:childTnLst>
                                    <p:animEffect transition="out" filter="wipe(right)">
                                      <p:cBhvr>
                                        <p:cTn id="37" dur="500"/>
                                        <p:tgtEl>
                                          <p:spTgt spid="250"/>
                                        </p:tgtEl>
                                      </p:cBhvr>
                                    </p:animEffect>
                                    <p:set>
                                      <p:cBhvr>
                                        <p:cTn id="38" dur="1" fill="hold">
                                          <p:stCondLst>
                                            <p:cond delay="499"/>
                                          </p:stCondLst>
                                        </p:cTn>
                                        <p:tgtEl>
                                          <p:spTgt spid="250"/>
                                        </p:tgtEl>
                                        <p:attrNameLst>
                                          <p:attrName>style.visibility</p:attrName>
                                        </p:attrNameLst>
                                      </p:cBhvr>
                                      <p:to>
                                        <p:strVal val="hidden"/>
                                      </p:to>
                                    </p:set>
                                  </p:childTnLst>
                                </p:cTn>
                              </p:par>
                            </p:childTnLst>
                          </p:cTn>
                        </p:par>
                        <p:par>
                          <p:cTn id="39" fill="hold">
                            <p:stCondLst>
                              <p:cond delay="500"/>
                            </p:stCondLst>
                            <p:childTnLst>
                              <p:par>
                                <p:cTn id="40" presetID="22" presetClass="exit" presetSubtype="2" fill="hold" nodeType="afterEffect">
                                  <p:stCondLst>
                                    <p:cond delay="0"/>
                                  </p:stCondLst>
                                  <p:childTnLst>
                                    <p:animEffect transition="out" filter="wipe(right)">
                                      <p:cBhvr>
                                        <p:cTn id="41" dur="500"/>
                                        <p:tgtEl>
                                          <p:spTgt spid="253"/>
                                        </p:tgtEl>
                                      </p:cBhvr>
                                    </p:animEffect>
                                    <p:set>
                                      <p:cBhvr>
                                        <p:cTn id="42" dur="1" fill="hold">
                                          <p:stCondLst>
                                            <p:cond delay="499"/>
                                          </p:stCondLst>
                                        </p:cTn>
                                        <p:tgtEl>
                                          <p:spTgt spid="25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7">
                                            <p:txEl>
                                              <p:pRg st="0" end="0"/>
                                            </p:txEl>
                                          </p:spTgt>
                                        </p:tgtEl>
                                      </p:cBhvr>
                                    </p:animEffect>
                                    <p:set>
                                      <p:cBhvr>
                                        <p:cTn id="47" dur="1" fill="hold">
                                          <p:stCondLst>
                                            <p:cond delay="499"/>
                                          </p:stCondLst>
                                        </p:cTn>
                                        <p:tgtEl>
                                          <p:spTgt spid="7">
                                            <p:txEl>
                                              <p:pRg st="0" end="0"/>
                                            </p:txEl>
                                          </p:spTgt>
                                        </p:tgtEl>
                                        <p:attrNameLst>
                                          <p:attrName>style.visibility</p:attrName>
                                        </p:attrNameLst>
                                      </p:cBhvr>
                                      <p:to>
                                        <p:strVal val="hidden"/>
                                      </p:to>
                                    </p:set>
                                  </p:childTnLst>
                                </p:cTn>
                              </p:par>
                              <p:par>
                                <p:cTn id="48" presetID="10" presetClass="exit" presetSubtype="0" fill="hold" grpId="1" nodeType="withEffect">
                                  <p:stCondLst>
                                    <p:cond delay="0"/>
                                  </p:stCondLst>
                                  <p:childTnLst>
                                    <p:animEffect transition="out" filter="fade">
                                      <p:cBhvr>
                                        <p:cTn id="49" dur="500"/>
                                        <p:tgtEl>
                                          <p:spTgt spid="7">
                                            <p:txEl>
                                              <p:pRg st="1" end="1"/>
                                            </p:txEl>
                                          </p:spTgt>
                                        </p:tgtEl>
                                      </p:cBhvr>
                                    </p:animEffect>
                                    <p:set>
                                      <p:cBhvr>
                                        <p:cTn id="50" dur="1" fill="hold">
                                          <p:stCondLst>
                                            <p:cond delay="499"/>
                                          </p:stCondLst>
                                        </p:cTn>
                                        <p:tgtEl>
                                          <p:spTgt spid="7">
                                            <p:txEl>
                                              <p:pRg st="1" end="1"/>
                                            </p:txEl>
                                          </p:spTgt>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500"/>
                                        <p:tgtEl>
                                          <p:spTgt spid="7">
                                            <p:bg/>
                                          </p:spTgt>
                                        </p:tgtEl>
                                      </p:cBhvr>
                                    </p:animEffect>
                                    <p:set>
                                      <p:cBhvr>
                                        <p:cTn id="53" dur="1" fill="hold">
                                          <p:stCondLst>
                                            <p:cond delay="499"/>
                                          </p:stCondLst>
                                        </p:cTn>
                                        <p:tgtEl>
                                          <p:spTgt spid="7">
                                            <p:bg/>
                                          </p:spTgt>
                                        </p:tgtEl>
                                        <p:attrNameLst>
                                          <p:attrName>style.visibility</p:attrName>
                                        </p:attrNameLst>
                                      </p:cBhvr>
                                      <p:to>
                                        <p:strVal val="hidden"/>
                                      </p:to>
                                    </p:set>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8">
                                            <p:bg/>
                                          </p:spTgt>
                                        </p:tgtEl>
                                        <p:attrNameLst>
                                          <p:attrName>style.visibility</p:attrName>
                                        </p:attrNameLst>
                                      </p:cBhvr>
                                      <p:to>
                                        <p:strVal val="visible"/>
                                      </p:to>
                                    </p:set>
                                    <p:animEffect transition="in" filter="wipe(up)">
                                      <p:cBhvr>
                                        <p:cTn id="57" dur="1000"/>
                                        <p:tgtEl>
                                          <p:spTgt spid="8">
                                            <p:bg/>
                                          </p:spTgt>
                                        </p:tgtEl>
                                      </p:cBhvr>
                                    </p:animEffect>
                                  </p:childTnLst>
                                </p:cTn>
                              </p:par>
                            </p:childTnLst>
                          </p:cTn>
                        </p:par>
                        <p:par>
                          <p:cTn id="58" fill="hold">
                            <p:stCondLst>
                              <p:cond delay="1500"/>
                            </p:stCondLst>
                            <p:childTnLst>
                              <p:par>
                                <p:cTn id="59" presetID="22" presetClass="entr" presetSubtype="1" fill="hold" grpId="0" nodeType="afterEffect">
                                  <p:stCondLst>
                                    <p:cond delay="0"/>
                                  </p:stCondLst>
                                  <p:childTnLst>
                                    <p:set>
                                      <p:cBhvr>
                                        <p:cTn id="60" dur="1" fill="hold">
                                          <p:stCondLst>
                                            <p:cond delay="0"/>
                                          </p:stCondLst>
                                        </p:cTn>
                                        <p:tgtEl>
                                          <p:spTgt spid="8">
                                            <p:txEl>
                                              <p:pRg st="0" end="0"/>
                                            </p:txEl>
                                          </p:spTgt>
                                        </p:tgtEl>
                                        <p:attrNameLst>
                                          <p:attrName>style.visibility</p:attrName>
                                        </p:attrNameLst>
                                      </p:cBhvr>
                                      <p:to>
                                        <p:strVal val="visible"/>
                                      </p:to>
                                    </p:set>
                                    <p:animEffect transition="in" filter="wipe(up)">
                                      <p:cBhvr>
                                        <p:cTn id="61" dur="1000"/>
                                        <p:tgtEl>
                                          <p:spTgt spid="8">
                                            <p:txEl>
                                              <p:pRg st="0" end="0"/>
                                            </p:txEl>
                                          </p:spTgt>
                                        </p:tgtEl>
                                      </p:cBhvr>
                                    </p:animEffect>
                                  </p:childTnLst>
                                </p:cTn>
                              </p:par>
                            </p:childTnLst>
                          </p:cTn>
                        </p:par>
                        <p:par>
                          <p:cTn id="62" fill="hold">
                            <p:stCondLst>
                              <p:cond delay="2500"/>
                            </p:stCondLst>
                            <p:childTnLst>
                              <p:par>
                                <p:cTn id="63" presetID="22" presetClass="entr" presetSubtype="1" fill="hold" grpId="0" nodeType="afterEffect">
                                  <p:stCondLst>
                                    <p:cond delay="0"/>
                                  </p:stCondLst>
                                  <p:childTnLst>
                                    <p:set>
                                      <p:cBhvr>
                                        <p:cTn id="64" dur="1" fill="hold">
                                          <p:stCondLst>
                                            <p:cond delay="0"/>
                                          </p:stCondLst>
                                        </p:cTn>
                                        <p:tgtEl>
                                          <p:spTgt spid="8">
                                            <p:txEl>
                                              <p:pRg st="1" end="1"/>
                                            </p:txEl>
                                          </p:spTgt>
                                        </p:tgtEl>
                                        <p:attrNameLst>
                                          <p:attrName>style.visibility</p:attrName>
                                        </p:attrNameLst>
                                      </p:cBhvr>
                                      <p:to>
                                        <p:strVal val="visible"/>
                                      </p:to>
                                    </p:set>
                                    <p:animEffect transition="in" filter="wipe(up)">
                                      <p:cBhvr>
                                        <p:cTn id="65" dur="1000"/>
                                        <p:tgtEl>
                                          <p:spTgt spid="8">
                                            <p:txEl>
                                              <p:pRg st="1" end="1"/>
                                            </p:txEl>
                                          </p:spTgt>
                                        </p:tgtEl>
                                      </p:cBhvr>
                                    </p:animEffect>
                                  </p:childTnLst>
                                </p:cTn>
                              </p:par>
                            </p:childTnLst>
                          </p:cTn>
                        </p:par>
                        <p:par>
                          <p:cTn id="66" fill="hold">
                            <p:stCondLst>
                              <p:cond delay="3500"/>
                            </p:stCondLst>
                            <p:childTnLst>
                              <p:par>
                                <p:cTn id="67" presetID="22" presetClass="entr" presetSubtype="8" fill="hold" nodeType="afterEffect">
                                  <p:stCondLst>
                                    <p:cond delay="0"/>
                                  </p:stCondLst>
                                  <p:childTnLst>
                                    <p:set>
                                      <p:cBhvr>
                                        <p:cTn id="68" dur="1" fill="hold">
                                          <p:stCondLst>
                                            <p:cond delay="0"/>
                                          </p:stCondLst>
                                        </p:cTn>
                                        <p:tgtEl>
                                          <p:spTgt spid="260"/>
                                        </p:tgtEl>
                                        <p:attrNameLst>
                                          <p:attrName>style.visibility</p:attrName>
                                        </p:attrNameLst>
                                      </p:cBhvr>
                                      <p:to>
                                        <p:strVal val="visible"/>
                                      </p:to>
                                    </p:set>
                                    <p:animEffect transition="in" filter="wipe(left)">
                                      <p:cBhvr>
                                        <p:cTn id="69" dur="500"/>
                                        <p:tgtEl>
                                          <p:spTgt spid="260"/>
                                        </p:tgtEl>
                                      </p:cBhvr>
                                    </p:animEffect>
                                  </p:childTnLst>
                                </p:cTn>
                              </p:par>
                            </p:childTnLst>
                          </p:cTn>
                        </p:par>
                        <p:par>
                          <p:cTn id="70" fill="hold">
                            <p:stCondLst>
                              <p:cond delay="4000"/>
                            </p:stCondLst>
                            <p:childTnLst>
                              <p:par>
                                <p:cTn id="71" presetID="32" presetClass="emph" presetSubtype="0" fill="hold" nodeType="afterEffect">
                                  <p:stCondLst>
                                    <p:cond delay="0"/>
                                  </p:stCondLst>
                                  <p:childTnLst>
                                    <p:animRot by="120000">
                                      <p:cBhvr>
                                        <p:cTn id="72" dur="100" fill="hold">
                                          <p:stCondLst>
                                            <p:cond delay="0"/>
                                          </p:stCondLst>
                                        </p:cTn>
                                        <p:tgtEl>
                                          <p:spTgt spid="260"/>
                                        </p:tgtEl>
                                        <p:attrNameLst>
                                          <p:attrName>r</p:attrName>
                                        </p:attrNameLst>
                                      </p:cBhvr>
                                    </p:animRot>
                                    <p:animRot by="-240000">
                                      <p:cBhvr>
                                        <p:cTn id="73" dur="200" fill="hold">
                                          <p:stCondLst>
                                            <p:cond delay="200"/>
                                          </p:stCondLst>
                                        </p:cTn>
                                        <p:tgtEl>
                                          <p:spTgt spid="260"/>
                                        </p:tgtEl>
                                        <p:attrNameLst>
                                          <p:attrName>r</p:attrName>
                                        </p:attrNameLst>
                                      </p:cBhvr>
                                    </p:animRot>
                                    <p:animRot by="240000">
                                      <p:cBhvr>
                                        <p:cTn id="74" dur="200" fill="hold">
                                          <p:stCondLst>
                                            <p:cond delay="400"/>
                                          </p:stCondLst>
                                        </p:cTn>
                                        <p:tgtEl>
                                          <p:spTgt spid="260"/>
                                        </p:tgtEl>
                                        <p:attrNameLst>
                                          <p:attrName>r</p:attrName>
                                        </p:attrNameLst>
                                      </p:cBhvr>
                                    </p:animRot>
                                    <p:animRot by="-240000">
                                      <p:cBhvr>
                                        <p:cTn id="75" dur="200" fill="hold">
                                          <p:stCondLst>
                                            <p:cond delay="600"/>
                                          </p:stCondLst>
                                        </p:cTn>
                                        <p:tgtEl>
                                          <p:spTgt spid="260"/>
                                        </p:tgtEl>
                                        <p:attrNameLst>
                                          <p:attrName>r</p:attrName>
                                        </p:attrNameLst>
                                      </p:cBhvr>
                                    </p:animRot>
                                    <p:animRot by="120000">
                                      <p:cBhvr>
                                        <p:cTn id="76" dur="200" fill="hold">
                                          <p:stCondLst>
                                            <p:cond delay="800"/>
                                          </p:stCondLst>
                                        </p:cTn>
                                        <p:tgtEl>
                                          <p:spTgt spid="260"/>
                                        </p:tgtEl>
                                        <p:attrNameLst>
                                          <p:attrName>r</p:attrName>
                                        </p:attrNameLst>
                                      </p:cBhvr>
                                    </p:animRo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44"/>
                                        </p:tgtEl>
                                        <p:attrNameLst>
                                          <p:attrName>style.visibility</p:attrName>
                                        </p:attrNameLst>
                                      </p:cBhvr>
                                      <p:to>
                                        <p:strVal val="visible"/>
                                      </p:to>
                                    </p:set>
                                    <p:animEffect transition="in" filter="wipe(left)">
                                      <p:cBhvr>
                                        <p:cTn id="81" dur="500"/>
                                        <p:tgtEl>
                                          <p:spTgt spid="244"/>
                                        </p:tgtEl>
                                      </p:cBhvr>
                                    </p:animEffect>
                                  </p:childTnLst>
                                </p:cTn>
                              </p:par>
                              <p:par>
                                <p:cTn id="82" presetID="10" presetClass="exit" presetSubtype="0" fill="hold" nodeType="withEffect">
                                  <p:stCondLst>
                                    <p:cond delay="0"/>
                                  </p:stCondLst>
                                  <p:childTnLst>
                                    <p:animEffect transition="out" filter="fade">
                                      <p:cBhvr>
                                        <p:cTn id="83" dur="500"/>
                                        <p:tgtEl>
                                          <p:spTgt spid="260"/>
                                        </p:tgtEl>
                                      </p:cBhvr>
                                    </p:animEffect>
                                    <p:set>
                                      <p:cBhvr>
                                        <p:cTn id="84" dur="1" fill="hold">
                                          <p:stCondLst>
                                            <p:cond delay="499"/>
                                          </p:stCondLst>
                                        </p:cTn>
                                        <p:tgtEl>
                                          <p:spTgt spid="260"/>
                                        </p:tgtEl>
                                        <p:attrNameLst>
                                          <p:attrName>style.visibility</p:attrName>
                                        </p:attrNameLst>
                                      </p:cBhvr>
                                      <p:to>
                                        <p:strVal val="hidden"/>
                                      </p:to>
                                    </p:set>
                                  </p:childTnLst>
                                </p:cTn>
                              </p:par>
                            </p:childTnLst>
                          </p:cTn>
                        </p:par>
                        <p:par>
                          <p:cTn id="85" fill="hold">
                            <p:stCondLst>
                              <p:cond delay="500"/>
                            </p:stCondLst>
                            <p:childTnLst>
                              <p:par>
                                <p:cTn id="86" presetID="22" presetClass="entr" presetSubtype="8" fill="hold" nodeType="afterEffect">
                                  <p:stCondLst>
                                    <p:cond delay="0"/>
                                  </p:stCondLst>
                                  <p:childTnLst>
                                    <p:set>
                                      <p:cBhvr>
                                        <p:cTn id="87" dur="1" fill="hold">
                                          <p:stCondLst>
                                            <p:cond delay="0"/>
                                          </p:stCondLst>
                                        </p:cTn>
                                        <p:tgtEl>
                                          <p:spTgt spid="188"/>
                                        </p:tgtEl>
                                        <p:attrNameLst>
                                          <p:attrName>style.visibility</p:attrName>
                                        </p:attrNameLst>
                                      </p:cBhvr>
                                      <p:to>
                                        <p:strVal val="visible"/>
                                      </p:to>
                                    </p:set>
                                    <p:animEffect transition="in" filter="wipe(left)">
                                      <p:cBhvr>
                                        <p:cTn id="88" dur="500"/>
                                        <p:tgtEl>
                                          <p:spTgt spid="188"/>
                                        </p:tgtEl>
                                      </p:cBhvr>
                                    </p:animEffect>
                                  </p:childTnLst>
                                </p:cTn>
                              </p:par>
                            </p:childTnLst>
                          </p:cTn>
                        </p:par>
                        <p:par>
                          <p:cTn id="89" fill="hold">
                            <p:stCondLst>
                              <p:cond delay="1000"/>
                            </p:stCondLst>
                            <p:childTnLst>
                              <p:par>
                                <p:cTn id="90" presetID="32" presetClass="emph" presetSubtype="0" fill="hold" nodeType="afterEffect">
                                  <p:stCondLst>
                                    <p:cond delay="0"/>
                                  </p:stCondLst>
                                  <p:childTnLst>
                                    <p:animRot by="120000">
                                      <p:cBhvr>
                                        <p:cTn id="91" dur="100" fill="hold">
                                          <p:stCondLst>
                                            <p:cond delay="0"/>
                                          </p:stCondLst>
                                        </p:cTn>
                                        <p:tgtEl>
                                          <p:spTgt spid="188"/>
                                        </p:tgtEl>
                                        <p:attrNameLst>
                                          <p:attrName>r</p:attrName>
                                        </p:attrNameLst>
                                      </p:cBhvr>
                                    </p:animRot>
                                    <p:animRot by="-240000">
                                      <p:cBhvr>
                                        <p:cTn id="92" dur="200" fill="hold">
                                          <p:stCondLst>
                                            <p:cond delay="200"/>
                                          </p:stCondLst>
                                        </p:cTn>
                                        <p:tgtEl>
                                          <p:spTgt spid="188"/>
                                        </p:tgtEl>
                                        <p:attrNameLst>
                                          <p:attrName>r</p:attrName>
                                        </p:attrNameLst>
                                      </p:cBhvr>
                                    </p:animRot>
                                    <p:animRot by="240000">
                                      <p:cBhvr>
                                        <p:cTn id="93" dur="200" fill="hold">
                                          <p:stCondLst>
                                            <p:cond delay="400"/>
                                          </p:stCondLst>
                                        </p:cTn>
                                        <p:tgtEl>
                                          <p:spTgt spid="188"/>
                                        </p:tgtEl>
                                        <p:attrNameLst>
                                          <p:attrName>r</p:attrName>
                                        </p:attrNameLst>
                                      </p:cBhvr>
                                    </p:animRot>
                                    <p:animRot by="-240000">
                                      <p:cBhvr>
                                        <p:cTn id="94" dur="200" fill="hold">
                                          <p:stCondLst>
                                            <p:cond delay="600"/>
                                          </p:stCondLst>
                                        </p:cTn>
                                        <p:tgtEl>
                                          <p:spTgt spid="188"/>
                                        </p:tgtEl>
                                        <p:attrNameLst>
                                          <p:attrName>r</p:attrName>
                                        </p:attrNameLst>
                                      </p:cBhvr>
                                    </p:animRot>
                                    <p:animRot by="120000">
                                      <p:cBhvr>
                                        <p:cTn id="95" dur="200" fill="hold">
                                          <p:stCondLst>
                                            <p:cond delay="800"/>
                                          </p:stCondLst>
                                        </p:cTn>
                                        <p:tgtEl>
                                          <p:spTgt spid="188"/>
                                        </p:tgtEl>
                                        <p:attrNameLst>
                                          <p:attrName>r</p:attrName>
                                        </p:attrNameLst>
                                      </p:cBhvr>
                                    </p:animRo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246"/>
                                        </p:tgtEl>
                                        <p:attrNameLst>
                                          <p:attrName>style.visibility</p:attrName>
                                        </p:attrNameLst>
                                      </p:cBhvr>
                                      <p:to>
                                        <p:strVal val="visible"/>
                                      </p:to>
                                    </p:set>
                                    <p:animEffect transition="in" filter="wipe(left)">
                                      <p:cBhvr>
                                        <p:cTn id="100" dur="500"/>
                                        <p:tgtEl>
                                          <p:spTgt spid="246"/>
                                        </p:tgtEl>
                                      </p:cBhvr>
                                    </p:animEffect>
                                  </p:childTnLst>
                                </p:cTn>
                              </p:par>
                              <p:par>
                                <p:cTn id="101" presetID="10" presetClass="exit" presetSubtype="0" fill="hold" nodeType="withEffect">
                                  <p:stCondLst>
                                    <p:cond delay="0"/>
                                  </p:stCondLst>
                                  <p:childTnLst>
                                    <p:animEffect transition="out" filter="fade">
                                      <p:cBhvr>
                                        <p:cTn id="102" dur="500"/>
                                        <p:tgtEl>
                                          <p:spTgt spid="188"/>
                                        </p:tgtEl>
                                      </p:cBhvr>
                                    </p:animEffect>
                                    <p:set>
                                      <p:cBhvr>
                                        <p:cTn id="103" dur="1" fill="hold">
                                          <p:stCondLst>
                                            <p:cond delay="499"/>
                                          </p:stCondLst>
                                        </p:cTn>
                                        <p:tgtEl>
                                          <p:spTgt spid="188"/>
                                        </p:tgtEl>
                                        <p:attrNameLst>
                                          <p:attrName>style.visibility</p:attrName>
                                        </p:attrNameLst>
                                      </p:cBhvr>
                                      <p:to>
                                        <p:strVal val="hidden"/>
                                      </p:to>
                                    </p:set>
                                  </p:childTnLst>
                                </p:cTn>
                              </p:par>
                            </p:childTnLst>
                          </p:cTn>
                        </p:par>
                        <p:par>
                          <p:cTn id="104" fill="hold">
                            <p:stCondLst>
                              <p:cond delay="500"/>
                            </p:stCondLst>
                            <p:childTnLst>
                              <p:par>
                                <p:cTn id="105" presetID="22" presetClass="entr" presetSubtype="8" fill="hold" nodeType="afterEffect">
                                  <p:stCondLst>
                                    <p:cond delay="0"/>
                                  </p:stCondLst>
                                  <p:childTnLst>
                                    <p:set>
                                      <p:cBhvr>
                                        <p:cTn id="106" dur="1" fill="hold">
                                          <p:stCondLst>
                                            <p:cond delay="0"/>
                                          </p:stCondLst>
                                        </p:cTn>
                                        <p:tgtEl>
                                          <p:spTgt spid="189"/>
                                        </p:tgtEl>
                                        <p:attrNameLst>
                                          <p:attrName>style.visibility</p:attrName>
                                        </p:attrNameLst>
                                      </p:cBhvr>
                                      <p:to>
                                        <p:strVal val="visible"/>
                                      </p:to>
                                    </p:set>
                                    <p:animEffect transition="in" filter="wipe(left)">
                                      <p:cBhvr>
                                        <p:cTn id="107" dur="500"/>
                                        <p:tgtEl>
                                          <p:spTgt spid="189"/>
                                        </p:tgtEl>
                                      </p:cBhvr>
                                    </p:animEffect>
                                  </p:childTnLst>
                                </p:cTn>
                              </p:par>
                            </p:childTnLst>
                          </p:cTn>
                        </p:par>
                        <p:par>
                          <p:cTn id="108" fill="hold">
                            <p:stCondLst>
                              <p:cond delay="1000"/>
                            </p:stCondLst>
                            <p:childTnLst>
                              <p:par>
                                <p:cTn id="109" presetID="32" presetClass="emph" presetSubtype="0" fill="hold" nodeType="afterEffect">
                                  <p:stCondLst>
                                    <p:cond delay="0"/>
                                  </p:stCondLst>
                                  <p:childTnLst>
                                    <p:animRot by="120000">
                                      <p:cBhvr>
                                        <p:cTn id="110" dur="100" fill="hold">
                                          <p:stCondLst>
                                            <p:cond delay="0"/>
                                          </p:stCondLst>
                                        </p:cTn>
                                        <p:tgtEl>
                                          <p:spTgt spid="189"/>
                                        </p:tgtEl>
                                        <p:attrNameLst>
                                          <p:attrName>r</p:attrName>
                                        </p:attrNameLst>
                                      </p:cBhvr>
                                    </p:animRot>
                                    <p:animRot by="-240000">
                                      <p:cBhvr>
                                        <p:cTn id="111" dur="200" fill="hold">
                                          <p:stCondLst>
                                            <p:cond delay="200"/>
                                          </p:stCondLst>
                                        </p:cTn>
                                        <p:tgtEl>
                                          <p:spTgt spid="189"/>
                                        </p:tgtEl>
                                        <p:attrNameLst>
                                          <p:attrName>r</p:attrName>
                                        </p:attrNameLst>
                                      </p:cBhvr>
                                    </p:animRot>
                                    <p:animRot by="240000">
                                      <p:cBhvr>
                                        <p:cTn id="112" dur="200" fill="hold">
                                          <p:stCondLst>
                                            <p:cond delay="400"/>
                                          </p:stCondLst>
                                        </p:cTn>
                                        <p:tgtEl>
                                          <p:spTgt spid="189"/>
                                        </p:tgtEl>
                                        <p:attrNameLst>
                                          <p:attrName>r</p:attrName>
                                        </p:attrNameLst>
                                      </p:cBhvr>
                                    </p:animRot>
                                    <p:animRot by="-240000">
                                      <p:cBhvr>
                                        <p:cTn id="113" dur="200" fill="hold">
                                          <p:stCondLst>
                                            <p:cond delay="600"/>
                                          </p:stCondLst>
                                        </p:cTn>
                                        <p:tgtEl>
                                          <p:spTgt spid="189"/>
                                        </p:tgtEl>
                                        <p:attrNameLst>
                                          <p:attrName>r</p:attrName>
                                        </p:attrNameLst>
                                      </p:cBhvr>
                                    </p:animRot>
                                    <p:animRot by="120000">
                                      <p:cBhvr>
                                        <p:cTn id="114" dur="200" fill="hold">
                                          <p:stCondLst>
                                            <p:cond delay="800"/>
                                          </p:stCondLst>
                                        </p:cTn>
                                        <p:tgtEl>
                                          <p:spTgt spid="189"/>
                                        </p:tgtEl>
                                        <p:attrNameLst>
                                          <p:attrName>r</p:attrName>
                                        </p:attrNameLst>
                                      </p:cBhvr>
                                    </p:animRo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245"/>
                                        </p:tgtEl>
                                        <p:attrNameLst>
                                          <p:attrName>style.visibility</p:attrName>
                                        </p:attrNameLst>
                                      </p:cBhvr>
                                      <p:to>
                                        <p:strVal val="visible"/>
                                      </p:to>
                                    </p:set>
                                    <p:animEffect transition="in" filter="wipe(left)">
                                      <p:cBhvr>
                                        <p:cTn id="119" dur="500"/>
                                        <p:tgtEl>
                                          <p:spTgt spid="245"/>
                                        </p:tgtEl>
                                      </p:cBhvr>
                                    </p:animEffect>
                                  </p:childTnLst>
                                </p:cTn>
                              </p:par>
                              <p:par>
                                <p:cTn id="120" presetID="10" presetClass="exit" presetSubtype="0" fill="hold" nodeType="withEffect">
                                  <p:stCondLst>
                                    <p:cond delay="0"/>
                                  </p:stCondLst>
                                  <p:childTnLst>
                                    <p:animEffect transition="out" filter="fade">
                                      <p:cBhvr>
                                        <p:cTn id="121" dur="500"/>
                                        <p:tgtEl>
                                          <p:spTgt spid="189"/>
                                        </p:tgtEl>
                                      </p:cBhvr>
                                    </p:animEffect>
                                    <p:set>
                                      <p:cBhvr>
                                        <p:cTn id="122" dur="1" fill="hold">
                                          <p:stCondLst>
                                            <p:cond delay="499"/>
                                          </p:stCondLst>
                                        </p:cTn>
                                        <p:tgtEl>
                                          <p:spTgt spid="189"/>
                                        </p:tgtEl>
                                        <p:attrNameLst>
                                          <p:attrName>style.visibility</p:attrName>
                                        </p:attrNameLst>
                                      </p:cBhvr>
                                      <p:to>
                                        <p:strVal val="hidden"/>
                                      </p:to>
                                    </p:set>
                                  </p:childTnLst>
                                </p:cTn>
                              </p:par>
                            </p:childTnLst>
                          </p:cTn>
                        </p:par>
                        <p:par>
                          <p:cTn id="123" fill="hold">
                            <p:stCondLst>
                              <p:cond delay="500"/>
                            </p:stCondLst>
                            <p:childTnLst>
                              <p:par>
                                <p:cTn id="124" presetID="22" presetClass="entr" presetSubtype="8" fill="hold" nodeType="afterEffect">
                                  <p:stCondLst>
                                    <p:cond delay="0"/>
                                  </p:stCondLst>
                                  <p:childTnLst>
                                    <p:set>
                                      <p:cBhvr>
                                        <p:cTn id="125" dur="1" fill="hold">
                                          <p:stCondLst>
                                            <p:cond delay="0"/>
                                          </p:stCondLst>
                                        </p:cTn>
                                        <p:tgtEl>
                                          <p:spTgt spid="20"/>
                                        </p:tgtEl>
                                        <p:attrNameLst>
                                          <p:attrName>style.visibility</p:attrName>
                                        </p:attrNameLst>
                                      </p:cBhvr>
                                      <p:to>
                                        <p:strVal val="visible"/>
                                      </p:to>
                                    </p:set>
                                    <p:animEffect transition="in" filter="wipe(left)">
                                      <p:cBhvr>
                                        <p:cTn id="126" dur="500"/>
                                        <p:tgtEl>
                                          <p:spTgt spid="20"/>
                                        </p:tgtEl>
                                      </p:cBhvr>
                                    </p:animEffect>
                                  </p:childTnLst>
                                </p:cTn>
                              </p:par>
                            </p:childTnLst>
                          </p:cTn>
                        </p:par>
                        <p:par>
                          <p:cTn id="127" fill="hold">
                            <p:stCondLst>
                              <p:cond delay="1000"/>
                            </p:stCondLst>
                            <p:childTnLst>
                              <p:par>
                                <p:cTn id="128" presetID="32" presetClass="emph" presetSubtype="0" fill="hold" nodeType="afterEffect">
                                  <p:stCondLst>
                                    <p:cond delay="0"/>
                                  </p:stCondLst>
                                  <p:childTnLst>
                                    <p:animRot by="120000">
                                      <p:cBhvr>
                                        <p:cTn id="129" dur="100" fill="hold">
                                          <p:stCondLst>
                                            <p:cond delay="0"/>
                                          </p:stCondLst>
                                        </p:cTn>
                                        <p:tgtEl>
                                          <p:spTgt spid="20"/>
                                        </p:tgtEl>
                                        <p:attrNameLst>
                                          <p:attrName>r</p:attrName>
                                        </p:attrNameLst>
                                      </p:cBhvr>
                                    </p:animRot>
                                    <p:animRot by="-240000">
                                      <p:cBhvr>
                                        <p:cTn id="130" dur="200" fill="hold">
                                          <p:stCondLst>
                                            <p:cond delay="200"/>
                                          </p:stCondLst>
                                        </p:cTn>
                                        <p:tgtEl>
                                          <p:spTgt spid="20"/>
                                        </p:tgtEl>
                                        <p:attrNameLst>
                                          <p:attrName>r</p:attrName>
                                        </p:attrNameLst>
                                      </p:cBhvr>
                                    </p:animRot>
                                    <p:animRot by="240000">
                                      <p:cBhvr>
                                        <p:cTn id="131" dur="200" fill="hold">
                                          <p:stCondLst>
                                            <p:cond delay="400"/>
                                          </p:stCondLst>
                                        </p:cTn>
                                        <p:tgtEl>
                                          <p:spTgt spid="20"/>
                                        </p:tgtEl>
                                        <p:attrNameLst>
                                          <p:attrName>r</p:attrName>
                                        </p:attrNameLst>
                                      </p:cBhvr>
                                    </p:animRot>
                                    <p:animRot by="-240000">
                                      <p:cBhvr>
                                        <p:cTn id="132" dur="200" fill="hold">
                                          <p:stCondLst>
                                            <p:cond delay="600"/>
                                          </p:stCondLst>
                                        </p:cTn>
                                        <p:tgtEl>
                                          <p:spTgt spid="20"/>
                                        </p:tgtEl>
                                        <p:attrNameLst>
                                          <p:attrName>r</p:attrName>
                                        </p:attrNameLst>
                                      </p:cBhvr>
                                    </p:animRot>
                                    <p:animRot by="120000">
                                      <p:cBhvr>
                                        <p:cTn id="133" dur="200" fill="hold">
                                          <p:stCondLst>
                                            <p:cond delay="800"/>
                                          </p:stCondLst>
                                        </p:cTn>
                                        <p:tgtEl>
                                          <p:spTgt spid="20"/>
                                        </p:tgtEl>
                                        <p:attrNameLst>
                                          <p:attrName>r</p:attrName>
                                        </p:attrNameLst>
                                      </p:cBhvr>
                                    </p:animRo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21"/>
                                        </p:tgtEl>
                                        <p:attrNameLst>
                                          <p:attrName>style.visibility</p:attrName>
                                        </p:attrNameLst>
                                      </p:cBhvr>
                                      <p:to>
                                        <p:strVal val="visible"/>
                                      </p:to>
                                    </p:set>
                                    <p:animEffect transition="in" filter="wipe(left)">
                                      <p:cBhvr>
                                        <p:cTn id="138" dur="500"/>
                                        <p:tgtEl>
                                          <p:spTgt spid="21"/>
                                        </p:tgtEl>
                                      </p:cBhvr>
                                    </p:animEffect>
                                  </p:childTnLst>
                                </p:cTn>
                              </p:par>
                              <p:par>
                                <p:cTn id="139" presetID="10" presetClass="exit" presetSubtype="0" fill="hold" nodeType="withEffect">
                                  <p:stCondLst>
                                    <p:cond delay="0"/>
                                  </p:stCondLst>
                                  <p:childTnLst>
                                    <p:animEffect transition="out" filter="fade">
                                      <p:cBhvr>
                                        <p:cTn id="140" dur="500"/>
                                        <p:tgtEl>
                                          <p:spTgt spid="20"/>
                                        </p:tgtEl>
                                      </p:cBhvr>
                                    </p:animEffect>
                                    <p:set>
                                      <p:cBhvr>
                                        <p:cTn id="141" dur="1" fill="hold">
                                          <p:stCondLst>
                                            <p:cond delay="499"/>
                                          </p:stCondLst>
                                        </p:cTn>
                                        <p:tgtEl>
                                          <p:spTgt spid="20"/>
                                        </p:tgtEl>
                                        <p:attrNameLst>
                                          <p:attrName>style.visibility</p:attrName>
                                        </p:attrNameLst>
                                      </p:cBhvr>
                                      <p:to>
                                        <p:strVal val="hidden"/>
                                      </p:to>
                                    </p:set>
                                  </p:childTnLst>
                                </p:cTn>
                              </p:par>
                            </p:childTnLst>
                          </p:cTn>
                        </p:par>
                        <p:par>
                          <p:cTn id="142" fill="hold">
                            <p:stCondLst>
                              <p:cond delay="500"/>
                            </p:stCondLst>
                            <p:childTnLst>
                              <p:par>
                                <p:cTn id="143" presetID="22" presetClass="entr" presetSubtype="8" fill="hold" nodeType="afterEffect">
                                  <p:stCondLst>
                                    <p:cond delay="0"/>
                                  </p:stCondLst>
                                  <p:childTnLst>
                                    <p:set>
                                      <p:cBhvr>
                                        <p:cTn id="144" dur="1" fill="hold">
                                          <p:stCondLst>
                                            <p:cond delay="0"/>
                                          </p:stCondLst>
                                        </p:cTn>
                                        <p:tgtEl>
                                          <p:spTgt spid="47"/>
                                        </p:tgtEl>
                                        <p:attrNameLst>
                                          <p:attrName>style.visibility</p:attrName>
                                        </p:attrNameLst>
                                      </p:cBhvr>
                                      <p:to>
                                        <p:strVal val="visible"/>
                                      </p:to>
                                    </p:set>
                                    <p:animEffect transition="in" filter="wipe(left)">
                                      <p:cBhvr>
                                        <p:cTn id="145" dur="500"/>
                                        <p:tgtEl>
                                          <p:spTgt spid="47"/>
                                        </p:tgtEl>
                                      </p:cBhvr>
                                    </p:animEffect>
                                  </p:childTnLst>
                                </p:cTn>
                              </p:par>
                            </p:childTnLst>
                          </p:cTn>
                        </p:par>
                        <p:par>
                          <p:cTn id="146" fill="hold">
                            <p:stCondLst>
                              <p:cond delay="1000"/>
                            </p:stCondLst>
                            <p:childTnLst>
                              <p:par>
                                <p:cTn id="147" presetID="32" presetClass="emph" presetSubtype="0" fill="hold" nodeType="afterEffect">
                                  <p:stCondLst>
                                    <p:cond delay="0"/>
                                  </p:stCondLst>
                                  <p:childTnLst>
                                    <p:animRot by="120000">
                                      <p:cBhvr>
                                        <p:cTn id="148" dur="100" fill="hold">
                                          <p:stCondLst>
                                            <p:cond delay="0"/>
                                          </p:stCondLst>
                                        </p:cTn>
                                        <p:tgtEl>
                                          <p:spTgt spid="47"/>
                                        </p:tgtEl>
                                        <p:attrNameLst>
                                          <p:attrName>r</p:attrName>
                                        </p:attrNameLst>
                                      </p:cBhvr>
                                    </p:animRot>
                                    <p:animRot by="-240000">
                                      <p:cBhvr>
                                        <p:cTn id="149" dur="200" fill="hold">
                                          <p:stCondLst>
                                            <p:cond delay="200"/>
                                          </p:stCondLst>
                                        </p:cTn>
                                        <p:tgtEl>
                                          <p:spTgt spid="47"/>
                                        </p:tgtEl>
                                        <p:attrNameLst>
                                          <p:attrName>r</p:attrName>
                                        </p:attrNameLst>
                                      </p:cBhvr>
                                    </p:animRot>
                                    <p:animRot by="240000">
                                      <p:cBhvr>
                                        <p:cTn id="150" dur="200" fill="hold">
                                          <p:stCondLst>
                                            <p:cond delay="400"/>
                                          </p:stCondLst>
                                        </p:cTn>
                                        <p:tgtEl>
                                          <p:spTgt spid="47"/>
                                        </p:tgtEl>
                                        <p:attrNameLst>
                                          <p:attrName>r</p:attrName>
                                        </p:attrNameLst>
                                      </p:cBhvr>
                                    </p:animRot>
                                    <p:animRot by="-240000">
                                      <p:cBhvr>
                                        <p:cTn id="151" dur="200" fill="hold">
                                          <p:stCondLst>
                                            <p:cond delay="600"/>
                                          </p:stCondLst>
                                        </p:cTn>
                                        <p:tgtEl>
                                          <p:spTgt spid="47"/>
                                        </p:tgtEl>
                                        <p:attrNameLst>
                                          <p:attrName>r</p:attrName>
                                        </p:attrNameLst>
                                      </p:cBhvr>
                                    </p:animRot>
                                    <p:animRot by="120000">
                                      <p:cBhvr>
                                        <p:cTn id="152" dur="200" fill="hold">
                                          <p:stCondLst>
                                            <p:cond delay="800"/>
                                          </p:stCondLst>
                                        </p:cTn>
                                        <p:tgtEl>
                                          <p:spTgt spid="47"/>
                                        </p:tgtEl>
                                        <p:attrNameLst>
                                          <p:attrName>r</p:attrName>
                                        </p:attrNameLst>
                                      </p:cBhvr>
                                    </p:animRo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48"/>
                                        </p:tgtEl>
                                        <p:attrNameLst>
                                          <p:attrName>style.visibility</p:attrName>
                                        </p:attrNameLst>
                                      </p:cBhvr>
                                      <p:to>
                                        <p:strVal val="visible"/>
                                      </p:to>
                                    </p:set>
                                    <p:animEffect transition="in" filter="wipe(left)">
                                      <p:cBhvr>
                                        <p:cTn id="157" dur="500"/>
                                        <p:tgtEl>
                                          <p:spTgt spid="48"/>
                                        </p:tgtEl>
                                      </p:cBhvr>
                                    </p:animEffect>
                                  </p:childTnLst>
                                </p:cTn>
                              </p:par>
                              <p:par>
                                <p:cTn id="158" presetID="10" presetClass="exit" presetSubtype="0" fill="hold" nodeType="withEffect">
                                  <p:stCondLst>
                                    <p:cond delay="0"/>
                                  </p:stCondLst>
                                  <p:childTnLst>
                                    <p:animEffect transition="out" filter="fade">
                                      <p:cBhvr>
                                        <p:cTn id="159" dur="500"/>
                                        <p:tgtEl>
                                          <p:spTgt spid="47"/>
                                        </p:tgtEl>
                                      </p:cBhvr>
                                    </p:animEffect>
                                    <p:set>
                                      <p:cBhvr>
                                        <p:cTn id="160" dur="1" fill="hold">
                                          <p:stCondLst>
                                            <p:cond delay="499"/>
                                          </p:stCondLst>
                                        </p:cTn>
                                        <p:tgtEl>
                                          <p:spTgt spid="47"/>
                                        </p:tgtEl>
                                        <p:attrNameLst>
                                          <p:attrName>style.visibility</p:attrName>
                                        </p:attrNameLst>
                                      </p:cBhvr>
                                      <p:to>
                                        <p:strVal val="hidden"/>
                                      </p:to>
                                    </p:set>
                                  </p:childTnLst>
                                </p:cTn>
                              </p:par>
                            </p:childTnLst>
                          </p:cTn>
                        </p:par>
                        <p:par>
                          <p:cTn id="161" fill="hold">
                            <p:stCondLst>
                              <p:cond delay="500"/>
                            </p:stCondLst>
                            <p:childTnLst>
                              <p:par>
                                <p:cTn id="162" presetID="22" presetClass="entr" presetSubtype="1" fill="hold" grpId="0" nodeType="afterEffect">
                                  <p:stCondLst>
                                    <p:cond delay="0"/>
                                  </p:stCondLst>
                                  <p:childTnLst>
                                    <p:set>
                                      <p:cBhvr>
                                        <p:cTn id="163" dur="1" fill="hold">
                                          <p:stCondLst>
                                            <p:cond delay="0"/>
                                          </p:stCondLst>
                                        </p:cTn>
                                        <p:tgtEl>
                                          <p:spTgt spid="8">
                                            <p:txEl>
                                              <p:pRg st="2" end="2"/>
                                            </p:txEl>
                                          </p:spTgt>
                                        </p:tgtEl>
                                        <p:attrNameLst>
                                          <p:attrName>style.visibility</p:attrName>
                                        </p:attrNameLst>
                                      </p:cBhvr>
                                      <p:to>
                                        <p:strVal val="visible"/>
                                      </p:to>
                                    </p:set>
                                    <p:animEffect transition="in" filter="wipe(up)">
                                      <p:cBhvr>
                                        <p:cTn id="164" dur="1000"/>
                                        <p:tgtEl>
                                          <p:spTgt spid="8">
                                            <p:txEl>
                                              <p:pRg st="2" end="2"/>
                                            </p:txEl>
                                          </p:spTgt>
                                        </p:tgtEl>
                                      </p:cBhvr>
                                    </p:animEffect>
                                  </p:childTnLst>
                                </p:cTn>
                              </p:par>
                            </p:childTnLst>
                          </p:cTn>
                        </p:par>
                        <p:par>
                          <p:cTn id="165" fill="hold">
                            <p:stCondLst>
                              <p:cond delay="1500"/>
                            </p:stCondLst>
                            <p:childTnLst>
                              <p:par>
                                <p:cTn id="166" presetID="22" presetClass="entr" presetSubtype="8" fill="hold" nodeType="afterEffect">
                                  <p:stCondLst>
                                    <p:cond delay="0"/>
                                  </p:stCondLst>
                                  <p:childTnLst>
                                    <p:set>
                                      <p:cBhvr>
                                        <p:cTn id="167" dur="1" fill="hold">
                                          <p:stCondLst>
                                            <p:cond delay="0"/>
                                          </p:stCondLst>
                                        </p:cTn>
                                        <p:tgtEl>
                                          <p:spTgt spid="11"/>
                                        </p:tgtEl>
                                        <p:attrNameLst>
                                          <p:attrName>style.visibility</p:attrName>
                                        </p:attrNameLst>
                                      </p:cBhvr>
                                      <p:to>
                                        <p:strVal val="visible"/>
                                      </p:to>
                                    </p:set>
                                    <p:animEffect transition="in" filter="wipe(left)">
                                      <p:cBhvr>
                                        <p:cTn id="168" dur="500"/>
                                        <p:tgtEl>
                                          <p:spTgt spid="11"/>
                                        </p:tgtEl>
                                      </p:cBhvr>
                                    </p:animEffect>
                                  </p:childTnLst>
                                </p:cTn>
                              </p:par>
                            </p:childTnLst>
                          </p:cTn>
                        </p:par>
                        <p:par>
                          <p:cTn id="169" fill="hold">
                            <p:stCondLst>
                              <p:cond delay="2000"/>
                            </p:stCondLst>
                            <p:childTnLst>
                              <p:par>
                                <p:cTn id="170" presetID="32" presetClass="emph" presetSubtype="0" fill="hold" nodeType="afterEffect">
                                  <p:stCondLst>
                                    <p:cond delay="0"/>
                                  </p:stCondLst>
                                  <p:childTnLst>
                                    <p:animRot by="120000">
                                      <p:cBhvr>
                                        <p:cTn id="171" dur="100" fill="hold">
                                          <p:stCondLst>
                                            <p:cond delay="0"/>
                                          </p:stCondLst>
                                        </p:cTn>
                                        <p:tgtEl>
                                          <p:spTgt spid="11"/>
                                        </p:tgtEl>
                                        <p:attrNameLst>
                                          <p:attrName>r</p:attrName>
                                        </p:attrNameLst>
                                      </p:cBhvr>
                                    </p:animRot>
                                    <p:animRot by="-240000">
                                      <p:cBhvr>
                                        <p:cTn id="172" dur="200" fill="hold">
                                          <p:stCondLst>
                                            <p:cond delay="200"/>
                                          </p:stCondLst>
                                        </p:cTn>
                                        <p:tgtEl>
                                          <p:spTgt spid="11"/>
                                        </p:tgtEl>
                                        <p:attrNameLst>
                                          <p:attrName>r</p:attrName>
                                        </p:attrNameLst>
                                      </p:cBhvr>
                                    </p:animRot>
                                    <p:animRot by="240000">
                                      <p:cBhvr>
                                        <p:cTn id="173" dur="200" fill="hold">
                                          <p:stCondLst>
                                            <p:cond delay="400"/>
                                          </p:stCondLst>
                                        </p:cTn>
                                        <p:tgtEl>
                                          <p:spTgt spid="11"/>
                                        </p:tgtEl>
                                        <p:attrNameLst>
                                          <p:attrName>r</p:attrName>
                                        </p:attrNameLst>
                                      </p:cBhvr>
                                    </p:animRot>
                                    <p:animRot by="-240000">
                                      <p:cBhvr>
                                        <p:cTn id="174" dur="200" fill="hold">
                                          <p:stCondLst>
                                            <p:cond delay="600"/>
                                          </p:stCondLst>
                                        </p:cTn>
                                        <p:tgtEl>
                                          <p:spTgt spid="11"/>
                                        </p:tgtEl>
                                        <p:attrNameLst>
                                          <p:attrName>r</p:attrName>
                                        </p:attrNameLst>
                                      </p:cBhvr>
                                    </p:animRot>
                                    <p:animRot by="120000">
                                      <p:cBhvr>
                                        <p:cTn id="175" dur="200" fill="hold">
                                          <p:stCondLst>
                                            <p:cond delay="800"/>
                                          </p:stCondLst>
                                        </p:cTn>
                                        <p:tgtEl>
                                          <p:spTgt spid="11"/>
                                        </p:tgtEl>
                                        <p:attrNameLst>
                                          <p:attrName>r</p:attrName>
                                        </p:attrNameLst>
                                      </p:cBhvr>
                                    </p:animRot>
                                  </p:childTnLst>
                                </p:cTn>
                              </p:par>
                            </p:childTnLst>
                          </p:cTn>
                        </p:par>
                      </p:childTnLst>
                    </p:cTn>
                  </p:par>
                  <p:par>
                    <p:cTn id="176" fill="hold">
                      <p:stCondLst>
                        <p:cond delay="indefinite"/>
                      </p:stCondLst>
                      <p:childTnLst>
                        <p:par>
                          <p:cTn id="177" fill="hold">
                            <p:stCondLst>
                              <p:cond delay="0"/>
                            </p:stCondLst>
                            <p:childTnLst>
                              <p:par>
                                <p:cTn id="178" presetID="22" presetClass="entr" presetSubtype="8" fill="hold" grpId="0" nodeType="clickEffect">
                                  <p:stCondLst>
                                    <p:cond delay="0"/>
                                  </p:stCondLst>
                                  <p:childTnLst>
                                    <p:set>
                                      <p:cBhvr>
                                        <p:cTn id="179" dur="1" fill="hold">
                                          <p:stCondLst>
                                            <p:cond delay="0"/>
                                          </p:stCondLst>
                                        </p:cTn>
                                        <p:tgtEl>
                                          <p:spTgt spid="12"/>
                                        </p:tgtEl>
                                        <p:attrNameLst>
                                          <p:attrName>style.visibility</p:attrName>
                                        </p:attrNameLst>
                                      </p:cBhvr>
                                      <p:to>
                                        <p:strVal val="visible"/>
                                      </p:to>
                                    </p:set>
                                    <p:animEffect transition="in" filter="wipe(left)">
                                      <p:cBhvr>
                                        <p:cTn id="180" dur="500"/>
                                        <p:tgtEl>
                                          <p:spTgt spid="12"/>
                                        </p:tgtEl>
                                      </p:cBhvr>
                                    </p:animEffect>
                                  </p:childTnLst>
                                </p:cTn>
                              </p:par>
                              <p:par>
                                <p:cTn id="181" presetID="10" presetClass="exit" presetSubtype="0" fill="hold" nodeType="withEffect">
                                  <p:stCondLst>
                                    <p:cond delay="0"/>
                                  </p:stCondLst>
                                  <p:childTnLst>
                                    <p:animEffect transition="out" filter="fade">
                                      <p:cBhvr>
                                        <p:cTn id="182" dur="500"/>
                                        <p:tgtEl>
                                          <p:spTgt spid="11"/>
                                        </p:tgtEl>
                                      </p:cBhvr>
                                    </p:animEffect>
                                    <p:set>
                                      <p:cBhvr>
                                        <p:cTn id="183" dur="1" fill="hold">
                                          <p:stCondLst>
                                            <p:cond delay="499"/>
                                          </p:stCondLst>
                                        </p:cTn>
                                        <p:tgtEl>
                                          <p:spTgt spid="11"/>
                                        </p:tgtEl>
                                        <p:attrNameLst>
                                          <p:attrName>style.visibility</p:attrName>
                                        </p:attrNameLst>
                                      </p:cBhvr>
                                      <p:to>
                                        <p:strVal val="hidden"/>
                                      </p:to>
                                    </p:set>
                                  </p:childTnLst>
                                </p:cTn>
                              </p:par>
                            </p:childTnLst>
                          </p:cTn>
                        </p:par>
                        <p:par>
                          <p:cTn id="184" fill="hold">
                            <p:stCondLst>
                              <p:cond delay="500"/>
                            </p:stCondLst>
                            <p:childTnLst>
                              <p:par>
                                <p:cTn id="185" presetID="22" presetClass="entr" presetSubtype="8" fill="hold" nodeType="afterEffect">
                                  <p:stCondLst>
                                    <p:cond delay="0"/>
                                  </p:stCondLst>
                                  <p:childTnLst>
                                    <p:set>
                                      <p:cBhvr>
                                        <p:cTn id="186" dur="1" fill="hold">
                                          <p:stCondLst>
                                            <p:cond delay="0"/>
                                          </p:stCondLst>
                                        </p:cTn>
                                        <p:tgtEl>
                                          <p:spTgt spid="18"/>
                                        </p:tgtEl>
                                        <p:attrNameLst>
                                          <p:attrName>style.visibility</p:attrName>
                                        </p:attrNameLst>
                                      </p:cBhvr>
                                      <p:to>
                                        <p:strVal val="visible"/>
                                      </p:to>
                                    </p:set>
                                    <p:animEffect transition="in" filter="wipe(left)">
                                      <p:cBhvr>
                                        <p:cTn id="187" dur="500"/>
                                        <p:tgtEl>
                                          <p:spTgt spid="18"/>
                                        </p:tgtEl>
                                      </p:cBhvr>
                                    </p:animEffect>
                                  </p:childTnLst>
                                </p:cTn>
                              </p:par>
                            </p:childTnLst>
                          </p:cTn>
                        </p:par>
                        <p:par>
                          <p:cTn id="188" fill="hold">
                            <p:stCondLst>
                              <p:cond delay="1000"/>
                            </p:stCondLst>
                            <p:childTnLst>
                              <p:par>
                                <p:cTn id="189" presetID="32" presetClass="emph" presetSubtype="0" fill="hold" nodeType="afterEffect">
                                  <p:stCondLst>
                                    <p:cond delay="0"/>
                                  </p:stCondLst>
                                  <p:childTnLst>
                                    <p:animRot by="120000">
                                      <p:cBhvr>
                                        <p:cTn id="190" dur="100" fill="hold">
                                          <p:stCondLst>
                                            <p:cond delay="0"/>
                                          </p:stCondLst>
                                        </p:cTn>
                                        <p:tgtEl>
                                          <p:spTgt spid="18"/>
                                        </p:tgtEl>
                                        <p:attrNameLst>
                                          <p:attrName>r</p:attrName>
                                        </p:attrNameLst>
                                      </p:cBhvr>
                                    </p:animRot>
                                    <p:animRot by="-240000">
                                      <p:cBhvr>
                                        <p:cTn id="191" dur="200" fill="hold">
                                          <p:stCondLst>
                                            <p:cond delay="200"/>
                                          </p:stCondLst>
                                        </p:cTn>
                                        <p:tgtEl>
                                          <p:spTgt spid="18"/>
                                        </p:tgtEl>
                                        <p:attrNameLst>
                                          <p:attrName>r</p:attrName>
                                        </p:attrNameLst>
                                      </p:cBhvr>
                                    </p:animRot>
                                    <p:animRot by="240000">
                                      <p:cBhvr>
                                        <p:cTn id="192" dur="200" fill="hold">
                                          <p:stCondLst>
                                            <p:cond delay="400"/>
                                          </p:stCondLst>
                                        </p:cTn>
                                        <p:tgtEl>
                                          <p:spTgt spid="18"/>
                                        </p:tgtEl>
                                        <p:attrNameLst>
                                          <p:attrName>r</p:attrName>
                                        </p:attrNameLst>
                                      </p:cBhvr>
                                    </p:animRot>
                                    <p:animRot by="-240000">
                                      <p:cBhvr>
                                        <p:cTn id="193" dur="200" fill="hold">
                                          <p:stCondLst>
                                            <p:cond delay="600"/>
                                          </p:stCondLst>
                                        </p:cTn>
                                        <p:tgtEl>
                                          <p:spTgt spid="18"/>
                                        </p:tgtEl>
                                        <p:attrNameLst>
                                          <p:attrName>r</p:attrName>
                                        </p:attrNameLst>
                                      </p:cBhvr>
                                    </p:animRot>
                                    <p:animRot by="120000">
                                      <p:cBhvr>
                                        <p:cTn id="194" dur="200" fill="hold">
                                          <p:stCondLst>
                                            <p:cond delay="800"/>
                                          </p:stCondLst>
                                        </p:cTn>
                                        <p:tgtEl>
                                          <p:spTgt spid="18"/>
                                        </p:tgtEl>
                                        <p:attrNameLst>
                                          <p:attrName>r</p:attrName>
                                        </p:attrNameLst>
                                      </p:cBhvr>
                                    </p:animRot>
                                  </p:childTnLst>
                                </p:cTn>
                              </p:par>
                            </p:childTnLst>
                          </p:cTn>
                        </p:par>
                      </p:childTnLst>
                    </p:cTn>
                  </p:par>
                  <p:par>
                    <p:cTn id="195" fill="hold">
                      <p:stCondLst>
                        <p:cond delay="indefinite"/>
                      </p:stCondLst>
                      <p:childTnLst>
                        <p:par>
                          <p:cTn id="196" fill="hold">
                            <p:stCondLst>
                              <p:cond delay="0"/>
                            </p:stCondLst>
                            <p:childTnLst>
                              <p:par>
                                <p:cTn id="197" presetID="22" presetClass="entr" presetSubtype="8" fill="hold" grpId="0" nodeType="clickEffect">
                                  <p:stCondLst>
                                    <p:cond delay="0"/>
                                  </p:stCondLst>
                                  <p:childTnLst>
                                    <p:set>
                                      <p:cBhvr>
                                        <p:cTn id="198" dur="1" fill="hold">
                                          <p:stCondLst>
                                            <p:cond delay="0"/>
                                          </p:stCondLst>
                                        </p:cTn>
                                        <p:tgtEl>
                                          <p:spTgt spid="19"/>
                                        </p:tgtEl>
                                        <p:attrNameLst>
                                          <p:attrName>style.visibility</p:attrName>
                                        </p:attrNameLst>
                                      </p:cBhvr>
                                      <p:to>
                                        <p:strVal val="visible"/>
                                      </p:to>
                                    </p:set>
                                    <p:animEffect transition="in" filter="wipe(left)">
                                      <p:cBhvr>
                                        <p:cTn id="199" dur="500"/>
                                        <p:tgtEl>
                                          <p:spTgt spid="19"/>
                                        </p:tgtEl>
                                      </p:cBhvr>
                                    </p:animEffect>
                                  </p:childTnLst>
                                </p:cTn>
                              </p:par>
                              <p:par>
                                <p:cTn id="200" presetID="10" presetClass="exit" presetSubtype="0" fill="hold" nodeType="withEffect">
                                  <p:stCondLst>
                                    <p:cond delay="0"/>
                                  </p:stCondLst>
                                  <p:childTnLst>
                                    <p:animEffect transition="out" filter="fade">
                                      <p:cBhvr>
                                        <p:cTn id="201" dur="500"/>
                                        <p:tgtEl>
                                          <p:spTgt spid="18"/>
                                        </p:tgtEl>
                                      </p:cBhvr>
                                    </p:animEffect>
                                    <p:set>
                                      <p:cBhvr>
                                        <p:cTn id="202" dur="1" fill="hold">
                                          <p:stCondLst>
                                            <p:cond delay="499"/>
                                          </p:stCondLst>
                                        </p:cTn>
                                        <p:tgtEl>
                                          <p:spTgt spid="18"/>
                                        </p:tgtEl>
                                        <p:attrNameLst>
                                          <p:attrName>style.visibility</p:attrName>
                                        </p:attrNameLst>
                                      </p:cBhvr>
                                      <p:to>
                                        <p:strVal val="hidden"/>
                                      </p:to>
                                    </p:set>
                                  </p:childTnLst>
                                </p:cTn>
                              </p:par>
                            </p:childTnLst>
                          </p:cTn>
                        </p:par>
                        <p:par>
                          <p:cTn id="203" fill="hold">
                            <p:stCondLst>
                              <p:cond delay="500"/>
                            </p:stCondLst>
                            <p:childTnLst>
                              <p:par>
                                <p:cTn id="204" presetID="22" presetClass="entr" presetSubtype="8" fill="hold" nodeType="afterEffect">
                                  <p:stCondLst>
                                    <p:cond delay="0"/>
                                  </p:stCondLst>
                                  <p:childTnLst>
                                    <p:set>
                                      <p:cBhvr>
                                        <p:cTn id="205" dur="1" fill="hold">
                                          <p:stCondLst>
                                            <p:cond delay="0"/>
                                          </p:stCondLst>
                                        </p:cTn>
                                        <p:tgtEl>
                                          <p:spTgt spid="2"/>
                                        </p:tgtEl>
                                        <p:attrNameLst>
                                          <p:attrName>style.visibility</p:attrName>
                                        </p:attrNameLst>
                                      </p:cBhvr>
                                      <p:to>
                                        <p:strVal val="visible"/>
                                      </p:to>
                                    </p:set>
                                    <p:animEffect transition="in" filter="wipe(left)">
                                      <p:cBhvr>
                                        <p:cTn id="206" dur="500"/>
                                        <p:tgtEl>
                                          <p:spTgt spid="2"/>
                                        </p:tgtEl>
                                      </p:cBhvr>
                                    </p:animEffect>
                                  </p:childTnLst>
                                </p:cTn>
                              </p:par>
                            </p:childTnLst>
                          </p:cTn>
                        </p:par>
                        <p:par>
                          <p:cTn id="207" fill="hold">
                            <p:stCondLst>
                              <p:cond delay="1000"/>
                            </p:stCondLst>
                            <p:childTnLst>
                              <p:par>
                                <p:cTn id="208" presetID="32" presetClass="emph" presetSubtype="0" fill="hold" nodeType="afterEffect">
                                  <p:stCondLst>
                                    <p:cond delay="0"/>
                                  </p:stCondLst>
                                  <p:childTnLst>
                                    <p:animRot by="120000">
                                      <p:cBhvr>
                                        <p:cTn id="209" dur="100" fill="hold">
                                          <p:stCondLst>
                                            <p:cond delay="0"/>
                                          </p:stCondLst>
                                        </p:cTn>
                                        <p:tgtEl>
                                          <p:spTgt spid="2"/>
                                        </p:tgtEl>
                                        <p:attrNameLst>
                                          <p:attrName>r</p:attrName>
                                        </p:attrNameLst>
                                      </p:cBhvr>
                                    </p:animRot>
                                    <p:animRot by="-240000">
                                      <p:cBhvr>
                                        <p:cTn id="210" dur="200" fill="hold">
                                          <p:stCondLst>
                                            <p:cond delay="200"/>
                                          </p:stCondLst>
                                        </p:cTn>
                                        <p:tgtEl>
                                          <p:spTgt spid="2"/>
                                        </p:tgtEl>
                                        <p:attrNameLst>
                                          <p:attrName>r</p:attrName>
                                        </p:attrNameLst>
                                      </p:cBhvr>
                                    </p:animRot>
                                    <p:animRot by="240000">
                                      <p:cBhvr>
                                        <p:cTn id="211" dur="200" fill="hold">
                                          <p:stCondLst>
                                            <p:cond delay="400"/>
                                          </p:stCondLst>
                                        </p:cTn>
                                        <p:tgtEl>
                                          <p:spTgt spid="2"/>
                                        </p:tgtEl>
                                        <p:attrNameLst>
                                          <p:attrName>r</p:attrName>
                                        </p:attrNameLst>
                                      </p:cBhvr>
                                    </p:animRot>
                                    <p:animRot by="-240000">
                                      <p:cBhvr>
                                        <p:cTn id="212" dur="200" fill="hold">
                                          <p:stCondLst>
                                            <p:cond delay="600"/>
                                          </p:stCondLst>
                                        </p:cTn>
                                        <p:tgtEl>
                                          <p:spTgt spid="2"/>
                                        </p:tgtEl>
                                        <p:attrNameLst>
                                          <p:attrName>r</p:attrName>
                                        </p:attrNameLst>
                                      </p:cBhvr>
                                    </p:animRot>
                                    <p:animRot by="120000">
                                      <p:cBhvr>
                                        <p:cTn id="213" dur="200" fill="hold">
                                          <p:stCondLst>
                                            <p:cond delay="800"/>
                                          </p:stCondLst>
                                        </p:cTn>
                                        <p:tgtEl>
                                          <p:spTgt spid="2"/>
                                        </p:tgtEl>
                                        <p:attrNameLst>
                                          <p:attrName>r</p:attrName>
                                        </p:attrNameLst>
                                      </p:cBhvr>
                                    </p:animRot>
                                  </p:childTnLst>
                                </p:cTn>
                              </p:par>
                            </p:childTnLst>
                          </p:cTn>
                        </p:par>
                      </p:childTnLst>
                    </p:cTn>
                  </p:par>
                  <p:par>
                    <p:cTn id="214" fill="hold">
                      <p:stCondLst>
                        <p:cond delay="indefinite"/>
                      </p:stCondLst>
                      <p:childTnLst>
                        <p:par>
                          <p:cTn id="215" fill="hold">
                            <p:stCondLst>
                              <p:cond delay="0"/>
                            </p:stCondLst>
                            <p:childTnLst>
                              <p:par>
                                <p:cTn id="216" presetID="22" presetClass="entr" presetSubtype="8" fill="hold" grpId="0" nodeType="clickEffect">
                                  <p:stCondLst>
                                    <p:cond delay="0"/>
                                  </p:stCondLst>
                                  <p:childTnLst>
                                    <p:set>
                                      <p:cBhvr>
                                        <p:cTn id="217" dur="1" fill="hold">
                                          <p:stCondLst>
                                            <p:cond delay="0"/>
                                          </p:stCondLst>
                                        </p:cTn>
                                        <p:tgtEl>
                                          <p:spTgt spid="3"/>
                                        </p:tgtEl>
                                        <p:attrNameLst>
                                          <p:attrName>style.visibility</p:attrName>
                                        </p:attrNameLst>
                                      </p:cBhvr>
                                      <p:to>
                                        <p:strVal val="visible"/>
                                      </p:to>
                                    </p:set>
                                    <p:animEffect transition="in" filter="wipe(left)">
                                      <p:cBhvr>
                                        <p:cTn id="218" dur="500"/>
                                        <p:tgtEl>
                                          <p:spTgt spid="3"/>
                                        </p:tgtEl>
                                      </p:cBhvr>
                                    </p:animEffect>
                                  </p:childTnLst>
                                </p:cTn>
                              </p:par>
                              <p:par>
                                <p:cTn id="219" presetID="10" presetClass="exit" presetSubtype="0" fill="hold" nodeType="withEffect">
                                  <p:stCondLst>
                                    <p:cond delay="0"/>
                                  </p:stCondLst>
                                  <p:childTnLst>
                                    <p:animEffect transition="out" filter="fade">
                                      <p:cBhvr>
                                        <p:cTn id="220" dur="500"/>
                                        <p:tgtEl>
                                          <p:spTgt spid="2"/>
                                        </p:tgtEl>
                                      </p:cBhvr>
                                    </p:animEffect>
                                    <p:set>
                                      <p:cBhvr>
                                        <p:cTn id="221" dur="1" fill="hold">
                                          <p:stCondLst>
                                            <p:cond delay="499"/>
                                          </p:stCondLst>
                                        </p:cTn>
                                        <p:tgtEl>
                                          <p:spTgt spid="2"/>
                                        </p:tgtEl>
                                        <p:attrNameLst>
                                          <p:attrName>style.visibility</p:attrName>
                                        </p:attrNameLst>
                                      </p:cBhvr>
                                      <p:to>
                                        <p:strVal val="hidden"/>
                                      </p:to>
                                    </p:set>
                                  </p:childTnLst>
                                </p:cTn>
                              </p:par>
                            </p:childTnLst>
                          </p:cTn>
                        </p:par>
                        <p:par>
                          <p:cTn id="222" fill="hold">
                            <p:stCondLst>
                              <p:cond delay="500"/>
                            </p:stCondLst>
                            <p:childTnLst>
                              <p:par>
                                <p:cTn id="223" presetID="22" presetClass="entr" presetSubtype="8" fill="hold" nodeType="afterEffect">
                                  <p:stCondLst>
                                    <p:cond delay="0"/>
                                  </p:stCondLst>
                                  <p:childTnLst>
                                    <p:set>
                                      <p:cBhvr>
                                        <p:cTn id="224" dur="1" fill="hold">
                                          <p:stCondLst>
                                            <p:cond delay="0"/>
                                          </p:stCondLst>
                                        </p:cTn>
                                        <p:tgtEl>
                                          <p:spTgt spid="180"/>
                                        </p:tgtEl>
                                        <p:attrNameLst>
                                          <p:attrName>style.visibility</p:attrName>
                                        </p:attrNameLst>
                                      </p:cBhvr>
                                      <p:to>
                                        <p:strVal val="visible"/>
                                      </p:to>
                                    </p:set>
                                    <p:animEffect transition="in" filter="wipe(left)">
                                      <p:cBhvr>
                                        <p:cTn id="225" dur="500"/>
                                        <p:tgtEl>
                                          <p:spTgt spid="180"/>
                                        </p:tgtEl>
                                      </p:cBhvr>
                                    </p:animEffect>
                                  </p:childTnLst>
                                </p:cTn>
                              </p:par>
                            </p:childTnLst>
                          </p:cTn>
                        </p:par>
                        <p:par>
                          <p:cTn id="226" fill="hold">
                            <p:stCondLst>
                              <p:cond delay="1000"/>
                            </p:stCondLst>
                            <p:childTnLst>
                              <p:par>
                                <p:cTn id="227" presetID="32" presetClass="emph" presetSubtype="0" fill="hold" nodeType="afterEffect">
                                  <p:stCondLst>
                                    <p:cond delay="0"/>
                                  </p:stCondLst>
                                  <p:childTnLst>
                                    <p:animRot by="120000">
                                      <p:cBhvr>
                                        <p:cTn id="228" dur="100" fill="hold">
                                          <p:stCondLst>
                                            <p:cond delay="0"/>
                                          </p:stCondLst>
                                        </p:cTn>
                                        <p:tgtEl>
                                          <p:spTgt spid="180"/>
                                        </p:tgtEl>
                                        <p:attrNameLst>
                                          <p:attrName>r</p:attrName>
                                        </p:attrNameLst>
                                      </p:cBhvr>
                                    </p:animRot>
                                    <p:animRot by="-240000">
                                      <p:cBhvr>
                                        <p:cTn id="229" dur="200" fill="hold">
                                          <p:stCondLst>
                                            <p:cond delay="200"/>
                                          </p:stCondLst>
                                        </p:cTn>
                                        <p:tgtEl>
                                          <p:spTgt spid="180"/>
                                        </p:tgtEl>
                                        <p:attrNameLst>
                                          <p:attrName>r</p:attrName>
                                        </p:attrNameLst>
                                      </p:cBhvr>
                                    </p:animRot>
                                    <p:animRot by="240000">
                                      <p:cBhvr>
                                        <p:cTn id="230" dur="200" fill="hold">
                                          <p:stCondLst>
                                            <p:cond delay="400"/>
                                          </p:stCondLst>
                                        </p:cTn>
                                        <p:tgtEl>
                                          <p:spTgt spid="180"/>
                                        </p:tgtEl>
                                        <p:attrNameLst>
                                          <p:attrName>r</p:attrName>
                                        </p:attrNameLst>
                                      </p:cBhvr>
                                    </p:animRot>
                                    <p:animRot by="-240000">
                                      <p:cBhvr>
                                        <p:cTn id="231" dur="200" fill="hold">
                                          <p:stCondLst>
                                            <p:cond delay="600"/>
                                          </p:stCondLst>
                                        </p:cTn>
                                        <p:tgtEl>
                                          <p:spTgt spid="180"/>
                                        </p:tgtEl>
                                        <p:attrNameLst>
                                          <p:attrName>r</p:attrName>
                                        </p:attrNameLst>
                                      </p:cBhvr>
                                    </p:animRot>
                                    <p:animRot by="120000">
                                      <p:cBhvr>
                                        <p:cTn id="232" dur="200" fill="hold">
                                          <p:stCondLst>
                                            <p:cond delay="800"/>
                                          </p:stCondLst>
                                        </p:cTn>
                                        <p:tgtEl>
                                          <p:spTgt spid="180"/>
                                        </p:tgtEl>
                                        <p:attrNameLst>
                                          <p:attrName>r</p:attrName>
                                        </p:attrNameLst>
                                      </p:cBhvr>
                                    </p:animRot>
                                  </p:childTnLst>
                                </p:cTn>
                              </p:par>
                            </p:childTnLst>
                          </p:cTn>
                        </p:par>
                      </p:childTnLst>
                    </p:cTn>
                  </p:par>
                  <p:par>
                    <p:cTn id="233" fill="hold">
                      <p:stCondLst>
                        <p:cond delay="indefinite"/>
                      </p:stCondLst>
                      <p:childTnLst>
                        <p:par>
                          <p:cTn id="234" fill="hold">
                            <p:stCondLst>
                              <p:cond delay="0"/>
                            </p:stCondLst>
                            <p:childTnLst>
                              <p:par>
                                <p:cTn id="235" presetID="22" presetClass="entr" presetSubtype="8" fill="hold" grpId="0" nodeType="clickEffect">
                                  <p:stCondLst>
                                    <p:cond delay="0"/>
                                  </p:stCondLst>
                                  <p:childTnLst>
                                    <p:set>
                                      <p:cBhvr>
                                        <p:cTn id="236" dur="1" fill="hold">
                                          <p:stCondLst>
                                            <p:cond delay="0"/>
                                          </p:stCondLst>
                                        </p:cTn>
                                        <p:tgtEl>
                                          <p:spTgt spid="248"/>
                                        </p:tgtEl>
                                        <p:attrNameLst>
                                          <p:attrName>style.visibility</p:attrName>
                                        </p:attrNameLst>
                                      </p:cBhvr>
                                      <p:to>
                                        <p:strVal val="visible"/>
                                      </p:to>
                                    </p:set>
                                    <p:animEffect transition="in" filter="wipe(left)">
                                      <p:cBhvr>
                                        <p:cTn id="237" dur="500"/>
                                        <p:tgtEl>
                                          <p:spTgt spid="248"/>
                                        </p:tgtEl>
                                      </p:cBhvr>
                                    </p:animEffect>
                                  </p:childTnLst>
                                </p:cTn>
                              </p:par>
                              <p:par>
                                <p:cTn id="238" presetID="10" presetClass="exit" presetSubtype="0" fill="hold" nodeType="withEffect">
                                  <p:stCondLst>
                                    <p:cond delay="0"/>
                                  </p:stCondLst>
                                  <p:childTnLst>
                                    <p:animEffect transition="out" filter="fade">
                                      <p:cBhvr>
                                        <p:cTn id="239" dur="500"/>
                                        <p:tgtEl>
                                          <p:spTgt spid="180"/>
                                        </p:tgtEl>
                                      </p:cBhvr>
                                    </p:animEffect>
                                    <p:set>
                                      <p:cBhvr>
                                        <p:cTn id="240" dur="1" fill="hold">
                                          <p:stCondLst>
                                            <p:cond delay="499"/>
                                          </p:stCondLst>
                                        </p:cTn>
                                        <p:tgtEl>
                                          <p:spTgt spid="180"/>
                                        </p:tgtEl>
                                        <p:attrNameLst>
                                          <p:attrName>style.visibility</p:attrName>
                                        </p:attrNameLst>
                                      </p:cBhvr>
                                      <p:to>
                                        <p:strVal val="hidden"/>
                                      </p:to>
                                    </p:set>
                                  </p:childTnLst>
                                </p:cTn>
                              </p:par>
                            </p:childTnLst>
                          </p:cTn>
                        </p:par>
                        <p:par>
                          <p:cTn id="241" fill="hold">
                            <p:stCondLst>
                              <p:cond delay="500"/>
                            </p:stCondLst>
                            <p:childTnLst>
                              <p:par>
                                <p:cTn id="242" presetID="10" presetClass="exit" presetSubtype="0" fill="hold" grpId="1" nodeType="afterEffect">
                                  <p:stCondLst>
                                    <p:cond delay="0"/>
                                  </p:stCondLst>
                                  <p:childTnLst>
                                    <p:animEffect transition="out" filter="fade">
                                      <p:cBhvr>
                                        <p:cTn id="243" dur="500"/>
                                        <p:tgtEl>
                                          <p:spTgt spid="8">
                                            <p:txEl>
                                              <p:pRg st="0" end="0"/>
                                            </p:txEl>
                                          </p:spTgt>
                                        </p:tgtEl>
                                      </p:cBhvr>
                                    </p:animEffect>
                                    <p:set>
                                      <p:cBhvr>
                                        <p:cTn id="244" dur="1" fill="hold">
                                          <p:stCondLst>
                                            <p:cond delay="499"/>
                                          </p:stCondLst>
                                        </p:cTn>
                                        <p:tgtEl>
                                          <p:spTgt spid="8">
                                            <p:txEl>
                                              <p:pRg st="0" end="0"/>
                                            </p:txEl>
                                          </p:spTgt>
                                        </p:tgtEl>
                                        <p:attrNameLst>
                                          <p:attrName>style.visibility</p:attrName>
                                        </p:attrNameLst>
                                      </p:cBhvr>
                                      <p:to>
                                        <p:strVal val="hidden"/>
                                      </p:to>
                                    </p:set>
                                  </p:childTnLst>
                                </p:cTn>
                              </p:par>
                              <p:par>
                                <p:cTn id="245" presetID="10" presetClass="exit" presetSubtype="0" fill="hold" grpId="1" nodeType="withEffect">
                                  <p:stCondLst>
                                    <p:cond delay="0"/>
                                  </p:stCondLst>
                                  <p:childTnLst>
                                    <p:animEffect transition="out" filter="fade">
                                      <p:cBhvr>
                                        <p:cTn id="246" dur="500"/>
                                        <p:tgtEl>
                                          <p:spTgt spid="8">
                                            <p:txEl>
                                              <p:pRg st="1" end="1"/>
                                            </p:txEl>
                                          </p:spTgt>
                                        </p:tgtEl>
                                      </p:cBhvr>
                                    </p:animEffect>
                                    <p:set>
                                      <p:cBhvr>
                                        <p:cTn id="247" dur="1" fill="hold">
                                          <p:stCondLst>
                                            <p:cond delay="499"/>
                                          </p:stCondLst>
                                        </p:cTn>
                                        <p:tgtEl>
                                          <p:spTgt spid="8">
                                            <p:txEl>
                                              <p:pRg st="1" end="1"/>
                                            </p:txEl>
                                          </p:spTgt>
                                        </p:tgtEl>
                                        <p:attrNameLst>
                                          <p:attrName>style.visibility</p:attrName>
                                        </p:attrNameLst>
                                      </p:cBhvr>
                                      <p:to>
                                        <p:strVal val="hidden"/>
                                      </p:to>
                                    </p:set>
                                  </p:childTnLst>
                                </p:cTn>
                              </p:par>
                              <p:par>
                                <p:cTn id="248" presetID="10" presetClass="exit" presetSubtype="0" fill="hold" grpId="1" nodeType="withEffect">
                                  <p:stCondLst>
                                    <p:cond delay="0"/>
                                  </p:stCondLst>
                                  <p:childTnLst>
                                    <p:animEffect transition="out" filter="fade">
                                      <p:cBhvr>
                                        <p:cTn id="249" dur="500"/>
                                        <p:tgtEl>
                                          <p:spTgt spid="8">
                                            <p:txEl>
                                              <p:pRg st="2" end="2"/>
                                            </p:txEl>
                                          </p:spTgt>
                                        </p:tgtEl>
                                      </p:cBhvr>
                                    </p:animEffect>
                                    <p:set>
                                      <p:cBhvr>
                                        <p:cTn id="250" dur="1" fill="hold">
                                          <p:stCondLst>
                                            <p:cond delay="499"/>
                                          </p:stCondLst>
                                        </p:cTn>
                                        <p:tgtEl>
                                          <p:spTgt spid="8">
                                            <p:txEl>
                                              <p:pRg st="2" end="2"/>
                                            </p:txEl>
                                          </p:spTgt>
                                        </p:tgtEl>
                                        <p:attrNameLst>
                                          <p:attrName>style.visibility</p:attrName>
                                        </p:attrNameLst>
                                      </p:cBhvr>
                                      <p:to>
                                        <p:strVal val="hidden"/>
                                      </p:to>
                                    </p:set>
                                  </p:childTnLst>
                                </p:cTn>
                              </p:par>
                              <p:par>
                                <p:cTn id="251" presetID="10" presetClass="exit" presetSubtype="0" fill="hold" grpId="1" nodeType="withEffect">
                                  <p:stCondLst>
                                    <p:cond delay="0"/>
                                  </p:stCondLst>
                                  <p:childTnLst>
                                    <p:animEffect transition="out" filter="fade">
                                      <p:cBhvr>
                                        <p:cTn id="252" dur="500"/>
                                        <p:tgtEl>
                                          <p:spTgt spid="8">
                                            <p:bg/>
                                          </p:spTgt>
                                        </p:tgtEl>
                                      </p:cBhvr>
                                    </p:animEffect>
                                    <p:set>
                                      <p:cBhvr>
                                        <p:cTn id="253" dur="1" fill="hold">
                                          <p:stCondLst>
                                            <p:cond delay="499"/>
                                          </p:stCondLst>
                                        </p:cTn>
                                        <p:tgtEl>
                                          <p:spTgt spid="8">
                                            <p:bg/>
                                          </p:spTgt>
                                        </p:tgtEl>
                                        <p:attrNameLst>
                                          <p:attrName>style.visibility</p:attrName>
                                        </p:attrNameLst>
                                      </p:cBhvr>
                                      <p:to>
                                        <p:strVal val="hidden"/>
                                      </p:to>
                                    </p:set>
                                  </p:childTnLst>
                                </p:cTn>
                              </p:par>
                            </p:childTnLst>
                          </p:cTn>
                        </p:par>
                        <p:par>
                          <p:cTn id="254" fill="hold">
                            <p:stCondLst>
                              <p:cond delay="1000"/>
                            </p:stCondLst>
                            <p:childTnLst>
                              <p:par>
                                <p:cTn id="255" presetID="22" presetClass="entr" presetSubtype="1" fill="hold" grpId="0" nodeType="afterEffect">
                                  <p:stCondLst>
                                    <p:cond delay="0"/>
                                  </p:stCondLst>
                                  <p:childTnLst>
                                    <p:set>
                                      <p:cBhvr>
                                        <p:cTn id="256" dur="1" fill="hold">
                                          <p:stCondLst>
                                            <p:cond delay="0"/>
                                          </p:stCondLst>
                                        </p:cTn>
                                        <p:tgtEl>
                                          <p:spTgt spid="190">
                                            <p:bg/>
                                          </p:spTgt>
                                        </p:tgtEl>
                                        <p:attrNameLst>
                                          <p:attrName>style.visibility</p:attrName>
                                        </p:attrNameLst>
                                      </p:cBhvr>
                                      <p:to>
                                        <p:strVal val="visible"/>
                                      </p:to>
                                    </p:set>
                                    <p:animEffect transition="in" filter="wipe(up)">
                                      <p:cBhvr>
                                        <p:cTn id="257" dur="1000"/>
                                        <p:tgtEl>
                                          <p:spTgt spid="190">
                                            <p:bg/>
                                          </p:spTgt>
                                        </p:tgtEl>
                                      </p:cBhvr>
                                    </p:animEffect>
                                  </p:childTnLst>
                                </p:cTn>
                              </p:par>
                            </p:childTnLst>
                          </p:cTn>
                        </p:par>
                      </p:childTnLst>
                    </p:cTn>
                  </p:par>
                  <p:par>
                    <p:cTn id="258" fill="hold">
                      <p:stCondLst>
                        <p:cond delay="indefinite"/>
                      </p:stCondLst>
                      <p:childTnLst>
                        <p:par>
                          <p:cTn id="259" fill="hold">
                            <p:stCondLst>
                              <p:cond delay="0"/>
                            </p:stCondLst>
                            <p:childTnLst>
                              <p:par>
                                <p:cTn id="260" presetID="22" presetClass="entr" presetSubtype="1" fill="hold" grpId="0" nodeType="clickEffect">
                                  <p:stCondLst>
                                    <p:cond delay="0"/>
                                  </p:stCondLst>
                                  <p:childTnLst>
                                    <p:set>
                                      <p:cBhvr>
                                        <p:cTn id="261" dur="1" fill="hold">
                                          <p:stCondLst>
                                            <p:cond delay="0"/>
                                          </p:stCondLst>
                                        </p:cTn>
                                        <p:tgtEl>
                                          <p:spTgt spid="190">
                                            <p:txEl>
                                              <p:pRg st="0" end="0"/>
                                            </p:txEl>
                                          </p:spTgt>
                                        </p:tgtEl>
                                        <p:attrNameLst>
                                          <p:attrName>style.visibility</p:attrName>
                                        </p:attrNameLst>
                                      </p:cBhvr>
                                      <p:to>
                                        <p:strVal val="visible"/>
                                      </p:to>
                                    </p:set>
                                    <p:animEffect transition="in" filter="wipe(up)">
                                      <p:cBhvr>
                                        <p:cTn id="262" dur="1000"/>
                                        <p:tgtEl>
                                          <p:spTgt spid="190">
                                            <p:txEl>
                                              <p:pRg st="0" end="0"/>
                                            </p:txEl>
                                          </p:spTgt>
                                        </p:tgtEl>
                                      </p:cBhvr>
                                    </p:animEffect>
                                  </p:childTnLst>
                                </p:cTn>
                              </p:par>
                            </p:childTnLst>
                          </p:cTn>
                        </p:par>
                        <p:par>
                          <p:cTn id="263" fill="hold">
                            <p:stCondLst>
                              <p:cond delay="2000"/>
                            </p:stCondLst>
                            <p:childTnLst>
                              <p:par>
                                <p:cTn id="264" presetID="45" presetClass="entr" presetSubtype="0" fill="hold" grpId="0" nodeType="afterEffect">
                                  <p:stCondLst>
                                    <p:cond delay="0"/>
                                  </p:stCondLst>
                                  <p:childTnLst>
                                    <p:set>
                                      <p:cBhvr>
                                        <p:cTn id="265" dur="1" fill="hold">
                                          <p:stCondLst>
                                            <p:cond delay="0"/>
                                          </p:stCondLst>
                                        </p:cTn>
                                        <p:tgtEl>
                                          <p:spTgt spid="78"/>
                                        </p:tgtEl>
                                        <p:attrNameLst>
                                          <p:attrName>style.visibility</p:attrName>
                                        </p:attrNameLst>
                                      </p:cBhvr>
                                      <p:to>
                                        <p:strVal val="visible"/>
                                      </p:to>
                                    </p:set>
                                    <p:animEffect transition="in" filter="fade">
                                      <p:cBhvr>
                                        <p:cTn id="266" dur="2000"/>
                                        <p:tgtEl>
                                          <p:spTgt spid="78"/>
                                        </p:tgtEl>
                                      </p:cBhvr>
                                    </p:animEffect>
                                    <p:anim calcmode="lin" valueType="num">
                                      <p:cBhvr>
                                        <p:cTn id="267" dur="2000" fill="hold"/>
                                        <p:tgtEl>
                                          <p:spTgt spid="78"/>
                                        </p:tgtEl>
                                        <p:attrNameLst>
                                          <p:attrName>ppt_w</p:attrName>
                                        </p:attrNameLst>
                                      </p:cBhvr>
                                      <p:tavLst>
                                        <p:tav tm="0" fmla="#ppt_w*sin(2.5*pi*$)">
                                          <p:val>
                                            <p:fltVal val="0"/>
                                          </p:val>
                                        </p:tav>
                                        <p:tav tm="100000">
                                          <p:val>
                                            <p:fltVal val="1"/>
                                          </p:val>
                                        </p:tav>
                                      </p:tavLst>
                                    </p:anim>
                                    <p:anim calcmode="lin" valueType="num">
                                      <p:cBhvr>
                                        <p:cTn id="268" dur="2000" fill="hold"/>
                                        <p:tgtEl>
                                          <p:spTgt spid="78"/>
                                        </p:tgtEl>
                                        <p:attrNameLst>
                                          <p:attrName>ppt_h</p:attrName>
                                        </p:attrNameLst>
                                      </p:cBhvr>
                                      <p:tavLst>
                                        <p:tav tm="0">
                                          <p:val>
                                            <p:strVal val="#ppt_h"/>
                                          </p:val>
                                        </p:tav>
                                        <p:tav tm="100000">
                                          <p:val>
                                            <p:strVal val="#ppt_h"/>
                                          </p:val>
                                        </p:tav>
                                      </p:tavLst>
                                    </p:anim>
                                  </p:childTnLst>
                                </p:cTn>
                              </p:par>
                            </p:childTnLst>
                          </p:cTn>
                        </p:par>
                      </p:childTnLst>
                    </p:cTn>
                  </p:par>
                  <p:par>
                    <p:cTn id="269" fill="hold">
                      <p:stCondLst>
                        <p:cond delay="indefinite"/>
                      </p:stCondLst>
                      <p:childTnLst>
                        <p:par>
                          <p:cTn id="270" fill="hold">
                            <p:stCondLst>
                              <p:cond delay="0"/>
                            </p:stCondLst>
                            <p:childTnLst>
                              <p:par>
                                <p:cTn id="271" presetID="22" presetClass="entr" presetSubtype="8" fill="hold" nodeType="clickEffect">
                                  <p:stCondLst>
                                    <p:cond delay="0"/>
                                  </p:stCondLst>
                                  <p:childTnLst>
                                    <p:set>
                                      <p:cBhvr>
                                        <p:cTn id="272" dur="1" fill="hold">
                                          <p:stCondLst>
                                            <p:cond delay="0"/>
                                          </p:stCondLst>
                                        </p:cTn>
                                        <p:tgtEl>
                                          <p:spTgt spid="17"/>
                                        </p:tgtEl>
                                        <p:attrNameLst>
                                          <p:attrName>style.visibility</p:attrName>
                                        </p:attrNameLst>
                                      </p:cBhvr>
                                      <p:to>
                                        <p:strVal val="visible"/>
                                      </p:to>
                                    </p:set>
                                    <p:animEffect transition="in" filter="wipe(left)">
                                      <p:cBhvr>
                                        <p:cTn id="273" dur="500"/>
                                        <p:tgtEl>
                                          <p:spTgt spid="17"/>
                                        </p:tgtEl>
                                      </p:cBhvr>
                                    </p:animEffect>
                                  </p:childTnLst>
                                </p:cTn>
                              </p:par>
                            </p:childTnLst>
                          </p:cTn>
                        </p:par>
                        <p:par>
                          <p:cTn id="274" fill="hold">
                            <p:stCondLst>
                              <p:cond delay="500"/>
                            </p:stCondLst>
                            <p:childTnLst>
                              <p:par>
                                <p:cTn id="275" presetID="10" presetClass="entr" presetSubtype="0" fill="hold" grpId="0" nodeType="afterEffect">
                                  <p:stCondLst>
                                    <p:cond delay="0"/>
                                  </p:stCondLst>
                                  <p:childTnLst>
                                    <p:set>
                                      <p:cBhvr>
                                        <p:cTn id="276" dur="1" fill="hold">
                                          <p:stCondLst>
                                            <p:cond delay="0"/>
                                          </p:stCondLst>
                                        </p:cTn>
                                        <p:tgtEl>
                                          <p:spTgt spid="243"/>
                                        </p:tgtEl>
                                        <p:attrNameLst>
                                          <p:attrName>style.visibility</p:attrName>
                                        </p:attrNameLst>
                                      </p:cBhvr>
                                      <p:to>
                                        <p:strVal val="visible"/>
                                      </p:to>
                                    </p:set>
                                    <p:animEffect transition="in" filter="fade">
                                      <p:cBhvr>
                                        <p:cTn id="277" dur="500"/>
                                        <p:tgtEl>
                                          <p:spTgt spid="243"/>
                                        </p:tgtEl>
                                      </p:cBhvr>
                                    </p:animEffect>
                                  </p:childTnLst>
                                </p:cTn>
                              </p:par>
                            </p:childTnLst>
                          </p:cTn>
                        </p:par>
                        <p:par>
                          <p:cTn id="278" fill="hold">
                            <p:stCondLst>
                              <p:cond delay="1000"/>
                            </p:stCondLst>
                            <p:childTnLst>
                              <p:par>
                                <p:cTn id="279" presetID="10" presetClass="entr" presetSubtype="0" fill="hold" grpId="0" nodeType="afterEffect">
                                  <p:stCondLst>
                                    <p:cond delay="0"/>
                                  </p:stCondLst>
                                  <p:childTnLst>
                                    <p:set>
                                      <p:cBhvr>
                                        <p:cTn id="280" dur="1" fill="hold">
                                          <p:stCondLst>
                                            <p:cond delay="0"/>
                                          </p:stCondLst>
                                        </p:cTn>
                                        <p:tgtEl>
                                          <p:spTgt spid="249"/>
                                        </p:tgtEl>
                                        <p:attrNameLst>
                                          <p:attrName>style.visibility</p:attrName>
                                        </p:attrNameLst>
                                      </p:cBhvr>
                                      <p:to>
                                        <p:strVal val="visible"/>
                                      </p:to>
                                    </p:set>
                                    <p:animEffect transition="in" filter="fade">
                                      <p:cBhvr>
                                        <p:cTn id="281" dur="500"/>
                                        <p:tgtEl>
                                          <p:spTgt spid="249"/>
                                        </p:tgtEl>
                                      </p:cBhvr>
                                    </p:animEffect>
                                  </p:childTnLst>
                                </p:cTn>
                              </p:par>
                            </p:childTnLst>
                          </p:cTn>
                        </p:par>
                        <p:par>
                          <p:cTn id="282" fill="hold">
                            <p:stCondLst>
                              <p:cond delay="1500"/>
                            </p:stCondLst>
                            <p:childTnLst>
                              <p:par>
                                <p:cTn id="283" presetID="10" presetClass="entr" presetSubtype="0" fill="hold" grpId="0" nodeType="afterEffect">
                                  <p:stCondLst>
                                    <p:cond delay="0"/>
                                  </p:stCondLst>
                                  <p:childTnLst>
                                    <p:set>
                                      <p:cBhvr>
                                        <p:cTn id="284" dur="1" fill="hold">
                                          <p:stCondLst>
                                            <p:cond delay="0"/>
                                          </p:stCondLst>
                                        </p:cTn>
                                        <p:tgtEl>
                                          <p:spTgt spid="251"/>
                                        </p:tgtEl>
                                        <p:attrNameLst>
                                          <p:attrName>style.visibility</p:attrName>
                                        </p:attrNameLst>
                                      </p:cBhvr>
                                      <p:to>
                                        <p:strVal val="visible"/>
                                      </p:to>
                                    </p:set>
                                    <p:animEffect transition="in" filter="fade">
                                      <p:cBhvr>
                                        <p:cTn id="285" dur="500"/>
                                        <p:tgtEl>
                                          <p:spTgt spid="251"/>
                                        </p:tgtEl>
                                      </p:cBhvr>
                                    </p:animEffect>
                                  </p:childTnLst>
                                </p:cTn>
                              </p:par>
                            </p:childTnLst>
                          </p:cTn>
                        </p:par>
                        <p:par>
                          <p:cTn id="286" fill="hold">
                            <p:stCondLst>
                              <p:cond delay="2000"/>
                            </p:stCondLst>
                            <p:childTnLst>
                              <p:par>
                                <p:cTn id="287" presetID="10" presetClass="entr" presetSubtype="0" fill="hold" grpId="0" nodeType="afterEffect">
                                  <p:stCondLst>
                                    <p:cond delay="0"/>
                                  </p:stCondLst>
                                  <p:childTnLst>
                                    <p:set>
                                      <p:cBhvr>
                                        <p:cTn id="288" dur="1" fill="hold">
                                          <p:stCondLst>
                                            <p:cond delay="0"/>
                                          </p:stCondLst>
                                        </p:cTn>
                                        <p:tgtEl>
                                          <p:spTgt spid="252"/>
                                        </p:tgtEl>
                                        <p:attrNameLst>
                                          <p:attrName>style.visibility</p:attrName>
                                        </p:attrNameLst>
                                      </p:cBhvr>
                                      <p:to>
                                        <p:strVal val="visible"/>
                                      </p:to>
                                    </p:set>
                                    <p:animEffect transition="in" filter="fade">
                                      <p:cBhvr>
                                        <p:cTn id="289" dur="500"/>
                                        <p:tgtEl>
                                          <p:spTgt spid="252"/>
                                        </p:tgtEl>
                                      </p:cBhvr>
                                    </p:animEffect>
                                  </p:childTnLst>
                                </p:cTn>
                              </p:par>
                            </p:childTnLst>
                          </p:cTn>
                        </p:par>
                        <p:par>
                          <p:cTn id="290" fill="hold">
                            <p:stCondLst>
                              <p:cond delay="2500"/>
                            </p:stCondLst>
                            <p:childTnLst>
                              <p:par>
                                <p:cTn id="291" presetID="10" presetClass="entr" presetSubtype="0" fill="hold" grpId="0" nodeType="afterEffect">
                                  <p:stCondLst>
                                    <p:cond delay="0"/>
                                  </p:stCondLst>
                                  <p:childTnLst>
                                    <p:set>
                                      <p:cBhvr>
                                        <p:cTn id="292" dur="1" fill="hold">
                                          <p:stCondLst>
                                            <p:cond delay="0"/>
                                          </p:stCondLst>
                                        </p:cTn>
                                        <p:tgtEl>
                                          <p:spTgt spid="254"/>
                                        </p:tgtEl>
                                        <p:attrNameLst>
                                          <p:attrName>style.visibility</p:attrName>
                                        </p:attrNameLst>
                                      </p:cBhvr>
                                      <p:to>
                                        <p:strVal val="visible"/>
                                      </p:to>
                                    </p:set>
                                    <p:animEffect transition="in" filter="fade">
                                      <p:cBhvr>
                                        <p:cTn id="293" dur="500"/>
                                        <p:tgtEl>
                                          <p:spTgt spid="254"/>
                                        </p:tgtEl>
                                      </p:cBhvr>
                                    </p:animEffect>
                                  </p:childTnLst>
                                </p:cTn>
                              </p:par>
                            </p:childTnLst>
                          </p:cTn>
                        </p:par>
                        <p:par>
                          <p:cTn id="294" fill="hold">
                            <p:stCondLst>
                              <p:cond delay="3000"/>
                            </p:stCondLst>
                            <p:childTnLst>
                              <p:par>
                                <p:cTn id="295" presetID="10" presetClass="entr" presetSubtype="0" fill="hold" grpId="0" nodeType="afterEffect">
                                  <p:stCondLst>
                                    <p:cond delay="0"/>
                                  </p:stCondLst>
                                  <p:childTnLst>
                                    <p:set>
                                      <p:cBhvr>
                                        <p:cTn id="296" dur="1" fill="hold">
                                          <p:stCondLst>
                                            <p:cond delay="0"/>
                                          </p:stCondLst>
                                        </p:cTn>
                                        <p:tgtEl>
                                          <p:spTgt spid="255"/>
                                        </p:tgtEl>
                                        <p:attrNameLst>
                                          <p:attrName>style.visibility</p:attrName>
                                        </p:attrNameLst>
                                      </p:cBhvr>
                                      <p:to>
                                        <p:strVal val="visible"/>
                                      </p:to>
                                    </p:set>
                                    <p:animEffect transition="in" filter="fade">
                                      <p:cBhvr>
                                        <p:cTn id="297" dur="500"/>
                                        <p:tgtEl>
                                          <p:spTgt spid="255"/>
                                        </p:tgtEl>
                                      </p:cBhvr>
                                    </p:animEffect>
                                  </p:childTnLst>
                                </p:cTn>
                              </p:par>
                            </p:childTnLst>
                          </p:cTn>
                        </p:par>
                        <p:par>
                          <p:cTn id="298" fill="hold">
                            <p:stCondLst>
                              <p:cond delay="3500"/>
                            </p:stCondLst>
                            <p:childTnLst>
                              <p:par>
                                <p:cTn id="299" presetID="21" presetClass="exit" presetSubtype="1" fill="hold" grpId="1" nodeType="afterEffect">
                                  <p:stCondLst>
                                    <p:cond delay="0"/>
                                  </p:stCondLst>
                                  <p:childTnLst>
                                    <p:animEffect transition="out" filter="wheel(1)">
                                      <p:cBhvr>
                                        <p:cTn id="300" dur="1000"/>
                                        <p:tgtEl>
                                          <p:spTgt spid="78"/>
                                        </p:tgtEl>
                                      </p:cBhvr>
                                    </p:animEffect>
                                    <p:set>
                                      <p:cBhvr>
                                        <p:cTn id="301" dur="1" fill="hold">
                                          <p:stCondLst>
                                            <p:cond delay="999"/>
                                          </p:stCondLst>
                                        </p:cTn>
                                        <p:tgtEl>
                                          <p:spTgt spid="78"/>
                                        </p:tgtEl>
                                        <p:attrNameLst>
                                          <p:attrName>style.visibility</p:attrName>
                                        </p:attrNameLst>
                                      </p:cBhvr>
                                      <p:to>
                                        <p:strVal val="hidden"/>
                                      </p:to>
                                    </p:set>
                                  </p:childTnLst>
                                </p:cTn>
                              </p:par>
                            </p:childTnLst>
                          </p:cTn>
                        </p:par>
                        <p:par>
                          <p:cTn id="302" fill="hold">
                            <p:stCondLst>
                              <p:cond delay="4500"/>
                            </p:stCondLst>
                            <p:childTnLst>
                              <p:par>
                                <p:cTn id="303" presetID="22" presetClass="entr" presetSubtype="8" fill="hold" nodeType="afterEffect">
                                  <p:stCondLst>
                                    <p:cond delay="0"/>
                                  </p:stCondLst>
                                  <p:childTnLst>
                                    <p:set>
                                      <p:cBhvr>
                                        <p:cTn id="304" dur="1" fill="hold">
                                          <p:stCondLst>
                                            <p:cond delay="0"/>
                                          </p:stCondLst>
                                        </p:cTn>
                                        <p:tgtEl>
                                          <p:spTgt spid="191"/>
                                        </p:tgtEl>
                                        <p:attrNameLst>
                                          <p:attrName>style.visibility</p:attrName>
                                        </p:attrNameLst>
                                      </p:cBhvr>
                                      <p:to>
                                        <p:strVal val="visible"/>
                                      </p:to>
                                    </p:set>
                                    <p:animEffect transition="in" filter="wipe(left)">
                                      <p:cBhvr>
                                        <p:cTn id="305" dur="1000"/>
                                        <p:tgtEl>
                                          <p:spTgt spid="191"/>
                                        </p:tgtEl>
                                      </p:cBhvr>
                                    </p:animEffect>
                                  </p:childTnLst>
                                </p:cTn>
                              </p:par>
                            </p:childTnLst>
                          </p:cTn>
                        </p:par>
                      </p:childTnLst>
                    </p:cTn>
                  </p:par>
                  <p:par>
                    <p:cTn id="306" fill="hold">
                      <p:stCondLst>
                        <p:cond delay="indefinite"/>
                      </p:stCondLst>
                      <p:childTnLst>
                        <p:par>
                          <p:cTn id="307" fill="hold">
                            <p:stCondLst>
                              <p:cond delay="0"/>
                            </p:stCondLst>
                            <p:childTnLst>
                              <p:par>
                                <p:cTn id="308" presetID="22" presetClass="entr" presetSubtype="4" fill="hold" nodeType="clickEffect">
                                  <p:stCondLst>
                                    <p:cond delay="0"/>
                                  </p:stCondLst>
                                  <p:childTnLst>
                                    <p:set>
                                      <p:cBhvr>
                                        <p:cTn id="309" dur="1" fill="hold">
                                          <p:stCondLst>
                                            <p:cond delay="0"/>
                                          </p:stCondLst>
                                        </p:cTn>
                                        <p:tgtEl>
                                          <p:spTgt spid="39"/>
                                        </p:tgtEl>
                                        <p:attrNameLst>
                                          <p:attrName>style.visibility</p:attrName>
                                        </p:attrNameLst>
                                      </p:cBhvr>
                                      <p:to>
                                        <p:strVal val="visible"/>
                                      </p:to>
                                    </p:set>
                                    <p:animEffect transition="in" filter="wipe(down)">
                                      <p:cBhvr>
                                        <p:cTn id="310" dur="500"/>
                                        <p:tgtEl>
                                          <p:spTgt spid="39"/>
                                        </p:tgtEl>
                                      </p:cBhvr>
                                    </p:animEffect>
                                  </p:childTnLst>
                                </p:cTn>
                              </p:par>
                            </p:childTnLst>
                          </p:cTn>
                        </p:par>
                        <p:par>
                          <p:cTn id="311" fill="hold">
                            <p:stCondLst>
                              <p:cond delay="500"/>
                            </p:stCondLst>
                            <p:childTnLst>
                              <p:par>
                                <p:cTn id="312" presetID="22" presetClass="exit" presetSubtype="1" fill="hold" nodeType="afterEffect">
                                  <p:stCondLst>
                                    <p:cond delay="0"/>
                                  </p:stCondLst>
                                  <p:childTnLst>
                                    <p:animEffect transition="out" filter="wipe(up)">
                                      <p:cBhvr>
                                        <p:cTn id="313" dur="500"/>
                                        <p:tgtEl>
                                          <p:spTgt spid="191"/>
                                        </p:tgtEl>
                                      </p:cBhvr>
                                    </p:animEffect>
                                    <p:set>
                                      <p:cBhvr>
                                        <p:cTn id="314" dur="1" fill="hold">
                                          <p:stCondLst>
                                            <p:cond delay="499"/>
                                          </p:stCondLst>
                                        </p:cTn>
                                        <p:tgtEl>
                                          <p:spTgt spid="191"/>
                                        </p:tgtEl>
                                        <p:attrNameLst>
                                          <p:attrName>style.visibility</p:attrName>
                                        </p:attrNameLst>
                                      </p:cBhvr>
                                      <p:to>
                                        <p:strVal val="hidden"/>
                                      </p:to>
                                    </p:set>
                                  </p:childTnLst>
                                </p:cTn>
                              </p:par>
                            </p:childTnLst>
                          </p:cTn>
                        </p:par>
                        <p:par>
                          <p:cTn id="315" fill="hold">
                            <p:stCondLst>
                              <p:cond delay="1000"/>
                            </p:stCondLst>
                            <p:childTnLst>
                              <p:par>
                                <p:cTn id="316" presetID="22" presetClass="entr" presetSubtype="8" fill="hold" nodeType="afterEffect">
                                  <p:stCondLst>
                                    <p:cond delay="0"/>
                                  </p:stCondLst>
                                  <p:childTnLst>
                                    <p:set>
                                      <p:cBhvr>
                                        <p:cTn id="317" dur="1" fill="hold">
                                          <p:stCondLst>
                                            <p:cond delay="0"/>
                                          </p:stCondLst>
                                        </p:cTn>
                                        <p:tgtEl>
                                          <p:spTgt spid="204"/>
                                        </p:tgtEl>
                                        <p:attrNameLst>
                                          <p:attrName>style.visibility</p:attrName>
                                        </p:attrNameLst>
                                      </p:cBhvr>
                                      <p:to>
                                        <p:strVal val="visible"/>
                                      </p:to>
                                    </p:set>
                                    <p:animEffect transition="in" filter="wipe(left)">
                                      <p:cBhvr>
                                        <p:cTn id="318" dur="1000"/>
                                        <p:tgtEl>
                                          <p:spTgt spid="204"/>
                                        </p:tgtEl>
                                      </p:cBhvr>
                                    </p:animEffect>
                                  </p:childTnLst>
                                </p:cTn>
                              </p:par>
                            </p:childTnLst>
                          </p:cTn>
                        </p:par>
                      </p:childTnLst>
                    </p:cTn>
                  </p:par>
                  <p:par>
                    <p:cTn id="319" fill="hold">
                      <p:stCondLst>
                        <p:cond delay="indefinite"/>
                      </p:stCondLst>
                      <p:childTnLst>
                        <p:par>
                          <p:cTn id="320" fill="hold">
                            <p:stCondLst>
                              <p:cond delay="0"/>
                            </p:stCondLst>
                            <p:childTnLst>
                              <p:par>
                                <p:cTn id="321" presetID="22" presetClass="entr" presetSubtype="1" fill="hold" nodeType="clickEffect">
                                  <p:stCondLst>
                                    <p:cond delay="0"/>
                                  </p:stCondLst>
                                  <p:childTnLst>
                                    <p:set>
                                      <p:cBhvr>
                                        <p:cTn id="322" dur="1" fill="hold">
                                          <p:stCondLst>
                                            <p:cond delay="0"/>
                                          </p:stCondLst>
                                        </p:cTn>
                                        <p:tgtEl>
                                          <p:spTgt spid="34"/>
                                        </p:tgtEl>
                                        <p:attrNameLst>
                                          <p:attrName>style.visibility</p:attrName>
                                        </p:attrNameLst>
                                      </p:cBhvr>
                                      <p:to>
                                        <p:strVal val="visible"/>
                                      </p:to>
                                    </p:set>
                                    <p:animEffect transition="in" filter="wipe(up)">
                                      <p:cBhvr>
                                        <p:cTn id="323" dur="1000"/>
                                        <p:tgtEl>
                                          <p:spTgt spid="34"/>
                                        </p:tgtEl>
                                      </p:cBhvr>
                                    </p:animEffect>
                                  </p:childTnLst>
                                </p:cTn>
                              </p:par>
                            </p:childTnLst>
                          </p:cTn>
                        </p:par>
                        <p:par>
                          <p:cTn id="324" fill="hold">
                            <p:stCondLst>
                              <p:cond delay="1000"/>
                            </p:stCondLst>
                            <p:childTnLst>
                              <p:par>
                                <p:cTn id="325" presetID="22" presetClass="exit" presetSubtype="1" fill="hold" nodeType="afterEffect">
                                  <p:stCondLst>
                                    <p:cond delay="0"/>
                                  </p:stCondLst>
                                  <p:childTnLst>
                                    <p:animEffect transition="out" filter="wipe(up)">
                                      <p:cBhvr>
                                        <p:cTn id="326" dur="500"/>
                                        <p:tgtEl>
                                          <p:spTgt spid="204"/>
                                        </p:tgtEl>
                                      </p:cBhvr>
                                    </p:animEffect>
                                    <p:set>
                                      <p:cBhvr>
                                        <p:cTn id="327" dur="1" fill="hold">
                                          <p:stCondLst>
                                            <p:cond delay="499"/>
                                          </p:stCondLst>
                                        </p:cTn>
                                        <p:tgtEl>
                                          <p:spTgt spid="204"/>
                                        </p:tgtEl>
                                        <p:attrNameLst>
                                          <p:attrName>style.visibility</p:attrName>
                                        </p:attrNameLst>
                                      </p:cBhvr>
                                      <p:to>
                                        <p:strVal val="hidden"/>
                                      </p:to>
                                    </p:set>
                                  </p:childTnLst>
                                </p:cTn>
                              </p:par>
                            </p:childTnLst>
                          </p:cTn>
                        </p:par>
                        <p:par>
                          <p:cTn id="328" fill="hold">
                            <p:stCondLst>
                              <p:cond delay="1500"/>
                            </p:stCondLst>
                            <p:childTnLst>
                              <p:par>
                                <p:cTn id="329" presetID="22" presetClass="entr" presetSubtype="1" fill="hold" grpId="0" nodeType="afterEffect">
                                  <p:stCondLst>
                                    <p:cond delay="0"/>
                                  </p:stCondLst>
                                  <p:childTnLst>
                                    <p:set>
                                      <p:cBhvr>
                                        <p:cTn id="330" dur="1" fill="hold">
                                          <p:stCondLst>
                                            <p:cond delay="0"/>
                                          </p:stCondLst>
                                        </p:cTn>
                                        <p:tgtEl>
                                          <p:spTgt spid="190">
                                            <p:txEl>
                                              <p:pRg st="1" end="1"/>
                                            </p:txEl>
                                          </p:spTgt>
                                        </p:tgtEl>
                                        <p:attrNameLst>
                                          <p:attrName>style.visibility</p:attrName>
                                        </p:attrNameLst>
                                      </p:cBhvr>
                                      <p:to>
                                        <p:strVal val="visible"/>
                                      </p:to>
                                    </p:set>
                                    <p:animEffect transition="in" filter="wipe(up)">
                                      <p:cBhvr>
                                        <p:cTn id="331" dur="1000"/>
                                        <p:tgtEl>
                                          <p:spTgt spid="190">
                                            <p:txEl>
                                              <p:pRg st="1" end="1"/>
                                            </p:txEl>
                                          </p:spTgt>
                                        </p:tgtEl>
                                      </p:cBhvr>
                                    </p:animEffect>
                                  </p:childTnLst>
                                </p:cTn>
                              </p:par>
                            </p:childTnLst>
                          </p:cTn>
                        </p:par>
                        <p:par>
                          <p:cTn id="332" fill="hold">
                            <p:stCondLst>
                              <p:cond delay="2500"/>
                            </p:stCondLst>
                            <p:childTnLst>
                              <p:par>
                                <p:cTn id="333" presetID="22" presetClass="entr" presetSubtype="8" fill="hold" nodeType="afterEffect">
                                  <p:stCondLst>
                                    <p:cond delay="0"/>
                                  </p:stCondLst>
                                  <p:childTnLst>
                                    <p:set>
                                      <p:cBhvr>
                                        <p:cTn id="334" dur="1" fill="hold">
                                          <p:stCondLst>
                                            <p:cond delay="0"/>
                                          </p:stCondLst>
                                        </p:cTn>
                                        <p:tgtEl>
                                          <p:spTgt spid="205"/>
                                        </p:tgtEl>
                                        <p:attrNameLst>
                                          <p:attrName>style.visibility</p:attrName>
                                        </p:attrNameLst>
                                      </p:cBhvr>
                                      <p:to>
                                        <p:strVal val="visible"/>
                                      </p:to>
                                    </p:set>
                                    <p:animEffect transition="in" filter="wipe(left)">
                                      <p:cBhvr>
                                        <p:cTn id="335" dur="1000"/>
                                        <p:tgtEl>
                                          <p:spTgt spid="205"/>
                                        </p:tgtEl>
                                      </p:cBhvr>
                                    </p:animEffect>
                                  </p:childTnLst>
                                </p:cTn>
                              </p:par>
                            </p:childTnLst>
                          </p:cTn>
                        </p:par>
                      </p:childTnLst>
                    </p:cTn>
                  </p:par>
                  <p:par>
                    <p:cTn id="336" fill="hold">
                      <p:stCondLst>
                        <p:cond delay="indefinite"/>
                      </p:stCondLst>
                      <p:childTnLst>
                        <p:par>
                          <p:cTn id="337" fill="hold">
                            <p:stCondLst>
                              <p:cond delay="0"/>
                            </p:stCondLst>
                            <p:childTnLst>
                              <p:par>
                                <p:cTn id="338" presetID="22" presetClass="entr" presetSubtype="8" fill="hold" nodeType="clickEffect">
                                  <p:stCondLst>
                                    <p:cond delay="0"/>
                                  </p:stCondLst>
                                  <p:childTnLst>
                                    <p:set>
                                      <p:cBhvr>
                                        <p:cTn id="339" dur="1" fill="hold">
                                          <p:stCondLst>
                                            <p:cond delay="0"/>
                                          </p:stCondLst>
                                        </p:cTn>
                                        <p:tgtEl>
                                          <p:spTgt spid="25"/>
                                        </p:tgtEl>
                                        <p:attrNameLst>
                                          <p:attrName>style.visibility</p:attrName>
                                        </p:attrNameLst>
                                      </p:cBhvr>
                                      <p:to>
                                        <p:strVal val="visible"/>
                                      </p:to>
                                    </p:set>
                                    <p:animEffect transition="in" filter="wipe(left)">
                                      <p:cBhvr>
                                        <p:cTn id="340" dur="500"/>
                                        <p:tgtEl>
                                          <p:spTgt spid="25"/>
                                        </p:tgtEl>
                                      </p:cBhvr>
                                    </p:animEffect>
                                  </p:childTnLst>
                                </p:cTn>
                              </p:par>
                            </p:childTnLst>
                          </p:cTn>
                        </p:par>
                        <p:par>
                          <p:cTn id="341" fill="hold">
                            <p:stCondLst>
                              <p:cond delay="500"/>
                            </p:stCondLst>
                            <p:childTnLst>
                              <p:par>
                                <p:cTn id="342" presetID="22" presetClass="exit" presetSubtype="1" fill="hold" nodeType="afterEffect">
                                  <p:stCondLst>
                                    <p:cond delay="0"/>
                                  </p:stCondLst>
                                  <p:childTnLst>
                                    <p:animEffect transition="out" filter="wipe(up)">
                                      <p:cBhvr>
                                        <p:cTn id="343" dur="500"/>
                                        <p:tgtEl>
                                          <p:spTgt spid="205"/>
                                        </p:tgtEl>
                                      </p:cBhvr>
                                    </p:animEffect>
                                    <p:set>
                                      <p:cBhvr>
                                        <p:cTn id="344" dur="1" fill="hold">
                                          <p:stCondLst>
                                            <p:cond delay="499"/>
                                          </p:stCondLst>
                                        </p:cTn>
                                        <p:tgtEl>
                                          <p:spTgt spid="205"/>
                                        </p:tgtEl>
                                        <p:attrNameLst>
                                          <p:attrName>style.visibility</p:attrName>
                                        </p:attrNameLst>
                                      </p:cBhvr>
                                      <p:to>
                                        <p:strVal val="hidden"/>
                                      </p:to>
                                    </p:set>
                                  </p:childTnLst>
                                </p:cTn>
                              </p:par>
                            </p:childTnLst>
                          </p:cTn>
                        </p:par>
                        <p:par>
                          <p:cTn id="345" fill="hold">
                            <p:stCondLst>
                              <p:cond delay="1000"/>
                            </p:stCondLst>
                            <p:childTnLst>
                              <p:par>
                                <p:cTn id="346" presetID="21" presetClass="entr" presetSubtype="4" fill="hold" grpId="0" nodeType="afterEffect">
                                  <p:stCondLst>
                                    <p:cond delay="0"/>
                                  </p:stCondLst>
                                  <p:childTnLst>
                                    <p:set>
                                      <p:cBhvr>
                                        <p:cTn id="347" dur="1" fill="hold">
                                          <p:stCondLst>
                                            <p:cond delay="0"/>
                                          </p:stCondLst>
                                        </p:cTn>
                                        <p:tgtEl>
                                          <p:spTgt spid="81"/>
                                        </p:tgtEl>
                                        <p:attrNameLst>
                                          <p:attrName>style.visibility</p:attrName>
                                        </p:attrNameLst>
                                      </p:cBhvr>
                                      <p:to>
                                        <p:strVal val="visible"/>
                                      </p:to>
                                    </p:set>
                                    <p:animEffect transition="in" filter="wheel(4)">
                                      <p:cBhvr>
                                        <p:cTn id="348" dur="1500"/>
                                        <p:tgtEl>
                                          <p:spTgt spid="81"/>
                                        </p:tgtEl>
                                      </p:cBhvr>
                                    </p:animEffect>
                                  </p:childTnLst>
                                </p:cTn>
                              </p:par>
                            </p:childTnLst>
                          </p:cTn>
                        </p:par>
                      </p:childTnLst>
                    </p:cTn>
                  </p:par>
                  <p:par>
                    <p:cTn id="349" fill="hold">
                      <p:stCondLst>
                        <p:cond delay="indefinite"/>
                      </p:stCondLst>
                      <p:childTnLst>
                        <p:par>
                          <p:cTn id="350" fill="hold">
                            <p:stCondLst>
                              <p:cond delay="0"/>
                            </p:stCondLst>
                            <p:childTnLst>
                              <p:par>
                                <p:cTn id="351" presetID="16" presetClass="entr" presetSubtype="21" fill="hold" grpId="0" nodeType="clickEffect">
                                  <p:stCondLst>
                                    <p:cond delay="0"/>
                                  </p:stCondLst>
                                  <p:childTnLst>
                                    <p:set>
                                      <p:cBhvr>
                                        <p:cTn id="352" dur="1" fill="hold">
                                          <p:stCondLst>
                                            <p:cond delay="0"/>
                                          </p:stCondLst>
                                        </p:cTn>
                                        <p:tgtEl>
                                          <p:spTgt spid="88"/>
                                        </p:tgtEl>
                                        <p:attrNameLst>
                                          <p:attrName>style.visibility</p:attrName>
                                        </p:attrNameLst>
                                      </p:cBhvr>
                                      <p:to>
                                        <p:strVal val="visible"/>
                                      </p:to>
                                    </p:set>
                                    <p:animEffect transition="in" filter="barn(inVertical)">
                                      <p:cBhvr>
                                        <p:cTn id="353" dur="500"/>
                                        <p:tgtEl>
                                          <p:spTgt spid="88"/>
                                        </p:tgtEl>
                                      </p:cBhvr>
                                    </p:animEffect>
                                  </p:childTnLst>
                                </p:cTn>
                              </p:par>
                            </p:childTnLst>
                          </p:cTn>
                        </p:par>
                        <p:par>
                          <p:cTn id="354" fill="hold">
                            <p:stCondLst>
                              <p:cond delay="500"/>
                            </p:stCondLst>
                            <p:childTnLst>
                              <p:par>
                                <p:cTn id="355" presetID="42" presetClass="path" presetSubtype="0" accel="50000" decel="50000" fill="hold" grpId="1" nodeType="afterEffect">
                                  <p:stCondLst>
                                    <p:cond delay="0"/>
                                  </p:stCondLst>
                                  <p:childTnLst>
                                    <p:animMotion origin="layout" path="M -2.08333E-7 2.59259E-6 L -0.07669 0.37916 " pathEditMode="relative" rAng="0" ptsTypes="AA">
                                      <p:cBhvr>
                                        <p:cTn id="356" dur="1000" fill="hold"/>
                                        <p:tgtEl>
                                          <p:spTgt spid="88"/>
                                        </p:tgtEl>
                                        <p:attrNameLst>
                                          <p:attrName>ppt_x</p:attrName>
                                          <p:attrName>ppt_y</p:attrName>
                                        </p:attrNameLst>
                                      </p:cBhvr>
                                      <p:rCtr x="-3841" y="18958"/>
                                    </p:animMotion>
                                  </p:childTnLst>
                                </p:cTn>
                              </p:par>
                            </p:childTnLst>
                          </p:cTn>
                        </p:par>
                        <p:par>
                          <p:cTn id="357" fill="hold">
                            <p:stCondLst>
                              <p:cond delay="1500"/>
                            </p:stCondLst>
                            <p:childTnLst>
                              <p:par>
                                <p:cTn id="358" presetID="16" presetClass="entr" presetSubtype="21" fill="hold" grpId="0" nodeType="afterEffect">
                                  <p:stCondLst>
                                    <p:cond delay="0"/>
                                  </p:stCondLst>
                                  <p:childTnLst>
                                    <p:set>
                                      <p:cBhvr>
                                        <p:cTn id="359" dur="1" fill="hold">
                                          <p:stCondLst>
                                            <p:cond delay="0"/>
                                          </p:stCondLst>
                                        </p:cTn>
                                        <p:tgtEl>
                                          <p:spTgt spid="89"/>
                                        </p:tgtEl>
                                        <p:attrNameLst>
                                          <p:attrName>style.visibility</p:attrName>
                                        </p:attrNameLst>
                                      </p:cBhvr>
                                      <p:to>
                                        <p:strVal val="visible"/>
                                      </p:to>
                                    </p:set>
                                    <p:animEffect transition="in" filter="barn(inVertical)">
                                      <p:cBhvr>
                                        <p:cTn id="360" dur="500"/>
                                        <p:tgtEl>
                                          <p:spTgt spid="89"/>
                                        </p:tgtEl>
                                      </p:cBhvr>
                                    </p:animEffect>
                                  </p:childTnLst>
                                </p:cTn>
                              </p:par>
                            </p:childTnLst>
                          </p:cTn>
                        </p:par>
                        <p:par>
                          <p:cTn id="361" fill="hold">
                            <p:stCondLst>
                              <p:cond delay="2000"/>
                            </p:stCondLst>
                            <p:childTnLst>
                              <p:par>
                                <p:cTn id="362" presetID="42" presetClass="path" presetSubtype="0" accel="50000" decel="50000" fill="hold" grpId="1" nodeType="afterEffect">
                                  <p:stCondLst>
                                    <p:cond delay="0"/>
                                  </p:stCondLst>
                                  <p:childTnLst>
                                    <p:animMotion origin="layout" path="M -4.79167E-6 -7.40741E-7 L -0.09531 0.37616 " pathEditMode="relative" rAng="0" ptsTypes="AA">
                                      <p:cBhvr>
                                        <p:cTn id="363" dur="1000" fill="hold"/>
                                        <p:tgtEl>
                                          <p:spTgt spid="89"/>
                                        </p:tgtEl>
                                        <p:attrNameLst>
                                          <p:attrName>ppt_x</p:attrName>
                                          <p:attrName>ppt_y</p:attrName>
                                        </p:attrNameLst>
                                      </p:cBhvr>
                                      <p:rCtr x="-4766" y="18796"/>
                                    </p:animMotion>
                                  </p:childTnLst>
                                </p:cTn>
                              </p:par>
                            </p:childTnLst>
                          </p:cTn>
                        </p:par>
                        <p:par>
                          <p:cTn id="364" fill="hold">
                            <p:stCondLst>
                              <p:cond delay="3000"/>
                            </p:stCondLst>
                            <p:childTnLst>
                              <p:par>
                                <p:cTn id="365" presetID="16" presetClass="entr" presetSubtype="21" fill="hold" grpId="0" nodeType="afterEffect">
                                  <p:stCondLst>
                                    <p:cond delay="0"/>
                                  </p:stCondLst>
                                  <p:childTnLst>
                                    <p:set>
                                      <p:cBhvr>
                                        <p:cTn id="366" dur="1" fill="hold">
                                          <p:stCondLst>
                                            <p:cond delay="0"/>
                                          </p:stCondLst>
                                        </p:cTn>
                                        <p:tgtEl>
                                          <p:spTgt spid="95"/>
                                        </p:tgtEl>
                                        <p:attrNameLst>
                                          <p:attrName>style.visibility</p:attrName>
                                        </p:attrNameLst>
                                      </p:cBhvr>
                                      <p:to>
                                        <p:strVal val="visible"/>
                                      </p:to>
                                    </p:set>
                                    <p:animEffect transition="in" filter="barn(inVertical)">
                                      <p:cBhvr>
                                        <p:cTn id="367" dur="500"/>
                                        <p:tgtEl>
                                          <p:spTgt spid="95"/>
                                        </p:tgtEl>
                                      </p:cBhvr>
                                    </p:animEffect>
                                  </p:childTnLst>
                                </p:cTn>
                              </p:par>
                            </p:childTnLst>
                          </p:cTn>
                        </p:par>
                        <p:par>
                          <p:cTn id="368" fill="hold">
                            <p:stCondLst>
                              <p:cond delay="3500"/>
                            </p:stCondLst>
                            <p:childTnLst>
                              <p:par>
                                <p:cTn id="369" presetID="42" presetClass="path" presetSubtype="0" accel="50000" decel="50000" fill="hold" grpId="1" nodeType="afterEffect">
                                  <p:stCondLst>
                                    <p:cond delay="0"/>
                                  </p:stCondLst>
                                  <p:childTnLst>
                                    <p:animMotion origin="layout" path="M 2.08333E-7 3.7037E-6 L 2.08333E-7 0.30926 " pathEditMode="relative" rAng="0" ptsTypes="AA">
                                      <p:cBhvr>
                                        <p:cTn id="370" dur="1000" fill="hold"/>
                                        <p:tgtEl>
                                          <p:spTgt spid="95"/>
                                        </p:tgtEl>
                                        <p:attrNameLst>
                                          <p:attrName>ppt_x</p:attrName>
                                          <p:attrName>ppt_y</p:attrName>
                                        </p:attrNameLst>
                                      </p:cBhvr>
                                      <p:rCtr x="0" y="15463"/>
                                    </p:animMotion>
                                  </p:childTnLst>
                                </p:cTn>
                              </p:par>
                            </p:childTnLst>
                          </p:cTn>
                        </p:par>
                        <p:par>
                          <p:cTn id="371" fill="hold">
                            <p:stCondLst>
                              <p:cond delay="4500"/>
                            </p:stCondLst>
                            <p:childTnLst>
                              <p:par>
                                <p:cTn id="372" presetID="16" presetClass="entr" presetSubtype="21" fill="hold" grpId="0" nodeType="afterEffect">
                                  <p:stCondLst>
                                    <p:cond delay="0"/>
                                  </p:stCondLst>
                                  <p:childTnLst>
                                    <p:set>
                                      <p:cBhvr>
                                        <p:cTn id="373" dur="1" fill="hold">
                                          <p:stCondLst>
                                            <p:cond delay="0"/>
                                          </p:stCondLst>
                                        </p:cTn>
                                        <p:tgtEl>
                                          <p:spTgt spid="90"/>
                                        </p:tgtEl>
                                        <p:attrNameLst>
                                          <p:attrName>style.visibility</p:attrName>
                                        </p:attrNameLst>
                                      </p:cBhvr>
                                      <p:to>
                                        <p:strVal val="visible"/>
                                      </p:to>
                                    </p:set>
                                    <p:animEffect transition="in" filter="barn(inVertical)">
                                      <p:cBhvr>
                                        <p:cTn id="374" dur="500"/>
                                        <p:tgtEl>
                                          <p:spTgt spid="90"/>
                                        </p:tgtEl>
                                      </p:cBhvr>
                                    </p:animEffect>
                                  </p:childTnLst>
                                </p:cTn>
                              </p:par>
                            </p:childTnLst>
                          </p:cTn>
                        </p:par>
                        <p:par>
                          <p:cTn id="375" fill="hold">
                            <p:stCondLst>
                              <p:cond delay="5000"/>
                            </p:stCondLst>
                            <p:childTnLst>
                              <p:par>
                                <p:cTn id="376" presetID="42" presetClass="path" presetSubtype="0" accel="50000" decel="50000" fill="hold" grpId="1" nodeType="afterEffect">
                                  <p:stCondLst>
                                    <p:cond delay="0"/>
                                  </p:stCondLst>
                                  <p:childTnLst>
                                    <p:animMotion origin="layout" path="M 4.79167E-6 4.81481E-6 L -0.02644 0.31898 " pathEditMode="relative" rAng="0" ptsTypes="AA">
                                      <p:cBhvr>
                                        <p:cTn id="377" dur="1000" fill="hold"/>
                                        <p:tgtEl>
                                          <p:spTgt spid="90"/>
                                        </p:tgtEl>
                                        <p:attrNameLst>
                                          <p:attrName>ppt_x</p:attrName>
                                          <p:attrName>ppt_y</p:attrName>
                                        </p:attrNameLst>
                                      </p:cBhvr>
                                      <p:rCtr x="-1328" y="15949"/>
                                    </p:animMotion>
                                  </p:childTnLst>
                                </p:cTn>
                              </p:par>
                            </p:childTnLst>
                          </p:cTn>
                        </p:par>
                        <p:par>
                          <p:cTn id="378" fill="hold">
                            <p:stCondLst>
                              <p:cond delay="6000"/>
                            </p:stCondLst>
                            <p:childTnLst>
                              <p:par>
                                <p:cTn id="379" presetID="16" presetClass="entr" presetSubtype="21" fill="hold" grpId="0" nodeType="afterEffect">
                                  <p:stCondLst>
                                    <p:cond delay="0"/>
                                  </p:stCondLst>
                                  <p:childTnLst>
                                    <p:set>
                                      <p:cBhvr>
                                        <p:cTn id="380" dur="1" fill="hold">
                                          <p:stCondLst>
                                            <p:cond delay="0"/>
                                          </p:stCondLst>
                                        </p:cTn>
                                        <p:tgtEl>
                                          <p:spTgt spid="91"/>
                                        </p:tgtEl>
                                        <p:attrNameLst>
                                          <p:attrName>style.visibility</p:attrName>
                                        </p:attrNameLst>
                                      </p:cBhvr>
                                      <p:to>
                                        <p:strVal val="visible"/>
                                      </p:to>
                                    </p:set>
                                    <p:animEffect transition="in" filter="barn(inVertical)">
                                      <p:cBhvr>
                                        <p:cTn id="381" dur="500"/>
                                        <p:tgtEl>
                                          <p:spTgt spid="91"/>
                                        </p:tgtEl>
                                      </p:cBhvr>
                                    </p:animEffect>
                                  </p:childTnLst>
                                </p:cTn>
                              </p:par>
                            </p:childTnLst>
                          </p:cTn>
                        </p:par>
                        <p:par>
                          <p:cTn id="382" fill="hold">
                            <p:stCondLst>
                              <p:cond delay="6500"/>
                            </p:stCondLst>
                            <p:childTnLst>
                              <p:par>
                                <p:cTn id="383" presetID="42" presetClass="path" presetSubtype="0" accel="50000" decel="50000" fill="hold" grpId="1" nodeType="afterEffect">
                                  <p:stCondLst>
                                    <p:cond delay="0"/>
                                  </p:stCondLst>
                                  <p:childTnLst>
                                    <p:animMotion origin="layout" path="M -8.33333E-7 -2.59259E-6 L -0.00065 0.27662 " pathEditMode="relative" rAng="0" ptsTypes="AA">
                                      <p:cBhvr>
                                        <p:cTn id="384" dur="1000" fill="hold"/>
                                        <p:tgtEl>
                                          <p:spTgt spid="91"/>
                                        </p:tgtEl>
                                        <p:attrNameLst>
                                          <p:attrName>ppt_x</p:attrName>
                                          <p:attrName>ppt_y</p:attrName>
                                        </p:attrNameLst>
                                      </p:cBhvr>
                                      <p:rCtr x="-39" y="13819"/>
                                    </p:animMotion>
                                  </p:childTnLst>
                                </p:cTn>
                              </p:par>
                            </p:childTnLst>
                          </p:cTn>
                        </p:par>
                        <p:par>
                          <p:cTn id="385" fill="hold">
                            <p:stCondLst>
                              <p:cond delay="7500"/>
                            </p:stCondLst>
                            <p:childTnLst>
                              <p:par>
                                <p:cTn id="386" presetID="16" presetClass="entr" presetSubtype="21" fill="hold" grpId="0" nodeType="afterEffect">
                                  <p:stCondLst>
                                    <p:cond delay="0"/>
                                  </p:stCondLst>
                                  <p:childTnLst>
                                    <p:set>
                                      <p:cBhvr>
                                        <p:cTn id="387" dur="1" fill="hold">
                                          <p:stCondLst>
                                            <p:cond delay="0"/>
                                          </p:stCondLst>
                                        </p:cTn>
                                        <p:tgtEl>
                                          <p:spTgt spid="92"/>
                                        </p:tgtEl>
                                        <p:attrNameLst>
                                          <p:attrName>style.visibility</p:attrName>
                                        </p:attrNameLst>
                                      </p:cBhvr>
                                      <p:to>
                                        <p:strVal val="visible"/>
                                      </p:to>
                                    </p:set>
                                    <p:animEffect transition="in" filter="barn(inVertical)">
                                      <p:cBhvr>
                                        <p:cTn id="388" dur="500"/>
                                        <p:tgtEl>
                                          <p:spTgt spid="92"/>
                                        </p:tgtEl>
                                      </p:cBhvr>
                                    </p:animEffect>
                                  </p:childTnLst>
                                </p:cTn>
                              </p:par>
                            </p:childTnLst>
                          </p:cTn>
                        </p:par>
                        <p:par>
                          <p:cTn id="389" fill="hold">
                            <p:stCondLst>
                              <p:cond delay="8000"/>
                            </p:stCondLst>
                            <p:childTnLst>
                              <p:par>
                                <p:cTn id="390" presetID="42" presetClass="path" presetSubtype="0" accel="50000" decel="50000" fill="hold" grpId="1" nodeType="afterEffect">
                                  <p:stCondLst>
                                    <p:cond delay="0"/>
                                  </p:stCondLst>
                                  <p:childTnLst>
                                    <p:animMotion origin="layout" path="M 4.58333E-6 -3.7037E-7 L 0.00078 0.25857 " pathEditMode="relative" rAng="0" ptsTypes="AA">
                                      <p:cBhvr>
                                        <p:cTn id="391" dur="1000" fill="hold"/>
                                        <p:tgtEl>
                                          <p:spTgt spid="92"/>
                                        </p:tgtEl>
                                        <p:attrNameLst>
                                          <p:attrName>ppt_x</p:attrName>
                                          <p:attrName>ppt_y</p:attrName>
                                        </p:attrNameLst>
                                      </p:cBhvr>
                                      <p:rCtr x="39" y="12917"/>
                                    </p:animMotion>
                                  </p:childTnLst>
                                </p:cTn>
                              </p:par>
                            </p:childTnLst>
                          </p:cTn>
                        </p:par>
                        <p:par>
                          <p:cTn id="392" fill="hold">
                            <p:stCondLst>
                              <p:cond delay="9000"/>
                            </p:stCondLst>
                            <p:childTnLst>
                              <p:par>
                                <p:cTn id="393" presetID="16" presetClass="entr" presetSubtype="21" fill="hold" grpId="0" nodeType="afterEffect">
                                  <p:stCondLst>
                                    <p:cond delay="0"/>
                                  </p:stCondLst>
                                  <p:childTnLst>
                                    <p:set>
                                      <p:cBhvr>
                                        <p:cTn id="394" dur="1" fill="hold">
                                          <p:stCondLst>
                                            <p:cond delay="0"/>
                                          </p:stCondLst>
                                        </p:cTn>
                                        <p:tgtEl>
                                          <p:spTgt spid="93"/>
                                        </p:tgtEl>
                                        <p:attrNameLst>
                                          <p:attrName>style.visibility</p:attrName>
                                        </p:attrNameLst>
                                      </p:cBhvr>
                                      <p:to>
                                        <p:strVal val="visible"/>
                                      </p:to>
                                    </p:set>
                                    <p:animEffect transition="in" filter="barn(inVertical)">
                                      <p:cBhvr>
                                        <p:cTn id="395" dur="500"/>
                                        <p:tgtEl>
                                          <p:spTgt spid="93"/>
                                        </p:tgtEl>
                                      </p:cBhvr>
                                    </p:animEffect>
                                  </p:childTnLst>
                                </p:cTn>
                              </p:par>
                            </p:childTnLst>
                          </p:cTn>
                        </p:par>
                        <p:par>
                          <p:cTn id="396" fill="hold">
                            <p:stCondLst>
                              <p:cond delay="9500"/>
                            </p:stCondLst>
                            <p:childTnLst>
                              <p:par>
                                <p:cTn id="397" presetID="42" presetClass="path" presetSubtype="0" accel="50000" decel="50000" fill="hold" grpId="1" nodeType="afterEffect">
                                  <p:stCondLst>
                                    <p:cond delay="0"/>
                                  </p:stCondLst>
                                  <p:childTnLst>
                                    <p:animMotion origin="layout" path="M 1.04167E-6 -3.33333E-6 L 0.06445 0.21644 " pathEditMode="relative" rAng="0" ptsTypes="AA">
                                      <p:cBhvr>
                                        <p:cTn id="398" dur="1000" fill="hold"/>
                                        <p:tgtEl>
                                          <p:spTgt spid="93"/>
                                        </p:tgtEl>
                                        <p:attrNameLst>
                                          <p:attrName>ppt_x</p:attrName>
                                          <p:attrName>ppt_y</p:attrName>
                                        </p:attrNameLst>
                                      </p:cBhvr>
                                      <p:rCtr x="3216" y="10810"/>
                                    </p:animMotion>
                                  </p:childTnLst>
                                </p:cTn>
                              </p:par>
                            </p:childTnLst>
                          </p:cTn>
                        </p:par>
                        <p:par>
                          <p:cTn id="399" fill="hold">
                            <p:stCondLst>
                              <p:cond delay="10500"/>
                            </p:stCondLst>
                            <p:childTnLst>
                              <p:par>
                                <p:cTn id="400" presetID="16" presetClass="entr" presetSubtype="21" fill="hold" grpId="0" nodeType="afterEffect">
                                  <p:stCondLst>
                                    <p:cond delay="0"/>
                                  </p:stCondLst>
                                  <p:childTnLst>
                                    <p:set>
                                      <p:cBhvr>
                                        <p:cTn id="401" dur="1" fill="hold">
                                          <p:stCondLst>
                                            <p:cond delay="0"/>
                                          </p:stCondLst>
                                        </p:cTn>
                                        <p:tgtEl>
                                          <p:spTgt spid="94"/>
                                        </p:tgtEl>
                                        <p:attrNameLst>
                                          <p:attrName>style.visibility</p:attrName>
                                        </p:attrNameLst>
                                      </p:cBhvr>
                                      <p:to>
                                        <p:strVal val="visible"/>
                                      </p:to>
                                    </p:set>
                                    <p:animEffect transition="in" filter="barn(inVertical)">
                                      <p:cBhvr>
                                        <p:cTn id="402" dur="500"/>
                                        <p:tgtEl>
                                          <p:spTgt spid="94"/>
                                        </p:tgtEl>
                                      </p:cBhvr>
                                    </p:animEffect>
                                  </p:childTnLst>
                                </p:cTn>
                              </p:par>
                            </p:childTnLst>
                          </p:cTn>
                        </p:par>
                        <p:par>
                          <p:cTn id="403" fill="hold">
                            <p:stCondLst>
                              <p:cond delay="11000"/>
                            </p:stCondLst>
                            <p:childTnLst>
                              <p:par>
                                <p:cTn id="404" presetID="42" presetClass="path" presetSubtype="0" accel="50000" decel="50000" fill="hold" grpId="1" nodeType="afterEffect">
                                  <p:stCondLst>
                                    <p:cond delay="0"/>
                                  </p:stCondLst>
                                  <p:childTnLst>
                                    <p:animMotion origin="layout" path="M -2.70833E-6 -3.33333E-6 L 0.07266 0.12963 " pathEditMode="relative" rAng="0" ptsTypes="AA">
                                      <p:cBhvr>
                                        <p:cTn id="405" dur="1000" fill="hold"/>
                                        <p:tgtEl>
                                          <p:spTgt spid="94"/>
                                        </p:tgtEl>
                                        <p:attrNameLst>
                                          <p:attrName>ppt_x</p:attrName>
                                          <p:attrName>ppt_y</p:attrName>
                                        </p:attrNameLst>
                                      </p:cBhvr>
                                      <p:rCtr x="3633" y="6481"/>
                                    </p:animMotion>
                                  </p:childTnLst>
                                </p:cTn>
                              </p:par>
                            </p:childTnLst>
                          </p:cTn>
                        </p:par>
                        <p:par>
                          <p:cTn id="406" fill="hold">
                            <p:stCondLst>
                              <p:cond delay="12000"/>
                            </p:stCondLst>
                            <p:childTnLst>
                              <p:par>
                                <p:cTn id="407" presetID="21" presetClass="exit" presetSubtype="1" fill="hold" grpId="1" nodeType="afterEffect">
                                  <p:stCondLst>
                                    <p:cond delay="0"/>
                                  </p:stCondLst>
                                  <p:childTnLst>
                                    <p:animEffect transition="out" filter="wheel(1)">
                                      <p:cBhvr>
                                        <p:cTn id="408" dur="1000"/>
                                        <p:tgtEl>
                                          <p:spTgt spid="81"/>
                                        </p:tgtEl>
                                      </p:cBhvr>
                                    </p:animEffect>
                                    <p:set>
                                      <p:cBhvr>
                                        <p:cTn id="409" dur="1" fill="hold">
                                          <p:stCondLst>
                                            <p:cond delay="999"/>
                                          </p:stCondLst>
                                        </p:cTn>
                                        <p:tgtEl>
                                          <p:spTgt spid="81"/>
                                        </p:tgtEl>
                                        <p:attrNameLst>
                                          <p:attrName>style.visibility</p:attrName>
                                        </p:attrNameLst>
                                      </p:cBhvr>
                                      <p:to>
                                        <p:strVal val="hidden"/>
                                      </p:to>
                                    </p:set>
                                  </p:childTnLst>
                                </p:cTn>
                              </p:par>
                            </p:childTnLst>
                          </p:cTn>
                        </p:par>
                        <p:par>
                          <p:cTn id="410" fill="hold">
                            <p:stCondLst>
                              <p:cond delay="13000"/>
                            </p:stCondLst>
                            <p:childTnLst>
                              <p:par>
                                <p:cTn id="411" presetID="22" presetClass="entr" presetSubtype="1" fill="hold" grpId="0" nodeType="afterEffect">
                                  <p:stCondLst>
                                    <p:cond delay="0"/>
                                  </p:stCondLst>
                                  <p:childTnLst>
                                    <p:set>
                                      <p:cBhvr>
                                        <p:cTn id="412" dur="1" fill="hold">
                                          <p:stCondLst>
                                            <p:cond delay="0"/>
                                          </p:stCondLst>
                                        </p:cTn>
                                        <p:tgtEl>
                                          <p:spTgt spid="190">
                                            <p:txEl>
                                              <p:pRg st="2" end="2"/>
                                            </p:txEl>
                                          </p:spTgt>
                                        </p:tgtEl>
                                        <p:attrNameLst>
                                          <p:attrName>style.visibility</p:attrName>
                                        </p:attrNameLst>
                                      </p:cBhvr>
                                      <p:to>
                                        <p:strVal val="visible"/>
                                      </p:to>
                                    </p:set>
                                    <p:animEffect transition="in" filter="wipe(up)">
                                      <p:cBhvr>
                                        <p:cTn id="413" dur="1000"/>
                                        <p:tgtEl>
                                          <p:spTgt spid="190">
                                            <p:txEl>
                                              <p:pRg st="2" end="2"/>
                                            </p:txEl>
                                          </p:spTgt>
                                        </p:tgtEl>
                                      </p:cBhvr>
                                    </p:animEffect>
                                  </p:childTnLst>
                                </p:cTn>
                              </p:par>
                            </p:childTnLst>
                          </p:cTn>
                        </p:par>
                        <p:par>
                          <p:cTn id="414" fill="hold">
                            <p:stCondLst>
                              <p:cond delay="14000"/>
                            </p:stCondLst>
                            <p:childTnLst>
                              <p:par>
                                <p:cTn id="415" presetID="22" presetClass="entr" presetSubtype="8" fill="hold" nodeType="afterEffect">
                                  <p:stCondLst>
                                    <p:cond delay="0"/>
                                  </p:stCondLst>
                                  <p:childTnLst>
                                    <p:set>
                                      <p:cBhvr>
                                        <p:cTn id="416" dur="1" fill="hold">
                                          <p:stCondLst>
                                            <p:cond delay="0"/>
                                          </p:stCondLst>
                                        </p:cTn>
                                        <p:tgtEl>
                                          <p:spTgt spid="13"/>
                                        </p:tgtEl>
                                        <p:attrNameLst>
                                          <p:attrName>style.visibility</p:attrName>
                                        </p:attrNameLst>
                                      </p:cBhvr>
                                      <p:to>
                                        <p:strVal val="visible"/>
                                      </p:to>
                                    </p:set>
                                    <p:animEffect transition="in" filter="wipe(left)">
                                      <p:cBhvr>
                                        <p:cTn id="417" dur="1000"/>
                                        <p:tgtEl>
                                          <p:spTgt spid="13"/>
                                        </p:tgtEl>
                                      </p:cBhvr>
                                    </p:animEffect>
                                  </p:childTnLst>
                                </p:cTn>
                              </p:par>
                            </p:childTnLst>
                          </p:cTn>
                        </p:par>
                      </p:childTnLst>
                    </p:cTn>
                  </p:par>
                  <p:par>
                    <p:cTn id="418" fill="hold">
                      <p:stCondLst>
                        <p:cond delay="indefinite"/>
                      </p:stCondLst>
                      <p:childTnLst>
                        <p:par>
                          <p:cTn id="419" fill="hold">
                            <p:stCondLst>
                              <p:cond delay="0"/>
                            </p:stCondLst>
                            <p:childTnLst>
                              <p:par>
                                <p:cTn id="420" presetID="22" presetClass="entr" presetSubtype="4" fill="hold" nodeType="clickEffect">
                                  <p:stCondLst>
                                    <p:cond delay="0"/>
                                  </p:stCondLst>
                                  <p:childTnLst>
                                    <p:set>
                                      <p:cBhvr>
                                        <p:cTn id="421" dur="1" fill="hold">
                                          <p:stCondLst>
                                            <p:cond delay="0"/>
                                          </p:stCondLst>
                                        </p:cTn>
                                        <p:tgtEl>
                                          <p:spTgt spid="96"/>
                                        </p:tgtEl>
                                        <p:attrNameLst>
                                          <p:attrName>style.visibility</p:attrName>
                                        </p:attrNameLst>
                                      </p:cBhvr>
                                      <p:to>
                                        <p:strVal val="visible"/>
                                      </p:to>
                                    </p:set>
                                    <p:animEffect transition="in" filter="wipe(down)">
                                      <p:cBhvr>
                                        <p:cTn id="422" dur="500"/>
                                        <p:tgtEl>
                                          <p:spTgt spid="96"/>
                                        </p:tgtEl>
                                      </p:cBhvr>
                                    </p:animEffect>
                                  </p:childTnLst>
                                </p:cTn>
                              </p:par>
                            </p:childTnLst>
                          </p:cTn>
                        </p:par>
                        <p:par>
                          <p:cTn id="423" fill="hold">
                            <p:stCondLst>
                              <p:cond delay="500"/>
                            </p:stCondLst>
                            <p:childTnLst>
                              <p:par>
                                <p:cTn id="424" presetID="31" presetClass="entr" presetSubtype="0" fill="hold" grpId="0" nodeType="afterEffect">
                                  <p:stCondLst>
                                    <p:cond delay="0"/>
                                  </p:stCondLst>
                                  <p:childTnLst>
                                    <p:set>
                                      <p:cBhvr>
                                        <p:cTn id="425" dur="1" fill="hold">
                                          <p:stCondLst>
                                            <p:cond delay="0"/>
                                          </p:stCondLst>
                                        </p:cTn>
                                        <p:tgtEl>
                                          <p:spTgt spid="99"/>
                                        </p:tgtEl>
                                        <p:attrNameLst>
                                          <p:attrName>style.visibility</p:attrName>
                                        </p:attrNameLst>
                                      </p:cBhvr>
                                      <p:to>
                                        <p:strVal val="visible"/>
                                      </p:to>
                                    </p:set>
                                    <p:anim calcmode="lin" valueType="num">
                                      <p:cBhvr>
                                        <p:cTn id="426" dur="1000" fill="hold"/>
                                        <p:tgtEl>
                                          <p:spTgt spid="99"/>
                                        </p:tgtEl>
                                        <p:attrNameLst>
                                          <p:attrName>ppt_w</p:attrName>
                                        </p:attrNameLst>
                                      </p:cBhvr>
                                      <p:tavLst>
                                        <p:tav tm="0">
                                          <p:val>
                                            <p:fltVal val="0"/>
                                          </p:val>
                                        </p:tav>
                                        <p:tav tm="100000">
                                          <p:val>
                                            <p:strVal val="#ppt_w"/>
                                          </p:val>
                                        </p:tav>
                                      </p:tavLst>
                                    </p:anim>
                                    <p:anim calcmode="lin" valueType="num">
                                      <p:cBhvr>
                                        <p:cTn id="427" dur="1000" fill="hold"/>
                                        <p:tgtEl>
                                          <p:spTgt spid="99"/>
                                        </p:tgtEl>
                                        <p:attrNameLst>
                                          <p:attrName>ppt_h</p:attrName>
                                        </p:attrNameLst>
                                      </p:cBhvr>
                                      <p:tavLst>
                                        <p:tav tm="0">
                                          <p:val>
                                            <p:fltVal val="0"/>
                                          </p:val>
                                        </p:tav>
                                        <p:tav tm="100000">
                                          <p:val>
                                            <p:strVal val="#ppt_h"/>
                                          </p:val>
                                        </p:tav>
                                      </p:tavLst>
                                    </p:anim>
                                    <p:anim calcmode="lin" valueType="num">
                                      <p:cBhvr>
                                        <p:cTn id="428" dur="1000" fill="hold"/>
                                        <p:tgtEl>
                                          <p:spTgt spid="99"/>
                                        </p:tgtEl>
                                        <p:attrNameLst>
                                          <p:attrName>style.rotation</p:attrName>
                                        </p:attrNameLst>
                                      </p:cBhvr>
                                      <p:tavLst>
                                        <p:tav tm="0">
                                          <p:val>
                                            <p:fltVal val="90"/>
                                          </p:val>
                                        </p:tav>
                                        <p:tav tm="100000">
                                          <p:val>
                                            <p:fltVal val="0"/>
                                          </p:val>
                                        </p:tav>
                                      </p:tavLst>
                                    </p:anim>
                                    <p:animEffect transition="in" filter="fade">
                                      <p:cBhvr>
                                        <p:cTn id="429" dur="1000"/>
                                        <p:tgtEl>
                                          <p:spTgt spid="99"/>
                                        </p:tgtEl>
                                      </p:cBhvr>
                                    </p:animEffect>
                                  </p:childTnLst>
                                </p:cTn>
                              </p:par>
                            </p:childTnLst>
                          </p:cTn>
                        </p:par>
                        <p:par>
                          <p:cTn id="430" fill="hold">
                            <p:stCondLst>
                              <p:cond delay="1500"/>
                            </p:stCondLst>
                            <p:childTnLst>
                              <p:par>
                                <p:cTn id="431" presetID="35" presetClass="path" presetSubtype="0" accel="50000" decel="50000" fill="hold" grpId="5" nodeType="afterEffect">
                                  <p:stCondLst>
                                    <p:cond delay="0"/>
                                  </p:stCondLst>
                                  <p:childTnLst>
                                    <p:animMotion origin="layout" path="M 4.375E-6 1.85185E-6 L -0.03933 0.05416 " pathEditMode="relative" rAng="0" ptsTypes="AA">
                                      <p:cBhvr>
                                        <p:cTn id="432" dur="750" fill="hold"/>
                                        <p:tgtEl>
                                          <p:spTgt spid="99"/>
                                        </p:tgtEl>
                                        <p:attrNameLst>
                                          <p:attrName>ppt_x</p:attrName>
                                          <p:attrName>ppt_y</p:attrName>
                                        </p:attrNameLst>
                                      </p:cBhvr>
                                      <p:rCtr x="-1966" y="2708"/>
                                    </p:animMotion>
                                  </p:childTnLst>
                                </p:cTn>
                              </p:par>
                            </p:childTnLst>
                          </p:cTn>
                        </p:par>
                        <p:par>
                          <p:cTn id="433" fill="hold">
                            <p:stCondLst>
                              <p:cond delay="2250"/>
                            </p:stCondLst>
                            <p:childTnLst>
                              <p:par>
                                <p:cTn id="434" presetID="35" presetClass="path" presetSubtype="0" accel="50000" decel="50000" fill="hold" grpId="6" nodeType="afterEffect">
                                  <p:stCondLst>
                                    <p:cond delay="0"/>
                                  </p:stCondLst>
                                  <p:childTnLst>
                                    <p:animMotion origin="layout" path="M -0.03933 0.05416 L -0.20886 0.05347 " pathEditMode="relative" rAng="0" ptsTypes="AA">
                                      <p:cBhvr>
                                        <p:cTn id="435" dur="1250" fill="hold"/>
                                        <p:tgtEl>
                                          <p:spTgt spid="99"/>
                                        </p:tgtEl>
                                        <p:attrNameLst>
                                          <p:attrName>ppt_x</p:attrName>
                                          <p:attrName>ppt_y</p:attrName>
                                        </p:attrNameLst>
                                      </p:cBhvr>
                                      <p:rCtr x="-8477" y="-46"/>
                                    </p:animMotion>
                                  </p:childTnLst>
                                </p:cTn>
                              </p:par>
                            </p:childTnLst>
                          </p:cTn>
                        </p:par>
                        <p:par>
                          <p:cTn id="436" fill="hold">
                            <p:stCondLst>
                              <p:cond delay="3500"/>
                            </p:stCondLst>
                            <p:childTnLst>
                              <p:par>
                                <p:cTn id="437" presetID="63" presetClass="path" presetSubtype="0" accel="50000" decel="50000" fill="hold" nodeType="afterEffect">
                                  <p:stCondLst>
                                    <p:cond delay="0"/>
                                  </p:stCondLst>
                                  <p:childTnLst>
                                    <p:animMotion origin="layout" path="M -6.25E-7 -2.96296E-6 L 0.20755 -0.00254 " pathEditMode="relative" rAng="0" ptsTypes="AA">
                                      <p:cBhvr>
                                        <p:cTn id="438" dur="1000" fill="hold"/>
                                        <p:tgtEl>
                                          <p:spTgt spid="96"/>
                                        </p:tgtEl>
                                        <p:attrNameLst>
                                          <p:attrName>ppt_x</p:attrName>
                                          <p:attrName>ppt_y</p:attrName>
                                        </p:attrNameLst>
                                      </p:cBhvr>
                                      <p:rCtr x="10378" y="-139"/>
                                    </p:animMotion>
                                  </p:childTnLst>
                                </p:cTn>
                              </p:par>
                            </p:childTnLst>
                          </p:cTn>
                        </p:par>
                        <p:par>
                          <p:cTn id="439" fill="hold">
                            <p:stCondLst>
                              <p:cond delay="4500"/>
                            </p:stCondLst>
                            <p:childTnLst>
                              <p:par>
                                <p:cTn id="440" presetID="22" presetClass="exit" presetSubtype="1" fill="hold" nodeType="afterEffect">
                                  <p:stCondLst>
                                    <p:cond delay="0"/>
                                  </p:stCondLst>
                                  <p:childTnLst>
                                    <p:animEffect transition="out" filter="wipe(up)">
                                      <p:cBhvr>
                                        <p:cTn id="441" dur="500"/>
                                        <p:tgtEl>
                                          <p:spTgt spid="13"/>
                                        </p:tgtEl>
                                      </p:cBhvr>
                                    </p:animEffect>
                                    <p:set>
                                      <p:cBhvr>
                                        <p:cTn id="442" dur="1" fill="hold">
                                          <p:stCondLst>
                                            <p:cond delay="499"/>
                                          </p:stCondLst>
                                        </p:cTn>
                                        <p:tgtEl>
                                          <p:spTgt spid="13"/>
                                        </p:tgtEl>
                                        <p:attrNameLst>
                                          <p:attrName>style.visibility</p:attrName>
                                        </p:attrNameLst>
                                      </p:cBhvr>
                                      <p:to>
                                        <p:strVal val="hidden"/>
                                      </p:to>
                                    </p:set>
                                  </p:childTnLst>
                                </p:cTn>
                              </p:par>
                            </p:childTnLst>
                          </p:cTn>
                        </p:par>
                        <p:par>
                          <p:cTn id="443" fill="hold">
                            <p:stCondLst>
                              <p:cond delay="5000"/>
                            </p:stCondLst>
                            <p:childTnLst>
                              <p:par>
                                <p:cTn id="444" presetID="22" presetClass="exit" presetSubtype="8" fill="hold" nodeType="afterEffect">
                                  <p:stCondLst>
                                    <p:cond delay="0"/>
                                  </p:stCondLst>
                                  <p:childTnLst>
                                    <p:animEffect transition="out" filter="wipe(left)">
                                      <p:cBhvr>
                                        <p:cTn id="445" dur="500"/>
                                        <p:tgtEl>
                                          <p:spTgt spid="96"/>
                                        </p:tgtEl>
                                      </p:cBhvr>
                                    </p:animEffect>
                                    <p:set>
                                      <p:cBhvr>
                                        <p:cTn id="446" dur="1" fill="hold">
                                          <p:stCondLst>
                                            <p:cond delay="499"/>
                                          </p:stCondLst>
                                        </p:cTn>
                                        <p:tgtEl>
                                          <p:spTgt spid="96"/>
                                        </p:tgtEl>
                                        <p:attrNameLst>
                                          <p:attrName>style.visibility</p:attrName>
                                        </p:attrNameLst>
                                      </p:cBhvr>
                                      <p:to>
                                        <p:strVal val="hidden"/>
                                      </p:to>
                                    </p:set>
                                  </p:childTnLst>
                                </p:cTn>
                              </p:par>
                            </p:childTnLst>
                          </p:cTn>
                        </p:par>
                        <p:par>
                          <p:cTn id="447" fill="hold">
                            <p:stCondLst>
                              <p:cond delay="5500"/>
                            </p:stCondLst>
                            <p:childTnLst>
                              <p:par>
                                <p:cTn id="448" presetID="10" presetClass="exit" presetSubtype="0" fill="hold" grpId="1" nodeType="afterEffect">
                                  <p:stCondLst>
                                    <p:cond delay="0"/>
                                  </p:stCondLst>
                                  <p:childTnLst>
                                    <p:animEffect transition="out" filter="fade">
                                      <p:cBhvr>
                                        <p:cTn id="449" dur="500"/>
                                        <p:tgtEl>
                                          <p:spTgt spid="190">
                                            <p:txEl>
                                              <p:pRg st="0" end="0"/>
                                            </p:txEl>
                                          </p:spTgt>
                                        </p:tgtEl>
                                      </p:cBhvr>
                                    </p:animEffect>
                                    <p:set>
                                      <p:cBhvr>
                                        <p:cTn id="450" dur="1" fill="hold">
                                          <p:stCondLst>
                                            <p:cond delay="499"/>
                                          </p:stCondLst>
                                        </p:cTn>
                                        <p:tgtEl>
                                          <p:spTgt spid="190">
                                            <p:txEl>
                                              <p:pRg st="0" end="0"/>
                                            </p:txEl>
                                          </p:spTgt>
                                        </p:tgtEl>
                                        <p:attrNameLst>
                                          <p:attrName>style.visibility</p:attrName>
                                        </p:attrNameLst>
                                      </p:cBhvr>
                                      <p:to>
                                        <p:strVal val="hidden"/>
                                      </p:to>
                                    </p:set>
                                  </p:childTnLst>
                                </p:cTn>
                              </p:par>
                              <p:par>
                                <p:cTn id="451" presetID="10" presetClass="exit" presetSubtype="0" fill="hold" grpId="1" nodeType="withEffect">
                                  <p:stCondLst>
                                    <p:cond delay="0"/>
                                  </p:stCondLst>
                                  <p:childTnLst>
                                    <p:animEffect transition="out" filter="fade">
                                      <p:cBhvr>
                                        <p:cTn id="452" dur="500"/>
                                        <p:tgtEl>
                                          <p:spTgt spid="190">
                                            <p:txEl>
                                              <p:pRg st="1" end="1"/>
                                            </p:txEl>
                                          </p:spTgt>
                                        </p:tgtEl>
                                      </p:cBhvr>
                                    </p:animEffect>
                                    <p:set>
                                      <p:cBhvr>
                                        <p:cTn id="453" dur="1" fill="hold">
                                          <p:stCondLst>
                                            <p:cond delay="499"/>
                                          </p:stCondLst>
                                        </p:cTn>
                                        <p:tgtEl>
                                          <p:spTgt spid="190">
                                            <p:txEl>
                                              <p:pRg st="1" end="1"/>
                                            </p:txEl>
                                          </p:spTgt>
                                        </p:tgtEl>
                                        <p:attrNameLst>
                                          <p:attrName>style.visibility</p:attrName>
                                        </p:attrNameLst>
                                      </p:cBhvr>
                                      <p:to>
                                        <p:strVal val="hidden"/>
                                      </p:to>
                                    </p:set>
                                  </p:childTnLst>
                                </p:cTn>
                              </p:par>
                              <p:par>
                                <p:cTn id="454" presetID="10" presetClass="exit" presetSubtype="0" fill="hold" grpId="1" nodeType="withEffect">
                                  <p:stCondLst>
                                    <p:cond delay="0"/>
                                  </p:stCondLst>
                                  <p:childTnLst>
                                    <p:animEffect transition="out" filter="fade">
                                      <p:cBhvr>
                                        <p:cTn id="455" dur="500"/>
                                        <p:tgtEl>
                                          <p:spTgt spid="190">
                                            <p:txEl>
                                              <p:pRg st="2" end="2"/>
                                            </p:txEl>
                                          </p:spTgt>
                                        </p:tgtEl>
                                      </p:cBhvr>
                                    </p:animEffect>
                                    <p:set>
                                      <p:cBhvr>
                                        <p:cTn id="456" dur="1" fill="hold">
                                          <p:stCondLst>
                                            <p:cond delay="499"/>
                                          </p:stCondLst>
                                        </p:cTn>
                                        <p:tgtEl>
                                          <p:spTgt spid="190">
                                            <p:txEl>
                                              <p:pRg st="2" end="2"/>
                                            </p:txEl>
                                          </p:spTgt>
                                        </p:tgtEl>
                                        <p:attrNameLst>
                                          <p:attrName>style.visibility</p:attrName>
                                        </p:attrNameLst>
                                      </p:cBhvr>
                                      <p:to>
                                        <p:strVal val="hidden"/>
                                      </p:to>
                                    </p:set>
                                  </p:childTnLst>
                                </p:cTn>
                              </p:par>
                              <p:par>
                                <p:cTn id="457" presetID="10" presetClass="exit" presetSubtype="0" fill="hold" grpId="1" nodeType="withEffect">
                                  <p:stCondLst>
                                    <p:cond delay="0"/>
                                  </p:stCondLst>
                                  <p:childTnLst>
                                    <p:animEffect transition="out" filter="fade">
                                      <p:cBhvr>
                                        <p:cTn id="458" dur="500"/>
                                        <p:tgtEl>
                                          <p:spTgt spid="190">
                                            <p:bg/>
                                          </p:spTgt>
                                        </p:tgtEl>
                                      </p:cBhvr>
                                    </p:animEffect>
                                    <p:set>
                                      <p:cBhvr>
                                        <p:cTn id="459" dur="1" fill="hold">
                                          <p:stCondLst>
                                            <p:cond delay="499"/>
                                          </p:stCondLst>
                                        </p:cTn>
                                        <p:tgtEl>
                                          <p:spTgt spid="190">
                                            <p:bg/>
                                          </p:spTgt>
                                        </p:tgtEl>
                                        <p:attrNameLst>
                                          <p:attrName>style.visibility</p:attrName>
                                        </p:attrNameLst>
                                      </p:cBhvr>
                                      <p:to>
                                        <p:strVal val="hidden"/>
                                      </p:to>
                                    </p:set>
                                  </p:childTnLst>
                                </p:cTn>
                              </p:par>
                            </p:childTnLst>
                          </p:cTn>
                        </p:par>
                        <p:par>
                          <p:cTn id="460" fill="hold">
                            <p:stCondLst>
                              <p:cond delay="6000"/>
                            </p:stCondLst>
                            <p:childTnLst>
                              <p:par>
                                <p:cTn id="461" presetID="22" presetClass="entr" presetSubtype="1" fill="hold" grpId="0" nodeType="afterEffect">
                                  <p:stCondLst>
                                    <p:cond delay="0"/>
                                  </p:stCondLst>
                                  <p:childTnLst>
                                    <p:set>
                                      <p:cBhvr>
                                        <p:cTn id="462" dur="1" fill="hold">
                                          <p:stCondLst>
                                            <p:cond delay="0"/>
                                          </p:stCondLst>
                                        </p:cTn>
                                        <p:tgtEl>
                                          <p:spTgt spid="101">
                                            <p:bg/>
                                          </p:spTgt>
                                        </p:tgtEl>
                                        <p:attrNameLst>
                                          <p:attrName>style.visibility</p:attrName>
                                        </p:attrNameLst>
                                      </p:cBhvr>
                                      <p:to>
                                        <p:strVal val="visible"/>
                                      </p:to>
                                    </p:set>
                                    <p:animEffect transition="in" filter="wipe(up)">
                                      <p:cBhvr>
                                        <p:cTn id="463" dur="1000"/>
                                        <p:tgtEl>
                                          <p:spTgt spid="101">
                                            <p:bg/>
                                          </p:spTgt>
                                        </p:tgtEl>
                                      </p:cBhvr>
                                    </p:animEffect>
                                  </p:childTnLst>
                                </p:cTn>
                              </p:par>
                              <p:par>
                                <p:cTn id="464" presetID="22" presetClass="entr" presetSubtype="1" fill="hold" grpId="0" nodeType="withEffect">
                                  <p:stCondLst>
                                    <p:cond delay="0"/>
                                  </p:stCondLst>
                                  <p:childTnLst>
                                    <p:set>
                                      <p:cBhvr>
                                        <p:cTn id="465" dur="1" fill="hold">
                                          <p:stCondLst>
                                            <p:cond delay="0"/>
                                          </p:stCondLst>
                                        </p:cTn>
                                        <p:tgtEl>
                                          <p:spTgt spid="101">
                                            <p:txEl>
                                              <p:pRg st="0" end="0"/>
                                            </p:txEl>
                                          </p:spTgt>
                                        </p:tgtEl>
                                        <p:attrNameLst>
                                          <p:attrName>style.visibility</p:attrName>
                                        </p:attrNameLst>
                                      </p:cBhvr>
                                      <p:to>
                                        <p:strVal val="visible"/>
                                      </p:to>
                                    </p:set>
                                    <p:animEffect transition="in" filter="wipe(up)">
                                      <p:cBhvr>
                                        <p:cTn id="466" dur="1000"/>
                                        <p:tgtEl>
                                          <p:spTgt spid="101">
                                            <p:txEl>
                                              <p:pRg st="0" end="0"/>
                                            </p:txEl>
                                          </p:spTgt>
                                        </p:tgtEl>
                                      </p:cBhvr>
                                    </p:animEffect>
                                  </p:childTnLst>
                                </p:cTn>
                              </p:par>
                            </p:childTnLst>
                          </p:cTn>
                        </p:par>
                        <p:par>
                          <p:cTn id="467" fill="hold">
                            <p:stCondLst>
                              <p:cond delay="7000"/>
                            </p:stCondLst>
                            <p:childTnLst>
                              <p:par>
                                <p:cTn id="468" presetID="22" presetClass="entr" presetSubtype="8" fill="hold" nodeType="afterEffect">
                                  <p:stCondLst>
                                    <p:cond delay="0"/>
                                  </p:stCondLst>
                                  <p:childTnLst>
                                    <p:set>
                                      <p:cBhvr>
                                        <p:cTn id="469" dur="1" fill="hold">
                                          <p:stCondLst>
                                            <p:cond delay="0"/>
                                          </p:stCondLst>
                                        </p:cTn>
                                        <p:tgtEl>
                                          <p:spTgt spid="106"/>
                                        </p:tgtEl>
                                        <p:attrNameLst>
                                          <p:attrName>style.visibility</p:attrName>
                                        </p:attrNameLst>
                                      </p:cBhvr>
                                      <p:to>
                                        <p:strVal val="visible"/>
                                      </p:to>
                                    </p:set>
                                    <p:animEffect transition="in" filter="wipe(left)">
                                      <p:cBhvr>
                                        <p:cTn id="470" dur="1000"/>
                                        <p:tgtEl>
                                          <p:spTgt spid="106"/>
                                        </p:tgtEl>
                                      </p:cBhvr>
                                    </p:animEffect>
                                  </p:childTnLst>
                                </p:cTn>
                              </p:par>
                            </p:childTnLst>
                          </p:cTn>
                        </p:par>
                      </p:childTnLst>
                    </p:cTn>
                  </p:par>
                  <p:par>
                    <p:cTn id="471" fill="hold">
                      <p:stCondLst>
                        <p:cond delay="indefinite"/>
                      </p:stCondLst>
                      <p:childTnLst>
                        <p:par>
                          <p:cTn id="472" fill="hold">
                            <p:stCondLst>
                              <p:cond delay="0"/>
                            </p:stCondLst>
                            <p:childTnLst>
                              <p:par>
                                <p:cTn id="473" presetID="22" presetClass="entr" presetSubtype="1" fill="hold" nodeType="clickEffect">
                                  <p:stCondLst>
                                    <p:cond delay="0"/>
                                  </p:stCondLst>
                                  <p:childTnLst>
                                    <p:set>
                                      <p:cBhvr>
                                        <p:cTn id="474" dur="1" fill="hold">
                                          <p:stCondLst>
                                            <p:cond delay="0"/>
                                          </p:stCondLst>
                                        </p:cTn>
                                        <p:tgtEl>
                                          <p:spTgt spid="4"/>
                                        </p:tgtEl>
                                        <p:attrNameLst>
                                          <p:attrName>style.visibility</p:attrName>
                                        </p:attrNameLst>
                                      </p:cBhvr>
                                      <p:to>
                                        <p:strVal val="visible"/>
                                      </p:to>
                                    </p:set>
                                    <p:animEffect transition="in" filter="wipe(up)">
                                      <p:cBhvr>
                                        <p:cTn id="475" dur="500"/>
                                        <p:tgtEl>
                                          <p:spTgt spid="4"/>
                                        </p:tgtEl>
                                      </p:cBhvr>
                                    </p:animEffect>
                                  </p:childTnLst>
                                </p:cTn>
                              </p:par>
                            </p:childTnLst>
                          </p:cTn>
                        </p:par>
                        <p:par>
                          <p:cTn id="476" fill="hold">
                            <p:stCondLst>
                              <p:cond delay="500"/>
                            </p:stCondLst>
                            <p:childTnLst>
                              <p:par>
                                <p:cTn id="477" presetID="64" presetClass="path" presetSubtype="0" accel="50000" decel="50000" fill="hold" grpId="7" nodeType="afterEffect">
                                  <p:stCondLst>
                                    <p:cond delay="0"/>
                                  </p:stCondLst>
                                  <p:childTnLst>
                                    <p:animMotion origin="layout" path="M -0.20886 0.05347 L -0.19401 -0.34607 " pathEditMode="relative" rAng="0" ptsTypes="AA">
                                      <p:cBhvr>
                                        <p:cTn id="478" dur="1500" fill="hold"/>
                                        <p:tgtEl>
                                          <p:spTgt spid="99"/>
                                        </p:tgtEl>
                                        <p:attrNameLst>
                                          <p:attrName>ppt_x</p:attrName>
                                          <p:attrName>ppt_y</p:attrName>
                                        </p:attrNameLst>
                                      </p:cBhvr>
                                      <p:rCtr x="742" y="-19977"/>
                                    </p:animMotion>
                                  </p:childTnLst>
                                </p:cTn>
                              </p:par>
                            </p:childTnLst>
                          </p:cTn>
                        </p:par>
                      </p:childTnLst>
                    </p:cTn>
                  </p:par>
                  <p:par>
                    <p:cTn id="479" fill="hold">
                      <p:stCondLst>
                        <p:cond delay="indefinite"/>
                      </p:stCondLst>
                      <p:childTnLst>
                        <p:par>
                          <p:cTn id="480" fill="hold">
                            <p:stCondLst>
                              <p:cond delay="0"/>
                            </p:stCondLst>
                            <p:childTnLst>
                              <p:par>
                                <p:cTn id="481" presetID="7" presetClass="emph" presetSubtype="2" fill="hold" nodeType="clickEffect">
                                  <p:stCondLst>
                                    <p:cond delay="0"/>
                                  </p:stCondLst>
                                  <p:childTnLst>
                                    <p:animClr clrSpc="rgb" dir="cw">
                                      <p:cBhvr>
                                        <p:cTn id="482" dur="1000" fill="hold"/>
                                        <p:tgtEl>
                                          <p:spTgt spid="106"/>
                                        </p:tgtEl>
                                        <p:attrNameLst>
                                          <p:attrName>stroke.color</p:attrName>
                                        </p:attrNameLst>
                                      </p:cBhvr>
                                      <p:to>
                                        <a:srgbClr val="F2F2F2"/>
                                      </p:to>
                                    </p:animClr>
                                    <p:set>
                                      <p:cBhvr>
                                        <p:cTn id="483" dur="1000" fill="hold"/>
                                        <p:tgtEl>
                                          <p:spTgt spid="106"/>
                                        </p:tgtEl>
                                        <p:attrNameLst>
                                          <p:attrName>stroke.on</p:attrName>
                                        </p:attrNameLst>
                                      </p:cBhvr>
                                      <p:to>
                                        <p:strVal val="true"/>
                                      </p:to>
                                    </p:set>
                                  </p:childTnLst>
                                </p:cTn>
                              </p:par>
                            </p:childTnLst>
                          </p:cTn>
                        </p:par>
                        <p:par>
                          <p:cTn id="484" fill="hold">
                            <p:stCondLst>
                              <p:cond delay="1000"/>
                            </p:stCondLst>
                            <p:childTnLst>
                              <p:par>
                                <p:cTn id="485" presetID="22" presetClass="entr" presetSubtype="8" fill="hold" nodeType="afterEffect">
                                  <p:stCondLst>
                                    <p:cond delay="0"/>
                                  </p:stCondLst>
                                  <p:childTnLst>
                                    <p:set>
                                      <p:cBhvr>
                                        <p:cTn id="486" dur="1" fill="hold">
                                          <p:stCondLst>
                                            <p:cond delay="0"/>
                                          </p:stCondLst>
                                        </p:cTn>
                                        <p:tgtEl>
                                          <p:spTgt spid="107"/>
                                        </p:tgtEl>
                                        <p:attrNameLst>
                                          <p:attrName>style.visibility</p:attrName>
                                        </p:attrNameLst>
                                      </p:cBhvr>
                                      <p:to>
                                        <p:strVal val="visible"/>
                                      </p:to>
                                    </p:set>
                                    <p:animEffect transition="in" filter="wipe(left)">
                                      <p:cBhvr>
                                        <p:cTn id="487" dur="1000"/>
                                        <p:tgtEl>
                                          <p:spTgt spid="107"/>
                                        </p:tgtEl>
                                      </p:cBhvr>
                                    </p:animEffect>
                                  </p:childTnLst>
                                </p:cTn>
                              </p:par>
                            </p:childTnLst>
                          </p:cTn>
                        </p:par>
                      </p:childTnLst>
                    </p:cTn>
                  </p:par>
                  <p:par>
                    <p:cTn id="488" fill="hold">
                      <p:stCondLst>
                        <p:cond delay="indefinite"/>
                      </p:stCondLst>
                      <p:childTnLst>
                        <p:par>
                          <p:cTn id="489" fill="hold">
                            <p:stCondLst>
                              <p:cond delay="0"/>
                            </p:stCondLst>
                            <p:childTnLst>
                              <p:par>
                                <p:cTn id="490" presetID="1" presetClass="entr" presetSubtype="0" fill="hold" grpId="0" nodeType="clickEffect">
                                  <p:stCondLst>
                                    <p:cond delay="0"/>
                                  </p:stCondLst>
                                  <p:childTnLst>
                                    <p:set>
                                      <p:cBhvr>
                                        <p:cTn id="491" dur="1" fill="hold">
                                          <p:stCondLst>
                                            <p:cond delay="0"/>
                                          </p:stCondLst>
                                        </p:cTn>
                                        <p:tgtEl>
                                          <p:spTgt spid="49"/>
                                        </p:tgtEl>
                                        <p:attrNameLst>
                                          <p:attrName>style.visibility</p:attrName>
                                        </p:attrNameLst>
                                      </p:cBhvr>
                                      <p:to>
                                        <p:strVal val="visible"/>
                                      </p:to>
                                    </p:set>
                                  </p:childTnLst>
                                </p:cTn>
                              </p:par>
                            </p:childTnLst>
                          </p:cTn>
                        </p:par>
                        <p:par>
                          <p:cTn id="492" fill="hold">
                            <p:stCondLst>
                              <p:cond delay="0"/>
                            </p:stCondLst>
                            <p:childTnLst>
                              <p:par>
                                <p:cTn id="493" presetID="42" presetClass="path" presetSubtype="0" accel="50000" decel="50000" fill="hold" grpId="1" nodeType="afterEffect">
                                  <p:stCondLst>
                                    <p:cond delay="0"/>
                                  </p:stCondLst>
                                  <p:childTnLst>
                                    <p:animMotion origin="layout" path="M -3.75E-6 -1.85185E-6 L -0.00078 0.2669 " pathEditMode="relative" rAng="0" ptsTypes="AA">
                                      <p:cBhvr>
                                        <p:cTn id="494" dur="1250" fill="hold"/>
                                        <p:tgtEl>
                                          <p:spTgt spid="49"/>
                                        </p:tgtEl>
                                        <p:attrNameLst>
                                          <p:attrName>ppt_x</p:attrName>
                                          <p:attrName>ppt_y</p:attrName>
                                        </p:attrNameLst>
                                      </p:cBhvr>
                                      <p:rCtr x="-39" y="13333"/>
                                    </p:animMotion>
                                  </p:childTnLst>
                                </p:cTn>
                              </p:par>
                            </p:childTnLst>
                          </p:cTn>
                        </p:par>
                        <p:par>
                          <p:cTn id="495" fill="hold">
                            <p:stCondLst>
                              <p:cond delay="1250"/>
                            </p:stCondLst>
                            <p:childTnLst>
                              <p:par>
                                <p:cTn id="496" presetID="22" presetClass="entr" presetSubtype="1" fill="hold" grpId="0" nodeType="afterEffect">
                                  <p:stCondLst>
                                    <p:cond delay="0"/>
                                  </p:stCondLst>
                                  <p:childTnLst>
                                    <p:set>
                                      <p:cBhvr>
                                        <p:cTn id="497" dur="1" fill="hold">
                                          <p:stCondLst>
                                            <p:cond delay="0"/>
                                          </p:stCondLst>
                                        </p:cTn>
                                        <p:tgtEl>
                                          <p:spTgt spid="101">
                                            <p:txEl>
                                              <p:pRg st="1" end="1"/>
                                            </p:txEl>
                                          </p:spTgt>
                                        </p:tgtEl>
                                        <p:attrNameLst>
                                          <p:attrName>style.visibility</p:attrName>
                                        </p:attrNameLst>
                                      </p:cBhvr>
                                      <p:to>
                                        <p:strVal val="visible"/>
                                      </p:to>
                                    </p:set>
                                    <p:animEffect transition="in" filter="wipe(up)">
                                      <p:cBhvr>
                                        <p:cTn id="498" dur="1000"/>
                                        <p:tgtEl>
                                          <p:spTgt spid="101">
                                            <p:txEl>
                                              <p:pRg st="1" end="1"/>
                                            </p:txEl>
                                          </p:spTgt>
                                        </p:tgtEl>
                                      </p:cBhvr>
                                    </p:animEffect>
                                  </p:childTnLst>
                                </p:cTn>
                              </p:par>
                            </p:childTnLst>
                          </p:cTn>
                        </p:par>
                        <p:par>
                          <p:cTn id="499" fill="hold">
                            <p:stCondLst>
                              <p:cond delay="2250"/>
                            </p:stCondLst>
                            <p:childTnLst>
                              <p:par>
                                <p:cTn id="500" presetID="7" presetClass="emph" presetSubtype="2" fill="hold" nodeType="afterEffect">
                                  <p:stCondLst>
                                    <p:cond delay="0"/>
                                  </p:stCondLst>
                                  <p:childTnLst>
                                    <p:animClr clrSpc="rgb" dir="cw">
                                      <p:cBhvr>
                                        <p:cTn id="501" dur="1000" fill="hold"/>
                                        <p:tgtEl>
                                          <p:spTgt spid="107"/>
                                        </p:tgtEl>
                                        <p:attrNameLst>
                                          <p:attrName>stroke.color</p:attrName>
                                        </p:attrNameLst>
                                      </p:cBhvr>
                                      <p:to>
                                        <a:srgbClr val="FFF2CC"/>
                                      </p:to>
                                    </p:animClr>
                                    <p:set>
                                      <p:cBhvr>
                                        <p:cTn id="502" dur="1000" fill="hold"/>
                                        <p:tgtEl>
                                          <p:spTgt spid="107"/>
                                        </p:tgtEl>
                                        <p:attrNameLst>
                                          <p:attrName>stroke.on</p:attrName>
                                        </p:attrNameLst>
                                      </p:cBhvr>
                                      <p:to>
                                        <p:strVal val="true"/>
                                      </p:to>
                                    </p:set>
                                  </p:childTnLst>
                                </p:cTn>
                              </p:par>
                            </p:childTnLst>
                          </p:cTn>
                        </p:par>
                        <p:par>
                          <p:cTn id="503" fill="hold">
                            <p:stCondLst>
                              <p:cond delay="3250"/>
                            </p:stCondLst>
                            <p:childTnLst>
                              <p:par>
                                <p:cTn id="504" presetID="22" presetClass="entr" presetSubtype="1" fill="hold" nodeType="afterEffect">
                                  <p:stCondLst>
                                    <p:cond delay="0"/>
                                  </p:stCondLst>
                                  <p:childTnLst>
                                    <p:set>
                                      <p:cBhvr>
                                        <p:cTn id="505" dur="1" fill="hold">
                                          <p:stCondLst>
                                            <p:cond delay="0"/>
                                          </p:stCondLst>
                                        </p:cTn>
                                        <p:tgtEl>
                                          <p:spTgt spid="111"/>
                                        </p:tgtEl>
                                        <p:attrNameLst>
                                          <p:attrName>style.visibility</p:attrName>
                                        </p:attrNameLst>
                                      </p:cBhvr>
                                      <p:to>
                                        <p:strVal val="visible"/>
                                      </p:to>
                                    </p:set>
                                    <p:animEffect transition="in" filter="wipe(up)">
                                      <p:cBhvr>
                                        <p:cTn id="506" dur="1000"/>
                                        <p:tgtEl>
                                          <p:spTgt spid="111"/>
                                        </p:tgtEl>
                                      </p:cBhvr>
                                    </p:animEffect>
                                  </p:childTnLst>
                                </p:cTn>
                              </p:par>
                            </p:childTnLst>
                          </p:cTn>
                        </p:par>
                      </p:childTnLst>
                    </p:cTn>
                  </p:par>
                  <p:par>
                    <p:cTn id="507" fill="hold">
                      <p:stCondLst>
                        <p:cond delay="indefinite"/>
                      </p:stCondLst>
                      <p:childTnLst>
                        <p:par>
                          <p:cTn id="508" fill="hold">
                            <p:stCondLst>
                              <p:cond delay="0"/>
                            </p:stCondLst>
                            <p:childTnLst>
                              <p:par>
                                <p:cTn id="509" presetID="22" presetClass="entr" presetSubtype="1" fill="hold" nodeType="clickEffect">
                                  <p:stCondLst>
                                    <p:cond delay="0"/>
                                  </p:stCondLst>
                                  <p:childTnLst>
                                    <p:set>
                                      <p:cBhvr>
                                        <p:cTn id="510" dur="1" fill="hold">
                                          <p:stCondLst>
                                            <p:cond delay="0"/>
                                          </p:stCondLst>
                                        </p:cTn>
                                        <p:tgtEl>
                                          <p:spTgt spid="207"/>
                                        </p:tgtEl>
                                        <p:attrNameLst>
                                          <p:attrName>style.visibility</p:attrName>
                                        </p:attrNameLst>
                                      </p:cBhvr>
                                      <p:to>
                                        <p:strVal val="visible"/>
                                      </p:to>
                                    </p:set>
                                    <p:animEffect transition="in" filter="wipe(up)">
                                      <p:cBhvr>
                                        <p:cTn id="511" dur="750"/>
                                        <p:tgtEl>
                                          <p:spTgt spid="207"/>
                                        </p:tgtEl>
                                      </p:cBhvr>
                                    </p:animEffect>
                                  </p:childTnLst>
                                </p:cTn>
                              </p:par>
                            </p:childTnLst>
                          </p:cTn>
                        </p:par>
                        <p:par>
                          <p:cTn id="512" fill="hold">
                            <p:stCondLst>
                              <p:cond delay="750"/>
                            </p:stCondLst>
                            <p:childTnLst>
                              <p:par>
                                <p:cTn id="513" presetID="16" presetClass="entr" presetSubtype="42" fill="hold" nodeType="afterEffect">
                                  <p:stCondLst>
                                    <p:cond delay="0"/>
                                  </p:stCondLst>
                                  <p:childTnLst>
                                    <p:set>
                                      <p:cBhvr>
                                        <p:cTn id="514" dur="1" fill="hold">
                                          <p:stCondLst>
                                            <p:cond delay="0"/>
                                          </p:stCondLst>
                                        </p:cTn>
                                        <p:tgtEl>
                                          <p:spTgt spid="240"/>
                                        </p:tgtEl>
                                        <p:attrNameLst>
                                          <p:attrName>style.visibility</p:attrName>
                                        </p:attrNameLst>
                                      </p:cBhvr>
                                      <p:to>
                                        <p:strVal val="visible"/>
                                      </p:to>
                                    </p:set>
                                    <p:animEffect transition="in" filter="barn(outHorizontal)">
                                      <p:cBhvr>
                                        <p:cTn id="515" dur="750"/>
                                        <p:tgtEl>
                                          <p:spTgt spid="240"/>
                                        </p:tgtEl>
                                      </p:cBhvr>
                                    </p:animEffect>
                                  </p:childTnLst>
                                </p:cTn>
                              </p:par>
                            </p:childTnLst>
                          </p:cTn>
                        </p:par>
                        <p:par>
                          <p:cTn id="516" fill="hold">
                            <p:stCondLst>
                              <p:cond delay="1500"/>
                            </p:stCondLst>
                            <p:childTnLst>
                              <p:par>
                                <p:cTn id="517" presetID="6" presetClass="emph" presetSubtype="0" fill="hold" grpId="2" nodeType="afterEffect">
                                  <p:stCondLst>
                                    <p:cond delay="0"/>
                                  </p:stCondLst>
                                  <p:childTnLst>
                                    <p:animScale>
                                      <p:cBhvr>
                                        <p:cTn id="518" dur="1000" fill="hold"/>
                                        <p:tgtEl>
                                          <p:spTgt spid="88"/>
                                        </p:tgtEl>
                                      </p:cBhvr>
                                      <p:by x="150000" y="150000"/>
                                    </p:animScale>
                                  </p:childTnLst>
                                </p:cTn>
                              </p:par>
                            </p:childTnLst>
                          </p:cTn>
                        </p:par>
                        <p:par>
                          <p:cTn id="519" fill="hold">
                            <p:stCondLst>
                              <p:cond delay="2500"/>
                            </p:stCondLst>
                            <p:childTnLst>
                              <p:par>
                                <p:cTn id="520" presetID="16" presetClass="exit" presetSubtype="21" fill="hold" grpId="3" nodeType="afterEffect">
                                  <p:stCondLst>
                                    <p:cond delay="0"/>
                                  </p:stCondLst>
                                  <p:childTnLst>
                                    <p:animEffect transition="out" filter="barn(inVertical)">
                                      <p:cBhvr>
                                        <p:cTn id="521" dur="500"/>
                                        <p:tgtEl>
                                          <p:spTgt spid="88"/>
                                        </p:tgtEl>
                                      </p:cBhvr>
                                    </p:animEffect>
                                    <p:set>
                                      <p:cBhvr>
                                        <p:cTn id="522" dur="1" fill="hold">
                                          <p:stCondLst>
                                            <p:cond delay="499"/>
                                          </p:stCondLst>
                                        </p:cTn>
                                        <p:tgtEl>
                                          <p:spTgt spid="88"/>
                                        </p:tgtEl>
                                        <p:attrNameLst>
                                          <p:attrName>style.visibility</p:attrName>
                                        </p:attrNameLst>
                                      </p:cBhvr>
                                      <p:to>
                                        <p:strVal val="hidden"/>
                                      </p:to>
                                    </p:set>
                                  </p:childTnLst>
                                </p:cTn>
                              </p:par>
                            </p:childTnLst>
                          </p:cTn>
                        </p:par>
                        <p:par>
                          <p:cTn id="523" fill="hold">
                            <p:stCondLst>
                              <p:cond delay="3000"/>
                            </p:stCondLst>
                            <p:childTnLst>
                              <p:par>
                                <p:cTn id="524" presetID="1" presetClass="entr" presetSubtype="0" fill="hold" grpId="0" nodeType="afterEffect">
                                  <p:stCondLst>
                                    <p:cond delay="0"/>
                                  </p:stCondLst>
                                  <p:childTnLst>
                                    <p:set>
                                      <p:cBhvr>
                                        <p:cTn id="525" dur="1" fill="hold">
                                          <p:stCondLst>
                                            <p:cond delay="0"/>
                                          </p:stCondLst>
                                        </p:cTn>
                                        <p:tgtEl>
                                          <p:spTgt spid="114"/>
                                        </p:tgtEl>
                                        <p:attrNameLst>
                                          <p:attrName>style.visibility</p:attrName>
                                        </p:attrNameLst>
                                      </p:cBhvr>
                                      <p:to>
                                        <p:strVal val="visible"/>
                                      </p:to>
                                    </p:set>
                                  </p:childTnLst>
                                </p:cTn>
                              </p:par>
                            </p:childTnLst>
                          </p:cTn>
                        </p:par>
                        <p:par>
                          <p:cTn id="526" fill="hold">
                            <p:stCondLst>
                              <p:cond delay="3000"/>
                            </p:stCondLst>
                            <p:childTnLst>
                              <p:par>
                                <p:cTn id="527" presetID="42" presetClass="path" presetSubtype="0" accel="50000" decel="50000" fill="hold" grpId="5" nodeType="afterEffect">
                                  <p:stCondLst>
                                    <p:cond delay="0"/>
                                  </p:stCondLst>
                                  <p:childTnLst>
                                    <p:animMotion origin="layout" path="M -2.08333E-7 -1.11111E-6 L -0.07344 0.0537 " pathEditMode="relative" rAng="0" ptsTypes="AA">
                                      <p:cBhvr>
                                        <p:cTn id="528" dur="1000" fill="hold"/>
                                        <p:tgtEl>
                                          <p:spTgt spid="114"/>
                                        </p:tgtEl>
                                        <p:attrNameLst>
                                          <p:attrName>ppt_x</p:attrName>
                                          <p:attrName>ppt_y</p:attrName>
                                        </p:attrNameLst>
                                      </p:cBhvr>
                                      <p:rCtr x="-3828" y="2662"/>
                                    </p:animMotion>
                                  </p:childTnLst>
                                </p:cTn>
                              </p:par>
                            </p:childTnLst>
                          </p:cTn>
                        </p:par>
                        <p:par>
                          <p:cTn id="529" fill="hold">
                            <p:stCondLst>
                              <p:cond delay="4000"/>
                            </p:stCondLst>
                            <p:childTnLst>
                              <p:par>
                                <p:cTn id="530" presetID="35" presetClass="path" presetSubtype="0" accel="50000" decel="50000" fill="hold" grpId="6" nodeType="afterEffect">
                                  <p:stCondLst>
                                    <p:cond delay="0"/>
                                  </p:stCondLst>
                                  <p:childTnLst>
                                    <p:animMotion origin="layout" path="M -0.07344 0.0537 L -0.24297 0.05301 " pathEditMode="relative" rAng="0" ptsTypes="AA">
                                      <p:cBhvr>
                                        <p:cTn id="531" dur="1000" fill="hold"/>
                                        <p:tgtEl>
                                          <p:spTgt spid="114"/>
                                        </p:tgtEl>
                                        <p:attrNameLst>
                                          <p:attrName>ppt_x</p:attrName>
                                          <p:attrName>ppt_y</p:attrName>
                                        </p:attrNameLst>
                                      </p:cBhvr>
                                      <p:rCtr x="-8477" y="116"/>
                                    </p:animMotion>
                                  </p:childTnLst>
                                </p:cTn>
                              </p:par>
                            </p:childTnLst>
                          </p:cTn>
                        </p:par>
                      </p:childTnLst>
                    </p:cTn>
                  </p:par>
                  <p:par>
                    <p:cTn id="532" fill="hold">
                      <p:stCondLst>
                        <p:cond delay="indefinite"/>
                      </p:stCondLst>
                      <p:childTnLst>
                        <p:par>
                          <p:cTn id="533" fill="hold">
                            <p:stCondLst>
                              <p:cond delay="0"/>
                            </p:stCondLst>
                            <p:childTnLst>
                              <p:par>
                                <p:cTn id="534" presetID="1" presetClass="entr" presetSubtype="0" fill="hold" grpId="0" nodeType="clickEffect">
                                  <p:stCondLst>
                                    <p:cond delay="0"/>
                                  </p:stCondLst>
                                  <p:childTnLst>
                                    <p:set>
                                      <p:cBhvr>
                                        <p:cTn id="535" dur="1" fill="hold">
                                          <p:stCondLst>
                                            <p:cond delay="0"/>
                                          </p:stCondLst>
                                        </p:cTn>
                                        <p:tgtEl>
                                          <p:spTgt spid="230"/>
                                        </p:tgtEl>
                                        <p:attrNameLst>
                                          <p:attrName>style.visibility</p:attrName>
                                        </p:attrNameLst>
                                      </p:cBhvr>
                                      <p:to>
                                        <p:strVal val="visible"/>
                                      </p:to>
                                    </p:set>
                                  </p:childTnLst>
                                </p:cTn>
                              </p:par>
                            </p:childTnLst>
                          </p:cTn>
                        </p:par>
                        <p:par>
                          <p:cTn id="536" fill="hold">
                            <p:stCondLst>
                              <p:cond delay="0"/>
                            </p:stCondLst>
                            <p:childTnLst>
                              <p:par>
                                <p:cTn id="537" presetID="63" presetClass="path" presetSubtype="0" accel="50000" decel="50000" fill="hold" grpId="1" nodeType="afterEffect">
                                  <p:stCondLst>
                                    <p:cond delay="0"/>
                                  </p:stCondLst>
                                  <p:childTnLst>
                                    <p:animMotion origin="layout" path="M -0.01211 0.00093 L 0.28385 -0.18542 " pathEditMode="relative" rAng="0" ptsTypes="AA">
                                      <p:cBhvr>
                                        <p:cTn id="538" dur="1000" fill="hold"/>
                                        <p:tgtEl>
                                          <p:spTgt spid="230"/>
                                        </p:tgtEl>
                                        <p:attrNameLst>
                                          <p:attrName>ppt_x</p:attrName>
                                          <p:attrName>ppt_y</p:attrName>
                                        </p:attrNameLst>
                                      </p:cBhvr>
                                      <p:rCtr x="14792" y="-9329"/>
                                    </p:animMotion>
                                  </p:childTnLst>
                                </p:cTn>
                              </p:par>
                            </p:childTnLst>
                          </p:cTn>
                        </p:par>
                        <p:par>
                          <p:cTn id="539" fill="hold">
                            <p:stCondLst>
                              <p:cond delay="1000"/>
                            </p:stCondLst>
                            <p:childTnLst>
                              <p:par>
                                <p:cTn id="540" presetID="31" presetClass="entr" presetSubtype="0" fill="hold" grpId="0" nodeType="afterEffect">
                                  <p:stCondLst>
                                    <p:cond delay="0"/>
                                  </p:stCondLst>
                                  <p:childTnLst>
                                    <p:set>
                                      <p:cBhvr>
                                        <p:cTn id="541" dur="1" fill="hold">
                                          <p:stCondLst>
                                            <p:cond delay="0"/>
                                          </p:stCondLst>
                                        </p:cTn>
                                        <p:tgtEl>
                                          <p:spTgt spid="231"/>
                                        </p:tgtEl>
                                        <p:attrNameLst>
                                          <p:attrName>style.visibility</p:attrName>
                                        </p:attrNameLst>
                                      </p:cBhvr>
                                      <p:to>
                                        <p:strVal val="visible"/>
                                      </p:to>
                                    </p:set>
                                    <p:anim calcmode="lin" valueType="num">
                                      <p:cBhvr>
                                        <p:cTn id="542" dur="1000" fill="hold"/>
                                        <p:tgtEl>
                                          <p:spTgt spid="231"/>
                                        </p:tgtEl>
                                        <p:attrNameLst>
                                          <p:attrName>ppt_w</p:attrName>
                                        </p:attrNameLst>
                                      </p:cBhvr>
                                      <p:tavLst>
                                        <p:tav tm="0">
                                          <p:val>
                                            <p:fltVal val="0"/>
                                          </p:val>
                                        </p:tav>
                                        <p:tav tm="100000">
                                          <p:val>
                                            <p:strVal val="#ppt_w"/>
                                          </p:val>
                                        </p:tav>
                                      </p:tavLst>
                                    </p:anim>
                                    <p:anim calcmode="lin" valueType="num">
                                      <p:cBhvr>
                                        <p:cTn id="543" dur="1000" fill="hold"/>
                                        <p:tgtEl>
                                          <p:spTgt spid="231"/>
                                        </p:tgtEl>
                                        <p:attrNameLst>
                                          <p:attrName>ppt_h</p:attrName>
                                        </p:attrNameLst>
                                      </p:cBhvr>
                                      <p:tavLst>
                                        <p:tav tm="0">
                                          <p:val>
                                            <p:fltVal val="0"/>
                                          </p:val>
                                        </p:tav>
                                        <p:tav tm="100000">
                                          <p:val>
                                            <p:strVal val="#ppt_h"/>
                                          </p:val>
                                        </p:tav>
                                      </p:tavLst>
                                    </p:anim>
                                    <p:anim calcmode="lin" valueType="num">
                                      <p:cBhvr>
                                        <p:cTn id="544" dur="1000" fill="hold"/>
                                        <p:tgtEl>
                                          <p:spTgt spid="231"/>
                                        </p:tgtEl>
                                        <p:attrNameLst>
                                          <p:attrName>style.rotation</p:attrName>
                                        </p:attrNameLst>
                                      </p:cBhvr>
                                      <p:tavLst>
                                        <p:tav tm="0">
                                          <p:val>
                                            <p:fltVal val="90"/>
                                          </p:val>
                                        </p:tav>
                                        <p:tav tm="100000">
                                          <p:val>
                                            <p:fltVal val="0"/>
                                          </p:val>
                                        </p:tav>
                                      </p:tavLst>
                                    </p:anim>
                                    <p:animEffect transition="in" filter="fade">
                                      <p:cBhvr>
                                        <p:cTn id="545" dur="1000"/>
                                        <p:tgtEl>
                                          <p:spTgt spid="231"/>
                                        </p:tgtEl>
                                      </p:cBhvr>
                                    </p:animEffect>
                                  </p:childTnLst>
                                </p:cTn>
                              </p:par>
                            </p:childTnLst>
                          </p:cTn>
                        </p:par>
                        <p:par>
                          <p:cTn id="546" fill="hold">
                            <p:stCondLst>
                              <p:cond delay="2000"/>
                            </p:stCondLst>
                            <p:childTnLst>
                              <p:par>
                                <p:cTn id="547" presetID="49" presetClass="path" presetSubtype="0" accel="50000" decel="50000" fill="hold" grpId="1" nodeType="afterEffect">
                                  <p:stCondLst>
                                    <p:cond delay="0"/>
                                  </p:stCondLst>
                                  <p:childTnLst>
                                    <p:animMotion origin="layout" path="M -4.16667E-7 -4.81481E-6 L 0.20339 0.35186 " pathEditMode="relative" rAng="0" ptsTypes="AA">
                                      <p:cBhvr>
                                        <p:cTn id="548" dur="1000" fill="hold"/>
                                        <p:tgtEl>
                                          <p:spTgt spid="231"/>
                                        </p:tgtEl>
                                        <p:attrNameLst>
                                          <p:attrName>ppt_x</p:attrName>
                                          <p:attrName>ppt_y</p:attrName>
                                        </p:attrNameLst>
                                      </p:cBhvr>
                                      <p:rCtr x="10169" y="17593"/>
                                    </p:animMotion>
                                  </p:childTnLst>
                                </p:cTn>
                              </p:par>
                            </p:childTnLst>
                          </p:cTn>
                        </p:par>
                        <p:par>
                          <p:cTn id="549" fill="hold">
                            <p:stCondLst>
                              <p:cond delay="3000"/>
                            </p:stCondLst>
                            <p:childTnLst>
                              <p:par>
                                <p:cTn id="550" presetID="45" presetClass="entr" presetSubtype="0" fill="hold" grpId="0" nodeType="afterEffect">
                                  <p:stCondLst>
                                    <p:cond delay="0"/>
                                  </p:stCondLst>
                                  <p:childTnLst>
                                    <p:set>
                                      <p:cBhvr>
                                        <p:cTn id="551" dur="1" fill="hold">
                                          <p:stCondLst>
                                            <p:cond delay="0"/>
                                          </p:stCondLst>
                                        </p:cTn>
                                        <p:tgtEl>
                                          <p:spTgt spid="15"/>
                                        </p:tgtEl>
                                        <p:attrNameLst>
                                          <p:attrName>style.visibility</p:attrName>
                                        </p:attrNameLst>
                                      </p:cBhvr>
                                      <p:to>
                                        <p:strVal val="visible"/>
                                      </p:to>
                                    </p:set>
                                    <p:animEffect transition="in" filter="fade">
                                      <p:cBhvr>
                                        <p:cTn id="552" dur="1000"/>
                                        <p:tgtEl>
                                          <p:spTgt spid="15"/>
                                        </p:tgtEl>
                                      </p:cBhvr>
                                    </p:animEffect>
                                    <p:anim calcmode="lin" valueType="num">
                                      <p:cBhvr>
                                        <p:cTn id="553" dur="1000" fill="hold"/>
                                        <p:tgtEl>
                                          <p:spTgt spid="15"/>
                                        </p:tgtEl>
                                        <p:attrNameLst>
                                          <p:attrName>ppt_w</p:attrName>
                                        </p:attrNameLst>
                                      </p:cBhvr>
                                      <p:tavLst>
                                        <p:tav tm="0" fmla="#ppt_w*sin(2.5*pi*$)">
                                          <p:val>
                                            <p:fltVal val="0"/>
                                          </p:val>
                                        </p:tav>
                                        <p:tav tm="100000">
                                          <p:val>
                                            <p:fltVal val="1"/>
                                          </p:val>
                                        </p:tav>
                                      </p:tavLst>
                                    </p:anim>
                                    <p:anim calcmode="lin" valueType="num">
                                      <p:cBhvr>
                                        <p:cTn id="554" dur="1000" fill="hold"/>
                                        <p:tgtEl>
                                          <p:spTgt spid="15"/>
                                        </p:tgtEl>
                                        <p:attrNameLst>
                                          <p:attrName>ppt_h</p:attrName>
                                        </p:attrNameLst>
                                      </p:cBhvr>
                                      <p:tavLst>
                                        <p:tav tm="0">
                                          <p:val>
                                            <p:strVal val="#ppt_h"/>
                                          </p:val>
                                        </p:tav>
                                        <p:tav tm="100000">
                                          <p:val>
                                            <p:strVal val="#ppt_h"/>
                                          </p:val>
                                        </p:tav>
                                      </p:tavLst>
                                    </p:anim>
                                  </p:childTnLst>
                                </p:cTn>
                              </p:par>
                            </p:childTnLst>
                          </p:cTn>
                        </p:par>
                        <p:par>
                          <p:cTn id="555" fill="hold">
                            <p:stCondLst>
                              <p:cond delay="4000"/>
                            </p:stCondLst>
                            <p:childTnLst>
                              <p:par>
                                <p:cTn id="556" presetID="22" presetClass="entr" presetSubtype="8" fill="hold" grpId="0" nodeType="afterEffect">
                                  <p:stCondLst>
                                    <p:cond delay="0"/>
                                  </p:stCondLst>
                                  <p:childTnLst>
                                    <p:set>
                                      <p:cBhvr>
                                        <p:cTn id="557" dur="1" fill="hold">
                                          <p:stCondLst>
                                            <p:cond delay="0"/>
                                          </p:stCondLst>
                                        </p:cTn>
                                        <p:tgtEl>
                                          <p:spTgt spid="232"/>
                                        </p:tgtEl>
                                        <p:attrNameLst>
                                          <p:attrName>style.visibility</p:attrName>
                                        </p:attrNameLst>
                                      </p:cBhvr>
                                      <p:to>
                                        <p:strVal val="visible"/>
                                      </p:to>
                                    </p:set>
                                    <p:animEffect transition="in" filter="wipe(left)">
                                      <p:cBhvr>
                                        <p:cTn id="558" dur="500"/>
                                        <p:tgtEl>
                                          <p:spTgt spid="232"/>
                                        </p:tgtEl>
                                      </p:cBhvr>
                                    </p:animEffect>
                                  </p:childTnLst>
                                </p:cTn>
                              </p:par>
                            </p:childTnLst>
                          </p:cTn>
                        </p:par>
                        <p:par>
                          <p:cTn id="559" fill="hold">
                            <p:stCondLst>
                              <p:cond delay="4500"/>
                            </p:stCondLst>
                            <p:childTnLst>
                              <p:par>
                                <p:cTn id="560" presetID="53" presetClass="entr" presetSubtype="16" fill="hold" grpId="0" nodeType="afterEffect">
                                  <p:stCondLst>
                                    <p:cond delay="0"/>
                                  </p:stCondLst>
                                  <p:childTnLst>
                                    <p:set>
                                      <p:cBhvr>
                                        <p:cTn id="561" dur="1" fill="hold">
                                          <p:stCondLst>
                                            <p:cond delay="0"/>
                                          </p:stCondLst>
                                        </p:cTn>
                                        <p:tgtEl>
                                          <p:spTgt spid="236"/>
                                        </p:tgtEl>
                                        <p:attrNameLst>
                                          <p:attrName>style.visibility</p:attrName>
                                        </p:attrNameLst>
                                      </p:cBhvr>
                                      <p:to>
                                        <p:strVal val="visible"/>
                                      </p:to>
                                    </p:set>
                                    <p:anim calcmode="lin" valueType="num">
                                      <p:cBhvr>
                                        <p:cTn id="562" dur="500" fill="hold"/>
                                        <p:tgtEl>
                                          <p:spTgt spid="236"/>
                                        </p:tgtEl>
                                        <p:attrNameLst>
                                          <p:attrName>ppt_w</p:attrName>
                                        </p:attrNameLst>
                                      </p:cBhvr>
                                      <p:tavLst>
                                        <p:tav tm="0">
                                          <p:val>
                                            <p:fltVal val="0"/>
                                          </p:val>
                                        </p:tav>
                                        <p:tav tm="100000">
                                          <p:val>
                                            <p:strVal val="#ppt_w"/>
                                          </p:val>
                                        </p:tav>
                                      </p:tavLst>
                                    </p:anim>
                                    <p:anim calcmode="lin" valueType="num">
                                      <p:cBhvr>
                                        <p:cTn id="563" dur="500" fill="hold"/>
                                        <p:tgtEl>
                                          <p:spTgt spid="236"/>
                                        </p:tgtEl>
                                        <p:attrNameLst>
                                          <p:attrName>ppt_h</p:attrName>
                                        </p:attrNameLst>
                                      </p:cBhvr>
                                      <p:tavLst>
                                        <p:tav tm="0">
                                          <p:val>
                                            <p:fltVal val="0"/>
                                          </p:val>
                                        </p:tav>
                                        <p:tav tm="100000">
                                          <p:val>
                                            <p:strVal val="#ppt_h"/>
                                          </p:val>
                                        </p:tav>
                                      </p:tavLst>
                                    </p:anim>
                                    <p:animEffect transition="in" filter="fade">
                                      <p:cBhvr>
                                        <p:cTn id="564" dur="500"/>
                                        <p:tgtEl>
                                          <p:spTgt spid="236"/>
                                        </p:tgtEl>
                                      </p:cBhvr>
                                    </p:animEffect>
                                  </p:childTnLst>
                                </p:cTn>
                              </p:par>
                            </p:childTnLst>
                          </p:cTn>
                        </p:par>
                        <p:par>
                          <p:cTn id="565" fill="hold">
                            <p:stCondLst>
                              <p:cond delay="5000"/>
                            </p:stCondLst>
                            <p:childTnLst>
                              <p:par>
                                <p:cTn id="566" presetID="1" presetClass="entr" presetSubtype="0" fill="hold" grpId="0" nodeType="afterEffect">
                                  <p:stCondLst>
                                    <p:cond delay="0"/>
                                  </p:stCondLst>
                                  <p:childTnLst>
                                    <p:set>
                                      <p:cBhvr>
                                        <p:cTn id="567" dur="1" fill="hold">
                                          <p:stCondLst>
                                            <p:cond delay="0"/>
                                          </p:stCondLst>
                                        </p:cTn>
                                        <p:tgtEl>
                                          <p:spTgt spid="234"/>
                                        </p:tgtEl>
                                        <p:attrNameLst>
                                          <p:attrName>style.visibility</p:attrName>
                                        </p:attrNameLst>
                                      </p:cBhvr>
                                      <p:to>
                                        <p:strVal val="visible"/>
                                      </p:to>
                                    </p:set>
                                  </p:childTnLst>
                                </p:cTn>
                              </p:par>
                            </p:childTnLst>
                          </p:cTn>
                        </p:par>
                        <p:par>
                          <p:cTn id="568" fill="hold">
                            <p:stCondLst>
                              <p:cond delay="5000"/>
                            </p:stCondLst>
                            <p:childTnLst>
                              <p:par>
                                <p:cTn id="569" presetID="63" presetClass="path" presetSubtype="0" accel="50000" decel="50000" fill="hold" grpId="1" nodeType="afterEffect">
                                  <p:stCondLst>
                                    <p:cond delay="0"/>
                                  </p:stCondLst>
                                  <p:childTnLst>
                                    <p:animMotion origin="layout" path="M 2.08333E-6 3.33333E-6 L 0.39153 -0.1838 " pathEditMode="relative" rAng="0" ptsTypes="AA">
                                      <p:cBhvr>
                                        <p:cTn id="570" dur="1000" fill="hold"/>
                                        <p:tgtEl>
                                          <p:spTgt spid="234"/>
                                        </p:tgtEl>
                                        <p:attrNameLst>
                                          <p:attrName>ppt_x</p:attrName>
                                          <p:attrName>ppt_y</p:attrName>
                                        </p:attrNameLst>
                                      </p:cBhvr>
                                      <p:rCtr x="19570" y="-9190"/>
                                    </p:animMotion>
                                  </p:childTnLst>
                                </p:cTn>
                              </p:par>
                            </p:childTnLst>
                          </p:cTn>
                        </p:par>
                        <p:par>
                          <p:cTn id="571" fill="hold">
                            <p:stCondLst>
                              <p:cond delay="6000"/>
                            </p:stCondLst>
                            <p:childTnLst>
                              <p:par>
                                <p:cTn id="572" presetID="53" presetClass="entr" presetSubtype="16" fill="hold" grpId="0" nodeType="afterEffect">
                                  <p:stCondLst>
                                    <p:cond delay="0"/>
                                  </p:stCondLst>
                                  <p:childTnLst>
                                    <p:set>
                                      <p:cBhvr>
                                        <p:cTn id="573" dur="1" fill="hold">
                                          <p:stCondLst>
                                            <p:cond delay="0"/>
                                          </p:stCondLst>
                                        </p:cTn>
                                        <p:tgtEl>
                                          <p:spTgt spid="235"/>
                                        </p:tgtEl>
                                        <p:attrNameLst>
                                          <p:attrName>style.visibility</p:attrName>
                                        </p:attrNameLst>
                                      </p:cBhvr>
                                      <p:to>
                                        <p:strVal val="visible"/>
                                      </p:to>
                                    </p:set>
                                    <p:anim calcmode="lin" valueType="num">
                                      <p:cBhvr>
                                        <p:cTn id="574" dur="500" fill="hold"/>
                                        <p:tgtEl>
                                          <p:spTgt spid="235"/>
                                        </p:tgtEl>
                                        <p:attrNameLst>
                                          <p:attrName>ppt_w</p:attrName>
                                        </p:attrNameLst>
                                      </p:cBhvr>
                                      <p:tavLst>
                                        <p:tav tm="0">
                                          <p:val>
                                            <p:fltVal val="0"/>
                                          </p:val>
                                        </p:tav>
                                        <p:tav tm="100000">
                                          <p:val>
                                            <p:strVal val="#ppt_w"/>
                                          </p:val>
                                        </p:tav>
                                      </p:tavLst>
                                    </p:anim>
                                    <p:anim calcmode="lin" valueType="num">
                                      <p:cBhvr>
                                        <p:cTn id="575" dur="500" fill="hold"/>
                                        <p:tgtEl>
                                          <p:spTgt spid="235"/>
                                        </p:tgtEl>
                                        <p:attrNameLst>
                                          <p:attrName>ppt_h</p:attrName>
                                        </p:attrNameLst>
                                      </p:cBhvr>
                                      <p:tavLst>
                                        <p:tav tm="0">
                                          <p:val>
                                            <p:fltVal val="0"/>
                                          </p:val>
                                        </p:tav>
                                        <p:tav tm="100000">
                                          <p:val>
                                            <p:strVal val="#ppt_h"/>
                                          </p:val>
                                        </p:tav>
                                      </p:tavLst>
                                    </p:anim>
                                    <p:animEffect transition="in" filter="fade">
                                      <p:cBhvr>
                                        <p:cTn id="576" dur="500"/>
                                        <p:tgtEl>
                                          <p:spTgt spid="235"/>
                                        </p:tgtEl>
                                      </p:cBhvr>
                                    </p:animEffect>
                                  </p:childTnLst>
                                </p:cTn>
                              </p:par>
                            </p:childTnLst>
                          </p:cTn>
                        </p:par>
                        <p:par>
                          <p:cTn id="577" fill="hold">
                            <p:stCondLst>
                              <p:cond delay="6500"/>
                            </p:stCondLst>
                            <p:childTnLst>
                              <p:par>
                                <p:cTn id="578" presetID="42" presetClass="path" presetSubtype="0" accel="50000" decel="50000" fill="hold" grpId="1" nodeType="afterEffect">
                                  <p:stCondLst>
                                    <p:cond delay="0"/>
                                  </p:stCondLst>
                                  <p:childTnLst>
                                    <p:animMotion origin="layout" path="M 1.45833E-6 2.22222E-6 L -0.33789 0.18264 " pathEditMode="relative" rAng="0" ptsTypes="AA">
                                      <p:cBhvr>
                                        <p:cTn id="579" dur="1000" fill="hold"/>
                                        <p:tgtEl>
                                          <p:spTgt spid="236"/>
                                        </p:tgtEl>
                                        <p:attrNameLst>
                                          <p:attrName>ppt_x</p:attrName>
                                          <p:attrName>ppt_y</p:attrName>
                                        </p:attrNameLst>
                                      </p:cBhvr>
                                      <p:rCtr x="-16797" y="9375"/>
                                    </p:animMotion>
                                  </p:childTnLst>
                                </p:cTn>
                              </p:par>
                              <p:par>
                                <p:cTn id="580" presetID="10" presetClass="exit" presetSubtype="0" fill="hold" grpId="1" nodeType="withEffect">
                                  <p:stCondLst>
                                    <p:cond delay="0"/>
                                  </p:stCondLst>
                                  <p:childTnLst>
                                    <p:animEffect transition="out" filter="fade">
                                      <p:cBhvr>
                                        <p:cTn id="581" dur="500"/>
                                        <p:tgtEl>
                                          <p:spTgt spid="249"/>
                                        </p:tgtEl>
                                      </p:cBhvr>
                                    </p:animEffect>
                                    <p:set>
                                      <p:cBhvr>
                                        <p:cTn id="582" dur="1" fill="hold">
                                          <p:stCondLst>
                                            <p:cond delay="499"/>
                                          </p:stCondLst>
                                        </p:cTn>
                                        <p:tgtEl>
                                          <p:spTgt spid="249"/>
                                        </p:tgtEl>
                                        <p:attrNameLst>
                                          <p:attrName>style.visibility</p:attrName>
                                        </p:attrNameLst>
                                      </p:cBhvr>
                                      <p:to>
                                        <p:strVal val="hidden"/>
                                      </p:to>
                                    </p:set>
                                  </p:childTnLst>
                                </p:cTn>
                              </p:par>
                            </p:childTnLst>
                          </p:cTn>
                        </p:par>
                        <p:par>
                          <p:cTn id="583" fill="hold">
                            <p:stCondLst>
                              <p:cond delay="7500"/>
                            </p:stCondLst>
                            <p:childTnLst>
                              <p:par>
                                <p:cTn id="584" presetID="32" presetClass="emph" presetSubtype="0" fill="hold" nodeType="afterEffect">
                                  <p:stCondLst>
                                    <p:cond delay="0"/>
                                  </p:stCondLst>
                                  <p:childTnLst>
                                    <p:animRot by="120000">
                                      <p:cBhvr>
                                        <p:cTn id="585" dur="150" fill="hold">
                                          <p:stCondLst>
                                            <p:cond delay="0"/>
                                          </p:stCondLst>
                                        </p:cTn>
                                        <p:tgtEl>
                                          <p:spTgt spid="111"/>
                                        </p:tgtEl>
                                        <p:attrNameLst>
                                          <p:attrName>r</p:attrName>
                                        </p:attrNameLst>
                                      </p:cBhvr>
                                    </p:animRot>
                                    <p:animRot by="-240000">
                                      <p:cBhvr>
                                        <p:cTn id="586" dur="300" fill="hold">
                                          <p:stCondLst>
                                            <p:cond delay="300"/>
                                          </p:stCondLst>
                                        </p:cTn>
                                        <p:tgtEl>
                                          <p:spTgt spid="111"/>
                                        </p:tgtEl>
                                        <p:attrNameLst>
                                          <p:attrName>r</p:attrName>
                                        </p:attrNameLst>
                                      </p:cBhvr>
                                    </p:animRot>
                                    <p:animRot by="240000">
                                      <p:cBhvr>
                                        <p:cTn id="587" dur="300" fill="hold">
                                          <p:stCondLst>
                                            <p:cond delay="600"/>
                                          </p:stCondLst>
                                        </p:cTn>
                                        <p:tgtEl>
                                          <p:spTgt spid="111"/>
                                        </p:tgtEl>
                                        <p:attrNameLst>
                                          <p:attrName>r</p:attrName>
                                        </p:attrNameLst>
                                      </p:cBhvr>
                                    </p:animRot>
                                    <p:animRot by="-240000">
                                      <p:cBhvr>
                                        <p:cTn id="588" dur="300" fill="hold">
                                          <p:stCondLst>
                                            <p:cond delay="900"/>
                                          </p:stCondLst>
                                        </p:cTn>
                                        <p:tgtEl>
                                          <p:spTgt spid="111"/>
                                        </p:tgtEl>
                                        <p:attrNameLst>
                                          <p:attrName>r</p:attrName>
                                        </p:attrNameLst>
                                      </p:cBhvr>
                                    </p:animRot>
                                    <p:animRot by="120000">
                                      <p:cBhvr>
                                        <p:cTn id="589" dur="300" fill="hold">
                                          <p:stCondLst>
                                            <p:cond delay="1200"/>
                                          </p:stCondLst>
                                        </p:cTn>
                                        <p:tgtEl>
                                          <p:spTgt spid="111"/>
                                        </p:tgtEl>
                                        <p:attrNameLst>
                                          <p:attrName>r</p:attrName>
                                        </p:attrNameLst>
                                      </p:cBhvr>
                                    </p:animRot>
                                  </p:childTnLst>
                                </p:cTn>
                              </p:par>
                            </p:childTnLst>
                          </p:cTn>
                        </p:par>
                      </p:childTnLst>
                    </p:cTn>
                  </p:par>
                  <p:par>
                    <p:cTn id="590" fill="hold">
                      <p:stCondLst>
                        <p:cond delay="indefinite"/>
                      </p:stCondLst>
                      <p:childTnLst>
                        <p:par>
                          <p:cTn id="591" fill="hold">
                            <p:stCondLst>
                              <p:cond delay="0"/>
                            </p:stCondLst>
                            <p:childTnLst>
                              <p:par>
                                <p:cTn id="592" presetID="63" presetClass="path" presetSubtype="0" accel="50000" decel="50000" fill="hold" nodeType="clickEffect">
                                  <p:stCondLst>
                                    <p:cond delay="0"/>
                                  </p:stCondLst>
                                  <p:childTnLst>
                                    <p:animMotion origin="layout" path="M 3.33333E-6 3.7037E-6 L 0.06276 -0.0007 " pathEditMode="relative" rAng="0" ptsTypes="AA">
                                      <p:cBhvr>
                                        <p:cTn id="593" dur="1000" fill="hold"/>
                                        <p:tgtEl>
                                          <p:spTgt spid="207"/>
                                        </p:tgtEl>
                                        <p:attrNameLst>
                                          <p:attrName>ppt_x</p:attrName>
                                          <p:attrName>ppt_y</p:attrName>
                                        </p:attrNameLst>
                                      </p:cBhvr>
                                      <p:rCtr x="3138" y="-46"/>
                                    </p:animMotion>
                                  </p:childTnLst>
                                </p:cTn>
                              </p:par>
                            </p:childTnLst>
                          </p:cTn>
                        </p:par>
                        <p:par>
                          <p:cTn id="594" fill="hold">
                            <p:stCondLst>
                              <p:cond delay="1000"/>
                            </p:stCondLst>
                            <p:childTnLst>
                              <p:par>
                                <p:cTn id="595" presetID="63" presetClass="path" presetSubtype="0" accel="50000" decel="50000" fill="hold" nodeType="afterEffect">
                                  <p:stCondLst>
                                    <p:cond delay="0"/>
                                  </p:stCondLst>
                                  <p:childTnLst>
                                    <p:animMotion origin="layout" path="M 3.33333E-6 -2.22222E-6 L 0.0358 -0.00069 " pathEditMode="relative" rAng="0" ptsTypes="AA">
                                      <p:cBhvr>
                                        <p:cTn id="596" dur="1000" fill="hold"/>
                                        <p:tgtEl>
                                          <p:spTgt spid="240"/>
                                        </p:tgtEl>
                                        <p:attrNameLst>
                                          <p:attrName>ppt_x</p:attrName>
                                          <p:attrName>ppt_y</p:attrName>
                                        </p:attrNameLst>
                                      </p:cBhvr>
                                      <p:rCtr x="1784" y="-46"/>
                                    </p:animMotion>
                                  </p:childTnLst>
                                </p:cTn>
                              </p:par>
                            </p:childTnLst>
                          </p:cTn>
                        </p:par>
                        <p:par>
                          <p:cTn id="597" fill="hold">
                            <p:stCondLst>
                              <p:cond delay="2000"/>
                            </p:stCondLst>
                            <p:childTnLst>
                              <p:par>
                                <p:cTn id="598" presetID="6" presetClass="emph" presetSubtype="0" fill="hold" grpId="2" nodeType="afterEffect">
                                  <p:stCondLst>
                                    <p:cond delay="0"/>
                                  </p:stCondLst>
                                  <p:childTnLst>
                                    <p:animScale>
                                      <p:cBhvr>
                                        <p:cTn id="599" dur="1000" fill="hold"/>
                                        <p:tgtEl>
                                          <p:spTgt spid="89"/>
                                        </p:tgtEl>
                                      </p:cBhvr>
                                      <p:by x="150000" y="150000"/>
                                    </p:animScale>
                                  </p:childTnLst>
                                </p:cTn>
                              </p:par>
                            </p:childTnLst>
                          </p:cTn>
                        </p:par>
                        <p:par>
                          <p:cTn id="600" fill="hold">
                            <p:stCondLst>
                              <p:cond delay="3000"/>
                            </p:stCondLst>
                            <p:childTnLst>
                              <p:par>
                                <p:cTn id="601" presetID="16" presetClass="exit" presetSubtype="21" fill="hold" grpId="3" nodeType="afterEffect">
                                  <p:stCondLst>
                                    <p:cond delay="0"/>
                                  </p:stCondLst>
                                  <p:childTnLst>
                                    <p:animEffect transition="out" filter="barn(inVertical)">
                                      <p:cBhvr>
                                        <p:cTn id="602" dur="500"/>
                                        <p:tgtEl>
                                          <p:spTgt spid="89"/>
                                        </p:tgtEl>
                                      </p:cBhvr>
                                    </p:animEffect>
                                    <p:set>
                                      <p:cBhvr>
                                        <p:cTn id="603" dur="1" fill="hold">
                                          <p:stCondLst>
                                            <p:cond delay="499"/>
                                          </p:stCondLst>
                                        </p:cTn>
                                        <p:tgtEl>
                                          <p:spTgt spid="89"/>
                                        </p:tgtEl>
                                        <p:attrNameLst>
                                          <p:attrName>style.visibility</p:attrName>
                                        </p:attrNameLst>
                                      </p:cBhvr>
                                      <p:to>
                                        <p:strVal val="hidden"/>
                                      </p:to>
                                    </p:set>
                                  </p:childTnLst>
                                </p:cTn>
                              </p:par>
                            </p:childTnLst>
                          </p:cTn>
                        </p:par>
                      </p:childTnLst>
                    </p:cTn>
                  </p:par>
                  <p:par>
                    <p:cTn id="604" fill="hold">
                      <p:stCondLst>
                        <p:cond delay="indefinite"/>
                      </p:stCondLst>
                      <p:childTnLst>
                        <p:par>
                          <p:cTn id="605" fill="hold">
                            <p:stCondLst>
                              <p:cond delay="0"/>
                            </p:stCondLst>
                            <p:childTnLst>
                              <p:par>
                                <p:cTn id="606" presetID="31" presetClass="entr" presetSubtype="0" fill="hold" grpId="0" nodeType="clickEffect">
                                  <p:stCondLst>
                                    <p:cond delay="0"/>
                                  </p:stCondLst>
                                  <p:childTnLst>
                                    <p:set>
                                      <p:cBhvr>
                                        <p:cTn id="607" dur="1" fill="hold">
                                          <p:stCondLst>
                                            <p:cond delay="0"/>
                                          </p:stCondLst>
                                        </p:cTn>
                                        <p:tgtEl>
                                          <p:spTgt spid="109"/>
                                        </p:tgtEl>
                                        <p:attrNameLst>
                                          <p:attrName>style.visibility</p:attrName>
                                        </p:attrNameLst>
                                      </p:cBhvr>
                                      <p:to>
                                        <p:strVal val="visible"/>
                                      </p:to>
                                    </p:set>
                                    <p:anim calcmode="lin" valueType="num">
                                      <p:cBhvr>
                                        <p:cTn id="608" dur="1000" fill="hold"/>
                                        <p:tgtEl>
                                          <p:spTgt spid="109"/>
                                        </p:tgtEl>
                                        <p:attrNameLst>
                                          <p:attrName>ppt_w</p:attrName>
                                        </p:attrNameLst>
                                      </p:cBhvr>
                                      <p:tavLst>
                                        <p:tav tm="0">
                                          <p:val>
                                            <p:fltVal val="0"/>
                                          </p:val>
                                        </p:tav>
                                        <p:tav tm="100000">
                                          <p:val>
                                            <p:strVal val="#ppt_w"/>
                                          </p:val>
                                        </p:tav>
                                      </p:tavLst>
                                    </p:anim>
                                    <p:anim calcmode="lin" valueType="num">
                                      <p:cBhvr>
                                        <p:cTn id="609" dur="1000" fill="hold"/>
                                        <p:tgtEl>
                                          <p:spTgt spid="109"/>
                                        </p:tgtEl>
                                        <p:attrNameLst>
                                          <p:attrName>ppt_h</p:attrName>
                                        </p:attrNameLst>
                                      </p:cBhvr>
                                      <p:tavLst>
                                        <p:tav tm="0">
                                          <p:val>
                                            <p:fltVal val="0"/>
                                          </p:val>
                                        </p:tav>
                                        <p:tav tm="100000">
                                          <p:val>
                                            <p:strVal val="#ppt_h"/>
                                          </p:val>
                                        </p:tav>
                                      </p:tavLst>
                                    </p:anim>
                                    <p:anim calcmode="lin" valueType="num">
                                      <p:cBhvr>
                                        <p:cTn id="610" dur="1000" fill="hold"/>
                                        <p:tgtEl>
                                          <p:spTgt spid="109"/>
                                        </p:tgtEl>
                                        <p:attrNameLst>
                                          <p:attrName>style.rotation</p:attrName>
                                        </p:attrNameLst>
                                      </p:cBhvr>
                                      <p:tavLst>
                                        <p:tav tm="0">
                                          <p:val>
                                            <p:fltVal val="90"/>
                                          </p:val>
                                        </p:tav>
                                        <p:tav tm="100000">
                                          <p:val>
                                            <p:fltVal val="0"/>
                                          </p:val>
                                        </p:tav>
                                      </p:tavLst>
                                    </p:anim>
                                    <p:animEffect transition="in" filter="fade">
                                      <p:cBhvr>
                                        <p:cTn id="611" dur="1000"/>
                                        <p:tgtEl>
                                          <p:spTgt spid="109"/>
                                        </p:tgtEl>
                                      </p:cBhvr>
                                    </p:animEffect>
                                  </p:childTnLst>
                                </p:cTn>
                              </p:par>
                            </p:childTnLst>
                          </p:cTn>
                        </p:par>
                        <p:par>
                          <p:cTn id="612" fill="hold">
                            <p:stCondLst>
                              <p:cond delay="1000"/>
                            </p:stCondLst>
                            <p:childTnLst>
                              <p:par>
                                <p:cTn id="613" presetID="35" presetClass="path" presetSubtype="0" accel="50000" decel="50000" fill="hold" grpId="5" nodeType="afterEffect">
                                  <p:stCondLst>
                                    <p:cond delay="0"/>
                                  </p:stCondLst>
                                  <p:childTnLst>
                                    <p:animMotion origin="layout" path="M 5E-6 1.85185E-6 L -0.10769 0.05416 " pathEditMode="relative" rAng="0" ptsTypes="AA">
                                      <p:cBhvr>
                                        <p:cTn id="614" dur="1000" fill="hold"/>
                                        <p:tgtEl>
                                          <p:spTgt spid="109"/>
                                        </p:tgtEl>
                                        <p:attrNameLst>
                                          <p:attrName>ppt_x</p:attrName>
                                          <p:attrName>ppt_y</p:attrName>
                                        </p:attrNameLst>
                                      </p:cBhvr>
                                      <p:rCtr x="-5391" y="2685"/>
                                    </p:animMotion>
                                  </p:childTnLst>
                                </p:cTn>
                              </p:par>
                            </p:childTnLst>
                          </p:cTn>
                        </p:par>
                        <p:par>
                          <p:cTn id="615" fill="hold">
                            <p:stCondLst>
                              <p:cond delay="2000"/>
                            </p:stCondLst>
                            <p:childTnLst>
                              <p:par>
                                <p:cTn id="616" presetID="35" presetClass="path" presetSubtype="0" accel="50000" decel="50000" fill="hold" grpId="6" nodeType="afterEffect">
                                  <p:stCondLst>
                                    <p:cond delay="0"/>
                                  </p:stCondLst>
                                  <p:childTnLst>
                                    <p:animMotion origin="layout" path="M -0.10769 0.05416 L -0.24662 0.05347 " pathEditMode="relative" rAng="0" ptsTypes="AA">
                                      <p:cBhvr>
                                        <p:cTn id="617" dur="1000" fill="hold"/>
                                        <p:tgtEl>
                                          <p:spTgt spid="109"/>
                                        </p:tgtEl>
                                        <p:attrNameLst>
                                          <p:attrName>ppt_x</p:attrName>
                                          <p:attrName>ppt_y</p:attrName>
                                        </p:attrNameLst>
                                      </p:cBhvr>
                                      <p:rCtr x="-6953" y="-46"/>
                                    </p:animMotion>
                                  </p:childTnLst>
                                </p:cTn>
                              </p:par>
                            </p:childTnLst>
                          </p:cTn>
                        </p:par>
                      </p:childTnLst>
                    </p:cTn>
                  </p:par>
                  <p:par>
                    <p:cTn id="618" fill="hold">
                      <p:stCondLst>
                        <p:cond delay="indefinite"/>
                      </p:stCondLst>
                      <p:childTnLst>
                        <p:par>
                          <p:cTn id="619" fill="hold">
                            <p:stCondLst>
                              <p:cond delay="0"/>
                            </p:stCondLst>
                            <p:childTnLst>
                              <p:par>
                                <p:cTn id="620" presetID="31" presetClass="entr" presetSubtype="0" fill="hold" grpId="0" nodeType="clickEffect">
                                  <p:stCondLst>
                                    <p:cond delay="0"/>
                                  </p:stCondLst>
                                  <p:childTnLst>
                                    <p:set>
                                      <p:cBhvr>
                                        <p:cTn id="621" dur="1" fill="hold">
                                          <p:stCondLst>
                                            <p:cond delay="0"/>
                                          </p:stCondLst>
                                        </p:cTn>
                                        <p:tgtEl>
                                          <p:spTgt spid="237"/>
                                        </p:tgtEl>
                                        <p:attrNameLst>
                                          <p:attrName>style.visibility</p:attrName>
                                        </p:attrNameLst>
                                      </p:cBhvr>
                                      <p:to>
                                        <p:strVal val="visible"/>
                                      </p:to>
                                    </p:set>
                                    <p:anim calcmode="lin" valueType="num">
                                      <p:cBhvr>
                                        <p:cTn id="622" dur="1000" fill="hold"/>
                                        <p:tgtEl>
                                          <p:spTgt spid="237"/>
                                        </p:tgtEl>
                                        <p:attrNameLst>
                                          <p:attrName>ppt_w</p:attrName>
                                        </p:attrNameLst>
                                      </p:cBhvr>
                                      <p:tavLst>
                                        <p:tav tm="0">
                                          <p:val>
                                            <p:fltVal val="0"/>
                                          </p:val>
                                        </p:tav>
                                        <p:tav tm="100000">
                                          <p:val>
                                            <p:strVal val="#ppt_w"/>
                                          </p:val>
                                        </p:tav>
                                      </p:tavLst>
                                    </p:anim>
                                    <p:anim calcmode="lin" valueType="num">
                                      <p:cBhvr>
                                        <p:cTn id="623" dur="1000" fill="hold"/>
                                        <p:tgtEl>
                                          <p:spTgt spid="237"/>
                                        </p:tgtEl>
                                        <p:attrNameLst>
                                          <p:attrName>ppt_h</p:attrName>
                                        </p:attrNameLst>
                                      </p:cBhvr>
                                      <p:tavLst>
                                        <p:tav tm="0">
                                          <p:val>
                                            <p:fltVal val="0"/>
                                          </p:val>
                                        </p:tav>
                                        <p:tav tm="100000">
                                          <p:val>
                                            <p:strVal val="#ppt_h"/>
                                          </p:val>
                                        </p:tav>
                                      </p:tavLst>
                                    </p:anim>
                                    <p:anim calcmode="lin" valueType="num">
                                      <p:cBhvr>
                                        <p:cTn id="624" dur="1000" fill="hold"/>
                                        <p:tgtEl>
                                          <p:spTgt spid="237"/>
                                        </p:tgtEl>
                                        <p:attrNameLst>
                                          <p:attrName>style.rotation</p:attrName>
                                        </p:attrNameLst>
                                      </p:cBhvr>
                                      <p:tavLst>
                                        <p:tav tm="0">
                                          <p:val>
                                            <p:fltVal val="90"/>
                                          </p:val>
                                        </p:tav>
                                        <p:tav tm="100000">
                                          <p:val>
                                            <p:fltVal val="0"/>
                                          </p:val>
                                        </p:tav>
                                      </p:tavLst>
                                    </p:anim>
                                    <p:animEffect transition="in" filter="fade">
                                      <p:cBhvr>
                                        <p:cTn id="625" dur="1000"/>
                                        <p:tgtEl>
                                          <p:spTgt spid="237"/>
                                        </p:tgtEl>
                                      </p:cBhvr>
                                    </p:animEffect>
                                  </p:childTnLst>
                                </p:cTn>
                              </p:par>
                            </p:childTnLst>
                          </p:cTn>
                        </p:par>
                        <p:par>
                          <p:cTn id="626" fill="hold">
                            <p:stCondLst>
                              <p:cond delay="1000"/>
                            </p:stCondLst>
                            <p:childTnLst>
                              <p:par>
                                <p:cTn id="627" presetID="49" presetClass="path" presetSubtype="0" accel="50000" decel="50000" fill="hold" grpId="1" nodeType="afterEffect">
                                  <p:stCondLst>
                                    <p:cond delay="0"/>
                                  </p:stCondLst>
                                  <p:childTnLst>
                                    <p:animMotion origin="layout" path="M 2.91667E-6 -4.81481E-6 L 0.14297 0.35139 " pathEditMode="relative" rAng="0" ptsTypes="AA">
                                      <p:cBhvr>
                                        <p:cTn id="628" dur="1000" fill="hold"/>
                                        <p:tgtEl>
                                          <p:spTgt spid="237"/>
                                        </p:tgtEl>
                                        <p:attrNameLst>
                                          <p:attrName>ppt_x</p:attrName>
                                          <p:attrName>ppt_y</p:attrName>
                                        </p:attrNameLst>
                                      </p:cBhvr>
                                      <p:rCtr x="7148" y="17569"/>
                                    </p:animMotion>
                                  </p:childTnLst>
                                </p:cTn>
                              </p:par>
                              <p:par>
                                <p:cTn id="629" presetID="10" presetClass="exit" presetSubtype="0" fill="hold" grpId="2" nodeType="withEffect">
                                  <p:stCondLst>
                                    <p:cond delay="0"/>
                                  </p:stCondLst>
                                  <p:childTnLst>
                                    <p:animEffect transition="out" filter="fade">
                                      <p:cBhvr>
                                        <p:cTn id="630" dur="500"/>
                                        <p:tgtEl>
                                          <p:spTgt spid="231"/>
                                        </p:tgtEl>
                                      </p:cBhvr>
                                    </p:animEffect>
                                    <p:set>
                                      <p:cBhvr>
                                        <p:cTn id="631" dur="1" fill="hold">
                                          <p:stCondLst>
                                            <p:cond delay="499"/>
                                          </p:stCondLst>
                                        </p:cTn>
                                        <p:tgtEl>
                                          <p:spTgt spid="231"/>
                                        </p:tgtEl>
                                        <p:attrNameLst>
                                          <p:attrName>style.visibility</p:attrName>
                                        </p:attrNameLst>
                                      </p:cBhvr>
                                      <p:to>
                                        <p:strVal val="hidden"/>
                                      </p:to>
                                    </p:set>
                                  </p:childTnLst>
                                </p:cTn>
                              </p:par>
                            </p:childTnLst>
                          </p:cTn>
                        </p:par>
                        <p:par>
                          <p:cTn id="632" fill="hold">
                            <p:stCondLst>
                              <p:cond delay="2000"/>
                            </p:stCondLst>
                            <p:childTnLst>
                              <p:par>
                                <p:cTn id="633" presetID="27" presetClass="emph" presetSubtype="0" fill="remove" grpId="1" nodeType="afterEffect">
                                  <p:stCondLst>
                                    <p:cond delay="0"/>
                                  </p:stCondLst>
                                  <p:childTnLst>
                                    <p:animClr clrSpc="rgb" dir="cw">
                                      <p:cBhvr override="childStyle">
                                        <p:cTn id="634" dur="250" autoRev="1" fill="remove"/>
                                        <p:tgtEl>
                                          <p:spTgt spid="15"/>
                                        </p:tgtEl>
                                        <p:attrNameLst>
                                          <p:attrName>style.color</p:attrName>
                                        </p:attrNameLst>
                                      </p:cBhvr>
                                      <p:to>
                                        <a:schemeClr val="bg1"/>
                                      </p:to>
                                    </p:animClr>
                                    <p:animClr clrSpc="rgb" dir="cw">
                                      <p:cBhvr>
                                        <p:cTn id="635" dur="250" autoRev="1" fill="remove"/>
                                        <p:tgtEl>
                                          <p:spTgt spid="15"/>
                                        </p:tgtEl>
                                        <p:attrNameLst>
                                          <p:attrName>fillcolor</p:attrName>
                                        </p:attrNameLst>
                                      </p:cBhvr>
                                      <p:to>
                                        <a:schemeClr val="bg1"/>
                                      </p:to>
                                    </p:animClr>
                                    <p:set>
                                      <p:cBhvr>
                                        <p:cTn id="636" dur="250" autoRev="1" fill="remove"/>
                                        <p:tgtEl>
                                          <p:spTgt spid="15"/>
                                        </p:tgtEl>
                                        <p:attrNameLst>
                                          <p:attrName>fill.type</p:attrName>
                                        </p:attrNameLst>
                                      </p:cBhvr>
                                      <p:to>
                                        <p:strVal val="solid"/>
                                      </p:to>
                                    </p:set>
                                    <p:set>
                                      <p:cBhvr>
                                        <p:cTn id="637" dur="250" autoRev="1" fill="remove"/>
                                        <p:tgtEl>
                                          <p:spTgt spid="15"/>
                                        </p:tgtEl>
                                        <p:attrNameLst>
                                          <p:attrName>fill.on</p:attrName>
                                        </p:attrNameLst>
                                      </p:cBhvr>
                                      <p:to>
                                        <p:strVal val="true"/>
                                      </p:to>
                                    </p:set>
                                  </p:childTnLst>
                                </p:cTn>
                              </p:par>
                            </p:childTnLst>
                          </p:cTn>
                        </p:par>
                        <p:par>
                          <p:cTn id="638" fill="hold">
                            <p:stCondLst>
                              <p:cond delay="2500"/>
                            </p:stCondLst>
                            <p:childTnLst>
                              <p:par>
                                <p:cTn id="639" presetID="27" presetClass="emph" presetSubtype="0" fill="remove" grpId="1" nodeType="afterEffect">
                                  <p:stCondLst>
                                    <p:cond delay="0"/>
                                  </p:stCondLst>
                                  <p:childTnLst>
                                    <p:animClr clrSpc="rgb" dir="cw">
                                      <p:cBhvr override="childStyle">
                                        <p:cTn id="640" dur="250" autoRev="1" fill="remove"/>
                                        <p:tgtEl>
                                          <p:spTgt spid="232"/>
                                        </p:tgtEl>
                                        <p:attrNameLst>
                                          <p:attrName>style.color</p:attrName>
                                        </p:attrNameLst>
                                      </p:cBhvr>
                                      <p:to>
                                        <a:schemeClr val="bg1"/>
                                      </p:to>
                                    </p:animClr>
                                    <p:animClr clrSpc="rgb" dir="cw">
                                      <p:cBhvr>
                                        <p:cTn id="641" dur="250" autoRev="1" fill="remove"/>
                                        <p:tgtEl>
                                          <p:spTgt spid="232"/>
                                        </p:tgtEl>
                                        <p:attrNameLst>
                                          <p:attrName>fillcolor</p:attrName>
                                        </p:attrNameLst>
                                      </p:cBhvr>
                                      <p:to>
                                        <a:schemeClr val="bg1"/>
                                      </p:to>
                                    </p:animClr>
                                    <p:set>
                                      <p:cBhvr>
                                        <p:cTn id="642" dur="250" autoRev="1" fill="remove"/>
                                        <p:tgtEl>
                                          <p:spTgt spid="232"/>
                                        </p:tgtEl>
                                        <p:attrNameLst>
                                          <p:attrName>fill.type</p:attrName>
                                        </p:attrNameLst>
                                      </p:cBhvr>
                                      <p:to>
                                        <p:strVal val="solid"/>
                                      </p:to>
                                    </p:set>
                                    <p:set>
                                      <p:cBhvr>
                                        <p:cTn id="643" dur="250" autoRev="1" fill="remove"/>
                                        <p:tgtEl>
                                          <p:spTgt spid="232"/>
                                        </p:tgtEl>
                                        <p:attrNameLst>
                                          <p:attrName>fill.on</p:attrName>
                                        </p:attrNameLst>
                                      </p:cBhvr>
                                      <p:to>
                                        <p:strVal val="true"/>
                                      </p:to>
                                    </p:set>
                                  </p:childTnLst>
                                </p:cTn>
                              </p:par>
                            </p:childTnLst>
                          </p:cTn>
                        </p:par>
                        <p:par>
                          <p:cTn id="644" fill="hold">
                            <p:stCondLst>
                              <p:cond delay="3000"/>
                            </p:stCondLst>
                            <p:childTnLst>
                              <p:par>
                                <p:cTn id="645" presetID="53" presetClass="entr" presetSubtype="16" fill="hold" grpId="0" nodeType="afterEffect">
                                  <p:stCondLst>
                                    <p:cond delay="0"/>
                                  </p:stCondLst>
                                  <p:childTnLst>
                                    <p:set>
                                      <p:cBhvr>
                                        <p:cTn id="646" dur="1" fill="hold">
                                          <p:stCondLst>
                                            <p:cond delay="0"/>
                                          </p:stCondLst>
                                        </p:cTn>
                                        <p:tgtEl>
                                          <p:spTgt spid="238"/>
                                        </p:tgtEl>
                                        <p:attrNameLst>
                                          <p:attrName>style.visibility</p:attrName>
                                        </p:attrNameLst>
                                      </p:cBhvr>
                                      <p:to>
                                        <p:strVal val="visible"/>
                                      </p:to>
                                    </p:set>
                                    <p:anim calcmode="lin" valueType="num">
                                      <p:cBhvr>
                                        <p:cTn id="647" dur="500" fill="hold"/>
                                        <p:tgtEl>
                                          <p:spTgt spid="238"/>
                                        </p:tgtEl>
                                        <p:attrNameLst>
                                          <p:attrName>ppt_w</p:attrName>
                                        </p:attrNameLst>
                                      </p:cBhvr>
                                      <p:tavLst>
                                        <p:tav tm="0">
                                          <p:val>
                                            <p:fltVal val="0"/>
                                          </p:val>
                                        </p:tav>
                                        <p:tav tm="100000">
                                          <p:val>
                                            <p:strVal val="#ppt_w"/>
                                          </p:val>
                                        </p:tav>
                                      </p:tavLst>
                                    </p:anim>
                                    <p:anim calcmode="lin" valueType="num">
                                      <p:cBhvr>
                                        <p:cTn id="648" dur="500" fill="hold"/>
                                        <p:tgtEl>
                                          <p:spTgt spid="238"/>
                                        </p:tgtEl>
                                        <p:attrNameLst>
                                          <p:attrName>ppt_h</p:attrName>
                                        </p:attrNameLst>
                                      </p:cBhvr>
                                      <p:tavLst>
                                        <p:tav tm="0">
                                          <p:val>
                                            <p:fltVal val="0"/>
                                          </p:val>
                                        </p:tav>
                                        <p:tav tm="100000">
                                          <p:val>
                                            <p:strVal val="#ppt_h"/>
                                          </p:val>
                                        </p:tav>
                                      </p:tavLst>
                                    </p:anim>
                                    <p:animEffect transition="in" filter="fade">
                                      <p:cBhvr>
                                        <p:cTn id="649" dur="500"/>
                                        <p:tgtEl>
                                          <p:spTgt spid="238"/>
                                        </p:tgtEl>
                                      </p:cBhvr>
                                    </p:animEffect>
                                  </p:childTnLst>
                                </p:cTn>
                              </p:par>
                            </p:childTnLst>
                          </p:cTn>
                        </p:par>
                        <p:par>
                          <p:cTn id="650" fill="hold">
                            <p:stCondLst>
                              <p:cond delay="3500"/>
                            </p:stCondLst>
                            <p:childTnLst>
                              <p:par>
                                <p:cTn id="651" presetID="31" presetClass="entr" presetSubtype="0" fill="hold" grpId="0" nodeType="afterEffect">
                                  <p:stCondLst>
                                    <p:cond delay="0"/>
                                  </p:stCondLst>
                                  <p:childTnLst>
                                    <p:set>
                                      <p:cBhvr>
                                        <p:cTn id="652" dur="1" fill="hold">
                                          <p:stCondLst>
                                            <p:cond delay="0"/>
                                          </p:stCondLst>
                                        </p:cTn>
                                        <p:tgtEl>
                                          <p:spTgt spid="239"/>
                                        </p:tgtEl>
                                        <p:attrNameLst>
                                          <p:attrName>style.visibility</p:attrName>
                                        </p:attrNameLst>
                                      </p:cBhvr>
                                      <p:to>
                                        <p:strVal val="visible"/>
                                      </p:to>
                                    </p:set>
                                    <p:anim calcmode="lin" valueType="num">
                                      <p:cBhvr>
                                        <p:cTn id="653" dur="1000" fill="hold"/>
                                        <p:tgtEl>
                                          <p:spTgt spid="239"/>
                                        </p:tgtEl>
                                        <p:attrNameLst>
                                          <p:attrName>ppt_w</p:attrName>
                                        </p:attrNameLst>
                                      </p:cBhvr>
                                      <p:tavLst>
                                        <p:tav tm="0">
                                          <p:val>
                                            <p:fltVal val="0"/>
                                          </p:val>
                                        </p:tav>
                                        <p:tav tm="100000">
                                          <p:val>
                                            <p:strVal val="#ppt_w"/>
                                          </p:val>
                                        </p:tav>
                                      </p:tavLst>
                                    </p:anim>
                                    <p:anim calcmode="lin" valueType="num">
                                      <p:cBhvr>
                                        <p:cTn id="654" dur="1000" fill="hold"/>
                                        <p:tgtEl>
                                          <p:spTgt spid="239"/>
                                        </p:tgtEl>
                                        <p:attrNameLst>
                                          <p:attrName>ppt_h</p:attrName>
                                        </p:attrNameLst>
                                      </p:cBhvr>
                                      <p:tavLst>
                                        <p:tav tm="0">
                                          <p:val>
                                            <p:fltVal val="0"/>
                                          </p:val>
                                        </p:tav>
                                        <p:tav tm="100000">
                                          <p:val>
                                            <p:strVal val="#ppt_h"/>
                                          </p:val>
                                        </p:tav>
                                      </p:tavLst>
                                    </p:anim>
                                    <p:anim calcmode="lin" valueType="num">
                                      <p:cBhvr>
                                        <p:cTn id="655" dur="1000" fill="hold"/>
                                        <p:tgtEl>
                                          <p:spTgt spid="239"/>
                                        </p:tgtEl>
                                        <p:attrNameLst>
                                          <p:attrName>style.rotation</p:attrName>
                                        </p:attrNameLst>
                                      </p:cBhvr>
                                      <p:tavLst>
                                        <p:tav tm="0">
                                          <p:val>
                                            <p:fltVal val="90"/>
                                          </p:val>
                                        </p:tav>
                                        <p:tav tm="100000">
                                          <p:val>
                                            <p:fltVal val="0"/>
                                          </p:val>
                                        </p:tav>
                                      </p:tavLst>
                                    </p:anim>
                                    <p:animEffect transition="in" filter="fade">
                                      <p:cBhvr>
                                        <p:cTn id="656" dur="1000"/>
                                        <p:tgtEl>
                                          <p:spTgt spid="239"/>
                                        </p:tgtEl>
                                      </p:cBhvr>
                                    </p:animEffect>
                                  </p:childTnLst>
                                </p:cTn>
                              </p:par>
                            </p:childTnLst>
                          </p:cTn>
                        </p:par>
                        <p:par>
                          <p:cTn id="657" fill="hold">
                            <p:stCondLst>
                              <p:cond delay="4500"/>
                            </p:stCondLst>
                            <p:childTnLst>
                              <p:par>
                                <p:cTn id="658" presetID="63" presetClass="path" presetSubtype="0" accel="50000" decel="50000" fill="hold" grpId="1" nodeType="afterEffect">
                                  <p:stCondLst>
                                    <p:cond delay="0"/>
                                  </p:stCondLst>
                                  <p:childTnLst>
                                    <p:animMotion origin="layout" path="M 0.00052 -0.00486 L 0.35703 -0.18611 " pathEditMode="relative" rAng="0" ptsTypes="AA">
                                      <p:cBhvr>
                                        <p:cTn id="659" dur="1000" fill="hold"/>
                                        <p:tgtEl>
                                          <p:spTgt spid="239"/>
                                        </p:tgtEl>
                                        <p:attrNameLst>
                                          <p:attrName>ppt_x</p:attrName>
                                          <p:attrName>ppt_y</p:attrName>
                                        </p:attrNameLst>
                                      </p:cBhvr>
                                      <p:rCtr x="17826" y="-9074"/>
                                    </p:animMotion>
                                  </p:childTnLst>
                                </p:cTn>
                              </p:par>
                              <p:par>
                                <p:cTn id="660" presetID="10" presetClass="exit" presetSubtype="0" fill="hold" grpId="2" nodeType="withEffect">
                                  <p:stCondLst>
                                    <p:cond delay="500"/>
                                  </p:stCondLst>
                                  <p:childTnLst>
                                    <p:animEffect transition="out" filter="fade">
                                      <p:cBhvr>
                                        <p:cTn id="661" dur="500"/>
                                        <p:tgtEl>
                                          <p:spTgt spid="234"/>
                                        </p:tgtEl>
                                      </p:cBhvr>
                                    </p:animEffect>
                                    <p:set>
                                      <p:cBhvr>
                                        <p:cTn id="662" dur="1" fill="hold">
                                          <p:stCondLst>
                                            <p:cond delay="499"/>
                                          </p:stCondLst>
                                        </p:cTn>
                                        <p:tgtEl>
                                          <p:spTgt spid="234"/>
                                        </p:tgtEl>
                                        <p:attrNameLst>
                                          <p:attrName>style.visibility</p:attrName>
                                        </p:attrNameLst>
                                      </p:cBhvr>
                                      <p:to>
                                        <p:strVal val="hidden"/>
                                      </p:to>
                                    </p:set>
                                  </p:childTnLst>
                                </p:cTn>
                              </p:par>
                            </p:childTnLst>
                          </p:cTn>
                        </p:par>
                        <p:par>
                          <p:cTn id="663" fill="hold">
                            <p:stCondLst>
                              <p:cond delay="5500"/>
                            </p:stCondLst>
                            <p:childTnLst>
                              <p:par>
                                <p:cTn id="664" presetID="27" presetClass="emph" presetSubtype="0" fill="remove" grpId="1" nodeType="afterEffect">
                                  <p:stCondLst>
                                    <p:cond delay="0"/>
                                  </p:stCondLst>
                                  <p:childTnLst>
                                    <p:animClr clrSpc="rgb" dir="cw">
                                      <p:cBhvr override="childStyle">
                                        <p:cTn id="665" dur="250" autoRev="1" fill="remove"/>
                                        <p:tgtEl>
                                          <p:spTgt spid="235"/>
                                        </p:tgtEl>
                                        <p:attrNameLst>
                                          <p:attrName>style.color</p:attrName>
                                        </p:attrNameLst>
                                      </p:cBhvr>
                                      <p:to>
                                        <a:srgbClr val="DEEBF6"/>
                                      </p:to>
                                    </p:animClr>
                                    <p:animClr clrSpc="rgb" dir="cw">
                                      <p:cBhvr>
                                        <p:cTn id="666" dur="250" autoRev="1" fill="remove"/>
                                        <p:tgtEl>
                                          <p:spTgt spid="235"/>
                                        </p:tgtEl>
                                        <p:attrNameLst>
                                          <p:attrName>fillcolor</p:attrName>
                                        </p:attrNameLst>
                                      </p:cBhvr>
                                      <p:to>
                                        <a:srgbClr val="DEEBF6"/>
                                      </p:to>
                                    </p:animClr>
                                    <p:set>
                                      <p:cBhvr>
                                        <p:cTn id="667" dur="250" autoRev="1" fill="remove"/>
                                        <p:tgtEl>
                                          <p:spTgt spid="235"/>
                                        </p:tgtEl>
                                        <p:attrNameLst>
                                          <p:attrName>fill.type</p:attrName>
                                        </p:attrNameLst>
                                      </p:cBhvr>
                                      <p:to>
                                        <p:strVal val="solid"/>
                                      </p:to>
                                    </p:set>
                                    <p:set>
                                      <p:cBhvr>
                                        <p:cTn id="668" dur="250" autoRev="1" fill="remove"/>
                                        <p:tgtEl>
                                          <p:spTgt spid="235"/>
                                        </p:tgtEl>
                                        <p:attrNameLst>
                                          <p:attrName>fill.on</p:attrName>
                                        </p:attrNameLst>
                                      </p:cBhvr>
                                      <p:to>
                                        <p:strVal val="true"/>
                                      </p:to>
                                    </p:set>
                                  </p:childTnLst>
                                </p:cTn>
                              </p:par>
                            </p:childTnLst>
                          </p:cTn>
                        </p:par>
                        <p:par>
                          <p:cTn id="669" fill="hold">
                            <p:stCondLst>
                              <p:cond delay="6000"/>
                            </p:stCondLst>
                            <p:childTnLst>
                              <p:par>
                                <p:cTn id="670" presetID="42" presetClass="path" presetSubtype="0" accel="50000" decel="50000" fill="hold" grpId="1" nodeType="afterEffect">
                                  <p:stCondLst>
                                    <p:cond delay="0"/>
                                  </p:stCondLst>
                                  <p:childTnLst>
                                    <p:animMotion origin="layout" path="M -0.00794 0.00023 L -0.30456 0.18287 " pathEditMode="relative" rAng="0" ptsTypes="AA">
                                      <p:cBhvr>
                                        <p:cTn id="671" dur="1000" fill="hold"/>
                                        <p:tgtEl>
                                          <p:spTgt spid="238"/>
                                        </p:tgtEl>
                                        <p:attrNameLst>
                                          <p:attrName>ppt_x</p:attrName>
                                          <p:attrName>ppt_y</p:attrName>
                                        </p:attrNameLst>
                                      </p:cBhvr>
                                      <p:rCtr x="-14779" y="9306"/>
                                    </p:animMotion>
                                  </p:childTnLst>
                                </p:cTn>
                              </p:par>
                              <p:par>
                                <p:cTn id="672" presetID="10" presetClass="exit" presetSubtype="0" fill="hold" grpId="1" nodeType="withEffect">
                                  <p:stCondLst>
                                    <p:cond delay="0"/>
                                  </p:stCondLst>
                                  <p:childTnLst>
                                    <p:animEffect transition="out" filter="fade">
                                      <p:cBhvr>
                                        <p:cTn id="673" dur="500"/>
                                        <p:tgtEl>
                                          <p:spTgt spid="251"/>
                                        </p:tgtEl>
                                      </p:cBhvr>
                                    </p:animEffect>
                                    <p:set>
                                      <p:cBhvr>
                                        <p:cTn id="674" dur="1" fill="hold">
                                          <p:stCondLst>
                                            <p:cond delay="499"/>
                                          </p:stCondLst>
                                        </p:cTn>
                                        <p:tgtEl>
                                          <p:spTgt spid="251"/>
                                        </p:tgtEl>
                                        <p:attrNameLst>
                                          <p:attrName>style.visibility</p:attrName>
                                        </p:attrNameLst>
                                      </p:cBhvr>
                                      <p:to>
                                        <p:strVal val="hidden"/>
                                      </p:to>
                                    </p:set>
                                  </p:childTnLst>
                                </p:cTn>
                              </p:par>
                            </p:childTnLst>
                          </p:cTn>
                        </p:par>
                        <p:par>
                          <p:cTn id="675" fill="hold">
                            <p:stCondLst>
                              <p:cond delay="7000"/>
                            </p:stCondLst>
                            <p:childTnLst>
                              <p:par>
                                <p:cTn id="676" presetID="22" presetClass="exit" presetSubtype="4" fill="hold" nodeType="afterEffect">
                                  <p:stCondLst>
                                    <p:cond delay="0"/>
                                  </p:stCondLst>
                                  <p:childTnLst>
                                    <p:animEffect transition="out" filter="wipe(down)">
                                      <p:cBhvr>
                                        <p:cTn id="677" dur="500"/>
                                        <p:tgtEl>
                                          <p:spTgt spid="207"/>
                                        </p:tgtEl>
                                      </p:cBhvr>
                                    </p:animEffect>
                                    <p:set>
                                      <p:cBhvr>
                                        <p:cTn id="678" dur="1" fill="hold">
                                          <p:stCondLst>
                                            <p:cond delay="499"/>
                                          </p:stCondLst>
                                        </p:cTn>
                                        <p:tgtEl>
                                          <p:spTgt spid="207"/>
                                        </p:tgtEl>
                                        <p:attrNameLst>
                                          <p:attrName>style.visibility</p:attrName>
                                        </p:attrNameLst>
                                      </p:cBhvr>
                                      <p:to>
                                        <p:strVal val="hidden"/>
                                      </p:to>
                                    </p:set>
                                  </p:childTnLst>
                                </p:cTn>
                              </p:par>
                            </p:childTnLst>
                          </p:cTn>
                        </p:par>
                        <p:par>
                          <p:cTn id="679" fill="hold">
                            <p:stCondLst>
                              <p:cond delay="7500"/>
                            </p:stCondLst>
                            <p:childTnLst>
                              <p:par>
                                <p:cTn id="680" presetID="32" presetClass="emph" presetSubtype="0" fill="hold" nodeType="afterEffect">
                                  <p:stCondLst>
                                    <p:cond delay="0"/>
                                  </p:stCondLst>
                                  <p:childTnLst>
                                    <p:animRot by="120000">
                                      <p:cBhvr>
                                        <p:cTn id="681" dur="150" fill="hold">
                                          <p:stCondLst>
                                            <p:cond delay="0"/>
                                          </p:stCondLst>
                                        </p:cTn>
                                        <p:tgtEl>
                                          <p:spTgt spid="111"/>
                                        </p:tgtEl>
                                        <p:attrNameLst>
                                          <p:attrName>r</p:attrName>
                                        </p:attrNameLst>
                                      </p:cBhvr>
                                    </p:animRot>
                                    <p:animRot by="-240000">
                                      <p:cBhvr>
                                        <p:cTn id="682" dur="300" fill="hold">
                                          <p:stCondLst>
                                            <p:cond delay="300"/>
                                          </p:stCondLst>
                                        </p:cTn>
                                        <p:tgtEl>
                                          <p:spTgt spid="111"/>
                                        </p:tgtEl>
                                        <p:attrNameLst>
                                          <p:attrName>r</p:attrName>
                                        </p:attrNameLst>
                                      </p:cBhvr>
                                    </p:animRot>
                                    <p:animRot by="240000">
                                      <p:cBhvr>
                                        <p:cTn id="683" dur="300" fill="hold">
                                          <p:stCondLst>
                                            <p:cond delay="600"/>
                                          </p:stCondLst>
                                        </p:cTn>
                                        <p:tgtEl>
                                          <p:spTgt spid="111"/>
                                        </p:tgtEl>
                                        <p:attrNameLst>
                                          <p:attrName>r</p:attrName>
                                        </p:attrNameLst>
                                      </p:cBhvr>
                                    </p:animRot>
                                    <p:animRot by="-240000">
                                      <p:cBhvr>
                                        <p:cTn id="684" dur="300" fill="hold">
                                          <p:stCondLst>
                                            <p:cond delay="900"/>
                                          </p:stCondLst>
                                        </p:cTn>
                                        <p:tgtEl>
                                          <p:spTgt spid="111"/>
                                        </p:tgtEl>
                                        <p:attrNameLst>
                                          <p:attrName>r</p:attrName>
                                        </p:attrNameLst>
                                      </p:cBhvr>
                                    </p:animRot>
                                    <p:animRot by="120000">
                                      <p:cBhvr>
                                        <p:cTn id="685" dur="300" fill="hold">
                                          <p:stCondLst>
                                            <p:cond delay="1200"/>
                                          </p:stCondLst>
                                        </p:cTn>
                                        <p:tgtEl>
                                          <p:spTgt spid="111"/>
                                        </p:tgtEl>
                                        <p:attrNameLst>
                                          <p:attrName>r</p:attrName>
                                        </p:attrNameLst>
                                      </p:cBhvr>
                                    </p:animRot>
                                  </p:childTnLst>
                                </p:cTn>
                              </p:par>
                            </p:childTnLst>
                          </p:cTn>
                        </p:par>
                      </p:childTnLst>
                    </p:cTn>
                  </p:par>
                  <p:par>
                    <p:cTn id="686" fill="hold">
                      <p:stCondLst>
                        <p:cond delay="indefinite"/>
                      </p:stCondLst>
                      <p:childTnLst>
                        <p:par>
                          <p:cTn id="687" fill="hold">
                            <p:stCondLst>
                              <p:cond delay="0"/>
                            </p:stCondLst>
                            <p:childTnLst>
                              <p:par>
                                <p:cTn id="688" presetID="7" presetClass="emph" presetSubtype="2" fill="hold" nodeType="clickEffect">
                                  <p:stCondLst>
                                    <p:cond delay="0"/>
                                  </p:stCondLst>
                                  <p:childTnLst>
                                    <p:animClr clrSpc="rgb" dir="cw">
                                      <p:cBhvr>
                                        <p:cTn id="689" dur="500" fill="hold"/>
                                        <p:tgtEl>
                                          <p:spTgt spid="111"/>
                                        </p:tgtEl>
                                        <p:attrNameLst>
                                          <p:attrName>stroke.color</p:attrName>
                                        </p:attrNameLst>
                                      </p:cBhvr>
                                      <p:to>
                                        <a:srgbClr val="F2F2F2"/>
                                      </p:to>
                                    </p:animClr>
                                    <p:set>
                                      <p:cBhvr>
                                        <p:cTn id="690" dur="500" fill="hold"/>
                                        <p:tgtEl>
                                          <p:spTgt spid="111"/>
                                        </p:tgtEl>
                                        <p:attrNameLst>
                                          <p:attrName>stroke.on</p:attrName>
                                        </p:attrNameLst>
                                      </p:cBhvr>
                                      <p:to>
                                        <p:strVal val="true"/>
                                      </p:to>
                                    </p:set>
                                  </p:childTnLst>
                                </p:cTn>
                              </p:par>
                            </p:childTnLst>
                          </p:cTn>
                        </p:par>
                        <p:par>
                          <p:cTn id="691" fill="hold">
                            <p:stCondLst>
                              <p:cond delay="500"/>
                            </p:stCondLst>
                            <p:childTnLst>
                              <p:par>
                                <p:cTn id="692" presetID="7" presetClass="emph" presetSubtype="2" fill="hold" nodeType="afterEffect">
                                  <p:stCondLst>
                                    <p:cond delay="0"/>
                                  </p:stCondLst>
                                  <p:childTnLst>
                                    <p:animClr clrSpc="rgb" dir="cw">
                                      <p:cBhvr>
                                        <p:cTn id="693" dur="500" fill="hold"/>
                                        <p:tgtEl>
                                          <p:spTgt spid="106"/>
                                        </p:tgtEl>
                                        <p:attrNameLst>
                                          <p:attrName>stroke.color</p:attrName>
                                        </p:attrNameLst>
                                      </p:cBhvr>
                                      <p:to>
                                        <a:schemeClr val="accent2"/>
                                      </p:to>
                                    </p:animClr>
                                    <p:set>
                                      <p:cBhvr>
                                        <p:cTn id="694" dur="500" fill="hold"/>
                                        <p:tgtEl>
                                          <p:spTgt spid="106"/>
                                        </p:tgtEl>
                                        <p:attrNameLst>
                                          <p:attrName>stroke.on</p:attrName>
                                        </p:attrNameLst>
                                      </p:cBhvr>
                                      <p:to>
                                        <p:strVal val="true"/>
                                      </p:to>
                                    </p:set>
                                  </p:childTnLst>
                                </p:cTn>
                              </p:par>
                            </p:childTnLst>
                          </p:cTn>
                        </p:par>
                        <p:par>
                          <p:cTn id="695" fill="hold">
                            <p:stCondLst>
                              <p:cond delay="1000"/>
                            </p:stCondLst>
                            <p:childTnLst>
                              <p:par>
                                <p:cTn id="696" presetID="32" presetClass="emph" presetSubtype="0" fill="hold" nodeType="afterEffect">
                                  <p:stCondLst>
                                    <p:cond delay="0"/>
                                  </p:stCondLst>
                                  <p:childTnLst>
                                    <p:animRot by="120000">
                                      <p:cBhvr>
                                        <p:cTn id="697" dur="150" fill="hold">
                                          <p:stCondLst>
                                            <p:cond delay="0"/>
                                          </p:stCondLst>
                                        </p:cTn>
                                        <p:tgtEl>
                                          <p:spTgt spid="106"/>
                                        </p:tgtEl>
                                        <p:attrNameLst>
                                          <p:attrName>r</p:attrName>
                                        </p:attrNameLst>
                                      </p:cBhvr>
                                    </p:animRot>
                                    <p:animRot by="-240000">
                                      <p:cBhvr>
                                        <p:cTn id="698" dur="300" fill="hold">
                                          <p:stCondLst>
                                            <p:cond delay="300"/>
                                          </p:stCondLst>
                                        </p:cTn>
                                        <p:tgtEl>
                                          <p:spTgt spid="106"/>
                                        </p:tgtEl>
                                        <p:attrNameLst>
                                          <p:attrName>r</p:attrName>
                                        </p:attrNameLst>
                                      </p:cBhvr>
                                    </p:animRot>
                                    <p:animRot by="240000">
                                      <p:cBhvr>
                                        <p:cTn id="699" dur="300" fill="hold">
                                          <p:stCondLst>
                                            <p:cond delay="600"/>
                                          </p:stCondLst>
                                        </p:cTn>
                                        <p:tgtEl>
                                          <p:spTgt spid="106"/>
                                        </p:tgtEl>
                                        <p:attrNameLst>
                                          <p:attrName>r</p:attrName>
                                        </p:attrNameLst>
                                      </p:cBhvr>
                                    </p:animRot>
                                    <p:animRot by="-240000">
                                      <p:cBhvr>
                                        <p:cTn id="700" dur="300" fill="hold">
                                          <p:stCondLst>
                                            <p:cond delay="900"/>
                                          </p:stCondLst>
                                        </p:cTn>
                                        <p:tgtEl>
                                          <p:spTgt spid="106"/>
                                        </p:tgtEl>
                                        <p:attrNameLst>
                                          <p:attrName>r</p:attrName>
                                        </p:attrNameLst>
                                      </p:cBhvr>
                                    </p:animRot>
                                    <p:animRot by="120000">
                                      <p:cBhvr>
                                        <p:cTn id="701" dur="300" fill="hold">
                                          <p:stCondLst>
                                            <p:cond delay="1200"/>
                                          </p:stCondLst>
                                        </p:cTn>
                                        <p:tgtEl>
                                          <p:spTgt spid="106"/>
                                        </p:tgtEl>
                                        <p:attrNameLst>
                                          <p:attrName>r</p:attrName>
                                        </p:attrNameLst>
                                      </p:cBhvr>
                                    </p:animRot>
                                  </p:childTnLst>
                                </p:cTn>
                              </p:par>
                            </p:childTnLst>
                          </p:cTn>
                        </p:par>
                      </p:childTnLst>
                    </p:cTn>
                  </p:par>
                  <p:par>
                    <p:cTn id="702" fill="hold">
                      <p:stCondLst>
                        <p:cond delay="indefinite"/>
                      </p:stCondLst>
                      <p:childTnLst>
                        <p:par>
                          <p:cTn id="703" fill="hold">
                            <p:stCondLst>
                              <p:cond delay="0"/>
                            </p:stCondLst>
                            <p:childTnLst>
                              <p:par>
                                <p:cTn id="704" presetID="64" presetClass="path" presetSubtype="0" accel="50000" decel="50000" fill="hold" grpId="7" nodeType="clickEffect">
                                  <p:stCondLst>
                                    <p:cond delay="0"/>
                                  </p:stCondLst>
                                  <p:childTnLst>
                                    <p:animMotion origin="layout" path="M -0.24297 0.05301 L -0.22904 -0.34676 " pathEditMode="relative" rAng="0" ptsTypes="AA">
                                      <p:cBhvr>
                                        <p:cTn id="705" dur="1500" fill="hold"/>
                                        <p:tgtEl>
                                          <p:spTgt spid="114"/>
                                        </p:tgtEl>
                                        <p:attrNameLst>
                                          <p:attrName>ppt_x</p:attrName>
                                          <p:attrName>ppt_y</p:attrName>
                                        </p:attrNameLst>
                                      </p:cBhvr>
                                      <p:rCtr x="846" y="-19977"/>
                                    </p:animMotion>
                                  </p:childTnLst>
                                </p:cTn>
                              </p:par>
                              <p:par>
                                <p:cTn id="706" presetID="10" presetClass="exit" presetSubtype="0" fill="hold" grpId="8" nodeType="withEffect">
                                  <p:stCondLst>
                                    <p:cond delay="250"/>
                                  </p:stCondLst>
                                  <p:childTnLst>
                                    <p:animEffect transition="out" filter="fade">
                                      <p:cBhvr>
                                        <p:cTn id="707" dur="500"/>
                                        <p:tgtEl>
                                          <p:spTgt spid="99"/>
                                        </p:tgtEl>
                                      </p:cBhvr>
                                    </p:animEffect>
                                    <p:set>
                                      <p:cBhvr>
                                        <p:cTn id="708" dur="1" fill="hold">
                                          <p:stCondLst>
                                            <p:cond delay="499"/>
                                          </p:stCondLst>
                                        </p:cTn>
                                        <p:tgtEl>
                                          <p:spTgt spid="99"/>
                                        </p:tgtEl>
                                        <p:attrNameLst>
                                          <p:attrName>style.visibility</p:attrName>
                                        </p:attrNameLst>
                                      </p:cBhvr>
                                      <p:to>
                                        <p:strVal val="hidden"/>
                                      </p:to>
                                    </p:set>
                                  </p:childTnLst>
                                </p:cTn>
                              </p:par>
                            </p:childTnLst>
                          </p:cTn>
                        </p:par>
                        <p:par>
                          <p:cTn id="709" fill="hold">
                            <p:stCondLst>
                              <p:cond delay="1500"/>
                            </p:stCondLst>
                            <p:childTnLst>
                              <p:par>
                                <p:cTn id="710" presetID="7" presetClass="emph" presetSubtype="2" fill="hold" nodeType="afterEffect">
                                  <p:stCondLst>
                                    <p:cond delay="0"/>
                                  </p:stCondLst>
                                  <p:childTnLst>
                                    <p:animClr clrSpc="rgb" dir="cw">
                                      <p:cBhvr>
                                        <p:cTn id="711" dur="1000" fill="hold"/>
                                        <p:tgtEl>
                                          <p:spTgt spid="106"/>
                                        </p:tgtEl>
                                        <p:attrNameLst>
                                          <p:attrName>stroke.color</p:attrName>
                                        </p:attrNameLst>
                                      </p:cBhvr>
                                      <p:to>
                                        <a:srgbClr val="FFF2CC"/>
                                      </p:to>
                                    </p:animClr>
                                    <p:set>
                                      <p:cBhvr>
                                        <p:cTn id="712" dur="1000" fill="hold"/>
                                        <p:tgtEl>
                                          <p:spTgt spid="106"/>
                                        </p:tgtEl>
                                        <p:attrNameLst>
                                          <p:attrName>stroke.on</p:attrName>
                                        </p:attrNameLst>
                                      </p:cBhvr>
                                      <p:to>
                                        <p:strVal val="true"/>
                                      </p:to>
                                    </p:set>
                                  </p:childTnLst>
                                </p:cTn>
                              </p:par>
                            </p:childTnLst>
                          </p:cTn>
                        </p:par>
                        <p:par>
                          <p:cTn id="713" fill="hold">
                            <p:stCondLst>
                              <p:cond delay="2500"/>
                            </p:stCondLst>
                            <p:childTnLst>
                              <p:par>
                                <p:cTn id="714" presetID="7" presetClass="emph" presetSubtype="2" fill="hold" nodeType="afterEffect">
                                  <p:stCondLst>
                                    <p:cond delay="0"/>
                                  </p:stCondLst>
                                  <p:childTnLst>
                                    <p:animClr clrSpc="rgb" dir="cw">
                                      <p:cBhvr>
                                        <p:cTn id="715" dur="1000" fill="hold"/>
                                        <p:tgtEl>
                                          <p:spTgt spid="107"/>
                                        </p:tgtEl>
                                        <p:attrNameLst>
                                          <p:attrName>stroke.color</p:attrName>
                                        </p:attrNameLst>
                                      </p:cBhvr>
                                      <p:to>
                                        <a:srgbClr val="ED7D31"/>
                                      </p:to>
                                    </p:animClr>
                                    <p:set>
                                      <p:cBhvr>
                                        <p:cTn id="716" dur="1000" fill="hold"/>
                                        <p:tgtEl>
                                          <p:spTgt spid="107"/>
                                        </p:tgtEl>
                                        <p:attrNameLst>
                                          <p:attrName>stroke.on</p:attrName>
                                        </p:attrNameLst>
                                      </p:cBhvr>
                                      <p:to>
                                        <p:strVal val="true"/>
                                      </p:to>
                                    </p:set>
                                  </p:childTnLst>
                                </p:cTn>
                              </p:par>
                            </p:childTnLst>
                          </p:cTn>
                        </p:par>
                        <p:par>
                          <p:cTn id="717" fill="hold">
                            <p:stCondLst>
                              <p:cond delay="3500"/>
                            </p:stCondLst>
                            <p:childTnLst>
                              <p:par>
                                <p:cTn id="718" presetID="32" presetClass="emph" presetSubtype="0" fill="hold" nodeType="afterEffect">
                                  <p:stCondLst>
                                    <p:cond delay="0"/>
                                  </p:stCondLst>
                                  <p:childTnLst>
                                    <p:animRot by="120000">
                                      <p:cBhvr>
                                        <p:cTn id="719" dur="150" fill="hold">
                                          <p:stCondLst>
                                            <p:cond delay="0"/>
                                          </p:stCondLst>
                                        </p:cTn>
                                        <p:tgtEl>
                                          <p:spTgt spid="107"/>
                                        </p:tgtEl>
                                        <p:attrNameLst>
                                          <p:attrName>r</p:attrName>
                                        </p:attrNameLst>
                                      </p:cBhvr>
                                    </p:animRot>
                                    <p:animRot by="-240000">
                                      <p:cBhvr>
                                        <p:cTn id="720" dur="300" fill="hold">
                                          <p:stCondLst>
                                            <p:cond delay="300"/>
                                          </p:stCondLst>
                                        </p:cTn>
                                        <p:tgtEl>
                                          <p:spTgt spid="107"/>
                                        </p:tgtEl>
                                        <p:attrNameLst>
                                          <p:attrName>r</p:attrName>
                                        </p:attrNameLst>
                                      </p:cBhvr>
                                    </p:animRot>
                                    <p:animRot by="240000">
                                      <p:cBhvr>
                                        <p:cTn id="721" dur="300" fill="hold">
                                          <p:stCondLst>
                                            <p:cond delay="600"/>
                                          </p:stCondLst>
                                        </p:cTn>
                                        <p:tgtEl>
                                          <p:spTgt spid="107"/>
                                        </p:tgtEl>
                                        <p:attrNameLst>
                                          <p:attrName>r</p:attrName>
                                        </p:attrNameLst>
                                      </p:cBhvr>
                                    </p:animRot>
                                    <p:animRot by="-240000">
                                      <p:cBhvr>
                                        <p:cTn id="722" dur="300" fill="hold">
                                          <p:stCondLst>
                                            <p:cond delay="900"/>
                                          </p:stCondLst>
                                        </p:cTn>
                                        <p:tgtEl>
                                          <p:spTgt spid="107"/>
                                        </p:tgtEl>
                                        <p:attrNameLst>
                                          <p:attrName>r</p:attrName>
                                        </p:attrNameLst>
                                      </p:cBhvr>
                                    </p:animRot>
                                    <p:animRot by="120000">
                                      <p:cBhvr>
                                        <p:cTn id="723" dur="300" fill="hold">
                                          <p:stCondLst>
                                            <p:cond delay="1200"/>
                                          </p:stCondLst>
                                        </p:cTn>
                                        <p:tgtEl>
                                          <p:spTgt spid="107"/>
                                        </p:tgtEl>
                                        <p:attrNameLst>
                                          <p:attrName>r</p:attrName>
                                        </p:attrNameLst>
                                      </p:cBhvr>
                                    </p:animRot>
                                  </p:childTnLst>
                                </p:cTn>
                              </p:par>
                            </p:childTnLst>
                          </p:cTn>
                        </p:par>
                      </p:childTnLst>
                    </p:cTn>
                  </p:par>
                  <p:par>
                    <p:cTn id="724" fill="hold">
                      <p:stCondLst>
                        <p:cond delay="indefinite"/>
                      </p:stCondLst>
                      <p:childTnLst>
                        <p:par>
                          <p:cTn id="725" fill="hold">
                            <p:stCondLst>
                              <p:cond delay="0"/>
                            </p:stCondLst>
                            <p:childTnLst>
                              <p:par>
                                <p:cTn id="726" presetID="1" presetClass="entr" presetSubtype="0" fill="hold" grpId="0" nodeType="clickEffect">
                                  <p:stCondLst>
                                    <p:cond delay="0"/>
                                  </p:stCondLst>
                                  <p:childTnLst>
                                    <p:set>
                                      <p:cBhvr>
                                        <p:cTn id="727" dur="1" fill="hold">
                                          <p:stCondLst>
                                            <p:cond delay="0"/>
                                          </p:stCondLst>
                                        </p:cTn>
                                        <p:tgtEl>
                                          <p:spTgt spid="51"/>
                                        </p:tgtEl>
                                        <p:attrNameLst>
                                          <p:attrName>style.visibility</p:attrName>
                                        </p:attrNameLst>
                                      </p:cBhvr>
                                      <p:to>
                                        <p:strVal val="visible"/>
                                      </p:to>
                                    </p:set>
                                  </p:childTnLst>
                                </p:cTn>
                              </p:par>
                            </p:childTnLst>
                          </p:cTn>
                        </p:par>
                        <p:par>
                          <p:cTn id="728" fill="hold">
                            <p:stCondLst>
                              <p:cond delay="0"/>
                            </p:stCondLst>
                            <p:childTnLst>
                              <p:par>
                                <p:cTn id="729" presetID="42" presetClass="path" presetSubtype="0" accel="50000" decel="50000" fill="hold" grpId="1" nodeType="afterEffect">
                                  <p:stCondLst>
                                    <p:cond delay="0"/>
                                  </p:stCondLst>
                                  <p:childTnLst>
                                    <p:animMotion origin="layout" path="M -3.95833E-6 -3.7037E-7 L -0.00104 0.22986 " pathEditMode="relative" rAng="0" ptsTypes="AA">
                                      <p:cBhvr>
                                        <p:cTn id="730" dur="1250" fill="hold"/>
                                        <p:tgtEl>
                                          <p:spTgt spid="51"/>
                                        </p:tgtEl>
                                        <p:attrNameLst>
                                          <p:attrName>ppt_x</p:attrName>
                                          <p:attrName>ppt_y</p:attrName>
                                        </p:attrNameLst>
                                      </p:cBhvr>
                                      <p:rCtr x="-52" y="11481"/>
                                    </p:animMotion>
                                  </p:childTnLst>
                                </p:cTn>
                              </p:par>
                            </p:childTnLst>
                          </p:cTn>
                        </p:par>
                        <p:par>
                          <p:cTn id="731" fill="hold">
                            <p:stCondLst>
                              <p:cond delay="1250"/>
                            </p:stCondLst>
                            <p:childTnLst>
                              <p:par>
                                <p:cTn id="732" presetID="7" presetClass="emph" presetSubtype="2" fill="hold" nodeType="afterEffect">
                                  <p:stCondLst>
                                    <p:cond delay="0"/>
                                  </p:stCondLst>
                                  <p:childTnLst>
                                    <p:animClr clrSpc="rgb" dir="cw">
                                      <p:cBhvr>
                                        <p:cTn id="733" dur="1000" fill="hold"/>
                                        <p:tgtEl>
                                          <p:spTgt spid="107"/>
                                        </p:tgtEl>
                                        <p:attrNameLst>
                                          <p:attrName>stroke.color</p:attrName>
                                        </p:attrNameLst>
                                      </p:cBhvr>
                                      <p:to>
                                        <a:srgbClr val="F2F2F2"/>
                                      </p:to>
                                    </p:animClr>
                                    <p:set>
                                      <p:cBhvr>
                                        <p:cTn id="734" dur="1000" fill="hold"/>
                                        <p:tgtEl>
                                          <p:spTgt spid="107"/>
                                        </p:tgtEl>
                                        <p:attrNameLst>
                                          <p:attrName>stroke.on</p:attrName>
                                        </p:attrNameLst>
                                      </p:cBhvr>
                                      <p:to>
                                        <p:strVal val="true"/>
                                      </p:to>
                                    </p:set>
                                  </p:childTnLst>
                                </p:cTn>
                              </p:par>
                              <p:par>
                                <p:cTn id="735" presetID="7" presetClass="emph" presetSubtype="2" fill="hold" nodeType="withEffect">
                                  <p:stCondLst>
                                    <p:cond delay="0"/>
                                  </p:stCondLst>
                                  <p:childTnLst>
                                    <p:animClr clrSpc="rgb" dir="cw">
                                      <p:cBhvr>
                                        <p:cTn id="736" dur="1000" fill="hold"/>
                                        <p:tgtEl>
                                          <p:spTgt spid="111"/>
                                        </p:tgtEl>
                                        <p:attrNameLst>
                                          <p:attrName>stroke.color</p:attrName>
                                        </p:attrNameLst>
                                      </p:cBhvr>
                                      <p:to>
                                        <a:schemeClr val="accent2"/>
                                      </p:to>
                                    </p:animClr>
                                    <p:set>
                                      <p:cBhvr>
                                        <p:cTn id="737" dur="1000" fill="hold"/>
                                        <p:tgtEl>
                                          <p:spTgt spid="111"/>
                                        </p:tgtEl>
                                        <p:attrNameLst>
                                          <p:attrName>stroke.on</p:attrName>
                                        </p:attrNameLst>
                                      </p:cBhvr>
                                      <p:to>
                                        <p:strVal val="true"/>
                                      </p:to>
                                    </p:set>
                                  </p:childTnLst>
                                </p:cTn>
                              </p:par>
                            </p:childTnLst>
                          </p:cTn>
                        </p:par>
                        <p:par>
                          <p:cTn id="738" fill="hold">
                            <p:stCondLst>
                              <p:cond delay="2250"/>
                            </p:stCondLst>
                            <p:childTnLst>
                              <p:par>
                                <p:cTn id="739" presetID="32" presetClass="emph" presetSubtype="0" fill="hold" nodeType="afterEffect">
                                  <p:stCondLst>
                                    <p:cond delay="0"/>
                                  </p:stCondLst>
                                  <p:childTnLst>
                                    <p:animRot by="120000">
                                      <p:cBhvr>
                                        <p:cTn id="740" dur="150" fill="hold">
                                          <p:stCondLst>
                                            <p:cond delay="0"/>
                                          </p:stCondLst>
                                        </p:cTn>
                                        <p:tgtEl>
                                          <p:spTgt spid="111"/>
                                        </p:tgtEl>
                                        <p:attrNameLst>
                                          <p:attrName>r</p:attrName>
                                        </p:attrNameLst>
                                      </p:cBhvr>
                                    </p:animRot>
                                    <p:animRot by="-240000">
                                      <p:cBhvr>
                                        <p:cTn id="741" dur="300" fill="hold">
                                          <p:stCondLst>
                                            <p:cond delay="300"/>
                                          </p:stCondLst>
                                        </p:cTn>
                                        <p:tgtEl>
                                          <p:spTgt spid="111"/>
                                        </p:tgtEl>
                                        <p:attrNameLst>
                                          <p:attrName>r</p:attrName>
                                        </p:attrNameLst>
                                      </p:cBhvr>
                                    </p:animRot>
                                    <p:animRot by="240000">
                                      <p:cBhvr>
                                        <p:cTn id="742" dur="300" fill="hold">
                                          <p:stCondLst>
                                            <p:cond delay="600"/>
                                          </p:stCondLst>
                                        </p:cTn>
                                        <p:tgtEl>
                                          <p:spTgt spid="111"/>
                                        </p:tgtEl>
                                        <p:attrNameLst>
                                          <p:attrName>r</p:attrName>
                                        </p:attrNameLst>
                                      </p:cBhvr>
                                    </p:animRot>
                                    <p:animRot by="-240000">
                                      <p:cBhvr>
                                        <p:cTn id="743" dur="300" fill="hold">
                                          <p:stCondLst>
                                            <p:cond delay="900"/>
                                          </p:stCondLst>
                                        </p:cTn>
                                        <p:tgtEl>
                                          <p:spTgt spid="111"/>
                                        </p:tgtEl>
                                        <p:attrNameLst>
                                          <p:attrName>r</p:attrName>
                                        </p:attrNameLst>
                                      </p:cBhvr>
                                    </p:animRot>
                                    <p:animRot by="120000">
                                      <p:cBhvr>
                                        <p:cTn id="744" dur="300" fill="hold">
                                          <p:stCondLst>
                                            <p:cond delay="1200"/>
                                          </p:stCondLst>
                                        </p:cTn>
                                        <p:tgtEl>
                                          <p:spTgt spid="111"/>
                                        </p:tgtEl>
                                        <p:attrNameLst>
                                          <p:attrName>r</p:attrName>
                                        </p:attrNameLst>
                                      </p:cBhvr>
                                    </p:animRot>
                                  </p:childTnLst>
                                </p:cTn>
                              </p:par>
                            </p:childTnLst>
                          </p:cTn>
                        </p:par>
                      </p:childTnLst>
                    </p:cTn>
                  </p:par>
                  <p:par>
                    <p:cTn id="745" fill="hold">
                      <p:stCondLst>
                        <p:cond delay="indefinite"/>
                      </p:stCondLst>
                      <p:childTnLst>
                        <p:par>
                          <p:cTn id="746" fill="hold">
                            <p:stCondLst>
                              <p:cond delay="0"/>
                            </p:stCondLst>
                            <p:childTnLst>
                              <p:par>
                                <p:cTn id="747" presetID="22" presetClass="entr" presetSubtype="1" fill="hold" nodeType="clickEffect">
                                  <p:stCondLst>
                                    <p:cond delay="0"/>
                                  </p:stCondLst>
                                  <p:childTnLst>
                                    <p:set>
                                      <p:cBhvr>
                                        <p:cTn id="748" dur="1" fill="hold">
                                          <p:stCondLst>
                                            <p:cond delay="0"/>
                                          </p:stCondLst>
                                        </p:cTn>
                                        <p:tgtEl>
                                          <p:spTgt spid="213"/>
                                        </p:tgtEl>
                                        <p:attrNameLst>
                                          <p:attrName>style.visibility</p:attrName>
                                        </p:attrNameLst>
                                      </p:cBhvr>
                                      <p:to>
                                        <p:strVal val="visible"/>
                                      </p:to>
                                    </p:set>
                                    <p:animEffect transition="in" filter="wipe(up)">
                                      <p:cBhvr>
                                        <p:cTn id="749" dur="500"/>
                                        <p:tgtEl>
                                          <p:spTgt spid="213"/>
                                        </p:tgtEl>
                                      </p:cBhvr>
                                    </p:animEffect>
                                  </p:childTnLst>
                                </p:cTn>
                              </p:par>
                            </p:childTnLst>
                          </p:cTn>
                        </p:par>
                        <p:par>
                          <p:cTn id="750" fill="hold">
                            <p:stCondLst>
                              <p:cond delay="500"/>
                            </p:stCondLst>
                            <p:childTnLst>
                              <p:par>
                                <p:cTn id="751" presetID="63" presetClass="path" presetSubtype="0" accel="50000" decel="50000" fill="hold" nodeType="afterEffect">
                                  <p:stCondLst>
                                    <p:cond delay="0"/>
                                  </p:stCondLst>
                                  <p:childTnLst>
                                    <p:animMotion origin="layout" path="M 0.05377 -0.00046 L 0.07291 0.00162 " pathEditMode="relative" rAng="0" ptsTypes="AA">
                                      <p:cBhvr>
                                        <p:cTn id="752" dur="1000" fill="hold"/>
                                        <p:tgtEl>
                                          <p:spTgt spid="240"/>
                                        </p:tgtEl>
                                        <p:attrNameLst>
                                          <p:attrName>ppt_x</p:attrName>
                                          <p:attrName>ppt_y</p:attrName>
                                        </p:attrNameLst>
                                      </p:cBhvr>
                                      <p:rCtr x="938" y="0"/>
                                    </p:animMotion>
                                  </p:childTnLst>
                                </p:cTn>
                              </p:par>
                            </p:childTnLst>
                          </p:cTn>
                        </p:par>
                        <p:par>
                          <p:cTn id="753" fill="hold">
                            <p:stCondLst>
                              <p:cond delay="1500"/>
                            </p:stCondLst>
                            <p:childTnLst>
                              <p:par>
                                <p:cTn id="754" presetID="6" presetClass="emph" presetSubtype="0" fill="hold" grpId="2" nodeType="afterEffect">
                                  <p:stCondLst>
                                    <p:cond delay="0"/>
                                  </p:stCondLst>
                                  <p:childTnLst>
                                    <p:animScale>
                                      <p:cBhvr>
                                        <p:cTn id="755" dur="1000" fill="hold"/>
                                        <p:tgtEl>
                                          <p:spTgt spid="95"/>
                                        </p:tgtEl>
                                      </p:cBhvr>
                                      <p:by x="150000" y="150000"/>
                                    </p:animScale>
                                  </p:childTnLst>
                                </p:cTn>
                              </p:par>
                            </p:childTnLst>
                          </p:cTn>
                        </p:par>
                        <p:par>
                          <p:cTn id="756" fill="hold">
                            <p:stCondLst>
                              <p:cond delay="2500"/>
                            </p:stCondLst>
                            <p:childTnLst>
                              <p:par>
                                <p:cTn id="757" presetID="16" presetClass="exit" presetSubtype="21" fill="hold" grpId="3" nodeType="afterEffect">
                                  <p:stCondLst>
                                    <p:cond delay="0"/>
                                  </p:stCondLst>
                                  <p:childTnLst>
                                    <p:animEffect transition="out" filter="barn(inVertical)">
                                      <p:cBhvr>
                                        <p:cTn id="758" dur="500"/>
                                        <p:tgtEl>
                                          <p:spTgt spid="95"/>
                                        </p:tgtEl>
                                      </p:cBhvr>
                                    </p:animEffect>
                                    <p:set>
                                      <p:cBhvr>
                                        <p:cTn id="759" dur="1" fill="hold">
                                          <p:stCondLst>
                                            <p:cond delay="499"/>
                                          </p:stCondLst>
                                        </p:cTn>
                                        <p:tgtEl>
                                          <p:spTgt spid="95"/>
                                        </p:tgtEl>
                                        <p:attrNameLst>
                                          <p:attrName>style.visibility</p:attrName>
                                        </p:attrNameLst>
                                      </p:cBhvr>
                                      <p:to>
                                        <p:strVal val="hidden"/>
                                      </p:to>
                                    </p:set>
                                  </p:childTnLst>
                                </p:cTn>
                              </p:par>
                            </p:childTnLst>
                          </p:cTn>
                        </p:par>
                        <p:par>
                          <p:cTn id="760" fill="hold">
                            <p:stCondLst>
                              <p:cond delay="3000"/>
                            </p:stCondLst>
                            <p:childTnLst>
                              <p:par>
                                <p:cTn id="761" presetID="1" presetClass="entr" presetSubtype="0" fill="hold" grpId="0" nodeType="afterEffect">
                                  <p:stCondLst>
                                    <p:cond delay="0"/>
                                  </p:stCondLst>
                                  <p:childTnLst>
                                    <p:set>
                                      <p:cBhvr>
                                        <p:cTn id="762" dur="1" fill="hold">
                                          <p:stCondLst>
                                            <p:cond delay="0"/>
                                          </p:stCondLst>
                                        </p:cTn>
                                        <p:tgtEl>
                                          <p:spTgt spid="264"/>
                                        </p:tgtEl>
                                        <p:attrNameLst>
                                          <p:attrName>style.visibility</p:attrName>
                                        </p:attrNameLst>
                                      </p:cBhvr>
                                      <p:to>
                                        <p:strVal val="visible"/>
                                      </p:to>
                                    </p:set>
                                  </p:childTnLst>
                                </p:cTn>
                              </p:par>
                            </p:childTnLst>
                          </p:cTn>
                        </p:par>
                        <p:par>
                          <p:cTn id="763" fill="hold">
                            <p:stCondLst>
                              <p:cond delay="3000"/>
                            </p:stCondLst>
                            <p:childTnLst>
                              <p:par>
                                <p:cTn id="764" presetID="63" presetClass="path" presetSubtype="0" accel="50000" decel="50000" fill="hold" grpId="1" nodeType="afterEffect">
                                  <p:stCondLst>
                                    <p:cond delay="0"/>
                                  </p:stCondLst>
                                  <p:childTnLst>
                                    <p:animMotion origin="layout" path="M -1.875E-6 2.59259E-6 L 0.25052 -0.18542 " pathEditMode="relative" rAng="0" ptsTypes="AA">
                                      <p:cBhvr>
                                        <p:cTn id="765" dur="1000" fill="hold"/>
                                        <p:tgtEl>
                                          <p:spTgt spid="264"/>
                                        </p:tgtEl>
                                        <p:attrNameLst>
                                          <p:attrName>ppt_x</p:attrName>
                                          <p:attrName>ppt_y</p:attrName>
                                        </p:attrNameLst>
                                      </p:cBhvr>
                                      <p:rCtr x="12526" y="-9282"/>
                                    </p:animMotion>
                                  </p:childTnLst>
                                </p:cTn>
                              </p:par>
                              <p:par>
                                <p:cTn id="766" presetID="10" presetClass="exit" presetSubtype="0" fill="hold" grpId="2" nodeType="withEffect">
                                  <p:stCondLst>
                                    <p:cond delay="0"/>
                                  </p:stCondLst>
                                  <p:childTnLst>
                                    <p:animEffect transition="out" filter="fade">
                                      <p:cBhvr>
                                        <p:cTn id="767" dur="500"/>
                                        <p:tgtEl>
                                          <p:spTgt spid="230"/>
                                        </p:tgtEl>
                                      </p:cBhvr>
                                    </p:animEffect>
                                    <p:set>
                                      <p:cBhvr>
                                        <p:cTn id="768" dur="1" fill="hold">
                                          <p:stCondLst>
                                            <p:cond delay="499"/>
                                          </p:stCondLst>
                                        </p:cTn>
                                        <p:tgtEl>
                                          <p:spTgt spid="230"/>
                                        </p:tgtEl>
                                        <p:attrNameLst>
                                          <p:attrName>style.visibility</p:attrName>
                                        </p:attrNameLst>
                                      </p:cBhvr>
                                      <p:to>
                                        <p:strVal val="hidden"/>
                                      </p:to>
                                    </p:set>
                                  </p:childTnLst>
                                </p:cTn>
                              </p:par>
                            </p:childTnLst>
                          </p:cTn>
                        </p:par>
                        <p:par>
                          <p:cTn id="769" fill="hold">
                            <p:stCondLst>
                              <p:cond delay="4000"/>
                            </p:stCondLst>
                            <p:childTnLst>
                              <p:par>
                                <p:cTn id="770" presetID="1" presetClass="entr" presetSubtype="0" fill="hold" grpId="0" nodeType="afterEffect">
                                  <p:stCondLst>
                                    <p:cond delay="0"/>
                                  </p:stCondLst>
                                  <p:childTnLst>
                                    <p:set>
                                      <p:cBhvr>
                                        <p:cTn id="771" dur="1" fill="hold">
                                          <p:stCondLst>
                                            <p:cond delay="0"/>
                                          </p:stCondLst>
                                        </p:cTn>
                                        <p:tgtEl>
                                          <p:spTgt spid="265"/>
                                        </p:tgtEl>
                                        <p:attrNameLst>
                                          <p:attrName>style.visibility</p:attrName>
                                        </p:attrNameLst>
                                      </p:cBhvr>
                                      <p:to>
                                        <p:strVal val="visible"/>
                                      </p:to>
                                    </p:set>
                                  </p:childTnLst>
                                </p:cTn>
                              </p:par>
                            </p:childTnLst>
                          </p:cTn>
                        </p:par>
                        <p:par>
                          <p:cTn id="772" fill="hold">
                            <p:stCondLst>
                              <p:cond delay="4000"/>
                            </p:stCondLst>
                            <p:childTnLst>
                              <p:par>
                                <p:cTn id="773" presetID="49" presetClass="path" presetSubtype="0" accel="50000" decel="50000" fill="hold" grpId="1" nodeType="afterEffect">
                                  <p:stCondLst>
                                    <p:cond delay="0"/>
                                  </p:stCondLst>
                                  <p:childTnLst>
                                    <p:animMotion origin="layout" path="M 8.33333E-7 -1.48148E-6 L 0.20417 0.29097 " pathEditMode="relative" rAng="0" ptsTypes="AA">
                                      <p:cBhvr>
                                        <p:cTn id="774" dur="1000" fill="hold"/>
                                        <p:tgtEl>
                                          <p:spTgt spid="265"/>
                                        </p:tgtEl>
                                        <p:attrNameLst>
                                          <p:attrName>ppt_x</p:attrName>
                                          <p:attrName>ppt_y</p:attrName>
                                        </p:attrNameLst>
                                      </p:cBhvr>
                                      <p:rCtr x="10208" y="14537"/>
                                    </p:animMotion>
                                  </p:childTnLst>
                                </p:cTn>
                              </p:par>
                              <p:par>
                                <p:cTn id="775" presetID="10" presetClass="exit" presetSubtype="0" fill="hold" grpId="2" nodeType="withEffect">
                                  <p:stCondLst>
                                    <p:cond delay="0"/>
                                  </p:stCondLst>
                                  <p:childTnLst>
                                    <p:animEffect transition="out" filter="fade">
                                      <p:cBhvr>
                                        <p:cTn id="776" dur="500"/>
                                        <p:tgtEl>
                                          <p:spTgt spid="237"/>
                                        </p:tgtEl>
                                      </p:cBhvr>
                                    </p:animEffect>
                                    <p:set>
                                      <p:cBhvr>
                                        <p:cTn id="777" dur="1" fill="hold">
                                          <p:stCondLst>
                                            <p:cond delay="499"/>
                                          </p:stCondLst>
                                        </p:cTn>
                                        <p:tgtEl>
                                          <p:spTgt spid="237"/>
                                        </p:tgtEl>
                                        <p:attrNameLst>
                                          <p:attrName>style.visibility</p:attrName>
                                        </p:attrNameLst>
                                      </p:cBhvr>
                                      <p:to>
                                        <p:strVal val="hidden"/>
                                      </p:to>
                                    </p:set>
                                  </p:childTnLst>
                                </p:cTn>
                              </p:par>
                            </p:childTnLst>
                          </p:cTn>
                        </p:par>
                        <p:par>
                          <p:cTn id="778" fill="hold">
                            <p:stCondLst>
                              <p:cond delay="5000"/>
                            </p:stCondLst>
                            <p:childTnLst>
                              <p:par>
                                <p:cTn id="779" presetID="27" presetClass="emph" presetSubtype="0" fill="remove" grpId="4" nodeType="afterEffect">
                                  <p:stCondLst>
                                    <p:cond delay="0"/>
                                  </p:stCondLst>
                                  <p:childTnLst>
                                    <p:animClr clrSpc="rgb" dir="cw">
                                      <p:cBhvr override="childStyle">
                                        <p:cTn id="780" dur="250" autoRev="1" fill="remove"/>
                                        <p:tgtEl>
                                          <p:spTgt spid="232"/>
                                        </p:tgtEl>
                                        <p:attrNameLst>
                                          <p:attrName>style.color</p:attrName>
                                        </p:attrNameLst>
                                      </p:cBhvr>
                                      <p:to>
                                        <a:srgbClr val="DEEBF6"/>
                                      </p:to>
                                    </p:animClr>
                                    <p:animClr clrSpc="rgb" dir="cw">
                                      <p:cBhvr>
                                        <p:cTn id="781" dur="250" autoRev="1" fill="remove"/>
                                        <p:tgtEl>
                                          <p:spTgt spid="232"/>
                                        </p:tgtEl>
                                        <p:attrNameLst>
                                          <p:attrName>fillcolor</p:attrName>
                                        </p:attrNameLst>
                                      </p:cBhvr>
                                      <p:to>
                                        <a:srgbClr val="DEEBF6"/>
                                      </p:to>
                                    </p:animClr>
                                    <p:set>
                                      <p:cBhvr>
                                        <p:cTn id="782" dur="250" autoRev="1" fill="remove"/>
                                        <p:tgtEl>
                                          <p:spTgt spid="232"/>
                                        </p:tgtEl>
                                        <p:attrNameLst>
                                          <p:attrName>fill.type</p:attrName>
                                        </p:attrNameLst>
                                      </p:cBhvr>
                                      <p:to>
                                        <p:strVal val="solid"/>
                                      </p:to>
                                    </p:set>
                                    <p:set>
                                      <p:cBhvr>
                                        <p:cTn id="783" dur="250" autoRev="1" fill="remove"/>
                                        <p:tgtEl>
                                          <p:spTgt spid="232"/>
                                        </p:tgtEl>
                                        <p:attrNameLst>
                                          <p:attrName>fill.on</p:attrName>
                                        </p:attrNameLst>
                                      </p:cBhvr>
                                      <p:to>
                                        <p:strVal val="true"/>
                                      </p:to>
                                    </p:set>
                                  </p:childTnLst>
                                </p:cTn>
                              </p:par>
                            </p:childTnLst>
                          </p:cTn>
                        </p:par>
                        <p:par>
                          <p:cTn id="784" fill="hold">
                            <p:stCondLst>
                              <p:cond delay="5500"/>
                            </p:stCondLst>
                            <p:childTnLst>
                              <p:par>
                                <p:cTn id="785" presetID="53" presetClass="entr" presetSubtype="16" fill="hold" grpId="0" nodeType="afterEffect">
                                  <p:stCondLst>
                                    <p:cond delay="0"/>
                                  </p:stCondLst>
                                  <p:childTnLst>
                                    <p:set>
                                      <p:cBhvr>
                                        <p:cTn id="786" dur="1" fill="hold">
                                          <p:stCondLst>
                                            <p:cond delay="0"/>
                                          </p:stCondLst>
                                        </p:cTn>
                                        <p:tgtEl>
                                          <p:spTgt spid="266"/>
                                        </p:tgtEl>
                                        <p:attrNameLst>
                                          <p:attrName>style.visibility</p:attrName>
                                        </p:attrNameLst>
                                      </p:cBhvr>
                                      <p:to>
                                        <p:strVal val="visible"/>
                                      </p:to>
                                    </p:set>
                                    <p:anim calcmode="lin" valueType="num">
                                      <p:cBhvr>
                                        <p:cTn id="787" dur="500" fill="hold"/>
                                        <p:tgtEl>
                                          <p:spTgt spid="266"/>
                                        </p:tgtEl>
                                        <p:attrNameLst>
                                          <p:attrName>ppt_w</p:attrName>
                                        </p:attrNameLst>
                                      </p:cBhvr>
                                      <p:tavLst>
                                        <p:tav tm="0">
                                          <p:val>
                                            <p:fltVal val="0"/>
                                          </p:val>
                                        </p:tav>
                                        <p:tav tm="100000">
                                          <p:val>
                                            <p:strVal val="#ppt_w"/>
                                          </p:val>
                                        </p:tav>
                                      </p:tavLst>
                                    </p:anim>
                                    <p:anim calcmode="lin" valueType="num">
                                      <p:cBhvr>
                                        <p:cTn id="788" dur="500" fill="hold"/>
                                        <p:tgtEl>
                                          <p:spTgt spid="266"/>
                                        </p:tgtEl>
                                        <p:attrNameLst>
                                          <p:attrName>ppt_h</p:attrName>
                                        </p:attrNameLst>
                                      </p:cBhvr>
                                      <p:tavLst>
                                        <p:tav tm="0">
                                          <p:val>
                                            <p:fltVal val="0"/>
                                          </p:val>
                                        </p:tav>
                                        <p:tav tm="100000">
                                          <p:val>
                                            <p:strVal val="#ppt_h"/>
                                          </p:val>
                                        </p:tav>
                                      </p:tavLst>
                                    </p:anim>
                                    <p:animEffect transition="in" filter="fade">
                                      <p:cBhvr>
                                        <p:cTn id="789" dur="500"/>
                                        <p:tgtEl>
                                          <p:spTgt spid="266"/>
                                        </p:tgtEl>
                                      </p:cBhvr>
                                    </p:animEffect>
                                  </p:childTnLst>
                                </p:cTn>
                              </p:par>
                            </p:childTnLst>
                          </p:cTn>
                        </p:par>
                        <p:par>
                          <p:cTn id="790" fill="hold">
                            <p:stCondLst>
                              <p:cond delay="6000"/>
                            </p:stCondLst>
                            <p:childTnLst>
                              <p:par>
                                <p:cTn id="791" presetID="10" presetClass="entr" presetSubtype="0" fill="hold" grpId="0" nodeType="afterEffect">
                                  <p:stCondLst>
                                    <p:cond delay="0"/>
                                  </p:stCondLst>
                                  <p:childTnLst>
                                    <p:set>
                                      <p:cBhvr>
                                        <p:cTn id="792" dur="1" fill="hold">
                                          <p:stCondLst>
                                            <p:cond delay="0"/>
                                          </p:stCondLst>
                                        </p:cTn>
                                        <p:tgtEl>
                                          <p:spTgt spid="256"/>
                                        </p:tgtEl>
                                        <p:attrNameLst>
                                          <p:attrName>style.visibility</p:attrName>
                                        </p:attrNameLst>
                                      </p:cBhvr>
                                      <p:to>
                                        <p:strVal val="visible"/>
                                      </p:to>
                                    </p:set>
                                    <p:animEffect transition="in" filter="fade">
                                      <p:cBhvr>
                                        <p:cTn id="793" dur="500"/>
                                        <p:tgtEl>
                                          <p:spTgt spid="256"/>
                                        </p:tgtEl>
                                      </p:cBhvr>
                                    </p:animEffect>
                                  </p:childTnLst>
                                </p:cTn>
                              </p:par>
                            </p:childTnLst>
                          </p:cTn>
                        </p:par>
                        <p:par>
                          <p:cTn id="794" fill="hold">
                            <p:stCondLst>
                              <p:cond delay="6500"/>
                            </p:stCondLst>
                            <p:childTnLst>
                              <p:par>
                                <p:cTn id="795" presetID="63" presetClass="path" presetSubtype="0" accel="50000" decel="50000" fill="hold" grpId="1" nodeType="afterEffect">
                                  <p:stCondLst>
                                    <p:cond delay="0"/>
                                  </p:stCondLst>
                                  <p:childTnLst>
                                    <p:animMotion origin="layout" path="M 0.00182 -0.00023 L 0.32148 -0.18356 " pathEditMode="relative" rAng="0" ptsTypes="AA">
                                      <p:cBhvr>
                                        <p:cTn id="796" dur="1000" fill="hold"/>
                                        <p:tgtEl>
                                          <p:spTgt spid="256"/>
                                        </p:tgtEl>
                                        <p:attrNameLst>
                                          <p:attrName>ppt_x</p:attrName>
                                          <p:attrName>ppt_y</p:attrName>
                                        </p:attrNameLst>
                                      </p:cBhvr>
                                      <p:rCtr x="15977" y="-9167"/>
                                    </p:animMotion>
                                  </p:childTnLst>
                                </p:cTn>
                              </p:par>
                              <p:par>
                                <p:cTn id="797" presetID="10" presetClass="exit" presetSubtype="0" fill="hold" grpId="3" nodeType="withEffect">
                                  <p:stCondLst>
                                    <p:cond delay="500"/>
                                  </p:stCondLst>
                                  <p:childTnLst>
                                    <p:animEffect transition="out" filter="fade">
                                      <p:cBhvr>
                                        <p:cTn id="798" dur="500"/>
                                        <p:tgtEl>
                                          <p:spTgt spid="239"/>
                                        </p:tgtEl>
                                      </p:cBhvr>
                                    </p:animEffect>
                                    <p:set>
                                      <p:cBhvr>
                                        <p:cTn id="799" dur="1" fill="hold">
                                          <p:stCondLst>
                                            <p:cond delay="499"/>
                                          </p:stCondLst>
                                        </p:cTn>
                                        <p:tgtEl>
                                          <p:spTgt spid="239"/>
                                        </p:tgtEl>
                                        <p:attrNameLst>
                                          <p:attrName>style.visibility</p:attrName>
                                        </p:attrNameLst>
                                      </p:cBhvr>
                                      <p:to>
                                        <p:strVal val="hidden"/>
                                      </p:to>
                                    </p:set>
                                  </p:childTnLst>
                                </p:cTn>
                              </p:par>
                            </p:childTnLst>
                          </p:cTn>
                        </p:par>
                        <p:par>
                          <p:cTn id="800" fill="hold">
                            <p:stCondLst>
                              <p:cond delay="7500"/>
                            </p:stCondLst>
                            <p:childTnLst>
                              <p:par>
                                <p:cTn id="801" presetID="27" presetClass="emph" presetSubtype="0" fill="remove" grpId="7" nodeType="afterEffect">
                                  <p:stCondLst>
                                    <p:cond delay="0"/>
                                  </p:stCondLst>
                                  <p:childTnLst>
                                    <p:animClr clrSpc="rgb" dir="cw">
                                      <p:cBhvr override="childStyle">
                                        <p:cTn id="802" dur="250" autoRev="1" fill="remove"/>
                                        <p:tgtEl>
                                          <p:spTgt spid="235"/>
                                        </p:tgtEl>
                                        <p:attrNameLst>
                                          <p:attrName>style.color</p:attrName>
                                        </p:attrNameLst>
                                      </p:cBhvr>
                                      <p:to>
                                        <a:srgbClr val="F2F2F2"/>
                                      </p:to>
                                    </p:animClr>
                                    <p:animClr clrSpc="rgb" dir="cw">
                                      <p:cBhvr>
                                        <p:cTn id="803" dur="250" autoRev="1" fill="remove"/>
                                        <p:tgtEl>
                                          <p:spTgt spid="235"/>
                                        </p:tgtEl>
                                        <p:attrNameLst>
                                          <p:attrName>fillcolor</p:attrName>
                                        </p:attrNameLst>
                                      </p:cBhvr>
                                      <p:to>
                                        <a:srgbClr val="F2F2F2"/>
                                      </p:to>
                                    </p:animClr>
                                    <p:set>
                                      <p:cBhvr>
                                        <p:cTn id="804" dur="250" autoRev="1" fill="remove"/>
                                        <p:tgtEl>
                                          <p:spTgt spid="235"/>
                                        </p:tgtEl>
                                        <p:attrNameLst>
                                          <p:attrName>fill.type</p:attrName>
                                        </p:attrNameLst>
                                      </p:cBhvr>
                                      <p:to>
                                        <p:strVal val="solid"/>
                                      </p:to>
                                    </p:set>
                                    <p:set>
                                      <p:cBhvr>
                                        <p:cTn id="805" dur="250" autoRev="1" fill="remove"/>
                                        <p:tgtEl>
                                          <p:spTgt spid="235"/>
                                        </p:tgtEl>
                                        <p:attrNameLst>
                                          <p:attrName>fill.on</p:attrName>
                                        </p:attrNameLst>
                                      </p:cBhvr>
                                      <p:to>
                                        <p:strVal val="true"/>
                                      </p:to>
                                    </p:set>
                                  </p:childTnLst>
                                </p:cTn>
                              </p:par>
                              <p:par>
                                <p:cTn id="806" presetID="10" presetClass="exit" presetSubtype="0" fill="hold" grpId="2" nodeType="withEffect">
                                  <p:stCondLst>
                                    <p:cond delay="0"/>
                                  </p:stCondLst>
                                  <p:childTnLst>
                                    <p:animEffect transition="out" filter="fade">
                                      <p:cBhvr>
                                        <p:cTn id="807" dur="500"/>
                                        <p:tgtEl>
                                          <p:spTgt spid="239"/>
                                        </p:tgtEl>
                                      </p:cBhvr>
                                    </p:animEffect>
                                    <p:set>
                                      <p:cBhvr>
                                        <p:cTn id="808" dur="1" fill="hold">
                                          <p:stCondLst>
                                            <p:cond delay="499"/>
                                          </p:stCondLst>
                                        </p:cTn>
                                        <p:tgtEl>
                                          <p:spTgt spid="239"/>
                                        </p:tgtEl>
                                        <p:attrNameLst>
                                          <p:attrName>style.visibility</p:attrName>
                                        </p:attrNameLst>
                                      </p:cBhvr>
                                      <p:to>
                                        <p:strVal val="hidden"/>
                                      </p:to>
                                    </p:set>
                                  </p:childTnLst>
                                </p:cTn>
                              </p:par>
                            </p:childTnLst>
                          </p:cTn>
                        </p:par>
                        <p:par>
                          <p:cTn id="809" fill="hold">
                            <p:stCondLst>
                              <p:cond delay="8000"/>
                            </p:stCondLst>
                            <p:childTnLst>
                              <p:par>
                                <p:cTn id="810" presetID="42" presetClass="path" presetSubtype="0" accel="50000" decel="50000" fill="hold" grpId="2" nodeType="afterEffect">
                                  <p:stCondLst>
                                    <p:cond delay="0"/>
                                  </p:stCondLst>
                                  <p:childTnLst>
                                    <p:animMotion origin="layout" path="M 8.33333E-7 -7.40741E-7 L -0.26784 0.1831 " pathEditMode="relative" rAng="0" ptsTypes="AA">
                                      <p:cBhvr>
                                        <p:cTn id="811" dur="1500" fill="hold"/>
                                        <p:tgtEl>
                                          <p:spTgt spid="266"/>
                                        </p:tgtEl>
                                        <p:attrNameLst>
                                          <p:attrName>ppt_x</p:attrName>
                                          <p:attrName>ppt_y</p:attrName>
                                        </p:attrNameLst>
                                      </p:cBhvr>
                                      <p:rCtr x="-13398" y="9144"/>
                                    </p:animMotion>
                                  </p:childTnLst>
                                </p:cTn>
                              </p:par>
                              <p:par>
                                <p:cTn id="812" presetID="10" presetClass="exit" presetSubtype="0" fill="hold" grpId="1" nodeType="withEffect">
                                  <p:stCondLst>
                                    <p:cond delay="0"/>
                                  </p:stCondLst>
                                  <p:childTnLst>
                                    <p:animEffect transition="out" filter="fade">
                                      <p:cBhvr>
                                        <p:cTn id="813" dur="500"/>
                                        <p:tgtEl>
                                          <p:spTgt spid="252"/>
                                        </p:tgtEl>
                                      </p:cBhvr>
                                    </p:animEffect>
                                    <p:set>
                                      <p:cBhvr>
                                        <p:cTn id="814" dur="1" fill="hold">
                                          <p:stCondLst>
                                            <p:cond delay="499"/>
                                          </p:stCondLst>
                                        </p:cTn>
                                        <p:tgtEl>
                                          <p:spTgt spid="252"/>
                                        </p:tgtEl>
                                        <p:attrNameLst>
                                          <p:attrName>style.visibility</p:attrName>
                                        </p:attrNameLst>
                                      </p:cBhvr>
                                      <p:to>
                                        <p:strVal val="hidden"/>
                                      </p:to>
                                    </p:set>
                                  </p:childTnLst>
                                </p:cTn>
                              </p:par>
                            </p:childTnLst>
                          </p:cTn>
                        </p:par>
                        <p:par>
                          <p:cTn id="815" fill="hold">
                            <p:stCondLst>
                              <p:cond delay="9500"/>
                            </p:stCondLst>
                            <p:childTnLst>
                              <p:par>
                                <p:cTn id="816" presetID="32" presetClass="emph" presetSubtype="0" fill="hold" nodeType="afterEffect">
                                  <p:stCondLst>
                                    <p:cond delay="0"/>
                                  </p:stCondLst>
                                  <p:childTnLst>
                                    <p:animRot by="120000">
                                      <p:cBhvr>
                                        <p:cTn id="817" dur="150" fill="hold">
                                          <p:stCondLst>
                                            <p:cond delay="0"/>
                                          </p:stCondLst>
                                        </p:cTn>
                                        <p:tgtEl>
                                          <p:spTgt spid="111"/>
                                        </p:tgtEl>
                                        <p:attrNameLst>
                                          <p:attrName>r</p:attrName>
                                        </p:attrNameLst>
                                      </p:cBhvr>
                                    </p:animRot>
                                    <p:animRot by="-240000">
                                      <p:cBhvr>
                                        <p:cTn id="818" dur="300" fill="hold">
                                          <p:stCondLst>
                                            <p:cond delay="300"/>
                                          </p:stCondLst>
                                        </p:cTn>
                                        <p:tgtEl>
                                          <p:spTgt spid="111"/>
                                        </p:tgtEl>
                                        <p:attrNameLst>
                                          <p:attrName>r</p:attrName>
                                        </p:attrNameLst>
                                      </p:cBhvr>
                                    </p:animRot>
                                    <p:animRot by="240000">
                                      <p:cBhvr>
                                        <p:cTn id="819" dur="300" fill="hold">
                                          <p:stCondLst>
                                            <p:cond delay="600"/>
                                          </p:stCondLst>
                                        </p:cTn>
                                        <p:tgtEl>
                                          <p:spTgt spid="111"/>
                                        </p:tgtEl>
                                        <p:attrNameLst>
                                          <p:attrName>r</p:attrName>
                                        </p:attrNameLst>
                                      </p:cBhvr>
                                    </p:animRot>
                                    <p:animRot by="-240000">
                                      <p:cBhvr>
                                        <p:cTn id="820" dur="300" fill="hold">
                                          <p:stCondLst>
                                            <p:cond delay="900"/>
                                          </p:stCondLst>
                                        </p:cTn>
                                        <p:tgtEl>
                                          <p:spTgt spid="111"/>
                                        </p:tgtEl>
                                        <p:attrNameLst>
                                          <p:attrName>r</p:attrName>
                                        </p:attrNameLst>
                                      </p:cBhvr>
                                    </p:animRot>
                                    <p:animRot by="120000">
                                      <p:cBhvr>
                                        <p:cTn id="821" dur="300" fill="hold">
                                          <p:stCondLst>
                                            <p:cond delay="1200"/>
                                          </p:stCondLst>
                                        </p:cTn>
                                        <p:tgtEl>
                                          <p:spTgt spid="111"/>
                                        </p:tgtEl>
                                        <p:attrNameLst>
                                          <p:attrName>r</p:attrName>
                                        </p:attrNameLst>
                                      </p:cBhvr>
                                    </p:animRot>
                                  </p:childTnLst>
                                </p:cTn>
                              </p:par>
                            </p:childTnLst>
                          </p:cTn>
                        </p:par>
                      </p:childTnLst>
                    </p:cTn>
                  </p:par>
                  <p:par>
                    <p:cTn id="822" fill="hold">
                      <p:stCondLst>
                        <p:cond delay="indefinite"/>
                      </p:stCondLst>
                      <p:childTnLst>
                        <p:par>
                          <p:cTn id="823" fill="hold">
                            <p:stCondLst>
                              <p:cond delay="0"/>
                            </p:stCondLst>
                            <p:childTnLst>
                              <p:par>
                                <p:cTn id="824" presetID="63" presetClass="path" presetSubtype="0" accel="50000" decel="50000" fill="hold" nodeType="clickEffect">
                                  <p:stCondLst>
                                    <p:cond delay="0"/>
                                  </p:stCondLst>
                                  <p:childTnLst>
                                    <p:animMotion origin="layout" path="M 3.95833E-6 7.40741E-7 L 0.06276 -0.0007 " pathEditMode="relative" rAng="0" ptsTypes="AA">
                                      <p:cBhvr>
                                        <p:cTn id="825" dur="1000" fill="hold"/>
                                        <p:tgtEl>
                                          <p:spTgt spid="213"/>
                                        </p:tgtEl>
                                        <p:attrNameLst>
                                          <p:attrName>ppt_x</p:attrName>
                                          <p:attrName>ppt_y</p:attrName>
                                        </p:attrNameLst>
                                      </p:cBhvr>
                                      <p:rCtr x="3138" y="-46"/>
                                    </p:animMotion>
                                  </p:childTnLst>
                                </p:cTn>
                              </p:par>
                            </p:childTnLst>
                          </p:cTn>
                        </p:par>
                        <p:par>
                          <p:cTn id="826" fill="hold">
                            <p:stCondLst>
                              <p:cond delay="1000"/>
                            </p:stCondLst>
                            <p:childTnLst>
                              <p:par>
                                <p:cTn id="827" presetID="63" presetClass="path" presetSubtype="0" accel="50000" decel="50000" fill="hold" nodeType="afterEffect">
                                  <p:stCondLst>
                                    <p:cond delay="0"/>
                                  </p:stCondLst>
                                  <p:childTnLst>
                                    <p:animMotion origin="layout" path="M 0.07291 0.00162 L 0.10286 0.00162 " pathEditMode="relative" rAng="0" ptsTypes="AA">
                                      <p:cBhvr>
                                        <p:cTn id="828" dur="1000" fill="hold"/>
                                        <p:tgtEl>
                                          <p:spTgt spid="240"/>
                                        </p:tgtEl>
                                        <p:attrNameLst>
                                          <p:attrName>ppt_x</p:attrName>
                                          <p:attrName>ppt_y</p:attrName>
                                        </p:attrNameLst>
                                      </p:cBhvr>
                                      <p:rCtr x="1497" y="0"/>
                                    </p:animMotion>
                                  </p:childTnLst>
                                </p:cTn>
                              </p:par>
                            </p:childTnLst>
                          </p:cTn>
                        </p:par>
                        <p:par>
                          <p:cTn id="829" fill="hold">
                            <p:stCondLst>
                              <p:cond delay="2000"/>
                            </p:stCondLst>
                            <p:childTnLst>
                              <p:par>
                                <p:cTn id="830" presetID="6" presetClass="emph" presetSubtype="0" fill="hold" grpId="2" nodeType="afterEffect">
                                  <p:stCondLst>
                                    <p:cond delay="0"/>
                                  </p:stCondLst>
                                  <p:childTnLst>
                                    <p:animScale>
                                      <p:cBhvr>
                                        <p:cTn id="831" dur="1000" fill="hold"/>
                                        <p:tgtEl>
                                          <p:spTgt spid="90"/>
                                        </p:tgtEl>
                                      </p:cBhvr>
                                      <p:by x="150000" y="150000"/>
                                    </p:animScale>
                                  </p:childTnLst>
                                </p:cTn>
                              </p:par>
                            </p:childTnLst>
                          </p:cTn>
                        </p:par>
                        <p:par>
                          <p:cTn id="832" fill="hold">
                            <p:stCondLst>
                              <p:cond delay="3000"/>
                            </p:stCondLst>
                            <p:childTnLst>
                              <p:par>
                                <p:cTn id="833" presetID="16" presetClass="exit" presetSubtype="21" fill="hold" grpId="3" nodeType="afterEffect">
                                  <p:stCondLst>
                                    <p:cond delay="0"/>
                                  </p:stCondLst>
                                  <p:childTnLst>
                                    <p:animEffect transition="out" filter="barn(inVertical)">
                                      <p:cBhvr>
                                        <p:cTn id="834" dur="500"/>
                                        <p:tgtEl>
                                          <p:spTgt spid="90"/>
                                        </p:tgtEl>
                                      </p:cBhvr>
                                    </p:animEffect>
                                    <p:set>
                                      <p:cBhvr>
                                        <p:cTn id="835" dur="1" fill="hold">
                                          <p:stCondLst>
                                            <p:cond delay="499"/>
                                          </p:stCondLst>
                                        </p:cTn>
                                        <p:tgtEl>
                                          <p:spTgt spid="90"/>
                                        </p:tgtEl>
                                        <p:attrNameLst>
                                          <p:attrName>style.visibility</p:attrName>
                                        </p:attrNameLst>
                                      </p:cBhvr>
                                      <p:to>
                                        <p:strVal val="hidden"/>
                                      </p:to>
                                    </p:set>
                                  </p:childTnLst>
                                </p:cTn>
                              </p:par>
                            </p:childTnLst>
                          </p:cTn>
                        </p:par>
                        <p:par>
                          <p:cTn id="836" fill="hold">
                            <p:stCondLst>
                              <p:cond delay="3500"/>
                            </p:stCondLst>
                            <p:childTnLst>
                              <p:par>
                                <p:cTn id="837" presetID="1" presetClass="entr" presetSubtype="0" fill="hold" grpId="0" nodeType="afterEffect">
                                  <p:stCondLst>
                                    <p:cond delay="0"/>
                                  </p:stCondLst>
                                  <p:childTnLst>
                                    <p:set>
                                      <p:cBhvr>
                                        <p:cTn id="838" dur="1" fill="hold">
                                          <p:stCondLst>
                                            <p:cond delay="0"/>
                                          </p:stCondLst>
                                        </p:cTn>
                                        <p:tgtEl>
                                          <p:spTgt spid="116"/>
                                        </p:tgtEl>
                                        <p:attrNameLst>
                                          <p:attrName>style.visibility</p:attrName>
                                        </p:attrNameLst>
                                      </p:cBhvr>
                                      <p:to>
                                        <p:strVal val="visible"/>
                                      </p:to>
                                    </p:set>
                                  </p:childTnLst>
                                </p:cTn>
                              </p:par>
                            </p:childTnLst>
                          </p:cTn>
                        </p:par>
                        <p:par>
                          <p:cTn id="839" fill="hold">
                            <p:stCondLst>
                              <p:cond delay="3500"/>
                            </p:stCondLst>
                            <p:childTnLst>
                              <p:par>
                                <p:cTn id="840" presetID="35" presetClass="path" presetSubtype="0" accel="50000" decel="50000" fill="hold" grpId="5" nodeType="afterEffect">
                                  <p:stCondLst>
                                    <p:cond delay="0"/>
                                  </p:stCondLst>
                                  <p:childTnLst>
                                    <p:animMotion origin="layout" path="M 3.125E-6 -2.59259E-6 L -0.17644 0.05556 " pathEditMode="relative" rAng="0" ptsTypes="AA">
                                      <p:cBhvr>
                                        <p:cTn id="841" dur="1000" fill="hold"/>
                                        <p:tgtEl>
                                          <p:spTgt spid="116"/>
                                        </p:tgtEl>
                                        <p:attrNameLst>
                                          <p:attrName>ppt_x</p:attrName>
                                          <p:attrName>ppt_y</p:attrName>
                                        </p:attrNameLst>
                                      </p:cBhvr>
                                      <p:rCtr x="-8828" y="2778"/>
                                    </p:animMotion>
                                  </p:childTnLst>
                                </p:cTn>
                              </p:par>
                            </p:childTnLst>
                          </p:cTn>
                        </p:par>
                        <p:par>
                          <p:cTn id="842" fill="hold">
                            <p:stCondLst>
                              <p:cond delay="4500"/>
                            </p:stCondLst>
                            <p:childTnLst>
                              <p:par>
                                <p:cTn id="843" presetID="35" presetClass="path" presetSubtype="0" accel="50000" decel="50000" fill="hold" grpId="6" nodeType="afterEffect">
                                  <p:stCondLst>
                                    <p:cond delay="0"/>
                                  </p:stCondLst>
                                  <p:childTnLst>
                                    <p:animMotion origin="layout" path="M -0.17644 0.05556 L -0.28503 0.05255 " pathEditMode="relative" rAng="0" ptsTypes="AA">
                                      <p:cBhvr>
                                        <p:cTn id="844" dur="1000" fill="hold"/>
                                        <p:tgtEl>
                                          <p:spTgt spid="116"/>
                                        </p:tgtEl>
                                        <p:attrNameLst>
                                          <p:attrName>ppt_x</p:attrName>
                                          <p:attrName>ppt_y</p:attrName>
                                        </p:attrNameLst>
                                      </p:cBhvr>
                                      <p:rCtr x="-5430" y="-162"/>
                                    </p:animMotion>
                                  </p:childTnLst>
                                </p:cTn>
                              </p:par>
                            </p:childTnLst>
                          </p:cTn>
                        </p:par>
                        <p:par>
                          <p:cTn id="845" fill="hold">
                            <p:stCondLst>
                              <p:cond delay="5500"/>
                            </p:stCondLst>
                            <p:childTnLst>
                              <p:par>
                                <p:cTn id="846" presetID="1" presetClass="entr" presetSubtype="0" fill="hold" grpId="0" nodeType="afterEffect">
                                  <p:stCondLst>
                                    <p:cond delay="0"/>
                                  </p:stCondLst>
                                  <p:childTnLst>
                                    <p:set>
                                      <p:cBhvr>
                                        <p:cTn id="847" dur="1" fill="hold">
                                          <p:stCondLst>
                                            <p:cond delay="0"/>
                                          </p:stCondLst>
                                        </p:cTn>
                                        <p:tgtEl>
                                          <p:spTgt spid="268"/>
                                        </p:tgtEl>
                                        <p:attrNameLst>
                                          <p:attrName>style.visibility</p:attrName>
                                        </p:attrNameLst>
                                      </p:cBhvr>
                                      <p:to>
                                        <p:strVal val="visible"/>
                                      </p:to>
                                    </p:set>
                                  </p:childTnLst>
                                </p:cTn>
                              </p:par>
                            </p:childTnLst>
                          </p:cTn>
                        </p:par>
                        <p:par>
                          <p:cTn id="848" fill="hold">
                            <p:stCondLst>
                              <p:cond delay="5500"/>
                            </p:stCondLst>
                            <p:childTnLst>
                              <p:par>
                                <p:cTn id="849" presetID="49" presetClass="path" presetSubtype="0" accel="50000" decel="50000" fill="hold" grpId="1" nodeType="afterEffect">
                                  <p:stCondLst>
                                    <p:cond delay="0"/>
                                  </p:stCondLst>
                                  <p:childTnLst>
                                    <p:animMotion origin="layout" path="M -4.16667E-6 3.7037E-6 L 0.1448 0.28935 " pathEditMode="relative" rAng="0" ptsTypes="AA">
                                      <p:cBhvr>
                                        <p:cTn id="850" dur="1000" fill="hold"/>
                                        <p:tgtEl>
                                          <p:spTgt spid="268"/>
                                        </p:tgtEl>
                                        <p:attrNameLst>
                                          <p:attrName>ppt_x</p:attrName>
                                          <p:attrName>ppt_y</p:attrName>
                                        </p:attrNameLst>
                                      </p:cBhvr>
                                      <p:rCtr x="7240" y="14468"/>
                                    </p:animMotion>
                                  </p:childTnLst>
                                </p:cTn>
                              </p:par>
                              <p:par>
                                <p:cTn id="851" presetID="10" presetClass="exit" presetSubtype="0" fill="hold" grpId="2" nodeType="withEffect">
                                  <p:stCondLst>
                                    <p:cond delay="0"/>
                                  </p:stCondLst>
                                  <p:childTnLst>
                                    <p:animEffect transition="out" filter="fade">
                                      <p:cBhvr>
                                        <p:cTn id="852" dur="500"/>
                                        <p:tgtEl>
                                          <p:spTgt spid="265"/>
                                        </p:tgtEl>
                                      </p:cBhvr>
                                    </p:animEffect>
                                    <p:set>
                                      <p:cBhvr>
                                        <p:cTn id="853" dur="1" fill="hold">
                                          <p:stCondLst>
                                            <p:cond delay="499"/>
                                          </p:stCondLst>
                                        </p:cTn>
                                        <p:tgtEl>
                                          <p:spTgt spid="265"/>
                                        </p:tgtEl>
                                        <p:attrNameLst>
                                          <p:attrName>style.visibility</p:attrName>
                                        </p:attrNameLst>
                                      </p:cBhvr>
                                      <p:to>
                                        <p:strVal val="hidden"/>
                                      </p:to>
                                    </p:set>
                                  </p:childTnLst>
                                </p:cTn>
                              </p:par>
                            </p:childTnLst>
                          </p:cTn>
                        </p:par>
                        <p:par>
                          <p:cTn id="854" fill="hold">
                            <p:stCondLst>
                              <p:cond delay="6500"/>
                            </p:stCondLst>
                            <p:childTnLst>
                              <p:par>
                                <p:cTn id="855" presetID="27" presetClass="emph" presetSubtype="0" fill="remove" grpId="5" nodeType="afterEffect">
                                  <p:stCondLst>
                                    <p:cond delay="0"/>
                                  </p:stCondLst>
                                  <p:childTnLst>
                                    <p:animClr clrSpc="rgb" dir="cw">
                                      <p:cBhvr override="childStyle">
                                        <p:cTn id="856" dur="250" autoRev="1" fill="remove"/>
                                        <p:tgtEl>
                                          <p:spTgt spid="232"/>
                                        </p:tgtEl>
                                        <p:attrNameLst>
                                          <p:attrName>style.color</p:attrName>
                                        </p:attrNameLst>
                                      </p:cBhvr>
                                      <p:to>
                                        <a:srgbClr val="DEEBF6"/>
                                      </p:to>
                                    </p:animClr>
                                    <p:animClr clrSpc="rgb" dir="cw">
                                      <p:cBhvr>
                                        <p:cTn id="857" dur="250" autoRev="1" fill="remove"/>
                                        <p:tgtEl>
                                          <p:spTgt spid="232"/>
                                        </p:tgtEl>
                                        <p:attrNameLst>
                                          <p:attrName>fillcolor</p:attrName>
                                        </p:attrNameLst>
                                      </p:cBhvr>
                                      <p:to>
                                        <a:srgbClr val="DEEBF6"/>
                                      </p:to>
                                    </p:animClr>
                                    <p:set>
                                      <p:cBhvr>
                                        <p:cTn id="858" dur="250" autoRev="1" fill="remove"/>
                                        <p:tgtEl>
                                          <p:spTgt spid="232"/>
                                        </p:tgtEl>
                                        <p:attrNameLst>
                                          <p:attrName>fill.type</p:attrName>
                                        </p:attrNameLst>
                                      </p:cBhvr>
                                      <p:to>
                                        <p:strVal val="solid"/>
                                      </p:to>
                                    </p:set>
                                    <p:set>
                                      <p:cBhvr>
                                        <p:cTn id="859" dur="250" autoRev="1" fill="remove"/>
                                        <p:tgtEl>
                                          <p:spTgt spid="232"/>
                                        </p:tgtEl>
                                        <p:attrNameLst>
                                          <p:attrName>fill.on</p:attrName>
                                        </p:attrNameLst>
                                      </p:cBhvr>
                                      <p:to>
                                        <p:strVal val="true"/>
                                      </p:to>
                                    </p:set>
                                  </p:childTnLst>
                                </p:cTn>
                              </p:par>
                            </p:childTnLst>
                          </p:cTn>
                        </p:par>
                        <p:par>
                          <p:cTn id="860" fill="hold">
                            <p:stCondLst>
                              <p:cond delay="7000"/>
                            </p:stCondLst>
                            <p:childTnLst>
                              <p:par>
                                <p:cTn id="861" presetID="53" presetClass="entr" presetSubtype="16" fill="hold" grpId="0" nodeType="afterEffect">
                                  <p:stCondLst>
                                    <p:cond delay="0"/>
                                  </p:stCondLst>
                                  <p:childTnLst>
                                    <p:set>
                                      <p:cBhvr>
                                        <p:cTn id="862" dur="1" fill="hold">
                                          <p:stCondLst>
                                            <p:cond delay="0"/>
                                          </p:stCondLst>
                                        </p:cTn>
                                        <p:tgtEl>
                                          <p:spTgt spid="269"/>
                                        </p:tgtEl>
                                        <p:attrNameLst>
                                          <p:attrName>style.visibility</p:attrName>
                                        </p:attrNameLst>
                                      </p:cBhvr>
                                      <p:to>
                                        <p:strVal val="visible"/>
                                      </p:to>
                                    </p:set>
                                    <p:anim calcmode="lin" valueType="num">
                                      <p:cBhvr>
                                        <p:cTn id="863" dur="500" fill="hold"/>
                                        <p:tgtEl>
                                          <p:spTgt spid="269"/>
                                        </p:tgtEl>
                                        <p:attrNameLst>
                                          <p:attrName>ppt_w</p:attrName>
                                        </p:attrNameLst>
                                      </p:cBhvr>
                                      <p:tavLst>
                                        <p:tav tm="0">
                                          <p:val>
                                            <p:fltVal val="0"/>
                                          </p:val>
                                        </p:tav>
                                        <p:tav tm="100000">
                                          <p:val>
                                            <p:strVal val="#ppt_w"/>
                                          </p:val>
                                        </p:tav>
                                      </p:tavLst>
                                    </p:anim>
                                    <p:anim calcmode="lin" valueType="num">
                                      <p:cBhvr>
                                        <p:cTn id="864" dur="500" fill="hold"/>
                                        <p:tgtEl>
                                          <p:spTgt spid="269"/>
                                        </p:tgtEl>
                                        <p:attrNameLst>
                                          <p:attrName>ppt_h</p:attrName>
                                        </p:attrNameLst>
                                      </p:cBhvr>
                                      <p:tavLst>
                                        <p:tav tm="0">
                                          <p:val>
                                            <p:fltVal val="0"/>
                                          </p:val>
                                        </p:tav>
                                        <p:tav tm="100000">
                                          <p:val>
                                            <p:strVal val="#ppt_h"/>
                                          </p:val>
                                        </p:tav>
                                      </p:tavLst>
                                    </p:anim>
                                    <p:animEffect transition="in" filter="fade">
                                      <p:cBhvr>
                                        <p:cTn id="865" dur="500"/>
                                        <p:tgtEl>
                                          <p:spTgt spid="269"/>
                                        </p:tgtEl>
                                      </p:cBhvr>
                                    </p:animEffect>
                                  </p:childTnLst>
                                </p:cTn>
                              </p:par>
                            </p:childTnLst>
                          </p:cTn>
                        </p:par>
                        <p:par>
                          <p:cTn id="866" fill="hold">
                            <p:stCondLst>
                              <p:cond delay="7500"/>
                            </p:stCondLst>
                            <p:childTnLst>
                              <p:par>
                                <p:cTn id="867" presetID="10" presetClass="entr" presetSubtype="0" fill="hold" grpId="0" nodeType="afterEffect">
                                  <p:stCondLst>
                                    <p:cond delay="0"/>
                                  </p:stCondLst>
                                  <p:childTnLst>
                                    <p:set>
                                      <p:cBhvr>
                                        <p:cTn id="868" dur="1" fill="hold">
                                          <p:stCondLst>
                                            <p:cond delay="0"/>
                                          </p:stCondLst>
                                        </p:cTn>
                                        <p:tgtEl>
                                          <p:spTgt spid="270"/>
                                        </p:tgtEl>
                                        <p:attrNameLst>
                                          <p:attrName>style.visibility</p:attrName>
                                        </p:attrNameLst>
                                      </p:cBhvr>
                                      <p:to>
                                        <p:strVal val="visible"/>
                                      </p:to>
                                    </p:set>
                                    <p:animEffect transition="in" filter="fade">
                                      <p:cBhvr>
                                        <p:cTn id="869" dur="500"/>
                                        <p:tgtEl>
                                          <p:spTgt spid="270"/>
                                        </p:tgtEl>
                                      </p:cBhvr>
                                    </p:animEffect>
                                  </p:childTnLst>
                                </p:cTn>
                              </p:par>
                            </p:childTnLst>
                          </p:cTn>
                        </p:par>
                        <p:par>
                          <p:cTn id="870" fill="hold">
                            <p:stCondLst>
                              <p:cond delay="8000"/>
                            </p:stCondLst>
                            <p:childTnLst>
                              <p:par>
                                <p:cTn id="871" presetID="63" presetClass="path" presetSubtype="0" accel="50000" decel="50000" fill="hold" grpId="1" nodeType="afterEffect">
                                  <p:stCondLst>
                                    <p:cond delay="0"/>
                                  </p:stCondLst>
                                  <p:childTnLst>
                                    <p:animMotion origin="layout" path="M -8.33333E-7 3.7037E-7 L 0.2875 -0.18426 " pathEditMode="relative" rAng="0" ptsTypes="AA">
                                      <p:cBhvr>
                                        <p:cTn id="872" dur="1000" fill="hold"/>
                                        <p:tgtEl>
                                          <p:spTgt spid="270"/>
                                        </p:tgtEl>
                                        <p:attrNameLst>
                                          <p:attrName>ppt_x</p:attrName>
                                          <p:attrName>ppt_y</p:attrName>
                                        </p:attrNameLst>
                                      </p:cBhvr>
                                      <p:rCtr x="14375" y="-9213"/>
                                    </p:animMotion>
                                  </p:childTnLst>
                                </p:cTn>
                              </p:par>
                              <p:par>
                                <p:cTn id="873" presetID="10" presetClass="exit" presetSubtype="0" fill="hold" grpId="3" nodeType="withEffect">
                                  <p:stCondLst>
                                    <p:cond delay="500"/>
                                  </p:stCondLst>
                                  <p:childTnLst>
                                    <p:animEffect transition="out" filter="fade">
                                      <p:cBhvr>
                                        <p:cTn id="874" dur="500"/>
                                        <p:tgtEl>
                                          <p:spTgt spid="256"/>
                                        </p:tgtEl>
                                      </p:cBhvr>
                                    </p:animEffect>
                                    <p:set>
                                      <p:cBhvr>
                                        <p:cTn id="875" dur="1" fill="hold">
                                          <p:stCondLst>
                                            <p:cond delay="499"/>
                                          </p:stCondLst>
                                        </p:cTn>
                                        <p:tgtEl>
                                          <p:spTgt spid="256"/>
                                        </p:tgtEl>
                                        <p:attrNameLst>
                                          <p:attrName>style.visibility</p:attrName>
                                        </p:attrNameLst>
                                      </p:cBhvr>
                                      <p:to>
                                        <p:strVal val="hidden"/>
                                      </p:to>
                                    </p:set>
                                  </p:childTnLst>
                                </p:cTn>
                              </p:par>
                            </p:childTnLst>
                          </p:cTn>
                        </p:par>
                        <p:par>
                          <p:cTn id="876" fill="hold">
                            <p:stCondLst>
                              <p:cond delay="9000"/>
                            </p:stCondLst>
                            <p:childTnLst>
                              <p:par>
                                <p:cTn id="877" presetID="27" presetClass="emph" presetSubtype="0" fill="remove" grpId="4" nodeType="afterEffect">
                                  <p:stCondLst>
                                    <p:cond delay="0"/>
                                  </p:stCondLst>
                                  <p:childTnLst>
                                    <p:animClr clrSpc="rgb" dir="cw">
                                      <p:cBhvr override="childStyle">
                                        <p:cTn id="878" dur="250" autoRev="1" fill="remove"/>
                                        <p:tgtEl>
                                          <p:spTgt spid="235"/>
                                        </p:tgtEl>
                                        <p:attrNameLst>
                                          <p:attrName>style.color</p:attrName>
                                        </p:attrNameLst>
                                      </p:cBhvr>
                                      <p:to>
                                        <a:srgbClr val="DEEBF6"/>
                                      </p:to>
                                    </p:animClr>
                                    <p:animClr clrSpc="rgb" dir="cw">
                                      <p:cBhvr>
                                        <p:cTn id="879" dur="250" autoRev="1" fill="remove"/>
                                        <p:tgtEl>
                                          <p:spTgt spid="235"/>
                                        </p:tgtEl>
                                        <p:attrNameLst>
                                          <p:attrName>fillcolor</p:attrName>
                                        </p:attrNameLst>
                                      </p:cBhvr>
                                      <p:to>
                                        <a:srgbClr val="DEEBF6"/>
                                      </p:to>
                                    </p:animClr>
                                    <p:set>
                                      <p:cBhvr>
                                        <p:cTn id="880" dur="250" autoRev="1" fill="remove"/>
                                        <p:tgtEl>
                                          <p:spTgt spid="235"/>
                                        </p:tgtEl>
                                        <p:attrNameLst>
                                          <p:attrName>fill.type</p:attrName>
                                        </p:attrNameLst>
                                      </p:cBhvr>
                                      <p:to>
                                        <p:strVal val="solid"/>
                                      </p:to>
                                    </p:set>
                                    <p:set>
                                      <p:cBhvr>
                                        <p:cTn id="881" dur="250" autoRev="1" fill="remove"/>
                                        <p:tgtEl>
                                          <p:spTgt spid="235"/>
                                        </p:tgtEl>
                                        <p:attrNameLst>
                                          <p:attrName>fill.on</p:attrName>
                                        </p:attrNameLst>
                                      </p:cBhvr>
                                      <p:to>
                                        <p:strVal val="true"/>
                                      </p:to>
                                    </p:set>
                                  </p:childTnLst>
                                </p:cTn>
                              </p:par>
                            </p:childTnLst>
                          </p:cTn>
                        </p:par>
                      </p:childTnLst>
                    </p:cTn>
                  </p:par>
                  <p:par>
                    <p:cTn id="882" fill="hold">
                      <p:stCondLst>
                        <p:cond delay="indefinite"/>
                      </p:stCondLst>
                      <p:childTnLst>
                        <p:par>
                          <p:cTn id="883" fill="hold">
                            <p:stCondLst>
                              <p:cond delay="0"/>
                            </p:stCondLst>
                            <p:childTnLst>
                              <p:par>
                                <p:cTn id="884" presetID="42" presetClass="path" presetSubtype="0" accel="50000" decel="50000" fill="hold" grpId="1" nodeType="clickEffect">
                                  <p:stCondLst>
                                    <p:cond delay="0"/>
                                  </p:stCondLst>
                                  <p:childTnLst>
                                    <p:animMotion origin="layout" path="M -2.08333E-6 4.07407E-6 L -0.23607 0.18333 " pathEditMode="relative" rAng="0" ptsTypes="AA">
                                      <p:cBhvr>
                                        <p:cTn id="885" dur="1500" fill="hold"/>
                                        <p:tgtEl>
                                          <p:spTgt spid="269"/>
                                        </p:tgtEl>
                                        <p:attrNameLst>
                                          <p:attrName>ppt_x</p:attrName>
                                          <p:attrName>ppt_y</p:attrName>
                                        </p:attrNameLst>
                                      </p:cBhvr>
                                      <p:rCtr x="-11810" y="9167"/>
                                    </p:animMotion>
                                  </p:childTnLst>
                                </p:cTn>
                              </p:par>
                              <p:par>
                                <p:cTn id="886" presetID="10" presetClass="exit" presetSubtype="0" fill="hold" grpId="1" nodeType="withEffect">
                                  <p:stCondLst>
                                    <p:cond delay="0"/>
                                  </p:stCondLst>
                                  <p:childTnLst>
                                    <p:animEffect transition="out" filter="fade">
                                      <p:cBhvr>
                                        <p:cTn id="887" dur="500"/>
                                        <p:tgtEl>
                                          <p:spTgt spid="254"/>
                                        </p:tgtEl>
                                      </p:cBhvr>
                                    </p:animEffect>
                                    <p:set>
                                      <p:cBhvr>
                                        <p:cTn id="888" dur="1" fill="hold">
                                          <p:stCondLst>
                                            <p:cond delay="499"/>
                                          </p:stCondLst>
                                        </p:cTn>
                                        <p:tgtEl>
                                          <p:spTgt spid="254"/>
                                        </p:tgtEl>
                                        <p:attrNameLst>
                                          <p:attrName>style.visibility</p:attrName>
                                        </p:attrNameLst>
                                      </p:cBhvr>
                                      <p:to>
                                        <p:strVal val="hidden"/>
                                      </p:to>
                                    </p:set>
                                  </p:childTnLst>
                                </p:cTn>
                              </p:par>
                            </p:childTnLst>
                          </p:cTn>
                        </p:par>
                        <p:par>
                          <p:cTn id="889" fill="hold">
                            <p:stCondLst>
                              <p:cond delay="1500"/>
                            </p:stCondLst>
                            <p:childTnLst>
                              <p:par>
                                <p:cTn id="890" presetID="22" presetClass="exit" presetSubtype="4" fill="hold" nodeType="afterEffect">
                                  <p:stCondLst>
                                    <p:cond delay="0"/>
                                  </p:stCondLst>
                                  <p:childTnLst>
                                    <p:animEffect transition="out" filter="wipe(down)">
                                      <p:cBhvr>
                                        <p:cTn id="891" dur="500"/>
                                        <p:tgtEl>
                                          <p:spTgt spid="213"/>
                                        </p:tgtEl>
                                      </p:cBhvr>
                                    </p:animEffect>
                                    <p:set>
                                      <p:cBhvr>
                                        <p:cTn id="892" dur="1" fill="hold">
                                          <p:stCondLst>
                                            <p:cond delay="499"/>
                                          </p:stCondLst>
                                        </p:cTn>
                                        <p:tgtEl>
                                          <p:spTgt spid="213"/>
                                        </p:tgtEl>
                                        <p:attrNameLst>
                                          <p:attrName>style.visibility</p:attrName>
                                        </p:attrNameLst>
                                      </p:cBhvr>
                                      <p:to>
                                        <p:strVal val="hidden"/>
                                      </p:to>
                                    </p:set>
                                  </p:childTnLst>
                                </p:cTn>
                              </p:par>
                            </p:childTnLst>
                          </p:cTn>
                        </p:par>
                        <p:par>
                          <p:cTn id="893" fill="hold">
                            <p:stCondLst>
                              <p:cond delay="2000"/>
                            </p:stCondLst>
                            <p:childTnLst>
                              <p:par>
                                <p:cTn id="894" presetID="7" presetClass="emph" presetSubtype="2" fill="hold" nodeType="afterEffect">
                                  <p:stCondLst>
                                    <p:cond delay="0"/>
                                  </p:stCondLst>
                                  <p:childTnLst>
                                    <p:animClr clrSpc="rgb" dir="cw">
                                      <p:cBhvr>
                                        <p:cTn id="895" dur="1000" fill="hold"/>
                                        <p:tgtEl>
                                          <p:spTgt spid="111"/>
                                        </p:tgtEl>
                                        <p:attrNameLst>
                                          <p:attrName>stroke.color</p:attrName>
                                        </p:attrNameLst>
                                      </p:cBhvr>
                                      <p:to>
                                        <a:srgbClr val="F2F2F2"/>
                                      </p:to>
                                    </p:animClr>
                                    <p:set>
                                      <p:cBhvr>
                                        <p:cTn id="896" dur="1000" fill="hold"/>
                                        <p:tgtEl>
                                          <p:spTgt spid="111"/>
                                        </p:tgtEl>
                                        <p:attrNameLst>
                                          <p:attrName>stroke.on</p:attrName>
                                        </p:attrNameLst>
                                      </p:cBhvr>
                                      <p:to>
                                        <p:strVal val="true"/>
                                      </p:to>
                                    </p:set>
                                  </p:childTnLst>
                                </p:cTn>
                              </p:par>
                              <p:par>
                                <p:cTn id="897" presetID="7" presetClass="emph" presetSubtype="2" fill="hold" nodeType="withEffect">
                                  <p:stCondLst>
                                    <p:cond delay="0"/>
                                  </p:stCondLst>
                                  <p:childTnLst>
                                    <p:animClr clrSpc="rgb" dir="cw">
                                      <p:cBhvr>
                                        <p:cTn id="898" dur="1000" fill="hold"/>
                                        <p:tgtEl>
                                          <p:spTgt spid="106"/>
                                        </p:tgtEl>
                                        <p:attrNameLst>
                                          <p:attrName>stroke.color</p:attrName>
                                        </p:attrNameLst>
                                      </p:cBhvr>
                                      <p:to>
                                        <a:schemeClr val="accent2"/>
                                      </p:to>
                                    </p:animClr>
                                    <p:set>
                                      <p:cBhvr>
                                        <p:cTn id="899" dur="1000" fill="hold"/>
                                        <p:tgtEl>
                                          <p:spTgt spid="106"/>
                                        </p:tgtEl>
                                        <p:attrNameLst>
                                          <p:attrName>stroke.on</p:attrName>
                                        </p:attrNameLst>
                                      </p:cBhvr>
                                      <p:to>
                                        <p:strVal val="true"/>
                                      </p:to>
                                    </p:set>
                                  </p:childTnLst>
                                </p:cTn>
                              </p:par>
                            </p:childTnLst>
                          </p:cTn>
                        </p:par>
                        <p:par>
                          <p:cTn id="900" fill="hold">
                            <p:stCondLst>
                              <p:cond delay="3000"/>
                            </p:stCondLst>
                            <p:childTnLst>
                              <p:par>
                                <p:cTn id="901" presetID="32" presetClass="emph" presetSubtype="0" fill="hold" nodeType="afterEffect">
                                  <p:stCondLst>
                                    <p:cond delay="0"/>
                                  </p:stCondLst>
                                  <p:childTnLst>
                                    <p:animRot by="120000">
                                      <p:cBhvr>
                                        <p:cTn id="902" dur="150" fill="hold">
                                          <p:stCondLst>
                                            <p:cond delay="0"/>
                                          </p:stCondLst>
                                        </p:cTn>
                                        <p:tgtEl>
                                          <p:spTgt spid="106"/>
                                        </p:tgtEl>
                                        <p:attrNameLst>
                                          <p:attrName>r</p:attrName>
                                        </p:attrNameLst>
                                      </p:cBhvr>
                                    </p:animRot>
                                    <p:animRot by="-240000">
                                      <p:cBhvr>
                                        <p:cTn id="903" dur="300" fill="hold">
                                          <p:stCondLst>
                                            <p:cond delay="300"/>
                                          </p:stCondLst>
                                        </p:cTn>
                                        <p:tgtEl>
                                          <p:spTgt spid="106"/>
                                        </p:tgtEl>
                                        <p:attrNameLst>
                                          <p:attrName>r</p:attrName>
                                        </p:attrNameLst>
                                      </p:cBhvr>
                                    </p:animRot>
                                    <p:animRot by="240000">
                                      <p:cBhvr>
                                        <p:cTn id="904" dur="300" fill="hold">
                                          <p:stCondLst>
                                            <p:cond delay="600"/>
                                          </p:stCondLst>
                                        </p:cTn>
                                        <p:tgtEl>
                                          <p:spTgt spid="106"/>
                                        </p:tgtEl>
                                        <p:attrNameLst>
                                          <p:attrName>r</p:attrName>
                                        </p:attrNameLst>
                                      </p:cBhvr>
                                    </p:animRot>
                                    <p:animRot by="-240000">
                                      <p:cBhvr>
                                        <p:cTn id="905" dur="300" fill="hold">
                                          <p:stCondLst>
                                            <p:cond delay="900"/>
                                          </p:stCondLst>
                                        </p:cTn>
                                        <p:tgtEl>
                                          <p:spTgt spid="106"/>
                                        </p:tgtEl>
                                        <p:attrNameLst>
                                          <p:attrName>r</p:attrName>
                                        </p:attrNameLst>
                                      </p:cBhvr>
                                    </p:animRot>
                                    <p:animRot by="120000">
                                      <p:cBhvr>
                                        <p:cTn id="906" dur="300" fill="hold">
                                          <p:stCondLst>
                                            <p:cond delay="1200"/>
                                          </p:stCondLst>
                                        </p:cTn>
                                        <p:tgtEl>
                                          <p:spTgt spid="106"/>
                                        </p:tgtEl>
                                        <p:attrNameLst>
                                          <p:attrName>r</p:attrName>
                                        </p:attrNameLst>
                                      </p:cBhvr>
                                    </p:animRot>
                                  </p:childTnLst>
                                </p:cTn>
                              </p:par>
                            </p:childTnLst>
                          </p:cTn>
                        </p:par>
                      </p:childTnLst>
                    </p:cTn>
                  </p:par>
                  <p:par>
                    <p:cTn id="907" fill="hold">
                      <p:stCondLst>
                        <p:cond delay="indefinite"/>
                      </p:stCondLst>
                      <p:childTnLst>
                        <p:par>
                          <p:cTn id="908" fill="hold">
                            <p:stCondLst>
                              <p:cond delay="0"/>
                            </p:stCondLst>
                            <p:childTnLst>
                              <p:par>
                                <p:cTn id="909" presetID="64" presetClass="path" presetSubtype="0" accel="50000" decel="50000" fill="hold" grpId="7" nodeType="clickEffect">
                                  <p:stCondLst>
                                    <p:cond delay="0"/>
                                  </p:stCondLst>
                                  <p:childTnLst>
                                    <p:animMotion origin="layout" path="M -0.24662 0.05347 L -0.26328 -0.3463 " pathEditMode="relative" rAng="0" ptsTypes="AA">
                                      <p:cBhvr>
                                        <p:cTn id="910" dur="1500" fill="hold"/>
                                        <p:tgtEl>
                                          <p:spTgt spid="109"/>
                                        </p:tgtEl>
                                        <p:attrNameLst>
                                          <p:attrName>ppt_x</p:attrName>
                                          <p:attrName>ppt_y</p:attrName>
                                        </p:attrNameLst>
                                      </p:cBhvr>
                                      <p:rCtr x="-859" y="-19977"/>
                                    </p:animMotion>
                                  </p:childTnLst>
                                </p:cTn>
                              </p:par>
                              <p:par>
                                <p:cTn id="911" presetID="10" presetClass="exit" presetSubtype="0" fill="hold" grpId="8" nodeType="withEffect">
                                  <p:stCondLst>
                                    <p:cond delay="500"/>
                                  </p:stCondLst>
                                  <p:childTnLst>
                                    <p:animEffect transition="out" filter="fade">
                                      <p:cBhvr>
                                        <p:cTn id="912" dur="750"/>
                                        <p:tgtEl>
                                          <p:spTgt spid="114"/>
                                        </p:tgtEl>
                                      </p:cBhvr>
                                    </p:animEffect>
                                    <p:set>
                                      <p:cBhvr>
                                        <p:cTn id="913" dur="1" fill="hold">
                                          <p:stCondLst>
                                            <p:cond delay="749"/>
                                          </p:stCondLst>
                                        </p:cTn>
                                        <p:tgtEl>
                                          <p:spTgt spid="114"/>
                                        </p:tgtEl>
                                        <p:attrNameLst>
                                          <p:attrName>style.visibility</p:attrName>
                                        </p:attrNameLst>
                                      </p:cBhvr>
                                      <p:to>
                                        <p:strVal val="hidden"/>
                                      </p:to>
                                    </p:set>
                                  </p:childTnLst>
                                </p:cTn>
                              </p:par>
                            </p:childTnLst>
                          </p:cTn>
                        </p:par>
                        <p:par>
                          <p:cTn id="914" fill="hold">
                            <p:stCondLst>
                              <p:cond delay="1500"/>
                            </p:stCondLst>
                            <p:childTnLst>
                              <p:par>
                                <p:cTn id="915" presetID="7" presetClass="emph" presetSubtype="2" fill="hold" nodeType="afterEffect">
                                  <p:stCondLst>
                                    <p:cond delay="0"/>
                                  </p:stCondLst>
                                  <p:childTnLst>
                                    <p:animClr clrSpc="rgb" dir="cw">
                                      <p:cBhvr>
                                        <p:cTn id="916" dur="1000" fill="hold"/>
                                        <p:tgtEl>
                                          <p:spTgt spid="106"/>
                                        </p:tgtEl>
                                        <p:attrNameLst>
                                          <p:attrName>stroke.color</p:attrName>
                                        </p:attrNameLst>
                                      </p:cBhvr>
                                      <p:to>
                                        <a:srgbClr val="F2F2F2"/>
                                      </p:to>
                                    </p:animClr>
                                    <p:set>
                                      <p:cBhvr>
                                        <p:cTn id="917" dur="1000" fill="hold"/>
                                        <p:tgtEl>
                                          <p:spTgt spid="106"/>
                                        </p:tgtEl>
                                        <p:attrNameLst>
                                          <p:attrName>stroke.on</p:attrName>
                                        </p:attrNameLst>
                                      </p:cBhvr>
                                      <p:to>
                                        <p:strVal val="true"/>
                                      </p:to>
                                    </p:set>
                                  </p:childTnLst>
                                </p:cTn>
                              </p:par>
                              <p:par>
                                <p:cTn id="918" presetID="7" presetClass="emph" presetSubtype="2" fill="hold" nodeType="withEffect">
                                  <p:stCondLst>
                                    <p:cond delay="0"/>
                                  </p:stCondLst>
                                  <p:childTnLst>
                                    <p:animClr clrSpc="rgb" dir="cw">
                                      <p:cBhvr>
                                        <p:cTn id="919" dur="1000" fill="hold"/>
                                        <p:tgtEl>
                                          <p:spTgt spid="107"/>
                                        </p:tgtEl>
                                        <p:attrNameLst>
                                          <p:attrName>stroke.color</p:attrName>
                                        </p:attrNameLst>
                                      </p:cBhvr>
                                      <p:to>
                                        <a:schemeClr val="accent2"/>
                                      </p:to>
                                    </p:animClr>
                                    <p:set>
                                      <p:cBhvr>
                                        <p:cTn id="920" dur="1000" fill="hold"/>
                                        <p:tgtEl>
                                          <p:spTgt spid="107"/>
                                        </p:tgtEl>
                                        <p:attrNameLst>
                                          <p:attrName>stroke.on</p:attrName>
                                        </p:attrNameLst>
                                      </p:cBhvr>
                                      <p:to>
                                        <p:strVal val="true"/>
                                      </p:to>
                                    </p:set>
                                  </p:childTnLst>
                                </p:cTn>
                              </p:par>
                            </p:childTnLst>
                          </p:cTn>
                        </p:par>
                        <p:par>
                          <p:cTn id="921" fill="hold">
                            <p:stCondLst>
                              <p:cond delay="2500"/>
                            </p:stCondLst>
                            <p:childTnLst>
                              <p:par>
                                <p:cTn id="922" presetID="32" presetClass="emph" presetSubtype="0" fill="hold" nodeType="afterEffect">
                                  <p:stCondLst>
                                    <p:cond delay="0"/>
                                  </p:stCondLst>
                                  <p:childTnLst>
                                    <p:animRot by="120000">
                                      <p:cBhvr>
                                        <p:cTn id="923" dur="150" fill="hold">
                                          <p:stCondLst>
                                            <p:cond delay="0"/>
                                          </p:stCondLst>
                                        </p:cTn>
                                        <p:tgtEl>
                                          <p:spTgt spid="107"/>
                                        </p:tgtEl>
                                        <p:attrNameLst>
                                          <p:attrName>r</p:attrName>
                                        </p:attrNameLst>
                                      </p:cBhvr>
                                    </p:animRot>
                                    <p:animRot by="-240000">
                                      <p:cBhvr>
                                        <p:cTn id="924" dur="300" fill="hold">
                                          <p:stCondLst>
                                            <p:cond delay="300"/>
                                          </p:stCondLst>
                                        </p:cTn>
                                        <p:tgtEl>
                                          <p:spTgt spid="107"/>
                                        </p:tgtEl>
                                        <p:attrNameLst>
                                          <p:attrName>r</p:attrName>
                                        </p:attrNameLst>
                                      </p:cBhvr>
                                    </p:animRot>
                                    <p:animRot by="240000">
                                      <p:cBhvr>
                                        <p:cTn id="925" dur="300" fill="hold">
                                          <p:stCondLst>
                                            <p:cond delay="600"/>
                                          </p:stCondLst>
                                        </p:cTn>
                                        <p:tgtEl>
                                          <p:spTgt spid="107"/>
                                        </p:tgtEl>
                                        <p:attrNameLst>
                                          <p:attrName>r</p:attrName>
                                        </p:attrNameLst>
                                      </p:cBhvr>
                                    </p:animRot>
                                    <p:animRot by="-240000">
                                      <p:cBhvr>
                                        <p:cTn id="926" dur="300" fill="hold">
                                          <p:stCondLst>
                                            <p:cond delay="900"/>
                                          </p:stCondLst>
                                        </p:cTn>
                                        <p:tgtEl>
                                          <p:spTgt spid="107"/>
                                        </p:tgtEl>
                                        <p:attrNameLst>
                                          <p:attrName>r</p:attrName>
                                        </p:attrNameLst>
                                      </p:cBhvr>
                                    </p:animRot>
                                    <p:animRot by="120000">
                                      <p:cBhvr>
                                        <p:cTn id="927" dur="300" fill="hold">
                                          <p:stCondLst>
                                            <p:cond delay="1200"/>
                                          </p:stCondLst>
                                        </p:cTn>
                                        <p:tgtEl>
                                          <p:spTgt spid="107"/>
                                        </p:tgtEl>
                                        <p:attrNameLst>
                                          <p:attrName>r</p:attrName>
                                        </p:attrNameLst>
                                      </p:cBhvr>
                                    </p:animRot>
                                  </p:childTnLst>
                                </p:cTn>
                              </p:par>
                            </p:childTnLst>
                          </p:cTn>
                        </p:par>
                      </p:childTnLst>
                    </p:cTn>
                  </p:par>
                  <p:par>
                    <p:cTn id="928" fill="hold">
                      <p:stCondLst>
                        <p:cond delay="indefinite"/>
                      </p:stCondLst>
                      <p:childTnLst>
                        <p:par>
                          <p:cTn id="929" fill="hold">
                            <p:stCondLst>
                              <p:cond delay="0"/>
                            </p:stCondLst>
                            <p:childTnLst>
                              <p:par>
                                <p:cTn id="930" presetID="1" presetClass="entr" presetSubtype="0" fill="hold" grpId="0" nodeType="clickEffect">
                                  <p:stCondLst>
                                    <p:cond delay="0"/>
                                  </p:stCondLst>
                                  <p:childTnLst>
                                    <p:set>
                                      <p:cBhvr>
                                        <p:cTn id="931" dur="1" fill="hold">
                                          <p:stCondLst>
                                            <p:cond delay="0"/>
                                          </p:stCondLst>
                                        </p:cTn>
                                        <p:tgtEl>
                                          <p:spTgt spid="50"/>
                                        </p:tgtEl>
                                        <p:attrNameLst>
                                          <p:attrName>style.visibility</p:attrName>
                                        </p:attrNameLst>
                                      </p:cBhvr>
                                      <p:to>
                                        <p:strVal val="visible"/>
                                      </p:to>
                                    </p:set>
                                  </p:childTnLst>
                                </p:cTn>
                              </p:par>
                            </p:childTnLst>
                          </p:cTn>
                        </p:par>
                        <p:par>
                          <p:cTn id="932" fill="hold">
                            <p:stCondLst>
                              <p:cond delay="0"/>
                            </p:stCondLst>
                            <p:childTnLst>
                              <p:par>
                                <p:cTn id="933" presetID="42" presetClass="path" presetSubtype="0" accel="50000" decel="50000" fill="hold" grpId="1" nodeType="afterEffect">
                                  <p:stCondLst>
                                    <p:cond delay="0"/>
                                  </p:stCondLst>
                                  <p:childTnLst>
                                    <p:animMotion origin="layout" path="M -3.95833E-6 -3.33333E-6 L -0.00078 0.18959 " pathEditMode="relative" rAng="0" ptsTypes="AA">
                                      <p:cBhvr>
                                        <p:cTn id="934" dur="1250" fill="hold"/>
                                        <p:tgtEl>
                                          <p:spTgt spid="50"/>
                                        </p:tgtEl>
                                        <p:attrNameLst>
                                          <p:attrName>ppt_x</p:attrName>
                                          <p:attrName>ppt_y</p:attrName>
                                        </p:attrNameLst>
                                      </p:cBhvr>
                                      <p:rCtr x="-39" y="9468"/>
                                    </p:animMotion>
                                  </p:childTnLst>
                                </p:cTn>
                              </p:par>
                            </p:childTnLst>
                          </p:cTn>
                        </p:par>
                        <p:par>
                          <p:cTn id="935" fill="hold">
                            <p:stCondLst>
                              <p:cond delay="1250"/>
                            </p:stCondLst>
                            <p:childTnLst>
                              <p:par>
                                <p:cTn id="936" presetID="7" presetClass="emph" presetSubtype="2" fill="hold" nodeType="afterEffect">
                                  <p:stCondLst>
                                    <p:cond delay="0"/>
                                  </p:stCondLst>
                                  <p:childTnLst>
                                    <p:animClr clrSpc="rgb" dir="cw">
                                      <p:cBhvr>
                                        <p:cTn id="937" dur="1000" fill="hold"/>
                                        <p:tgtEl>
                                          <p:spTgt spid="107"/>
                                        </p:tgtEl>
                                        <p:attrNameLst>
                                          <p:attrName>stroke.color</p:attrName>
                                        </p:attrNameLst>
                                      </p:cBhvr>
                                      <p:to>
                                        <a:srgbClr val="F2F2F2"/>
                                      </p:to>
                                    </p:animClr>
                                    <p:set>
                                      <p:cBhvr>
                                        <p:cTn id="938" dur="1000" fill="hold"/>
                                        <p:tgtEl>
                                          <p:spTgt spid="107"/>
                                        </p:tgtEl>
                                        <p:attrNameLst>
                                          <p:attrName>stroke.on</p:attrName>
                                        </p:attrNameLst>
                                      </p:cBhvr>
                                      <p:to>
                                        <p:strVal val="true"/>
                                      </p:to>
                                    </p:set>
                                  </p:childTnLst>
                                </p:cTn>
                              </p:par>
                              <p:par>
                                <p:cTn id="939" presetID="7" presetClass="emph" presetSubtype="2" fill="hold" nodeType="withEffect">
                                  <p:stCondLst>
                                    <p:cond delay="0"/>
                                  </p:stCondLst>
                                  <p:childTnLst>
                                    <p:animClr clrSpc="rgb" dir="cw">
                                      <p:cBhvr>
                                        <p:cTn id="940" dur="1000" fill="hold"/>
                                        <p:tgtEl>
                                          <p:spTgt spid="111"/>
                                        </p:tgtEl>
                                        <p:attrNameLst>
                                          <p:attrName>stroke.color</p:attrName>
                                        </p:attrNameLst>
                                      </p:cBhvr>
                                      <p:to>
                                        <a:schemeClr val="accent2"/>
                                      </p:to>
                                    </p:animClr>
                                    <p:set>
                                      <p:cBhvr>
                                        <p:cTn id="941" dur="1000" fill="hold"/>
                                        <p:tgtEl>
                                          <p:spTgt spid="111"/>
                                        </p:tgtEl>
                                        <p:attrNameLst>
                                          <p:attrName>stroke.on</p:attrName>
                                        </p:attrNameLst>
                                      </p:cBhvr>
                                      <p:to>
                                        <p:strVal val="true"/>
                                      </p:to>
                                    </p:set>
                                  </p:childTnLst>
                                </p:cTn>
                              </p:par>
                            </p:childTnLst>
                          </p:cTn>
                        </p:par>
                        <p:par>
                          <p:cTn id="942" fill="hold">
                            <p:stCondLst>
                              <p:cond delay="2250"/>
                            </p:stCondLst>
                            <p:childTnLst>
                              <p:par>
                                <p:cTn id="943" presetID="32" presetClass="emph" presetSubtype="0" fill="hold" nodeType="afterEffect">
                                  <p:stCondLst>
                                    <p:cond delay="0"/>
                                  </p:stCondLst>
                                  <p:childTnLst>
                                    <p:animRot by="120000">
                                      <p:cBhvr>
                                        <p:cTn id="944" dur="150" fill="hold">
                                          <p:stCondLst>
                                            <p:cond delay="0"/>
                                          </p:stCondLst>
                                        </p:cTn>
                                        <p:tgtEl>
                                          <p:spTgt spid="111"/>
                                        </p:tgtEl>
                                        <p:attrNameLst>
                                          <p:attrName>r</p:attrName>
                                        </p:attrNameLst>
                                      </p:cBhvr>
                                    </p:animRot>
                                    <p:animRot by="-240000">
                                      <p:cBhvr>
                                        <p:cTn id="945" dur="300" fill="hold">
                                          <p:stCondLst>
                                            <p:cond delay="300"/>
                                          </p:stCondLst>
                                        </p:cTn>
                                        <p:tgtEl>
                                          <p:spTgt spid="111"/>
                                        </p:tgtEl>
                                        <p:attrNameLst>
                                          <p:attrName>r</p:attrName>
                                        </p:attrNameLst>
                                      </p:cBhvr>
                                    </p:animRot>
                                    <p:animRot by="240000">
                                      <p:cBhvr>
                                        <p:cTn id="946" dur="300" fill="hold">
                                          <p:stCondLst>
                                            <p:cond delay="600"/>
                                          </p:stCondLst>
                                        </p:cTn>
                                        <p:tgtEl>
                                          <p:spTgt spid="111"/>
                                        </p:tgtEl>
                                        <p:attrNameLst>
                                          <p:attrName>r</p:attrName>
                                        </p:attrNameLst>
                                      </p:cBhvr>
                                    </p:animRot>
                                    <p:animRot by="-240000">
                                      <p:cBhvr>
                                        <p:cTn id="947" dur="300" fill="hold">
                                          <p:stCondLst>
                                            <p:cond delay="900"/>
                                          </p:stCondLst>
                                        </p:cTn>
                                        <p:tgtEl>
                                          <p:spTgt spid="111"/>
                                        </p:tgtEl>
                                        <p:attrNameLst>
                                          <p:attrName>r</p:attrName>
                                        </p:attrNameLst>
                                      </p:cBhvr>
                                    </p:animRot>
                                    <p:animRot by="120000">
                                      <p:cBhvr>
                                        <p:cTn id="948" dur="300" fill="hold">
                                          <p:stCondLst>
                                            <p:cond delay="1200"/>
                                          </p:stCondLst>
                                        </p:cTn>
                                        <p:tgtEl>
                                          <p:spTgt spid="111"/>
                                        </p:tgtEl>
                                        <p:attrNameLst>
                                          <p:attrName>r</p:attrName>
                                        </p:attrNameLst>
                                      </p:cBhvr>
                                    </p:animRot>
                                  </p:childTnLst>
                                </p:cTn>
                              </p:par>
                            </p:childTnLst>
                          </p:cTn>
                        </p:par>
                      </p:childTnLst>
                    </p:cTn>
                  </p:par>
                  <p:par>
                    <p:cTn id="949" fill="hold">
                      <p:stCondLst>
                        <p:cond delay="indefinite"/>
                      </p:stCondLst>
                      <p:childTnLst>
                        <p:par>
                          <p:cTn id="950" fill="hold">
                            <p:stCondLst>
                              <p:cond delay="0"/>
                            </p:stCondLst>
                            <p:childTnLst>
                              <p:par>
                                <p:cTn id="951" presetID="22" presetClass="entr" presetSubtype="1" fill="hold" nodeType="clickEffect">
                                  <p:stCondLst>
                                    <p:cond delay="0"/>
                                  </p:stCondLst>
                                  <p:childTnLst>
                                    <p:set>
                                      <p:cBhvr>
                                        <p:cTn id="952" dur="1" fill="hold">
                                          <p:stCondLst>
                                            <p:cond delay="0"/>
                                          </p:stCondLst>
                                        </p:cTn>
                                        <p:tgtEl>
                                          <p:spTgt spid="210"/>
                                        </p:tgtEl>
                                        <p:attrNameLst>
                                          <p:attrName>style.visibility</p:attrName>
                                        </p:attrNameLst>
                                      </p:cBhvr>
                                      <p:to>
                                        <p:strVal val="visible"/>
                                      </p:to>
                                    </p:set>
                                    <p:animEffect transition="in" filter="wipe(up)">
                                      <p:cBhvr>
                                        <p:cTn id="953" dur="500"/>
                                        <p:tgtEl>
                                          <p:spTgt spid="210"/>
                                        </p:tgtEl>
                                      </p:cBhvr>
                                    </p:animEffect>
                                  </p:childTnLst>
                                </p:cTn>
                              </p:par>
                            </p:childTnLst>
                          </p:cTn>
                        </p:par>
                        <p:par>
                          <p:cTn id="954" fill="hold">
                            <p:stCondLst>
                              <p:cond delay="500"/>
                            </p:stCondLst>
                            <p:childTnLst>
                              <p:par>
                                <p:cTn id="955" presetID="63" presetClass="path" presetSubtype="0" accel="50000" decel="50000" fill="hold" nodeType="afterEffect">
                                  <p:stCondLst>
                                    <p:cond delay="0"/>
                                  </p:stCondLst>
                                  <p:childTnLst>
                                    <p:animMotion origin="layout" path="M 0.05039 -0.00092 L 0.06953 -0.00092 " pathEditMode="relative" rAng="0" ptsTypes="AA">
                                      <p:cBhvr>
                                        <p:cTn id="956" dur="500" fill="hold"/>
                                        <p:tgtEl>
                                          <p:spTgt spid="240"/>
                                        </p:tgtEl>
                                        <p:attrNameLst>
                                          <p:attrName>ppt_x</p:attrName>
                                          <p:attrName>ppt_y</p:attrName>
                                        </p:attrNameLst>
                                      </p:cBhvr>
                                      <p:rCtr x="951" y="0"/>
                                    </p:animMotion>
                                  </p:childTnLst>
                                </p:cTn>
                              </p:par>
                            </p:childTnLst>
                          </p:cTn>
                        </p:par>
                        <p:par>
                          <p:cTn id="957" fill="hold">
                            <p:stCondLst>
                              <p:cond delay="1000"/>
                            </p:stCondLst>
                            <p:childTnLst>
                              <p:par>
                                <p:cTn id="958" presetID="6" presetClass="emph" presetSubtype="0" fill="hold" grpId="2" nodeType="afterEffect">
                                  <p:stCondLst>
                                    <p:cond delay="0"/>
                                  </p:stCondLst>
                                  <p:childTnLst>
                                    <p:animScale>
                                      <p:cBhvr>
                                        <p:cTn id="959" dur="1000" fill="hold"/>
                                        <p:tgtEl>
                                          <p:spTgt spid="91"/>
                                        </p:tgtEl>
                                      </p:cBhvr>
                                      <p:by x="150000" y="150000"/>
                                    </p:animScale>
                                  </p:childTnLst>
                                </p:cTn>
                              </p:par>
                            </p:childTnLst>
                          </p:cTn>
                        </p:par>
                        <p:par>
                          <p:cTn id="960" fill="hold">
                            <p:stCondLst>
                              <p:cond delay="2000"/>
                            </p:stCondLst>
                            <p:childTnLst>
                              <p:par>
                                <p:cTn id="961" presetID="16" presetClass="exit" presetSubtype="21" fill="hold" grpId="3" nodeType="afterEffect">
                                  <p:stCondLst>
                                    <p:cond delay="0"/>
                                  </p:stCondLst>
                                  <p:childTnLst>
                                    <p:animEffect transition="out" filter="barn(inVertical)">
                                      <p:cBhvr>
                                        <p:cTn id="962" dur="500"/>
                                        <p:tgtEl>
                                          <p:spTgt spid="91"/>
                                        </p:tgtEl>
                                      </p:cBhvr>
                                    </p:animEffect>
                                    <p:set>
                                      <p:cBhvr>
                                        <p:cTn id="963" dur="1" fill="hold">
                                          <p:stCondLst>
                                            <p:cond delay="499"/>
                                          </p:stCondLst>
                                        </p:cTn>
                                        <p:tgtEl>
                                          <p:spTgt spid="91"/>
                                        </p:tgtEl>
                                        <p:attrNameLst>
                                          <p:attrName>style.visibility</p:attrName>
                                        </p:attrNameLst>
                                      </p:cBhvr>
                                      <p:to>
                                        <p:strVal val="hidden"/>
                                      </p:to>
                                    </p:set>
                                  </p:childTnLst>
                                </p:cTn>
                              </p:par>
                            </p:childTnLst>
                          </p:cTn>
                        </p:par>
                      </p:childTnLst>
                    </p:cTn>
                  </p:par>
                  <p:par>
                    <p:cTn id="964" fill="hold">
                      <p:stCondLst>
                        <p:cond delay="indefinite"/>
                      </p:stCondLst>
                      <p:childTnLst>
                        <p:par>
                          <p:cTn id="965" fill="hold">
                            <p:stCondLst>
                              <p:cond delay="0"/>
                            </p:stCondLst>
                            <p:childTnLst>
                              <p:par>
                                <p:cTn id="966" presetID="31" presetClass="entr" presetSubtype="0" fill="hold" grpId="0" nodeType="clickEffect">
                                  <p:stCondLst>
                                    <p:cond delay="0"/>
                                  </p:stCondLst>
                                  <p:childTnLst>
                                    <p:set>
                                      <p:cBhvr>
                                        <p:cTn id="967" dur="1" fill="hold">
                                          <p:stCondLst>
                                            <p:cond delay="0"/>
                                          </p:stCondLst>
                                        </p:cTn>
                                        <p:tgtEl>
                                          <p:spTgt spid="110"/>
                                        </p:tgtEl>
                                        <p:attrNameLst>
                                          <p:attrName>style.visibility</p:attrName>
                                        </p:attrNameLst>
                                      </p:cBhvr>
                                      <p:to>
                                        <p:strVal val="visible"/>
                                      </p:to>
                                    </p:set>
                                    <p:anim calcmode="lin" valueType="num">
                                      <p:cBhvr>
                                        <p:cTn id="968" dur="1000" fill="hold"/>
                                        <p:tgtEl>
                                          <p:spTgt spid="110"/>
                                        </p:tgtEl>
                                        <p:attrNameLst>
                                          <p:attrName>ppt_w</p:attrName>
                                        </p:attrNameLst>
                                      </p:cBhvr>
                                      <p:tavLst>
                                        <p:tav tm="0">
                                          <p:val>
                                            <p:fltVal val="0"/>
                                          </p:val>
                                        </p:tav>
                                        <p:tav tm="100000">
                                          <p:val>
                                            <p:strVal val="#ppt_w"/>
                                          </p:val>
                                        </p:tav>
                                      </p:tavLst>
                                    </p:anim>
                                    <p:anim calcmode="lin" valueType="num">
                                      <p:cBhvr>
                                        <p:cTn id="969" dur="1000" fill="hold"/>
                                        <p:tgtEl>
                                          <p:spTgt spid="110"/>
                                        </p:tgtEl>
                                        <p:attrNameLst>
                                          <p:attrName>ppt_h</p:attrName>
                                        </p:attrNameLst>
                                      </p:cBhvr>
                                      <p:tavLst>
                                        <p:tav tm="0">
                                          <p:val>
                                            <p:fltVal val="0"/>
                                          </p:val>
                                        </p:tav>
                                        <p:tav tm="100000">
                                          <p:val>
                                            <p:strVal val="#ppt_h"/>
                                          </p:val>
                                        </p:tav>
                                      </p:tavLst>
                                    </p:anim>
                                    <p:anim calcmode="lin" valueType="num">
                                      <p:cBhvr>
                                        <p:cTn id="970" dur="1000" fill="hold"/>
                                        <p:tgtEl>
                                          <p:spTgt spid="110"/>
                                        </p:tgtEl>
                                        <p:attrNameLst>
                                          <p:attrName>style.rotation</p:attrName>
                                        </p:attrNameLst>
                                      </p:cBhvr>
                                      <p:tavLst>
                                        <p:tav tm="0">
                                          <p:val>
                                            <p:fltVal val="90"/>
                                          </p:val>
                                        </p:tav>
                                        <p:tav tm="100000">
                                          <p:val>
                                            <p:fltVal val="0"/>
                                          </p:val>
                                        </p:tav>
                                      </p:tavLst>
                                    </p:anim>
                                    <p:animEffect transition="in" filter="fade">
                                      <p:cBhvr>
                                        <p:cTn id="971" dur="1000"/>
                                        <p:tgtEl>
                                          <p:spTgt spid="110"/>
                                        </p:tgtEl>
                                      </p:cBhvr>
                                    </p:animEffect>
                                  </p:childTnLst>
                                </p:cTn>
                              </p:par>
                            </p:childTnLst>
                          </p:cTn>
                        </p:par>
                        <p:par>
                          <p:cTn id="972" fill="hold">
                            <p:stCondLst>
                              <p:cond delay="1000"/>
                            </p:stCondLst>
                            <p:childTnLst>
                              <p:par>
                                <p:cTn id="973" presetID="35" presetClass="path" presetSubtype="0" accel="50000" decel="50000" fill="hold" grpId="5" nodeType="afterEffect">
                                  <p:stCondLst>
                                    <p:cond delay="0"/>
                                  </p:stCondLst>
                                  <p:childTnLst>
                                    <p:animMotion origin="layout" path="M 6.25E-7 -2.59259E-6 L -0.14166 0.05347 " pathEditMode="relative" rAng="0" ptsTypes="AA">
                                      <p:cBhvr>
                                        <p:cTn id="974" dur="1000" fill="hold"/>
                                        <p:tgtEl>
                                          <p:spTgt spid="110"/>
                                        </p:tgtEl>
                                        <p:attrNameLst>
                                          <p:attrName>ppt_x</p:attrName>
                                          <p:attrName>ppt_y</p:attrName>
                                        </p:attrNameLst>
                                      </p:cBhvr>
                                      <p:rCtr x="-6940" y="2708"/>
                                    </p:animMotion>
                                  </p:childTnLst>
                                </p:cTn>
                              </p:par>
                            </p:childTnLst>
                          </p:cTn>
                        </p:par>
                        <p:par>
                          <p:cTn id="975" fill="hold">
                            <p:stCondLst>
                              <p:cond delay="2000"/>
                            </p:stCondLst>
                            <p:childTnLst>
                              <p:par>
                                <p:cTn id="976" presetID="35" presetClass="path" presetSubtype="0" accel="50000" decel="50000" fill="hold" grpId="6" nodeType="afterEffect">
                                  <p:stCondLst>
                                    <p:cond delay="0"/>
                                  </p:stCondLst>
                                  <p:childTnLst>
                                    <p:animMotion origin="layout" path="M -0.14167 0.05347 L -0.2194 0.0544 " pathEditMode="relative" rAng="0" ptsTypes="AA">
                                      <p:cBhvr>
                                        <p:cTn id="977" dur="1000" fill="hold"/>
                                        <p:tgtEl>
                                          <p:spTgt spid="110"/>
                                        </p:tgtEl>
                                        <p:attrNameLst>
                                          <p:attrName>ppt_x</p:attrName>
                                          <p:attrName>ppt_y</p:attrName>
                                        </p:attrNameLst>
                                      </p:cBhvr>
                                      <p:rCtr x="-3893" y="46"/>
                                    </p:animMotion>
                                  </p:childTnLst>
                                </p:cTn>
                              </p:par>
                            </p:childTnLst>
                          </p:cTn>
                        </p:par>
                      </p:childTnLst>
                    </p:cTn>
                  </p:par>
                  <p:par>
                    <p:cTn id="978" fill="hold">
                      <p:stCondLst>
                        <p:cond delay="indefinite"/>
                      </p:stCondLst>
                      <p:childTnLst>
                        <p:par>
                          <p:cTn id="979" fill="hold">
                            <p:stCondLst>
                              <p:cond delay="0"/>
                            </p:stCondLst>
                            <p:childTnLst>
                              <p:par>
                                <p:cTn id="980" presetID="10" presetClass="entr" presetSubtype="0" fill="hold" grpId="0" nodeType="clickEffect">
                                  <p:stCondLst>
                                    <p:cond delay="0"/>
                                  </p:stCondLst>
                                  <p:childTnLst>
                                    <p:set>
                                      <p:cBhvr>
                                        <p:cTn id="981" dur="1" fill="hold">
                                          <p:stCondLst>
                                            <p:cond delay="0"/>
                                          </p:stCondLst>
                                        </p:cTn>
                                        <p:tgtEl>
                                          <p:spTgt spid="259"/>
                                        </p:tgtEl>
                                        <p:attrNameLst>
                                          <p:attrName>style.visibility</p:attrName>
                                        </p:attrNameLst>
                                      </p:cBhvr>
                                      <p:to>
                                        <p:strVal val="visible"/>
                                      </p:to>
                                    </p:set>
                                    <p:animEffect transition="in" filter="fade">
                                      <p:cBhvr>
                                        <p:cTn id="982" dur="500"/>
                                        <p:tgtEl>
                                          <p:spTgt spid="259"/>
                                        </p:tgtEl>
                                      </p:cBhvr>
                                    </p:animEffect>
                                  </p:childTnLst>
                                </p:cTn>
                              </p:par>
                            </p:childTnLst>
                          </p:cTn>
                        </p:par>
                        <p:par>
                          <p:cTn id="983" fill="hold">
                            <p:stCondLst>
                              <p:cond delay="500"/>
                            </p:stCondLst>
                            <p:childTnLst>
                              <p:par>
                                <p:cTn id="984" presetID="63" presetClass="path" presetSubtype="0" accel="50000" decel="50000" fill="hold" grpId="1" nodeType="afterEffect">
                                  <p:stCondLst>
                                    <p:cond delay="0"/>
                                  </p:stCondLst>
                                  <p:childTnLst>
                                    <p:animMotion origin="layout" path="M -3.54167E-6 -1.85185E-6 L 0.21537 -0.18449 " pathEditMode="relative" rAng="0" ptsTypes="AA">
                                      <p:cBhvr>
                                        <p:cTn id="985" dur="1000" fill="hold"/>
                                        <p:tgtEl>
                                          <p:spTgt spid="259"/>
                                        </p:tgtEl>
                                        <p:attrNameLst>
                                          <p:attrName>ppt_x</p:attrName>
                                          <p:attrName>ppt_y</p:attrName>
                                        </p:attrNameLst>
                                      </p:cBhvr>
                                      <p:rCtr x="10768" y="-9236"/>
                                    </p:animMotion>
                                  </p:childTnLst>
                                </p:cTn>
                              </p:par>
                              <p:par>
                                <p:cTn id="986" presetID="10" presetClass="exit" presetSubtype="0" fill="hold" grpId="2" nodeType="withEffect">
                                  <p:stCondLst>
                                    <p:cond delay="0"/>
                                  </p:stCondLst>
                                  <p:childTnLst>
                                    <p:animEffect transition="out" filter="fade">
                                      <p:cBhvr>
                                        <p:cTn id="987" dur="500"/>
                                        <p:tgtEl>
                                          <p:spTgt spid="264"/>
                                        </p:tgtEl>
                                      </p:cBhvr>
                                    </p:animEffect>
                                    <p:set>
                                      <p:cBhvr>
                                        <p:cTn id="988" dur="1" fill="hold">
                                          <p:stCondLst>
                                            <p:cond delay="499"/>
                                          </p:stCondLst>
                                        </p:cTn>
                                        <p:tgtEl>
                                          <p:spTgt spid="264"/>
                                        </p:tgtEl>
                                        <p:attrNameLst>
                                          <p:attrName>style.visibility</p:attrName>
                                        </p:attrNameLst>
                                      </p:cBhvr>
                                      <p:to>
                                        <p:strVal val="hidden"/>
                                      </p:to>
                                    </p:set>
                                  </p:childTnLst>
                                </p:cTn>
                              </p:par>
                            </p:childTnLst>
                          </p:cTn>
                        </p:par>
                      </p:childTnLst>
                    </p:cTn>
                  </p:par>
                  <p:par>
                    <p:cTn id="989" fill="hold">
                      <p:stCondLst>
                        <p:cond delay="indefinite"/>
                      </p:stCondLst>
                      <p:childTnLst>
                        <p:par>
                          <p:cTn id="990" fill="hold">
                            <p:stCondLst>
                              <p:cond delay="0"/>
                            </p:stCondLst>
                            <p:childTnLst>
                              <p:par>
                                <p:cTn id="991" presetID="1" presetClass="entr" presetSubtype="0" fill="hold" grpId="0" nodeType="clickEffect">
                                  <p:stCondLst>
                                    <p:cond delay="0"/>
                                  </p:stCondLst>
                                  <p:childTnLst>
                                    <p:set>
                                      <p:cBhvr>
                                        <p:cTn id="992" dur="1" fill="hold">
                                          <p:stCondLst>
                                            <p:cond delay="0"/>
                                          </p:stCondLst>
                                        </p:cTn>
                                        <p:tgtEl>
                                          <p:spTgt spid="257"/>
                                        </p:tgtEl>
                                        <p:attrNameLst>
                                          <p:attrName>style.visibility</p:attrName>
                                        </p:attrNameLst>
                                      </p:cBhvr>
                                      <p:to>
                                        <p:strVal val="visible"/>
                                      </p:to>
                                    </p:set>
                                  </p:childTnLst>
                                </p:cTn>
                              </p:par>
                            </p:childTnLst>
                          </p:cTn>
                        </p:par>
                        <p:par>
                          <p:cTn id="993" fill="hold">
                            <p:stCondLst>
                              <p:cond delay="0"/>
                            </p:stCondLst>
                            <p:childTnLst>
                              <p:par>
                                <p:cTn id="994" presetID="49" presetClass="path" presetSubtype="0" accel="50000" decel="50000" fill="hold" grpId="1" nodeType="afterEffect">
                                  <p:stCondLst>
                                    <p:cond delay="0"/>
                                  </p:stCondLst>
                                  <p:childTnLst>
                                    <p:animMotion origin="layout" path="M 1.04167E-6 -4.44444E-6 L 0.2043 0.23403 " pathEditMode="relative" rAng="0" ptsTypes="AA">
                                      <p:cBhvr>
                                        <p:cTn id="995" dur="1000" fill="hold"/>
                                        <p:tgtEl>
                                          <p:spTgt spid="257"/>
                                        </p:tgtEl>
                                        <p:attrNameLst>
                                          <p:attrName>ppt_x</p:attrName>
                                          <p:attrName>ppt_y</p:attrName>
                                        </p:attrNameLst>
                                      </p:cBhvr>
                                      <p:rCtr x="10208" y="11690"/>
                                    </p:animMotion>
                                  </p:childTnLst>
                                </p:cTn>
                              </p:par>
                              <p:par>
                                <p:cTn id="996" presetID="10" presetClass="exit" presetSubtype="0" fill="hold" grpId="2" nodeType="withEffect">
                                  <p:stCondLst>
                                    <p:cond delay="0"/>
                                  </p:stCondLst>
                                  <p:childTnLst>
                                    <p:animEffect transition="out" filter="fade">
                                      <p:cBhvr>
                                        <p:cTn id="997" dur="500"/>
                                        <p:tgtEl>
                                          <p:spTgt spid="268"/>
                                        </p:tgtEl>
                                      </p:cBhvr>
                                    </p:animEffect>
                                    <p:set>
                                      <p:cBhvr>
                                        <p:cTn id="998" dur="1" fill="hold">
                                          <p:stCondLst>
                                            <p:cond delay="499"/>
                                          </p:stCondLst>
                                        </p:cTn>
                                        <p:tgtEl>
                                          <p:spTgt spid="268"/>
                                        </p:tgtEl>
                                        <p:attrNameLst>
                                          <p:attrName>style.visibility</p:attrName>
                                        </p:attrNameLst>
                                      </p:cBhvr>
                                      <p:to>
                                        <p:strVal val="hidden"/>
                                      </p:to>
                                    </p:set>
                                  </p:childTnLst>
                                </p:cTn>
                              </p:par>
                            </p:childTnLst>
                          </p:cTn>
                        </p:par>
                        <p:par>
                          <p:cTn id="999" fill="hold">
                            <p:stCondLst>
                              <p:cond delay="1000"/>
                            </p:stCondLst>
                            <p:childTnLst>
                              <p:par>
                                <p:cTn id="1000" presetID="27" presetClass="emph" presetSubtype="0" fill="remove" grpId="2" nodeType="afterEffect">
                                  <p:stCondLst>
                                    <p:cond delay="0"/>
                                  </p:stCondLst>
                                  <p:childTnLst>
                                    <p:animClr clrSpc="rgb" dir="cw">
                                      <p:cBhvr override="childStyle">
                                        <p:cTn id="1001" dur="250" autoRev="1" fill="remove"/>
                                        <p:tgtEl>
                                          <p:spTgt spid="15"/>
                                        </p:tgtEl>
                                        <p:attrNameLst>
                                          <p:attrName>style.color</p:attrName>
                                        </p:attrNameLst>
                                      </p:cBhvr>
                                      <p:to>
                                        <a:schemeClr val="bg1"/>
                                      </p:to>
                                    </p:animClr>
                                    <p:animClr clrSpc="rgb" dir="cw">
                                      <p:cBhvr>
                                        <p:cTn id="1002" dur="250" autoRev="1" fill="remove"/>
                                        <p:tgtEl>
                                          <p:spTgt spid="15"/>
                                        </p:tgtEl>
                                        <p:attrNameLst>
                                          <p:attrName>fillcolor</p:attrName>
                                        </p:attrNameLst>
                                      </p:cBhvr>
                                      <p:to>
                                        <a:schemeClr val="bg1"/>
                                      </p:to>
                                    </p:animClr>
                                    <p:set>
                                      <p:cBhvr>
                                        <p:cTn id="1003" dur="250" autoRev="1" fill="remove"/>
                                        <p:tgtEl>
                                          <p:spTgt spid="15"/>
                                        </p:tgtEl>
                                        <p:attrNameLst>
                                          <p:attrName>fill.type</p:attrName>
                                        </p:attrNameLst>
                                      </p:cBhvr>
                                      <p:to>
                                        <p:strVal val="solid"/>
                                      </p:to>
                                    </p:set>
                                    <p:set>
                                      <p:cBhvr>
                                        <p:cTn id="1004" dur="250" autoRev="1" fill="remove"/>
                                        <p:tgtEl>
                                          <p:spTgt spid="15"/>
                                        </p:tgtEl>
                                        <p:attrNameLst>
                                          <p:attrName>fill.on</p:attrName>
                                        </p:attrNameLst>
                                      </p:cBhvr>
                                      <p:to>
                                        <p:strVal val="true"/>
                                      </p:to>
                                    </p:set>
                                  </p:childTnLst>
                                </p:cTn>
                              </p:par>
                            </p:childTnLst>
                          </p:cTn>
                        </p:par>
                        <p:par>
                          <p:cTn id="1005" fill="hold">
                            <p:stCondLst>
                              <p:cond delay="1500"/>
                            </p:stCondLst>
                            <p:childTnLst>
                              <p:par>
                                <p:cTn id="1006" presetID="27" presetClass="emph" presetSubtype="0" fill="remove" grpId="2" nodeType="afterEffect">
                                  <p:stCondLst>
                                    <p:cond delay="0"/>
                                  </p:stCondLst>
                                  <p:childTnLst>
                                    <p:animClr clrSpc="rgb" dir="cw">
                                      <p:cBhvr override="childStyle">
                                        <p:cTn id="1007" dur="250" autoRev="1" fill="remove"/>
                                        <p:tgtEl>
                                          <p:spTgt spid="232"/>
                                        </p:tgtEl>
                                        <p:attrNameLst>
                                          <p:attrName>style.color</p:attrName>
                                        </p:attrNameLst>
                                      </p:cBhvr>
                                      <p:to>
                                        <a:schemeClr val="bg1"/>
                                      </p:to>
                                    </p:animClr>
                                    <p:animClr clrSpc="rgb" dir="cw">
                                      <p:cBhvr>
                                        <p:cTn id="1008" dur="250" autoRev="1" fill="remove"/>
                                        <p:tgtEl>
                                          <p:spTgt spid="232"/>
                                        </p:tgtEl>
                                        <p:attrNameLst>
                                          <p:attrName>fillcolor</p:attrName>
                                        </p:attrNameLst>
                                      </p:cBhvr>
                                      <p:to>
                                        <a:schemeClr val="bg1"/>
                                      </p:to>
                                    </p:animClr>
                                    <p:set>
                                      <p:cBhvr>
                                        <p:cTn id="1009" dur="250" autoRev="1" fill="remove"/>
                                        <p:tgtEl>
                                          <p:spTgt spid="232"/>
                                        </p:tgtEl>
                                        <p:attrNameLst>
                                          <p:attrName>fill.type</p:attrName>
                                        </p:attrNameLst>
                                      </p:cBhvr>
                                      <p:to>
                                        <p:strVal val="solid"/>
                                      </p:to>
                                    </p:set>
                                    <p:set>
                                      <p:cBhvr>
                                        <p:cTn id="1010" dur="250" autoRev="1" fill="remove"/>
                                        <p:tgtEl>
                                          <p:spTgt spid="232"/>
                                        </p:tgtEl>
                                        <p:attrNameLst>
                                          <p:attrName>fill.on</p:attrName>
                                        </p:attrNameLst>
                                      </p:cBhvr>
                                      <p:to>
                                        <p:strVal val="true"/>
                                      </p:to>
                                    </p:set>
                                  </p:childTnLst>
                                </p:cTn>
                              </p:par>
                            </p:childTnLst>
                          </p:cTn>
                        </p:par>
                        <p:par>
                          <p:cTn id="1011" fill="hold">
                            <p:stCondLst>
                              <p:cond delay="2000"/>
                            </p:stCondLst>
                            <p:childTnLst>
                              <p:par>
                                <p:cTn id="1012" presetID="53" presetClass="entr" presetSubtype="16" fill="hold" grpId="0" nodeType="afterEffect">
                                  <p:stCondLst>
                                    <p:cond delay="0"/>
                                  </p:stCondLst>
                                  <p:childTnLst>
                                    <p:set>
                                      <p:cBhvr>
                                        <p:cTn id="1013" dur="1" fill="hold">
                                          <p:stCondLst>
                                            <p:cond delay="0"/>
                                          </p:stCondLst>
                                        </p:cTn>
                                        <p:tgtEl>
                                          <p:spTgt spid="258"/>
                                        </p:tgtEl>
                                        <p:attrNameLst>
                                          <p:attrName>style.visibility</p:attrName>
                                        </p:attrNameLst>
                                      </p:cBhvr>
                                      <p:to>
                                        <p:strVal val="visible"/>
                                      </p:to>
                                    </p:set>
                                    <p:anim calcmode="lin" valueType="num">
                                      <p:cBhvr>
                                        <p:cTn id="1014" dur="500" fill="hold"/>
                                        <p:tgtEl>
                                          <p:spTgt spid="258"/>
                                        </p:tgtEl>
                                        <p:attrNameLst>
                                          <p:attrName>ppt_w</p:attrName>
                                        </p:attrNameLst>
                                      </p:cBhvr>
                                      <p:tavLst>
                                        <p:tav tm="0">
                                          <p:val>
                                            <p:fltVal val="0"/>
                                          </p:val>
                                        </p:tav>
                                        <p:tav tm="100000">
                                          <p:val>
                                            <p:strVal val="#ppt_w"/>
                                          </p:val>
                                        </p:tav>
                                      </p:tavLst>
                                    </p:anim>
                                    <p:anim calcmode="lin" valueType="num">
                                      <p:cBhvr>
                                        <p:cTn id="1015" dur="500" fill="hold"/>
                                        <p:tgtEl>
                                          <p:spTgt spid="258"/>
                                        </p:tgtEl>
                                        <p:attrNameLst>
                                          <p:attrName>ppt_h</p:attrName>
                                        </p:attrNameLst>
                                      </p:cBhvr>
                                      <p:tavLst>
                                        <p:tav tm="0">
                                          <p:val>
                                            <p:fltVal val="0"/>
                                          </p:val>
                                        </p:tav>
                                        <p:tav tm="100000">
                                          <p:val>
                                            <p:strVal val="#ppt_h"/>
                                          </p:val>
                                        </p:tav>
                                      </p:tavLst>
                                    </p:anim>
                                    <p:animEffect transition="in" filter="fade">
                                      <p:cBhvr>
                                        <p:cTn id="1016" dur="500"/>
                                        <p:tgtEl>
                                          <p:spTgt spid="258"/>
                                        </p:tgtEl>
                                      </p:cBhvr>
                                    </p:animEffect>
                                  </p:childTnLst>
                                </p:cTn>
                              </p:par>
                            </p:childTnLst>
                          </p:cTn>
                        </p:par>
                        <p:par>
                          <p:cTn id="1017" fill="hold">
                            <p:stCondLst>
                              <p:cond delay="2500"/>
                            </p:stCondLst>
                            <p:childTnLst>
                              <p:par>
                                <p:cTn id="1018" presetID="10" presetClass="entr" presetSubtype="0" fill="hold" grpId="0" nodeType="afterEffect">
                                  <p:stCondLst>
                                    <p:cond delay="0"/>
                                  </p:stCondLst>
                                  <p:childTnLst>
                                    <p:set>
                                      <p:cBhvr>
                                        <p:cTn id="1019" dur="1" fill="hold">
                                          <p:stCondLst>
                                            <p:cond delay="0"/>
                                          </p:stCondLst>
                                        </p:cTn>
                                        <p:tgtEl>
                                          <p:spTgt spid="267"/>
                                        </p:tgtEl>
                                        <p:attrNameLst>
                                          <p:attrName>style.visibility</p:attrName>
                                        </p:attrNameLst>
                                      </p:cBhvr>
                                      <p:to>
                                        <p:strVal val="visible"/>
                                      </p:to>
                                    </p:set>
                                    <p:animEffect transition="in" filter="fade">
                                      <p:cBhvr>
                                        <p:cTn id="1020" dur="500"/>
                                        <p:tgtEl>
                                          <p:spTgt spid="267"/>
                                        </p:tgtEl>
                                      </p:cBhvr>
                                    </p:animEffect>
                                  </p:childTnLst>
                                </p:cTn>
                              </p:par>
                              <p:par>
                                <p:cTn id="1021" presetID="63" presetClass="path" presetSubtype="0" accel="50000" decel="50000" fill="hold" grpId="1" nodeType="withEffect">
                                  <p:stCondLst>
                                    <p:cond delay="0"/>
                                  </p:stCondLst>
                                  <p:childTnLst>
                                    <p:animMotion origin="layout" path="M 0.00117 -0.00162 L 0.32096 -0.18634 " pathEditMode="relative" rAng="0" ptsTypes="AA">
                                      <p:cBhvr>
                                        <p:cTn id="1022" dur="1000" fill="hold"/>
                                        <p:tgtEl>
                                          <p:spTgt spid="267"/>
                                        </p:tgtEl>
                                        <p:attrNameLst>
                                          <p:attrName>ppt_x</p:attrName>
                                          <p:attrName>ppt_y</p:attrName>
                                        </p:attrNameLst>
                                      </p:cBhvr>
                                      <p:rCtr x="15990" y="-9236"/>
                                    </p:animMotion>
                                  </p:childTnLst>
                                </p:cTn>
                              </p:par>
                              <p:par>
                                <p:cTn id="1023" presetID="10" presetClass="exit" presetSubtype="0" fill="hold" grpId="2" nodeType="withEffect">
                                  <p:stCondLst>
                                    <p:cond delay="500"/>
                                  </p:stCondLst>
                                  <p:childTnLst>
                                    <p:animEffect transition="out" filter="fade">
                                      <p:cBhvr>
                                        <p:cTn id="1024" dur="500"/>
                                        <p:tgtEl>
                                          <p:spTgt spid="270"/>
                                        </p:tgtEl>
                                      </p:cBhvr>
                                    </p:animEffect>
                                    <p:set>
                                      <p:cBhvr>
                                        <p:cTn id="1025" dur="1" fill="hold">
                                          <p:stCondLst>
                                            <p:cond delay="499"/>
                                          </p:stCondLst>
                                        </p:cTn>
                                        <p:tgtEl>
                                          <p:spTgt spid="270"/>
                                        </p:tgtEl>
                                        <p:attrNameLst>
                                          <p:attrName>style.visibility</p:attrName>
                                        </p:attrNameLst>
                                      </p:cBhvr>
                                      <p:to>
                                        <p:strVal val="hidden"/>
                                      </p:to>
                                    </p:set>
                                  </p:childTnLst>
                                </p:cTn>
                              </p:par>
                            </p:childTnLst>
                          </p:cTn>
                        </p:par>
                        <p:par>
                          <p:cTn id="1026" fill="hold">
                            <p:stCondLst>
                              <p:cond delay="3500"/>
                            </p:stCondLst>
                            <p:childTnLst>
                              <p:par>
                                <p:cTn id="1027" presetID="27" presetClass="emph" presetSubtype="0" fill="remove" grpId="2" nodeType="afterEffect">
                                  <p:stCondLst>
                                    <p:cond delay="0"/>
                                  </p:stCondLst>
                                  <p:childTnLst>
                                    <p:animClr clrSpc="rgb" dir="cw">
                                      <p:cBhvr override="childStyle">
                                        <p:cTn id="1028" dur="250" autoRev="1" fill="remove"/>
                                        <p:tgtEl>
                                          <p:spTgt spid="235"/>
                                        </p:tgtEl>
                                        <p:attrNameLst>
                                          <p:attrName>style.color</p:attrName>
                                        </p:attrNameLst>
                                      </p:cBhvr>
                                      <p:to>
                                        <a:srgbClr val="DEEBF6"/>
                                      </p:to>
                                    </p:animClr>
                                    <p:animClr clrSpc="rgb" dir="cw">
                                      <p:cBhvr>
                                        <p:cTn id="1029" dur="250" autoRev="1" fill="remove"/>
                                        <p:tgtEl>
                                          <p:spTgt spid="235"/>
                                        </p:tgtEl>
                                        <p:attrNameLst>
                                          <p:attrName>fillcolor</p:attrName>
                                        </p:attrNameLst>
                                      </p:cBhvr>
                                      <p:to>
                                        <a:srgbClr val="DEEBF6"/>
                                      </p:to>
                                    </p:animClr>
                                    <p:set>
                                      <p:cBhvr>
                                        <p:cTn id="1030" dur="250" autoRev="1" fill="remove"/>
                                        <p:tgtEl>
                                          <p:spTgt spid="235"/>
                                        </p:tgtEl>
                                        <p:attrNameLst>
                                          <p:attrName>fill.type</p:attrName>
                                        </p:attrNameLst>
                                      </p:cBhvr>
                                      <p:to>
                                        <p:strVal val="solid"/>
                                      </p:to>
                                    </p:set>
                                    <p:set>
                                      <p:cBhvr>
                                        <p:cTn id="1031" dur="250" autoRev="1" fill="remove"/>
                                        <p:tgtEl>
                                          <p:spTgt spid="235"/>
                                        </p:tgtEl>
                                        <p:attrNameLst>
                                          <p:attrName>fill.on</p:attrName>
                                        </p:attrNameLst>
                                      </p:cBhvr>
                                      <p:to>
                                        <p:strVal val="true"/>
                                      </p:to>
                                    </p:set>
                                  </p:childTnLst>
                                </p:cTn>
                              </p:par>
                            </p:childTnLst>
                          </p:cTn>
                        </p:par>
                        <p:par>
                          <p:cTn id="1032" fill="hold">
                            <p:stCondLst>
                              <p:cond delay="4000"/>
                            </p:stCondLst>
                            <p:childTnLst>
                              <p:par>
                                <p:cTn id="1033" presetID="42" presetClass="path" presetSubtype="0" accel="50000" decel="50000" fill="hold" grpId="1" nodeType="afterEffect">
                                  <p:stCondLst>
                                    <p:cond delay="0"/>
                                  </p:stCondLst>
                                  <p:childTnLst>
                                    <p:animMotion origin="layout" path="M 1.45833E-6 3.7037E-6 L -0.26784 0.18333 " pathEditMode="relative" rAng="0" ptsTypes="AA">
                                      <p:cBhvr>
                                        <p:cTn id="1034" dur="1000" fill="hold"/>
                                        <p:tgtEl>
                                          <p:spTgt spid="258"/>
                                        </p:tgtEl>
                                        <p:attrNameLst>
                                          <p:attrName>ppt_x</p:attrName>
                                          <p:attrName>ppt_y</p:attrName>
                                        </p:attrNameLst>
                                      </p:cBhvr>
                                      <p:rCtr x="-13503" y="9190"/>
                                    </p:animMotion>
                                  </p:childTnLst>
                                </p:cTn>
                              </p:par>
                              <p:par>
                                <p:cTn id="1035" presetID="10" presetClass="exit" presetSubtype="0" fill="hold" grpId="3" nodeType="withEffect">
                                  <p:stCondLst>
                                    <p:cond delay="0"/>
                                  </p:stCondLst>
                                  <p:childTnLst>
                                    <p:animEffect transition="out" filter="fade">
                                      <p:cBhvr>
                                        <p:cTn id="1036" dur="500"/>
                                        <p:tgtEl>
                                          <p:spTgt spid="266"/>
                                        </p:tgtEl>
                                      </p:cBhvr>
                                    </p:animEffect>
                                    <p:set>
                                      <p:cBhvr>
                                        <p:cTn id="1037" dur="1" fill="hold">
                                          <p:stCondLst>
                                            <p:cond delay="499"/>
                                          </p:stCondLst>
                                        </p:cTn>
                                        <p:tgtEl>
                                          <p:spTgt spid="266"/>
                                        </p:tgtEl>
                                        <p:attrNameLst>
                                          <p:attrName>style.visibility</p:attrName>
                                        </p:attrNameLst>
                                      </p:cBhvr>
                                      <p:to>
                                        <p:strVal val="hidden"/>
                                      </p:to>
                                    </p:set>
                                  </p:childTnLst>
                                </p:cTn>
                              </p:par>
                            </p:childTnLst>
                          </p:cTn>
                        </p:par>
                        <p:par>
                          <p:cTn id="1038" fill="hold">
                            <p:stCondLst>
                              <p:cond delay="5000"/>
                            </p:stCondLst>
                            <p:childTnLst>
                              <p:par>
                                <p:cTn id="1039" presetID="32" presetClass="emph" presetSubtype="0" fill="hold" nodeType="afterEffect">
                                  <p:stCondLst>
                                    <p:cond delay="0"/>
                                  </p:stCondLst>
                                  <p:childTnLst>
                                    <p:animRot by="120000">
                                      <p:cBhvr>
                                        <p:cTn id="1040" dur="150" fill="hold">
                                          <p:stCondLst>
                                            <p:cond delay="0"/>
                                          </p:stCondLst>
                                        </p:cTn>
                                        <p:tgtEl>
                                          <p:spTgt spid="111"/>
                                        </p:tgtEl>
                                        <p:attrNameLst>
                                          <p:attrName>r</p:attrName>
                                        </p:attrNameLst>
                                      </p:cBhvr>
                                    </p:animRot>
                                    <p:animRot by="-240000">
                                      <p:cBhvr>
                                        <p:cTn id="1041" dur="300" fill="hold">
                                          <p:stCondLst>
                                            <p:cond delay="300"/>
                                          </p:stCondLst>
                                        </p:cTn>
                                        <p:tgtEl>
                                          <p:spTgt spid="111"/>
                                        </p:tgtEl>
                                        <p:attrNameLst>
                                          <p:attrName>r</p:attrName>
                                        </p:attrNameLst>
                                      </p:cBhvr>
                                    </p:animRot>
                                    <p:animRot by="240000">
                                      <p:cBhvr>
                                        <p:cTn id="1042" dur="300" fill="hold">
                                          <p:stCondLst>
                                            <p:cond delay="600"/>
                                          </p:stCondLst>
                                        </p:cTn>
                                        <p:tgtEl>
                                          <p:spTgt spid="111"/>
                                        </p:tgtEl>
                                        <p:attrNameLst>
                                          <p:attrName>r</p:attrName>
                                        </p:attrNameLst>
                                      </p:cBhvr>
                                    </p:animRot>
                                    <p:animRot by="-240000">
                                      <p:cBhvr>
                                        <p:cTn id="1043" dur="300" fill="hold">
                                          <p:stCondLst>
                                            <p:cond delay="900"/>
                                          </p:stCondLst>
                                        </p:cTn>
                                        <p:tgtEl>
                                          <p:spTgt spid="111"/>
                                        </p:tgtEl>
                                        <p:attrNameLst>
                                          <p:attrName>r</p:attrName>
                                        </p:attrNameLst>
                                      </p:cBhvr>
                                    </p:animRot>
                                    <p:animRot by="120000">
                                      <p:cBhvr>
                                        <p:cTn id="1044" dur="300" fill="hold">
                                          <p:stCondLst>
                                            <p:cond delay="1200"/>
                                          </p:stCondLst>
                                        </p:cTn>
                                        <p:tgtEl>
                                          <p:spTgt spid="111"/>
                                        </p:tgtEl>
                                        <p:attrNameLst>
                                          <p:attrName>r</p:attrName>
                                        </p:attrNameLst>
                                      </p:cBhvr>
                                    </p:animRot>
                                  </p:childTnLst>
                                </p:cTn>
                              </p:par>
                            </p:childTnLst>
                          </p:cTn>
                        </p:par>
                      </p:childTnLst>
                    </p:cTn>
                  </p:par>
                  <p:par>
                    <p:cTn id="1045" fill="hold">
                      <p:stCondLst>
                        <p:cond delay="indefinite"/>
                      </p:stCondLst>
                      <p:childTnLst>
                        <p:par>
                          <p:cTn id="1046" fill="hold">
                            <p:stCondLst>
                              <p:cond delay="0"/>
                            </p:stCondLst>
                            <p:childTnLst>
                              <p:par>
                                <p:cTn id="1047" presetID="63" presetClass="path" presetSubtype="0" accel="50000" decel="50000" fill="hold" nodeType="clickEffect">
                                  <p:stCondLst>
                                    <p:cond delay="0"/>
                                  </p:stCondLst>
                                  <p:childTnLst>
                                    <p:animMotion origin="layout" path="M 2.5E-6 4.81481E-6 L 0.06276 -0.0007 " pathEditMode="relative" rAng="0" ptsTypes="AA">
                                      <p:cBhvr>
                                        <p:cTn id="1048" dur="1000" fill="hold"/>
                                        <p:tgtEl>
                                          <p:spTgt spid="210"/>
                                        </p:tgtEl>
                                        <p:attrNameLst>
                                          <p:attrName>ppt_x</p:attrName>
                                          <p:attrName>ppt_y</p:attrName>
                                        </p:attrNameLst>
                                      </p:cBhvr>
                                      <p:rCtr x="3138" y="-46"/>
                                    </p:animMotion>
                                  </p:childTnLst>
                                </p:cTn>
                              </p:par>
                            </p:childTnLst>
                          </p:cTn>
                        </p:par>
                        <p:par>
                          <p:cTn id="1049" fill="hold">
                            <p:stCondLst>
                              <p:cond delay="1000"/>
                            </p:stCondLst>
                            <p:childTnLst>
                              <p:par>
                                <p:cTn id="1050" presetID="63" presetClass="path" presetSubtype="0" accel="50000" decel="50000" fill="hold" nodeType="afterEffect">
                                  <p:stCondLst>
                                    <p:cond delay="0"/>
                                  </p:stCondLst>
                                  <p:childTnLst>
                                    <p:animMotion origin="layout" path="M 0.07291 0.00162 L 0.1358 0.00116 " pathEditMode="relative" rAng="0" ptsTypes="AA">
                                      <p:cBhvr>
                                        <p:cTn id="1051" dur="1000" fill="hold"/>
                                        <p:tgtEl>
                                          <p:spTgt spid="240"/>
                                        </p:tgtEl>
                                        <p:attrNameLst>
                                          <p:attrName>ppt_x</p:attrName>
                                          <p:attrName>ppt_y</p:attrName>
                                        </p:attrNameLst>
                                      </p:cBhvr>
                                      <p:rCtr x="3138" y="-23"/>
                                    </p:animMotion>
                                  </p:childTnLst>
                                </p:cTn>
                              </p:par>
                            </p:childTnLst>
                          </p:cTn>
                        </p:par>
                        <p:par>
                          <p:cTn id="1052" fill="hold">
                            <p:stCondLst>
                              <p:cond delay="2000"/>
                            </p:stCondLst>
                            <p:childTnLst>
                              <p:par>
                                <p:cTn id="1053" presetID="6" presetClass="emph" presetSubtype="0" fill="hold" grpId="2" nodeType="afterEffect">
                                  <p:stCondLst>
                                    <p:cond delay="0"/>
                                  </p:stCondLst>
                                  <p:childTnLst>
                                    <p:animScale>
                                      <p:cBhvr>
                                        <p:cTn id="1054" dur="1000" fill="hold"/>
                                        <p:tgtEl>
                                          <p:spTgt spid="92"/>
                                        </p:tgtEl>
                                      </p:cBhvr>
                                      <p:by x="150000" y="150000"/>
                                    </p:animScale>
                                  </p:childTnLst>
                                </p:cTn>
                              </p:par>
                            </p:childTnLst>
                          </p:cTn>
                        </p:par>
                        <p:par>
                          <p:cTn id="1055" fill="hold">
                            <p:stCondLst>
                              <p:cond delay="3000"/>
                            </p:stCondLst>
                            <p:childTnLst>
                              <p:par>
                                <p:cTn id="1056" presetID="16" presetClass="exit" presetSubtype="21" fill="hold" grpId="3" nodeType="afterEffect">
                                  <p:stCondLst>
                                    <p:cond delay="0"/>
                                  </p:stCondLst>
                                  <p:childTnLst>
                                    <p:animEffect transition="out" filter="barn(inVertical)">
                                      <p:cBhvr>
                                        <p:cTn id="1057" dur="500"/>
                                        <p:tgtEl>
                                          <p:spTgt spid="92"/>
                                        </p:tgtEl>
                                      </p:cBhvr>
                                    </p:animEffect>
                                    <p:set>
                                      <p:cBhvr>
                                        <p:cTn id="1058" dur="1" fill="hold">
                                          <p:stCondLst>
                                            <p:cond delay="499"/>
                                          </p:stCondLst>
                                        </p:cTn>
                                        <p:tgtEl>
                                          <p:spTgt spid="92"/>
                                        </p:tgtEl>
                                        <p:attrNameLst>
                                          <p:attrName>style.visibility</p:attrName>
                                        </p:attrNameLst>
                                      </p:cBhvr>
                                      <p:to>
                                        <p:strVal val="hidden"/>
                                      </p:to>
                                    </p:set>
                                  </p:childTnLst>
                                </p:cTn>
                              </p:par>
                            </p:childTnLst>
                          </p:cTn>
                        </p:par>
                        <p:par>
                          <p:cTn id="1059" fill="hold">
                            <p:stCondLst>
                              <p:cond delay="3500"/>
                            </p:stCondLst>
                            <p:childTnLst>
                              <p:par>
                                <p:cTn id="1060" presetID="1" presetClass="entr" presetSubtype="0" fill="hold" grpId="0" nodeType="afterEffect">
                                  <p:stCondLst>
                                    <p:cond delay="0"/>
                                  </p:stCondLst>
                                  <p:childTnLst>
                                    <p:set>
                                      <p:cBhvr>
                                        <p:cTn id="1061" dur="1" fill="hold">
                                          <p:stCondLst>
                                            <p:cond delay="0"/>
                                          </p:stCondLst>
                                        </p:cTn>
                                        <p:tgtEl>
                                          <p:spTgt spid="261"/>
                                        </p:tgtEl>
                                        <p:attrNameLst>
                                          <p:attrName>style.visibility</p:attrName>
                                        </p:attrNameLst>
                                      </p:cBhvr>
                                      <p:to>
                                        <p:strVal val="visible"/>
                                      </p:to>
                                    </p:set>
                                  </p:childTnLst>
                                </p:cTn>
                              </p:par>
                            </p:childTnLst>
                          </p:cTn>
                        </p:par>
                        <p:par>
                          <p:cTn id="1062" fill="hold">
                            <p:stCondLst>
                              <p:cond delay="3500"/>
                            </p:stCondLst>
                            <p:childTnLst>
                              <p:par>
                                <p:cTn id="1063" presetID="49" presetClass="path" presetSubtype="0" accel="50000" decel="50000" fill="hold" grpId="1" nodeType="afterEffect">
                                  <p:stCondLst>
                                    <p:cond delay="0"/>
                                  </p:stCondLst>
                                  <p:childTnLst>
                                    <p:animMotion origin="layout" path="M 4.79167E-6 -7.40741E-7 L 0.14414 0.23241 " pathEditMode="relative" rAng="0" ptsTypes="AA">
                                      <p:cBhvr>
                                        <p:cTn id="1064" dur="1000" fill="hold"/>
                                        <p:tgtEl>
                                          <p:spTgt spid="261"/>
                                        </p:tgtEl>
                                        <p:attrNameLst>
                                          <p:attrName>ppt_x</p:attrName>
                                          <p:attrName>ppt_y</p:attrName>
                                        </p:attrNameLst>
                                      </p:cBhvr>
                                      <p:rCtr x="7201" y="11620"/>
                                    </p:animMotion>
                                  </p:childTnLst>
                                </p:cTn>
                              </p:par>
                              <p:par>
                                <p:cTn id="1065" presetID="10" presetClass="exit" presetSubtype="0" fill="hold" grpId="2" nodeType="withEffect">
                                  <p:stCondLst>
                                    <p:cond delay="0"/>
                                  </p:stCondLst>
                                  <p:childTnLst>
                                    <p:animEffect transition="out" filter="fade">
                                      <p:cBhvr>
                                        <p:cTn id="1066" dur="500"/>
                                        <p:tgtEl>
                                          <p:spTgt spid="257"/>
                                        </p:tgtEl>
                                      </p:cBhvr>
                                    </p:animEffect>
                                    <p:set>
                                      <p:cBhvr>
                                        <p:cTn id="1067" dur="1" fill="hold">
                                          <p:stCondLst>
                                            <p:cond delay="499"/>
                                          </p:stCondLst>
                                        </p:cTn>
                                        <p:tgtEl>
                                          <p:spTgt spid="257"/>
                                        </p:tgtEl>
                                        <p:attrNameLst>
                                          <p:attrName>style.visibility</p:attrName>
                                        </p:attrNameLst>
                                      </p:cBhvr>
                                      <p:to>
                                        <p:strVal val="hidden"/>
                                      </p:to>
                                    </p:set>
                                  </p:childTnLst>
                                </p:cTn>
                              </p:par>
                            </p:childTnLst>
                          </p:cTn>
                        </p:par>
                        <p:par>
                          <p:cTn id="1068" fill="hold">
                            <p:stCondLst>
                              <p:cond delay="4500"/>
                            </p:stCondLst>
                            <p:childTnLst>
                              <p:par>
                                <p:cTn id="1069" presetID="27" presetClass="emph" presetSubtype="0" fill="remove" grpId="3" nodeType="afterEffect">
                                  <p:stCondLst>
                                    <p:cond delay="0"/>
                                  </p:stCondLst>
                                  <p:childTnLst>
                                    <p:animClr clrSpc="rgb" dir="cw">
                                      <p:cBhvr override="childStyle">
                                        <p:cTn id="1070" dur="250" autoRev="1" fill="remove"/>
                                        <p:tgtEl>
                                          <p:spTgt spid="15"/>
                                        </p:tgtEl>
                                        <p:attrNameLst>
                                          <p:attrName>style.color</p:attrName>
                                        </p:attrNameLst>
                                      </p:cBhvr>
                                      <p:to>
                                        <a:schemeClr val="bg1"/>
                                      </p:to>
                                    </p:animClr>
                                    <p:animClr clrSpc="rgb" dir="cw">
                                      <p:cBhvr>
                                        <p:cTn id="1071" dur="250" autoRev="1" fill="remove"/>
                                        <p:tgtEl>
                                          <p:spTgt spid="15"/>
                                        </p:tgtEl>
                                        <p:attrNameLst>
                                          <p:attrName>fillcolor</p:attrName>
                                        </p:attrNameLst>
                                      </p:cBhvr>
                                      <p:to>
                                        <a:schemeClr val="bg1"/>
                                      </p:to>
                                    </p:animClr>
                                    <p:set>
                                      <p:cBhvr>
                                        <p:cTn id="1072" dur="250" autoRev="1" fill="remove"/>
                                        <p:tgtEl>
                                          <p:spTgt spid="15"/>
                                        </p:tgtEl>
                                        <p:attrNameLst>
                                          <p:attrName>fill.type</p:attrName>
                                        </p:attrNameLst>
                                      </p:cBhvr>
                                      <p:to>
                                        <p:strVal val="solid"/>
                                      </p:to>
                                    </p:set>
                                    <p:set>
                                      <p:cBhvr>
                                        <p:cTn id="1073" dur="250" autoRev="1" fill="remove"/>
                                        <p:tgtEl>
                                          <p:spTgt spid="15"/>
                                        </p:tgtEl>
                                        <p:attrNameLst>
                                          <p:attrName>fill.on</p:attrName>
                                        </p:attrNameLst>
                                      </p:cBhvr>
                                      <p:to>
                                        <p:strVal val="true"/>
                                      </p:to>
                                    </p:set>
                                  </p:childTnLst>
                                </p:cTn>
                              </p:par>
                            </p:childTnLst>
                          </p:cTn>
                        </p:par>
                        <p:par>
                          <p:cTn id="1074" fill="hold">
                            <p:stCondLst>
                              <p:cond delay="5000"/>
                            </p:stCondLst>
                            <p:childTnLst>
                              <p:par>
                                <p:cTn id="1075" presetID="27" presetClass="emph" presetSubtype="0" fill="remove" grpId="3" nodeType="afterEffect">
                                  <p:stCondLst>
                                    <p:cond delay="0"/>
                                  </p:stCondLst>
                                  <p:childTnLst>
                                    <p:animClr clrSpc="rgb" dir="cw">
                                      <p:cBhvr override="childStyle">
                                        <p:cTn id="1076" dur="250" autoRev="1" fill="remove"/>
                                        <p:tgtEl>
                                          <p:spTgt spid="232"/>
                                        </p:tgtEl>
                                        <p:attrNameLst>
                                          <p:attrName>style.color</p:attrName>
                                        </p:attrNameLst>
                                      </p:cBhvr>
                                      <p:to>
                                        <a:schemeClr val="bg1"/>
                                      </p:to>
                                    </p:animClr>
                                    <p:animClr clrSpc="rgb" dir="cw">
                                      <p:cBhvr>
                                        <p:cTn id="1077" dur="250" autoRev="1" fill="remove"/>
                                        <p:tgtEl>
                                          <p:spTgt spid="232"/>
                                        </p:tgtEl>
                                        <p:attrNameLst>
                                          <p:attrName>fillcolor</p:attrName>
                                        </p:attrNameLst>
                                      </p:cBhvr>
                                      <p:to>
                                        <a:schemeClr val="bg1"/>
                                      </p:to>
                                    </p:animClr>
                                    <p:set>
                                      <p:cBhvr>
                                        <p:cTn id="1078" dur="250" autoRev="1" fill="remove"/>
                                        <p:tgtEl>
                                          <p:spTgt spid="232"/>
                                        </p:tgtEl>
                                        <p:attrNameLst>
                                          <p:attrName>fill.type</p:attrName>
                                        </p:attrNameLst>
                                      </p:cBhvr>
                                      <p:to>
                                        <p:strVal val="solid"/>
                                      </p:to>
                                    </p:set>
                                    <p:set>
                                      <p:cBhvr>
                                        <p:cTn id="1079" dur="250" autoRev="1" fill="remove"/>
                                        <p:tgtEl>
                                          <p:spTgt spid="232"/>
                                        </p:tgtEl>
                                        <p:attrNameLst>
                                          <p:attrName>fill.on</p:attrName>
                                        </p:attrNameLst>
                                      </p:cBhvr>
                                      <p:to>
                                        <p:strVal val="true"/>
                                      </p:to>
                                    </p:set>
                                  </p:childTnLst>
                                </p:cTn>
                              </p:par>
                            </p:childTnLst>
                          </p:cTn>
                        </p:par>
                        <p:par>
                          <p:cTn id="1080" fill="hold">
                            <p:stCondLst>
                              <p:cond delay="5500"/>
                            </p:stCondLst>
                            <p:childTnLst>
                              <p:par>
                                <p:cTn id="1081" presetID="53" presetClass="entr" presetSubtype="16" fill="hold" grpId="0" nodeType="afterEffect">
                                  <p:stCondLst>
                                    <p:cond delay="0"/>
                                  </p:stCondLst>
                                  <p:childTnLst>
                                    <p:set>
                                      <p:cBhvr>
                                        <p:cTn id="1082" dur="1" fill="hold">
                                          <p:stCondLst>
                                            <p:cond delay="0"/>
                                          </p:stCondLst>
                                        </p:cTn>
                                        <p:tgtEl>
                                          <p:spTgt spid="262"/>
                                        </p:tgtEl>
                                        <p:attrNameLst>
                                          <p:attrName>style.visibility</p:attrName>
                                        </p:attrNameLst>
                                      </p:cBhvr>
                                      <p:to>
                                        <p:strVal val="visible"/>
                                      </p:to>
                                    </p:set>
                                    <p:anim calcmode="lin" valueType="num">
                                      <p:cBhvr>
                                        <p:cTn id="1083" dur="500" fill="hold"/>
                                        <p:tgtEl>
                                          <p:spTgt spid="262"/>
                                        </p:tgtEl>
                                        <p:attrNameLst>
                                          <p:attrName>ppt_w</p:attrName>
                                        </p:attrNameLst>
                                      </p:cBhvr>
                                      <p:tavLst>
                                        <p:tav tm="0">
                                          <p:val>
                                            <p:fltVal val="0"/>
                                          </p:val>
                                        </p:tav>
                                        <p:tav tm="100000">
                                          <p:val>
                                            <p:strVal val="#ppt_w"/>
                                          </p:val>
                                        </p:tav>
                                      </p:tavLst>
                                    </p:anim>
                                    <p:anim calcmode="lin" valueType="num">
                                      <p:cBhvr>
                                        <p:cTn id="1084" dur="500" fill="hold"/>
                                        <p:tgtEl>
                                          <p:spTgt spid="262"/>
                                        </p:tgtEl>
                                        <p:attrNameLst>
                                          <p:attrName>ppt_h</p:attrName>
                                        </p:attrNameLst>
                                      </p:cBhvr>
                                      <p:tavLst>
                                        <p:tav tm="0">
                                          <p:val>
                                            <p:fltVal val="0"/>
                                          </p:val>
                                        </p:tav>
                                        <p:tav tm="100000">
                                          <p:val>
                                            <p:strVal val="#ppt_h"/>
                                          </p:val>
                                        </p:tav>
                                      </p:tavLst>
                                    </p:anim>
                                    <p:animEffect transition="in" filter="fade">
                                      <p:cBhvr>
                                        <p:cTn id="1085" dur="500"/>
                                        <p:tgtEl>
                                          <p:spTgt spid="262"/>
                                        </p:tgtEl>
                                      </p:cBhvr>
                                    </p:animEffect>
                                  </p:childTnLst>
                                </p:cTn>
                              </p:par>
                            </p:childTnLst>
                          </p:cTn>
                        </p:par>
                        <p:par>
                          <p:cTn id="1086" fill="hold">
                            <p:stCondLst>
                              <p:cond delay="6000"/>
                            </p:stCondLst>
                            <p:childTnLst>
                              <p:par>
                                <p:cTn id="1087" presetID="10" presetClass="entr" presetSubtype="0" fill="hold" grpId="0" nodeType="afterEffect">
                                  <p:stCondLst>
                                    <p:cond delay="0"/>
                                  </p:stCondLst>
                                  <p:childTnLst>
                                    <p:set>
                                      <p:cBhvr>
                                        <p:cTn id="1088" dur="1" fill="hold">
                                          <p:stCondLst>
                                            <p:cond delay="0"/>
                                          </p:stCondLst>
                                        </p:cTn>
                                        <p:tgtEl>
                                          <p:spTgt spid="263"/>
                                        </p:tgtEl>
                                        <p:attrNameLst>
                                          <p:attrName>style.visibility</p:attrName>
                                        </p:attrNameLst>
                                      </p:cBhvr>
                                      <p:to>
                                        <p:strVal val="visible"/>
                                      </p:to>
                                    </p:set>
                                    <p:animEffect transition="in" filter="fade">
                                      <p:cBhvr>
                                        <p:cTn id="1089" dur="500"/>
                                        <p:tgtEl>
                                          <p:spTgt spid="263"/>
                                        </p:tgtEl>
                                      </p:cBhvr>
                                    </p:animEffect>
                                  </p:childTnLst>
                                </p:cTn>
                              </p:par>
                            </p:childTnLst>
                          </p:cTn>
                        </p:par>
                        <p:par>
                          <p:cTn id="1090" fill="hold">
                            <p:stCondLst>
                              <p:cond delay="6500"/>
                            </p:stCondLst>
                            <p:childTnLst>
                              <p:par>
                                <p:cTn id="1091" presetID="63" presetClass="path" presetSubtype="0" accel="50000" decel="50000" fill="hold" grpId="1" nodeType="afterEffect">
                                  <p:stCondLst>
                                    <p:cond delay="0"/>
                                  </p:stCondLst>
                                  <p:childTnLst>
                                    <p:animMotion origin="layout" path="M 0.00131 0.00023 L 0.25508 -0.18264 " pathEditMode="relative" rAng="0" ptsTypes="AA">
                                      <p:cBhvr>
                                        <p:cTn id="1092" dur="1000" fill="hold"/>
                                        <p:tgtEl>
                                          <p:spTgt spid="263"/>
                                        </p:tgtEl>
                                        <p:attrNameLst>
                                          <p:attrName>ppt_x</p:attrName>
                                          <p:attrName>ppt_y</p:attrName>
                                        </p:attrNameLst>
                                      </p:cBhvr>
                                      <p:rCtr x="12682" y="-9144"/>
                                    </p:animMotion>
                                  </p:childTnLst>
                                </p:cTn>
                              </p:par>
                              <p:par>
                                <p:cTn id="1093" presetID="10" presetClass="exit" presetSubtype="0" fill="hold" grpId="2" nodeType="withEffect">
                                  <p:stCondLst>
                                    <p:cond delay="500"/>
                                  </p:stCondLst>
                                  <p:childTnLst>
                                    <p:animEffect transition="out" filter="fade">
                                      <p:cBhvr>
                                        <p:cTn id="1094" dur="500"/>
                                        <p:tgtEl>
                                          <p:spTgt spid="267"/>
                                        </p:tgtEl>
                                      </p:cBhvr>
                                    </p:animEffect>
                                    <p:set>
                                      <p:cBhvr>
                                        <p:cTn id="1095" dur="1" fill="hold">
                                          <p:stCondLst>
                                            <p:cond delay="499"/>
                                          </p:stCondLst>
                                        </p:cTn>
                                        <p:tgtEl>
                                          <p:spTgt spid="267"/>
                                        </p:tgtEl>
                                        <p:attrNameLst>
                                          <p:attrName>style.visibility</p:attrName>
                                        </p:attrNameLst>
                                      </p:cBhvr>
                                      <p:to>
                                        <p:strVal val="hidden"/>
                                      </p:to>
                                    </p:set>
                                  </p:childTnLst>
                                </p:cTn>
                              </p:par>
                            </p:childTnLst>
                          </p:cTn>
                        </p:par>
                        <p:par>
                          <p:cTn id="1096" fill="hold">
                            <p:stCondLst>
                              <p:cond delay="7500"/>
                            </p:stCondLst>
                            <p:childTnLst>
                              <p:par>
                                <p:cTn id="1097" presetID="27" presetClass="emph" presetSubtype="0" fill="remove" grpId="3" nodeType="afterEffect">
                                  <p:stCondLst>
                                    <p:cond delay="0"/>
                                  </p:stCondLst>
                                  <p:childTnLst>
                                    <p:animClr clrSpc="rgb" dir="cw">
                                      <p:cBhvr override="childStyle">
                                        <p:cTn id="1098" dur="250" autoRev="1" fill="remove"/>
                                        <p:tgtEl>
                                          <p:spTgt spid="235"/>
                                        </p:tgtEl>
                                        <p:attrNameLst>
                                          <p:attrName>style.color</p:attrName>
                                        </p:attrNameLst>
                                      </p:cBhvr>
                                      <p:to>
                                        <a:srgbClr val="DEEBF6"/>
                                      </p:to>
                                    </p:animClr>
                                    <p:animClr clrSpc="rgb" dir="cw">
                                      <p:cBhvr>
                                        <p:cTn id="1099" dur="250" autoRev="1" fill="remove"/>
                                        <p:tgtEl>
                                          <p:spTgt spid="235"/>
                                        </p:tgtEl>
                                        <p:attrNameLst>
                                          <p:attrName>fillcolor</p:attrName>
                                        </p:attrNameLst>
                                      </p:cBhvr>
                                      <p:to>
                                        <a:srgbClr val="DEEBF6"/>
                                      </p:to>
                                    </p:animClr>
                                    <p:set>
                                      <p:cBhvr>
                                        <p:cTn id="1100" dur="250" autoRev="1" fill="remove"/>
                                        <p:tgtEl>
                                          <p:spTgt spid="235"/>
                                        </p:tgtEl>
                                        <p:attrNameLst>
                                          <p:attrName>fill.type</p:attrName>
                                        </p:attrNameLst>
                                      </p:cBhvr>
                                      <p:to>
                                        <p:strVal val="solid"/>
                                      </p:to>
                                    </p:set>
                                    <p:set>
                                      <p:cBhvr>
                                        <p:cTn id="1101" dur="250" autoRev="1" fill="remove"/>
                                        <p:tgtEl>
                                          <p:spTgt spid="235"/>
                                        </p:tgtEl>
                                        <p:attrNameLst>
                                          <p:attrName>fill.on</p:attrName>
                                        </p:attrNameLst>
                                      </p:cBhvr>
                                      <p:to>
                                        <p:strVal val="true"/>
                                      </p:to>
                                    </p:set>
                                  </p:childTnLst>
                                </p:cTn>
                              </p:par>
                            </p:childTnLst>
                          </p:cTn>
                        </p:par>
                        <p:par>
                          <p:cTn id="1102" fill="hold">
                            <p:stCondLst>
                              <p:cond delay="8000"/>
                            </p:stCondLst>
                            <p:childTnLst>
                              <p:par>
                                <p:cTn id="1103" presetID="42" presetClass="path" presetSubtype="0" accel="50000" decel="50000" fill="hold" grpId="1" nodeType="afterEffect">
                                  <p:stCondLst>
                                    <p:cond delay="0"/>
                                  </p:stCondLst>
                                  <p:childTnLst>
                                    <p:animMotion origin="layout" path="M -6.25E-7 4.07407E-6 L -0.20195 0.18356 " pathEditMode="relative" rAng="0" ptsTypes="AA">
                                      <p:cBhvr>
                                        <p:cTn id="1104" dur="1000" fill="hold"/>
                                        <p:tgtEl>
                                          <p:spTgt spid="262"/>
                                        </p:tgtEl>
                                        <p:attrNameLst>
                                          <p:attrName>ppt_x</p:attrName>
                                          <p:attrName>ppt_y</p:attrName>
                                        </p:attrNameLst>
                                      </p:cBhvr>
                                      <p:rCtr x="-10104" y="9167"/>
                                    </p:animMotion>
                                  </p:childTnLst>
                                </p:cTn>
                              </p:par>
                              <p:par>
                                <p:cTn id="1105" presetID="10" presetClass="exit" presetSubtype="0" fill="hold" grpId="1" nodeType="withEffect">
                                  <p:stCondLst>
                                    <p:cond delay="0"/>
                                  </p:stCondLst>
                                  <p:childTnLst>
                                    <p:animEffect transition="out" filter="fade">
                                      <p:cBhvr>
                                        <p:cTn id="1106" dur="500"/>
                                        <p:tgtEl>
                                          <p:spTgt spid="255"/>
                                        </p:tgtEl>
                                      </p:cBhvr>
                                    </p:animEffect>
                                    <p:set>
                                      <p:cBhvr>
                                        <p:cTn id="1107" dur="1" fill="hold">
                                          <p:stCondLst>
                                            <p:cond delay="499"/>
                                          </p:stCondLst>
                                        </p:cTn>
                                        <p:tgtEl>
                                          <p:spTgt spid="255"/>
                                        </p:tgtEl>
                                        <p:attrNameLst>
                                          <p:attrName>style.visibility</p:attrName>
                                        </p:attrNameLst>
                                      </p:cBhvr>
                                      <p:to>
                                        <p:strVal val="hidden"/>
                                      </p:to>
                                    </p:set>
                                  </p:childTnLst>
                                </p:cTn>
                              </p:par>
                            </p:childTnLst>
                          </p:cTn>
                        </p:par>
                        <p:par>
                          <p:cTn id="1108" fill="hold">
                            <p:stCondLst>
                              <p:cond delay="9000"/>
                            </p:stCondLst>
                            <p:childTnLst>
                              <p:par>
                                <p:cTn id="1109" presetID="22" presetClass="exit" presetSubtype="4" fill="hold" nodeType="afterEffect">
                                  <p:stCondLst>
                                    <p:cond delay="0"/>
                                  </p:stCondLst>
                                  <p:childTnLst>
                                    <p:animEffect transition="out" filter="wipe(down)">
                                      <p:cBhvr>
                                        <p:cTn id="1110" dur="500"/>
                                        <p:tgtEl>
                                          <p:spTgt spid="210"/>
                                        </p:tgtEl>
                                      </p:cBhvr>
                                    </p:animEffect>
                                    <p:set>
                                      <p:cBhvr>
                                        <p:cTn id="1111" dur="1" fill="hold">
                                          <p:stCondLst>
                                            <p:cond delay="499"/>
                                          </p:stCondLst>
                                        </p:cTn>
                                        <p:tgtEl>
                                          <p:spTgt spid="210"/>
                                        </p:tgtEl>
                                        <p:attrNameLst>
                                          <p:attrName>style.visibility</p:attrName>
                                        </p:attrNameLst>
                                      </p:cBhvr>
                                      <p:to>
                                        <p:strVal val="hidden"/>
                                      </p:to>
                                    </p:set>
                                  </p:childTnLst>
                                </p:cTn>
                              </p:par>
                            </p:childTnLst>
                          </p:cTn>
                        </p:par>
                        <p:par>
                          <p:cTn id="1112" fill="hold">
                            <p:stCondLst>
                              <p:cond delay="9500"/>
                            </p:stCondLst>
                            <p:childTnLst>
                              <p:par>
                                <p:cTn id="1113" presetID="7" presetClass="emph" presetSubtype="2" fill="hold" nodeType="afterEffect">
                                  <p:stCondLst>
                                    <p:cond delay="0"/>
                                  </p:stCondLst>
                                  <p:childTnLst>
                                    <p:animClr clrSpc="rgb" dir="cw">
                                      <p:cBhvr>
                                        <p:cTn id="1114" dur="1000" fill="hold"/>
                                        <p:tgtEl>
                                          <p:spTgt spid="111"/>
                                        </p:tgtEl>
                                        <p:attrNameLst>
                                          <p:attrName>stroke.color</p:attrName>
                                        </p:attrNameLst>
                                      </p:cBhvr>
                                      <p:to>
                                        <a:srgbClr val="F2F2F2"/>
                                      </p:to>
                                    </p:animClr>
                                    <p:set>
                                      <p:cBhvr>
                                        <p:cTn id="1115" dur="1000" fill="hold"/>
                                        <p:tgtEl>
                                          <p:spTgt spid="111"/>
                                        </p:tgtEl>
                                        <p:attrNameLst>
                                          <p:attrName>stroke.on</p:attrName>
                                        </p:attrNameLst>
                                      </p:cBhvr>
                                      <p:to>
                                        <p:strVal val="true"/>
                                      </p:to>
                                    </p:set>
                                  </p:childTnLst>
                                </p:cTn>
                              </p:par>
                            </p:childTnLst>
                          </p:cTn>
                        </p:par>
                        <p:par>
                          <p:cTn id="1116" fill="hold">
                            <p:stCondLst>
                              <p:cond delay="10500"/>
                            </p:stCondLst>
                            <p:childTnLst>
                              <p:par>
                                <p:cTn id="1117" presetID="7" presetClass="emph" presetSubtype="2" fill="hold" nodeType="afterEffect">
                                  <p:stCondLst>
                                    <p:cond delay="0"/>
                                  </p:stCondLst>
                                  <p:childTnLst>
                                    <p:animClr clrSpc="rgb" dir="cw">
                                      <p:cBhvr>
                                        <p:cTn id="1118" dur="1000" fill="hold"/>
                                        <p:tgtEl>
                                          <p:spTgt spid="106"/>
                                        </p:tgtEl>
                                        <p:attrNameLst>
                                          <p:attrName>stroke.color</p:attrName>
                                        </p:attrNameLst>
                                      </p:cBhvr>
                                      <p:to>
                                        <a:schemeClr val="accent2"/>
                                      </p:to>
                                    </p:animClr>
                                    <p:set>
                                      <p:cBhvr>
                                        <p:cTn id="1119" dur="1000" fill="hold"/>
                                        <p:tgtEl>
                                          <p:spTgt spid="106"/>
                                        </p:tgtEl>
                                        <p:attrNameLst>
                                          <p:attrName>stroke.on</p:attrName>
                                        </p:attrNameLst>
                                      </p:cBhvr>
                                      <p:to>
                                        <p:strVal val="true"/>
                                      </p:to>
                                    </p:set>
                                  </p:childTnLst>
                                </p:cTn>
                              </p:par>
                            </p:childTnLst>
                          </p:cTn>
                        </p:par>
                        <p:par>
                          <p:cTn id="1120" fill="hold">
                            <p:stCondLst>
                              <p:cond delay="11500"/>
                            </p:stCondLst>
                            <p:childTnLst>
                              <p:par>
                                <p:cTn id="1121" presetID="32" presetClass="emph" presetSubtype="0" fill="hold" nodeType="afterEffect">
                                  <p:stCondLst>
                                    <p:cond delay="0"/>
                                  </p:stCondLst>
                                  <p:childTnLst>
                                    <p:animRot by="120000">
                                      <p:cBhvr>
                                        <p:cTn id="1122" dur="150" fill="hold">
                                          <p:stCondLst>
                                            <p:cond delay="0"/>
                                          </p:stCondLst>
                                        </p:cTn>
                                        <p:tgtEl>
                                          <p:spTgt spid="106"/>
                                        </p:tgtEl>
                                        <p:attrNameLst>
                                          <p:attrName>r</p:attrName>
                                        </p:attrNameLst>
                                      </p:cBhvr>
                                    </p:animRot>
                                    <p:animRot by="-240000">
                                      <p:cBhvr>
                                        <p:cTn id="1123" dur="300" fill="hold">
                                          <p:stCondLst>
                                            <p:cond delay="300"/>
                                          </p:stCondLst>
                                        </p:cTn>
                                        <p:tgtEl>
                                          <p:spTgt spid="106"/>
                                        </p:tgtEl>
                                        <p:attrNameLst>
                                          <p:attrName>r</p:attrName>
                                        </p:attrNameLst>
                                      </p:cBhvr>
                                    </p:animRot>
                                    <p:animRot by="240000">
                                      <p:cBhvr>
                                        <p:cTn id="1124" dur="300" fill="hold">
                                          <p:stCondLst>
                                            <p:cond delay="600"/>
                                          </p:stCondLst>
                                        </p:cTn>
                                        <p:tgtEl>
                                          <p:spTgt spid="106"/>
                                        </p:tgtEl>
                                        <p:attrNameLst>
                                          <p:attrName>r</p:attrName>
                                        </p:attrNameLst>
                                      </p:cBhvr>
                                    </p:animRot>
                                    <p:animRot by="-240000">
                                      <p:cBhvr>
                                        <p:cTn id="1125" dur="300" fill="hold">
                                          <p:stCondLst>
                                            <p:cond delay="900"/>
                                          </p:stCondLst>
                                        </p:cTn>
                                        <p:tgtEl>
                                          <p:spTgt spid="106"/>
                                        </p:tgtEl>
                                        <p:attrNameLst>
                                          <p:attrName>r</p:attrName>
                                        </p:attrNameLst>
                                      </p:cBhvr>
                                    </p:animRot>
                                    <p:animRot by="120000">
                                      <p:cBhvr>
                                        <p:cTn id="1126" dur="300" fill="hold">
                                          <p:stCondLst>
                                            <p:cond delay="1200"/>
                                          </p:stCondLst>
                                        </p:cTn>
                                        <p:tgtEl>
                                          <p:spTgt spid="106"/>
                                        </p:tgtEl>
                                        <p:attrNameLst>
                                          <p:attrName>r</p:attrName>
                                        </p:attrNameLst>
                                      </p:cBhvr>
                                    </p:animRot>
                                  </p:childTnLst>
                                </p:cTn>
                              </p:par>
                            </p:childTnLst>
                          </p:cTn>
                        </p:par>
                      </p:childTnLst>
                    </p:cTn>
                  </p:par>
                  <p:par>
                    <p:cTn id="1127" fill="hold">
                      <p:stCondLst>
                        <p:cond delay="indefinite"/>
                      </p:stCondLst>
                      <p:childTnLst>
                        <p:par>
                          <p:cTn id="1128" fill="hold">
                            <p:stCondLst>
                              <p:cond delay="0"/>
                            </p:stCondLst>
                            <p:childTnLst>
                              <p:par>
                                <p:cTn id="1129" presetID="64" presetClass="path" presetSubtype="0" accel="50000" decel="50000" fill="hold" grpId="7" nodeType="clickEffect">
                                  <p:stCondLst>
                                    <p:cond delay="0"/>
                                  </p:stCondLst>
                                  <p:childTnLst>
                                    <p:animMotion origin="layout" path="M -0.28503 0.05254 L -0.33321 -0.34699 " pathEditMode="relative" rAng="0" ptsTypes="AA">
                                      <p:cBhvr>
                                        <p:cTn id="1130" dur="1500" fill="hold"/>
                                        <p:tgtEl>
                                          <p:spTgt spid="116"/>
                                        </p:tgtEl>
                                        <p:attrNameLst>
                                          <p:attrName>ppt_x</p:attrName>
                                          <p:attrName>ppt_y</p:attrName>
                                        </p:attrNameLst>
                                      </p:cBhvr>
                                      <p:rCtr x="-2461" y="-20023"/>
                                    </p:animMotion>
                                  </p:childTnLst>
                                </p:cTn>
                              </p:par>
                              <p:par>
                                <p:cTn id="1131" presetID="10" presetClass="exit" presetSubtype="0" fill="hold" grpId="9" nodeType="withEffect">
                                  <p:stCondLst>
                                    <p:cond delay="500"/>
                                  </p:stCondLst>
                                  <p:childTnLst>
                                    <p:animEffect transition="out" filter="fade">
                                      <p:cBhvr>
                                        <p:cTn id="1132" dur="750"/>
                                        <p:tgtEl>
                                          <p:spTgt spid="109"/>
                                        </p:tgtEl>
                                      </p:cBhvr>
                                    </p:animEffect>
                                    <p:set>
                                      <p:cBhvr>
                                        <p:cTn id="1133" dur="1" fill="hold">
                                          <p:stCondLst>
                                            <p:cond delay="749"/>
                                          </p:stCondLst>
                                        </p:cTn>
                                        <p:tgtEl>
                                          <p:spTgt spid="109"/>
                                        </p:tgtEl>
                                        <p:attrNameLst>
                                          <p:attrName>style.visibility</p:attrName>
                                        </p:attrNameLst>
                                      </p:cBhvr>
                                      <p:to>
                                        <p:strVal val="hidden"/>
                                      </p:to>
                                    </p:set>
                                  </p:childTnLst>
                                </p:cTn>
                              </p:par>
                            </p:childTnLst>
                          </p:cTn>
                        </p:par>
                      </p:childTnLst>
                    </p:cTn>
                  </p:par>
                  <p:par>
                    <p:cTn id="1134" fill="hold">
                      <p:stCondLst>
                        <p:cond delay="indefinite"/>
                      </p:stCondLst>
                      <p:childTnLst>
                        <p:par>
                          <p:cTn id="1135" fill="hold">
                            <p:stCondLst>
                              <p:cond delay="0"/>
                            </p:stCondLst>
                            <p:childTnLst>
                              <p:par>
                                <p:cTn id="1136" presetID="7" presetClass="emph" presetSubtype="2" fill="hold" nodeType="clickEffect">
                                  <p:stCondLst>
                                    <p:cond delay="0"/>
                                  </p:stCondLst>
                                  <p:childTnLst>
                                    <p:animClr clrSpc="rgb" dir="cw">
                                      <p:cBhvr>
                                        <p:cTn id="1137" dur="1000" fill="hold"/>
                                        <p:tgtEl>
                                          <p:spTgt spid="106"/>
                                        </p:tgtEl>
                                        <p:attrNameLst>
                                          <p:attrName>stroke.color</p:attrName>
                                        </p:attrNameLst>
                                      </p:cBhvr>
                                      <p:to>
                                        <a:srgbClr val="F2F2F2"/>
                                      </p:to>
                                    </p:animClr>
                                    <p:set>
                                      <p:cBhvr>
                                        <p:cTn id="1138" dur="1000" fill="hold"/>
                                        <p:tgtEl>
                                          <p:spTgt spid="106"/>
                                        </p:tgtEl>
                                        <p:attrNameLst>
                                          <p:attrName>stroke.on</p:attrName>
                                        </p:attrNameLst>
                                      </p:cBhvr>
                                      <p:to>
                                        <p:strVal val="true"/>
                                      </p:to>
                                    </p:set>
                                  </p:childTnLst>
                                </p:cTn>
                              </p:par>
                            </p:childTnLst>
                          </p:cTn>
                        </p:par>
                        <p:par>
                          <p:cTn id="1139" fill="hold">
                            <p:stCondLst>
                              <p:cond delay="1000"/>
                            </p:stCondLst>
                            <p:childTnLst>
                              <p:par>
                                <p:cTn id="1140" presetID="7" presetClass="emph" presetSubtype="2" fill="hold" nodeType="afterEffect">
                                  <p:stCondLst>
                                    <p:cond delay="0"/>
                                  </p:stCondLst>
                                  <p:childTnLst>
                                    <p:animClr clrSpc="rgb" dir="cw">
                                      <p:cBhvr>
                                        <p:cTn id="1141" dur="1000" fill="hold"/>
                                        <p:tgtEl>
                                          <p:spTgt spid="107"/>
                                        </p:tgtEl>
                                        <p:attrNameLst>
                                          <p:attrName>stroke.color</p:attrName>
                                        </p:attrNameLst>
                                      </p:cBhvr>
                                      <p:to>
                                        <a:srgbClr val="ED7D31"/>
                                      </p:to>
                                    </p:animClr>
                                    <p:set>
                                      <p:cBhvr>
                                        <p:cTn id="1142" dur="1000" fill="hold"/>
                                        <p:tgtEl>
                                          <p:spTgt spid="107"/>
                                        </p:tgtEl>
                                        <p:attrNameLst>
                                          <p:attrName>stroke.on</p:attrName>
                                        </p:attrNameLst>
                                      </p:cBhvr>
                                      <p:to>
                                        <p:strVal val="true"/>
                                      </p:to>
                                    </p:set>
                                  </p:childTnLst>
                                </p:cTn>
                              </p:par>
                            </p:childTnLst>
                          </p:cTn>
                        </p:par>
                        <p:par>
                          <p:cTn id="1143" fill="hold">
                            <p:stCondLst>
                              <p:cond delay="2000"/>
                            </p:stCondLst>
                            <p:childTnLst>
                              <p:par>
                                <p:cTn id="1144" presetID="32" presetClass="emph" presetSubtype="0" fill="hold" nodeType="afterEffect">
                                  <p:stCondLst>
                                    <p:cond delay="0"/>
                                  </p:stCondLst>
                                  <p:childTnLst>
                                    <p:animRot by="120000">
                                      <p:cBhvr>
                                        <p:cTn id="1145" dur="150" fill="hold">
                                          <p:stCondLst>
                                            <p:cond delay="0"/>
                                          </p:stCondLst>
                                        </p:cTn>
                                        <p:tgtEl>
                                          <p:spTgt spid="107"/>
                                        </p:tgtEl>
                                        <p:attrNameLst>
                                          <p:attrName>r</p:attrName>
                                        </p:attrNameLst>
                                      </p:cBhvr>
                                    </p:animRot>
                                    <p:animRot by="-240000">
                                      <p:cBhvr>
                                        <p:cTn id="1146" dur="300" fill="hold">
                                          <p:stCondLst>
                                            <p:cond delay="300"/>
                                          </p:stCondLst>
                                        </p:cTn>
                                        <p:tgtEl>
                                          <p:spTgt spid="107"/>
                                        </p:tgtEl>
                                        <p:attrNameLst>
                                          <p:attrName>r</p:attrName>
                                        </p:attrNameLst>
                                      </p:cBhvr>
                                    </p:animRot>
                                    <p:animRot by="240000">
                                      <p:cBhvr>
                                        <p:cTn id="1147" dur="300" fill="hold">
                                          <p:stCondLst>
                                            <p:cond delay="600"/>
                                          </p:stCondLst>
                                        </p:cTn>
                                        <p:tgtEl>
                                          <p:spTgt spid="107"/>
                                        </p:tgtEl>
                                        <p:attrNameLst>
                                          <p:attrName>r</p:attrName>
                                        </p:attrNameLst>
                                      </p:cBhvr>
                                    </p:animRot>
                                    <p:animRot by="-240000">
                                      <p:cBhvr>
                                        <p:cTn id="1148" dur="300" fill="hold">
                                          <p:stCondLst>
                                            <p:cond delay="900"/>
                                          </p:stCondLst>
                                        </p:cTn>
                                        <p:tgtEl>
                                          <p:spTgt spid="107"/>
                                        </p:tgtEl>
                                        <p:attrNameLst>
                                          <p:attrName>r</p:attrName>
                                        </p:attrNameLst>
                                      </p:cBhvr>
                                    </p:animRot>
                                    <p:animRot by="120000">
                                      <p:cBhvr>
                                        <p:cTn id="1149" dur="300" fill="hold">
                                          <p:stCondLst>
                                            <p:cond delay="1200"/>
                                          </p:stCondLst>
                                        </p:cTn>
                                        <p:tgtEl>
                                          <p:spTgt spid="107"/>
                                        </p:tgtEl>
                                        <p:attrNameLst>
                                          <p:attrName>r</p:attrName>
                                        </p:attrNameLst>
                                      </p:cBhvr>
                                    </p:animRot>
                                  </p:childTnLst>
                                </p:cTn>
                              </p:par>
                            </p:childTnLst>
                          </p:cTn>
                        </p:par>
                      </p:childTnLst>
                    </p:cTn>
                  </p:par>
                  <p:par>
                    <p:cTn id="1150" fill="hold">
                      <p:stCondLst>
                        <p:cond delay="indefinite"/>
                      </p:stCondLst>
                      <p:childTnLst>
                        <p:par>
                          <p:cTn id="1151" fill="hold">
                            <p:stCondLst>
                              <p:cond delay="0"/>
                            </p:stCondLst>
                            <p:childTnLst>
                              <p:par>
                                <p:cTn id="1152" presetID="1" presetClass="entr" presetSubtype="0" fill="hold" grpId="0" nodeType="clickEffect">
                                  <p:stCondLst>
                                    <p:cond delay="0"/>
                                  </p:stCondLst>
                                  <p:childTnLst>
                                    <p:set>
                                      <p:cBhvr>
                                        <p:cTn id="1153" dur="1" fill="hold">
                                          <p:stCondLst>
                                            <p:cond delay="0"/>
                                          </p:stCondLst>
                                        </p:cTn>
                                        <p:tgtEl>
                                          <p:spTgt spid="52"/>
                                        </p:tgtEl>
                                        <p:attrNameLst>
                                          <p:attrName>style.visibility</p:attrName>
                                        </p:attrNameLst>
                                      </p:cBhvr>
                                      <p:to>
                                        <p:strVal val="visible"/>
                                      </p:to>
                                    </p:set>
                                  </p:childTnLst>
                                </p:cTn>
                              </p:par>
                            </p:childTnLst>
                          </p:cTn>
                        </p:par>
                        <p:par>
                          <p:cTn id="1154" fill="hold">
                            <p:stCondLst>
                              <p:cond delay="0"/>
                            </p:stCondLst>
                            <p:childTnLst>
                              <p:par>
                                <p:cTn id="1155" presetID="42" presetClass="path" presetSubtype="0" accel="50000" decel="50000" fill="hold" grpId="1" nodeType="afterEffect">
                                  <p:stCondLst>
                                    <p:cond delay="0"/>
                                  </p:stCondLst>
                                  <p:childTnLst>
                                    <p:animMotion origin="layout" path="M -4.375E-6 -4.81481E-6 L -0.0013 0.14954 " pathEditMode="relative" rAng="0" ptsTypes="AA">
                                      <p:cBhvr>
                                        <p:cTn id="1156" dur="1250" fill="hold"/>
                                        <p:tgtEl>
                                          <p:spTgt spid="52"/>
                                        </p:tgtEl>
                                        <p:attrNameLst>
                                          <p:attrName>ppt_x</p:attrName>
                                          <p:attrName>ppt_y</p:attrName>
                                        </p:attrNameLst>
                                      </p:cBhvr>
                                      <p:rCtr x="-65" y="7477"/>
                                    </p:animMotion>
                                  </p:childTnLst>
                                </p:cTn>
                              </p:par>
                            </p:childTnLst>
                          </p:cTn>
                        </p:par>
                        <p:par>
                          <p:cTn id="1157" fill="hold">
                            <p:stCondLst>
                              <p:cond delay="1250"/>
                            </p:stCondLst>
                            <p:childTnLst>
                              <p:par>
                                <p:cTn id="1158" presetID="7" presetClass="emph" presetSubtype="2" fill="hold" nodeType="afterEffect">
                                  <p:stCondLst>
                                    <p:cond delay="0"/>
                                  </p:stCondLst>
                                  <p:childTnLst>
                                    <p:animClr clrSpc="rgb" dir="cw">
                                      <p:cBhvr>
                                        <p:cTn id="1159" dur="1000" fill="hold"/>
                                        <p:tgtEl>
                                          <p:spTgt spid="107"/>
                                        </p:tgtEl>
                                        <p:attrNameLst>
                                          <p:attrName>stroke.color</p:attrName>
                                        </p:attrNameLst>
                                      </p:cBhvr>
                                      <p:to>
                                        <a:srgbClr val="F2F2F2"/>
                                      </p:to>
                                    </p:animClr>
                                    <p:set>
                                      <p:cBhvr>
                                        <p:cTn id="1160" dur="1000" fill="hold"/>
                                        <p:tgtEl>
                                          <p:spTgt spid="107"/>
                                        </p:tgtEl>
                                        <p:attrNameLst>
                                          <p:attrName>stroke.on</p:attrName>
                                        </p:attrNameLst>
                                      </p:cBhvr>
                                      <p:to>
                                        <p:strVal val="true"/>
                                      </p:to>
                                    </p:set>
                                  </p:childTnLst>
                                </p:cTn>
                              </p:par>
                              <p:par>
                                <p:cTn id="1161" presetID="7" presetClass="emph" presetSubtype="2" fill="hold" nodeType="withEffect">
                                  <p:stCondLst>
                                    <p:cond delay="0"/>
                                  </p:stCondLst>
                                  <p:childTnLst>
                                    <p:animClr clrSpc="rgb" dir="cw">
                                      <p:cBhvr>
                                        <p:cTn id="1162" dur="1000" fill="hold"/>
                                        <p:tgtEl>
                                          <p:spTgt spid="111"/>
                                        </p:tgtEl>
                                        <p:attrNameLst>
                                          <p:attrName>stroke.color</p:attrName>
                                        </p:attrNameLst>
                                      </p:cBhvr>
                                      <p:to>
                                        <a:srgbClr val="ED7D31"/>
                                      </p:to>
                                    </p:animClr>
                                    <p:set>
                                      <p:cBhvr>
                                        <p:cTn id="1163" dur="1000" fill="hold"/>
                                        <p:tgtEl>
                                          <p:spTgt spid="111"/>
                                        </p:tgtEl>
                                        <p:attrNameLst>
                                          <p:attrName>stroke.on</p:attrName>
                                        </p:attrNameLst>
                                      </p:cBhvr>
                                      <p:to>
                                        <p:strVal val="true"/>
                                      </p:to>
                                    </p:set>
                                  </p:childTnLst>
                                </p:cTn>
                              </p:par>
                            </p:childTnLst>
                          </p:cTn>
                        </p:par>
                        <p:par>
                          <p:cTn id="1164" fill="hold">
                            <p:stCondLst>
                              <p:cond delay="2250"/>
                            </p:stCondLst>
                            <p:childTnLst>
                              <p:par>
                                <p:cTn id="1165" presetID="32" presetClass="emph" presetSubtype="0" fill="hold" nodeType="afterEffect">
                                  <p:stCondLst>
                                    <p:cond delay="0"/>
                                  </p:stCondLst>
                                  <p:childTnLst>
                                    <p:animRot by="120000">
                                      <p:cBhvr>
                                        <p:cTn id="1166" dur="150" fill="hold">
                                          <p:stCondLst>
                                            <p:cond delay="0"/>
                                          </p:stCondLst>
                                        </p:cTn>
                                        <p:tgtEl>
                                          <p:spTgt spid="111"/>
                                        </p:tgtEl>
                                        <p:attrNameLst>
                                          <p:attrName>r</p:attrName>
                                        </p:attrNameLst>
                                      </p:cBhvr>
                                    </p:animRot>
                                    <p:animRot by="-240000">
                                      <p:cBhvr>
                                        <p:cTn id="1167" dur="300" fill="hold">
                                          <p:stCondLst>
                                            <p:cond delay="300"/>
                                          </p:stCondLst>
                                        </p:cTn>
                                        <p:tgtEl>
                                          <p:spTgt spid="111"/>
                                        </p:tgtEl>
                                        <p:attrNameLst>
                                          <p:attrName>r</p:attrName>
                                        </p:attrNameLst>
                                      </p:cBhvr>
                                    </p:animRot>
                                    <p:animRot by="240000">
                                      <p:cBhvr>
                                        <p:cTn id="1168" dur="300" fill="hold">
                                          <p:stCondLst>
                                            <p:cond delay="600"/>
                                          </p:stCondLst>
                                        </p:cTn>
                                        <p:tgtEl>
                                          <p:spTgt spid="111"/>
                                        </p:tgtEl>
                                        <p:attrNameLst>
                                          <p:attrName>r</p:attrName>
                                        </p:attrNameLst>
                                      </p:cBhvr>
                                    </p:animRot>
                                    <p:animRot by="-240000">
                                      <p:cBhvr>
                                        <p:cTn id="1169" dur="300" fill="hold">
                                          <p:stCondLst>
                                            <p:cond delay="900"/>
                                          </p:stCondLst>
                                        </p:cTn>
                                        <p:tgtEl>
                                          <p:spTgt spid="111"/>
                                        </p:tgtEl>
                                        <p:attrNameLst>
                                          <p:attrName>r</p:attrName>
                                        </p:attrNameLst>
                                      </p:cBhvr>
                                    </p:animRot>
                                    <p:animRot by="120000">
                                      <p:cBhvr>
                                        <p:cTn id="1170" dur="300" fill="hold">
                                          <p:stCondLst>
                                            <p:cond delay="1200"/>
                                          </p:stCondLst>
                                        </p:cTn>
                                        <p:tgtEl>
                                          <p:spTgt spid="111"/>
                                        </p:tgtEl>
                                        <p:attrNameLst>
                                          <p:attrName>r</p:attrName>
                                        </p:attrNameLst>
                                      </p:cBhvr>
                                    </p:animRot>
                                  </p:childTnLst>
                                </p:cTn>
                              </p:par>
                            </p:childTnLst>
                          </p:cTn>
                        </p:par>
                      </p:childTnLst>
                    </p:cTn>
                  </p:par>
                  <p:par>
                    <p:cTn id="1171" fill="hold">
                      <p:stCondLst>
                        <p:cond delay="indefinite"/>
                      </p:stCondLst>
                      <p:childTnLst>
                        <p:par>
                          <p:cTn id="1172" fill="hold">
                            <p:stCondLst>
                              <p:cond delay="0"/>
                            </p:stCondLst>
                            <p:childTnLst>
                              <p:par>
                                <p:cTn id="1173" presetID="22" presetClass="entr" presetSubtype="1" fill="hold" nodeType="clickEffect">
                                  <p:stCondLst>
                                    <p:cond delay="0"/>
                                  </p:stCondLst>
                                  <p:childTnLst>
                                    <p:set>
                                      <p:cBhvr>
                                        <p:cTn id="1174" dur="1" fill="hold">
                                          <p:stCondLst>
                                            <p:cond delay="0"/>
                                          </p:stCondLst>
                                        </p:cTn>
                                        <p:tgtEl>
                                          <p:spTgt spid="216"/>
                                        </p:tgtEl>
                                        <p:attrNameLst>
                                          <p:attrName>style.visibility</p:attrName>
                                        </p:attrNameLst>
                                      </p:cBhvr>
                                      <p:to>
                                        <p:strVal val="visible"/>
                                      </p:to>
                                    </p:set>
                                    <p:animEffect transition="in" filter="wipe(up)">
                                      <p:cBhvr>
                                        <p:cTn id="1175" dur="500"/>
                                        <p:tgtEl>
                                          <p:spTgt spid="216"/>
                                        </p:tgtEl>
                                      </p:cBhvr>
                                    </p:animEffect>
                                  </p:childTnLst>
                                </p:cTn>
                              </p:par>
                            </p:childTnLst>
                          </p:cTn>
                        </p:par>
                        <p:par>
                          <p:cTn id="1176" fill="hold">
                            <p:stCondLst>
                              <p:cond delay="500"/>
                            </p:stCondLst>
                            <p:childTnLst>
                              <p:par>
                                <p:cTn id="1177" presetID="63" presetClass="path" presetSubtype="0" accel="50000" decel="50000" fill="hold" nodeType="afterEffect">
                                  <p:stCondLst>
                                    <p:cond delay="0"/>
                                  </p:stCondLst>
                                  <p:childTnLst>
                                    <p:animMotion origin="layout" path="M 0.10286 0.00162 L 0.13815 0.00162 " pathEditMode="relative" rAng="0" ptsTypes="AA">
                                      <p:cBhvr>
                                        <p:cTn id="1178" dur="2000" fill="hold"/>
                                        <p:tgtEl>
                                          <p:spTgt spid="240"/>
                                        </p:tgtEl>
                                        <p:attrNameLst>
                                          <p:attrName>ppt_x</p:attrName>
                                          <p:attrName>ppt_y</p:attrName>
                                        </p:attrNameLst>
                                      </p:cBhvr>
                                      <p:rCtr x="1758" y="0"/>
                                    </p:animMotion>
                                  </p:childTnLst>
                                </p:cTn>
                              </p:par>
                            </p:childTnLst>
                          </p:cTn>
                        </p:par>
                        <p:par>
                          <p:cTn id="1179" fill="hold">
                            <p:stCondLst>
                              <p:cond delay="2500"/>
                            </p:stCondLst>
                            <p:childTnLst>
                              <p:par>
                                <p:cTn id="1180" presetID="6" presetClass="emph" presetSubtype="0" fill="hold" grpId="2" nodeType="afterEffect">
                                  <p:stCondLst>
                                    <p:cond delay="0"/>
                                  </p:stCondLst>
                                  <p:childTnLst>
                                    <p:animScale>
                                      <p:cBhvr>
                                        <p:cTn id="1181" dur="1500" fill="hold"/>
                                        <p:tgtEl>
                                          <p:spTgt spid="94"/>
                                        </p:tgtEl>
                                      </p:cBhvr>
                                      <p:by x="150000" y="150000"/>
                                    </p:animScale>
                                  </p:childTnLst>
                                </p:cTn>
                              </p:par>
                            </p:childTnLst>
                          </p:cTn>
                        </p:par>
                        <p:par>
                          <p:cTn id="1182" fill="hold">
                            <p:stCondLst>
                              <p:cond delay="4000"/>
                            </p:stCondLst>
                            <p:childTnLst>
                              <p:par>
                                <p:cTn id="1183" presetID="16" presetClass="exit" presetSubtype="21" fill="hold" grpId="3" nodeType="afterEffect">
                                  <p:stCondLst>
                                    <p:cond delay="0"/>
                                  </p:stCondLst>
                                  <p:childTnLst>
                                    <p:animEffect transition="out" filter="barn(inVertical)">
                                      <p:cBhvr>
                                        <p:cTn id="1184" dur="500"/>
                                        <p:tgtEl>
                                          <p:spTgt spid="94"/>
                                        </p:tgtEl>
                                      </p:cBhvr>
                                    </p:animEffect>
                                    <p:set>
                                      <p:cBhvr>
                                        <p:cTn id="1185" dur="1" fill="hold">
                                          <p:stCondLst>
                                            <p:cond delay="499"/>
                                          </p:stCondLst>
                                        </p:cTn>
                                        <p:tgtEl>
                                          <p:spTgt spid="94"/>
                                        </p:tgtEl>
                                        <p:attrNameLst>
                                          <p:attrName>style.visibility</p:attrName>
                                        </p:attrNameLst>
                                      </p:cBhvr>
                                      <p:to>
                                        <p:strVal val="hidden"/>
                                      </p:to>
                                    </p:set>
                                  </p:childTnLst>
                                </p:cTn>
                              </p:par>
                            </p:childTnLst>
                          </p:cTn>
                        </p:par>
                        <p:par>
                          <p:cTn id="1186" fill="hold">
                            <p:stCondLst>
                              <p:cond delay="4500"/>
                            </p:stCondLst>
                            <p:childTnLst>
                              <p:par>
                                <p:cTn id="1187" presetID="1" presetClass="entr" presetSubtype="0" fill="hold" grpId="0" nodeType="afterEffect">
                                  <p:stCondLst>
                                    <p:cond delay="0"/>
                                  </p:stCondLst>
                                  <p:childTnLst>
                                    <p:set>
                                      <p:cBhvr>
                                        <p:cTn id="1188" dur="1" fill="hold">
                                          <p:stCondLst>
                                            <p:cond delay="0"/>
                                          </p:stCondLst>
                                        </p:cTn>
                                        <p:tgtEl>
                                          <p:spTgt spid="277"/>
                                        </p:tgtEl>
                                        <p:attrNameLst>
                                          <p:attrName>style.visibility</p:attrName>
                                        </p:attrNameLst>
                                      </p:cBhvr>
                                      <p:to>
                                        <p:strVal val="visible"/>
                                      </p:to>
                                    </p:set>
                                  </p:childTnLst>
                                </p:cTn>
                              </p:par>
                            </p:childTnLst>
                          </p:cTn>
                        </p:par>
                        <p:par>
                          <p:cTn id="1189" fill="hold">
                            <p:stCondLst>
                              <p:cond delay="4500"/>
                            </p:stCondLst>
                            <p:childTnLst>
                              <p:par>
                                <p:cTn id="1190" presetID="63" presetClass="path" presetSubtype="0" accel="50000" decel="50000" fill="hold" grpId="1" nodeType="afterEffect">
                                  <p:stCondLst>
                                    <p:cond delay="0"/>
                                  </p:stCondLst>
                                  <p:childTnLst>
                                    <p:animMotion origin="layout" path="M -8.33333E-7 2.59259E-6 L 0.14675 -0.18681 " pathEditMode="relative" rAng="0" ptsTypes="AA">
                                      <p:cBhvr>
                                        <p:cTn id="1191" dur="1000" fill="hold"/>
                                        <p:tgtEl>
                                          <p:spTgt spid="277"/>
                                        </p:tgtEl>
                                        <p:attrNameLst>
                                          <p:attrName>ppt_x</p:attrName>
                                          <p:attrName>ppt_y</p:attrName>
                                        </p:attrNameLst>
                                      </p:cBhvr>
                                      <p:rCtr x="7331" y="-9352"/>
                                    </p:animMotion>
                                  </p:childTnLst>
                                </p:cTn>
                              </p:par>
                              <p:par>
                                <p:cTn id="1192" presetID="10" presetClass="exit" presetSubtype="0" fill="hold" grpId="2" nodeType="withEffect">
                                  <p:stCondLst>
                                    <p:cond delay="0"/>
                                  </p:stCondLst>
                                  <p:childTnLst>
                                    <p:animEffect transition="out" filter="fade">
                                      <p:cBhvr>
                                        <p:cTn id="1193" dur="500"/>
                                        <p:tgtEl>
                                          <p:spTgt spid="259"/>
                                        </p:tgtEl>
                                      </p:cBhvr>
                                    </p:animEffect>
                                    <p:set>
                                      <p:cBhvr>
                                        <p:cTn id="1194" dur="1" fill="hold">
                                          <p:stCondLst>
                                            <p:cond delay="499"/>
                                          </p:stCondLst>
                                        </p:cTn>
                                        <p:tgtEl>
                                          <p:spTgt spid="259"/>
                                        </p:tgtEl>
                                        <p:attrNameLst>
                                          <p:attrName>style.visibility</p:attrName>
                                        </p:attrNameLst>
                                      </p:cBhvr>
                                      <p:to>
                                        <p:strVal val="hidden"/>
                                      </p:to>
                                    </p:set>
                                  </p:childTnLst>
                                </p:cTn>
                              </p:par>
                            </p:childTnLst>
                          </p:cTn>
                        </p:par>
                        <p:par>
                          <p:cTn id="1195" fill="hold">
                            <p:stCondLst>
                              <p:cond delay="5500"/>
                            </p:stCondLst>
                            <p:childTnLst>
                              <p:par>
                                <p:cTn id="1196" presetID="1" presetClass="entr" presetSubtype="0" fill="hold" grpId="0" nodeType="afterEffect">
                                  <p:stCondLst>
                                    <p:cond delay="0"/>
                                  </p:stCondLst>
                                  <p:childTnLst>
                                    <p:set>
                                      <p:cBhvr>
                                        <p:cTn id="1197" dur="1" fill="hold">
                                          <p:stCondLst>
                                            <p:cond delay="0"/>
                                          </p:stCondLst>
                                        </p:cTn>
                                        <p:tgtEl>
                                          <p:spTgt spid="272"/>
                                        </p:tgtEl>
                                        <p:attrNameLst>
                                          <p:attrName>style.visibility</p:attrName>
                                        </p:attrNameLst>
                                      </p:cBhvr>
                                      <p:to>
                                        <p:strVal val="visible"/>
                                      </p:to>
                                    </p:set>
                                  </p:childTnLst>
                                </p:cTn>
                              </p:par>
                            </p:childTnLst>
                          </p:cTn>
                        </p:par>
                        <p:par>
                          <p:cTn id="1198" fill="hold">
                            <p:stCondLst>
                              <p:cond delay="5500"/>
                            </p:stCondLst>
                            <p:childTnLst>
                              <p:par>
                                <p:cTn id="1199" presetID="49" presetClass="path" presetSubtype="0" accel="50000" decel="50000" fill="hold" grpId="1" nodeType="afterEffect">
                                  <p:stCondLst>
                                    <p:cond delay="0"/>
                                  </p:stCondLst>
                                  <p:childTnLst>
                                    <p:animMotion origin="layout" path="M 3.33333E-6 1.85185E-6 L 0.20573 0.11875 " pathEditMode="relative" rAng="0" ptsTypes="AA">
                                      <p:cBhvr>
                                        <p:cTn id="1200" dur="1000" fill="hold"/>
                                        <p:tgtEl>
                                          <p:spTgt spid="272"/>
                                        </p:tgtEl>
                                        <p:attrNameLst>
                                          <p:attrName>ppt_x</p:attrName>
                                          <p:attrName>ppt_y</p:attrName>
                                        </p:attrNameLst>
                                      </p:cBhvr>
                                      <p:rCtr x="10286" y="5926"/>
                                    </p:animMotion>
                                  </p:childTnLst>
                                </p:cTn>
                              </p:par>
                              <p:par>
                                <p:cTn id="1201" presetID="10" presetClass="exit" presetSubtype="0" fill="hold" grpId="2" nodeType="withEffect">
                                  <p:stCondLst>
                                    <p:cond delay="0"/>
                                  </p:stCondLst>
                                  <p:childTnLst>
                                    <p:animEffect transition="out" filter="fade">
                                      <p:cBhvr>
                                        <p:cTn id="1202" dur="500"/>
                                        <p:tgtEl>
                                          <p:spTgt spid="261"/>
                                        </p:tgtEl>
                                      </p:cBhvr>
                                    </p:animEffect>
                                    <p:set>
                                      <p:cBhvr>
                                        <p:cTn id="1203" dur="1" fill="hold">
                                          <p:stCondLst>
                                            <p:cond delay="499"/>
                                          </p:stCondLst>
                                        </p:cTn>
                                        <p:tgtEl>
                                          <p:spTgt spid="261"/>
                                        </p:tgtEl>
                                        <p:attrNameLst>
                                          <p:attrName>style.visibility</p:attrName>
                                        </p:attrNameLst>
                                      </p:cBhvr>
                                      <p:to>
                                        <p:strVal val="hidden"/>
                                      </p:to>
                                    </p:set>
                                  </p:childTnLst>
                                </p:cTn>
                              </p:par>
                            </p:childTnLst>
                          </p:cTn>
                        </p:par>
                        <p:par>
                          <p:cTn id="1204" fill="hold">
                            <p:stCondLst>
                              <p:cond delay="6500"/>
                            </p:stCondLst>
                            <p:childTnLst>
                              <p:par>
                                <p:cTn id="1205" presetID="27" presetClass="emph" presetSubtype="0" fill="remove" grpId="6" nodeType="afterEffect">
                                  <p:stCondLst>
                                    <p:cond delay="0"/>
                                  </p:stCondLst>
                                  <p:childTnLst>
                                    <p:animClr clrSpc="rgb" dir="cw">
                                      <p:cBhvr override="childStyle">
                                        <p:cTn id="1206" dur="250" autoRev="1" fill="remove"/>
                                        <p:tgtEl>
                                          <p:spTgt spid="232"/>
                                        </p:tgtEl>
                                        <p:attrNameLst>
                                          <p:attrName>style.color</p:attrName>
                                        </p:attrNameLst>
                                      </p:cBhvr>
                                      <p:to>
                                        <a:srgbClr val="DEEBF6"/>
                                      </p:to>
                                    </p:animClr>
                                    <p:animClr clrSpc="rgb" dir="cw">
                                      <p:cBhvr>
                                        <p:cTn id="1207" dur="250" autoRev="1" fill="remove"/>
                                        <p:tgtEl>
                                          <p:spTgt spid="232"/>
                                        </p:tgtEl>
                                        <p:attrNameLst>
                                          <p:attrName>fillcolor</p:attrName>
                                        </p:attrNameLst>
                                      </p:cBhvr>
                                      <p:to>
                                        <a:srgbClr val="DEEBF6"/>
                                      </p:to>
                                    </p:animClr>
                                    <p:set>
                                      <p:cBhvr>
                                        <p:cTn id="1208" dur="250" autoRev="1" fill="remove"/>
                                        <p:tgtEl>
                                          <p:spTgt spid="232"/>
                                        </p:tgtEl>
                                        <p:attrNameLst>
                                          <p:attrName>fill.type</p:attrName>
                                        </p:attrNameLst>
                                      </p:cBhvr>
                                      <p:to>
                                        <p:strVal val="solid"/>
                                      </p:to>
                                    </p:set>
                                    <p:set>
                                      <p:cBhvr>
                                        <p:cTn id="1209" dur="250" autoRev="1" fill="remove"/>
                                        <p:tgtEl>
                                          <p:spTgt spid="232"/>
                                        </p:tgtEl>
                                        <p:attrNameLst>
                                          <p:attrName>fill.on</p:attrName>
                                        </p:attrNameLst>
                                      </p:cBhvr>
                                      <p:to>
                                        <p:strVal val="true"/>
                                      </p:to>
                                    </p:set>
                                  </p:childTnLst>
                                </p:cTn>
                              </p:par>
                            </p:childTnLst>
                          </p:cTn>
                        </p:par>
                        <p:par>
                          <p:cTn id="1210" fill="hold">
                            <p:stCondLst>
                              <p:cond delay="7000"/>
                            </p:stCondLst>
                            <p:childTnLst>
                              <p:par>
                                <p:cTn id="1211" presetID="53" presetClass="entr" presetSubtype="16" fill="hold" grpId="0" nodeType="afterEffect">
                                  <p:stCondLst>
                                    <p:cond delay="0"/>
                                  </p:stCondLst>
                                  <p:childTnLst>
                                    <p:set>
                                      <p:cBhvr>
                                        <p:cTn id="1212" dur="1" fill="hold">
                                          <p:stCondLst>
                                            <p:cond delay="0"/>
                                          </p:stCondLst>
                                        </p:cTn>
                                        <p:tgtEl>
                                          <p:spTgt spid="273"/>
                                        </p:tgtEl>
                                        <p:attrNameLst>
                                          <p:attrName>style.visibility</p:attrName>
                                        </p:attrNameLst>
                                      </p:cBhvr>
                                      <p:to>
                                        <p:strVal val="visible"/>
                                      </p:to>
                                    </p:set>
                                    <p:anim calcmode="lin" valueType="num">
                                      <p:cBhvr>
                                        <p:cTn id="1213" dur="500" fill="hold"/>
                                        <p:tgtEl>
                                          <p:spTgt spid="273"/>
                                        </p:tgtEl>
                                        <p:attrNameLst>
                                          <p:attrName>ppt_w</p:attrName>
                                        </p:attrNameLst>
                                      </p:cBhvr>
                                      <p:tavLst>
                                        <p:tav tm="0">
                                          <p:val>
                                            <p:fltVal val="0"/>
                                          </p:val>
                                        </p:tav>
                                        <p:tav tm="100000">
                                          <p:val>
                                            <p:strVal val="#ppt_w"/>
                                          </p:val>
                                        </p:tav>
                                      </p:tavLst>
                                    </p:anim>
                                    <p:anim calcmode="lin" valueType="num">
                                      <p:cBhvr>
                                        <p:cTn id="1214" dur="500" fill="hold"/>
                                        <p:tgtEl>
                                          <p:spTgt spid="273"/>
                                        </p:tgtEl>
                                        <p:attrNameLst>
                                          <p:attrName>ppt_h</p:attrName>
                                        </p:attrNameLst>
                                      </p:cBhvr>
                                      <p:tavLst>
                                        <p:tav tm="0">
                                          <p:val>
                                            <p:fltVal val="0"/>
                                          </p:val>
                                        </p:tav>
                                        <p:tav tm="100000">
                                          <p:val>
                                            <p:strVal val="#ppt_h"/>
                                          </p:val>
                                        </p:tav>
                                      </p:tavLst>
                                    </p:anim>
                                    <p:animEffect transition="in" filter="fade">
                                      <p:cBhvr>
                                        <p:cTn id="1215" dur="500"/>
                                        <p:tgtEl>
                                          <p:spTgt spid="273"/>
                                        </p:tgtEl>
                                      </p:cBhvr>
                                    </p:animEffect>
                                  </p:childTnLst>
                                </p:cTn>
                              </p:par>
                            </p:childTnLst>
                          </p:cTn>
                        </p:par>
                        <p:par>
                          <p:cTn id="1216" fill="hold">
                            <p:stCondLst>
                              <p:cond delay="7500"/>
                            </p:stCondLst>
                            <p:childTnLst>
                              <p:par>
                                <p:cTn id="1217" presetID="1" presetClass="entr" presetSubtype="0" fill="hold" grpId="0" nodeType="afterEffect">
                                  <p:stCondLst>
                                    <p:cond delay="0"/>
                                  </p:stCondLst>
                                  <p:childTnLst>
                                    <p:set>
                                      <p:cBhvr>
                                        <p:cTn id="1218" dur="1" fill="hold">
                                          <p:stCondLst>
                                            <p:cond delay="0"/>
                                          </p:stCondLst>
                                        </p:cTn>
                                        <p:tgtEl>
                                          <p:spTgt spid="274"/>
                                        </p:tgtEl>
                                        <p:attrNameLst>
                                          <p:attrName>style.visibility</p:attrName>
                                        </p:attrNameLst>
                                      </p:cBhvr>
                                      <p:to>
                                        <p:strVal val="visible"/>
                                      </p:to>
                                    </p:set>
                                  </p:childTnLst>
                                </p:cTn>
                              </p:par>
                            </p:childTnLst>
                          </p:cTn>
                        </p:par>
                        <p:par>
                          <p:cTn id="1219" fill="hold">
                            <p:stCondLst>
                              <p:cond delay="7500"/>
                            </p:stCondLst>
                            <p:childTnLst>
                              <p:par>
                                <p:cTn id="1220" presetID="63" presetClass="path" presetSubtype="0" accel="50000" decel="50000" fill="hold" grpId="1" nodeType="afterEffect">
                                  <p:stCondLst>
                                    <p:cond delay="0"/>
                                  </p:stCondLst>
                                  <p:childTnLst>
                                    <p:animMotion origin="layout" path="M 0.00131 0.00162 L 0.25482 -0.18403 " pathEditMode="relative" rAng="0" ptsTypes="AA">
                                      <p:cBhvr>
                                        <p:cTn id="1221" dur="1000" fill="hold"/>
                                        <p:tgtEl>
                                          <p:spTgt spid="274"/>
                                        </p:tgtEl>
                                        <p:attrNameLst>
                                          <p:attrName>ppt_x</p:attrName>
                                          <p:attrName>ppt_y</p:attrName>
                                        </p:attrNameLst>
                                      </p:cBhvr>
                                      <p:rCtr x="12669" y="-9282"/>
                                    </p:animMotion>
                                  </p:childTnLst>
                                </p:cTn>
                              </p:par>
                              <p:par>
                                <p:cTn id="1222" presetID="10" presetClass="exit" presetSubtype="0" fill="hold" grpId="2" nodeType="withEffect">
                                  <p:stCondLst>
                                    <p:cond delay="500"/>
                                  </p:stCondLst>
                                  <p:childTnLst>
                                    <p:animEffect transition="out" filter="fade">
                                      <p:cBhvr>
                                        <p:cTn id="1223" dur="500"/>
                                        <p:tgtEl>
                                          <p:spTgt spid="263"/>
                                        </p:tgtEl>
                                      </p:cBhvr>
                                    </p:animEffect>
                                    <p:set>
                                      <p:cBhvr>
                                        <p:cTn id="1224" dur="1" fill="hold">
                                          <p:stCondLst>
                                            <p:cond delay="499"/>
                                          </p:stCondLst>
                                        </p:cTn>
                                        <p:tgtEl>
                                          <p:spTgt spid="263"/>
                                        </p:tgtEl>
                                        <p:attrNameLst>
                                          <p:attrName>style.visibility</p:attrName>
                                        </p:attrNameLst>
                                      </p:cBhvr>
                                      <p:to>
                                        <p:strVal val="hidden"/>
                                      </p:to>
                                    </p:set>
                                  </p:childTnLst>
                                </p:cTn>
                              </p:par>
                            </p:childTnLst>
                          </p:cTn>
                        </p:par>
                        <p:par>
                          <p:cTn id="1225" fill="hold">
                            <p:stCondLst>
                              <p:cond delay="8500"/>
                            </p:stCondLst>
                            <p:childTnLst>
                              <p:par>
                                <p:cTn id="1226" presetID="27" presetClass="emph" presetSubtype="0" fill="remove" grpId="5" nodeType="afterEffect">
                                  <p:stCondLst>
                                    <p:cond delay="0"/>
                                  </p:stCondLst>
                                  <p:childTnLst>
                                    <p:animClr clrSpc="rgb" dir="cw">
                                      <p:cBhvr override="childStyle">
                                        <p:cTn id="1227" dur="250" autoRev="1" fill="remove"/>
                                        <p:tgtEl>
                                          <p:spTgt spid="235"/>
                                        </p:tgtEl>
                                        <p:attrNameLst>
                                          <p:attrName>style.color</p:attrName>
                                        </p:attrNameLst>
                                      </p:cBhvr>
                                      <p:to>
                                        <a:srgbClr val="DEEBF6"/>
                                      </p:to>
                                    </p:animClr>
                                    <p:animClr clrSpc="rgb" dir="cw">
                                      <p:cBhvr>
                                        <p:cTn id="1228" dur="250" autoRev="1" fill="remove"/>
                                        <p:tgtEl>
                                          <p:spTgt spid="235"/>
                                        </p:tgtEl>
                                        <p:attrNameLst>
                                          <p:attrName>fillcolor</p:attrName>
                                        </p:attrNameLst>
                                      </p:cBhvr>
                                      <p:to>
                                        <a:srgbClr val="DEEBF6"/>
                                      </p:to>
                                    </p:animClr>
                                    <p:set>
                                      <p:cBhvr>
                                        <p:cTn id="1229" dur="250" autoRev="1" fill="remove"/>
                                        <p:tgtEl>
                                          <p:spTgt spid="235"/>
                                        </p:tgtEl>
                                        <p:attrNameLst>
                                          <p:attrName>fill.type</p:attrName>
                                        </p:attrNameLst>
                                      </p:cBhvr>
                                      <p:to>
                                        <p:strVal val="solid"/>
                                      </p:to>
                                    </p:set>
                                    <p:set>
                                      <p:cBhvr>
                                        <p:cTn id="1230" dur="250" autoRev="1" fill="remove"/>
                                        <p:tgtEl>
                                          <p:spTgt spid="235"/>
                                        </p:tgtEl>
                                        <p:attrNameLst>
                                          <p:attrName>fill.on</p:attrName>
                                        </p:attrNameLst>
                                      </p:cBhvr>
                                      <p:to>
                                        <p:strVal val="true"/>
                                      </p:to>
                                    </p:set>
                                  </p:childTnLst>
                                </p:cTn>
                              </p:par>
                            </p:childTnLst>
                          </p:cTn>
                        </p:par>
                        <p:par>
                          <p:cTn id="1231" fill="hold">
                            <p:stCondLst>
                              <p:cond delay="9000"/>
                            </p:stCondLst>
                            <p:childTnLst>
                              <p:par>
                                <p:cTn id="1232" presetID="42" presetClass="path" presetSubtype="0" accel="50000" decel="50000" fill="hold" grpId="1" nodeType="afterEffect">
                                  <p:stCondLst>
                                    <p:cond delay="0"/>
                                  </p:stCondLst>
                                  <p:childTnLst>
                                    <p:animMotion origin="layout" path="M 1.25E-6 2.22222E-6 L -0.20195 0.18356 " pathEditMode="relative" rAng="0" ptsTypes="AA">
                                      <p:cBhvr>
                                        <p:cTn id="1233" dur="1000" fill="hold"/>
                                        <p:tgtEl>
                                          <p:spTgt spid="273"/>
                                        </p:tgtEl>
                                        <p:attrNameLst>
                                          <p:attrName>ppt_x</p:attrName>
                                          <p:attrName>ppt_y</p:attrName>
                                        </p:attrNameLst>
                                      </p:cBhvr>
                                      <p:rCtr x="-10104" y="9167"/>
                                    </p:animMotion>
                                  </p:childTnLst>
                                </p:cTn>
                              </p:par>
                              <p:par>
                                <p:cTn id="1234" presetID="10" presetClass="exit" presetSubtype="0" fill="hold" grpId="2" nodeType="withEffect">
                                  <p:stCondLst>
                                    <p:cond delay="250"/>
                                  </p:stCondLst>
                                  <p:childTnLst>
                                    <p:animEffect transition="out" filter="fade">
                                      <p:cBhvr>
                                        <p:cTn id="1235" dur="500"/>
                                        <p:tgtEl>
                                          <p:spTgt spid="262"/>
                                        </p:tgtEl>
                                      </p:cBhvr>
                                    </p:animEffect>
                                    <p:set>
                                      <p:cBhvr>
                                        <p:cTn id="1236" dur="1" fill="hold">
                                          <p:stCondLst>
                                            <p:cond delay="499"/>
                                          </p:stCondLst>
                                        </p:cTn>
                                        <p:tgtEl>
                                          <p:spTgt spid="262"/>
                                        </p:tgtEl>
                                        <p:attrNameLst>
                                          <p:attrName>style.visibility</p:attrName>
                                        </p:attrNameLst>
                                      </p:cBhvr>
                                      <p:to>
                                        <p:strVal val="hidden"/>
                                      </p:to>
                                    </p:set>
                                  </p:childTnLst>
                                </p:cTn>
                              </p:par>
                            </p:childTnLst>
                          </p:cTn>
                        </p:par>
                        <p:par>
                          <p:cTn id="1237" fill="hold">
                            <p:stCondLst>
                              <p:cond delay="10000"/>
                            </p:stCondLst>
                            <p:childTnLst>
                              <p:par>
                                <p:cTn id="1238" presetID="22" presetClass="exit" presetSubtype="4" fill="hold" nodeType="afterEffect">
                                  <p:stCondLst>
                                    <p:cond delay="0"/>
                                  </p:stCondLst>
                                  <p:childTnLst>
                                    <p:animEffect transition="out" filter="wipe(down)">
                                      <p:cBhvr>
                                        <p:cTn id="1239" dur="500"/>
                                        <p:tgtEl>
                                          <p:spTgt spid="216"/>
                                        </p:tgtEl>
                                      </p:cBhvr>
                                    </p:animEffect>
                                    <p:set>
                                      <p:cBhvr>
                                        <p:cTn id="1240" dur="1" fill="hold">
                                          <p:stCondLst>
                                            <p:cond delay="499"/>
                                          </p:stCondLst>
                                        </p:cTn>
                                        <p:tgtEl>
                                          <p:spTgt spid="216"/>
                                        </p:tgtEl>
                                        <p:attrNameLst>
                                          <p:attrName>style.visibility</p:attrName>
                                        </p:attrNameLst>
                                      </p:cBhvr>
                                      <p:to>
                                        <p:strVal val="hidden"/>
                                      </p:to>
                                    </p:set>
                                  </p:childTnLst>
                                </p:cTn>
                              </p:par>
                            </p:childTnLst>
                          </p:cTn>
                        </p:par>
                        <p:par>
                          <p:cTn id="1241" fill="hold">
                            <p:stCondLst>
                              <p:cond delay="10500"/>
                            </p:stCondLst>
                            <p:childTnLst>
                              <p:par>
                                <p:cTn id="1242" presetID="7" presetClass="emph" presetSubtype="2" fill="hold" nodeType="afterEffect">
                                  <p:stCondLst>
                                    <p:cond delay="0"/>
                                  </p:stCondLst>
                                  <p:childTnLst>
                                    <p:animClr clrSpc="rgb" dir="cw">
                                      <p:cBhvr>
                                        <p:cTn id="1243" dur="1000" fill="hold"/>
                                        <p:tgtEl>
                                          <p:spTgt spid="111"/>
                                        </p:tgtEl>
                                        <p:attrNameLst>
                                          <p:attrName>stroke.color</p:attrName>
                                        </p:attrNameLst>
                                      </p:cBhvr>
                                      <p:to>
                                        <a:srgbClr val="F2F2F2"/>
                                      </p:to>
                                    </p:animClr>
                                    <p:set>
                                      <p:cBhvr>
                                        <p:cTn id="1244" dur="1000" fill="hold"/>
                                        <p:tgtEl>
                                          <p:spTgt spid="111"/>
                                        </p:tgtEl>
                                        <p:attrNameLst>
                                          <p:attrName>stroke.on</p:attrName>
                                        </p:attrNameLst>
                                      </p:cBhvr>
                                      <p:to>
                                        <p:strVal val="true"/>
                                      </p:to>
                                    </p:set>
                                  </p:childTnLst>
                                </p:cTn>
                              </p:par>
                            </p:childTnLst>
                          </p:cTn>
                        </p:par>
                        <p:par>
                          <p:cTn id="1245" fill="hold">
                            <p:stCondLst>
                              <p:cond delay="11500"/>
                            </p:stCondLst>
                            <p:childTnLst>
                              <p:par>
                                <p:cTn id="1246" presetID="7" presetClass="emph" presetSubtype="2" fill="hold" nodeType="afterEffect">
                                  <p:stCondLst>
                                    <p:cond delay="0"/>
                                  </p:stCondLst>
                                  <p:childTnLst>
                                    <p:animClr clrSpc="rgb" dir="cw">
                                      <p:cBhvr>
                                        <p:cTn id="1247" dur="1000" fill="hold"/>
                                        <p:tgtEl>
                                          <p:spTgt spid="106"/>
                                        </p:tgtEl>
                                        <p:attrNameLst>
                                          <p:attrName>stroke.color</p:attrName>
                                        </p:attrNameLst>
                                      </p:cBhvr>
                                      <p:to>
                                        <a:srgbClr val="ED7D31"/>
                                      </p:to>
                                    </p:animClr>
                                    <p:set>
                                      <p:cBhvr>
                                        <p:cTn id="1248" dur="1000" fill="hold"/>
                                        <p:tgtEl>
                                          <p:spTgt spid="106"/>
                                        </p:tgtEl>
                                        <p:attrNameLst>
                                          <p:attrName>stroke.on</p:attrName>
                                        </p:attrNameLst>
                                      </p:cBhvr>
                                      <p:to>
                                        <p:strVal val="true"/>
                                      </p:to>
                                    </p:set>
                                  </p:childTnLst>
                                </p:cTn>
                              </p:par>
                            </p:childTnLst>
                          </p:cTn>
                        </p:par>
                        <p:par>
                          <p:cTn id="1249" fill="hold">
                            <p:stCondLst>
                              <p:cond delay="12500"/>
                            </p:stCondLst>
                            <p:childTnLst>
                              <p:par>
                                <p:cTn id="1250" presetID="32" presetClass="emph" presetSubtype="0" fill="hold" nodeType="afterEffect">
                                  <p:stCondLst>
                                    <p:cond delay="0"/>
                                  </p:stCondLst>
                                  <p:childTnLst>
                                    <p:animRot by="120000">
                                      <p:cBhvr>
                                        <p:cTn id="1251" dur="100" fill="hold">
                                          <p:stCondLst>
                                            <p:cond delay="0"/>
                                          </p:stCondLst>
                                        </p:cTn>
                                        <p:tgtEl>
                                          <p:spTgt spid="106"/>
                                        </p:tgtEl>
                                        <p:attrNameLst>
                                          <p:attrName>r</p:attrName>
                                        </p:attrNameLst>
                                      </p:cBhvr>
                                    </p:animRot>
                                    <p:animRot by="-240000">
                                      <p:cBhvr>
                                        <p:cTn id="1252" dur="200" fill="hold">
                                          <p:stCondLst>
                                            <p:cond delay="200"/>
                                          </p:stCondLst>
                                        </p:cTn>
                                        <p:tgtEl>
                                          <p:spTgt spid="106"/>
                                        </p:tgtEl>
                                        <p:attrNameLst>
                                          <p:attrName>r</p:attrName>
                                        </p:attrNameLst>
                                      </p:cBhvr>
                                    </p:animRot>
                                    <p:animRot by="240000">
                                      <p:cBhvr>
                                        <p:cTn id="1253" dur="200" fill="hold">
                                          <p:stCondLst>
                                            <p:cond delay="400"/>
                                          </p:stCondLst>
                                        </p:cTn>
                                        <p:tgtEl>
                                          <p:spTgt spid="106"/>
                                        </p:tgtEl>
                                        <p:attrNameLst>
                                          <p:attrName>r</p:attrName>
                                        </p:attrNameLst>
                                      </p:cBhvr>
                                    </p:animRot>
                                    <p:animRot by="-240000">
                                      <p:cBhvr>
                                        <p:cTn id="1254" dur="200" fill="hold">
                                          <p:stCondLst>
                                            <p:cond delay="600"/>
                                          </p:stCondLst>
                                        </p:cTn>
                                        <p:tgtEl>
                                          <p:spTgt spid="106"/>
                                        </p:tgtEl>
                                        <p:attrNameLst>
                                          <p:attrName>r</p:attrName>
                                        </p:attrNameLst>
                                      </p:cBhvr>
                                    </p:animRot>
                                    <p:animRot by="120000">
                                      <p:cBhvr>
                                        <p:cTn id="1255" dur="200" fill="hold">
                                          <p:stCondLst>
                                            <p:cond delay="800"/>
                                          </p:stCondLst>
                                        </p:cTn>
                                        <p:tgtEl>
                                          <p:spTgt spid="106"/>
                                        </p:tgtEl>
                                        <p:attrNameLst>
                                          <p:attrName>r</p:attrName>
                                        </p:attrNameLst>
                                      </p:cBhvr>
                                    </p:animRot>
                                  </p:childTnLst>
                                </p:cTn>
                              </p:par>
                            </p:childTnLst>
                          </p:cTn>
                        </p:par>
                      </p:childTnLst>
                    </p:cTn>
                  </p:par>
                  <p:par>
                    <p:cTn id="1256" fill="hold">
                      <p:stCondLst>
                        <p:cond delay="indefinite"/>
                      </p:stCondLst>
                      <p:childTnLst>
                        <p:par>
                          <p:cTn id="1257" fill="hold">
                            <p:stCondLst>
                              <p:cond delay="0"/>
                            </p:stCondLst>
                            <p:childTnLst>
                              <p:par>
                                <p:cTn id="1258" presetID="64" presetClass="path" presetSubtype="0" accel="50000" decel="50000" fill="hold" grpId="7" nodeType="clickEffect">
                                  <p:stCondLst>
                                    <p:cond delay="0"/>
                                  </p:stCondLst>
                                  <p:childTnLst>
                                    <p:animMotion origin="layout" path="M -0.2194 0.0544 L -0.29727 -0.347 " pathEditMode="relative" rAng="0" ptsTypes="AA">
                                      <p:cBhvr>
                                        <p:cTn id="1259" dur="1500" fill="hold"/>
                                        <p:tgtEl>
                                          <p:spTgt spid="110"/>
                                        </p:tgtEl>
                                        <p:attrNameLst>
                                          <p:attrName>ppt_x</p:attrName>
                                          <p:attrName>ppt_y</p:attrName>
                                        </p:attrNameLst>
                                      </p:cBhvr>
                                      <p:rCtr x="-3919" y="-20139"/>
                                    </p:animMotion>
                                  </p:childTnLst>
                                </p:cTn>
                              </p:par>
                              <p:par>
                                <p:cTn id="1260" presetID="10" presetClass="exit" presetSubtype="0" fill="hold" grpId="9" nodeType="withEffect">
                                  <p:stCondLst>
                                    <p:cond delay="500"/>
                                  </p:stCondLst>
                                  <p:childTnLst>
                                    <p:animEffect transition="out" filter="fade">
                                      <p:cBhvr>
                                        <p:cTn id="1261" dur="750"/>
                                        <p:tgtEl>
                                          <p:spTgt spid="116"/>
                                        </p:tgtEl>
                                      </p:cBhvr>
                                    </p:animEffect>
                                    <p:set>
                                      <p:cBhvr>
                                        <p:cTn id="1262" dur="1" fill="hold">
                                          <p:stCondLst>
                                            <p:cond delay="749"/>
                                          </p:stCondLst>
                                        </p:cTn>
                                        <p:tgtEl>
                                          <p:spTgt spid="116"/>
                                        </p:tgtEl>
                                        <p:attrNameLst>
                                          <p:attrName>style.visibility</p:attrName>
                                        </p:attrNameLst>
                                      </p:cBhvr>
                                      <p:to>
                                        <p:strVal val="hidden"/>
                                      </p:to>
                                    </p:set>
                                  </p:childTnLst>
                                </p:cTn>
                              </p:par>
                            </p:childTnLst>
                          </p:cTn>
                        </p:par>
                        <p:par>
                          <p:cTn id="1263" fill="hold">
                            <p:stCondLst>
                              <p:cond delay="1500"/>
                            </p:stCondLst>
                            <p:childTnLst>
                              <p:par>
                                <p:cTn id="1264" presetID="7" presetClass="emph" presetSubtype="2" fill="hold" nodeType="afterEffect">
                                  <p:stCondLst>
                                    <p:cond delay="0"/>
                                  </p:stCondLst>
                                  <p:childTnLst>
                                    <p:animClr clrSpc="rgb" dir="cw">
                                      <p:cBhvr>
                                        <p:cTn id="1265" dur="500" fill="hold"/>
                                        <p:tgtEl>
                                          <p:spTgt spid="106"/>
                                        </p:tgtEl>
                                        <p:attrNameLst>
                                          <p:attrName>stroke.color</p:attrName>
                                        </p:attrNameLst>
                                      </p:cBhvr>
                                      <p:to>
                                        <a:srgbClr val="F2F2F2"/>
                                      </p:to>
                                    </p:animClr>
                                    <p:set>
                                      <p:cBhvr>
                                        <p:cTn id="1266" dur="500" fill="hold"/>
                                        <p:tgtEl>
                                          <p:spTgt spid="106"/>
                                        </p:tgtEl>
                                        <p:attrNameLst>
                                          <p:attrName>stroke.on</p:attrName>
                                        </p:attrNameLst>
                                      </p:cBhvr>
                                      <p:to>
                                        <p:strVal val="true"/>
                                      </p:to>
                                    </p:set>
                                  </p:childTnLst>
                                </p:cTn>
                              </p:par>
                            </p:childTnLst>
                          </p:cTn>
                        </p:par>
                        <p:par>
                          <p:cTn id="1267" fill="hold">
                            <p:stCondLst>
                              <p:cond delay="2000"/>
                            </p:stCondLst>
                            <p:childTnLst>
                              <p:par>
                                <p:cTn id="1268" presetID="7" presetClass="emph" presetSubtype="2" fill="hold" nodeType="afterEffect">
                                  <p:stCondLst>
                                    <p:cond delay="0"/>
                                  </p:stCondLst>
                                  <p:childTnLst>
                                    <p:animClr clrSpc="rgb" dir="cw">
                                      <p:cBhvr>
                                        <p:cTn id="1269" dur="1000" fill="hold"/>
                                        <p:tgtEl>
                                          <p:spTgt spid="107"/>
                                        </p:tgtEl>
                                        <p:attrNameLst>
                                          <p:attrName>stroke.color</p:attrName>
                                        </p:attrNameLst>
                                      </p:cBhvr>
                                      <p:to>
                                        <a:schemeClr val="accent2"/>
                                      </p:to>
                                    </p:animClr>
                                    <p:set>
                                      <p:cBhvr>
                                        <p:cTn id="1270" dur="1000" fill="hold"/>
                                        <p:tgtEl>
                                          <p:spTgt spid="107"/>
                                        </p:tgtEl>
                                        <p:attrNameLst>
                                          <p:attrName>stroke.on</p:attrName>
                                        </p:attrNameLst>
                                      </p:cBhvr>
                                      <p:to>
                                        <p:strVal val="true"/>
                                      </p:to>
                                    </p:set>
                                  </p:childTnLst>
                                </p:cTn>
                              </p:par>
                            </p:childTnLst>
                          </p:cTn>
                        </p:par>
                        <p:par>
                          <p:cTn id="1271" fill="hold">
                            <p:stCondLst>
                              <p:cond delay="3000"/>
                            </p:stCondLst>
                            <p:childTnLst>
                              <p:par>
                                <p:cTn id="1272" presetID="32" presetClass="emph" presetSubtype="0" fill="hold" nodeType="afterEffect">
                                  <p:stCondLst>
                                    <p:cond delay="0"/>
                                  </p:stCondLst>
                                  <p:childTnLst>
                                    <p:animRot by="120000">
                                      <p:cBhvr>
                                        <p:cTn id="1273" dur="150" fill="hold">
                                          <p:stCondLst>
                                            <p:cond delay="0"/>
                                          </p:stCondLst>
                                        </p:cTn>
                                        <p:tgtEl>
                                          <p:spTgt spid="107"/>
                                        </p:tgtEl>
                                        <p:attrNameLst>
                                          <p:attrName>r</p:attrName>
                                        </p:attrNameLst>
                                      </p:cBhvr>
                                    </p:animRot>
                                    <p:animRot by="-240000">
                                      <p:cBhvr>
                                        <p:cTn id="1274" dur="300" fill="hold">
                                          <p:stCondLst>
                                            <p:cond delay="300"/>
                                          </p:stCondLst>
                                        </p:cTn>
                                        <p:tgtEl>
                                          <p:spTgt spid="107"/>
                                        </p:tgtEl>
                                        <p:attrNameLst>
                                          <p:attrName>r</p:attrName>
                                        </p:attrNameLst>
                                      </p:cBhvr>
                                    </p:animRot>
                                    <p:animRot by="240000">
                                      <p:cBhvr>
                                        <p:cTn id="1275" dur="300" fill="hold">
                                          <p:stCondLst>
                                            <p:cond delay="600"/>
                                          </p:stCondLst>
                                        </p:cTn>
                                        <p:tgtEl>
                                          <p:spTgt spid="107"/>
                                        </p:tgtEl>
                                        <p:attrNameLst>
                                          <p:attrName>r</p:attrName>
                                        </p:attrNameLst>
                                      </p:cBhvr>
                                    </p:animRot>
                                    <p:animRot by="-240000">
                                      <p:cBhvr>
                                        <p:cTn id="1276" dur="300" fill="hold">
                                          <p:stCondLst>
                                            <p:cond delay="900"/>
                                          </p:stCondLst>
                                        </p:cTn>
                                        <p:tgtEl>
                                          <p:spTgt spid="107"/>
                                        </p:tgtEl>
                                        <p:attrNameLst>
                                          <p:attrName>r</p:attrName>
                                        </p:attrNameLst>
                                      </p:cBhvr>
                                    </p:animRot>
                                    <p:animRot by="120000">
                                      <p:cBhvr>
                                        <p:cTn id="1277" dur="300" fill="hold">
                                          <p:stCondLst>
                                            <p:cond delay="1200"/>
                                          </p:stCondLst>
                                        </p:cTn>
                                        <p:tgtEl>
                                          <p:spTgt spid="107"/>
                                        </p:tgtEl>
                                        <p:attrNameLst>
                                          <p:attrName>r</p:attrName>
                                        </p:attrNameLst>
                                      </p:cBhvr>
                                    </p:animRot>
                                  </p:childTnLst>
                                </p:cTn>
                              </p:par>
                            </p:childTnLst>
                          </p:cTn>
                        </p:par>
                      </p:childTnLst>
                    </p:cTn>
                  </p:par>
                  <p:par>
                    <p:cTn id="1278" fill="hold">
                      <p:stCondLst>
                        <p:cond delay="indefinite"/>
                      </p:stCondLst>
                      <p:childTnLst>
                        <p:par>
                          <p:cTn id="1279" fill="hold">
                            <p:stCondLst>
                              <p:cond delay="0"/>
                            </p:stCondLst>
                            <p:childTnLst>
                              <p:par>
                                <p:cTn id="1280" presetID="1" presetClass="entr" presetSubtype="0" fill="hold" grpId="0" nodeType="clickEffect">
                                  <p:stCondLst>
                                    <p:cond delay="0"/>
                                  </p:stCondLst>
                                  <p:childTnLst>
                                    <p:set>
                                      <p:cBhvr>
                                        <p:cTn id="1281" dur="1" fill="hold">
                                          <p:stCondLst>
                                            <p:cond delay="0"/>
                                          </p:stCondLst>
                                        </p:cTn>
                                        <p:tgtEl>
                                          <p:spTgt spid="54"/>
                                        </p:tgtEl>
                                        <p:attrNameLst>
                                          <p:attrName>style.visibility</p:attrName>
                                        </p:attrNameLst>
                                      </p:cBhvr>
                                      <p:to>
                                        <p:strVal val="visible"/>
                                      </p:to>
                                    </p:set>
                                  </p:childTnLst>
                                </p:cTn>
                              </p:par>
                            </p:childTnLst>
                          </p:cTn>
                        </p:par>
                        <p:par>
                          <p:cTn id="1282" fill="hold">
                            <p:stCondLst>
                              <p:cond delay="0"/>
                            </p:stCondLst>
                            <p:childTnLst>
                              <p:par>
                                <p:cTn id="1283" presetID="42" presetClass="path" presetSubtype="0" accel="50000" decel="50000" fill="hold" grpId="1" nodeType="afterEffect">
                                  <p:stCondLst>
                                    <p:cond delay="0"/>
                                  </p:stCondLst>
                                  <p:childTnLst>
                                    <p:animMotion origin="layout" path="M 5E-6 -4.81481E-6 L -0.0013 0.10811 " pathEditMode="relative" rAng="0" ptsTypes="AA">
                                      <p:cBhvr>
                                        <p:cTn id="1284" dur="1250" fill="hold"/>
                                        <p:tgtEl>
                                          <p:spTgt spid="54"/>
                                        </p:tgtEl>
                                        <p:attrNameLst>
                                          <p:attrName>ppt_x</p:attrName>
                                          <p:attrName>ppt_y</p:attrName>
                                        </p:attrNameLst>
                                      </p:cBhvr>
                                      <p:rCtr x="-65" y="5394"/>
                                    </p:animMotion>
                                  </p:childTnLst>
                                </p:cTn>
                              </p:par>
                            </p:childTnLst>
                          </p:cTn>
                        </p:par>
                        <p:par>
                          <p:cTn id="1285" fill="hold">
                            <p:stCondLst>
                              <p:cond delay="1250"/>
                            </p:stCondLst>
                            <p:childTnLst>
                              <p:par>
                                <p:cTn id="1286" presetID="7" presetClass="emph" presetSubtype="2" fill="hold" nodeType="afterEffect">
                                  <p:stCondLst>
                                    <p:cond delay="0"/>
                                  </p:stCondLst>
                                  <p:childTnLst>
                                    <p:animClr clrSpc="rgb" dir="cw">
                                      <p:cBhvr>
                                        <p:cTn id="1287" dur="1000" fill="hold"/>
                                        <p:tgtEl>
                                          <p:spTgt spid="107"/>
                                        </p:tgtEl>
                                        <p:attrNameLst>
                                          <p:attrName>stroke.color</p:attrName>
                                        </p:attrNameLst>
                                      </p:cBhvr>
                                      <p:to>
                                        <a:srgbClr val="F2F2F2"/>
                                      </p:to>
                                    </p:animClr>
                                    <p:set>
                                      <p:cBhvr>
                                        <p:cTn id="1288" dur="1000" fill="hold"/>
                                        <p:tgtEl>
                                          <p:spTgt spid="107"/>
                                        </p:tgtEl>
                                        <p:attrNameLst>
                                          <p:attrName>stroke.on</p:attrName>
                                        </p:attrNameLst>
                                      </p:cBhvr>
                                      <p:to>
                                        <p:strVal val="true"/>
                                      </p:to>
                                    </p:set>
                                  </p:childTnLst>
                                </p:cTn>
                              </p:par>
                            </p:childTnLst>
                          </p:cTn>
                        </p:par>
                        <p:par>
                          <p:cTn id="1289" fill="hold">
                            <p:stCondLst>
                              <p:cond delay="2250"/>
                            </p:stCondLst>
                            <p:childTnLst>
                              <p:par>
                                <p:cTn id="1290" presetID="7" presetClass="emph" presetSubtype="2" fill="hold" nodeType="afterEffect">
                                  <p:stCondLst>
                                    <p:cond delay="0"/>
                                  </p:stCondLst>
                                  <p:childTnLst>
                                    <p:animClr clrSpc="rgb" dir="cw">
                                      <p:cBhvr>
                                        <p:cTn id="1291" dur="1000" fill="hold"/>
                                        <p:tgtEl>
                                          <p:spTgt spid="111"/>
                                        </p:tgtEl>
                                        <p:attrNameLst>
                                          <p:attrName>stroke.color</p:attrName>
                                        </p:attrNameLst>
                                      </p:cBhvr>
                                      <p:to>
                                        <a:schemeClr val="accent2"/>
                                      </p:to>
                                    </p:animClr>
                                    <p:set>
                                      <p:cBhvr>
                                        <p:cTn id="1292" dur="1000" fill="hold"/>
                                        <p:tgtEl>
                                          <p:spTgt spid="111"/>
                                        </p:tgtEl>
                                        <p:attrNameLst>
                                          <p:attrName>stroke.on</p:attrName>
                                        </p:attrNameLst>
                                      </p:cBhvr>
                                      <p:to>
                                        <p:strVal val="true"/>
                                      </p:to>
                                    </p:set>
                                  </p:childTnLst>
                                </p:cTn>
                              </p:par>
                            </p:childTnLst>
                          </p:cTn>
                        </p:par>
                        <p:par>
                          <p:cTn id="1293" fill="hold">
                            <p:stCondLst>
                              <p:cond delay="3250"/>
                            </p:stCondLst>
                            <p:childTnLst>
                              <p:par>
                                <p:cTn id="1294" presetID="32" presetClass="emph" presetSubtype="0" fill="hold" nodeType="afterEffect">
                                  <p:stCondLst>
                                    <p:cond delay="0"/>
                                  </p:stCondLst>
                                  <p:childTnLst>
                                    <p:animRot by="120000">
                                      <p:cBhvr>
                                        <p:cTn id="1295" dur="150" fill="hold">
                                          <p:stCondLst>
                                            <p:cond delay="0"/>
                                          </p:stCondLst>
                                        </p:cTn>
                                        <p:tgtEl>
                                          <p:spTgt spid="111"/>
                                        </p:tgtEl>
                                        <p:attrNameLst>
                                          <p:attrName>r</p:attrName>
                                        </p:attrNameLst>
                                      </p:cBhvr>
                                    </p:animRot>
                                    <p:animRot by="-240000">
                                      <p:cBhvr>
                                        <p:cTn id="1296" dur="300" fill="hold">
                                          <p:stCondLst>
                                            <p:cond delay="300"/>
                                          </p:stCondLst>
                                        </p:cTn>
                                        <p:tgtEl>
                                          <p:spTgt spid="111"/>
                                        </p:tgtEl>
                                        <p:attrNameLst>
                                          <p:attrName>r</p:attrName>
                                        </p:attrNameLst>
                                      </p:cBhvr>
                                    </p:animRot>
                                    <p:animRot by="240000">
                                      <p:cBhvr>
                                        <p:cTn id="1297" dur="300" fill="hold">
                                          <p:stCondLst>
                                            <p:cond delay="600"/>
                                          </p:stCondLst>
                                        </p:cTn>
                                        <p:tgtEl>
                                          <p:spTgt spid="111"/>
                                        </p:tgtEl>
                                        <p:attrNameLst>
                                          <p:attrName>r</p:attrName>
                                        </p:attrNameLst>
                                      </p:cBhvr>
                                    </p:animRot>
                                    <p:animRot by="-240000">
                                      <p:cBhvr>
                                        <p:cTn id="1298" dur="300" fill="hold">
                                          <p:stCondLst>
                                            <p:cond delay="900"/>
                                          </p:stCondLst>
                                        </p:cTn>
                                        <p:tgtEl>
                                          <p:spTgt spid="111"/>
                                        </p:tgtEl>
                                        <p:attrNameLst>
                                          <p:attrName>r</p:attrName>
                                        </p:attrNameLst>
                                      </p:cBhvr>
                                    </p:animRot>
                                    <p:animRot by="120000">
                                      <p:cBhvr>
                                        <p:cTn id="1299" dur="300" fill="hold">
                                          <p:stCondLst>
                                            <p:cond delay="1200"/>
                                          </p:stCondLst>
                                        </p:cTn>
                                        <p:tgtEl>
                                          <p:spTgt spid="111"/>
                                        </p:tgtEl>
                                        <p:attrNameLst>
                                          <p:attrName>r</p:attrName>
                                        </p:attrNameLst>
                                      </p:cBhvr>
                                    </p:animRot>
                                  </p:childTnLst>
                                </p:cTn>
                              </p:par>
                            </p:childTnLst>
                          </p:cTn>
                        </p:par>
                      </p:childTnLst>
                    </p:cTn>
                  </p:par>
                  <p:par>
                    <p:cTn id="1300" fill="hold">
                      <p:stCondLst>
                        <p:cond delay="indefinite"/>
                      </p:stCondLst>
                      <p:childTnLst>
                        <p:par>
                          <p:cTn id="1301" fill="hold">
                            <p:stCondLst>
                              <p:cond delay="0"/>
                            </p:stCondLst>
                            <p:childTnLst>
                              <p:par>
                                <p:cTn id="1302" presetID="22" presetClass="entr" presetSubtype="1" fill="hold" nodeType="clickEffect">
                                  <p:stCondLst>
                                    <p:cond delay="0"/>
                                  </p:stCondLst>
                                  <p:childTnLst>
                                    <p:set>
                                      <p:cBhvr>
                                        <p:cTn id="1303" dur="1" fill="hold">
                                          <p:stCondLst>
                                            <p:cond delay="0"/>
                                          </p:stCondLst>
                                        </p:cTn>
                                        <p:tgtEl>
                                          <p:spTgt spid="219"/>
                                        </p:tgtEl>
                                        <p:attrNameLst>
                                          <p:attrName>style.visibility</p:attrName>
                                        </p:attrNameLst>
                                      </p:cBhvr>
                                      <p:to>
                                        <p:strVal val="visible"/>
                                      </p:to>
                                    </p:set>
                                    <p:animEffect transition="in" filter="wipe(up)">
                                      <p:cBhvr>
                                        <p:cTn id="1304" dur="500"/>
                                        <p:tgtEl>
                                          <p:spTgt spid="219"/>
                                        </p:tgtEl>
                                      </p:cBhvr>
                                    </p:animEffect>
                                  </p:childTnLst>
                                </p:cTn>
                              </p:par>
                            </p:childTnLst>
                          </p:cTn>
                        </p:par>
                        <p:par>
                          <p:cTn id="1305" fill="hold">
                            <p:stCondLst>
                              <p:cond delay="500"/>
                            </p:stCondLst>
                            <p:childTnLst>
                              <p:par>
                                <p:cTn id="1306" presetID="63" presetClass="path" presetSubtype="0" accel="50000" decel="50000" fill="hold" nodeType="afterEffect">
                                  <p:stCondLst>
                                    <p:cond delay="0"/>
                                  </p:stCondLst>
                                  <p:childTnLst>
                                    <p:animMotion origin="layout" path="M 0.10286 0.00162 L 0.1358 0.00116 " pathEditMode="relative" rAng="0" ptsTypes="AA">
                                      <p:cBhvr>
                                        <p:cTn id="1307" dur="1000" fill="hold"/>
                                        <p:tgtEl>
                                          <p:spTgt spid="240"/>
                                        </p:tgtEl>
                                        <p:attrNameLst>
                                          <p:attrName>ppt_x</p:attrName>
                                          <p:attrName>ppt_y</p:attrName>
                                        </p:attrNameLst>
                                      </p:cBhvr>
                                      <p:rCtr x="1641" y="-23"/>
                                    </p:animMotion>
                                  </p:childTnLst>
                                </p:cTn>
                              </p:par>
                            </p:childTnLst>
                          </p:cTn>
                        </p:par>
                        <p:par>
                          <p:cTn id="1308" fill="hold">
                            <p:stCondLst>
                              <p:cond delay="1500"/>
                            </p:stCondLst>
                            <p:childTnLst>
                              <p:par>
                                <p:cTn id="1309" presetID="6" presetClass="emph" presetSubtype="0" fill="hold" grpId="2" nodeType="afterEffect">
                                  <p:stCondLst>
                                    <p:cond delay="0"/>
                                  </p:stCondLst>
                                  <p:childTnLst>
                                    <p:animScale>
                                      <p:cBhvr>
                                        <p:cTn id="1310" dur="1000" fill="hold"/>
                                        <p:tgtEl>
                                          <p:spTgt spid="93"/>
                                        </p:tgtEl>
                                      </p:cBhvr>
                                      <p:by x="150000" y="150000"/>
                                    </p:animScale>
                                  </p:childTnLst>
                                </p:cTn>
                              </p:par>
                            </p:childTnLst>
                          </p:cTn>
                        </p:par>
                        <p:par>
                          <p:cTn id="1311" fill="hold">
                            <p:stCondLst>
                              <p:cond delay="2500"/>
                            </p:stCondLst>
                            <p:childTnLst>
                              <p:par>
                                <p:cTn id="1312" presetID="16" presetClass="exit" presetSubtype="21" fill="hold" grpId="3" nodeType="afterEffect">
                                  <p:stCondLst>
                                    <p:cond delay="0"/>
                                  </p:stCondLst>
                                  <p:childTnLst>
                                    <p:animEffect transition="out" filter="barn(inVertical)">
                                      <p:cBhvr>
                                        <p:cTn id="1313" dur="500"/>
                                        <p:tgtEl>
                                          <p:spTgt spid="93"/>
                                        </p:tgtEl>
                                      </p:cBhvr>
                                    </p:animEffect>
                                    <p:set>
                                      <p:cBhvr>
                                        <p:cTn id="1314" dur="1" fill="hold">
                                          <p:stCondLst>
                                            <p:cond delay="499"/>
                                          </p:stCondLst>
                                        </p:cTn>
                                        <p:tgtEl>
                                          <p:spTgt spid="93"/>
                                        </p:tgtEl>
                                        <p:attrNameLst>
                                          <p:attrName>style.visibility</p:attrName>
                                        </p:attrNameLst>
                                      </p:cBhvr>
                                      <p:to>
                                        <p:strVal val="hidden"/>
                                      </p:to>
                                    </p:set>
                                  </p:childTnLst>
                                </p:cTn>
                              </p:par>
                            </p:childTnLst>
                          </p:cTn>
                        </p:par>
                        <p:par>
                          <p:cTn id="1315" fill="hold">
                            <p:stCondLst>
                              <p:cond delay="3000"/>
                            </p:stCondLst>
                            <p:childTnLst>
                              <p:par>
                                <p:cTn id="1316" presetID="16" presetClass="entr" presetSubtype="21" fill="hold" grpId="0" nodeType="afterEffect">
                                  <p:stCondLst>
                                    <p:cond delay="0"/>
                                  </p:stCondLst>
                                  <p:childTnLst>
                                    <p:set>
                                      <p:cBhvr>
                                        <p:cTn id="1317" dur="1" fill="hold">
                                          <p:stCondLst>
                                            <p:cond delay="0"/>
                                          </p:stCondLst>
                                        </p:cTn>
                                        <p:tgtEl>
                                          <p:spTgt spid="100"/>
                                        </p:tgtEl>
                                        <p:attrNameLst>
                                          <p:attrName>style.visibility</p:attrName>
                                        </p:attrNameLst>
                                      </p:cBhvr>
                                      <p:to>
                                        <p:strVal val="visible"/>
                                      </p:to>
                                    </p:set>
                                    <p:animEffect transition="in" filter="barn(inVertical)">
                                      <p:cBhvr>
                                        <p:cTn id="1318" dur="1000"/>
                                        <p:tgtEl>
                                          <p:spTgt spid="100"/>
                                        </p:tgtEl>
                                      </p:cBhvr>
                                    </p:animEffect>
                                  </p:childTnLst>
                                </p:cTn>
                              </p:par>
                            </p:childTnLst>
                          </p:cTn>
                        </p:par>
                        <p:par>
                          <p:cTn id="1319" fill="hold">
                            <p:stCondLst>
                              <p:cond delay="4000"/>
                            </p:stCondLst>
                            <p:childTnLst>
                              <p:par>
                                <p:cTn id="1320" presetID="35" presetClass="path" presetSubtype="0" accel="50000" decel="50000" fill="hold" grpId="5" nodeType="afterEffect">
                                  <p:stCondLst>
                                    <p:cond delay="0"/>
                                  </p:stCondLst>
                                  <p:childTnLst>
                                    <p:animMotion origin="layout" path="M 1.04167E-6 -7.40741E-7 L -0.21016 0.05533 " pathEditMode="relative" rAng="0" ptsTypes="AA">
                                      <p:cBhvr>
                                        <p:cTn id="1321" dur="1000" fill="hold"/>
                                        <p:tgtEl>
                                          <p:spTgt spid="100"/>
                                        </p:tgtEl>
                                        <p:attrNameLst>
                                          <p:attrName>ppt_x</p:attrName>
                                          <p:attrName>ppt_y</p:attrName>
                                        </p:attrNameLst>
                                      </p:cBhvr>
                                      <p:rCtr x="-10195" y="2847"/>
                                    </p:animMotion>
                                  </p:childTnLst>
                                </p:cTn>
                              </p:par>
                            </p:childTnLst>
                          </p:cTn>
                        </p:par>
                        <p:par>
                          <p:cTn id="1322" fill="hold">
                            <p:stCondLst>
                              <p:cond delay="5000"/>
                            </p:stCondLst>
                            <p:childTnLst>
                              <p:par>
                                <p:cTn id="1323" presetID="35" presetClass="path" presetSubtype="0" accel="50000" decel="50000" fill="hold" grpId="6" nodeType="afterEffect">
                                  <p:stCondLst>
                                    <p:cond delay="0"/>
                                  </p:stCondLst>
                                  <p:childTnLst>
                                    <p:animMotion origin="layout" path="M -0.21016 0.05532 L -0.2612 0.05625 " pathEditMode="relative" rAng="0" ptsTypes="AA">
                                      <p:cBhvr>
                                        <p:cTn id="1324" dur="1000" fill="hold"/>
                                        <p:tgtEl>
                                          <p:spTgt spid="100"/>
                                        </p:tgtEl>
                                        <p:attrNameLst>
                                          <p:attrName>ppt_x</p:attrName>
                                          <p:attrName>ppt_y</p:attrName>
                                        </p:attrNameLst>
                                      </p:cBhvr>
                                      <p:rCtr x="-2552" y="46"/>
                                    </p:animMotion>
                                  </p:childTnLst>
                                </p:cTn>
                              </p:par>
                            </p:childTnLst>
                          </p:cTn>
                        </p:par>
                        <p:par>
                          <p:cTn id="1325" fill="hold">
                            <p:stCondLst>
                              <p:cond delay="6000"/>
                            </p:stCondLst>
                            <p:childTnLst>
                              <p:par>
                                <p:cTn id="1326" presetID="1" presetClass="entr" presetSubtype="0" fill="hold" grpId="0" nodeType="afterEffect">
                                  <p:stCondLst>
                                    <p:cond delay="0"/>
                                  </p:stCondLst>
                                  <p:childTnLst>
                                    <p:set>
                                      <p:cBhvr>
                                        <p:cTn id="1327" dur="1" fill="hold">
                                          <p:stCondLst>
                                            <p:cond delay="0"/>
                                          </p:stCondLst>
                                        </p:cTn>
                                        <p:tgtEl>
                                          <p:spTgt spid="275"/>
                                        </p:tgtEl>
                                        <p:attrNameLst>
                                          <p:attrName>style.visibility</p:attrName>
                                        </p:attrNameLst>
                                      </p:cBhvr>
                                      <p:to>
                                        <p:strVal val="visible"/>
                                      </p:to>
                                    </p:set>
                                  </p:childTnLst>
                                </p:cTn>
                              </p:par>
                            </p:childTnLst>
                          </p:cTn>
                        </p:par>
                        <p:par>
                          <p:cTn id="1328" fill="hold">
                            <p:stCondLst>
                              <p:cond delay="6000"/>
                            </p:stCondLst>
                            <p:childTnLst>
                              <p:par>
                                <p:cTn id="1329" presetID="63" presetClass="path" presetSubtype="0" accel="50000" decel="50000" fill="hold" grpId="1" nodeType="afterEffect">
                                  <p:stCondLst>
                                    <p:cond delay="0"/>
                                  </p:stCondLst>
                                  <p:childTnLst>
                                    <p:animMotion origin="layout" path="M -3.54167E-6 -2.96296E-6 L 0.17826 -0.18565 " pathEditMode="relative" rAng="0" ptsTypes="AA">
                                      <p:cBhvr>
                                        <p:cTn id="1330" dur="1000" fill="hold"/>
                                        <p:tgtEl>
                                          <p:spTgt spid="275"/>
                                        </p:tgtEl>
                                        <p:attrNameLst>
                                          <p:attrName>ppt_x</p:attrName>
                                          <p:attrName>ppt_y</p:attrName>
                                        </p:attrNameLst>
                                      </p:cBhvr>
                                      <p:rCtr x="8906" y="-9282"/>
                                    </p:animMotion>
                                  </p:childTnLst>
                                </p:cTn>
                              </p:par>
                              <p:par>
                                <p:cTn id="1331" presetID="10" presetClass="exit" presetSubtype="0" fill="hold" grpId="2" nodeType="withEffect">
                                  <p:stCondLst>
                                    <p:cond delay="0"/>
                                  </p:stCondLst>
                                  <p:childTnLst>
                                    <p:animEffect transition="out" filter="fade">
                                      <p:cBhvr>
                                        <p:cTn id="1332" dur="500"/>
                                        <p:tgtEl>
                                          <p:spTgt spid="277"/>
                                        </p:tgtEl>
                                      </p:cBhvr>
                                    </p:animEffect>
                                    <p:set>
                                      <p:cBhvr>
                                        <p:cTn id="1333" dur="1" fill="hold">
                                          <p:stCondLst>
                                            <p:cond delay="499"/>
                                          </p:stCondLst>
                                        </p:cTn>
                                        <p:tgtEl>
                                          <p:spTgt spid="277"/>
                                        </p:tgtEl>
                                        <p:attrNameLst>
                                          <p:attrName>style.visibility</p:attrName>
                                        </p:attrNameLst>
                                      </p:cBhvr>
                                      <p:to>
                                        <p:strVal val="hidden"/>
                                      </p:to>
                                    </p:set>
                                  </p:childTnLst>
                                </p:cTn>
                              </p:par>
                            </p:childTnLst>
                          </p:cTn>
                        </p:par>
                        <p:par>
                          <p:cTn id="1334" fill="hold">
                            <p:stCondLst>
                              <p:cond delay="7000"/>
                            </p:stCondLst>
                            <p:childTnLst>
                              <p:par>
                                <p:cTn id="1335" presetID="1" presetClass="entr" presetSubtype="0" fill="hold" grpId="0" nodeType="afterEffect">
                                  <p:stCondLst>
                                    <p:cond delay="0"/>
                                  </p:stCondLst>
                                  <p:childTnLst>
                                    <p:set>
                                      <p:cBhvr>
                                        <p:cTn id="1336" dur="1" fill="hold">
                                          <p:stCondLst>
                                            <p:cond delay="0"/>
                                          </p:stCondLst>
                                        </p:cTn>
                                        <p:tgtEl>
                                          <p:spTgt spid="233"/>
                                        </p:tgtEl>
                                        <p:attrNameLst>
                                          <p:attrName>style.visibility</p:attrName>
                                        </p:attrNameLst>
                                      </p:cBhvr>
                                      <p:to>
                                        <p:strVal val="visible"/>
                                      </p:to>
                                    </p:set>
                                  </p:childTnLst>
                                </p:cTn>
                              </p:par>
                            </p:childTnLst>
                          </p:cTn>
                        </p:par>
                        <p:par>
                          <p:cTn id="1337" fill="hold">
                            <p:stCondLst>
                              <p:cond delay="7000"/>
                            </p:stCondLst>
                            <p:childTnLst>
                              <p:par>
                                <p:cTn id="1338" presetID="49" presetClass="path" presetSubtype="0" accel="50000" decel="50000" fill="hold" grpId="1" nodeType="afterEffect">
                                  <p:stCondLst>
                                    <p:cond delay="0"/>
                                  </p:stCondLst>
                                  <p:childTnLst>
                                    <p:animMotion origin="layout" path="M -0.00052 -0.00046 L 0.20456 0.17477 " pathEditMode="relative" rAng="0" ptsTypes="AA">
                                      <p:cBhvr>
                                        <p:cTn id="1339" dur="1000" fill="hold"/>
                                        <p:tgtEl>
                                          <p:spTgt spid="233"/>
                                        </p:tgtEl>
                                        <p:attrNameLst>
                                          <p:attrName>ppt_x</p:attrName>
                                          <p:attrName>ppt_y</p:attrName>
                                        </p:attrNameLst>
                                      </p:cBhvr>
                                      <p:rCtr x="10247" y="8750"/>
                                    </p:animMotion>
                                  </p:childTnLst>
                                </p:cTn>
                              </p:par>
                              <p:par>
                                <p:cTn id="1340" presetID="10" presetClass="exit" presetSubtype="0" fill="hold" grpId="2" nodeType="withEffect">
                                  <p:stCondLst>
                                    <p:cond delay="0"/>
                                  </p:stCondLst>
                                  <p:childTnLst>
                                    <p:animEffect transition="out" filter="fade">
                                      <p:cBhvr>
                                        <p:cTn id="1341" dur="500"/>
                                        <p:tgtEl>
                                          <p:spTgt spid="272"/>
                                        </p:tgtEl>
                                      </p:cBhvr>
                                    </p:animEffect>
                                    <p:set>
                                      <p:cBhvr>
                                        <p:cTn id="1342" dur="1" fill="hold">
                                          <p:stCondLst>
                                            <p:cond delay="499"/>
                                          </p:stCondLst>
                                        </p:cTn>
                                        <p:tgtEl>
                                          <p:spTgt spid="272"/>
                                        </p:tgtEl>
                                        <p:attrNameLst>
                                          <p:attrName>style.visibility</p:attrName>
                                        </p:attrNameLst>
                                      </p:cBhvr>
                                      <p:to>
                                        <p:strVal val="hidden"/>
                                      </p:to>
                                    </p:set>
                                  </p:childTnLst>
                                </p:cTn>
                              </p:par>
                            </p:childTnLst>
                          </p:cTn>
                        </p:par>
                        <p:par>
                          <p:cTn id="1343" fill="hold">
                            <p:stCondLst>
                              <p:cond delay="8000"/>
                            </p:stCondLst>
                            <p:childTnLst>
                              <p:par>
                                <p:cTn id="1344" presetID="27" presetClass="emph" presetSubtype="0" fill="remove" grpId="7" nodeType="afterEffect">
                                  <p:stCondLst>
                                    <p:cond delay="0"/>
                                  </p:stCondLst>
                                  <p:childTnLst>
                                    <p:animClr clrSpc="rgb" dir="cw">
                                      <p:cBhvr override="childStyle">
                                        <p:cTn id="1345" dur="250" autoRev="1" fill="remove"/>
                                        <p:tgtEl>
                                          <p:spTgt spid="232"/>
                                        </p:tgtEl>
                                        <p:attrNameLst>
                                          <p:attrName>style.color</p:attrName>
                                        </p:attrNameLst>
                                      </p:cBhvr>
                                      <p:to>
                                        <a:srgbClr val="DEEBF6"/>
                                      </p:to>
                                    </p:animClr>
                                    <p:animClr clrSpc="rgb" dir="cw">
                                      <p:cBhvr>
                                        <p:cTn id="1346" dur="250" autoRev="1" fill="remove"/>
                                        <p:tgtEl>
                                          <p:spTgt spid="232"/>
                                        </p:tgtEl>
                                        <p:attrNameLst>
                                          <p:attrName>fillcolor</p:attrName>
                                        </p:attrNameLst>
                                      </p:cBhvr>
                                      <p:to>
                                        <a:srgbClr val="DEEBF6"/>
                                      </p:to>
                                    </p:animClr>
                                    <p:set>
                                      <p:cBhvr>
                                        <p:cTn id="1347" dur="250" autoRev="1" fill="remove"/>
                                        <p:tgtEl>
                                          <p:spTgt spid="232"/>
                                        </p:tgtEl>
                                        <p:attrNameLst>
                                          <p:attrName>fill.type</p:attrName>
                                        </p:attrNameLst>
                                      </p:cBhvr>
                                      <p:to>
                                        <p:strVal val="solid"/>
                                      </p:to>
                                    </p:set>
                                    <p:set>
                                      <p:cBhvr>
                                        <p:cTn id="1348" dur="250" autoRev="1" fill="remove"/>
                                        <p:tgtEl>
                                          <p:spTgt spid="232"/>
                                        </p:tgtEl>
                                        <p:attrNameLst>
                                          <p:attrName>fill.on</p:attrName>
                                        </p:attrNameLst>
                                      </p:cBhvr>
                                      <p:to>
                                        <p:strVal val="true"/>
                                      </p:to>
                                    </p:set>
                                  </p:childTnLst>
                                </p:cTn>
                              </p:par>
                            </p:childTnLst>
                          </p:cTn>
                        </p:par>
                        <p:par>
                          <p:cTn id="1349" fill="hold">
                            <p:stCondLst>
                              <p:cond delay="8500"/>
                            </p:stCondLst>
                            <p:childTnLst>
                              <p:par>
                                <p:cTn id="1350" presetID="53" presetClass="entr" presetSubtype="16" fill="hold" grpId="0" nodeType="afterEffect">
                                  <p:stCondLst>
                                    <p:cond delay="0"/>
                                  </p:stCondLst>
                                  <p:childTnLst>
                                    <p:set>
                                      <p:cBhvr>
                                        <p:cTn id="1351" dur="1" fill="hold">
                                          <p:stCondLst>
                                            <p:cond delay="0"/>
                                          </p:stCondLst>
                                        </p:cTn>
                                        <p:tgtEl>
                                          <p:spTgt spid="276"/>
                                        </p:tgtEl>
                                        <p:attrNameLst>
                                          <p:attrName>style.visibility</p:attrName>
                                        </p:attrNameLst>
                                      </p:cBhvr>
                                      <p:to>
                                        <p:strVal val="visible"/>
                                      </p:to>
                                    </p:set>
                                    <p:anim calcmode="lin" valueType="num">
                                      <p:cBhvr>
                                        <p:cTn id="1352" dur="500" fill="hold"/>
                                        <p:tgtEl>
                                          <p:spTgt spid="276"/>
                                        </p:tgtEl>
                                        <p:attrNameLst>
                                          <p:attrName>ppt_w</p:attrName>
                                        </p:attrNameLst>
                                      </p:cBhvr>
                                      <p:tavLst>
                                        <p:tav tm="0">
                                          <p:val>
                                            <p:fltVal val="0"/>
                                          </p:val>
                                        </p:tav>
                                        <p:tav tm="100000">
                                          <p:val>
                                            <p:strVal val="#ppt_w"/>
                                          </p:val>
                                        </p:tav>
                                      </p:tavLst>
                                    </p:anim>
                                    <p:anim calcmode="lin" valueType="num">
                                      <p:cBhvr>
                                        <p:cTn id="1353" dur="500" fill="hold"/>
                                        <p:tgtEl>
                                          <p:spTgt spid="276"/>
                                        </p:tgtEl>
                                        <p:attrNameLst>
                                          <p:attrName>ppt_h</p:attrName>
                                        </p:attrNameLst>
                                      </p:cBhvr>
                                      <p:tavLst>
                                        <p:tav tm="0">
                                          <p:val>
                                            <p:fltVal val="0"/>
                                          </p:val>
                                        </p:tav>
                                        <p:tav tm="100000">
                                          <p:val>
                                            <p:strVal val="#ppt_h"/>
                                          </p:val>
                                        </p:tav>
                                      </p:tavLst>
                                    </p:anim>
                                    <p:animEffect transition="in" filter="fade">
                                      <p:cBhvr>
                                        <p:cTn id="1354" dur="500"/>
                                        <p:tgtEl>
                                          <p:spTgt spid="276"/>
                                        </p:tgtEl>
                                      </p:cBhvr>
                                    </p:animEffect>
                                  </p:childTnLst>
                                </p:cTn>
                              </p:par>
                            </p:childTnLst>
                          </p:cTn>
                        </p:par>
                        <p:par>
                          <p:cTn id="1355" fill="hold">
                            <p:stCondLst>
                              <p:cond delay="9000"/>
                            </p:stCondLst>
                            <p:childTnLst>
                              <p:par>
                                <p:cTn id="1356" presetID="1" presetClass="entr" presetSubtype="0" fill="hold" grpId="0" nodeType="afterEffect">
                                  <p:stCondLst>
                                    <p:cond delay="0"/>
                                  </p:stCondLst>
                                  <p:childTnLst>
                                    <p:set>
                                      <p:cBhvr>
                                        <p:cTn id="1357" dur="1" fill="hold">
                                          <p:stCondLst>
                                            <p:cond delay="0"/>
                                          </p:stCondLst>
                                        </p:cTn>
                                        <p:tgtEl>
                                          <p:spTgt spid="271"/>
                                        </p:tgtEl>
                                        <p:attrNameLst>
                                          <p:attrName>style.visibility</p:attrName>
                                        </p:attrNameLst>
                                      </p:cBhvr>
                                      <p:to>
                                        <p:strVal val="visible"/>
                                      </p:to>
                                    </p:set>
                                  </p:childTnLst>
                                </p:cTn>
                              </p:par>
                            </p:childTnLst>
                          </p:cTn>
                        </p:par>
                        <p:par>
                          <p:cTn id="1358" fill="hold">
                            <p:stCondLst>
                              <p:cond delay="9000"/>
                            </p:stCondLst>
                            <p:childTnLst>
                              <p:par>
                                <p:cTn id="1359" presetID="63" presetClass="path" presetSubtype="0" accel="50000" decel="50000" fill="hold" grpId="1" nodeType="afterEffect">
                                  <p:stCondLst>
                                    <p:cond delay="0"/>
                                  </p:stCondLst>
                                  <p:childTnLst>
                                    <p:animMotion origin="layout" path="M 4.79167E-6 2.96296E-6 L 0.25377 -0.18542 " pathEditMode="relative" rAng="0" ptsTypes="AA">
                                      <p:cBhvr>
                                        <p:cTn id="1360" dur="1000" fill="hold"/>
                                        <p:tgtEl>
                                          <p:spTgt spid="271"/>
                                        </p:tgtEl>
                                        <p:attrNameLst>
                                          <p:attrName>ppt_x</p:attrName>
                                          <p:attrName>ppt_y</p:attrName>
                                        </p:attrNameLst>
                                      </p:cBhvr>
                                      <p:rCtr x="12682" y="-9282"/>
                                    </p:animMotion>
                                  </p:childTnLst>
                                </p:cTn>
                              </p:par>
                              <p:par>
                                <p:cTn id="1361" presetID="10" presetClass="exit" presetSubtype="0" fill="hold" grpId="2" nodeType="withEffect">
                                  <p:stCondLst>
                                    <p:cond delay="500"/>
                                  </p:stCondLst>
                                  <p:childTnLst>
                                    <p:animEffect transition="out" filter="fade">
                                      <p:cBhvr>
                                        <p:cTn id="1362" dur="500"/>
                                        <p:tgtEl>
                                          <p:spTgt spid="274"/>
                                        </p:tgtEl>
                                      </p:cBhvr>
                                    </p:animEffect>
                                    <p:set>
                                      <p:cBhvr>
                                        <p:cTn id="1363" dur="1" fill="hold">
                                          <p:stCondLst>
                                            <p:cond delay="499"/>
                                          </p:stCondLst>
                                        </p:cTn>
                                        <p:tgtEl>
                                          <p:spTgt spid="274"/>
                                        </p:tgtEl>
                                        <p:attrNameLst>
                                          <p:attrName>style.visibility</p:attrName>
                                        </p:attrNameLst>
                                      </p:cBhvr>
                                      <p:to>
                                        <p:strVal val="hidden"/>
                                      </p:to>
                                    </p:set>
                                  </p:childTnLst>
                                </p:cTn>
                              </p:par>
                            </p:childTnLst>
                          </p:cTn>
                        </p:par>
                        <p:par>
                          <p:cTn id="1364" fill="hold">
                            <p:stCondLst>
                              <p:cond delay="10000"/>
                            </p:stCondLst>
                            <p:childTnLst>
                              <p:par>
                                <p:cTn id="1365" presetID="27" presetClass="emph" presetSubtype="0" fill="remove" grpId="6" nodeType="afterEffect">
                                  <p:stCondLst>
                                    <p:cond delay="0"/>
                                  </p:stCondLst>
                                  <p:childTnLst>
                                    <p:animClr clrSpc="rgb" dir="cw">
                                      <p:cBhvr override="childStyle">
                                        <p:cTn id="1366" dur="500" autoRev="1" fill="remove"/>
                                        <p:tgtEl>
                                          <p:spTgt spid="235"/>
                                        </p:tgtEl>
                                        <p:attrNameLst>
                                          <p:attrName>style.color</p:attrName>
                                        </p:attrNameLst>
                                      </p:cBhvr>
                                      <p:to>
                                        <a:srgbClr val="DEEBF6"/>
                                      </p:to>
                                    </p:animClr>
                                    <p:animClr clrSpc="rgb" dir="cw">
                                      <p:cBhvr>
                                        <p:cTn id="1367" dur="500" autoRev="1" fill="remove"/>
                                        <p:tgtEl>
                                          <p:spTgt spid="235"/>
                                        </p:tgtEl>
                                        <p:attrNameLst>
                                          <p:attrName>fillcolor</p:attrName>
                                        </p:attrNameLst>
                                      </p:cBhvr>
                                      <p:to>
                                        <a:srgbClr val="DEEBF6"/>
                                      </p:to>
                                    </p:animClr>
                                    <p:set>
                                      <p:cBhvr>
                                        <p:cTn id="1368" dur="500" autoRev="1" fill="remove"/>
                                        <p:tgtEl>
                                          <p:spTgt spid="235"/>
                                        </p:tgtEl>
                                        <p:attrNameLst>
                                          <p:attrName>fill.type</p:attrName>
                                        </p:attrNameLst>
                                      </p:cBhvr>
                                      <p:to>
                                        <p:strVal val="solid"/>
                                      </p:to>
                                    </p:set>
                                    <p:set>
                                      <p:cBhvr>
                                        <p:cTn id="1369" dur="500" autoRev="1" fill="remove"/>
                                        <p:tgtEl>
                                          <p:spTgt spid="235"/>
                                        </p:tgtEl>
                                        <p:attrNameLst>
                                          <p:attrName>fill.on</p:attrName>
                                        </p:attrNameLst>
                                      </p:cBhvr>
                                      <p:to>
                                        <p:strVal val="true"/>
                                      </p:to>
                                    </p:set>
                                  </p:childTnLst>
                                </p:cTn>
                              </p:par>
                            </p:childTnLst>
                          </p:cTn>
                        </p:par>
                        <p:par>
                          <p:cTn id="1370" fill="hold">
                            <p:stCondLst>
                              <p:cond delay="11000"/>
                            </p:stCondLst>
                            <p:childTnLst>
                              <p:par>
                                <p:cTn id="1371" presetID="42" presetClass="path" presetSubtype="0" accel="50000" decel="50000" fill="hold" grpId="1" nodeType="afterEffect">
                                  <p:stCondLst>
                                    <p:cond delay="0"/>
                                  </p:stCondLst>
                                  <p:childTnLst>
                                    <p:animMotion origin="layout" path="M -8.33333E-7 4.07407E-6 L -0.20195 0.18356 " pathEditMode="relative" rAng="0" ptsTypes="AA">
                                      <p:cBhvr>
                                        <p:cTn id="1372" dur="1000" fill="hold"/>
                                        <p:tgtEl>
                                          <p:spTgt spid="276"/>
                                        </p:tgtEl>
                                        <p:attrNameLst>
                                          <p:attrName>ppt_x</p:attrName>
                                          <p:attrName>ppt_y</p:attrName>
                                        </p:attrNameLst>
                                      </p:cBhvr>
                                      <p:rCtr x="-10104" y="9167"/>
                                    </p:animMotion>
                                  </p:childTnLst>
                                </p:cTn>
                              </p:par>
                              <p:par>
                                <p:cTn id="1373" presetID="10" presetClass="exit" presetSubtype="0" fill="hold" grpId="2" nodeType="withEffect">
                                  <p:stCondLst>
                                    <p:cond delay="250"/>
                                  </p:stCondLst>
                                  <p:childTnLst>
                                    <p:animEffect transition="out" filter="fade">
                                      <p:cBhvr>
                                        <p:cTn id="1374" dur="500"/>
                                        <p:tgtEl>
                                          <p:spTgt spid="273"/>
                                        </p:tgtEl>
                                      </p:cBhvr>
                                    </p:animEffect>
                                    <p:set>
                                      <p:cBhvr>
                                        <p:cTn id="1375" dur="1" fill="hold">
                                          <p:stCondLst>
                                            <p:cond delay="499"/>
                                          </p:stCondLst>
                                        </p:cTn>
                                        <p:tgtEl>
                                          <p:spTgt spid="273"/>
                                        </p:tgtEl>
                                        <p:attrNameLst>
                                          <p:attrName>style.visibility</p:attrName>
                                        </p:attrNameLst>
                                      </p:cBhvr>
                                      <p:to>
                                        <p:strVal val="hidden"/>
                                      </p:to>
                                    </p:set>
                                  </p:childTnLst>
                                </p:cTn>
                              </p:par>
                            </p:childTnLst>
                          </p:cTn>
                        </p:par>
                        <p:par>
                          <p:cTn id="1376" fill="hold">
                            <p:stCondLst>
                              <p:cond delay="12000"/>
                            </p:stCondLst>
                            <p:childTnLst>
                              <p:par>
                                <p:cTn id="1377" presetID="22" presetClass="exit" presetSubtype="4" fill="hold" nodeType="afterEffect">
                                  <p:stCondLst>
                                    <p:cond delay="0"/>
                                  </p:stCondLst>
                                  <p:childTnLst>
                                    <p:animEffect transition="out" filter="wipe(down)">
                                      <p:cBhvr>
                                        <p:cTn id="1378" dur="500"/>
                                        <p:tgtEl>
                                          <p:spTgt spid="219"/>
                                        </p:tgtEl>
                                      </p:cBhvr>
                                    </p:animEffect>
                                    <p:set>
                                      <p:cBhvr>
                                        <p:cTn id="1379" dur="1" fill="hold">
                                          <p:stCondLst>
                                            <p:cond delay="499"/>
                                          </p:stCondLst>
                                        </p:cTn>
                                        <p:tgtEl>
                                          <p:spTgt spid="219"/>
                                        </p:tgtEl>
                                        <p:attrNameLst>
                                          <p:attrName>style.visibility</p:attrName>
                                        </p:attrNameLst>
                                      </p:cBhvr>
                                      <p:to>
                                        <p:strVal val="hidden"/>
                                      </p:to>
                                    </p:set>
                                  </p:childTnLst>
                                </p:cTn>
                              </p:par>
                            </p:childTnLst>
                          </p:cTn>
                        </p:par>
                        <p:par>
                          <p:cTn id="1380" fill="hold">
                            <p:stCondLst>
                              <p:cond delay="12500"/>
                            </p:stCondLst>
                            <p:childTnLst>
                              <p:par>
                                <p:cTn id="1381" presetID="7" presetClass="emph" presetSubtype="2" fill="hold" nodeType="afterEffect">
                                  <p:stCondLst>
                                    <p:cond delay="0"/>
                                  </p:stCondLst>
                                  <p:childTnLst>
                                    <p:animClr clrSpc="rgb" dir="cw">
                                      <p:cBhvr>
                                        <p:cTn id="1382" dur="1000" fill="hold"/>
                                        <p:tgtEl>
                                          <p:spTgt spid="111"/>
                                        </p:tgtEl>
                                        <p:attrNameLst>
                                          <p:attrName>stroke.color</p:attrName>
                                        </p:attrNameLst>
                                      </p:cBhvr>
                                      <p:to>
                                        <a:srgbClr val="F2F2F2"/>
                                      </p:to>
                                    </p:animClr>
                                    <p:set>
                                      <p:cBhvr>
                                        <p:cTn id="1383" dur="1000" fill="hold"/>
                                        <p:tgtEl>
                                          <p:spTgt spid="111"/>
                                        </p:tgtEl>
                                        <p:attrNameLst>
                                          <p:attrName>stroke.on</p:attrName>
                                        </p:attrNameLst>
                                      </p:cBhvr>
                                      <p:to>
                                        <p:strVal val="true"/>
                                      </p:to>
                                    </p:set>
                                  </p:childTnLst>
                                </p:cTn>
                              </p:par>
                            </p:childTnLst>
                          </p:cTn>
                        </p:par>
                        <p:par>
                          <p:cTn id="1384" fill="hold">
                            <p:stCondLst>
                              <p:cond delay="13500"/>
                            </p:stCondLst>
                            <p:childTnLst>
                              <p:par>
                                <p:cTn id="1385" presetID="7" presetClass="emph" presetSubtype="2" fill="hold" nodeType="afterEffect">
                                  <p:stCondLst>
                                    <p:cond delay="0"/>
                                  </p:stCondLst>
                                  <p:childTnLst>
                                    <p:animClr clrSpc="rgb" dir="cw">
                                      <p:cBhvr>
                                        <p:cTn id="1386" dur="1000" fill="hold"/>
                                        <p:tgtEl>
                                          <p:spTgt spid="106"/>
                                        </p:tgtEl>
                                        <p:attrNameLst>
                                          <p:attrName>stroke.color</p:attrName>
                                        </p:attrNameLst>
                                      </p:cBhvr>
                                      <p:to>
                                        <a:schemeClr val="accent2"/>
                                      </p:to>
                                    </p:animClr>
                                    <p:set>
                                      <p:cBhvr>
                                        <p:cTn id="1387" dur="1000" fill="hold"/>
                                        <p:tgtEl>
                                          <p:spTgt spid="106"/>
                                        </p:tgtEl>
                                        <p:attrNameLst>
                                          <p:attrName>stroke.on</p:attrName>
                                        </p:attrNameLst>
                                      </p:cBhvr>
                                      <p:to>
                                        <p:strVal val="true"/>
                                      </p:to>
                                    </p:set>
                                  </p:childTnLst>
                                </p:cTn>
                              </p:par>
                            </p:childTnLst>
                          </p:cTn>
                        </p:par>
                        <p:par>
                          <p:cTn id="1388" fill="hold">
                            <p:stCondLst>
                              <p:cond delay="14500"/>
                            </p:stCondLst>
                            <p:childTnLst>
                              <p:par>
                                <p:cTn id="1389" presetID="32" presetClass="emph" presetSubtype="0" fill="hold" nodeType="afterEffect">
                                  <p:stCondLst>
                                    <p:cond delay="0"/>
                                  </p:stCondLst>
                                  <p:childTnLst>
                                    <p:animRot by="120000">
                                      <p:cBhvr>
                                        <p:cTn id="1390" dur="150" fill="hold">
                                          <p:stCondLst>
                                            <p:cond delay="0"/>
                                          </p:stCondLst>
                                        </p:cTn>
                                        <p:tgtEl>
                                          <p:spTgt spid="106"/>
                                        </p:tgtEl>
                                        <p:attrNameLst>
                                          <p:attrName>r</p:attrName>
                                        </p:attrNameLst>
                                      </p:cBhvr>
                                    </p:animRot>
                                    <p:animRot by="-240000">
                                      <p:cBhvr>
                                        <p:cTn id="1391" dur="300" fill="hold">
                                          <p:stCondLst>
                                            <p:cond delay="300"/>
                                          </p:stCondLst>
                                        </p:cTn>
                                        <p:tgtEl>
                                          <p:spTgt spid="106"/>
                                        </p:tgtEl>
                                        <p:attrNameLst>
                                          <p:attrName>r</p:attrName>
                                        </p:attrNameLst>
                                      </p:cBhvr>
                                    </p:animRot>
                                    <p:animRot by="240000">
                                      <p:cBhvr>
                                        <p:cTn id="1392" dur="300" fill="hold">
                                          <p:stCondLst>
                                            <p:cond delay="600"/>
                                          </p:stCondLst>
                                        </p:cTn>
                                        <p:tgtEl>
                                          <p:spTgt spid="106"/>
                                        </p:tgtEl>
                                        <p:attrNameLst>
                                          <p:attrName>r</p:attrName>
                                        </p:attrNameLst>
                                      </p:cBhvr>
                                    </p:animRot>
                                    <p:animRot by="-240000">
                                      <p:cBhvr>
                                        <p:cTn id="1393" dur="300" fill="hold">
                                          <p:stCondLst>
                                            <p:cond delay="900"/>
                                          </p:stCondLst>
                                        </p:cTn>
                                        <p:tgtEl>
                                          <p:spTgt spid="106"/>
                                        </p:tgtEl>
                                        <p:attrNameLst>
                                          <p:attrName>r</p:attrName>
                                        </p:attrNameLst>
                                      </p:cBhvr>
                                    </p:animRot>
                                    <p:animRot by="120000">
                                      <p:cBhvr>
                                        <p:cTn id="1394" dur="300" fill="hold">
                                          <p:stCondLst>
                                            <p:cond delay="1200"/>
                                          </p:stCondLst>
                                        </p:cTn>
                                        <p:tgtEl>
                                          <p:spTgt spid="106"/>
                                        </p:tgtEl>
                                        <p:attrNameLst>
                                          <p:attrName>r</p:attrName>
                                        </p:attrNameLst>
                                      </p:cBhvr>
                                    </p:animRot>
                                  </p:childTnLst>
                                </p:cTn>
                              </p:par>
                            </p:childTnLst>
                          </p:cTn>
                        </p:par>
                      </p:childTnLst>
                    </p:cTn>
                  </p:par>
                  <p:par>
                    <p:cTn id="1395" fill="hold">
                      <p:stCondLst>
                        <p:cond delay="indefinite"/>
                      </p:stCondLst>
                      <p:childTnLst>
                        <p:par>
                          <p:cTn id="1396" fill="hold">
                            <p:stCondLst>
                              <p:cond delay="0"/>
                            </p:stCondLst>
                            <p:childTnLst>
                              <p:par>
                                <p:cTn id="1397" presetID="64" presetClass="path" presetSubtype="0" accel="50000" decel="50000" fill="hold" grpId="7" nodeType="clickEffect">
                                  <p:stCondLst>
                                    <p:cond delay="0"/>
                                  </p:stCondLst>
                                  <p:childTnLst>
                                    <p:animMotion origin="layout" path="M -0.2612 0.05625 L -0.36576 -0.34514 " pathEditMode="relative" rAng="0" ptsTypes="AA">
                                      <p:cBhvr>
                                        <p:cTn id="1398" dur="1500" fill="hold"/>
                                        <p:tgtEl>
                                          <p:spTgt spid="100"/>
                                        </p:tgtEl>
                                        <p:attrNameLst>
                                          <p:attrName>ppt_x</p:attrName>
                                          <p:attrName>ppt_y</p:attrName>
                                        </p:attrNameLst>
                                      </p:cBhvr>
                                      <p:rCtr x="-5247" y="-20139"/>
                                    </p:animMotion>
                                  </p:childTnLst>
                                </p:cTn>
                              </p:par>
                              <p:par>
                                <p:cTn id="1399" presetID="10" presetClass="exit" presetSubtype="0" fill="hold" grpId="8" nodeType="withEffect">
                                  <p:stCondLst>
                                    <p:cond delay="500"/>
                                  </p:stCondLst>
                                  <p:childTnLst>
                                    <p:animEffect transition="out" filter="fade">
                                      <p:cBhvr>
                                        <p:cTn id="1400" dur="750"/>
                                        <p:tgtEl>
                                          <p:spTgt spid="110"/>
                                        </p:tgtEl>
                                      </p:cBhvr>
                                    </p:animEffect>
                                    <p:set>
                                      <p:cBhvr>
                                        <p:cTn id="1401" dur="1" fill="hold">
                                          <p:stCondLst>
                                            <p:cond delay="749"/>
                                          </p:stCondLst>
                                        </p:cTn>
                                        <p:tgtEl>
                                          <p:spTgt spid="110"/>
                                        </p:tgtEl>
                                        <p:attrNameLst>
                                          <p:attrName>style.visibility</p:attrName>
                                        </p:attrNameLst>
                                      </p:cBhvr>
                                      <p:to>
                                        <p:strVal val="hidden"/>
                                      </p:to>
                                    </p:set>
                                  </p:childTnLst>
                                </p:cTn>
                              </p:par>
                            </p:childTnLst>
                          </p:cTn>
                        </p:par>
                        <p:par>
                          <p:cTn id="1402" fill="hold">
                            <p:stCondLst>
                              <p:cond delay="1500"/>
                            </p:stCondLst>
                            <p:childTnLst>
                              <p:par>
                                <p:cTn id="1403" presetID="7" presetClass="emph" presetSubtype="2" fill="hold" nodeType="afterEffect">
                                  <p:stCondLst>
                                    <p:cond delay="0"/>
                                  </p:stCondLst>
                                  <p:childTnLst>
                                    <p:animClr clrSpc="rgb" dir="cw">
                                      <p:cBhvr>
                                        <p:cTn id="1404" dur="1000" fill="hold"/>
                                        <p:tgtEl>
                                          <p:spTgt spid="106"/>
                                        </p:tgtEl>
                                        <p:attrNameLst>
                                          <p:attrName>stroke.color</p:attrName>
                                        </p:attrNameLst>
                                      </p:cBhvr>
                                      <p:to>
                                        <a:srgbClr val="F2F2F2"/>
                                      </p:to>
                                    </p:animClr>
                                    <p:set>
                                      <p:cBhvr>
                                        <p:cTn id="1405" dur="1000" fill="hold"/>
                                        <p:tgtEl>
                                          <p:spTgt spid="106"/>
                                        </p:tgtEl>
                                        <p:attrNameLst>
                                          <p:attrName>stroke.on</p:attrName>
                                        </p:attrNameLst>
                                      </p:cBhvr>
                                      <p:to>
                                        <p:strVal val="true"/>
                                      </p:to>
                                    </p:set>
                                  </p:childTnLst>
                                </p:cTn>
                              </p:par>
                            </p:childTnLst>
                          </p:cTn>
                        </p:par>
                        <p:par>
                          <p:cTn id="1406" fill="hold">
                            <p:stCondLst>
                              <p:cond delay="2500"/>
                            </p:stCondLst>
                            <p:childTnLst>
                              <p:par>
                                <p:cTn id="1407" presetID="7" presetClass="emph" presetSubtype="2" fill="hold" nodeType="afterEffect">
                                  <p:stCondLst>
                                    <p:cond delay="0"/>
                                  </p:stCondLst>
                                  <p:childTnLst>
                                    <p:animClr clrSpc="rgb" dir="cw">
                                      <p:cBhvr>
                                        <p:cTn id="1408" dur="1000" fill="hold"/>
                                        <p:tgtEl>
                                          <p:spTgt spid="107"/>
                                        </p:tgtEl>
                                        <p:attrNameLst>
                                          <p:attrName>stroke.color</p:attrName>
                                        </p:attrNameLst>
                                      </p:cBhvr>
                                      <p:to>
                                        <a:schemeClr val="accent2"/>
                                      </p:to>
                                    </p:animClr>
                                    <p:set>
                                      <p:cBhvr>
                                        <p:cTn id="1409" dur="1000" fill="hold"/>
                                        <p:tgtEl>
                                          <p:spTgt spid="107"/>
                                        </p:tgtEl>
                                        <p:attrNameLst>
                                          <p:attrName>stroke.on</p:attrName>
                                        </p:attrNameLst>
                                      </p:cBhvr>
                                      <p:to>
                                        <p:strVal val="true"/>
                                      </p:to>
                                    </p:set>
                                  </p:childTnLst>
                                </p:cTn>
                              </p:par>
                            </p:childTnLst>
                          </p:cTn>
                        </p:par>
                        <p:par>
                          <p:cTn id="1410" fill="hold">
                            <p:stCondLst>
                              <p:cond delay="3500"/>
                            </p:stCondLst>
                            <p:childTnLst>
                              <p:par>
                                <p:cTn id="1411" presetID="32" presetClass="emph" presetSubtype="0" fill="hold" nodeType="afterEffect">
                                  <p:stCondLst>
                                    <p:cond delay="0"/>
                                  </p:stCondLst>
                                  <p:childTnLst>
                                    <p:animRot by="120000">
                                      <p:cBhvr>
                                        <p:cTn id="1412" dur="150" fill="hold">
                                          <p:stCondLst>
                                            <p:cond delay="0"/>
                                          </p:stCondLst>
                                        </p:cTn>
                                        <p:tgtEl>
                                          <p:spTgt spid="107"/>
                                        </p:tgtEl>
                                        <p:attrNameLst>
                                          <p:attrName>r</p:attrName>
                                        </p:attrNameLst>
                                      </p:cBhvr>
                                    </p:animRot>
                                    <p:animRot by="-240000">
                                      <p:cBhvr>
                                        <p:cTn id="1413" dur="300" fill="hold">
                                          <p:stCondLst>
                                            <p:cond delay="300"/>
                                          </p:stCondLst>
                                        </p:cTn>
                                        <p:tgtEl>
                                          <p:spTgt spid="107"/>
                                        </p:tgtEl>
                                        <p:attrNameLst>
                                          <p:attrName>r</p:attrName>
                                        </p:attrNameLst>
                                      </p:cBhvr>
                                    </p:animRot>
                                    <p:animRot by="240000">
                                      <p:cBhvr>
                                        <p:cTn id="1414" dur="300" fill="hold">
                                          <p:stCondLst>
                                            <p:cond delay="600"/>
                                          </p:stCondLst>
                                        </p:cTn>
                                        <p:tgtEl>
                                          <p:spTgt spid="107"/>
                                        </p:tgtEl>
                                        <p:attrNameLst>
                                          <p:attrName>r</p:attrName>
                                        </p:attrNameLst>
                                      </p:cBhvr>
                                    </p:animRot>
                                    <p:animRot by="-240000">
                                      <p:cBhvr>
                                        <p:cTn id="1415" dur="300" fill="hold">
                                          <p:stCondLst>
                                            <p:cond delay="900"/>
                                          </p:stCondLst>
                                        </p:cTn>
                                        <p:tgtEl>
                                          <p:spTgt spid="107"/>
                                        </p:tgtEl>
                                        <p:attrNameLst>
                                          <p:attrName>r</p:attrName>
                                        </p:attrNameLst>
                                      </p:cBhvr>
                                    </p:animRot>
                                    <p:animRot by="120000">
                                      <p:cBhvr>
                                        <p:cTn id="1416" dur="300" fill="hold">
                                          <p:stCondLst>
                                            <p:cond delay="1200"/>
                                          </p:stCondLst>
                                        </p:cTn>
                                        <p:tgtEl>
                                          <p:spTgt spid="107"/>
                                        </p:tgtEl>
                                        <p:attrNameLst>
                                          <p:attrName>r</p:attrName>
                                        </p:attrNameLst>
                                      </p:cBhvr>
                                    </p:animRot>
                                  </p:childTnLst>
                                </p:cTn>
                              </p:par>
                            </p:childTnLst>
                          </p:cTn>
                        </p:par>
                      </p:childTnLst>
                    </p:cTn>
                  </p:par>
                  <p:par>
                    <p:cTn id="1417" fill="hold">
                      <p:stCondLst>
                        <p:cond delay="indefinite"/>
                      </p:stCondLst>
                      <p:childTnLst>
                        <p:par>
                          <p:cTn id="1418" fill="hold">
                            <p:stCondLst>
                              <p:cond delay="0"/>
                            </p:stCondLst>
                            <p:childTnLst>
                              <p:par>
                                <p:cTn id="1419" presetID="1" presetClass="entr" presetSubtype="0" fill="hold" grpId="0" nodeType="clickEffect">
                                  <p:stCondLst>
                                    <p:cond delay="0"/>
                                  </p:stCondLst>
                                  <p:childTnLst>
                                    <p:set>
                                      <p:cBhvr>
                                        <p:cTn id="1420" dur="1" fill="hold">
                                          <p:stCondLst>
                                            <p:cond delay="0"/>
                                          </p:stCondLst>
                                        </p:cTn>
                                        <p:tgtEl>
                                          <p:spTgt spid="55"/>
                                        </p:tgtEl>
                                        <p:attrNameLst>
                                          <p:attrName>style.visibility</p:attrName>
                                        </p:attrNameLst>
                                      </p:cBhvr>
                                      <p:to>
                                        <p:strVal val="visible"/>
                                      </p:to>
                                    </p:set>
                                  </p:childTnLst>
                                </p:cTn>
                              </p:par>
                            </p:childTnLst>
                          </p:cTn>
                        </p:par>
                        <p:par>
                          <p:cTn id="1421" fill="hold">
                            <p:stCondLst>
                              <p:cond delay="0"/>
                            </p:stCondLst>
                            <p:childTnLst>
                              <p:par>
                                <p:cTn id="1422" presetID="42" presetClass="path" presetSubtype="0" accel="50000" decel="50000" fill="hold" grpId="1" nodeType="afterEffect">
                                  <p:stCondLst>
                                    <p:cond delay="0"/>
                                  </p:stCondLst>
                                  <p:childTnLst>
                                    <p:animMotion origin="layout" path="M -3.95833E-6 -4.81481E-6 L -0.00052 0.06899 " pathEditMode="relative" rAng="0" ptsTypes="AA">
                                      <p:cBhvr>
                                        <p:cTn id="1423" dur="1250" fill="hold"/>
                                        <p:tgtEl>
                                          <p:spTgt spid="55"/>
                                        </p:tgtEl>
                                        <p:attrNameLst>
                                          <p:attrName>ppt_x</p:attrName>
                                          <p:attrName>ppt_y</p:attrName>
                                        </p:attrNameLst>
                                      </p:cBhvr>
                                      <p:rCtr x="-26" y="3449"/>
                                    </p:animMotion>
                                  </p:childTnLst>
                                </p:cTn>
                              </p:par>
                            </p:childTnLst>
                          </p:cTn>
                        </p:par>
                        <p:par>
                          <p:cTn id="1424" fill="hold">
                            <p:stCondLst>
                              <p:cond delay="1250"/>
                            </p:stCondLst>
                            <p:childTnLst>
                              <p:par>
                                <p:cTn id="1425" presetID="7" presetClass="emph" presetSubtype="2" fill="hold" nodeType="afterEffect">
                                  <p:stCondLst>
                                    <p:cond delay="0"/>
                                  </p:stCondLst>
                                  <p:childTnLst>
                                    <p:animClr clrSpc="rgb" dir="cw">
                                      <p:cBhvr>
                                        <p:cTn id="1426" dur="500" fill="hold"/>
                                        <p:tgtEl>
                                          <p:spTgt spid="107"/>
                                        </p:tgtEl>
                                        <p:attrNameLst>
                                          <p:attrName>stroke.color</p:attrName>
                                        </p:attrNameLst>
                                      </p:cBhvr>
                                      <p:to>
                                        <a:srgbClr val="F2F2F2"/>
                                      </p:to>
                                    </p:animClr>
                                    <p:set>
                                      <p:cBhvr>
                                        <p:cTn id="1427" dur="500" fill="hold"/>
                                        <p:tgtEl>
                                          <p:spTgt spid="107"/>
                                        </p:tgtEl>
                                        <p:attrNameLst>
                                          <p:attrName>stroke.on</p:attrName>
                                        </p:attrNameLst>
                                      </p:cBhvr>
                                      <p:to>
                                        <p:strVal val="true"/>
                                      </p:to>
                                    </p:set>
                                  </p:childTnLst>
                                </p:cTn>
                              </p:par>
                            </p:childTnLst>
                          </p:cTn>
                        </p:par>
                        <p:par>
                          <p:cTn id="1428" fill="hold">
                            <p:stCondLst>
                              <p:cond delay="1750"/>
                            </p:stCondLst>
                            <p:childTnLst>
                              <p:par>
                                <p:cTn id="1429" presetID="7" presetClass="emph" presetSubtype="2" fill="hold" nodeType="afterEffect">
                                  <p:stCondLst>
                                    <p:cond delay="0"/>
                                  </p:stCondLst>
                                  <p:childTnLst>
                                    <p:animClr clrSpc="rgb" dir="cw">
                                      <p:cBhvr>
                                        <p:cTn id="1430" dur="500" fill="hold"/>
                                        <p:tgtEl>
                                          <p:spTgt spid="111"/>
                                        </p:tgtEl>
                                        <p:attrNameLst>
                                          <p:attrName>stroke.color</p:attrName>
                                        </p:attrNameLst>
                                      </p:cBhvr>
                                      <p:to>
                                        <a:schemeClr val="accent2"/>
                                      </p:to>
                                    </p:animClr>
                                    <p:set>
                                      <p:cBhvr>
                                        <p:cTn id="1431" dur="500" fill="hold"/>
                                        <p:tgtEl>
                                          <p:spTgt spid="111"/>
                                        </p:tgtEl>
                                        <p:attrNameLst>
                                          <p:attrName>stroke.on</p:attrName>
                                        </p:attrNameLst>
                                      </p:cBhvr>
                                      <p:to>
                                        <p:strVal val="true"/>
                                      </p:to>
                                    </p:set>
                                  </p:childTnLst>
                                </p:cTn>
                              </p:par>
                            </p:childTnLst>
                          </p:cTn>
                        </p:par>
                        <p:par>
                          <p:cTn id="1432" fill="hold">
                            <p:stCondLst>
                              <p:cond delay="2250"/>
                            </p:stCondLst>
                            <p:childTnLst>
                              <p:par>
                                <p:cTn id="1433" presetID="32" presetClass="emph" presetSubtype="0" fill="hold" nodeType="afterEffect">
                                  <p:stCondLst>
                                    <p:cond delay="0"/>
                                  </p:stCondLst>
                                  <p:childTnLst>
                                    <p:animRot by="120000">
                                      <p:cBhvr>
                                        <p:cTn id="1434" dur="100" fill="hold">
                                          <p:stCondLst>
                                            <p:cond delay="0"/>
                                          </p:stCondLst>
                                        </p:cTn>
                                        <p:tgtEl>
                                          <p:spTgt spid="111"/>
                                        </p:tgtEl>
                                        <p:attrNameLst>
                                          <p:attrName>r</p:attrName>
                                        </p:attrNameLst>
                                      </p:cBhvr>
                                    </p:animRot>
                                    <p:animRot by="-240000">
                                      <p:cBhvr>
                                        <p:cTn id="1435" dur="200" fill="hold">
                                          <p:stCondLst>
                                            <p:cond delay="200"/>
                                          </p:stCondLst>
                                        </p:cTn>
                                        <p:tgtEl>
                                          <p:spTgt spid="111"/>
                                        </p:tgtEl>
                                        <p:attrNameLst>
                                          <p:attrName>r</p:attrName>
                                        </p:attrNameLst>
                                      </p:cBhvr>
                                    </p:animRot>
                                    <p:animRot by="240000">
                                      <p:cBhvr>
                                        <p:cTn id="1436" dur="200" fill="hold">
                                          <p:stCondLst>
                                            <p:cond delay="400"/>
                                          </p:stCondLst>
                                        </p:cTn>
                                        <p:tgtEl>
                                          <p:spTgt spid="111"/>
                                        </p:tgtEl>
                                        <p:attrNameLst>
                                          <p:attrName>r</p:attrName>
                                        </p:attrNameLst>
                                      </p:cBhvr>
                                    </p:animRot>
                                    <p:animRot by="-240000">
                                      <p:cBhvr>
                                        <p:cTn id="1437" dur="200" fill="hold">
                                          <p:stCondLst>
                                            <p:cond delay="600"/>
                                          </p:stCondLst>
                                        </p:cTn>
                                        <p:tgtEl>
                                          <p:spTgt spid="111"/>
                                        </p:tgtEl>
                                        <p:attrNameLst>
                                          <p:attrName>r</p:attrName>
                                        </p:attrNameLst>
                                      </p:cBhvr>
                                    </p:animRot>
                                    <p:animRot by="120000">
                                      <p:cBhvr>
                                        <p:cTn id="1438" dur="200" fill="hold">
                                          <p:stCondLst>
                                            <p:cond delay="800"/>
                                          </p:stCondLst>
                                        </p:cTn>
                                        <p:tgtEl>
                                          <p:spTgt spid="111"/>
                                        </p:tgtEl>
                                        <p:attrNameLst>
                                          <p:attrName>r</p:attrName>
                                        </p:attrNameLst>
                                      </p:cBhvr>
                                    </p:animRot>
                                  </p:childTnLst>
                                </p:cTn>
                              </p:par>
                            </p:childTnLst>
                          </p:cTn>
                        </p:par>
                      </p:childTnLst>
                    </p:cTn>
                  </p:par>
                  <p:par>
                    <p:cTn id="1439" fill="hold">
                      <p:stCondLst>
                        <p:cond delay="indefinite"/>
                      </p:stCondLst>
                      <p:childTnLst>
                        <p:par>
                          <p:cTn id="1440" fill="hold">
                            <p:stCondLst>
                              <p:cond delay="0"/>
                            </p:stCondLst>
                            <p:childTnLst>
                              <p:par>
                                <p:cTn id="1441" presetID="22" presetClass="entr" presetSubtype="1" fill="hold" nodeType="clickEffect">
                                  <p:stCondLst>
                                    <p:cond delay="0"/>
                                  </p:stCondLst>
                                  <p:childTnLst>
                                    <p:set>
                                      <p:cBhvr>
                                        <p:cTn id="1442" dur="1" fill="hold">
                                          <p:stCondLst>
                                            <p:cond delay="0"/>
                                          </p:stCondLst>
                                        </p:cTn>
                                        <p:tgtEl>
                                          <p:spTgt spid="56"/>
                                        </p:tgtEl>
                                        <p:attrNameLst>
                                          <p:attrName>style.visibility</p:attrName>
                                        </p:attrNameLst>
                                      </p:cBhvr>
                                      <p:to>
                                        <p:strVal val="visible"/>
                                      </p:to>
                                    </p:set>
                                    <p:animEffect transition="in" filter="wipe(up)">
                                      <p:cBhvr>
                                        <p:cTn id="1443" dur="500"/>
                                        <p:tgtEl>
                                          <p:spTgt spid="56"/>
                                        </p:tgtEl>
                                      </p:cBhvr>
                                    </p:animEffect>
                                  </p:childTnLst>
                                </p:cTn>
                              </p:par>
                            </p:childTnLst>
                          </p:cTn>
                        </p:par>
                      </p:childTnLst>
                    </p:cTn>
                  </p:par>
                  <p:par>
                    <p:cTn id="1444" fill="hold">
                      <p:stCondLst>
                        <p:cond delay="indefinite"/>
                      </p:stCondLst>
                      <p:childTnLst>
                        <p:par>
                          <p:cTn id="1445" fill="hold">
                            <p:stCondLst>
                              <p:cond delay="0"/>
                            </p:stCondLst>
                            <p:childTnLst>
                              <p:par>
                                <p:cTn id="1446" presetID="22" presetClass="exit" presetSubtype="4" fill="hold" nodeType="clickEffect">
                                  <p:stCondLst>
                                    <p:cond delay="0"/>
                                  </p:stCondLst>
                                  <p:childTnLst>
                                    <p:animEffect transition="out" filter="wipe(down)">
                                      <p:cBhvr>
                                        <p:cTn id="1447" dur="500"/>
                                        <p:tgtEl>
                                          <p:spTgt spid="56"/>
                                        </p:tgtEl>
                                      </p:cBhvr>
                                    </p:animEffect>
                                    <p:set>
                                      <p:cBhvr>
                                        <p:cTn id="1448" dur="1" fill="hold">
                                          <p:stCondLst>
                                            <p:cond delay="499"/>
                                          </p:stCondLst>
                                        </p:cTn>
                                        <p:tgtEl>
                                          <p:spTgt spid="56"/>
                                        </p:tgtEl>
                                        <p:attrNameLst>
                                          <p:attrName>style.visibility</p:attrName>
                                        </p:attrNameLst>
                                      </p:cBhvr>
                                      <p:to>
                                        <p:strVal val="hidden"/>
                                      </p:to>
                                    </p:set>
                                  </p:childTnLst>
                                </p:cTn>
                              </p:par>
                            </p:childTnLst>
                          </p:cTn>
                        </p:par>
                        <p:par>
                          <p:cTn id="1449" fill="hold">
                            <p:stCondLst>
                              <p:cond delay="500"/>
                            </p:stCondLst>
                            <p:childTnLst>
                              <p:par>
                                <p:cTn id="1450" presetID="7" presetClass="emph" presetSubtype="2" fill="hold" nodeType="afterEffect">
                                  <p:stCondLst>
                                    <p:cond delay="0"/>
                                  </p:stCondLst>
                                  <p:childTnLst>
                                    <p:animClr clrSpc="rgb" dir="cw">
                                      <p:cBhvr>
                                        <p:cTn id="1451" dur="500" fill="hold"/>
                                        <p:tgtEl>
                                          <p:spTgt spid="111"/>
                                        </p:tgtEl>
                                        <p:attrNameLst>
                                          <p:attrName>stroke.color</p:attrName>
                                        </p:attrNameLst>
                                      </p:cBhvr>
                                      <p:to>
                                        <a:srgbClr val="F2F2F2"/>
                                      </p:to>
                                    </p:animClr>
                                    <p:set>
                                      <p:cBhvr>
                                        <p:cTn id="1452" dur="500" fill="hold"/>
                                        <p:tgtEl>
                                          <p:spTgt spid="111"/>
                                        </p:tgtEl>
                                        <p:attrNameLst>
                                          <p:attrName>stroke.on</p:attrName>
                                        </p:attrNameLst>
                                      </p:cBhvr>
                                      <p:to>
                                        <p:strVal val="true"/>
                                      </p:to>
                                    </p:set>
                                  </p:childTnLst>
                                </p:cTn>
                              </p:par>
                            </p:childTnLst>
                          </p:cTn>
                        </p:par>
                        <p:par>
                          <p:cTn id="1453" fill="hold">
                            <p:stCondLst>
                              <p:cond delay="1000"/>
                            </p:stCondLst>
                            <p:childTnLst>
                              <p:par>
                                <p:cTn id="1454" presetID="7" presetClass="emph" presetSubtype="2" fill="hold" nodeType="afterEffect">
                                  <p:stCondLst>
                                    <p:cond delay="0"/>
                                  </p:stCondLst>
                                  <p:childTnLst>
                                    <p:animClr clrSpc="rgb" dir="cw">
                                      <p:cBhvr>
                                        <p:cTn id="1455" dur="500" fill="hold"/>
                                        <p:tgtEl>
                                          <p:spTgt spid="106"/>
                                        </p:tgtEl>
                                        <p:attrNameLst>
                                          <p:attrName>stroke.color</p:attrName>
                                        </p:attrNameLst>
                                      </p:cBhvr>
                                      <p:to>
                                        <a:schemeClr val="accent2"/>
                                      </p:to>
                                    </p:animClr>
                                    <p:set>
                                      <p:cBhvr>
                                        <p:cTn id="1456" dur="500" fill="hold"/>
                                        <p:tgtEl>
                                          <p:spTgt spid="106"/>
                                        </p:tgtEl>
                                        <p:attrNameLst>
                                          <p:attrName>stroke.on</p:attrName>
                                        </p:attrNameLst>
                                      </p:cBhvr>
                                      <p:to>
                                        <p:strVal val="true"/>
                                      </p:to>
                                    </p:set>
                                  </p:childTnLst>
                                </p:cTn>
                              </p:par>
                            </p:childTnLst>
                          </p:cTn>
                        </p:par>
                        <p:par>
                          <p:cTn id="1457" fill="hold">
                            <p:stCondLst>
                              <p:cond delay="1500"/>
                            </p:stCondLst>
                            <p:childTnLst>
                              <p:par>
                                <p:cTn id="1458" presetID="32" presetClass="emph" presetSubtype="0" fill="hold" nodeType="afterEffect">
                                  <p:stCondLst>
                                    <p:cond delay="0"/>
                                  </p:stCondLst>
                                  <p:childTnLst>
                                    <p:animRot by="120000">
                                      <p:cBhvr>
                                        <p:cTn id="1459" dur="100" fill="hold">
                                          <p:stCondLst>
                                            <p:cond delay="0"/>
                                          </p:stCondLst>
                                        </p:cTn>
                                        <p:tgtEl>
                                          <p:spTgt spid="106"/>
                                        </p:tgtEl>
                                        <p:attrNameLst>
                                          <p:attrName>r</p:attrName>
                                        </p:attrNameLst>
                                      </p:cBhvr>
                                    </p:animRot>
                                    <p:animRot by="-240000">
                                      <p:cBhvr>
                                        <p:cTn id="1460" dur="200" fill="hold">
                                          <p:stCondLst>
                                            <p:cond delay="200"/>
                                          </p:stCondLst>
                                        </p:cTn>
                                        <p:tgtEl>
                                          <p:spTgt spid="106"/>
                                        </p:tgtEl>
                                        <p:attrNameLst>
                                          <p:attrName>r</p:attrName>
                                        </p:attrNameLst>
                                      </p:cBhvr>
                                    </p:animRot>
                                    <p:animRot by="240000">
                                      <p:cBhvr>
                                        <p:cTn id="1461" dur="200" fill="hold">
                                          <p:stCondLst>
                                            <p:cond delay="400"/>
                                          </p:stCondLst>
                                        </p:cTn>
                                        <p:tgtEl>
                                          <p:spTgt spid="106"/>
                                        </p:tgtEl>
                                        <p:attrNameLst>
                                          <p:attrName>r</p:attrName>
                                        </p:attrNameLst>
                                      </p:cBhvr>
                                    </p:animRot>
                                    <p:animRot by="-240000">
                                      <p:cBhvr>
                                        <p:cTn id="1462" dur="200" fill="hold">
                                          <p:stCondLst>
                                            <p:cond delay="600"/>
                                          </p:stCondLst>
                                        </p:cTn>
                                        <p:tgtEl>
                                          <p:spTgt spid="106"/>
                                        </p:tgtEl>
                                        <p:attrNameLst>
                                          <p:attrName>r</p:attrName>
                                        </p:attrNameLst>
                                      </p:cBhvr>
                                    </p:animRot>
                                    <p:animRot by="120000">
                                      <p:cBhvr>
                                        <p:cTn id="1463" dur="200" fill="hold">
                                          <p:stCondLst>
                                            <p:cond delay="800"/>
                                          </p:stCondLst>
                                        </p:cTn>
                                        <p:tgtEl>
                                          <p:spTgt spid="106"/>
                                        </p:tgtEl>
                                        <p:attrNameLst>
                                          <p:attrName>r</p:attrName>
                                        </p:attrNameLst>
                                      </p:cBhvr>
                                    </p:animRot>
                                  </p:childTnLst>
                                </p:cTn>
                              </p:par>
                            </p:childTnLst>
                          </p:cTn>
                        </p:par>
                      </p:childTnLst>
                    </p:cTn>
                  </p:par>
                  <p:par>
                    <p:cTn id="1464" fill="hold">
                      <p:stCondLst>
                        <p:cond delay="indefinite"/>
                      </p:stCondLst>
                      <p:childTnLst>
                        <p:par>
                          <p:cTn id="1465" fill="hold">
                            <p:stCondLst>
                              <p:cond delay="0"/>
                            </p:stCondLst>
                            <p:childTnLst>
                              <p:par>
                                <p:cTn id="1466" presetID="7" presetClass="emph" presetSubtype="2" fill="hold" nodeType="clickEffect">
                                  <p:stCondLst>
                                    <p:cond delay="0"/>
                                  </p:stCondLst>
                                  <p:childTnLst>
                                    <p:animClr clrSpc="rgb" dir="cw">
                                      <p:cBhvr>
                                        <p:cTn id="1467" dur="1000" fill="hold"/>
                                        <p:tgtEl>
                                          <p:spTgt spid="106"/>
                                        </p:tgtEl>
                                        <p:attrNameLst>
                                          <p:attrName>stroke.color</p:attrName>
                                        </p:attrNameLst>
                                      </p:cBhvr>
                                      <p:to>
                                        <a:srgbClr val="F2F2F2"/>
                                      </p:to>
                                    </p:animClr>
                                    <p:set>
                                      <p:cBhvr>
                                        <p:cTn id="1468" dur="1000" fill="hold"/>
                                        <p:tgtEl>
                                          <p:spTgt spid="106"/>
                                        </p:tgtEl>
                                        <p:attrNameLst>
                                          <p:attrName>stroke.on</p:attrName>
                                        </p:attrNameLst>
                                      </p:cBhvr>
                                      <p:to>
                                        <p:strVal val="true"/>
                                      </p:to>
                                    </p:set>
                                  </p:childTnLst>
                                </p:cTn>
                              </p:par>
                            </p:childTnLst>
                          </p:cTn>
                        </p:par>
                        <p:par>
                          <p:cTn id="1469" fill="hold">
                            <p:stCondLst>
                              <p:cond delay="1000"/>
                            </p:stCondLst>
                            <p:childTnLst>
                              <p:par>
                                <p:cTn id="1470" presetID="22" presetClass="entr" presetSubtype="8" fill="hold" nodeType="afterEffect">
                                  <p:stCondLst>
                                    <p:cond delay="0"/>
                                  </p:stCondLst>
                                  <p:childTnLst>
                                    <p:set>
                                      <p:cBhvr>
                                        <p:cTn id="1471" dur="1" fill="hold">
                                          <p:stCondLst>
                                            <p:cond delay="0"/>
                                          </p:stCondLst>
                                        </p:cTn>
                                        <p:tgtEl>
                                          <p:spTgt spid="278"/>
                                        </p:tgtEl>
                                        <p:attrNameLst>
                                          <p:attrName>style.visibility</p:attrName>
                                        </p:attrNameLst>
                                      </p:cBhvr>
                                      <p:to>
                                        <p:strVal val="visible"/>
                                      </p:to>
                                    </p:set>
                                    <p:animEffect transition="in" filter="wipe(left)">
                                      <p:cBhvr>
                                        <p:cTn id="1472" dur="1000"/>
                                        <p:tgtEl>
                                          <p:spTgt spid="278"/>
                                        </p:tgtEl>
                                      </p:cBhvr>
                                    </p:animEffect>
                                  </p:childTnLst>
                                </p:cTn>
                              </p:par>
                            </p:childTnLst>
                          </p:cTn>
                        </p:par>
                      </p:childTnLst>
                    </p:cTn>
                  </p:par>
                  <p:par>
                    <p:cTn id="1473" fill="hold">
                      <p:stCondLst>
                        <p:cond delay="indefinite"/>
                      </p:stCondLst>
                      <p:childTnLst>
                        <p:par>
                          <p:cTn id="1474" fill="hold">
                            <p:stCondLst>
                              <p:cond delay="0"/>
                            </p:stCondLst>
                            <p:childTnLst>
                              <p:par>
                                <p:cTn id="1475" presetID="22" presetClass="exit" presetSubtype="1" fill="hold" nodeType="clickEffect">
                                  <p:stCondLst>
                                    <p:cond delay="0"/>
                                  </p:stCondLst>
                                  <p:childTnLst>
                                    <p:animEffect transition="out" filter="wipe(up)">
                                      <p:cBhvr>
                                        <p:cTn id="1476" dur="500"/>
                                        <p:tgtEl>
                                          <p:spTgt spid="278"/>
                                        </p:tgtEl>
                                      </p:cBhvr>
                                    </p:animEffect>
                                    <p:set>
                                      <p:cBhvr>
                                        <p:cTn id="1477" dur="1" fill="hold">
                                          <p:stCondLst>
                                            <p:cond delay="499"/>
                                          </p:stCondLst>
                                        </p:cTn>
                                        <p:tgtEl>
                                          <p:spTgt spid="278"/>
                                        </p:tgtEl>
                                        <p:attrNameLst>
                                          <p:attrName>style.visibility</p:attrName>
                                        </p:attrNameLst>
                                      </p:cBhvr>
                                      <p:to>
                                        <p:strVal val="hidden"/>
                                      </p:to>
                                    </p:set>
                                  </p:childTnLst>
                                </p:cTn>
                              </p:par>
                            </p:childTnLst>
                          </p:cTn>
                        </p:par>
                        <p:par>
                          <p:cTn id="1478" fill="hold">
                            <p:stCondLst>
                              <p:cond delay="500"/>
                            </p:stCondLst>
                            <p:childTnLst>
                              <p:par>
                                <p:cTn id="1479" presetID="22" presetClass="entr" presetSubtype="8" fill="hold" nodeType="afterEffect">
                                  <p:stCondLst>
                                    <p:cond delay="0"/>
                                  </p:stCondLst>
                                  <p:childTnLst>
                                    <p:set>
                                      <p:cBhvr>
                                        <p:cTn id="1480" dur="1" fill="hold">
                                          <p:stCondLst>
                                            <p:cond delay="0"/>
                                          </p:stCondLst>
                                        </p:cTn>
                                        <p:tgtEl>
                                          <p:spTgt spid="279"/>
                                        </p:tgtEl>
                                        <p:attrNameLst>
                                          <p:attrName>style.visibility</p:attrName>
                                        </p:attrNameLst>
                                      </p:cBhvr>
                                      <p:to>
                                        <p:strVal val="visible"/>
                                      </p:to>
                                    </p:set>
                                    <p:animEffect transition="in" filter="wipe(left)">
                                      <p:cBhvr>
                                        <p:cTn id="1481" dur="1000"/>
                                        <p:tgtEl>
                                          <p:spTgt spid="279"/>
                                        </p:tgtEl>
                                      </p:cBhvr>
                                    </p:animEffect>
                                  </p:childTnLst>
                                </p:cTn>
                              </p:par>
                            </p:childTnLst>
                          </p:cTn>
                        </p:par>
                      </p:childTnLst>
                    </p:cTn>
                  </p:par>
                  <p:par>
                    <p:cTn id="1482" fill="hold">
                      <p:stCondLst>
                        <p:cond delay="indefinite"/>
                      </p:stCondLst>
                      <p:childTnLst>
                        <p:par>
                          <p:cTn id="1483" fill="hold">
                            <p:stCondLst>
                              <p:cond delay="0"/>
                            </p:stCondLst>
                            <p:childTnLst>
                              <p:par>
                                <p:cTn id="1484" presetID="22" presetClass="exit" presetSubtype="1" fill="hold" nodeType="clickEffect">
                                  <p:stCondLst>
                                    <p:cond delay="0"/>
                                  </p:stCondLst>
                                  <p:childTnLst>
                                    <p:animEffect transition="out" filter="wipe(up)">
                                      <p:cBhvr>
                                        <p:cTn id="1485" dur="500"/>
                                        <p:tgtEl>
                                          <p:spTgt spid="279"/>
                                        </p:tgtEl>
                                      </p:cBhvr>
                                    </p:animEffect>
                                    <p:set>
                                      <p:cBhvr>
                                        <p:cTn id="1486" dur="1" fill="hold">
                                          <p:stCondLst>
                                            <p:cond delay="499"/>
                                          </p:stCondLst>
                                        </p:cTn>
                                        <p:tgtEl>
                                          <p:spTgt spid="279"/>
                                        </p:tgtEl>
                                        <p:attrNameLst>
                                          <p:attrName>style.visibility</p:attrName>
                                        </p:attrNameLst>
                                      </p:cBhvr>
                                      <p:to>
                                        <p:strVal val="hidden"/>
                                      </p:to>
                                    </p:set>
                                  </p:childTnLst>
                                </p:cTn>
                              </p:par>
                            </p:childTnLst>
                          </p:cTn>
                        </p:par>
                        <p:par>
                          <p:cTn id="1487" fill="hold">
                            <p:stCondLst>
                              <p:cond delay="500"/>
                            </p:stCondLst>
                            <p:childTnLst>
                              <p:par>
                                <p:cTn id="1488" presetID="22" presetClass="entr" presetSubtype="8" fill="hold" nodeType="afterEffect">
                                  <p:stCondLst>
                                    <p:cond delay="0"/>
                                  </p:stCondLst>
                                  <p:childTnLst>
                                    <p:set>
                                      <p:cBhvr>
                                        <p:cTn id="1489" dur="1" fill="hold">
                                          <p:stCondLst>
                                            <p:cond delay="0"/>
                                          </p:stCondLst>
                                        </p:cTn>
                                        <p:tgtEl>
                                          <p:spTgt spid="70"/>
                                        </p:tgtEl>
                                        <p:attrNameLst>
                                          <p:attrName>style.visibility</p:attrName>
                                        </p:attrNameLst>
                                      </p:cBhvr>
                                      <p:to>
                                        <p:strVal val="visible"/>
                                      </p:to>
                                    </p:set>
                                    <p:animEffect transition="in" filter="wipe(left)">
                                      <p:cBhvr>
                                        <p:cTn id="1490" dur="1000"/>
                                        <p:tgtEl>
                                          <p:spTgt spid="70"/>
                                        </p:tgtEl>
                                      </p:cBhvr>
                                    </p:animEffect>
                                  </p:childTnLst>
                                </p:cTn>
                              </p:par>
                            </p:childTnLst>
                          </p:cTn>
                        </p:par>
                      </p:childTnLst>
                    </p:cTn>
                  </p:par>
                  <p:par>
                    <p:cTn id="1491" fill="hold">
                      <p:stCondLst>
                        <p:cond delay="indefinite"/>
                      </p:stCondLst>
                      <p:childTnLst>
                        <p:par>
                          <p:cTn id="1492" fill="hold">
                            <p:stCondLst>
                              <p:cond delay="0"/>
                            </p:stCondLst>
                            <p:childTnLst>
                              <p:par>
                                <p:cTn id="1493" presetID="22" presetClass="exit" presetSubtype="1" fill="hold" nodeType="clickEffect">
                                  <p:stCondLst>
                                    <p:cond delay="0"/>
                                  </p:stCondLst>
                                  <p:childTnLst>
                                    <p:animEffect transition="out" filter="wipe(up)">
                                      <p:cBhvr>
                                        <p:cTn id="1494" dur="500"/>
                                        <p:tgtEl>
                                          <p:spTgt spid="70"/>
                                        </p:tgtEl>
                                      </p:cBhvr>
                                    </p:animEffect>
                                    <p:set>
                                      <p:cBhvr>
                                        <p:cTn id="1495" dur="1" fill="hold">
                                          <p:stCondLst>
                                            <p:cond delay="499"/>
                                          </p:stCondLst>
                                        </p:cTn>
                                        <p:tgtEl>
                                          <p:spTgt spid="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1" grpId="1" animBg="1"/>
      <p:bldP spid="7" grpId="0" uiExpand="1" build="p" animBg="1"/>
      <p:bldP spid="7" grpId="1" build="allAtOnce" animBg="1"/>
      <p:bldP spid="8" grpId="0" uiExpand="1" build="p" animBg="1"/>
      <p:bldP spid="8" grpId="1" uiExpand="1" build="allAtOnce" animBg="1"/>
      <p:bldP spid="24" grpId="0" uiExpand="1"/>
      <p:bldP spid="88" grpId="0" animBg="1"/>
      <p:bldP spid="88" grpId="1" animBg="1"/>
      <p:bldP spid="88" grpId="2" animBg="1"/>
      <p:bldP spid="88" grpId="3" animBg="1"/>
      <p:bldP spid="89" grpId="0" animBg="1"/>
      <p:bldP spid="89" grpId="1" animBg="1"/>
      <p:bldP spid="89" grpId="2" animBg="1"/>
      <p:bldP spid="89" grpId="3" animBg="1"/>
      <p:bldP spid="90" grpId="0" animBg="1"/>
      <p:bldP spid="90" grpId="1" animBg="1"/>
      <p:bldP spid="90" grpId="2" animBg="1"/>
      <p:bldP spid="90" grpId="3" animBg="1"/>
      <p:bldP spid="91" grpId="0" animBg="1"/>
      <p:bldP spid="91" grpId="1" animBg="1"/>
      <p:bldP spid="91" grpId="2" animBg="1"/>
      <p:bldP spid="91" grpId="3" animBg="1"/>
      <p:bldP spid="92" grpId="0" animBg="1"/>
      <p:bldP spid="92" grpId="1" animBg="1"/>
      <p:bldP spid="92" grpId="2" animBg="1"/>
      <p:bldP spid="92" grpId="3" animBg="1"/>
      <p:bldP spid="93" grpId="0" animBg="1"/>
      <p:bldP spid="93" grpId="1" animBg="1"/>
      <p:bldP spid="93" grpId="2" animBg="1"/>
      <p:bldP spid="93" grpId="3" animBg="1"/>
      <p:bldP spid="94" grpId="0" animBg="1"/>
      <p:bldP spid="94" grpId="1" animBg="1"/>
      <p:bldP spid="94" grpId="2" animBg="1"/>
      <p:bldP spid="94" grpId="3" animBg="1"/>
      <p:bldP spid="95" grpId="0" animBg="1"/>
      <p:bldP spid="95" grpId="1" animBg="1"/>
      <p:bldP spid="95" grpId="2" animBg="1"/>
      <p:bldP spid="95" grpId="3" animBg="1"/>
      <p:bldP spid="99" grpId="0"/>
      <p:bldP spid="99" grpId="5"/>
      <p:bldP spid="99" grpId="6"/>
      <p:bldP spid="99" grpId="7"/>
      <p:bldP spid="99" grpId="8"/>
      <p:bldP spid="100" grpId="0"/>
      <p:bldP spid="100" grpId="5"/>
      <p:bldP spid="100" grpId="6"/>
      <p:bldP spid="100" grpId="7"/>
      <p:bldP spid="109" grpId="0"/>
      <p:bldP spid="109" grpId="5"/>
      <p:bldP spid="109" grpId="6"/>
      <p:bldP spid="109" grpId="7"/>
      <p:bldP spid="109" grpId="9"/>
      <p:bldP spid="110" grpId="0"/>
      <p:bldP spid="110" grpId="5"/>
      <p:bldP spid="110" grpId="6"/>
      <p:bldP spid="110" grpId="7"/>
      <p:bldP spid="110" grpId="8"/>
      <p:bldP spid="114" grpId="0"/>
      <p:bldP spid="114" grpId="5"/>
      <p:bldP spid="114" grpId="6"/>
      <p:bldP spid="114" grpId="7"/>
      <p:bldP spid="114" grpId="8"/>
      <p:bldP spid="116" grpId="0"/>
      <p:bldP spid="116" grpId="5"/>
      <p:bldP spid="116" grpId="6"/>
      <p:bldP spid="116" grpId="7"/>
      <p:bldP spid="116" grpId="9"/>
      <p:bldP spid="244" grpId="0" animBg="1"/>
      <p:bldP spid="246" grpId="0" animBg="1"/>
      <p:bldP spid="245" grpId="0" animBg="1"/>
      <p:bldP spid="248" grpId="0" animBg="1"/>
      <p:bldP spid="190" grpId="0" uiExpand="1" build="p" animBg="1"/>
      <p:bldP spid="190" grpId="1" uiExpand="1" build="allAtOnce" animBg="1"/>
      <p:bldP spid="101" grpId="0" uiExpand="1" build="p" animBg="1"/>
      <p:bldP spid="231" grpId="0" animBg="1"/>
      <p:bldP spid="231" grpId="1" animBg="1"/>
      <p:bldP spid="231" grpId="2" animBg="1"/>
      <p:bldP spid="15" grpId="0"/>
      <p:bldP spid="15" grpId="1"/>
      <p:bldP spid="15" grpId="2"/>
      <p:bldP spid="15" grpId="3"/>
      <p:bldP spid="232" grpId="0"/>
      <p:bldP spid="232" grpId="1"/>
      <p:bldP spid="232" grpId="2"/>
      <p:bldP spid="232" grpId="3"/>
      <p:bldP spid="232" grpId="4"/>
      <p:bldP spid="232" grpId="5"/>
      <p:bldP spid="232" grpId="6"/>
      <p:bldP spid="232" grpId="7"/>
      <p:bldP spid="235" grpId="0"/>
      <p:bldP spid="235" grpId="1"/>
      <p:bldP spid="235" grpId="2"/>
      <p:bldP spid="235" grpId="3"/>
      <p:bldP spid="235" grpId="4"/>
      <p:bldP spid="235" grpId="5"/>
      <p:bldP spid="235" grpId="6"/>
      <p:bldP spid="235" grpId="7"/>
      <p:bldP spid="237" grpId="0" animBg="1"/>
      <p:bldP spid="237" grpId="1" animBg="1"/>
      <p:bldP spid="237" grpId="2" animBg="1"/>
      <p:bldP spid="243" grpId="0" animBg="1"/>
      <p:bldP spid="230" grpId="0" animBg="1"/>
      <p:bldP spid="230" grpId="1" animBg="1"/>
      <p:bldP spid="230" grpId="2" animBg="1"/>
      <p:bldP spid="249" grpId="0" animBg="1"/>
      <p:bldP spid="249" grpId="1" animBg="1"/>
      <p:bldP spid="234" grpId="0" animBg="1"/>
      <p:bldP spid="234" grpId="1" animBg="1"/>
      <p:bldP spid="234" grpId="2" animBg="1"/>
      <p:bldP spid="251" grpId="0" animBg="1"/>
      <p:bldP spid="251" grpId="1" animBg="1"/>
      <p:bldP spid="239" grpId="0" animBg="1"/>
      <p:bldP spid="239" grpId="1" animBg="1"/>
      <p:bldP spid="239" grpId="2" animBg="1"/>
      <p:bldP spid="239" grpId="3" animBg="1"/>
      <p:bldP spid="252" grpId="0" animBg="1"/>
      <p:bldP spid="252" grpId="1" animBg="1"/>
      <p:bldP spid="254" grpId="0" animBg="1"/>
      <p:bldP spid="254" grpId="1" animBg="1"/>
      <p:bldP spid="255" grpId="0" animBg="1"/>
      <p:bldP spid="255" grpId="1" animBg="1"/>
      <p:bldP spid="256" grpId="0" animBg="1"/>
      <p:bldP spid="256" grpId="1" animBg="1"/>
      <p:bldP spid="256" grpId="3" animBg="1"/>
      <p:bldP spid="257" grpId="0" animBg="1"/>
      <p:bldP spid="257" grpId="1" animBg="1"/>
      <p:bldP spid="257" grpId="2" animBg="1"/>
      <p:bldP spid="259" grpId="0" animBg="1"/>
      <p:bldP spid="259" grpId="1" animBg="1"/>
      <p:bldP spid="259" grpId="2" animBg="1"/>
      <p:bldP spid="261" grpId="0" animBg="1"/>
      <p:bldP spid="261" grpId="1" animBg="1"/>
      <p:bldP spid="261" grpId="2" animBg="1"/>
      <p:bldP spid="263" grpId="0" animBg="1"/>
      <p:bldP spid="263" grpId="1" animBg="1"/>
      <p:bldP spid="263" grpId="2" animBg="1"/>
      <p:bldP spid="264" grpId="0" animBg="1"/>
      <p:bldP spid="264" grpId="1" animBg="1"/>
      <p:bldP spid="264" grpId="2" animBg="1"/>
      <p:bldP spid="265" grpId="0" animBg="1"/>
      <p:bldP spid="265" grpId="1" animBg="1"/>
      <p:bldP spid="265" grpId="2" animBg="1"/>
      <p:bldP spid="267" grpId="0" animBg="1"/>
      <p:bldP spid="267" grpId="1" animBg="1"/>
      <p:bldP spid="267" grpId="2" animBg="1"/>
      <p:bldP spid="268" grpId="0" animBg="1"/>
      <p:bldP spid="268" grpId="1" animBg="1"/>
      <p:bldP spid="268" grpId="2" animBg="1"/>
      <p:bldP spid="270" grpId="0" animBg="1"/>
      <p:bldP spid="270" grpId="1" animBg="1"/>
      <p:bldP spid="270" grpId="2" animBg="1"/>
      <p:bldP spid="272" grpId="0" animBg="1"/>
      <p:bldP spid="272" grpId="1" animBg="1"/>
      <p:bldP spid="272" grpId="2" animBg="1"/>
      <p:bldP spid="274" grpId="0" animBg="1"/>
      <p:bldP spid="274" grpId="1" animBg="1"/>
      <p:bldP spid="274" grpId="2" animBg="1"/>
      <p:bldP spid="236" grpId="0" animBg="1"/>
      <p:bldP spid="236" grpId="1" animBg="1"/>
      <p:bldP spid="238" grpId="0" animBg="1"/>
      <p:bldP spid="238" grpId="1" animBg="1"/>
      <p:bldP spid="262" grpId="0" animBg="1"/>
      <p:bldP spid="262" grpId="1" animBg="1"/>
      <p:bldP spid="262" grpId="2" animBg="1"/>
      <p:bldP spid="233" grpId="0" animBg="1"/>
      <p:bldP spid="233" grpId="1" animBg="1"/>
      <p:bldP spid="275" grpId="0" animBg="1"/>
      <p:bldP spid="275" grpId="1" animBg="1"/>
      <p:bldP spid="277" grpId="0" animBg="1"/>
      <p:bldP spid="277" grpId="1" animBg="1"/>
      <p:bldP spid="277" grpId="2" animBg="1"/>
      <p:bldP spid="271" grpId="0" animBg="1"/>
      <p:bldP spid="271" grpId="1" animBg="1"/>
      <p:bldP spid="12" grpId="0" animBg="1"/>
      <p:bldP spid="19" grpId="0" animBg="1"/>
      <p:bldP spid="48" grpId="0" animBg="1"/>
      <p:bldP spid="78" grpId="0" animBg="1"/>
      <p:bldP spid="78" grpId="1" animBg="1"/>
      <p:bldP spid="21" grpId="0" animBg="1"/>
      <p:bldP spid="49" grpId="0"/>
      <p:bldP spid="49" grpId="1"/>
      <p:bldP spid="51" grpId="0"/>
      <p:bldP spid="51" grpId="1"/>
      <p:bldP spid="3" grpId="0" animBg="1"/>
      <p:bldP spid="50" grpId="0"/>
      <p:bldP spid="50" grpId="1"/>
      <p:bldP spid="52" grpId="0"/>
      <p:bldP spid="52" grpId="1"/>
      <p:bldP spid="54" grpId="0"/>
      <p:bldP spid="54" grpId="1"/>
      <p:bldP spid="55" grpId="0"/>
      <p:bldP spid="55" grpId="1"/>
      <p:bldP spid="258" grpId="0" animBg="1"/>
      <p:bldP spid="258" grpId="1" animBg="1"/>
      <p:bldP spid="266" grpId="0" animBg="1"/>
      <p:bldP spid="266" grpId="2" animBg="1"/>
      <p:bldP spid="266" grpId="3" animBg="1"/>
      <p:bldP spid="269" grpId="0" animBg="1"/>
      <p:bldP spid="269" grpId="1" animBg="1"/>
      <p:bldP spid="273" grpId="0" animBg="1"/>
      <p:bldP spid="273" grpId="1" animBg="1"/>
      <p:bldP spid="273" grpId="2" animBg="1"/>
      <p:bldP spid="276" grpId="0" animBg="1"/>
      <p:bldP spid="276"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E141E707-6537-446C-BF97-54207A575B3A}"/>
              </a:ext>
            </a:extLst>
          </p:cNvPr>
          <p:cNvGrpSpPr/>
          <p:nvPr/>
        </p:nvGrpSpPr>
        <p:grpSpPr>
          <a:xfrm>
            <a:off x="293913" y="2786213"/>
            <a:ext cx="2155778" cy="779953"/>
            <a:chOff x="487397" y="2678867"/>
            <a:chExt cx="2155778" cy="779953"/>
          </a:xfrm>
        </p:grpSpPr>
        <p:sp>
          <p:nvSpPr>
            <p:cNvPr id="15" name="矩形 14">
              <a:extLst>
                <a:ext uri="{FF2B5EF4-FFF2-40B4-BE49-F238E27FC236}">
                  <a16:creationId xmlns:a16="http://schemas.microsoft.com/office/drawing/2014/main" id="{AB16A684-CF24-4196-91B1-59D1791B5C9B}"/>
                </a:ext>
              </a:extLst>
            </p:cNvPr>
            <p:cNvSpPr/>
            <p:nvPr/>
          </p:nvSpPr>
          <p:spPr>
            <a:xfrm>
              <a:off x="513040" y="3032178"/>
              <a:ext cx="2114914" cy="40889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81922">
              <a:extLst>
                <a:ext uri="{FF2B5EF4-FFF2-40B4-BE49-F238E27FC236}">
                  <a16:creationId xmlns:a16="http://schemas.microsoft.com/office/drawing/2014/main" id="{E8598CD5-8C9F-4C22-BB55-A1025630F96C}"/>
                </a:ext>
              </a:extLst>
            </p:cNvPr>
            <p:cNvSpPr txBox="1">
              <a:spLocks noChangeArrowheads="1"/>
            </p:cNvSpPr>
            <p:nvPr/>
          </p:nvSpPr>
          <p:spPr bwMode="auto">
            <a:xfrm>
              <a:off x="841191" y="2678867"/>
              <a:ext cx="877147" cy="299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tIns="0" bIns="0" anchor="ctr" anchorCtr="1">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zh-CN" altLang="en-US" sz="2000" b="1" dirty="0">
                  <a:solidFill>
                    <a:schemeClr val="accent6">
                      <a:lumMod val="50000"/>
                    </a:schemeClr>
                  </a:solidFill>
                </a:rPr>
                <a:t>栈</a:t>
              </a:r>
              <a:r>
                <a:rPr lang="en-US" altLang="zh-CN" sz="2000" b="1" dirty="0">
                  <a:solidFill>
                    <a:schemeClr val="accent6">
                      <a:lumMod val="50000"/>
                    </a:schemeClr>
                  </a:solidFill>
                </a:rPr>
                <a:t>S</a:t>
              </a:r>
              <a:endParaRPr lang="zh-CN" altLang="en-US" sz="2000" b="1" dirty="0">
                <a:solidFill>
                  <a:schemeClr val="accent6">
                    <a:lumMod val="50000"/>
                  </a:schemeClr>
                </a:solidFill>
              </a:endParaRPr>
            </a:p>
          </p:txBody>
        </p:sp>
        <p:cxnSp>
          <p:nvCxnSpPr>
            <p:cNvPr id="17" name="直接连接符 16">
              <a:extLst>
                <a:ext uri="{FF2B5EF4-FFF2-40B4-BE49-F238E27FC236}">
                  <a16:creationId xmlns:a16="http://schemas.microsoft.com/office/drawing/2014/main" id="{0A2796E1-752B-4C63-B8D8-90279FC35FCC}"/>
                </a:ext>
              </a:extLst>
            </p:cNvPr>
            <p:cNvCxnSpPr/>
            <p:nvPr/>
          </p:nvCxnSpPr>
          <p:spPr>
            <a:xfrm>
              <a:off x="487398" y="3018233"/>
              <a:ext cx="2155777"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EEC54EC-6898-4BBE-9368-4D7AE3BFE851}"/>
                </a:ext>
              </a:extLst>
            </p:cNvPr>
            <p:cNvCxnSpPr/>
            <p:nvPr/>
          </p:nvCxnSpPr>
          <p:spPr>
            <a:xfrm>
              <a:off x="487397" y="3458820"/>
              <a:ext cx="2155777"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1C42EC70-B4F7-4608-AE4C-C838E2CE5D52}"/>
                </a:ext>
              </a:extLst>
            </p:cNvPr>
            <p:cNvCxnSpPr>
              <a:cxnSpLocks/>
            </p:cNvCxnSpPr>
            <p:nvPr/>
          </p:nvCxnSpPr>
          <p:spPr>
            <a:xfrm>
              <a:off x="507411" y="3001383"/>
              <a:ext cx="0" cy="457437"/>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736CF21D-C247-42E4-B16C-DE778D40A3AE}"/>
              </a:ext>
            </a:extLst>
          </p:cNvPr>
          <p:cNvGrpSpPr/>
          <p:nvPr/>
        </p:nvGrpSpPr>
        <p:grpSpPr>
          <a:xfrm>
            <a:off x="4065109" y="2807890"/>
            <a:ext cx="524904" cy="334068"/>
            <a:chOff x="3519079" y="3349981"/>
            <a:chExt cx="524904" cy="334068"/>
          </a:xfrm>
        </p:grpSpPr>
        <p:sp>
          <p:nvSpPr>
            <p:cNvPr id="21" name="Rectangle 180">
              <a:extLst>
                <a:ext uri="{FF2B5EF4-FFF2-40B4-BE49-F238E27FC236}">
                  <a16:creationId xmlns:a16="http://schemas.microsoft.com/office/drawing/2014/main" id="{BD6BDD06-8D96-4854-BE1C-4079B13D8006}"/>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rgbClr val="0070C0"/>
                  </a:solidFill>
                </a:rPr>
                <a:t>5</a:t>
              </a:r>
            </a:p>
          </p:txBody>
        </p:sp>
        <p:sp>
          <p:nvSpPr>
            <p:cNvPr id="22" name="Rectangle 180">
              <a:extLst>
                <a:ext uri="{FF2B5EF4-FFF2-40B4-BE49-F238E27FC236}">
                  <a16:creationId xmlns:a16="http://schemas.microsoft.com/office/drawing/2014/main" id="{13402EF3-F653-4FD7-8190-FB5A2EECD54F}"/>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1</a:t>
              </a:r>
            </a:p>
          </p:txBody>
        </p:sp>
        <p:sp>
          <p:nvSpPr>
            <p:cNvPr id="23" name="Line 181">
              <a:extLst>
                <a:ext uri="{FF2B5EF4-FFF2-40B4-BE49-F238E27FC236}">
                  <a16:creationId xmlns:a16="http://schemas.microsoft.com/office/drawing/2014/main" id="{2973A7C6-AD48-427E-AFF0-E645DE885CA3}"/>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24" name="组合 23">
            <a:extLst>
              <a:ext uri="{FF2B5EF4-FFF2-40B4-BE49-F238E27FC236}">
                <a16:creationId xmlns:a16="http://schemas.microsoft.com/office/drawing/2014/main" id="{EB5464CD-8D66-4562-B356-27E266B4E8E4}"/>
              </a:ext>
            </a:extLst>
          </p:cNvPr>
          <p:cNvGrpSpPr/>
          <p:nvPr/>
        </p:nvGrpSpPr>
        <p:grpSpPr>
          <a:xfrm>
            <a:off x="4071934" y="1619747"/>
            <a:ext cx="524904" cy="334068"/>
            <a:chOff x="3519079" y="3349981"/>
            <a:chExt cx="524904" cy="334068"/>
          </a:xfrm>
        </p:grpSpPr>
        <p:sp>
          <p:nvSpPr>
            <p:cNvPr id="25" name="Rectangle 180">
              <a:extLst>
                <a:ext uri="{FF2B5EF4-FFF2-40B4-BE49-F238E27FC236}">
                  <a16:creationId xmlns:a16="http://schemas.microsoft.com/office/drawing/2014/main" id="{75E22B1F-6747-494E-B47C-47C6D682769C}"/>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rgbClr val="0070C0"/>
                  </a:solidFill>
                </a:rPr>
                <a:t>3</a:t>
              </a:r>
            </a:p>
          </p:txBody>
        </p:sp>
        <p:sp>
          <p:nvSpPr>
            <p:cNvPr id="26" name="Rectangle 180">
              <a:extLst>
                <a:ext uri="{FF2B5EF4-FFF2-40B4-BE49-F238E27FC236}">
                  <a16:creationId xmlns:a16="http://schemas.microsoft.com/office/drawing/2014/main" id="{88BDBA39-6FFC-447E-AB94-BD09FEC1EA49}"/>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2</a:t>
              </a:r>
            </a:p>
          </p:txBody>
        </p:sp>
        <p:sp>
          <p:nvSpPr>
            <p:cNvPr id="27" name="Line 181">
              <a:extLst>
                <a:ext uri="{FF2B5EF4-FFF2-40B4-BE49-F238E27FC236}">
                  <a16:creationId xmlns:a16="http://schemas.microsoft.com/office/drawing/2014/main" id="{297C8F2F-1F90-4D58-ABFD-7DA3F576509F}"/>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28" name="组合 27">
            <a:extLst>
              <a:ext uri="{FF2B5EF4-FFF2-40B4-BE49-F238E27FC236}">
                <a16:creationId xmlns:a16="http://schemas.microsoft.com/office/drawing/2014/main" id="{884B9556-AF1D-40AB-95D0-CF9853797A79}"/>
              </a:ext>
            </a:extLst>
          </p:cNvPr>
          <p:cNvGrpSpPr/>
          <p:nvPr/>
        </p:nvGrpSpPr>
        <p:grpSpPr>
          <a:xfrm>
            <a:off x="4072761" y="2393032"/>
            <a:ext cx="524904" cy="334068"/>
            <a:chOff x="3519079" y="3349981"/>
            <a:chExt cx="524904" cy="334068"/>
          </a:xfrm>
        </p:grpSpPr>
        <p:sp>
          <p:nvSpPr>
            <p:cNvPr id="29" name="Rectangle 180">
              <a:extLst>
                <a:ext uri="{FF2B5EF4-FFF2-40B4-BE49-F238E27FC236}">
                  <a16:creationId xmlns:a16="http://schemas.microsoft.com/office/drawing/2014/main" id="{97DFDDEB-0C68-49E7-88B0-F93264342DD7}"/>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rgbClr val="0070C0"/>
                  </a:solidFill>
                </a:rPr>
                <a:t>5</a:t>
              </a:r>
            </a:p>
          </p:txBody>
        </p:sp>
        <p:sp>
          <p:nvSpPr>
            <p:cNvPr id="30" name="Rectangle 180">
              <a:extLst>
                <a:ext uri="{FF2B5EF4-FFF2-40B4-BE49-F238E27FC236}">
                  <a16:creationId xmlns:a16="http://schemas.microsoft.com/office/drawing/2014/main" id="{CB9C0A6C-4E8B-412C-82C4-F4EF57E566B1}"/>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2</a:t>
              </a:r>
            </a:p>
          </p:txBody>
        </p:sp>
        <p:sp>
          <p:nvSpPr>
            <p:cNvPr id="31" name="Line 181">
              <a:extLst>
                <a:ext uri="{FF2B5EF4-FFF2-40B4-BE49-F238E27FC236}">
                  <a16:creationId xmlns:a16="http://schemas.microsoft.com/office/drawing/2014/main" id="{86A219C7-3F68-4354-85CF-D4363F7C38B3}"/>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32" name="组合 31">
            <a:extLst>
              <a:ext uri="{FF2B5EF4-FFF2-40B4-BE49-F238E27FC236}">
                <a16:creationId xmlns:a16="http://schemas.microsoft.com/office/drawing/2014/main" id="{29924F6B-42F4-4106-8E4E-8E0522634E96}"/>
              </a:ext>
            </a:extLst>
          </p:cNvPr>
          <p:cNvGrpSpPr/>
          <p:nvPr/>
        </p:nvGrpSpPr>
        <p:grpSpPr>
          <a:xfrm>
            <a:off x="4814608" y="1619747"/>
            <a:ext cx="524904" cy="334068"/>
            <a:chOff x="3519079" y="3349981"/>
            <a:chExt cx="524904" cy="334068"/>
          </a:xfrm>
        </p:grpSpPr>
        <p:sp>
          <p:nvSpPr>
            <p:cNvPr id="33" name="Rectangle 180">
              <a:extLst>
                <a:ext uri="{FF2B5EF4-FFF2-40B4-BE49-F238E27FC236}">
                  <a16:creationId xmlns:a16="http://schemas.microsoft.com/office/drawing/2014/main" id="{C304E121-8685-40B3-89D3-406E62F1B768}"/>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rgbClr val="0070C0"/>
                  </a:solidFill>
                </a:rPr>
                <a:t>4</a:t>
              </a:r>
            </a:p>
          </p:txBody>
        </p:sp>
        <p:sp>
          <p:nvSpPr>
            <p:cNvPr id="34" name="Rectangle 180">
              <a:extLst>
                <a:ext uri="{FF2B5EF4-FFF2-40B4-BE49-F238E27FC236}">
                  <a16:creationId xmlns:a16="http://schemas.microsoft.com/office/drawing/2014/main" id="{FDEDE58A-0361-4993-A199-0CF1BBC8E2B8}"/>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3</a:t>
              </a:r>
            </a:p>
          </p:txBody>
        </p:sp>
        <p:sp>
          <p:nvSpPr>
            <p:cNvPr id="35" name="Line 181">
              <a:extLst>
                <a:ext uri="{FF2B5EF4-FFF2-40B4-BE49-F238E27FC236}">
                  <a16:creationId xmlns:a16="http://schemas.microsoft.com/office/drawing/2014/main" id="{124E704B-5026-4376-955F-669CE6DEF666}"/>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36" name="组合 35">
            <a:extLst>
              <a:ext uri="{FF2B5EF4-FFF2-40B4-BE49-F238E27FC236}">
                <a16:creationId xmlns:a16="http://schemas.microsoft.com/office/drawing/2014/main" id="{D503F66D-48F7-45AF-9EF5-BBBA3C464AE3}"/>
              </a:ext>
            </a:extLst>
          </p:cNvPr>
          <p:cNvGrpSpPr/>
          <p:nvPr/>
        </p:nvGrpSpPr>
        <p:grpSpPr>
          <a:xfrm>
            <a:off x="4814608" y="2008504"/>
            <a:ext cx="524904" cy="334068"/>
            <a:chOff x="3519079" y="3349981"/>
            <a:chExt cx="524904" cy="334068"/>
          </a:xfrm>
        </p:grpSpPr>
        <p:sp>
          <p:nvSpPr>
            <p:cNvPr id="37" name="Rectangle 180">
              <a:extLst>
                <a:ext uri="{FF2B5EF4-FFF2-40B4-BE49-F238E27FC236}">
                  <a16:creationId xmlns:a16="http://schemas.microsoft.com/office/drawing/2014/main" id="{FDAD4C6A-D950-44C6-BCD9-9FDB2C3AB114}"/>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3</a:t>
              </a:r>
            </a:p>
          </p:txBody>
        </p:sp>
        <p:sp>
          <p:nvSpPr>
            <p:cNvPr id="38" name="Rectangle 180">
              <a:extLst>
                <a:ext uri="{FF2B5EF4-FFF2-40B4-BE49-F238E27FC236}">
                  <a16:creationId xmlns:a16="http://schemas.microsoft.com/office/drawing/2014/main" id="{3D8FC777-61F8-44AC-8114-DEF0BE307188}"/>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rgbClr val="0070C0"/>
                  </a:solidFill>
                </a:rPr>
                <a:t>5</a:t>
              </a:r>
            </a:p>
          </p:txBody>
        </p:sp>
        <p:sp>
          <p:nvSpPr>
            <p:cNvPr id="39" name="Line 181">
              <a:extLst>
                <a:ext uri="{FF2B5EF4-FFF2-40B4-BE49-F238E27FC236}">
                  <a16:creationId xmlns:a16="http://schemas.microsoft.com/office/drawing/2014/main" id="{9A4B44B8-6A7A-441E-9E6A-904B6F3322DD}"/>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40" name="组合 39">
            <a:extLst>
              <a:ext uri="{FF2B5EF4-FFF2-40B4-BE49-F238E27FC236}">
                <a16:creationId xmlns:a16="http://schemas.microsoft.com/office/drawing/2014/main" id="{B94D374C-FA9D-4023-ABD7-0CEC70CD936E}"/>
              </a:ext>
            </a:extLst>
          </p:cNvPr>
          <p:cNvGrpSpPr/>
          <p:nvPr/>
        </p:nvGrpSpPr>
        <p:grpSpPr>
          <a:xfrm>
            <a:off x="4069644" y="2008315"/>
            <a:ext cx="524904" cy="334068"/>
            <a:chOff x="3519079" y="3349981"/>
            <a:chExt cx="524904" cy="334068"/>
          </a:xfrm>
        </p:grpSpPr>
        <p:sp>
          <p:nvSpPr>
            <p:cNvPr id="41" name="Rectangle 180">
              <a:extLst>
                <a:ext uri="{FF2B5EF4-FFF2-40B4-BE49-F238E27FC236}">
                  <a16:creationId xmlns:a16="http://schemas.microsoft.com/office/drawing/2014/main" id="{2EAE5ECF-163D-4AF4-9FD6-51FEA145817F}"/>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rgbClr val="0070C0"/>
                  </a:solidFill>
                </a:rPr>
                <a:t>3</a:t>
              </a:r>
            </a:p>
          </p:txBody>
        </p:sp>
        <p:sp>
          <p:nvSpPr>
            <p:cNvPr id="42" name="Rectangle 180">
              <a:extLst>
                <a:ext uri="{FF2B5EF4-FFF2-40B4-BE49-F238E27FC236}">
                  <a16:creationId xmlns:a16="http://schemas.microsoft.com/office/drawing/2014/main" id="{9DBC7C59-26EB-41B0-B3D6-C8993B63F172}"/>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4</a:t>
              </a:r>
            </a:p>
          </p:txBody>
        </p:sp>
        <p:sp>
          <p:nvSpPr>
            <p:cNvPr id="43" name="Line 181">
              <a:extLst>
                <a:ext uri="{FF2B5EF4-FFF2-40B4-BE49-F238E27FC236}">
                  <a16:creationId xmlns:a16="http://schemas.microsoft.com/office/drawing/2014/main" id="{61BFA090-9E3E-4F0A-B329-E02E68AB74B7}"/>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44" name="组合 43">
            <a:extLst>
              <a:ext uri="{FF2B5EF4-FFF2-40B4-BE49-F238E27FC236}">
                <a16:creationId xmlns:a16="http://schemas.microsoft.com/office/drawing/2014/main" id="{7D2D6634-6DA6-4461-BB8E-8B85F1A181F4}"/>
              </a:ext>
            </a:extLst>
          </p:cNvPr>
          <p:cNvGrpSpPr/>
          <p:nvPr/>
        </p:nvGrpSpPr>
        <p:grpSpPr>
          <a:xfrm>
            <a:off x="4819554" y="1220816"/>
            <a:ext cx="527442" cy="334068"/>
            <a:chOff x="3519079" y="3349981"/>
            <a:chExt cx="517035" cy="334068"/>
          </a:xfrm>
        </p:grpSpPr>
        <p:sp>
          <p:nvSpPr>
            <p:cNvPr id="45" name="Rectangle 180">
              <a:extLst>
                <a:ext uri="{FF2B5EF4-FFF2-40B4-BE49-F238E27FC236}">
                  <a16:creationId xmlns:a16="http://schemas.microsoft.com/office/drawing/2014/main" id="{C15D86CC-156A-4C73-A6A9-042EB07606B1}"/>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rgbClr val="0070C0"/>
                  </a:solidFill>
                </a:rPr>
                <a:t>2</a:t>
              </a:r>
            </a:p>
          </p:txBody>
        </p:sp>
        <p:sp>
          <p:nvSpPr>
            <p:cNvPr id="46" name="Rectangle 180">
              <a:extLst>
                <a:ext uri="{FF2B5EF4-FFF2-40B4-BE49-F238E27FC236}">
                  <a16:creationId xmlns:a16="http://schemas.microsoft.com/office/drawing/2014/main" id="{19B1A682-1022-4B3E-AE76-853BAC180A6E}"/>
                </a:ext>
              </a:extLst>
            </p:cNvPr>
            <p:cNvSpPr>
              <a:spLocks noChangeArrowheads="1"/>
            </p:cNvSpPr>
            <p:nvPr/>
          </p:nvSpPr>
          <p:spPr bwMode="auto">
            <a:xfrm>
              <a:off x="3742637" y="3350413"/>
              <a:ext cx="29347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2</a:t>
              </a:r>
            </a:p>
          </p:txBody>
        </p:sp>
        <p:sp>
          <p:nvSpPr>
            <p:cNvPr id="47" name="Line 181">
              <a:extLst>
                <a:ext uri="{FF2B5EF4-FFF2-40B4-BE49-F238E27FC236}">
                  <a16:creationId xmlns:a16="http://schemas.microsoft.com/office/drawing/2014/main" id="{A75725FA-715B-4D80-9032-D42E104CFA82}"/>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grpSp>
        <p:nvGrpSpPr>
          <p:cNvPr id="48" name="组合 47">
            <a:extLst>
              <a:ext uri="{FF2B5EF4-FFF2-40B4-BE49-F238E27FC236}">
                <a16:creationId xmlns:a16="http://schemas.microsoft.com/office/drawing/2014/main" id="{F1209666-8CF4-4002-BEA7-08EFD28AF382}"/>
              </a:ext>
            </a:extLst>
          </p:cNvPr>
          <p:cNvGrpSpPr/>
          <p:nvPr/>
        </p:nvGrpSpPr>
        <p:grpSpPr>
          <a:xfrm>
            <a:off x="2673674" y="2816777"/>
            <a:ext cx="330322" cy="707804"/>
            <a:chOff x="2705502" y="2498240"/>
            <a:chExt cx="396923" cy="699597"/>
          </a:xfrm>
        </p:grpSpPr>
        <p:sp>
          <p:nvSpPr>
            <p:cNvPr id="49" name="文本框 48">
              <a:extLst>
                <a:ext uri="{FF2B5EF4-FFF2-40B4-BE49-F238E27FC236}">
                  <a16:creationId xmlns:a16="http://schemas.microsoft.com/office/drawing/2014/main" id="{C7EA8816-19F8-4544-86C2-2E06DCBAEA7B}"/>
                </a:ext>
              </a:extLst>
            </p:cNvPr>
            <p:cNvSpPr txBox="1"/>
            <p:nvPr/>
          </p:nvSpPr>
          <p:spPr>
            <a:xfrm>
              <a:off x="2836329" y="2498240"/>
              <a:ext cx="189452" cy="365049"/>
            </a:xfrm>
            <a:prstGeom prst="rect">
              <a:avLst/>
            </a:prstGeom>
            <a:noFill/>
          </p:spPr>
          <p:txBody>
            <a:bodyPr wrap="none" lIns="36000" tIns="0" rIns="36000" bIns="0" rtlCol="0">
              <a:spAutoFit/>
            </a:bodyPr>
            <a:lstStyle/>
            <a:p>
              <a:r>
                <a:rPr lang="en-US" altLang="zh-CN" sz="2400" b="1" dirty="0">
                  <a:solidFill>
                    <a:srgbClr val="C00000"/>
                  </a:solidFill>
                </a:rPr>
                <a:t>i</a:t>
              </a:r>
              <a:endParaRPr lang="zh-CN" altLang="en-US" sz="2400" b="1" dirty="0">
                <a:solidFill>
                  <a:srgbClr val="C00000"/>
                </a:solidFill>
              </a:endParaRPr>
            </a:p>
          </p:txBody>
        </p:sp>
        <p:sp>
          <p:nvSpPr>
            <p:cNvPr id="50" name="矩形 49">
              <a:extLst>
                <a:ext uri="{FF2B5EF4-FFF2-40B4-BE49-F238E27FC236}">
                  <a16:creationId xmlns:a16="http://schemas.microsoft.com/office/drawing/2014/main" id="{4D45FA65-AB9A-4778-B6F2-E91B2E09A4A1}"/>
                </a:ext>
              </a:extLst>
            </p:cNvPr>
            <p:cNvSpPr/>
            <p:nvPr/>
          </p:nvSpPr>
          <p:spPr>
            <a:xfrm>
              <a:off x="2705502" y="2831002"/>
              <a:ext cx="396923" cy="366835"/>
            </a:xfrm>
            <a:prstGeom prst="rect">
              <a:avLst/>
            </a:prstGeom>
            <a:solidFill>
              <a:schemeClr val="accent4">
                <a:lumMod val="20000"/>
                <a:lumOff val="80000"/>
              </a:schemeClr>
            </a:solid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矩形 52">
            <a:extLst>
              <a:ext uri="{FF2B5EF4-FFF2-40B4-BE49-F238E27FC236}">
                <a16:creationId xmlns:a16="http://schemas.microsoft.com/office/drawing/2014/main" id="{E165A192-AF08-430C-AE5E-67C91881A985}"/>
              </a:ext>
            </a:extLst>
          </p:cNvPr>
          <p:cNvSpPr/>
          <p:nvPr/>
        </p:nvSpPr>
        <p:spPr>
          <a:xfrm>
            <a:off x="3438113" y="1192386"/>
            <a:ext cx="490674" cy="2362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5" name="Group 146">
            <a:extLst>
              <a:ext uri="{FF2B5EF4-FFF2-40B4-BE49-F238E27FC236}">
                <a16:creationId xmlns:a16="http://schemas.microsoft.com/office/drawing/2014/main" id="{E59A1765-C281-4F08-8C76-D0A210EAAA75}"/>
              </a:ext>
            </a:extLst>
          </p:cNvPr>
          <p:cNvGraphicFramePr>
            <a:graphicFrameLocks noGrp="1"/>
          </p:cNvGraphicFramePr>
          <p:nvPr>
            <p:extLst>
              <p:ext uri="{D42A27DB-BD31-4B8C-83A1-F6EECF244321}">
                <p14:modId xmlns:p14="http://schemas.microsoft.com/office/powerpoint/2010/main" val="732927845"/>
              </p:ext>
            </p:extLst>
          </p:nvPr>
        </p:nvGraphicFramePr>
        <p:xfrm>
          <a:off x="3255520" y="1191002"/>
          <a:ext cx="645733" cy="2362200"/>
        </p:xfrm>
        <a:graphic>
          <a:graphicData uri="http://schemas.openxmlformats.org/drawingml/2006/table">
            <a:tbl>
              <a:tblPr/>
              <a:tblGrid>
                <a:gridCol w="175107">
                  <a:extLst>
                    <a:ext uri="{9D8B030D-6E8A-4147-A177-3AD203B41FA5}">
                      <a16:colId xmlns:a16="http://schemas.microsoft.com/office/drawing/2014/main" val="4236914309"/>
                    </a:ext>
                  </a:extLst>
                </a:gridCol>
                <a:gridCol w="307906">
                  <a:extLst>
                    <a:ext uri="{9D8B030D-6E8A-4147-A177-3AD203B41FA5}">
                      <a16:colId xmlns:a16="http://schemas.microsoft.com/office/drawing/2014/main" val="2872599549"/>
                    </a:ext>
                  </a:extLst>
                </a:gridCol>
                <a:gridCol w="162720">
                  <a:extLst>
                    <a:ext uri="{9D8B030D-6E8A-4147-A177-3AD203B41FA5}">
                      <a16:colId xmlns:a16="http://schemas.microsoft.com/office/drawing/2014/main" val="183008129"/>
                    </a:ext>
                  </a:extLst>
                </a:gridCol>
              </a:tblGrid>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0</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cap="fla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041ABC"/>
                          </a:solidFill>
                          <a:effectLst/>
                          <a:latin typeface="Times New Roman" panose="02020603050405020304" pitchFamily="18" charset="0"/>
                          <a:ea typeface="宋体" panose="02010600030101010101" pitchFamily="2" charset="-122"/>
                        </a:rPr>
                        <a:t>a</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28575"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3560782327"/>
                  </a:ext>
                </a:extLst>
              </a:tr>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1</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041ABC"/>
                          </a:solidFill>
                          <a:effectLst/>
                          <a:latin typeface="Times New Roman" panose="02020603050405020304" pitchFamily="18" charset="0"/>
                          <a:ea typeface="宋体" panose="02010600030101010101" pitchFamily="2" charset="-122"/>
                        </a:rPr>
                        <a:t>b</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1486208964"/>
                  </a:ext>
                </a:extLst>
              </a:tr>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2</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041ABC"/>
                          </a:solidFill>
                          <a:effectLst/>
                          <a:latin typeface="Times New Roman" panose="02020603050405020304" pitchFamily="18" charset="0"/>
                          <a:ea typeface="宋体" panose="02010600030101010101" pitchFamily="2" charset="-122"/>
                        </a:rPr>
                        <a:t>c</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2371993016"/>
                  </a:ext>
                </a:extLst>
              </a:tr>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3</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041ABC"/>
                          </a:solidFill>
                          <a:effectLst/>
                          <a:latin typeface="Times New Roman" panose="02020603050405020304" pitchFamily="18" charset="0"/>
                          <a:ea typeface="宋体" panose="02010600030101010101" pitchFamily="2" charset="-122"/>
                        </a:rPr>
                        <a:t>d</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3288503644"/>
                  </a:ext>
                </a:extLst>
              </a:tr>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4</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041ABC"/>
                          </a:solidFill>
                          <a:effectLst/>
                          <a:latin typeface="Times New Roman" panose="02020603050405020304" pitchFamily="18" charset="0"/>
                          <a:ea typeface="宋体" panose="02010600030101010101" pitchFamily="2" charset="-122"/>
                        </a:rPr>
                        <a:t>e</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12700"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710286941"/>
                  </a:ext>
                </a:extLst>
              </a:tr>
              <a:tr h="393700">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200" b="0" i="0" u="none" strike="noStrike" cap="none" normalizeH="0" baseline="0" dirty="0">
                          <a:ln>
                            <a:noFill/>
                          </a:ln>
                          <a:solidFill>
                            <a:schemeClr val="accent5">
                              <a:lumMod val="50000"/>
                            </a:schemeClr>
                          </a:solidFill>
                          <a:effectLst/>
                          <a:latin typeface="Times New Roman" panose="02020603050405020304" pitchFamily="18" charset="0"/>
                          <a:ea typeface="宋体" panose="02010600030101010101" pitchFamily="2" charset="-122"/>
                        </a:rPr>
                        <a:t>5</a:t>
                      </a:r>
                    </a:p>
                  </a:txBody>
                  <a:tcPr marL="36000" marR="36000" marT="0" marB="0" anchor="ctr" anchorCtr="1" horzOverflow="overflow">
                    <a:lnL cap="flat">
                      <a:noFill/>
                    </a:lnL>
                    <a:lnR w="28575" cap="flat" cmpd="sng" algn="ctr">
                      <a:solidFill>
                        <a:schemeClr val="folHlink"/>
                      </a:solidFill>
                      <a:prstDash val="solid"/>
                      <a:round/>
                      <a:headEnd type="none" w="med" len="med"/>
                      <a:tailEnd type="none" w="med" len="med"/>
                    </a:lnR>
                    <a:lnT>
                      <a:noFill/>
                    </a:lnT>
                    <a:lnB cap="flat">
                      <a:noFill/>
                    </a:lnB>
                    <a:lnTlToBr>
                      <a:noFill/>
                    </a:lnTlToBr>
                    <a:lnBlToTr>
                      <a:noFill/>
                    </a:lnBlToTr>
                    <a:no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041ABC"/>
                          </a:solidFill>
                          <a:effectLst/>
                          <a:latin typeface="Times New Roman" panose="02020603050405020304" pitchFamily="18" charset="0"/>
                          <a:ea typeface="宋体" panose="02010600030101010101" pitchFamily="2" charset="-122"/>
                        </a:rPr>
                        <a:t>f</a:t>
                      </a:r>
                    </a:p>
                  </a:txBody>
                  <a:tcPr marL="36000" marR="36000" marT="0" marB="0" anchor="ctr" anchorCtr="1" horzOverflow="overflow">
                    <a:lnL w="28575" cap="flat" cmpd="sng" algn="ctr">
                      <a:solidFill>
                        <a:schemeClr val="folHlink"/>
                      </a:solidFill>
                      <a:prstDash val="solid"/>
                      <a:round/>
                      <a:headEnd type="none" w="med" len="med"/>
                      <a:tailEnd type="none" w="med" len="med"/>
                    </a:lnL>
                    <a:lnR w="12700"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defTabSz="479425">
                        <a:spcBef>
                          <a:spcPct val="20000"/>
                        </a:spcBef>
                        <a:defRPr kumimoji="1" sz="1500">
                          <a:solidFill>
                            <a:schemeClr val="tx1"/>
                          </a:solidFill>
                          <a:latin typeface="Times New Roman" panose="02020603050405020304" pitchFamily="18" charset="0"/>
                          <a:ea typeface="宋体" panose="02010600030101010101" pitchFamily="2" charset="-122"/>
                        </a:defRPr>
                      </a:lvl1pPr>
                      <a:lvl2pPr marL="239713" defTabSz="479425">
                        <a:spcBef>
                          <a:spcPct val="20000"/>
                        </a:spcBef>
                        <a:defRPr kumimoji="1" sz="1300">
                          <a:solidFill>
                            <a:schemeClr val="tx1"/>
                          </a:solidFill>
                          <a:latin typeface="Times New Roman" panose="02020603050405020304" pitchFamily="18" charset="0"/>
                          <a:ea typeface="宋体" panose="02010600030101010101" pitchFamily="2" charset="-122"/>
                        </a:defRPr>
                      </a:lvl2pPr>
                      <a:lvl3pPr marL="479425" defTabSz="479425">
                        <a:spcBef>
                          <a:spcPct val="20000"/>
                        </a:spcBef>
                        <a:defRPr kumimoji="1" sz="1100">
                          <a:solidFill>
                            <a:schemeClr val="tx1"/>
                          </a:solidFill>
                          <a:latin typeface="Times New Roman" panose="02020603050405020304" pitchFamily="18" charset="0"/>
                          <a:ea typeface="宋体" panose="02010600030101010101" pitchFamily="2" charset="-122"/>
                        </a:defRPr>
                      </a:lvl3pPr>
                      <a:lvl4pPr marL="719138" defTabSz="479425">
                        <a:spcBef>
                          <a:spcPct val="20000"/>
                        </a:spcBef>
                        <a:defRPr kumimoji="1" sz="900">
                          <a:solidFill>
                            <a:schemeClr val="tx1"/>
                          </a:solidFill>
                          <a:latin typeface="Times New Roman" panose="02020603050405020304" pitchFamily="18" charset="0"/>
                          <a:ea typeface="宋体" panose="02010600030101010101" pitchFamily="2" charset="-122"/>
                        </a:defRPr>
                      </a:lvl4pPr>
                      <a:lvl5pPr marL="957263" defTabSz="479425">
                        <a:spcBef>
                          <a:spcPct val="20000"/>
                        </a:spcBef>
                        <a:defRPr kumimoji="1" sz="900">
                          <a:solidFill>
                            <a:schemeClr val="tx1"/>
                          </a:solidFill>
                          <a:latin typeface="Times New Roman" panose="02020603050405020304" pitchFamily="18" charset="0"/>
                          <a:ea typeface="宋体" panose="02010600030101010101" pitchFamily="2" charset="-122"/>
                        </a:defRPr>
                      </a:lvl5pPr>
                      <a:lvl6pPr marL="14144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6pPr>
                      <a:lvl7pPr marL="18716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7pPr>
                      <a:lvl8pPr marL="23288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8pPr>
                      <a:lvl9pPr marL="2786063" defTabSz="479425" fontAlgn="base">
                        <a:spcBef>
                          <a:spcPct val="20000"/>
                        </a:spcBef>
                        <a:spcAft>
                          <a:spcPct val="0"/>
                        </a:spcAft>
                        <a:defRPr kumimoji="1" sz="900">
                          <a:solidFill>
                            <a:schemeClr val="tx1"/>
                          </a:solidFill>
                          <a:latin typeface="Times New Roman" panose="02020603050405020304" pitchFamily="18" charset="0"/>
                          <a:ea typeface="宋体" panose="02010600030101010101" pitchFamily="2" charset="-122"/>
                        </a:defRPr>
                      </a:lvl9pPr>
                    </a:lstStyle>
                    <a:p>
                      <a:pPr marL="0" marR="0" lvl="0" indent="0" algn="l" defTabSz="479425" rtl="0" eaLnBrk="1" fontAlgn="base" latinLnBrk="0" hangingPunct="1">
                        <a:lnSpc>
                          <a:spcPct val="100000"/>
                        </a:lnSpc>
                        <a:spcBef>
                          <a:spcPct val="20000"/>
                        </a:spcBef>
                        <a:spcAft>
                          <a:spcPct val="0"/>
                        </a:spcAft>
                        <a:buClrTx/>
                        <a:buSzTx/>
                        <a:buFontTx/>
                        <a:buNone/>
                        <a:tabLst/>
                      </a:pPr>
                      <a:endParaRPr kumimoji="1" lang="zh-CN"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36000" marR="36000" marT="0" marB="0" anchor="ctr" anchorCtr="1" horzOverflow="overflow">
                    <a:lnL w="12700" cap="flat" cmpd="sng" algn="ctr">
                      <a:solidFill>
                        <a:schemeClr val="folHlink"/>
                      </a:solidFill>
                      <a:prstDash val="solid"/>
                      <a:round/>
                      <a:headEnd type="none" w="med" len="med"/>
                      <a:tailEnd type="none" w="med" len="med"/>
                    </a:lnL>
                    <a:lnR w="28575" cap="flat" cmpd="sng" algn="ctr">
                      <a:solidFill>
                        <a:schemeClr val="folHlink"/>
                      </a:solidFill>
                      <a:prstDash val="solid"/>
                      <a:round/>
                      <a:headEnd type="none" w="med" len="med"/>
                      <a:tailEnd type="none" w="med" len="med"/>
                    </a:lnR>
                    <a:lnT w="12700" cap="flat" cmpd="sng" algn="ctr">
                      <a:solidFill>
                        <a:schemeClr val="folHlink"/>
                      </a:solidFill>
                      <a:prstDash val="solid"/>
                      <a:round/>
                      <a:headEnd type="none" w="med" len="med"/>
                      <a:tailEnd type="none" w="med" len="med"/>
                    </a:lnT>
                    <a:lnB w="28575" cap="flat" cmpd="sng" algn="ctr">
                      <a:solidFill>
                        <a:schemeClr val="folHlink"/>
                      </a:solidFill>
                      <a:prstDash val="solid"/>
                      <a:round/>
                      <a:headEnd type="none" w="med" len="med"/>
                      <a:tailEnd type="none" w="med" len="med"/>
                    </a:lnB>
                    <a:lnTlToBr>
                      <a:noFill/>
                    </a:lnTlToBr>
                    <a:lnBlToTr>
                      <a:noFill/>
                    </a:lnBlToTr>
                    <a:solidFill>
                      <a:schemeClr val="tx2">
                        <a:lumMod val="10000"/>
                        <a:lumOff val="90000"/>
                      </a:schemeClr>
                    </a:solidFill>
                  </a:tcPr>
                </a:tc>
                <a:extLst>
                  <a:ext uri="{0D108BD9-81ED-4DB2-BD59-A6C34878D82A}">
                    <a16:rowId xmlns:a16="http://schemas.microsoft.com/office/drawing/2014/main" val="926974675"/>
                  </a:ext>
                </a:extLst>
              </a:tr>
            </a:tbl>
          </a:graphicData>
        </a:graphic>
      </p:graphicFrame>
      <p:sp>
        <p:nvSpPr>
          <p:cNvPr id="76" name="Line 163">
            <a:extLst>
              <a:ext uri="{FF2B5EF4-FFF2-40B4-BE49-F238E27FC236}">
                <a16:creationId xmlns:a16="http://schemas.microsoft.com/office/drawing/2014/main" id="{785264BB-7296-4DD7-BD08-831D04C06C82}"/>
              </a:ext>
            </a:extLst>
          </p:cNvPr>
          <p:cNvSpPr>
            <a:spLocks noChangeShapeType="1"/>
          </p:cNvSpPr>
          <p:nvPr/>
        </p:nvSpPr>
        <p:spPr bwMode="auto">
          <a:xfrm>
            <a:off x="3429950" y="2390606"/>
            <a:ext cx="0" cy="325582"/>
          </a:xfrm>
          <a:prstGeom prst="line">
            <a:avLst/>
          </a:prstGeom>
          <a:solidFill>
            <a:schemeClr val="accent6">
              <a:lumMod val="20000"/>
              <a:lumOff val="80000"/>
            </a:schemeClr>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200">
              <a:solidFill>
                <a:schemeClr val="accent5">
                  <a:lumMod val="50000"/>
                </a:schemeClr>
              </a:solidFill>
            </a:endParaRPr>
          </a:p>
        </p:txBody>
      </p:sp>
      <p:grpSp>
        <p:nvGrpSpPr>
          <p:cNvPr id="77" name="组合 76">
            <a:extLst>
              <a:ext uri="{FF2B5EF4-FFF2-40B4-BE49-F238E27FC236}">
                <a16:creationId xmlns:a16="http://schemas.microsoft.com/office/drawing/2014/main" id="{64212643-756D-4C91-9CFA-FE191356E94D}"/>
              </a:ext>
            </a:extLst>
          </p:cNvPr>
          <p:cNvGrpSpPr/>
          <p:nvPr/>
        </p:nvGrpSpPr>
        <p:grpSpPr>
          <a:xfrm>
            <a:off x="4078062" y="1221684"/>
            <a:ext cx="524904" cy="334068"/>
            <a:chOff x="3519079" y="3349981"/>
            <a:chExt cx="524904" cy="334068"/>
          </a:xfrm>
        </p:grpSpPr>
        <p:sp>
          <p:nvSpPr>
            <p:cNvPr id="78" name="Rectangle 180">
              <a:extLst>
                <a:ext uri="{FF2B5EF4-FFF2-40B4-BE49-F238E27FC236}">
                  <a16:creationId xmlns:a16="http://schemas.microsoft.com/office/drawing/2014/main" id="{6F1B06D9-0E2C-428F-840A-B352D683DFFF}"/>
                </a:ext>
              </a:extLst>
            </p:cNvPr>
            <p:cNvSpPr>
              <a:spLocks noChangeArrowheads="1"/>
            </p:cNvSpPr>
            <p:nvPr/>
          </p:nvSpPr>
          <p:spPr bwMode="auto">
            <a:xfrm>
              <a:off x="3519079" y="3349981"/>
              <a:ext cx="223557"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r>
                <a:rPr lang="en-US" altLang="zh-CN" sz="2000" b="1" dirty="0">
                  <a:solidFill>
                    <a:srgbClr val="0070C0"/>
                  </a:solidFill>
                </a:rPr>
                <a:t>1</a:t>
              </a:r>
            </a:p>
          </p:txBody>
        </p:sp>
        <p:sp>
          <p:nvSpPr>
            <p:cNvPr id="79" name="Rectangle 180">
              <a:extLst>
                <a:ext uri="{FF2B5EF4-FFF2-40B4-BE49-F238E27FC236}">
                  <a16:creationId xmlns:a16="http://schemas.microsoft.com/office/drawing/2014/main" id="{0247B837-8DB0-4702-9244-C2AA5E2E24FE}"/>
                </a:ext>
              </a:extLst>
            </p:cNvPr>
            <p:cNvSpPr>
              <a:spLocks noChangeArrowheads="1"/>
            </p:cNvSpPr>
            <p:nvPr/>
          </p:nvSpPr>
          <p:spPr bwMode="auto">
            <a:xfrm>
              <a:off x="3742637" y="3350413"/>
              <a:ext cx="301346" cy="325582"/>
            </a:xfrm>
            <a:prstGeom prst="rect">
              <a:avLst/>
            </a:prstGeom>
            <a:solidFill>
              <a:schemeClr val="accent6">
                <a:lumMod val="20000"/>
                <a:lumOff val="80000"/>
              </a:schemeClr>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0" bIns="0" anchor="ctr"/>
            <a:lstStyle/>
            <a:p>
              <a:r>
                <a:rPr lang="en-US" altLang="zh-CN" sz="2000" b="1" dirty="0">
                  <a:solidFill>
                    <a:srgbClr val="7030A0"/>
                  </a:solidFill>
                </a:rPr>
                <a:t>3</a:t>
              </a:r>
            </a:p>
          </p:txBody>
        </p:sp>
        <p:sp>
          <p:nvSpPr>
            <p:cNvPr id="80" name="Line 181">
              <a:extLst>
                <a:ext uri="{FF2B5EF4-FFF2-40B4-BE49-F238E27FC236}">
                  <a16:creationId xmlns:a16="http://schemas.microsoft.com/office/drawing/2014/main" id="{494EFB87-1B79-406B-AFD8-BC1070744376}"/>
                </a:ext>
              </a:extLst>
            </p:cNvPr>
            <p:cNvSpPr>
              <a:spLocks noChangeShapeType="1"/>
            </p:cNvSpPr>
            <p:nvPr/>
          </p:nvSpPr>
          <p:spPr bwMode="auto">
            <a:xfrm>
              <a:off x="3951612" y="3358467"/>
              <a:ext cx="0" cy="325582"/>
            </a:xfrm>
            <a:prstGeom prst="line">
              <a:avLst/>
            </a:prstGeom>
            <a:solidFill>
              <a:schemeClr val="accent6">
                <a:lumMod val="20000"/>
                <a:lumOff val="80000"/>
              </a:schemeClr>
            </a:solidFill>
            <a:ln w="190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solidFill>
                  <a:schemeClr val="accent5">
                    <a:lumMod val="50000"/>
                  </a:schemeClr>
                </a:solidFill>
              </a:endParaRPr>
            </a:p>
          </p:txBody>
        </p:sp>
      </p:grpSp>
      <p:sp>
        <p:nvSpPr>
          <p:cNvPr id="81" name="Text Box 199">
            <a:extLst>
              <a:ext uri="{FF2B5EF4-FFF2-40B4-BE49-F238E27FC236}">
                <a16:creationId xmlns:a16="http://schemas.microsoft.com/office/drawing/2014/main" id="{D554FAB6-BE79-49F4-841B-3480597A83EE}"/>
              </a:ext>
            </a:extLst>
          </p:cNvPr>
          <p:cNvSpPr txBox="1">
            <a:spLocks noChangeArrowheads="1"/>
          </p:cNvSpPr>
          <p:nvPr/>
        </p:nvSpPr>
        <p:spPr bwMode="auto">
          <a:xfrm>
            <a:off x="5235760" y="1231113"/>
            <a:ext cx="13786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spcBef>
                <a:spcPct val="50000"/>
              </a:spcBef>
            </a:pPr>
            <a:r>
              <a:rPr lang="en-US" altLang="zh-CN" b="1" dirty="0">
                <a:solidFill>
                  <a:schemeClr val="folHlink"/>
                </a:solidFill>
                <a:cs typeface="Times New Roman" panose="02020603050405020304" pitchFamily="18" charset="0"/>
                <a:sym typeface="Symbol" panose="05050102010706020507" pitchFamily="18" charset="2"/>
              </a:rPr>
              <a:t></a:t>
            </a:r>
            <a:endParaRPr lang="en-US" altLang="zh-CN" b="1" dirty="0">
              <a:solidFill>
                <a:schemeClr val="folHlink"/>
              </a:solidFill>
            </a:endParaRPr>
          </a:p>
        </p:txBody>
      </p:sp>
      <p:sp>
        <p:nvSpPr>
          <p:cNvPr id="82" name="Text Box 200">
            <a:extLst>
              <a:ext uri="{FF2B5EF4-FFF2-40B4-BE49-F238E27FC236}">
                <a16:creationId xmlns:a16="http://schemas.microsoft.com/office/drawing/2014/main" id="{1B0B81ED-3FCC-4FC2-BD9B-00C9C01CE589}"/>
              </a:ext>
            </a:extLst>
          </p:cNvPr>
          <p:cNvSpPr txBox="1">
            <a:spLocks noChangeArrowheads="1"/>
          </p:cNvSpPr>
          <p:nvPr/>
        </p:nvSpPr>
        <p:spPr bwMode="auto">
          <a:xfrm>
            <a:off x="3740955" y="3160760"/>
            <a:ext cx="12198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dirty="0">
                <a:sym typeface="Symbol" panose="05050102010706020507" pitchFamily="18" charset="2"/>
              </a:rPr>
              <a:t></a:t>
            </a:r>
            <a:endParaRPr lang="en-US" altLang="zh-CN" dirty="0"/>
          </a:p>
        </p:txBody>
      </p:sp>
      <p:sp>
        <p:nvSpPr>
          <p:cNvPr id="83" name="Text Box 202">
            <a:extLst>
              <a:ext uri="{FF2B5EF4-FFF2-40B4-BE49-F238E27FC236}">
                <a16:creationId xmlns:a16="http://schemas.microsoft.com/office/drawing/2014/main" id="{FC93C6DE-5229-4890-A0C3-6B468072E4ED}"/>
              </a:ext>
            </a:extLst>
          </p:cNvPr>
          <p:cNvSpPr txBox="1">
            <a:spLocks noChangeArrowheads="1"/>
          </p:cNvSpPr>
          <p:nvPr/>
        </p:nvSpPr>
        <p:spPr bwMode="auto">
          <a:xfrm>
            <a:off x="5216477" y="2004927"/>
            <a:ext cx="1633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sz="1800" dirty="0">
                <a:sym typeface="Symbol" panose="05050102010706020507" pitchFamily="18" charset="2"/>
              </a:rPr>
              <a:t></a:t>
            </a:r>
            <a:endParaRPr lang="en-US" altLang="zh-CN" sz="1800" dirty="0"/>
          </a:p>
        </p:txBody>
      </p:sp>
      <p:sp>
        <p:nvSpPr>
          <p:cNvPr id="84" name="Text Box 203">
            <a:extLst>
              <a:ext uri="{FF2B5EF4-FFF2-40B4-BE49-F238E27FC236}">
                <a16:creationId xmlns:a16="http://schemas.microsoft.com/office/drawing/2014/main" id="{86669C90-FAB8-4634-8FBE-FC3C18217223}"/>
              </a:ext>
            </a:extLst>
          </p:cNvPr>
          <p:cNvSpPr txBox="1">
            <a:spLocks noChangeArrowheads="1"/>
          </p:cNvSpPr>
          <p:nvPr/>
        </p:nvSpPr>
        <p:spPr bwMode="auto">
          <a:xfrm>
            <a:off x="4482291" y="2797403"/>
            <a:ext cx="1633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sz="1800" dirty="0">
                <a:sym typeface="Symbol" panose="05050102010706020507" pitchFamily="18" charset="2"/>
              </a:rPr>
              <a:t></a:t>
            </a:r>
            <a:endParaRPr lang="en-US" altLang="zh-CN" sz="1800" dirty="0"/>
          </a:p>
        </p:txBody>
      </p:sp>
      <p:sp>
        <p:nvSpPr>
          <p:cNvPr id="85" name="文本框 84">
            <a:extLst>
              <a:ext uri="{FF2B5EF4-FFF2-40B4-BE49-F238E27FC236}">
                <a16:creationId xmlns:a16="http://schemas.microsoft.com/office/drawing/2014/main" id="{21AF0C76-DCB5-44A7-ACAD-EBF3D09D115E}"/>
              </a:ext>
            </a:extLst>
          </p:cNvPr>
          <p:cNvSpPr txBox="1">
            <a:spLocks noChangeArrowheads="1"/>
          </p:cNvSpPr>
          <p:nvPr/>
        </p:nvSpPr>
        <p:spPr bwMode="auto">
          <a:xfrm>
            <a:off x="1327065" y="209488"/>
            <a:ext cx="2972477" cy="461665"/>
          </a:xfrm>
          <a:prstGeom prst="rect">
            <a:avLst/>
          </a:prstGeom>
          <a:solidFill>
            <a:schemeClr val="accent1">
              <a:lumMod val="20000"/>
              <a:lumOff val="80000"/>
            </a:schemeClr>
          </a:solidFill>
          <a:ln>
            <a:noFill/>
          </a:ln>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dirty="0">
                <a:solidFill>
                  <a:srgbClr val="000082"/>
                </a:solidFill>
                <a:latin typeface="华文琥珀" panose="02010800040101010101" pitchFamily="2" charset="-122"/>
                <a:ea typeface="华文琥珀" panose="02010800040101010101" pitchFamily="2" charset="-122"/>
              </a:rPr>
              <a:t>求关键路径算法</a:t>
            </a:r>
            <a:r>
              <a:rPr lang="en-US" altLang="zh-CN" sz="2400" dirty="0">
                <a:solidFill>
                  <a:srgbClr val="000082"/>
                </a:solidFill>
                <a:latin typeface="华文琥珀" panose="02010800040101010101" pitchFamily="2" charset="-122"/>
                <a:ea typeface="华文琥珀" panose="02010800040101010101" pitchFamily="2" charset="-122"/>
              </a:rPr>
              <a:t>(</a:t>
            </a:r>
            <a:r>
              <a:rPr lang="zh-CN" altLang="en-US" sz="2400" dirty="0">
                <a:solidFill>
                  <a:srgbClr val="000082"/>
                </a:solidFill>
                <a:latin typeface="华文琥珀" panose="02010800040101010101" pitchFamily="2" charset="-122"/>
                <a:ea typeface="华文琥珀" panose="02010800040101010101" pitchFamily="2" charset="-122"/>
              </a:rPr>
              <a:t>二</a:t>
            </a:r>
            <a:r>
              <a:rPr lang="en-US" altLang="zh-CN" sz="2400" dirty="0">
                <a:solidFill>
                  <a:srgbClr val="000082"/>
                </a:solidFill>
                <a:latin typeface="华文琥珀" panose="02010800040101010101" pitchFamily="2" charset="-122"/>
                <a:ea typeface="华文琥珀" panose="02010800040101010101" pitchFamily="2" charset="-122"/>
              </a:rPr>
              <a:t>)</a:t>
            </a:r>
            <a:endParaRPr lang="en-US" altLang="zh-CN" sz="2400" dirty="0">
              <a:latin typeface="华文琥珀" panose="02010800040101010101" pitchFamily="2" charset="-122"/>
              <a:ea typeface="华文琥珀" panose="02010800040101010101" pitchFamily="2" charset="-122"/>
            </a:endParaRPr>
          </a:p>
        </p:txBody>
      </p:sp>
      <p:sp>
        <p:nvSpPr>
          <p:cNvPr id="86" name="Text Box 202">
            <a:extLst>
              <a:ext uri="{FF2B5EF4-FFF2-40B4-BE49-F238E27FC236}">
                <a16:creationId xmlns:a16="http://schemas.microsoft.com/office/drawing/2014/main" id="{C06F407F-7C53-4E40-8D92-502F19FD1CBA}"/>
              </a:ext>
            </a:extLst>
          </p:cNvPr>
          <p:cNvSpPr txBox="1">
            <a:spLocks noChangeArrowheads="1"/>
          </p:cNvSpPr>
          <p:nvPr/>
        </p:nvSpPr>
        <p:spPr bwMode="auto">
          <a:xfrm>
            <a:off x="4478457" y="2395356"/>
            <a:ext cx="2221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sz="1800" dirty="0">
                <a:sym typeface="Symbol" panose="05050102010706020507" pitchFamily="18" charset="2"/>
              </a:rPr>
              <a:t></a:t>
            </a:r>
            <a:endParaRPr lang="en-US" altLang="zh-CN" sz="1800" dirty="0"/>
          </a:p>
        </p:txBody>
      </p:sp>
      <p:sp>
        <p:nvSpPr>
          <p:cNvPr id="100" name="文本框 99">
            <a:extLst>
              <a:ext uri="{FF2B5EF4-FFF2-40B4-BE49-F238E27FC236}">
                <a16:creationId xmlns:a16="http://schemas.microsoft.com/office/drawing/2014/main" id="{C7EF4C3E-A503-4B3E-8A83-DF1167B089FE}"/>
              </a:ext>
            </a:extLst>
          </p:cNvPr>
          <p:cNvSpPr txBox="1"/>
          <p:nvPr/>
        </p:nvSpPr>
        <p:spPr>
          <a:xfrm>
            <a:off x="1838882" y="3226154"/>
            <a:ext cx="230565" cy="303801"/>
          </a:xfrm>
          <a:prstGeom prst="rect">
            <a:avLst/>
          </a:prstGeom>
          <a:noFill/>
        </p:spPr>
        <p:txBody>
          <a:bodyPr wrap="square" lIns="36000" tIns="0" rIns="36000" bIns="0" rtlCol="0" anchor="ctr" anchorCtr="1">
            <a:spAutoFit/>
          </a:bodyPr>
          <a:lstStyle/>
          <a:p>
            <a:pPr algn="ctr">
              <a:lnSpc>
                <a:spcPct val="80000"/>
              </a:lnSpc>
            </a:pPr>
            <a:r>
              <a:rPr lang="en-US" altLang="zh-CN" sz="2400" b="1" dirty="0">
                <a:solidFill>
                  <a:srgbClr val="C00000"/>
                </a:solidFill>
              </a:rPr>
              <a:t>5</a:t>
            </a:r>
            <a:endParaRPr lang="zh-CN" altLang="en-US" sz="2400" b="1" dirty="0">
              <a:solidFill>
                <a:srgbClr val="C00000"/>
              </a:solidFill>
            </a:endParaRPr>
          </a:p>
        </p:txBody>
      </p:sp>
      <p:sp>
        <p:nvSpPr>
          <p:cNvPr id="101" name="文本框 100">
            <a:extLst>
              <a:ext uri="{FF2B5EF4-FFF2-40B4-BE49-F238E27FC236}">
                <a16:creationId xmlns:a16="http://schemas.microsoft.com/office/drawing/2014/main" id="{BB2C95DF-9ED0-498E-8441-0C5D1B6C25CB}"/>
              </a:ext>
            </a:extLst>
          </p:cNvPr>
          <p:cNvSpPr txBox="1"/>
          <p:nvPr/>
        </p:nvSpPr>
        <p:spPr>
          <a:xfrm>
            <a:off x="415884" y="3231642"/>
            <a:ext cx="230565" cy="303801"/>
          </a:xfrm>
          <a:prstGeom prst="rect">
            <a:avLst/>
          </a:prstGeom>
          <a:noFill/>
        </p:spPr>
        <p:txBody>
          <a:bodyPr wrap="square" lIns="36000" tIns="0" rIns="36000" bIns="0" rtlCol="0" anchor="ctr" anchorCtr="1">
            <a:spAutoFit/>
          </a:bodyPr>
          <a:lstStyle/>
          <a:p>
            <a:pPr algn="ctr">
              <a:lnSpc>
                <a:spcPct val="80000"/>
              </a:lnSpc>
            </a:pPr>
            <a:r>
              <a:rPr lang="en-US" altLang="zh-CN" sz="2400" b="1" dirty="0">
                <a:solidFill>
                  <a:srgbClr val="C00000"/>
                </a:solidFill>
              </a:rPr>
              <a:t>0</a:t>
            </a:r>
            <a:endParaRPr lang="zh-CN" altLang="en-US" sz="2400" b="1" dirty="0">
              <a:solidFill>
                <a:srgbClr val="C00000"/>
              </a:solidFill>
            </a:endParaRPr>
          </a:p>
        </p:txBody>
      </p:sp>
      <p:sp>
        <p:nvSpPr>
          <p:cNvPr id="104" name="文本框 103">
            <a:extLst>
              <a:ext uri="{FF2B5EF4-FFF2-40B4-BE49-F238E27FC236}">
                <a16:creationId xmlns:a16="http://schemas.microsoft.com/office/drawing/2014/main" id="{D06B76C5-18AD-4478-A222-81A918B067B2}"/>
              </a:ext>
            </a:extLst>
          </p:cNvPr>
          <p:cNvSpPr txBox="1"/>
          <p:nvPr/>
        </p:nvSpPr>
        <p:spPr>
          <a:xfrm>
            <a:off x="1579212" y="3225771"/>
            <a:ext cx="230565" cy="303801"/>
          </a:xfrm>
          <a:prstGeom prst="rect">
            <a:avLst/>
          </a:prstGeom>
          <a:noFill/>
        </p:spPr>
        <p:txBody>
          <a:bodyPr wrap="square" lIns="36000" tIns="0" rIns="36000" bIns="0" rtlCol="0" anchor="ctr" anchorCtr="1">
            <a:spAutoFit/>
          </a:bodyPr>
          <a:lstStyle/>
          <a:p>
            <a:pPr algn="ctr">
              <a:lnSpc>
                <a:spcPct val="80000"/>
              </a:lnSpc>
            </a:pPr>
            <a:r>
              <a:rPr lang="en-US" altLang="zh-CN" sz="2400" b="1" dirty="0">
                <a:solidFill>
                  <a:srgbClr val="C00000"/>
                </a:solidFill>
              </a:rPr>
              <a:t>3</a:t>
            </a:r>
            <a:endParaRPr lang="zh-CN" altLang="en-US" sz="2400" b="1" dirty="0">
              <a:solidFill>
                <a:srgbClr val="C00000"/>
              </a:solidFill>
            </a:endParaRPr>
          </a:p>
        </p:txBody>
      </p:sp>
      <p:sp>
        <p:nvSpPr>
          <p:cNvPr id="105" name="文本框 104">
            <a:extLst>
              <a:ext uri="{FF2B5EF4-FFF2-40B4-BE49-F238E27FC236}">
                <a16:creationId xmlns:a16="http://schemas.microsoft.com/office/drawing/2014/main" id="{A6F3EB90-9624-4FE2-80AC-F5F841454262}"/>
              </a:ext>
            </a:extLst>
          </p:cNvPr>
          <p:cNvSpPr txBox="1"/>
          <p:nvPr/>
        </p:nvSpPr>
        <p:spPr>
          <a:xfrm>
            <a:off x="980773" y="3219915"/>
            <a:ext cx="287419" cy="303801"/>
          </a:xfrm>
          <a:prstGeom prst="rect">
            <a:avLst/>
          </a:prstGeom>
          <a:noFill/>
        </p:spPr>
        <p:txBody>
          <a:bodyPr wrap="square" lIns="36000" tIns="0" rIns="36000" bIns="0" rtlCol="0" anchor="ctr" anchorCtr="1">
            <a:spAutoFit/>
          </a:bodyPr>
          <a:lstStyle/>
          <a:p>
            <a:pPr algn="ctr">
              <a:lnSpc>
                <a:spcPct val="80000"/>
              </a:lnSpc>
            </a:pPr>
            <a:r>
              <a:rPr lang="en-US" altLang="zh-CN" sz="2400" b="1" dirty="0">
                <a:solidFill>
                  <a:srgbClr val="C00000"/>
                </a:solidFill>
              </a:rPr>
              <a:t>2</a:t>
            </a:r>
            <a:endParaRPr lang="zh-CN" altLang="en-US" sz="2400" b="1" dirty="0">
              <a:solidFill>
                <a:srgbClr val="C00000"/>
              </a:solidFill>
            </a:endParaRPr>
          </a:p>
        </p:txBody>
      </p:sp>
      <p:sp>
        <p:nvSpPr>
          <p:cNvPr id="107" name="文本框 122">
            <a:extLst>
              <a:ext uri="{FF2B5EF4-FFF2-40B4-BE49-F238E27FC236}">
                <a16:creationId xmlns:a16="http://schemas.microsoft.com/office/drawing/2014/main" id="{E377C74D-F674-495B-ACFD-D74194C31011}"/>
              </a:ext>
            </a:extLst>
          </p:cNvPr>
          <p:cNvSpPr txBox="1"/>
          <p:nvPr/>
        </p:nvSpPr>
        <p:spPr>
          <a:xfrm>
            <a:off x="1298258" y="3225772"/>
            <a:ext cx="230565" cy="303801"/>
          </a:xfrm>
          <a:prstGeom prst="rect">
            <a:avLst/>
          </a:prstGeom>
          <a:noFill/>
        </p:spPr>
        <p:txBody>
          <a:bodyPr wrap="square" lIns="36000" tIns="0" rIns="36000" bIns="0" rtlCol="0" anchor="ctr" anchorCtr="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80000"/>
              </a:lnSpc>
            </a:pPr>
            <a:r>
              <a:rPr lang="en-US" altLang="zh-CN" sz="2400" b="1" dirty="0">
                <a:solidFill>
                  <a:srgbClr val="C00000"/>
                </a:solidFill>
              </a:rPr>
              <a:t>4</a:t>
            </a:r>
            <a:endParaRPr lang="zh-CN" altLang="en-US" sz="2400" b="1" dirty="0">
              <a:solidFill>
                <a:srgbClr val="C00000"/>
              </a:solidFill>
            </a:endParaRPr>
          </a:p>
        </p:txBody>
      </p:sp>
      <p:sp>
        <p:nvSpPr>
          <p:cNvPr id="109" name="文本框 108">
            <a:extLst>
              <a:ext uri="{FF2B5EF4-FFF2-40B4-BE49-F238E27FC236}">
                <a16:creationId xmlns:a16="http://schemas.microsoft.com/office/drawing/2014/main" id="{34B69452-3591-4E3F-8D2B-D914F3C31C97}"/>
              </a:ext>
            </a:extLst>
          </p:cNvPr>
          <p:cNvSpPr txBox="1"/>
          <p:nvPr/>
        </p:nvSpPr>
        <p:spPr>
          <a:xfrm>
            <a:off x="671192" y="3219916"/>
            <a:ext cx="287419" cy="303801"/>
          </a:xfrm>
          <a:prstGeom prst="rect">
            <a:avLst/>
          </a:prstGeom>
          <a:noFill/>
        </p:spPr>
        <p:txBody>
          <a:bodyPr wrap="square" lIns="36000" tIns="0" rIns="36000" bIns="0" rtlCol="0" anchor="ctr" anchorCtr="1">
            <a:spAutoFit/>
          </a:bodyPr>
          <a:lstStyle/>
          <a:p>
            <a:pPr algn="ctr">
              <a:lnSpc>
                <a:spcPct val="80000"/>
              </a:lnSpc>
            </a:pPr>
            <a:r>
              <a:rPr lang="en-US" altLang="zh-CN" sz="2400" b="1" dirty="0">
                <a:solidFill>
                  <a:srgbClr val="C00000"/>
                </a:solidFill>
              </a:rPr>
              <a:t>1</a:t>
            </a:r>
            <a:endParaRPr lang="zh-CN" altLang="en-US" sz="2400" b="1" dirty="0">
              <a:solidFill>
                <a:srgbClr val="C00000"/>
              </a:solidFill>
            </a:endParaRPr>
          </a:p>
        </p:txBody>
      </p:sp>
      <p:sp>
        <p:nvSpPr>
          <p:cNvPr id="140" name="Line 147">
            <a:extLst>
              <a:ext uri="{FF2B5EF4-FFF2-40B4-BE49-F238E27FC236}">
                <a16:creationId xmlns:a16="http://schemas.microsoft.com/office/drawing/2014/main" id="{2ABEEB6F-4FAA-4763-92CF-D3985D84509B}"/>
              </a:ext>
            </a:extLst>
          </p:cNvPr>
          <p:cNvSpPr>
            <a:spLocks noChangeShapeType="1"/>
          </p:cNvSpPr>
          <p:nvPr/>
        </p:nvSpPr>
        <p:spPr bwMode="auto">
          <a:xfrm flipV="1">
            <a:off x="3809731" y="2165997"/>
            <a:ext cx="263030" cy="4436"/>
          </a:xfrm>
          <a:prstGeom prst="line">
            <a:avLst/>
          </a:prstGeom>
          <a:noFill/>
          <a:ln w="22225">
            <a:solidFill>
              <a:srgbClr val="333DFF"/>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41" name="Line 147">
            <a:extLst>
              <a:ext uri="{FF2B5EF4-FFF2-40B4-BE49-F238E27FC236}">
                <a16:creationId xmlns:a16="http://schemas.microsoft.com/office/drawing/2014/main" id="{1F6017FD-E4C8-4075-8D19-510D194EDE3D}"/>
              </a:ext>
            </a:extLst>
          </p:cNvPr>
          <p:cNvSpPr>
            <a:spLocks noChangeShapeType="1"/>
          </p:cNvSpPr>
          <p:nvPr/>
        </p:nvSpPr>
        <p:spPr bwMode="auto">
          <a:xfrm flipV="1">
            <a:off x="3818062" y="2957520"/>
            <a:ext cx="265455" cy="1060"/>
          </a:xfrm>
          <a:prstGeom prst="line">
            <a:avLst/>
          </a:prstGeom>
          <a:noFill/>
          <a:ln w="22225">
            <a:solidFill>
              <a:srgbClr val="333DFF"/>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42" name="Line 147">
            <a:extLst>
              <a:ext uri="{FF2B5EF4-FFF2-40B4-BE49-F238E27FC236}">
                <a16:creationId xmlns:a16="http://schemas.microsoft.com/office/drawing/2014/main" id="{5DB9423C-964F-4465-A61A-E6F24E3AD9BE}"/>
              </a:ext>
            </a:extLst>
          </p:cNvPr>
          <p:cNvSpPr>
            <a:spLocks noChangeShapeType="1"/>
          </p:cNvSpPr>
          <p:nvPr/>
        </p:nvSpPr>
        <p:spPr bwMode="auto">
          <a:xfrm flipV="1">
            <a:off x="3815737" y="2565831"/>
            <a:ext cx="265455" cy="1060"/>
          </a:xfrm>
          <a:prstGeom prst="line">
            <a:avLst/>
          </a:prstGeom>
          <a:noFill/>
          <a:ln w="22225">
            <a:solidFill>
              <a:srgbClr val="333DFF"/>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43" name="Line 147">
            <a:extLst>
              <a:ext uri="{FF2B5EF4-FFF2-40B4-BE49-F238E27FC236}">
                <a16:creationId xmlns:a16="http://schemas.microsoft.com/office/drawing/2014/main" id="{2827BD54-A5C7-480D-8265-9F2A38EB7446}"/>
              </a:ext>
            </a:extLst>
          </p:cNvPr>
          <p:cNvSpPr>
            <a:spLocks noChangeShapeType="1"/>
          </p:cNvSpPr>
          <p:nvPr/>
        </p:nvSpPr>
        <p:spPr bwMode="auto">
          <a:xfrm flipV="1">
            <a:off x="3810213" y="1791084"/>
            <a:ext cx="265455" cy="1060"/>
          </a:xfrm>
          <a:prstGeom prst="line">
            <a:avLst/>
          </a:prstGeom>
          <a:noFill/>
          <a:ln w="22225">
            <a:solidFill>
              <a:srgbClr val="333DFF"/>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44" name="Line 147">
            <a:extLst>
              <a:ext uri="{FF2B5EF4-FFF2-40B4-BE49-F238E27FC236}">
                <a16:creationId xmlns:a16="http://schemas.microsoft.com/office/drawing/2014/main" id="{0F8DE792-38CC-42B0-8799-A0FE9B3BC1B5}"/>
              </a:ext>
            </a:extLst>
          </p:cNvPr>
          <p:cNvSpPr>
            <a:spLocks noChangeShapeType="1"/>
          </p:cNvSpPr>
          <p:nvPr/>
        </p:nvSpPr>
        <p:spPr bwMode="auto">
          <a:xfrm flipV="1">
            <a:off x="3818911" y="1388499"/>
            <a:ext cx="265455" cy="1060"/>
          </a:xfrm>
          <a:prstGeom prst="line">
            <a:avLst/>
          </a:prstGeom>
          <a:noFill/>
          <a:ln w="22225">
            <a:solidFill>
              <a:srgbClr val="333DFF"/>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45" name="Line 147">
            <a:extLst>
              <a:ext uri="{FF2B5EF4-FFF2-40B4-BE49-F238E27FC236}">
                <a16:creationId xmlns:a16="http://schemas.microsoft.com/office/drawing/2014/main" id="{96C66627-FDAA-4863-861F-6C6175EAE3E2}"/>
              </a:ext>
            </a:extLst>
          </p:cNvPr>
          <p:cNvSpPr>
            <a:spLocks noChangeShapeType="1"/>
          </p:cNvSpPr>
          <p:nvPr/>
        </p:nvSpPr>
        <p:spPr bwMode="auto">
          <a:xfrm flipV="1">
            <a:off x="4558502" y="1398651"/>
            <a:ext cx="265455" cy="1060"/>
          </a:xfrm>
          <a:prstGeom prst="line">
            <a:avLst/>
          </a:prstGeom>
          <a:noFill/>
          <a:ln w="22225">
            <a:solidFill>
              <a:srgbClr val="333DFF"/>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46" name="Line 147">
            <a:extLst>
              <a:ext uri="{FF2B5EF4-FFF2-40B4-BE49-F238E27FC236}">
                <a16:creationId xmlns:a16="http://schemas.microsoft.com/office/drawing/2014/main" id="{3CCA43D8-1650-41C5-BD3E-1097C1918795}"/>
              </a:ext>
            </a:extLst>
          </p:cNvPr>
          <p:cNvSpPr>
            <a:spLocks noChangeShapeType="1"/>
          </p:cNvSpPr>
          <p:nvPr/>
        </p:nvSpPr>
        <p:spPr bwMode="auto">
          <a:xfrm flipV="1">
            <a:off x="4555928" y="1798878"/>
            <a:ext cx="265455" cy="1060"/>
          </a:xfrm>
          <a:prstGeom prst="line">
            <a:avLst/>
          </a:prstGeom>
          <a:noFill/>
          <a:ln w="22225">
            <a:solidFill>
              <a:srgbClr val="333DFF"/>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47" name="Line 147">
            <a:extLst>
              <a:ext uri="{FF2B5EF4-FFF2-40B4-BE49-F238E27FC236}">
                <a16:creationId xmlns:a16="http://schemas.microsoft.com/office/drawing/2014/main" id="{3908D886-6B49-4F98-B503-51C5CF2CAE6B}"/>
              </a:ext>
            </a:extLst>
          </p:cNvPr>
          <p:cNvSpPr>
            <a:spLocks noChangeShapeType="1"/>
          </p:cNvSpPr>
          <p:nvPr/>
        </p:nvSpPr>
        <p:spPr bwMode="auto">
          <a:xfrm flipV="1">
            <a:off x="4563980" y="2179280"/>
            <a:ext cx="265455" cy="1060"/>
          </a:xfrm>
          <a:prstGeom prst="line">
            <a:avLst/>
          </a:prstGeom>
          <a:noFill/>
          <a:ln w="22225">
            <a:solidFill>
              <a:srgbClr val="333DFF"/>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nvGrpSpPr>
          <p:cNvPr id="152" name="组合 151">
            <a:extLst>
              <a:ext uri="{FF2B5EF4-FFF2-40B4-BE49-F238E27FC236}">
                <a16:creationId xmlns:a16="http://schemas.microsoft.com/office/drawing/2014/main" id="{92A96C26-8336-432C-9685-CB8412ED7F2E}"/>
              </a:ext>
            </a:extLst>
          </p:cNvPr>
          <p:cNvGrpSpPr/>
          <p:nvPr/>
        </p:nvGrpSpPr>
        <p:grpSpPr>
          <a:xfrm>
            <a:off x="3927304" y="799504"/>
            <a:ext cx="156190" cy="435002"/>
            <a:chOff x="6021430" y="569317"/>
            <a:chExt cx="156190" cy="435002"/>
          </a:xfrm>
        </p:grpSpPr>
        <p:sp>
          <p:nvSpPr>
            <p:cNvPr id="153" name="文本框 152">
              <a:extLst>
                <a:ext uri="{FF2B5EF4-FFF2-40B4-BE49-F238E27FC236}">
                  <a16:creationId xmlns:a16="http://schemas.microsoft.com/office/drawing/2014/main" id="{43D66020-6C07-4D57-BC8F-4F7EE1AD37EA}"/>
                </a:ext>
              </a:extLst>
            </p:cNvPr>
            <p:cNvSpPr txBox="1"/>
            <p:nvPr/>
          </p:nvSpPr>
          <p:spPr>
            <a:xfrm>
              <a:off x="6021430" y="569317"/>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154" name="直接箭头连接符 153">
              <a:extLst>
                <a:ext uri="{FF2B5EF4-FFF2-40B4-BE49-F238E27FC236}">
                  <a16:creationId xmlns:a16="http://schemas.microsoft.com/office/drawing/2014/main" id="{328159E7-3107-417D-8A4B-0A2AC597DAF7}"/>
                </a:ext>
              </a:extLst>
            </p:cNvPr>
            <p:cNvCxnSpPr>
              <a:cxnSpLocks/>
            </p:cNvCxnSpPr>
            <p:nvPr/>
          </p:nvCxnSpPr>
          <p:spPr>
            <a:xfrm>
              <a:off x="6099875" y="814819"/>
              <a:ext cx="77745" cy="1895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5" name="组合 154">
            <a:extLst>
              <a:ext uri="{FF2B5EF4-FFF2-40B4-BE49-F238E27FC236}">
                <a16:creationId xmlns:a16="http://schemas.microsoft.com/office/drawing/2014/main" id="{08523EC8-FB65-43F2-B381-46AA4627B1C1}"/>
              </a:ext>
            </a:extLst>
          </p:cNvPr>
          <p:cNvGrpSpPr/>
          <p:nvPr/>
        </p:nvGrpSpPr>
        <p:grpSpPr>
          <a:xfrm>
            <a:off x="3937539" y="1576418"/>
            <a:ext cx="153888" cy="435891"/>
            <a:chOff x="6023693" y="581276"/>
            <a:chExt cx="153888" cy="435891"/>
          </a:xfrm>
        </p:grpSpPr>
        <p:sp>
          <p:nvSpPr>
            <p:cNvPr id="156" name="文本框 155">
              <a:extLst>
                <a:ext uri="{FF2B5EF4-FFF2-40B4-BE49-F238E27FC236}">
                  <a16:creationId xmlns:a16="http://schemas.microsoft.com/office/drawing/2014/main" id="{7B0D5D27-813C-4F58-917E-4BE7AFFD489A}"/>
                </a:ext>
              </a:extLst>
            </p:cNvPr>
            <p:cNvSpPr txBox="1"/>
            <p:nvPr/>
          </p:nvSpPr>
          <p:spPr>
            <a:xfrm>
              <a:off x="6023693" y="581276"/>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157" name="直接箭头连接符 156">
              <a:extLst>
                <a:ext uri="{FF2B5EF4-FFF2-40B4-BE49-F238E27FC236}">
                  <a16:creationId xmlns:a16="http://schemas.microsoft.com/office/drawing/2014/main" id="{CB88161A-1D2E-406A-A239-03D48BDB0DFB}"/>
                </a:ext>
              </a:extLst>
            </p:cNvPr>
            <p:cNvCxnSpPr>
              <a:cxnSpLocks/>
              <a:stCxn id="342" idx="2"/>
            </p:cNvCxnSpPr>
            <p:nvPr/>
          </p:nvCxnSpPr>
          <p:spPr>
            <a:xfrm>
              <a:off x="6097153" y="828879"/>
              <a:ext cx="72496" cy="18828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8" name="组合 157">
            <a:extLst>
              <a:ext uri="{FF2B5EF4-FFF2-40B4-BE49-F238E27FC236}">
                <a16:creationId xmlns:a16="http://schemas.microsoft.com/office/drawing/2014/main" id="{AD0DDD55-C23C-4888-8489-8B43C40D0979}"/>
              </a:ext>
            </a:extLst>
          </p:cNvPr>
          <p:cNvGrpSpPr/>
          <p:nvPr/>
        </p:nvGrpSpPr>
        <p:grpSpPr>
          <a:xfrm>
            <a:off x="3928736" y="1183191"/>
            <a:ext cx="154759" cy="435301"/>
            <a:chOff x="6027354" y="563795"/>
            <a:chExt cx="154759" cy="435301"/>
          </a:xfrm>
        </p:grpSpPr>
        <p:sp>
          <p:nvSpPr>
            <p:cNvPr id="159" name="文本框 158">
              <a:extLst>
                <a:ext uri="{FF2B5EF4-FFF2-40B4-BE49-F238E27FC236}">
                  <a16:creationId xmlns:a16="http://schemas.microsoft.com/office/drawing/2014/main" id="{AF9EEC2C-3379-4AC1-A347-F69BF62B6588}"/>
                </a:ext>
              </a:extLst>
            </p:cNvPr>
            <p:cNvSpPr txBox="1"/>
            <p:nvPr/>
          </p:nvSpPr>
          <p:spPr>
            <a:xfrm>
              <a:off x="6027354" y="563795"/>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160" name="直接箭头连接符 159">
              <a:extLst>
                <a:ext uri="{FF2B5EF4-FFF2-40B4-BE49-F238E27FC236}">
                  <a16:creationId xmlns:a16="http://schemas.microsoft.com/office/drawing/2014/main" id="{A6B65DA6-85D0-46B2-AC72-A1601899D9F0}"/>
                </a:ext>
              </a:extLst>
            </p:cNvPr>
            <p:cNvCxnSpPr>
              <a:cxnSpLocks/>
            </p:cNvCxnSpPr>
            <p:nvPr/>
          </p:nvCxnSpPr>
          <p:spPr>
            <a:xfrm>
              <a:off x="6100457" y="822414"/>
              <a:ext cx="81656" cy="17668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1" name="组合 160">
            <a:extLst>
              <a:ext uri="{FF2B5EF4-FFF2-40B4-BE49-F238E27FC236}">
                <a16:creationId xmlns:a16="http://schemas.microsoft.com/office/drawing/2014/main" id="{C1FEBEE1-0132-41B9-B0FD-814FE77BFAA5}"/>
              </a:ext>
            </a:extLst>
          </p:cNvPr>
          <p:cNvGrpSpPr/>
          <p:nvPr/>
        </p:nvGrpSpPr>
        <p:grpSpPr>
          <a:xfrm>
            <a:off x="3916785" y="2400313"/>
            <a:ext cx="163586" cy="410955"/>
            <a:chOff x="6055844" y="563955"/>
            <a:chExt cx="205092" cy="410955"/>
          </a:xfrm>
        </p:grpSpPr>
        <p:sp>
          <p:nvSpPr>
            <p:cNvPr id="162" name="文本框 161">
              <a:extLst>
                <a:ext uri="{FF2B5EF4-FFF2-40B4-BE49-F238E27FC236}">
                  <a16:creationId xmlns:a16="http://schemas.microsoft.com/office/drawing/2014/main" id="{AFEEDE96-2D61-4DD9-83C0-BB0FDAAAC118}"/>
                </a:ext>
              </a:extLst>
            </p:cNvPr>
            <p:cNvSpPr txBox="1"/>
            <p:nvPr/>
          </p:nvSpPr>
          <p:spPr>
            <a:xfrm>
              <a:off x="6055844" y="563955"/>
              <a:ext cx="153888" cy="253211"/>
            </a:xfrm>
            <a:prstGeom prst="rect">
              <a:avLst/>
            </a:prstGeom>
            <a:noFill/>
            <a:ln>
              <a:noFill/>
            </a:ln>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163" name="直接箭头连接符 162">
              <a:extLst>
                <a:ext uri="{FF2B5EF4-FFF2-40B4-BE49-F238E27FC236}">
                  <a16:creationId xmlns:a16="http://schemas.microsoft.com/office/drawing/2014/main" id="{8D96A495-5555-4D1F-AC8C-ECB454AA873D}"/>
                </a:ext>
              </a:extLst>
            </p:cNvPr>
            <p:cNvCxnSpPr>
              <a:cxnSpLocks/>
            </p:cNvCxnSpPr>
            <p:nvPr/>
          </p:nvCxnSpPr>
          <p:spPr>
            <a:xfrm>
              <a:off x="6194813" y="784750"/>
              <a:ext cx="66123" cy="1901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4" name="组合 163">
            <a:extLst>
              <a:ext uri="{FF2B5EF4-FFF2-40B4-BE49-F238E27FC236}">
                <a16:creationId xmlns:a16="http://schemas.microsoft.com/office/drawing/2014/main" id="{E3E2C7B0-C9EF-47D6-A955-FFFBE337D6F1}"/>
              </a:ext>
            </a:extLst>
          </p:cNvPr>
          <p:cNvGrpSpPr/>
          <p:nvPr/>
        </p:nvGrpSpPr>
        <p:grpSpPr>
          <a:xfrm>
            <a:off x="3919131" y="1966592"/>
            <a:ext cx="153888" cy="446513"/>
            <a:chOff x="6050556" y="572184"/>
            <a:chExt cx="153888" cy="446513"/>
          </a:xfrm>
        </p:grpSpPr>
        <p:sp>
          <p:nvSpPr>
            <p:cNvPr id="165" name="文本框 164">
              <a:extLst>
                <a:ext uri="{FF2B5EF4-FFF2-40B4-BE49-F238E27FC236}">
                  <a16:creationId xmlns:a16="http://schemas.microsoft.com/office/drawing/2014/main" id="{2C38EFCD-096C-4084-8679-13770EA528BC}"/>
                </a:ext>
              </a:extLst>
            </p:cNvPr>
            <p:cNvSpPr txBox="1"/>
            <p:nvPr/>
          </p:nvSpPr>
          <p:spPr>
            <a:xfrm>
              <a:off x="6050556" y="572184"/>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166" name="直接箭头连接符 165">
              <a:extLst>
                <a:ext uri="{FF2B5EF4-FFF2-40B4-BE49-F238E27FC236}">
                  <a16:creationId xmlns:a16="http://schemas.microsoft.com/office/drawing/2014/main" id="{43522DFA-B98A-47BC-9D1E-30F8AF7C6418}"/>
                </a:ext>
              </a:extLst>
            </p:cNvPr>
            <p:cNvCxnSpPr>
              <a:cxnSpLocks/>
            </p:cNvCxnSpPr>
            <p:nvPr/>
          </p:nvCxnSpPr>
          <p:spPr>
            <a:xfrm>
              <a:off x="6127500" y="835771"/>
              <a:ext cx="76686" cy="1829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67" name="矩形 166">
            <a:extLst>
              <a:ext uri="{FF2B5EF4-FFF2-40B4-BE49-F238E27FC236}">
                <a16:creationId xmlns:a16="http://schemas.microsoft.com/office/drawing/2014/main" id="{5272C9DF-BC3D-422A-B013-DC242789A215}"/>
              </a:ext>
            </a:extLst>
          </p:cNvPr>
          <p:cNvSpPr/>
          <p:nvPr/>
        </p:nvSpPr>
        <p:spPr>
          <a:xfrm>
            <a:off x="4320784" y="1237877"/>
            <a:ext cx="171677" cy="294759"/>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7030A0"/>
                </a:solidFill>
              </a:rPr>
              <a:t>3</a:t>
            </a:r>
            <a:endParaRPr lang="zh-CN" altLang="en-US" sz="2400" b="1" dirty="0">
              <a:solidFill>
                <a:srgbClr val="7030A0"/>
              </a:solidFill>
            </a:endParaRPr>
          </a:p>
        </p:txBody>
      </p:sp>
      <p:sp>
        <p:nvSpPr>
          <p:cNvPr id="168" name="矩形 167">
            <a:extLst>
              <a:ext uri="{FF2B5EF4-FFF2-40B4-BE49-F238E27FC236}">
                <a16:creationId xmlns:a16="http://schemas.microsoft.com/office/drawing/2014/main" id="{C97B03F1-2C8A-496F-BFDA-D7C55A83DDC9}"/>
              </a:ext>
            </a:extLst>
          </p:cNvPr>
          <p:cNvSpPr/>
          <p:nvPr/>
        </p:nvSpPr>
        <p:spPr>
          <a:xfrm>
            <a:off x="5055525" y="1238118"/>
            <a:ext cx="183003" cy="294759"/>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7030A0"/>
                </a:solidFill>
              </a:rPr>
              <a:t>2</a:t>
            </a:r>
            <a:endParaRPr lang="zh-CN" altLang="en-US" sz="2400" b="1" dirty="0">
              <a:solidFill>
                <a:srgbClr val="7030A0"/>
              </a:solidFill>
            </a:endParaRPr>
          </a:p>
        </p:txBody>
      </p:sp>
      <p:sp>
        <p:nvSpPr>
          <p:cNvPr id="182" name="矩形 181">
            <a:extLst>
              <a:ext uri="{FF2B5EF4-FFF2-40B4-BE49-F238E27FC236}">
                <a16:creationId xmlns:a16="http://schemas.microsoft.com/office/drawing/2014/main" id="{22ED1303-6C55-4C16-A491-CEFEBCD5D02C}"/>
              </a:ext>
            </a:extLst>
          </p:cNvPr>
          <p:cNvSpPr/>
          <p:nvPr/>
        </p:nvSpPr>
        <p:spPr>
          <a:xfrm>
            <a:off x="4310134" y="2023053"/>
            <a:ext cx="171677" cy="294759"/>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7030A0"/>
                </a:solidFill>
              </a:rPr>
              <a:t>4</a:t>
            </a:r>
            <a:endParaRPr lang="zh-CN" altLang="en-US" sz="2400" b="1" dirty="0">
              <a:solidFill>
                <a:srgbClr val="7030A0"/>
              </a:solidFill>
            </a:endParaRPr>
          </a:p>
        </p:txBody>
      </p:sp>
      <p:sp>
        <p:nvSpPr>
          <p:cNvPr id="184" name="矩形 183">
            <a:extLst>
              <a:ext uri="{FF2B5EF4-FFF2-40B4-BE49-F238E27FC236}">
                <a16:creationId xmlns:a16="http://schemas.microsoft.com/office/drawing/2014/main" id="{B29A250A-0F3B-4E42-86D3-234B03C1FDD2}"/>
              </a:ext>
            </a:extLst>
          </p:cNvPr>
          <p:cNvSpPr/>
          <p:nvPr/>
        </p:nvSpPr>
        <p:spPr>
          <a:xfrm>
            <a:off x="5062538" y="2023831"/>
            <a:ext cx="171677" cy="294759"/>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7030A0"/>
                </a:solidFill>
              </a:rPr>
              <a:t>3</a:t>
            </a:r>
            <a:endParaRPr lang="zh-CN" altLang="en-US" sz="2400" b="1" dirty="0">
              <a:solidFill>
                <a:srgbClr val="7030A0"/>
              </a:solidFill>
            </a:endParaRPr>
          </a:p>
        </p:txBody>
      </p:sp>
      <p:sp>
        <p:nvSpPr>
          <p:cNvPr id="187" name="矩形 186">
            <a:extLst>
              <a:ext uri="{FF2B5EF4-FFF2-40B4-BE49-F238E27FC236}">
                <a16:creationId xmlns:a16="http://schemas.microsoft.com/office/drawing/2014/main" id="{36A6DF65-F9B1-4188-B7A2-2C0314C687BD}"/>
              </a:ext>
            </a:extLst>
          </p:cNvPr>
          <p:cNvSpPr/>
          <p:nvPr/>
        </p:nvSpPr>
        <p:spPr>
          <a:xfrm>
            <a:off x="4323262" y="1636332"/>
            <a:ext cx="171677" cy="294759"/>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7030A0"/>
                </a:solidFill>
              </a:rPr>
              <a:t>2</a:t>
            </a:r>
            <a:endParaRPr lang="zh-CN" altLang="en-US" sz="2400" b="1" dirty="0">
              <a:solidFill>
                <a:srgbClr val="7030A0"/>
              </a:solidFill>
            </a:endParaRPr>
          </a:p>
        </p:txBody>
      </p:sp>
      <p:sp>
        <p:nvSpPr>
          <p:cNvPr id="189" name="矩形 188">
            <a:extLst>
              <a:ext uri="{FF2B5EF4-FFF2-40B4-BE49-F238E27FC236}">
                <a16:creationId xmlns:a16="http://schemas.microsoft.com/office/drawing/2014/main" id="{519E2C05-76A6-47F8-AC34-12170385F8A6}"/>
              </a:ext>
            </a:extLst>
          </p:cNvPr>
          <p:cNvSpPr/>
          <p:nvPr/>
        </p:nvSpPr>
        <p:spPr>
          <a:xfrm>
            <a:off x="5060053" y="1633950"/>
            <a:ext cx="171677" cy="294759"/>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7030A0"/>
                </a:solidFill>
              </a:rPr>
              <a:t>3</a:t>
            </a:r>
            <a:endParaRPr lang="zh-CN" altLang="en-US" sz="2400" b="1" dirty="0">
              <a:solidFill>
                <a:srgbClr val="7030A0"/>
              </a:solidFill>
            </a:endParaRPr>
          </a:p>
        </p:txBody>
      </p:sp>
      <p:sp>
        <p:nvSpPr>
          <p:cNvPr id="191" name="矩形 190">
            <a:extLst>
              <a:ext uri="{FF2B5EF4-FFF2-40B4-BE49-F238E27FC236}">
                <a16:creationId xmlns:a16="http://schemas.microsoft.com/office/drawing/2014/main" id="{E8A69312-46BD-4E1F-9A06-B679D4EBAC9F}"/>
              </a:ext>
            </a:extLst>
          </p:cNvPr>
          <p:cNvSpPr/>
          <p:nvPr/>
        </p:nvSpPr>
        <p:spPr>
          <a:xfrm>
            <a:off x="4311142" y="2824794"/>
            <a:ext cx="171677" cy="294759"/>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7030A0"/>
                </a:solidFill>
              </a:rPr>
              <a:t>1</a:t>
            </a:r>
            <a:endParaRPr lang="zh-CN" altLang="en-US" sz="2400" b="1" dirty="0">
              <a:solidFill>
                <a:srgbClr val="7030A0"/>
              </a:solidFill>
            </a:endParaRPr>
          </a:p>
        </p:txBody>
      </p:sp>
      <p:sp>
        <p:nvSpPr>
          <p:cNvPr id="193" name="矩形 192">
            <a:extLst>
              <a:ext uri="{FF2B5EF4-FFF2-40B4-BE49-F238E27FC236}">
                <a16:creationId xmlns:a16="http://schemas.microsoft.com/office/drawing/2014/main" id="{E2C65F27-AFD8-438E-B162-05414DBF4800}"/>
              </a:ext>
            </a:extLst>
          </p:cNvPr>
          <p:cNvSpPr/>
          <p:nvPr/>
        </p:nvSpPr>
        <p:spPr>
          <a:xfrm>
            <a:off x="4321705" y="2428642"/>
            <a:ext cx="171677" cy="257931"/>
          </a:xfrm>
          <a:prstGeom prst="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7030A0"/>
                </a:solidFill>
              </a:rPr>
              <a:t>2</a:t>
            </a:r>
            <a:endParaRPr lang="zh-CN" altLang="en-US" sz="2400" b="1" dirty="0">
              <a:solidFill>
                <a:srgbClr val="7030A0"/>
              </a:solidFill>
            </a:endParaRPr>
          </a:p>
        </p:txBody>
      </p:sp>
      <p:sp>
        <p:nvSpPr>
          <p:cNvPr id="197" name="矩形 196">
            <a:extLst>
              <a:ext uri="{FF2B5EF4-FFF2-40B4-BE49-F238E27FC236}">
                <a16:creationId xmlns:a16="http://schemas.microsoft.com/office/drawing/2014/main" id="{9EBDC8B8-4F8D-4A4A-BF20-067230DFEFA0}"/>
              </a:ext>
            </a:extLst>
          </p:cNvPr>
          <p:cNvSpPr/>
          <p:nvPr/>
        </p:nvSpPr>
        <p:spPr>
          <a:xfrm>
            <a:off x="5884528" y="1441605"/>
            <a:ext cx="5998769" cy="5079404"/>
          </a:xfrm>
          <a:prstGeom prst="rect">
            <a:avLst/>
          </a:prstGeom>
          <a:noFill/>
          <a:ln w="9525">
            <a:noFill/>
          </a:ln>
        </p:spPr>
        <p:txBody>
          <a:bodyPr wrap="square" tIns="46800">
            <a:spAutoFit/>
          </a:bodyPr>
          <a:lstStyle/>
          <a:p>
            <a:pPr eaLnBrk="1" hangingPunct="1">
              <a:defRPr/>
            </a:pPr>
            <a:r>
              <a:rPr lang="en-US" altLang="zh-CN" b="1" noProof="1">
                <a:latin typeface="Calibri" panose="020F0502020204030204" pitchFamily="34" charset="0"/>
                <a:ea typeface="Calibri" panose="020F0502020204030204" pitchFamily="34" charset="0"/>
                <a:cs typeface="Calibri" panose="020F0502020204030204" pitchFamily="34" charset="0"/>
              </a:rPr>
              <a:t>Status</a:t>
            </a:r>
            <a:r>
              <a:rPr lang="en-US" altLang="zh-CN" noProof="1">
                <a:latin typeface="Calibri" panose="020F0502020204030204" pitchFamily="34" charset="0"/>
                <a:ea typeface="Calibri" panose="020F0502020204030204" pitchFamily="34" charset="0"/>
                <a:cs typeface="Calibri" panose="020F0502020204030204" pitchFamily="34" charset="0"/>
              </a:rPr>
              <a:t> CriticalPath(ALGraph G)  </a:t>
            </a:r>
            <a:r>
              <a:rPr lang="en-US" altLang="zh-CN" b="1" noProof="1">
                <a:latin typeface="Calibri" panose="020F0502020204030204" pitchFamily="34" charset="0"/>
                <a:ea typeface="Calibri" panose="020F0502020204030204" pitchFamily="34" charset="0"/>
                <a:cs typeface="Calibri" panose="020F0502020204030204" pitchFamily="34" charset="0"/>
              </a:rPr>
              <a:t>{ </a:t>
            </a:r>
            <a:r>
              <a:rPr lang="en-US" altLang="zh-CN" noProof="1">
                <a:latin typeface="Calibri" panose="020F0502020204030204" pitchFamily="34" charset="0"/>
                <a:ea typeface="Calibri" panose="020F0502020204030204" pitchFamily="34" charset="0"/>
                <a:cs typeface="Calibri" panose="020F0502020204030204" pitchFamily="34" charset="0"/>
              </a:rPr>
              <a:t> </a:t>
            </a:r>
            <a:r>
              <a:rPr lang="en-US" altLang="zh-CN" noProof="1">
                <a:solidFill>
                  <a:schemeClr val="hlink"/>
                </a:solidFill>
                <a:latin typeface="Calibri" panose="020F0502020204030204" pitchFamily="34" charset="0"/>
                <a:ea typeface="Calibri" panose="020F0502020204030204" pitchFamily="34" charset="0"/>
                <a:cs typeface="Calibri" panose="020F0502020204030204" pitchFamily="34" charset="0"/>
              </a:rPr>
              <a:t>// </a:t>
            </a:r>
            <a:r>
              <a:rPr lang="zh-CN" altLang="en-US" noProof="1">
                <a:solidFill>
                  <a:schemeClr val="hlink"/>
                </a:solidFill>
                <a:latin typeface="Calibri" panose="020F0502020204030204" pitchFamily="34" charset="0"/>
                <a:cs typeface="Calibri" panose="020F0502020204030204" pitchFamily="34" charset="0"/>
              </a:rPr>
              <a:t>求</a:t>
            </a:r>
            <a:r>
              <a:rPr lang="en-US" altLang="zh-CN" noProof="1">
                <a:solidFill>
                  <a:schemeClr val="hlink"/>
                </a:solidFill>
                <a:latin typeface="Calibri" panose="020F0502020204030204" pitchFamily="34" charset="0"/>
                <a:ea typeface="Calibri" panose="020F0502020204030204" pitchFamily="34" charset="0"/>
                <a:cs typeface="Calibri" panose="020F0502020204030204" pitchFamily="34" charset="0"/>
              </a:rPr>
              <a:t>G</a:t>
            </a:r>
            <a:r>
              <a:rPr lang="zh-CN" altLang="en-US" noProof="1">
                <a:solidFill>
                  <a:schemeClr val="hlink"/>
                </a:solidFill>
                <a:latin typeface="+mn-ea"/>
                <a:cs typeface="Calibri" panose="020F0502020204030204" pitchFamily="34" charset="0"/>
              </a:rPr>
              <a:t>中</a:t>
            </a:r>
            <a:r>
              <a:rPr lang="zh-CN" altLang="en-US" noProof="1">
                <a:solidFill>
                  <a:schemeClr val="hlink"/>
                </a:solidFill>
                <a:latin typeface="Calibri" panose="020F0502020204030204" pitchFamily="34" charset="0"/>
                <a:cs typeface="Calibri" panose="020F0502020204030204" pitchFamily="34" charset="0"/>
              </a:rPr>
              <a:t>各项关键活动</a:t>
            </a:r>
          </a:p>
          <a:p>
            <a:pPr eaLnBrk="1" hangingPunct="1">
              <a:defRPr/>
            </a:pPr>
            <a:r>
              <a:rPr lang="en-US" altLang="zh-CN" b="1" noProof="1">
                <a:latin typeface="Calibri" panose="020F0502020204030204" pitchFamily="34" charset="0"/>
                <a:cs typeface="Calibri" panose="020F0502020204030204" pitchFamily="34" charset="0"/>
              </a:rPr>
              <a:t>   </a:t>
            </a:r>
            <a:r>
              <a:rPr lang="en-US" altLang="zh-CN" noProof="1">
                <a:latin typeface="Calibri" panose="020F0502020204030204" pitchFamily="34" charset="0"/>
                <a:cs typeface="Calibri" panose="020F0502020204030204" pitchFamily="34" charset="0"/>
              </a:rPr>
              <a:t>Stack S;   ArcNP p;   int  i, j, al, *ve, *vl;</a:t>
            </a:r>
          </a:p>
          <a:p>
            <a:r>
              <a:rPr lang="en-US" altLang="zh-CN" dirty="0"/>
              <a:t>   </a:t>
            </a:r>
            <a:r>
              <a:rPr lang="en-US" altLang="zh-CN" b="1" dirty="0">
                <a:latin typeface="Calibri" panose="020F0502020204030204" pitchFamily="34" charset="0"/>
                <a:ea typeface="Calibri" panose="020F0502020204030204" pitchFamily="34" charset="0"/>
                <a:cs typeface="Calibri" panose="020F0502020204030204" pitchFamily="34" charset="0"/>
              </a:rPr>
              <a:t>if</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ve</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b="1" dirty="0">
                <a:latin typeface="Calibri" panose="020F0502020204030204" pitchFamily="34" charset="0"/>
                <a:ea typeface="Calibri" panose="020F0502020204030204" pitchFamily="34" charset="0"/>
                <a:cs typeface="Calibri" panose="020F0502020204030204" pitchFamily="34" charset="0"/>
              </a:rPr>
              <a:t>int</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err="1">
                <a:latin typeface="Calibri" panose="020F0502020204030204" pitchFamily="34" charset="0"/>
                <a:ea typeface="Calibri" panose="020F0502020204030204" pitchFamily="34" charset="0"/>
                <a:cs typeface="Calibri" panose="020F0502020204030204" pitchFamily="34" charset="0"/>
              </a:rPr>
              <a:t>calloc</a:t>
            </a:r>
            <a:r>
              <a:rPr lang="en-US" altLang="zh-CN" dirty="0">
                <a:latin typeface="Calibri" panose="020F0502020204030204" pitchFamily="34" charset="0"/>
                <a:ea typeface="Calibri" panose="020F0502020204030204" pitchFamily="34" charset="0"/>
                <a:cs typeface="Calibri" panose="020F0502020204030204" pitchFamily="34" charset="0"/>
              </a:rPr>
              <a:t>(G-&gt;n, </a:t>
            </a:r>
            <a:r>
              <a:rPr lang="en-US" altLang="zh-CN" b="1" dirty="0" err="1">
                <a:latin typeface="Calibri" panose="020F0502020204030204" pitchFamily="34" charset="0"/>
                <a:ea typeface="Calibri" panose="020F0502020204030204" pitchFamily="34" charset="0"/>
                <a:cs typeface="Calibri" panose="020F0502020204030204" pitchFamily="34" charset="0"/>
              </a:rPr>
              <a:t>sizeof</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latin typeface="Calibri" panose="020F0502020204030204" pitchFamily="34" charset="0"/>
                <a:ea typeface="Calibri" panose="020F0502020204030204" pitchFamily="34" charset="0"/>
                <a:cs typeface="Calibri" panose="020F0502020204030204" pitchFamily="34" charset="0"/>
              </a:rPr>
              <a:t>int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latin typeface="Calibri" panose="020F0502020204030204" pitchFamily="34" charset="0"/>
                <a:ea typeface="Calibri" panose="020F0502020204030204" pitchFamily="34" charset="0"/>
                <a:cs typeface="Calibri" panose="020F0502020204030204" pitchFamily="34" charset="0"/>
              </a:rPr>
              <a:t>exit</a:t>
            </a:r>
            <a:r>
              <a:rPr lang="en-US" altLang="zh-CN" dirty="0">
                <a:latin typeface="Calibri" panose="020F0502020204030204" pitchFamily="34" charset="0"/>
                <a:ea typeface="Calibri" panose="020F0502020204030204" pitchFamily="34" charset="0"/>
                <a:cs typeface="Calibri" panose="020F0502020204030204" pitchFamily="34" charset="0"/>
              </a:rPr>
              <a:t>(OVERFLOW);  </a:t>
            </a:r>
            <a:endParaRPr lang="zh-CN" altLang="zh-CN" dirty="0">
              <a:latin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latin typeface="Calibri" panose="020F0502020204030204" pitchFamily="34" charset="0"/>
                <a:ea typeface="Calibri" panose="020F0502020204030204" pitchFamily="34" charset="0"/>
                <a:cs typeface="Calibri" panose="020F0502020204030204" pitchFamily="34" charset="0"/>
              </a:rPr>
              <a:t>if</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latin typeface="Calibri" panose="020F0502020204030204" pitchFamily="34" charset="0"/>
                <a:ea typeface="Calibri" panose="020F0502020204030204" pitchFamily="34" charset="0"/>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dirty="0" err="1">
                <a:latin typeface="Calibri" panose="020F0502020204030204" pitchFamily="34" charset="0"/>
                <a:ea typeface="Calibri" panose="020F0502020204030204" pitchFamily="34" charset="0"/>
                <a:cs typeface="Calibri" panose="020F0502020204030204" pitchFamily="34" charset="0"/>
              </a:rPr>
              <a:t>vl</a:t>
            </a:r>
            <a:r>
              <a:rPr lang="en-US" altLang="zh-CN" dirty="0">
                <a:latin typeface="Calibri" panose="020F0502020204030204" pitchFamily="34" charset="0"/>
                <a:ea typeface="Calibri" panose="020F0502020204030204" pitchFamily="34" charset="0"/>
                <a:cs typeface="Calibri" panose="020F0502020204030204" pitchFamily="34" charset="0"/>
              </a:rPr>
              <a:t> = (</a:t>
            </a:r>
            <a:r>
              <a:rPr lang="en-US" altLang="zh-CN" b="1" dirty="0">
                <a:latin typeface="Calibri" panose="020F0502020204030204" pitchFamily="34" charset="0"/>
                <a:ea typeface="Calibri" panose="020F0502020204030204" pitchFamily="34" charset="0"/>
                <a:cs typeface="Calibri" panose="020F0502020204030204" pitchFamily="34" charset="0"/>
              </a:rPr>
              <a:t>int</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latin typeface="Calibri" panose="020F0502020204030204" pitchFamily="34" charset="0"/>
                <a:ea typeface="Calibri" panose="020F0502020204030204" pitchFamily="34" charset="0"/>
                <a:cs typeface="Calibri" panose="020F0502020204030204" pitchFamily="34" charset="0"/>
              </a:rPr>
              <a:t>malloc</a:t>
            </a:r>
            <a:r>
              <a:rPr lang="en-US" altLang="zh-CN" dirty="0">
                <a:latin typeface="Calibri" panose="020F0502020204030204" pitchFamily="34" charset="0"/>
                <a:ea typeface="Calibri" panose="020F0502020204030204" pitchFamily="34" charset="0"/>
                <a:cs typeface="Calibri" panose="020F0502020204030204" pitchFamily="34" charset="0"/>
              </a:rPr>
              <a:t>(G-&gt;n*</a:t>
            </a:r>
            <a:r>
              <a:rPr lang="en-US" altLang="zh-CN" b="1" dirty="0" err="1">
                <a:latin typeface="Calibri" panose="020F0502020204030204" pitchFamily="34" charset="0"/>
                <a:ea typeface="Calibri" panose="020F0502020204030204" pitchFamily="34" charset="0"/>
                <a:cs typeface="Calibri" panose="020F0502020204030204" pitchFamily="34" charset="0"/>
              </a:rPr>
              <a:t>sizeof</a:t>
            </a:r>
            <a:r>
              <a:rPr lang="en-US" altLang="zh-CN" dirty="0">
                <a:latin typeface="Calibri" panose="020F0502020204030204" pitchFamily="34" charset="0"/>
                <a:ea typeface="Calibri" panose="020F0502020204030204" pitchFamily="34" charset="0"/>
                <a:cs typeface="Calibri" panose="020F0502020204030204" pitchFamily="34" charset="0"/>
              </a:rPr>
              <a:t>(</a:t>
            </a:r>
            <a:r>
              <a:rPr lang="en-US" altLang="zh-CN" b="1" dirty="0">
                <a:latin typeface="Calibri" panose="020F0502020204030204" pitchFamily="34" charset="0"/>
                <a:ea typeface="Calibri" panose="020F0502020204030204" pitchFamily="34" charset="0"/>
                <a:cs typeface="Calibri" panose="020F0502020204030204" pitchFamily="34" charset="0"/>
              </a:rPr>
              <a:t>int</a:t>
            </a:r>
            <a:r>
              <a:rPr lang="en-US" altLang="zh-CN" dirty="0">
                <a:latin typeface="Calibri" panose="020F0502020204030204" pitchFamily="34" charset="0"/>
                <a:ea typeface="Calibri" panose="020F0502020204030204" pitchFamily="34" charset="0"/>
                <a:cs typeface="Calibri" panose="020F0502020204030204" pitchFamily="34" charset="0"/>
              </a:rPr>
              <a:t>)))) </a:t>
            </a:r>
            <a:r>
              <a:rPr lang="en-US" altLang="zh-CN" b="1" dirty="0">
                <a:latin typeface="Calibri" panose="020F0502020204030204" pitchFamily="34" charset="0"/>
                <a:ea typeface="Calibri" panose="020F0502020204030204" pitchFamily="34" charset="0"/>
                <a:cs typeface="Calibri" panose="020F0502020204030204" pitchFamily="34" charset="0"/>
              </a:rPr>
              <a:t>exit</a:t>
            </a:r>
            <a:r>
              <a:rPr lang="en-US" altLang="zh-CN" dirty="0">
                <a:latin typeface="Calibri" panose="020F0502020204030204" pitchFamily="34" charset="0"/>
                <a:ea typeface="Calibri" panose="020F0502020204030204" pitchFamily="34" charset="0"/>
                <a:cs typeface="Calibri" panose="020F0502020204030204" pitchFamily="34" charset="0"/>
              </a:rPr>
              <a:t>(OVERFLOW);  </a:t>
            </a:r>
            <a:endParaRPr lang="en-US" altLang="zh-CN" noProof="1">
              <a:latin typeface="Calibri" panose="020F0502020204030204" pitchFamily="34" charset="0"/>
              <a:ea typeface="Calibri" panose="020F0502020204030204" pitchFamily="34" charset="0"/>
              <a:cs typeface="Calibri" panose="020F0502020204030204" pitchFamily="34" charset="0"/>
            </a:endParaRPr>
          </a:p>
          <a:p>
            <a:pPr eaLnBrk="1" hangingPunct="1">
              <a:defRPr/>
            </a:pPr>
            <a:r>
              <a:rPr lang="zh-CN" altLang="en-US" b="1" noProof="1">
                <a:latin typeface="Calibri" panose="020F0502020204030204" pitchFamily="34" charset="0"/>
                <a:cs typeface="Calibri" panose="020F0502020204030204" pitchFamily="34" charset="0"/>
              </a:rPr>
              <a:t>   </a:t>
            </a:r>
            <a:r>
              <a:rPr lang="en-US" altLang="zh-CN" b="1" noProof="1">
                <a:latin typeface="Calibri" panose="020F0502020204030204" pitchFamily="34" charset="0"/>
                <a:ea typeface="Calibri" panose="020F0502020204030204" pitchFamily="34" charset="0"/>
                <a:cs typeface="Calibri" panose="020F0502020204030204" pitchFamily="34" charset="0"/>
              </a:rPr>
              <a:t>if </a:t>
            </a:r>
            <a:r>
              <a:rPr lang="en-US" altLang="zh-CN" noProof="1">
                <a:latin typeface="Calibri" panose="020F0502020204030204" pitchFamily="34" charset="0"/>
                <a:ea typeface="Calibri" panose="020F0502020204030204" pitchFamily="34" charset="0"/>
                <a:cs typeface="Calibri" panose="020F0502020204030204" pitchFamily="34" charset="0"/>
              </a:rPr>
              <a:t>((S = TopologicalOrder(G, ve) == NULL)  </a:t>
            </a:r>
            <a:r>
              <a:rPr lang="en-US" altLang="zh-CN" b="1" noProof="1">
                <a:latin typeface="Calibri" panose="020F0502020204030204" pitchFamily="34" charset="0"/>
                <a:ea typeface="Calibri" panose="020F0502020204030204" pitchFamily="34" charset="0"/>
                <a:cs typeface="Calibri" panose="020F0502020204030204" pitchFamily="34" charset="0"/>
              </a:rPr>
              <a:t>return</a:t>
            </a:r>
            <a:r>
              <a:rPr lang="en-US" altLang="zh-CN" noProof="1">
                <a:latin typeface="Calibri" panose="020F0502020204030204" pitchFamily="34" charset="0"/>
                <a:ea typeface="Calibri" panose="020F0502020204030204" pitchFamily="34" charset="0"/>
                <a:cs typeface="Calibri" panose="020F0502020204030204" pitchFamily="34" charset="0"/>
              </a:rPr>
              <a:t> ERROR;</a:t>
            </a:r>
          </a:p>
          <a:p>
            <a:pPr eaLnBrk="1" hangingPunct="1">
              <a:defRPr/>
            </a:pPr>
            <a:r>
              <a:rPr lang="en-US" altLang="zh-CN" noProof="1">
                <a:latin typeface="Calibri" panose="020F0502020204030204" pitchFamily="34" charset="0"/>
                <a:ea typeface="Calibri" panose="020F0502020204030204" pitchFamily="34" charset="0"/>
                <a:cs typeface="Calibri" panose="020F0502020204030204" pitchFamily="34" charset="0"/>
              </a:rPr>
              <a:t>  </a:t>
            </a:r>
            <a:r>
              <a:rPr lang="en-US" altLang="zh-CN" b="1" noProof="1">
                <a:latin typeface="Calibri" panose="020F0502020204030204" pitchFamily="34" charset="0"/>
                <a:ea typeface="Calibri" panose="020F0502020204030204" pitchFamily="34" charset="0"/>
                <a:cs typeface="Calibri" panose="020F0502020204030204" pitchFamily="34" charset="0"/>
              </a:rPr>
              <a:t> for </a:t>
            </a:r>
            <a:r>
              <a:rPr lang="en-US" altLang="zh-CN" noProof="1">
                <a:latin typeface="Calibri" panose="020F0502020204030204" pitchFamily="34" charset="0"/>
                <a:ea typeface="Calibri" panose="020F0502020204030204" pitchFamily="34" charset="0"/>
                <a:cs typeface="Calibri" panose="020F0502020204030204" pitchFamily="34" charset="0"/>
              </a:rPr>
              <a:t>(i=0;  i&lt;G-&gt;n;  i++) vl[i] = ve[G-&gt;n-1];    </a:t>
            </a:r>
            <a:r>
              <a:rPr lang="en-US" altLang="zh-CN" noProof="1">
                <a:solidFill>
                  <a:schemeClr val="hlink"/>
                </a:solidFill>
                <a:latin typeface="Calibri" panose="020F0502020204030204" pitchFamily="34" charset="0"/>
                <a:ea typeface="Calibri" panose="020F0502020204030204" pitchFamily="34" charset="0"/>
                <a:cs typeface="Calibri" panose="020F0502020204030204" pitchFamily="34" charset="0"/>
              </a:rPr>
              <a:t>// vl[…]</a:t>
            </a:r>
            <a:r>
              <a:rPr lang="zh-CN" altLang="en-US" noProof="1">
                <a:solidFill>
                  <a:schemeClr val="hlink"/>
                </a:solidFill>
                <a:latin typeface="Calibri" panose="020F0502020204030204" pitchFamily="34" charset="0"/>
                <a:cs typeface="Calibri" panose="020F0502020204030204" pitchFamily="34" charset="0"/>
              </a:rPr>
              <a:t>初值</a:t>
            </a:r>
          </a:p>
          <a:p>
            <a:pPr>
              <a:defRPr/>
            </a:pPr>
            <a:r>
              <a:rPr lang="zh-CN" altLang="en-US" noProof="1">
                <a:latin typeface="Calibri" panose="020F0502020204030204" pitchFamily="34" charset="0"/>
                <a:cs typeface="Calibri" panose="020F0502020204030204" pitchFamily="34" charset="0"/>
              </a:rPr>
              <a:t>   </a:t>
            </a:r>
            <a:r>
              <a:rPr lang="en-US" altLang="zh-CN" b="1" noProof="1">
                <a:latin typeface="Calibri" panose="020F0502020204030204" pitchFamily="34" charset="0"/>
                <a:cs typeface="Calibri" panose="020F0502020204030204" pitchFamily="34" charset="0"/>
              </a:rPr>
              <a:t>while</a:t>
            </a:r>
            <a:r>
              <a:rPr lang="en-US" altLang="zh-CN" noProof="1">
                <a:latin typeface="Calibri" panose="020F0502020204030204" pitchFamily="34" charset="0"/>
                <a:ea typeface="Calibri" panose="020F0502020204030204" pitchFamily="34" charset="0"/>
                <a:cs typeface="Calibri" panose="020F0502020204030204" pitchFamily="34" charset="0"/>
              </a:rPr>
              <a:t> ((i = Pop(S)) != nullE)   </a:t>
            </a:r>
            <a:r>
              <a:rPr lang="en-US" altLang="zh-CN" noProof="1">
                <a:solidFill>
                  <a:schemeClr val="accent6">
                    <a:lumMod val="75000"/>
                  </a:schemeClr>
                </a:solidFill>
                <a:latin typeface="Calibri" panose="020F0502020204030204" pitchFamily="34" charset="0"/>
                <a:cs typeface="Calibri" panose="020F0502020204030204" pitchFamily="34" charset="0"/>
              </a:rPr>
              <a:t>// </a:t>
            </a:r>
            <a:r>
              <a:rPr lang="zh-CN" altLang="en-US" noProof="1">
                <a:solidFill>
                  <a:schemeClr val="accent6">
                    <a:lumMod val="75000"/>
                  </a:schemeClr>
                </a:solidFill>
                <a:latin typeface="Calibri" panose="020F0502020204030204" pitchFamily="34" charset="0"/>
                <a:cs typeface="Calibri" panose="020F0502020204030204" pitchFamily="34" charset="0"/>
              </a:rPr>
              <a:t>按拓扑逆序求各顶点的</a:t>
            </a:r>
            <a:r>
              <a:rPr lang="en-US" altLang="zh-CN" noProof="1">
                <a:solidFill>
                  <a:schemeClr val="accent6">
                    <a:lumMod val="75000"/>
                  </a:schemeClr>
                </a:solidFill>
                <a:latin typeface="Calibri" panose="020F0502020204030204" pitchFamily="34" charset="0"/>
                <a:cs typeface="Calibri" panose="020F0502020204030204" pitchFamily="34" charset="0"/>
              </a:rPr>
              <a:t>vl</a:t>
            </a:r>
            <a:r>
              <a:rPr lang="zh-CN" altLang="en-US" noProof="1">
                <a:solidFill>
                  <a:schemeClr val="accent6">
                    <a:lumMod val="75000"/>
                  </a:schemeClr>
                </a:solidFill>
                <a:latin typeface="Calibri" panose="020F0502020204030204" pitchFamily="34" charset="0"/>
                <a:cs typeface="Calibri" panose="020F0502020204030204" pitchFamily="34" charset="0"/>
              </a:rPr>
              <a:t>值</a:t>
            </a:r>
          </a:p>
          <a:p>
            <a:pPr eaLnBrk="1" hangingPunct="1">
              <a:defRPr/>
            </a:pPr>
            <a:r>
              <a:rPr lang="zh-CN" altLang="en-US" noProof="1">
                <a:latin typeface="Calibri" panose="020F0502020204030204" pitchFamily="34" charset="0"/>
                <a:cs typeface="Calibri" panose="020F0502020204030204" pitchFamily="34" charset="0"/>
              </a:rPr>
              <a:t>      </a:t>
            </a:r>
            <a:r>
              <a:rPr lang="en-US" altLang="zh-CN" b="1" noProof="1">
                <a:latin typeface="Calibri" panose="020F0502020204030204" pitchFamily="34" charset="0"/>
                <a:cs typeface="Calibri" panose="020F0502020204030204" pitchFamily="34" charset="0"/>
              </a:rPr>
              <a:t>for </a:t>
            </a:r>
            <a:r>
              <a:rPr lang="en-US" altLang="zh-CN" noProof="1">
                <a:latin typeface="Calibri" panose="020F0502020204030204" pitchFamily="34" charset="0"/>
                <a:ea typeface="Calibri" panose="020F0502020204030204" pitchFamily="34" charset="0"/>
                <a:cs typeface="Calibri" panose="020F0502020204030204" pitchFamily="34" charset="0"/>
              </a:rPr>
              <a:t>(p = G-&gt;vexs[j].firstArc;  NULL!=p;  p = p-&gt;nextArc) </a:t>
            </a:r>
            <a:r>
              <a:rPr lang="en-US" altLang="zh-CN" b="1" noProof="1">
                <a:latin typeface="Calibri" panose="020F0502020204030204" pitchFamily="34" charset="0"/>
                <a:ea typeface="Calibri" panose="020F0502020204030204" pitchFamily="34" charset="0"/>
                <a:cs typeface="Calibri" panose="020F0502020204030204" pitchFamily="34" charset="0"/>
              </a:rPr>
              <a:t>{</a:t>
            </a:r>
          </a:p>
          <a:p>
            <a:pPr eaLnBrk="1" hangingPunct="1">
              <a:defRPr/>
            </a:pPr>
            <a:r>
              <a:rPr lang="en-US" altLang="zh-CN" noProof="1">
                <a:latin typeface="Calibri" panose="020F0502020204030204" pitchFamily="34" charset="0"/>
                <a:ea typeface="Calibri" panose="020F0502020204030204" pitchFamily="34" charset="0"/>
                <a:cs typeface="Calibri" panose="020F0502020204030204" pitchFamily="34" charset="0"/>
              </a:rPr>
              <a:t>         j = p-&gt;adjvex;     </a:t>
            </a:r>
            <a:r>
              <a:rPr lang="en-US" altLang="zh-CN" noProof="1">
                <a:solidFill>
                  <a:schemeClr val="hlink"/>
                </a:solidFill>
                <a:latin typeface="Calibri" panose="020F0502020204030204" pitchFamily="34" charset="0"/>
                <a:cs typeface="Calibri" panose="020F0502020204030204" pitchFamily="34" charset="0"/>
              </a:rPr>
              <a:t>//</a:t>
            </a:r>
            <a:r>
              <a:rPr lang="zh-CN" altLang="en-US" noProof="1">
                <a:solidFill>
                  <a:schemeClr val="hlink"/>
                </a:solidFill>
                <a:latin typeface="Calibri" panose="020F0502020204030204" pitchFamily="34" charset="0"/>
                <a:cs typeface="Calibri" panose="020F0502020204030204" pitchFamily="34" charset="0"/>
              </a:rPr>
              <a:t>取邻接顶点</a:t>
            </a:r>
            <a:r>
              <a:rPr lang="en-US" altLang="zh-CN" noProof="1">
                <a:solidFill>
                  <a:schemeClr val="hlink"/>
                </a:solidFill>
                <a:latin typeface="Calibri" panose="020F0502020204030204" pitchFamily="34" charset="0"/>
                <a:cs typeface="Calibri" panose="020F0502020204030204" pitchFamily="34" charset="0"/>
              </a:rPr>
              <a:t>(</a:t>
            </a:r>
            <a:r>
              <a:rPr lang="zh-CN" altLang="en-US" noProof="1">
                <a:solidFill>
                  <a:schemeClr val="hlink"/>
                </a:solidFill>
                <a:latin typeface="Calibri" panose="020F0502020204030204" pitchFamily="34" charset="0"/>
                <a:cs typeface="Calibri" panose="020F0502020204030204" pitchFamily="34" charset="0"/>
              </a:rPr>
              <a:t>序号</a:t>
            </a:r>
            <a:r>
              <a:rPr lang="en-US" altLang="zh-CN" noProof="1">
                <a:solidFill>
                  <a:schemeClr val="hlink"/>
                </a:solidFill>
                <a:latin typeface="Calibri" panose="020F0502020204030204" pitchFamily="34" charset="0"/>
                <a:cs typeface="Calibri" panose="020F0502020204030204" pitchFamily="34" charset="0"/>
              </a:rPr>
              <a:t>)</a:t>
            </a:r>
          </a:p>
          <a:p>
            <a:pPr eaLnBrk="1" hangingPunct="1">
              <a:defRPr/>
            </a:pPr>
            <a:r>
              <a:rPr lang="en-US" altLang="zh-CN" noProof="1">
                <a:latin typeface="Calibri" panose="020F0502020204030204" pitchFamily="34" charset="0"/>
                <a:ea typeface="Calibri" panose="020F0502020204030204" pitchFamily="34" charset="0"/>
                <a:cs typeface="Calibri" panose="020F0502020204030204" pitchFamily="34" charset="0"/>
              </a:rPr>
              <a:t>         </a:t>
            </a:r>
            <a:r>
              <a:rPr lang="en-US" altLang="zh-CN" b="1" noProof="1">
                <a:latin typeface="Calibri" panose="020F0502020204030204" pitchFamily="34" charset="0"/>
                <a:ea typeface="Calibri" panose="020F0502020204030204" pitchFamily="34" charset="0"/>
                <a:cs typeface="Calibri" panose="020F0502020204030204" pitchFamily="34" charset="0"/>
              </a:rPr>
              <a:t>if</a:t>
            </a:r>
            <a:r>
              <a:rPr lang="en-US" altLang="zh-CN" noProof="1">
                <a:latin typeface="Calibri" panose="020F0502020204030204" pitchFamily="34" charset="0"/>
                <a:ea typeface="Calibri" panose="020F0502020204030204" pitchFamily="34" charset="0"/>
                <a:cs typeface="Calibri" panose="020F0502020204030204" pitchFamily="34" charset="0"/>
              </a:rPr>
              <a:t> (vl[j] – p-&gt;weight &lt; vl[i])  vl[i] = vl[j] - p-&gt;weight;  </a:t>
            </a:r>
            <a:r>
              <a:rPr lang="en-US" altLang="zh-CN" noProof="1">
                <a:solidFill>
                  <a:schemeClr val="accent6">
                    <a:lumMod val="75000"/>
                  </a:schemeClr>
                </a:solidFill>
                <a:latin typeface="Calibri" panose="020F0502020204030204" pitchFamily="34" charset="0"/>
                <a:cs typeface="Calibri" panose="020F0502020204030204" pitchFamily="34" charset="0"/>
              </a:rPr>
              <a:t>//</a:t>
            </a:r>
            <a:r>
              <a:rPr lang="zh-CN" altLang="en-US" noProof="1">
                <a:solidFill>
                  <a:schemeClr val="accent6">
                    <a:lumMod val="75000"/>
                  </a:schemeClr>
                </a:solidFill>
                <a:latin typeface="Calibri" panose="020F0502020204030204" pitchFamily="34" charset="0"/>
                <a:cs typeface="Calibri" panose="020F0502020204030204" pitchFamily="34" charset="0"/>
              </a:rPr>
              <a:t>刷新</a:t>
            </a:r>
            <a:endParaRPr lang="en-US" altLang="zh-CN" noProof="1">
              <a:solidFill>
                <a:schemeClr val="accent6">
                  <a:lumMod val="75000"/>
                </a:schemeClr>
              </a:solidFill>
              <a:latin typeface="Calibri" panose="020F0502020204030204" pitchFamily="34" charset="0"/>
              <a:cs typeface="Calibri" panose="020F0502020204030204" pitchFamily="34" charset="0"/>
            </a:endParaRPr>
          </a:p>
          <a:p>
            <a:pPr eaLnBrk="1" hangingPunct="1">
              <a:defRPr/>
            </a:pPr>
            <a:r>
              <a:rPr lang="en-US" altLang="zh-CN" noProof="1">
                <a:latin typeface="Calibri" panose="020F0502020204030204" pitchFamily="34" charset="0"/>
                <a:ea typeface="Calibri" panose="020F0502020204030204" pitchFamily="34" charset="0"/>
                <a:cs typeface="Calibri" panose="020F0502020204030204" pitchFamily="34" charset="0"/>
              </a:rPr>
              <a:t>      </a:t>
            </a:r>
            <a:r>
              <a:rPr lang="en-US" altLang="zh-CN" b="1" noProof="1">
                <a:latin typeface="Calibri" panose="020F0502020204030204" pitchFamily="34" charset="0"/>
                <a:ea typeface="Calibri" panose="020F0502020204030204" pitchFamily="34" charset="0"/>
                <a:cs typeface="Calibri" panose="020F0502020204030204" pitchFamily="34" charset="0"/>
              </a:rPr>
              <a:t>}</a:t>
            </a:r>
          </a:p>
          <a:p>
            <a:pPr eaLnBrk="1" hangingPunct="1">
              <a:defRPr/>
            </a:pPr>
            <a:r>
              <a:rPr lang="en-US" altLang="zh-CN" noProof="1">
                <a:latin typeface="Calibri" panose="020F0502020204030204" pitchFamily="34" charset="0"/>
                <a:ea typeface="Calibri" panose="020F0502020204030204" pitchFamily="34" charset="0"/>
                <a:cs typeface="Calibri" panose="020F0502020204030204" pitchFamily="34" charset="0"/>
              </a:rPr>
              <a:t>   </a:t>
            </a:r>
            <a:r>
              <a:rPr lang="en-US" altLang="zh-CN" b="1" noProof="1">
                <a:latin typeface="Calibri" panose="020F0502020204030204" pitchFamily="34" charset="0"/>
                <a:ea typeface="Calibri" panose="020F0502020204030204" pitchFamily="34" charset="0"/>
                <a:cs typeface="Calibri" panose="020F0502020204030204" pitchFamily="34" charset="0"/>
              </a:rPr>
              <a:t>for</a:t>
            </a:r>
            <a:r>
              <a:rPr lang="en-US" altLang="zh-CN" noProof="1">
                <a:latin typeface="Calibri" panose="020F0502020204030204" pitchFamily="34" charset="0"/>
                <a:ea typeface="Calibri" panose="020F0502020204030204" pitchFamily="34" charset="0"/>
                <a:cs typeface="Calibri" panose="020F0502020204030204" pitchFamily="34" charset="0"/>
              </a:rPr>
              <a:t> (i=0;  i&lt;G-&gt;n;  i++)     </a:t>
            </a:r>
            <a:r>
              <a:rPr lang="en-US" altLang="zh-CN" noProof="1">
                <a:solidFill>
                  <a:schemeClr val="hlink"/>
                </a:solidFill>
                <a:latin typeface="Calibri" panose="020F0502020204030204" pitchFamily="34" charset="0"/>
                <a:ea typeface="Calibri" panose="020F0502020204030204" pitchFamily="34" charset="0"/>
                <a:cs typeface="Calibri" panose="020F0502020204030204" pitchFamily="34" charset="0"/>
              </a:rPr>
              <a:t>// </a:t>
            </a:r>
            <a:r>
              <a:rPr lang="zh-CN" altLang="en-US" noProof="1">
                <a:solidFill>
                  <a:schemeClr val="hlink"/>
                </a:solidFill>
                <a:latin typeface="Calibri" panose="020F0502020204030204" pitchFamily="34" charset="0"/>
                <a:cs typeface="Calibri" panose="020F0502020204030204" pitchFamily="34" charset="0"/>
              </a:rPr>
              <a:t>求关键活动</a:t>
            </a:r>
          </a:p>
          <a:p>
            <a:pPr>
              <a:defRPr/>
            </a:pPr>
            <a:r>
              <a:rPr lang="zh-CN" altLang="en-US" noProof="1">
                <a:latin typeface="Calibri" panose="020F0502020204030204" pitchFamily="34" charset="0"/>
                <a:cs typeface="Calibri" panose="020F0502020204030204" pitchFamily="34" charset="0"/>
              </a:rPr>
              <a:t>      </a:t>
            </a:r>
            <a:r>
              <a:rPr lang="en-US" altLang="zh-CN" b="1" noProof="1">
                <a:latin typeface="Calibri" panose="020F0502020204030204" pitchFamily="34" charset="0"/>
                <a:ea typeface="Calibri" panose="020F0502020204030204" pitchFamily="34" charset="0"/>
                <a:cs typeface="Calibri" panose="020F0502020204030204" pitchFamily="34" charset="0"/>
              </a:rPr>
              <a:t>for</a:t>
            </a:r>
            <a:r>
              <a:rPr lang="en-US" altLang="zh-CN" noProof="1">
                <a:latin typeface="Calibri" panose="020F0502020204030204" pitchFamily="34" charset="0"/>
                <a:ea typeface="Calibri" panose="020F0502020204030204" pitchFamily="34" charset="0"/>
                <a:cs typeface="Calibri" panose="020F0502020204030204" pitchFamily="34" charset="0"/>
              </a:rPr>
              <a:t> (p=G-&gt;vexs[i].firstArc;  NULL!=p;  p = p-&gt;nextArc) </a:t>
            </a:r>
            <a:endParaRPr lang="en-US" altLang="zh-CN" b="1" noProof="1">
              <a:latin typeface="Calibri" panose="020F0502020204030204" pitchFamily="34" charset="0"/>
              <a:ea typeface="Calibri" panose="020F0502020204030204" pitchFamily="34" charset="0"/>
              <a:cs typeface="Calibri" panose="020F0502020204030204" pitchFamily="34" charset="0"/>
            </a:endParaRPr>
          </a:p>
          <a:p>
            <a:pPr>
              <a:defRPr/>
            </a:pPr>
            <a:r>
              <a:rPr lang="en-US" altLang="zh-CN" b="1" noProof="1">
                <a:latin typeface="Calibri" panose="020F0502020204030204" pitchFamily="34" charset="0"/>
                <a:ea typeface="Calibri" panose="020F0502020204030204" pitchFamily="34" charset="0"/>
                <a:cs typeface="Calibri" panose="020F0502020204030204" pitchFamily="34" charset="0"/>
              </a:rPr>
              <a:t>         if</a:t>
            </a:r>
            <a:r>
              <a:rPr lang="en-US" altLang="zh-CN" noProof="1">
                <a:latin typeface="Calibri" panose="020F0502020204030204" pitchFamily="34" charset="0"/>
                <a:ea typeface="Calibri" panose="020F0502020204030204" pitchFamily="34" charset="0"/>
                <a:cs typeface="Calibri" panose="020F0502020204030204" pitchFamily="34" charset="0"/>
              </a:rPr>
              <a:t> (</a:t>
            </a:r>
            <a:r>
              <a:rPr lang="sv-SE" altLang="zh-CN" noProof="1">
                <a:latin typeface="Calibri" panose="020F0502020204030204" pitchFamily="34" charset="0"/>
                <a:ea typeface="Calibri" panose="020F0502020204030204" pitchFamily="34" charset="0"/>
                <a:cs typeface="Calibri" panose="020F0502020204030204" pitchFamily="34" charset="0"/>
              </a:rPr>
              <a:t>ve[i]</a:t>
            </a:r>
            <a:r>
              <a:rPr lang="en-US" altLang="zh-CN" noProof="1">
                <a:latin typeface="Calibri" panose="020F0502020204030204" pitchFamily="34" charset="0"/>
                <a:ea typeface="Calibri" panose="020F0502020204030204" pitchFamily="34" charset="0"/>
                <a:cs typeface="Calibri" panose="020F0502020204030204" pitchFamily="34" charset="0"/>
              </a:rPr>
              <a:t> == </a:t>
            </a:r>
            <a:r>
              <a:rPr lang="sv-SE" altLang="zh-CN" noProof="1">
                <a:latin typeface="Calibri" panose="020F0502020204030204" pitchFamily="34" charset="0"/>
                <a:ea typeface="Calibri" panose="020F0502020204030204" pitchFamily="34" charset="0"/>
                <a:cs typeface="Calibri" panose="020F0502020204030204" pitchFamily="34" charset="0"/>
              </a:rPr>
              <a:t>vl[</a:t>
            </a:r>
            <a:r>
              <a:rPr lang="en-US" altLang="zh-CN" noProof="1">
                <a:latin typeface="Calibri" panose="020F0502020204030204" pitchFamily="34" charset="0"/>
                <a:ea typeface="Calibri" panose="020F0502020204030204" pitchFamily="34" charset="0"/>
                <a:cs typeface="Calibri" panose="020F0502020204030204" pitchFamily="34" charset="0"/>
              </a:rPr>
              <a:t>p-&gt;adjvex</a:t>
            </a:r>
            <a:r>
              <a:rPr lang="sv-SE" altLang="zh-CN" noProof="1">
                <a:latin typeface="Calibri" panose="020F0502020204030204" pitchFamily="34" charset="0"/>
                <a:ea typeface="Calibri" panose="020F0502020204030204" pitchFamily="34" charset="0"/>
                <a:cs typeface="Calibri" panose="020F0502020204030204" pitchFamily="34" charset="0"/>
              </a:rPr>
              <a:t>] – p-&gt;weight</a:t>
            </a:r>
            <a:r>
              <a:rPr lang="en-US" altLang="zh-CN" noProof="1">
                <a:latin typeface="Calibri" panose="020F0502020204030204" pitchFamily="34" charset="0"/>
                <a:ea typeface="Calibri" panose="020F0502020204030204" pitchFamily="34" charset="0"/>
                <a:cs typeface="Calibri" panose="020F0502020204030204" pitchFamily="34" charset="0"/>
              </a:rPr>
              <a:t>) </a:t>
            </a:r>
          </a:p>
          <a:p>
            <a:pPr>
              <a:defRPr/>
            </a:pPr>
            <a:r>
              <a:rPr lang="en-US" altLang="zh-CN" noProof="1">
                <a:latin typeface="Calibri" panose="020F0502020204030204" pitchFamily="34" charset="0"/>
                <a:ea typeface="Calibri" panose="020F0502020204030204" pitchFamily="34" charset="0"/>
                <a:cs typeface="Calibri" panose="020F0502020204030204" pitchFamily="34" charset="0"/>
              </a:rPr>
              <a:t>            p-&gt;flag = 1;   </a:t>
            </a:r>
            <a:r>
              <a:rPr lang="en-US" altLang="zh-CN" noProof="1">
                <a:solidFill>
                  <a:schemeClr val="hlink"/>
                </a:solidFill>
                <a:latin typeface="Calibri" panose="020F0502020204030204" pitchFamily="34" charset="0"/>
                <a:cs typeface="Calibri" panose="020F0502020204030204" pitchFamily="34" charset="0"/>
              </a:rPr>
              <a:t>// </a:t>
            </a:r>
            <a:r>
              <a:rPr lang="zh-CN" altLang="en-US" noProof="1">
                <a:solidFill>
                  <a:schemeClr val="hlink"/>
                </a:solidFill>
                <a:latin typeface="Calibri" panose="020F0502020204030204" pitchFamily="34" charset="0"/>
                <a:cs typeface="Calibri" panose="020F0502020204030204" pitchFamily="34" charset="0"/>
              </a:rPr>
              <a:t>标记关键活动弧结点</a:t>
            </a:r>
            <a:endParaRPr lang="en-US" altLang="zh-CN" b="1" noProof="1">
              <a:latin typeface="Calibri" panose="020F0502020204030204" pitchFamily="34" charset="0"/>
              <a:ea typeface="Calibri" panose="020F0502020204030204" pitchFamily="34" charset="0"/>
              <a:cs typeface="Calibri" panose="020F0502020204030204" pitchFamily="34" charset="0"/>
            </a:endParaRPr>
          </a:p>
          <a:p>
            <a:pPr eaLnBrk="1" hangingPunct="1">
              <a:defRPr/>
            </a:pPr>
            <a:r>
              <a:rPr lang="en-US" altLang="zh-CN" b="1" noProof="1">
                <a:latin typeface="Calibri" panose="020F0502020204030204" pitchFamily="34" charset="0"/>
                <a:ea typeface="Calibri" panose="020F0502020204030204" pitchFamily="34" charset="0"/>
                <a:cs typeface="Calibri" panose="020F0502020204030204" pitchFamily="34" charset="0"/>
              </a:rPr>
              <a:t>   }</a:t>
            </a:r>
          </a:p>
          <a:p>
            <a:pPr eaLnBrk="1" hangingPunct="1">
              <a:defRPr/>
            </a:pPr>
            <a:r>
              <a:rPr lang="en-US" altLang="zh-CN" b="1" noProof="1">
                <a:latin typeface="Calibri" panose="020F0502020204030204" pitchFamily="34" charset="0"/>
                <a:ea typeface="Calibri" panose="020F0502020204030204" pitchFamily="34" charset="0"/>
                <a:cs typeface="Calibri" panose="020F0502020204030204" pitchFamily="34" charset="0"/>
              </a:rPr>
              <a:t>   free</a:t>
            </a:r>
            <a:r>
              <a:rPr lang="en-US" altLang="zh-CN" noProof="1">
                <a:latin typeface="Calibri" panose="020F0502020204030204" pitchFamily="34" charset="0"/>
                <a:ea typeface="Calibri" panose="020F0502020204030204" pitchFamily="34" charset="0"/>
                <a:cs typeface="Calibri" panose="020F0502020204030204" pitchFamily="34" charset="0"/>
              </a:rPr>
              <a:t>(ve);    </a:t>
            </a:r>
            <a:r>
              <a:rPr lang="en-US" altLang="zh-CN" b="1" noProof="1">
                <a:latin typeface="Calibri" panose="020F0502020204030204" pitchFamily="34" charset="0"/>
                <a:ea typeface="Calibri" panose="020F0502020204030204" pitchFamily="34" charset="0"/>
                <a:cs typeface="Calibri" panose="020F0502020204030204" pitchFamily="34" charset="0"/>
              </a:rPr>
              <a:t>free</a:t>
            </a:r>
            <a:r>
              <a:rPr lang="en-US" altLang="zh-CN" noProof="1">
                <a:latin typeface="Calibri" panose="020F0502020204030204" pitchFamily="34" charset="0"/>
                <a:ea typeface="Calibri" panose="020F0502020204030204" pitchFamily="34" charset="0"/>
                <a:cs typeface="Calibri" panose="020F0502020204030204" pitchFamily="34" charset="0"/>
              </a:rPr>
              <a:t>(vl); </a:t>
            </a:r>
            <a:r>
              <a:rPr lang="en-US" altLang="zh-CN" b="1" noProof="1">
                <a:latin typeface="Calibri" panose="020F0502020204030204" pitchFamily="34" charset="0"/>
                <a:ea typeface="Calibri" panose="020F0502020204030204" pitchFamily="34" charset="0"/>
                <a:cs typeface="Calibri" panose="020F0502020204030204" pitchFamily="34" charset="0"/>
              </a:rPr>
              <a:t>   return </a:t>
            </a:r>
            <a:r>
              <a:rPr lang="en-US" altLang="zh-CN" noProof="1">
                <a:latin typeface="Calibri" panose="020F0502020204030204" pitchFamily="34" charset="0"/>
                <a:ea typeface="Calibri" panose="020F0502020204030204" pitchFamily="34" charset="0"/>
                <a:cs typeface="Calibri" panose="020F0502020204030204" pitchFamily="34" charset="0"/>
              </a:rPr>
              <a:t>OK;</a:t>
            </a:r>
          </a:p>
          <a:p>
            <a:pPr eaLnBrk="1" hangingPunct="1">
              <a:defRPr/>
            </a:pPr>
            <a:r>
              <a:rPr lang="en-US" altLang="zh-CN" b="1" noProof="1">
                <a:latin typeface="Calibri" panose="020F0502020204030204" pitchFamily="34" charset="0"/>
                <a:ea typeface="Calibri" panose="020F0502020204030204" pitchFamily="34" charset="0"/>
                <a:cs typeface="Calibri" panose="020F0502020204030204" pitchFamily="34" charset="0"/>
              </a:rPr>
              <a:t>}</a:t>
            </a:r>
            <a:endParaRPr lang="en-US" altLang="zh-CN" b="1" noProof="1">
              <a:solidFill>
                <a:schemeClr val="hlink"/>
              </a:solidFill>
              <a:latin typeface="Calibri" panose="020F0502020204030204" pitchFamily="34" charset="0"/>
              <a:ea typeface="Calibri" panose="020F0502020204030204" pitchFamily="34" charset="0"/>
              <a:cs typeface="Calibri" panose="020F0502020204030204" pitchFamily="34" charset="0"/>
            </a:endParaRPr>
          </a:p>
        </p:txBody>
      </p:sp>
      <p:grpSp>
        <p:nvGrpSpPr>
          <p:cNvPr id="2" name="组合 1">
            <a:extLst>
              <a:ext uri="{FF2B5EF4-FFF2-40B4-BE49-F238E27FC236}">
                <a16:creationId xmlns:a16="http://schemas.microsoft.com/office/drawing/2014/main" id="{4DA38570-97BD-4FAC-8CBD-22E248125ABB}"/>
              </a:ext>
            </a:extLst>
          </p:cNvPr>
          <p:cNvGrpSpPr/>
          <p:nvPr/>
        </p:nvGrpSpPr>
        <p:grpSpPr>
          <a:xfrm>
            <a:off x="219452" y="3602159"/>
            <a:ext cx="4549826" cy="728065"/>
            <a:chOff x="219452" y="3602159"/>
            <a:chExt cx="4549826" cy="728065"/>
          </a:xfrm>
        </p:grpSpPr>
        <p:grpSp>
          <p:nvGrpSpPr>
            <p:cNvPr id="4" name="组合 3">
              <a:extLst>
                <a:ext uri="{FF2B5EF4-FFF2-40B4-BE49-F238E27FC236}">
                  <a16:creationId xmlns:a16="http://schemas.microsoft.com/office/drawing/2014/main" id="{33ACECB2-411D-4FBC-A827-0DD4F39466C4}"/>
                </a:ext>
              </a:extLst>
            </p:cNvPr>
            <p:cNvGrpSpPr/>
            <p:nvPr/>
          </p:nvGrpSpPr>
          <p:grpSpPr>
            <a:xfrm>
              <a:off x="219452" y="3931680"/>
              <a:ext cx="4470717" cy="398544"/>
              <a:chOff x="271680" y="6298199"/>
              <a:chExt cx="4425870" cy="466779"/>
            </a:xfrm>
          </p:grpSpPr>
          <p:grpSp>
            <p:nvGrpSpPr>
              <p:cNvPr id="5" name="组合 4">
                <a:extLst>
                  <a:ext uri="{FF2B5EF4-FFF2-40B4-BE49-F238E27FC236}">
                    <a16:creationId xmlns:a16="http://schemas.microsoft.com/office/drawing/2014/main" id="{F6FB2022-1B90-4F48-B060-4A2B926DFCD9}"/>
                  </a:ext>
                </a:extLst>
              </p:cNvPr>
              <p:cNvGrpSpPr/>
              <p:nvPr/>
            </p:nvGrpSpPr>
            <p:grpSpPr>
              <a:xfrm>
                <a:off x="1769290" y="6298199"/>
                <a:ext cx="2928260" cy="462885"/>
                <a:chOff x="1769290" y="5670650"/>
                <a:chExt cx="2928260" cy="462885"/>
              </a:xfrm>
            </p:grpSpPr>
            <p:sp>
              <p:nvSpPr>
                <p:cNvPr id="7" name="文本框 81922">
                  <a:extLst>
                    <a:ext uri="{FF2B5EF4-FFF2-40B4-BE49-F238E27FC236}">
                      <a16:creationId xmlns:a16="http://schemas.microsoft.com/office/drawing/2014/main" id="{EA09AEF6-A8BD-4263-9D94-BB19A905E87F}"/>
                    </a:ext>
                  </a:extLst>
                </p:cNvPr>
                <p:cNvSpPr txBox="1">
                  <a:spLocks noChangeArrowheads="1"/>
                </p:cNvSpPr>
                <p:nvPr/>
              </p:nvSpPr>
              <p:spPr bwMode="auto">
                <a:xfrm>
                  <a:off x="1769290" y="5696902"/>
                  <a:ext cx="383640" cy="403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36000" tIns="0" rIns="0" bIns="0">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ts val="2600"/>
                    </a:lnSpc>
                    <a:spcBef>
                      <a:spcPct val="0"/>
                    </a:spcBef>
                    <a:buClrTx/>
                    <a:buFontTx/>
                    <a:buNone/>
                  </a:pPr>
                  <a:r>
                    <a:rPr lang="en-US" altLang="zh-CN" sz="2800" b="1" dirty="0" err="1">
                      <a:solidFill>
                        <a:srgbClr val="333DFF"/>
                      </a:solidFill>
                      <a:latin typeface="Calibri" panose="020F0502020204030204" pitchFamily="34" charset="0"/>
                      <a:ea typeface="Calibri" panose="020F0502020204030204" pitchFamily="34" charset="0"/>
                      <a:cs typeface="Calibri" panose="020F0502020204030204" pitchFamily="34" charset="0"/>
                    </a:rPr>
                    <a:t>ve</a:t>
                  </a:r>
                  <a:endParaRPr lang="zh-CN" altLang="en-US" sz="2800" b="1" dirty="0">
                    <a:solidFill>
                      <a:srgbClr val="333DFF"/>
                    </a:solidFill>
                    <a:latin typeface="Calibri" panose="020F0502020204030204" pitchFamily="34" charset="0"/>
                    <a:cs typeface="Calibri" panose="020F0502020204030204" pitchFamily="34" charset="0"/>
                  </a:endParaRPr>
                </a:p>
              </p:txBody>
            </p:sp>
            <p:sp>
              <p:nvSpPr>
                <p:cNvPr id="8" name="矩形 7">
                  <a:extLst>
                    <a:ext uri="{FF2B5EF4-FFF2-40B4-BE49-F238E27FC236}">
                      <a16:creationId xmlns:a16="http://schemas.microsoft.com/office/drawing/2014/main" id="{418CB40D-A8E9-4345-A5FC-9819A73FAE02}"/>
                    </a:ext>
                  </a:extLst>
                </p:cNvPr>
                <p:cNvSpPr/>
                <p:nvPr/>
              </p:nvSpPr>
              <p:spPr>
                <a:xfrm>
                  <a:off x="2192015" y="5671679"/>
                  <a:ext cx="417539" cy="457200"/>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9" name="矩形 8">
                  <a:extLst>
                    <a:ext uri="{FF2B5EF4-FFF2-40B4-BE49-F238E27FC236}">
                      <a16:creationId xmlns:a16="http://schemas.microsoft.com/office/drawing/2014/main" id="{3D7B0D5C-C55C-4D11-AA19-54163A0E0DFB}"/>
                    </a:ext>
                  </a:extLst>
                </p:cNvPr>
                <p:cNvSpPr/>
                <p:nvPr/>
              </p:nvSpPr>
              <p:spPr>
                <a:xfrm>
                  <a:off x="2609269" y="5672491"/>
                  <a:ext cx="417539" cy="457200"/>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10" name="矩形 9">
                  <a:extLst>
                    <a:ext uri="{FF2B5EF4-FFF2-40B4-BE49-F238E27FC236}">
                      <a16:creationId xmlns:a16="http://schemas.microsoft.com/office/drawing/2014/main" id="{54A7031B-700E-4B00-90CB-F8412EE8431D}"/>
                    </a:ext>
                  </a:extLst>
                </p:cNvPr>
                <p:cNvSpPr/>
                <p:nvPr/>
              </p:nvSpPr>
              <p:spPr>
                <a:xfrm>
                  <a:off x="3026522" y="5671679"/>
                  <a:ext cx="417539" cy="457200"/>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11" name="矩形 10">
                  <a:extLst>
                    <a:ext uri="{FF2B5EF4-FFF2-40B4-BE49-F238E27FC236}">
                      <a16:creationId xmlns:a16="http://schemas.microsoft.com/office/drawing/2014/main" id="{DE4FE9F0-63BB-40C5-BE67-334D63A69749}"/>
                    </a:ext>
                  </a:extLst>
                </p:cNvPr>
                <p:cNvSpPr/>
                <p:nvPr/>
              </p:nvSpPr>
              <p:spPr>
                <a:xfrm>
                  <a:off x="3445219" y="5670650"/>
                  <a:ext cx="417539" cy="457200"/>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12" name="矩形 11">
                  <a:extLst>
                    <a:ext uri="{FF2B5EF4-FFF2-40B4-BE49-F238E27FC236}">
                      <a16:creationId xmlns:a16="http://schemas.microsoft.com/office/drawing/2014/main" id="{3370853E-183A-4202-AB3C-70FB9225027F}"/>
                    </a:ext>
                  </a:extLst>
                </p:cNvPr>
                <p:cNvSpPr/>
                <p:nvPr/>
              </p:nvSpPr>
              <p:spPr>
                <a:xfrm>
                  <a:off x="3862615" y="5676335"/>
                  <a:ext cx="417539" cy="454349"/>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13" name="矩形 12">
                  <a:extLst>
                    <a:ext uri="{FF2B5EF4-FFF2-40B4-BE49-F238E27FC236}">
                      <a16:creationId xmlns:a16="http://schemas.microsoft.com/office/drawing/2014/main" id="{C52CBB6F-E2CE-43F8-BDFD-0F50DC5E1195}"/>
                    </a:ext>
                  </a:extLst>
                </p:cNvPr>
                <p:cNvSpPr/>
                <p:nvPr/>
              </p:nvSpPr>
              <p:spPr>
                <a:xfrm>
                  <a:off x="4280011" y="5676335"/>
                  <a:ext cx="417539" cy="457200"/>
                </a:xfrm>
                <a:prstGeom prst="rect">
                  <a:avLst/>
                </a:prstGeom>
                <a:solidFill>
                  <a:schemeClr val="accent3">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grpSp>
          <p:sp>
            <p:nvSpPr>
              <p:cNvPr id="6" name="文本框 5">
                <a:extLst>
                  <a:ext uri="{FF2B5EF4-FFF2-40B4-BE49-F238E27FC236}">
                    <a16:creationId xmlns:a16="http://schemas.microsoft.com/office/drawing/2014/main" id="{05360ED6-EAB0-4A56-8AF0-440461C0C053}"/>
                  </a:ext>
                </a:extLst>
              </p:cNvPr>
              <p:cNvSpPr txBox="1"/>
              <p:nvPr/>
            </p:nvSpPr>
            <p:spPr>
              <a:xfrm>
                <a:off x="271680" y="6332412"/>
                <a:ext cx="1563436" cy="432566"/>
              </a:xfrm>
              <a:prstGeom prst="rect">
                <a:avLst/>
              </a:prstGeom>
              <a:noFill/>
            </p:spPr>
            <p:txBody>
              <a:bodyPr wrap="none" rtlCol="0">
                <a:spAutoFit/>
              </a:bodyPr>
              <a:lstStyle/>
              <a:p>
                <a:pPr algn="ctr"/>
                <a:r>
                  <a:rPr lang="zh-CN" altLang="en-US" b="1" dirty="0">
                    <a:effectLst>
                      <a:outerShdw blurRad="38100" dist="38100" dir="2700000" algn="tl">
                        <a:srgbClr val="000000">
                          <a:alpha val="43137"/>
                        </a:srgbClr>
                      </a:outerShdw>
                    </a:effectLst>
                  </a:rPr>
                  <a:t>最早发生时间</a:t>
                </a:r>
              </a:p>
            </p:txBody>
          </p:sp>
        </p:grpSp>
        <p:sp>
          <p:nvSpPr>
            <p:cNvPr id="62" name="文本框 81922">
              <a:extLst>
                <a:ext uri="{FF2B5EF4-FFF2-40B4-BE49-F238E27FC236}">
                  <a16:creationId xmlns:a16="http://schemas.microsoft.com/office/drawing/2014/main" id="{0FD1D9D9-154E-4557-B5F1-8ABC98B6E1B7}"/>
                </a:ext>
              </a:extLst>
            </p:cNvPr>
            <p:cNvSpPr txBox="1">
              <a:spLocks noChangeArrowheads="1"/>
            </p:cNvSpPr>
            <p:nvPr/>
          </p:nvSpPr>
          <p:spPr bwMode="auto">
            <a:xfrm>
              <a:off x="2217161" y="3602159"/>
              <a:ext cx="2552117" cy="332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tIns="0" bIns="0">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0"/>
                </a:spcBef>
                <a:buClrTx/>
                <a:buFontTx/>
                <a:buNone/>
              </a:pPr>
              <a:r>
                <a:rPr lang="en-US" altLang="zh-CN" sz="2200" b="1" dirty="0">
                  <a:solidFill>
                    <a:schemeClr val="accent6">
                      <a:lumMod val="50000"/>
                    </a:schemeClr>
                  </a:solidFill>
                  <a:ea typeface="楷体_GB2312" pitchFamily="49" charset="-122"/>
                </a:rPr>
                <a:t>0    1    2    3    4    5</a:t>
              </a:r>
              <a:endParaRPr lang="zh-CN" altLang="en-US" sz="2200" b="1" dirty="0">
                <a:solidFill>
                  <a:schemeClr val="accent6">
                    <a:lumMod val="50000"/>
                  </a:schemeClr>
                </a:solidFill>
              </a:endParaRPr>
            </a:p>
          </p:txBody>
        </p:sp>
        <p:sp>
          <p:nvSpPr>
            <p:cNvPr id="173" name="矩形 172">
              <a:extLst>
                <a:ext uri="{FF2B5EF4-FFF2-40B4-BE49-F238E27FC236}">
                  <a16:creationId xmlns:a16="http://schemas.microsoft.com/office/drawing/2014/main" id="{C20B632B-0A43-4592-9874-2304E2C64B39}"/>
                </a:ext>
              </a:extLst>
            </p:cNvPr>
            <p:cNvSpPr/>
            <p:nvPr/>
          </p:nvSpPr>
          <p:spPr>
            <a:xfrm>
              <a:off x="2207172" y="3976564"/>
              <a:ext cx="319984" cy="317000"/>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174" name="矩形 173">
              <a:extLst>
                <a:ext uri="{FF2B5EF4-FFF2-40B4-BE49-F238E27FC236}">
                  <a16:creationId xmlns:a16="http://schemas.microsoft.com/office/drawing/2014/main" id="{F704F3CB-98C8-4A90-B2FD-53E28A9C7C48}"/>
                </a:ext>
              </a:extLst>
            </p:cNvPr>
            <p:cNvSpPr/>
            <p:nvPr/>
          </p:nvSpPr>
          <p:spPr>
            <a:xfrm>
              <a:off x="2686700" y="3959343"/>
              <a:ext cx="267727" cy="342503"/>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175" name="矩形 174">
              <a:extLst>
                <a:ext uri="{FF2B5EF4-FFF2-40B4-BE49-F238E27FC236}">
                  <a16:creationId xmlns:a16="http://schemas.microsoft.com/office/drawing/2014/main" id="{90A071CB-E28E-4524-9D4D-3A74AE0E553A}"/>
                </a:ext>
              </a:extLst>
            </p:cNvPr>
            <p:cNvSpPr/>
            <p:nvPr/>
          </p:nvSpPr>
          <p:spPr>
            <a:xfrm>
              <a:off x="2645264" y="3976564"/>
              <a:ext cx="298950" cy="317000"/>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176" name="矩形 175">
              <a:extLst>
                <a:ext uri="{FF2B5EF4-FFF2-40B4-BE49-F238E27FC236}">
                  <a16:creationId xmlns:a16="http://schemas.microsoft.com/office/drawing/2014/main" id="{0FF7C376-E60F-425E-BBA4-3DE519796138}"/>
                </a:ext>
              </a:extLst>
            </p:cNvPr>
            <p:cNvSpPr/>
            <p:nvPr/>
          </p:nvSpPr>
          <p:spPr>
            <a:xfrm>
              <a:off x="3088603" y="3958992"/>
              <a:ext cx="267727" cy="342503"/>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179" name="矩形 178">
              <a:extLst>
                <a:ext uri="{FF2B5EF4-FFF2-40B4-BE49-F238E27FC236}">
                  <a16:creationId xmlns:a16="http://schemas.microsoft.com/office/drawing/2014/main" id="{9165D4E9-5BBA-425C-BE94-8DF06A25CA07}"/>
                </a:ext>
              </a:extLst>
            </p:cNvPr>
            <p:cNvSpPr/>
            <p:nvPr/>
          </p:nvSpPr>
          <p:spPr>
            <a:xfrm>
              <a:off x="3948474" y="3953926"/>
              <a:ext cx="267727" cy="342503"/>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183" name="矩形 182">
              <a:extLst>
                <a:ext uri="{FF2B5EF4-FFF2-40B4-BE49-F238E27FC236}">
                  <a16:creationId xmlns:a16="http://schemas.microsoft.com/office/drawing/2014/main" id="{193DA46F-08EA-403F-81F0-2738E9B15727}"/>
                </a:ext>
              </a:extLst>
            </p:cNvPr>
            <p:cNvSpPr/>
            <p:nvPr/>
          </p:nvSpPr>
          <p:spPr>
            <a:xfrm>
              <a:off x="3093974" y="3951061"/>
              <a:ext cx="267727" cy="342503"/>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2</a:t>
              </a:r>
              <a:endParaRPr lang="zh-CN" altLang="en-US" sz="2400" b="1" dirty="0">
                <a:solidFill>
                  <a:srgbClr val="C00000"/>
                </a:solidFill>
              </a:endParaRPr>
            </a:p>
          </p:txBody>
        </p:sp>
        <p:sp>
          <p:nvSpPr>
            <p:cNvPr id="186" name="矩形 185">
              <a:extLst>
                <a:ext uri="{FF2B5EF4-FFF2-40B4-BE49-F238E27FC236}">
                  <a16:creationId xmlns:a16="http://schemas.microsoft.com/office/drawing/2014/main" id="{5DFEA297-0202-4D3C-82AF-773F5175FC48}"/>
                </a:ext>
              </a:extLst>
            </p:cNvPr>
            <p:cNvSpPr/>
            <p:nvPr/>
          </p:nvSpPr>
          <p:spPr>
            <a:xfrm>
              <a:off x="2656993" y="3977534"/>
              <a:ext cx="267727" cy="315059"/>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3</a:t>
              </a:r>
              <a:endParaRPr lang="zh-CN" altLang="en-US" sz="2400" b="1" dirty="0">
                <a:solidFill>
                  <a:srgbClr val="C00000"/>
                </a:solidFill>
              </a:endParaRPr>
            </a:p>
          </p:txBody>
        </p:sp>
        <p:sp>
          <p:nvSpPr>
            <p:cNvPr id="192" name="矩形 191">
              <a:extLst>
                <a:ext uri="{FF2B5EF4-FFF2-40B4-BE49-F238E27FC236}">
                  <a16:creationId xmlns:a16="http://schemas.microsoft.com/office/drawing/2014/main" id="{72787484-1D44-43BA-8929-38149A8F1AF5}"/>
                </a:ext>
              </a:extLst>
            </p:cNvPr>
            <p:cNvSpPr/>
            <p:nvPr/>
          </p:nvSpPr>
          <p:spPr>
            <a:xfrm>
              <a:off x="4327494" y="3972747"/>
              <a:ext cx="298950" cy="317000"/>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5</a:t>
              </a:r>
              <a:endParaRPr lang="zh-CN" altLang="en-US" sz="2400" b="1" dirty="0">
                <a:solidFill>
                  <a:srgbClr val="C00000"/>
                </a:solidFill>
              </a:endParaRPr>
            </a:p>
          </p:txBody>
        </p:sp>
        <p:sp>
          <p:nvSpPr>
            <p:cNvPr id="194" name="矩形 193">
              <a:extLst>
                <a:ext uri="{FF2B5EF4-FFF2-40B4-BE49-F238E27FC236}">
                  <a16:creationId xmlns:a16="http://schemas.microsoft.com/office/drawing/2014/main" id="{2F17256D-263C-4275-877D-6A4FC4D3806F}"/>
                </a:ext>
              </a:extLst>
            </p:cNvPr>
            <p:cNvSpPr/>
            <p:nvPr/>
          </p:nvSpPr>
          <p:spPr>
            <a:xfrm>
              <a:off x="3495880" y="3974449"/>
              <a:ext cx="298950" cy="317000"/>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6</a:t>
              </a:r>
              <a:endParaRPr lang="zh-CN" altLang="en-US" sz="2400" b="1" dirty="0">
                <a:solidFill>
                  <a:srgbClr val="C00000"/>
                </a:solidFill>
              </a:endParaRPr>
            </a:p>
          </p:txBody>
        </p:sp>
        <p:sp>
          <p:nvSpPr>
            <p:cNvPr id="195" name="矩形 194">
              <a:extLst>
                <a:ext uri="{FF2B5EF4-FFF2-40B4-BE49-F238E27FC236}">
                  <a16:creationId xmlns:a16="http://schemas.microsoft.com/office/drawing/2014/main" id="{831F189E-4EB8-47EA-AD0F-B28961EF9E37}"/>
                </a:ext>
              </a:extLst>
            </p:cNvPr>
            <p:cNvSpPr/>
            <p:nvPr/>
          </p:nvSpPr>
          <p:spPr>
            <a:xfrm>
              <a:off x="3922667" y="3977295"/>
              <a:ext cx="298950" cy="317000"/>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6</a:t>
              </a:r>
              <a:endParaRPr lang="zh-CN" altLang="en-US" sz="2400" b="1" dirty="0">
                <a:solidFill>
                  <a:srgbClr val="C00000"/>
                </a:solidFill>
              </a:endParaRPr>
            </a:p>
          </p:txBody>
        </p:sp>
        <p:sp>
          <p:nvSpPr>
            <p:cNvPr id="196" name="矩形 195">
              <a:extLst>
                <a:ext uri="{FF2B5EF4-FFF2-40B4-BE49-F238E27FC236}">
                  <a16:creationId xmlns:a16="http://schemas.microsoft.com/office/drawing/2014/main" id="{0F4C929E-0E0B-4349-A12B-7814EA6786D5}"/>
                </a:ext>
              </a:extLst>
            </p:cNvPr>
            <p:cNvSpPr/>
            <p:nvPr/>
          </p:nvSpPr>
          <p:spPr>
            <a:xfrm>
              <a:off x="4341126" y="3981681"/>
              <a:ext cx="298950" cy="317000"/>
            </a:xfrm>
            <a:prstGeom prst="rect">
              <a:avLst/>
            </a:prstGeom>
            <a:solidFill>
              <a:schemeClr val="accent3">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grpSp>
      <p:grpSp>
        <p:nvGrpSpPr>
          <p:cNvPr id="202" name="组合 201">
            <a:extLst>
              <a:ext uri="{FF2B5EF4-FFF2-40B4-BE49-F238E27FC236}">
                <a16:creationId xmlns:a16="http://schemas.microsoft.com/office/drawing/2014/main" id="{303C6F0A-D7AD-41EB-B7B4-704EB715D906}"/>
              </a:ext>
            </a:extLst>
          </p:cNvPr>
          <p:cNvGrpSpPr/>
          <p:nvPr/>
        </p:nvGrpSpPr>
        <p:grpSpPr>
          <a:xfrm>
            <a:off x="232496" y="4382860"/>
            <a:ext cx="4457674" cy="431723"/>
            <a:chOff x="371090" y="4014837"/>
            <a:chExt cx="4412957" cy="505639"/>
          </a:xfrm>
        </p:grpSpPr>
        <p:sp>
          <p:nvSpPr>
            <p:cNvPr id="55" name="文本框 81922">
              <a:extLst>
                <a:ext uri="{FF2B5EF4-FFF2-40B4-BE49-F238E27FC236}">
                  <a16:creationId xmlns:a16="http://schemas.microsoft.com/office/drawing/2014/main" id="{B754844C-F6CF-40D6-9E55-CF94CAFA1DB3}"/>
                </a:ext>
              </a:extLst>
            </p:cNvPr>
            <p:cNvSpPr txBox="1">
              <a:spLocks noChangeArrowheads="1"/>
            </p:cNvSpPr>
            <p:nvPr/>
          </p:nvSpPr>
          <p:spPr bwMode="auto">
            <a:xfrm>
              <a:off x="1872253" y="4082758"/>
              <a:ext cx="349295" cy="40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36000" tIns="0" rIns="0" bIns="0">
              <a:spAutoFit/>
            </a:bodyPr>
            <a:lstStyle>
              <a:defPPr>
                <a:defRPr lang="zh-CN"/>
              </a:defPPr>
              <a:lvl1pPr>
                <a:lnSpc>
                  <a:spcPts val="2600"/>
                </a:lnSpc>
                <a:spcBef>
                  <a:spcPct val="0"/>
                </a:spcBef>
                <a:buClrTx/>
                <a:buFontTx/>
                <a:buNone/>
                <a:defRPr sz="2800" b="1">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r>
                <a:rPr lang="en-US" altLang="zh-CN" dirty="0" err="1">
                  <a:solidFill>
                    <a:srgbClr val="333DFF"/>
                  </a:solidFill>
                </a:rPr>
                <a:t>vl</a:t>
              </a:r>
              <a:endParaRPr lang="zh-CN" altLang="en-US" dirty="0">
                <a:solidFill>
                  <a:srgbClr val="333DFF"/>
                </a:solidFill>
              </a:endParaRPr>
            </a:p>
          </p:txBody>
        </p:sp>
        <p:sp>
          <p:nvSpPr>
            <p:cNvPr id="56" name="矩形 55">
              <a:extLst>
                <a:ext uri="{FF2B5EF4-FFF2-40B4-BE49-F238E27FC236}">
                  <a16:creationId xmlns:a16="http://schemas.microsoft.com/office/drawing/2014/main" id="{B41135CF-FD63-4A4A-9016-D948FE9A7BB5}"/>
                </a:ext>
              </a:extLst>
            </p:cNvPr>
            <p:cNvSpPr/>
            <p:nvPr/>
          </p:nvSpPr>
          <p:spPr>
            <a:xfrm>
              <a:off x="2278512" y="4016359"/>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F14BBB27-0410-49FA-940B-C07E074D2FB7}"/>
                </a:ext>
              </a:extLst>
            </p:cNvPr>
            <p:cNvSpPr/>
            <p:nvPr/>
          </p:nvSpPr>
          <p:spPr>
            <a:xfrm>
              <a:off x="2695766" y="4017171"/>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AED72D9A-A076-4C3C-B677-6E46C7BDB2BF}"/>
                </a:ext>
              </a:extLst>
            </p:cNvPr>
            <p:cNvSpPr/>
            <p:nvPr/>
          </p:nvSpPr>
          <p:spPr>
            <a:xfrm>
              <a:off x="3113019" y="4016359"/>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086AD8EE-64E4-4868-B6F4-9FB0D9567CE6}"/>
                </a:ext>
              </a:extLst>
            </p:cNvPr>
            <p:cNvSpPr/>
            <p:nvPr/>
          </p:nvSpPr>
          <p:spPr>
            <a:xfrm>
              <a:off x="3531716" y="4015330"/>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C90E372D-8FAC-499F-B987-19CAB728573A}"/>
                </a:ext>
              </a:extLst>
            </p:cNvPr>
            <p:cNvSpPr/>
            <p:nvPr/>
          </p:nvSpPr>
          <p:spPr>
            <a:xfrm>
              <a:off x="3949112" y="4014837"/>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D848888A-15EB-45C3-B9D2-0ED8A8E6BEF1}"/>
                </a:ext>
              </a:extLst>
            </p:cNvPr>
            <p:cNvSpPr/>
            <p:nvPr/>
          </p:nvSpPr>
          <p:spPr>
            <a:xfrm>
              <a:off x="4366508" y="4014837"/>
              <a:ext cx="417539" cy="457200"/>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文本框 198">
              <a:extLst>
                <a:ext uri="{FF2B5EF4-FFF2-40B4-BE49-F238E27FC236}">
                  <a16:creationId xmlns:a16="http://schemas.microsoft.com/office/drawing/2014/main" id="{34748541-94CD-47F7-AF4D-764D09234D16}"/>
                </a:ext>
              </a:extLst>
            </p:cNvPr>
            <p:cNvSpPr txBox="1"/>
            <p:nvPr/>
          </p:nvSpPr>
          <p:spPr>
            <a:xfrm>
              <a:off x="371090" y="4087910"/>
              <a:ext cx="1563435" cy="432566"/>
            </a:xfrm>
            <a:prstGeom prst="rect">
              <a:avLst/>
            </a:prstGeom>
            <a:noFill/>
          </p:spPr>
          <p:txBody>
            <a:bodyPr wrap="none" rtlCol="0">
              <a:spAutoFit/>
            </a:bodyPr>
            <a:lstStyle/>
            <a:p>
              <a:pPr algn="ctr"/>
              <a:r>
                <a:rPr lang="zh-CN" altLang="en-US" b="1" dirty="0">
                  <a:effectLst>
                    <a:outerShdw blurRad="38100" dist="38100" dir="2700000" algn="tl">
                      <a:srgbClr val="000000">
                        <a:alpha val="43137"/>
                      </a:srgbClr>
                    </a:outerShdw>
                  </a:effectLst>
                </a:rPr>
                <a:t>最迟发生时间</a:t>
              </a:r>
            </a:p>
          </p:txBody>
        </p:sp>
      </p:grpSp>
      <p:grpSp>
        <p:nvGrpSpPr>
          <p:cNvPr id="364" name="组合 363">
            <a:extLst>
              <a:ext uri="{FF2B5EF4-FFF2-40B4-BE49-F238E27FC236}">
                <a16:creationId xmlns:a16="http://schemas.microsoft.com/office/drawing/2014/main" id="{64CE287D-9298-C199-52EE-06FF3F9C0AB8}"/>
              </a:ext>
            </a:extLst>
          </p:cNvPr>
          <p:cNvGrpSpPr/>
          <p:nvPr/>
        </p:nvGrpSpPr>
        <p:grpSpPr>
          <a:xfrm>
            <a:off x="603977" y="5963647"/>
            <a:ext cx="1855443" cy="553998"/>
            <a:chOff x="563625" y="5955606"/>
            <a:chExt cx="1855443" cy="553998"/>
          </a:xfrm>
        </p:grpSpPr>
        <p:sp>
          <p:nvSpPr>
            <p:cNvPr id="236" name="文本框 81922">
              <a:extLst>
                <a:ext uri="{FF2B5EF4-FFF2-40B4-BE49-F238E27FC236}">
                  <a16:creationId xmlns:a16="http://schemas.microsoft.com/office/drawing/2014/main" id="{712FE079-A2E0-42FA-A868-2BE75E5130F9}"/>
                </a:ext>
              </a:extLst>
            </p:cNvPr>
            <p:cNvSpPr txBox="1">
              <a:spLocks noChangeArrowheads="1"/>
            </p:cNvSpPr>
            <p:nvPr/>
          </p:nvSpPr>
          <p:spPr bwMode="auto">
            <a:xfrm>
              <a:off x="1979690" y="6010776"/>
              <a:ext cx="433625" cy="28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36000" tIns="0" rIns="0" bIns="0">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ts val="2000"/>
                </a:lnSpc>
                <a:spcBef>
                  <a:spcPct val="0"/>
                </a:spcBef>
                <a:buClrTx/>
                <a:buFontTx/>
                <a:buNone/>
              </a:pPr>
              <a:r>
                <a:rPr lang="en-US" altLang="zh-CN" sz="2800" b="1" dirty="0">
                  <a:solidFill>
                    <a:schemeClr val="accent4">
                      <a:lumMod val="75000"/>
                    </a:schemeClr>
                  </a:solidFill>
                  <a:latin typeface="Calibri" panose="020F0502020204030204" pitchFamily="34" charset="0"/>
                  <a:ea typeface="Calibri" panose="020F0502020204030204" pitchFamily="34" charset="0"/>
                  <a:cs typeface="Calibri" panose="020F0502020204030204" pitchFamily="34" charset="0"/>
                </a:rPr>
                <a:t>ae</a:t>
              </a:r>
              <a:endParaRPr lang="zh-CN" altLang="en-US" sz="2800" b="1" dirty="0">
                <a:solidFill>
                  <a:schemeClr val="accent4">
                    <a:lumMod val="75000"/>
                  </a:schemeClr>
                </a:solidFill>
                <a:latin typeface="Calibri" panose="020F0502020204030204" pitchFamily="34" charset="0"/>
                <a:cs typeface="Calibri" panose="020F0502020204030204" pitchFamily="34" charset="0"/>
              </a:endParaRPr>
            </a:p>
          </p:txBody>
        </p:sp>
        <p:sp>
          <p:nvSpPr>
            <p:cNvPr id="235" name="文本框 234">
              <a:extLst>
                <a:ext uri="{FF2B5EF4-FFF2-40B4-BE49-F238E27FC236}">
                  <a16:creationId xmlns:a16="http://schemas.microsoft.com/office/drawing/2014/main" id="{6F382D1C-A79C-4FE8-84E1-4B8059840FAE}"/>
                </a:ext>
              </a:extLst>
            </p:cNvPr>
            <p:cNvSpPr txBox="1"/>
            <p:nvPr/>
          </p:nvSpPr>
          <p:spPr>
            <a:xfrm>
              <a:off x="563625" y="5955606"/>
              <a:ext cx="1855443" cy="553998"/>
            </a:xfrm>
            <a:prstGeom prst="rect">
              <a:avLst/>
            </a:prstGeom>
            <a:noFill/>
          </p:spPr>
          <p:txBody>
            <a:bodyPr wrap="square" lIns="36000" tIns="0" rIns="36000" bIns="0" rtlCol="0">
              <a:spAutoFit/>
            </a:bodyPr>
            <a:lstStyle/>
            <a:p>
              <a:r>
                <a:rPr lang="zh-CN" altLang="en-US" b="1" dirty="0">
                  <a:effectLst>
                    <a:outerShdw blurRad="38100" dist="38100" dir="2700000" algn="tl">
                      <a:srgbClr val="000000">
                        <a:alpha val="43137"/>
                      </a:srgbClr>
                    </a:outerShdw>
                  </a:effectLst>
                </a:rPr>
                <a:t>最早开始时间 </a:t>
              </a:r>
              <a:endParaRPr lang="en-US" altLang="zh-CN" b="1" dirty="0">
                <a:effectLst>
                  <a:outerShdw blurRad="38100" dist="38100" dir="2700000" algn="tl">
                    <a:srgbClr val="000000">
                      <a:alpha val="43137"/>
                    </a:srgbClr>
                  </a:outerShdw>
                </a:effectLst>
              </a:endParaRPr>
            </a:p>
            <a:p>
              <a:pPr algn="r"/>
              <a:r>
                <a:rPr lang="en-US" altLang="zh-CN" dirty="0" err="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ve</a:t>
              </a:r>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altLang="zh-CN" dirty="0" err="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a:t>
              </a:r>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endParaRPr lang="zh-CN" altLang="en-US"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grpSp>
      <p:grpSp>
        <p:nvGrpSpPr>
          <p:cNvPr id="365" name="组合 364">
            <a:extLst>
              <a:ext uri="{FF2B5EF4-FFF2-40B4-BE49-F238E27FC236}">
                <a16:creationId xmlns:a16="http://schemas.microsoft.com/office/drawing/2014/main" id="{1408F319-F920-7E78-EBFE-EA05CAAEB7E1}"/>
              </a:ext>
            </a:extLst>
          </p:cNvPr>
          <p:cNvGrpSpPr/>
          <p:nvPr/>
        </p:nvGrpSpPr>
        <p:grpSpPr>
          <a:xfrm>
            <a:off x="3286971" y="5961529"/>
            <a:ext cx="2597557" cy="553998"/>
            <a:chOff x="3630729" y="6232119"/>
            <a:chExt cx="2597557" cy="553998"/>
          </a:xfrm>
        </p:grpSpPr>
        <p:sp>
          <p:nvSpPr>
            <p:cNvPr id="226" name="文本框 81922">
              <a:extLst>
                <a:ext uri="{FF2B5EF4-FFF2-40B4-BE49-F238E27FC236}">
                  <a16:creationId xmlns:a16="http://schemas.microsoft.com/office/drawing/2014/main" id="{9438D743-8393-4349-B090-AB98CED0A495}"/>
                </a:ext>
              </a:extLst>
            </p:cNvPr>
            <p:cNvSpPr txBox="1">
              <a:spLocks noChangeArrowheads="1"/>
            </p:cNvSpPr>
            <p:nvPr/>
          </p:nvSpPr>
          <p:spPr bwMode="auto">
            <a:xfrm>
              <a:off x="3630729" y="6279396"/>
              <a:ext cx="329161" cy="28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36000" tIns="0" rIns="0" bIns="0">
              <a:spAutoFit/>
            </a:bodyPr>
            <a:lstStyle>
              <a:defPPr>
                <a:defRPr lang="zh-CN"/>
              </a:defPPr>
              <a:lvl1pPr algn="r">
                <a:lnSpc>
                  <a:spcPts val="2600"/>
                </a:lnSpc>
                <a:spcBef>
                  <a:spcPct val="0"/>
                </a:spcBef>
                <a:buClrTx/>
                <a:buFontTx/>
                <a:buNone/>
                <a:defRPr sz="2800" b="1">
                  <a:solidFill>
                    <a:srgbClr val="C00000"/>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Clr>
                  <a:schemeClr val="bg2"/>
                </a:buClr>
                <a:buSzPct val="50000"/>
                <a:buFont typeface="Monotype Sorts" pitchFamily="2" charset="2"/>
                <a:buChar char="l"/>
                <a:defRPr sz="2800">
                  <a:latin typeface="Times New Roman" panose="02020603050405020304" pitchFamily="18" charset="0"/>
                  <a:ea typeface="宋体" panose="02010600030101010101" pitchFamily="2" charset="-122"/>
                </a:defRPr>
              </a:lvl2pPr>
              <a:lvl3pPr marL="1143000" indent="-228600">
                <a:spcBef>
                  <a:spcPct val="20000"/>
                </a:spcBef>
                <a:buChar char="•"/>
                <a:defRPr sz="2400">
                  <a:latin typeface="Times New Roman" panose="02020603050405020304" pitchFamily="18" charset="0"/>
                  <a:ea typeface="宋体" panose="02010600030101010101" pitchFamily="2" charset="-122"/>
                </a:defRPr>
              </a:lvl3pPr>
              <a:lvl4pPr marL="1600200" indent="-228600">
                <a:spcBef>
                  <a:spcPct val="20000"/>
                </a:spcBef>
                <a:buChar char="–"/>
                <a:defRPr sz="2000">
                  <a:latin typeface="Times New Roman" panose="02020603050405020304" pitchFamily="18" charset="0"/>
                  <a:ea typeface="宋体" panose="02010600030101010101" pitchFamily="2" charset="-122"/>
                </a:defRPr>
              </a:lvl4pPr>
              <a:lvl5pPr marL="2057400" indent="-228600">
                <a:spcBef>
                  <a:spcPct val="20000"/>
                </a:spcBef>
                <a:buChar char="»"/>
                <a:defRPr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latin typeface="Times New Roman" panose="02020603050405020304" pitchFamily="18" charset="0"/>
                  <a:ea typeface="宋体" panose="02010600030101010101" pitchFamily="2" charset="-122"/>
                </a:defRPr>
              </a:lvl9pPr>
            </a:lstStyle>
            <a:p>
              <a:pPr>
                <a:lnSpc>
                  <a:spcPts val="2000"/>
                </a:lnSpc>
              </a:pPr>
              <a:r>
                <a:rPr lang="en-US" altLang="zh-CN" dirty="0">
                  <a:solidFill>
                    <a:srgbClr val="0070C0"/>
                  </a:solidFill>
                </a:rPr>
                <a:t>al</a:t>
              </a:r>
              <a:endParaRPr lang="zh-CN" altLang="en-US" dirty="0">
                <a:solidFill>
                  <a:srgbClr val="0070C0"/>
                </a:solidFill>
              </a:endParaRPr>
            </a:p>
          </p:txBody>
        </p:sp>
        <p:sp>
          <p:nvSpPr>
            <p:cNvPr id="233" name="文本框 232">
              <a:extLst>
                <a:ext uri="{FF2B5EF4-FFF2-40B4-BE49-F238E27FC236}">
                  <a16:creationId xmlns:a16="http://schemas.microsoft.com/office/drawing/2014/main" id="{8705901E-2DEB-4912-AE7A-6835669FFD4B}"/>
                </a:ext>
              </a:extLst>
            </p:cNvPr>
            <p:cNvSpPr txBox="1"/>
            <p:nvPr/>
          </p:nvSpPr>
          <p:spPr>
            <a:xfrm>
              <a:off x="3649261" y="6232119"/>
              <a:ext cx="2579025" cy="553998"/>
            </a:xfrm>
            <a:prstGeom prst="rect">
              <a:avLst/>
            </a:prstGeom>
            <a:noFill/>
          </p:spPr>
          <p:txBody>
            <a:bodyPr wrap="square" lIns="36000" tIns="0" rIns="36000" bIns="0" rtlCol="0">
              <a:spAutoFit/>
            </a:bodyPr>
            <a:lstStyle/>
            <a:p>
              <a:r>
                <a:rPr lang="zh-CN" altLang="en-US" b="1" dirty="0">
                  <a:effectLst>
                    <a:outerShdw blurRad="38100" dist="38100" dir="2700000" algn="tl">
                      <a:srgbClr val="000000">
                        <a:alpha val="43137"/>
                      </a:srgbClr>
                    </a:outerShdw>
                  </a:effectLst>
                </a:rPr>
                <a:t>     最迟开始时间</a:t>
              </a:r>
              <a:endParaRPr lang="en-US" altLang="zh-CN" b="1" dirty="0">
                <a:effectLst>
                  <a:outerShdw blurRad="38100" dist="38100" dir="2700000" algn="tl">
                    <a:srgbClr val="000000">
                      <a:alpha val="43137"/>
                    </a:srgbClr>
                  </a:outerShdw>
                </a:effectLst>
              </a:endParaRPr>
            </a:p>
            <a:p>
              <a:r>
                <a:rPr lang="en-US" altLang="zh-CN" dirty="0" err="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vl</a:t>
              </a:r>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[p-&gt;</a:t>
              </a:r>
              <a:r>
                <a:rPr lang="en-US" altLang="zh-CN" dirty="0" err="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adjvex</a:t>
              </a:r>
              <a:r>
                <a:rPr lang="en-US" altLang="zh-CN"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 p-&gt;weight</a:t>
              </a:r>
              <a:endParaRPr lang="zh-CN" altLang="en-US"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grpSp>
      <p:sp>
        <p:nvSpPr>
          <p:cNvPr id="260" name="矩形 259">
            <a:extLst>
              <a:ext uri="{FF2B5EF4-FFF2-40B4-BE49-F238E27FC236}">
                <a16:creationId xmlns:a16="http://schemas.microsoft.com/office/drawing/2014/main" id="{1BDF3483-E09C-4488-9133-E34DBB9611DE}"/>
              </a:ext>
            </a:extLst>
          </p:cNvPr>
          <p:cNvSpPr/>
          <p:nvPr/>
        </p:nvSpPr>
        <p:spPr>
          <a:xfrm>
            <a:off x="2972854" y="5257097"/>
            <a:ext cx="411309" cy="435741"/>
          </a:xfrm>
          <a:prstGeom prst="rect">
            <a:avLst/>
          </a:prstGeom>
          <a:solidFill>
            <a:srgbClr val="FCF6EA"/>
          </a:solidFill>
          <a:ln w="12700"/>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nchorCtr="1"/>
          <a:lstStyle/>
          <a:p>
            <a:pPr algn="ctr">
              <a:lnSpc>
                <a:spcPts val="1500"/>
              </a:lnSpc>
            </a:pPr>
            <a:r>
              <a:rPr lang="en-US" altLang="zh-CN" sz="2000" b="1" dirty="0">
                <a:solidFill>
                  <a:srgbClr val="C00000"/>
                </a:solidFill>
              </a:rPr>
              <a:t>3</a:t>
            </a:r>
            <a:endParaRPr lang="zh-CN" altLang="en-US" sz="2000" b="1" dirty="0">
              <a:solidFill>
                <a:srgbClr val="C00000"/>
              </a:solidFill>
            </a:endParaRPr>
          </a:p>
          <a:p>
            <a:pPr algn="ctr">
              <a:lnSpc>
                <a:spcPts val="1500"/>
              </a:lnSpc>
            </a:pPr>
            <a:r>
              <a:rPr lang="en-US" altLang="zh-CN" sz="2000" b="1" dirty="0">
                <a:solidFill>
                  <a:srgbClr val="0070C0"/>
                </a:solidFill>
              </a:rPr>
              <a:t>ab</a:t>
            </a:r>
          </a:p>
        </p:txBody>
      </p:sp>
      <p:sp>
        <p:nvSpPr>
          <p:cNvPr id="261" name="矩形 260">
            <a:extLst>
              <a:ext uri="{FF2B5EF4-FFF2-40B4-BE49-F238E27FC236}">
                <a16:creationId xmlns:a16="http://schemas.microsoft.com/office/drawing/2014/main" id="{F035877B-C42C-42F3-81EB-79504FAA2A6D}"/>
              </a:ext>
            </a:extLst>
          </p:cNvPr>
          <p:cNvSpPr/>
          <p:nvPr/>
        </p:nvSpPr>
        <p:spPr>
          <a:xfrm>
            <a:off x="2972063" y="5257097"/>
            <a:ext cx="417539" cy="435741"/>
          </a:xfrm>
          <a:prstGeom prst="rect">
            <a:avLst/>
          </a:prstGeom>
          <a:solidFill>
            <a:schemeClr val="bg1">
              <a:lumMod val="9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nchorCtr="1"/>
          <a:lstStyle/>
          <a:p>
            <a:pPr algn="ctr">
              <a:lnSpc>
                <a:spcPts val="1500"/>
              </a:lnSpc>
            </a:pPr>
            <a:r>
              <a:rPr lang="en-US" altLang="zh-CN" sz="2000" b="1" dirty="0">
                <a:solidFill>
                  <a:srgbClr val="C00000"/>
                </a:solidFill>
              </a:rPr>
              <a:t>2</a:t>
            </a:r>
            <a:endParaRPr lang="zh-CN" altLang="en-US" sz="2000" b="1" dirty="0">
              <a:solidFill>
                <a:srgbClr val="C00000"/>
              </a:solidFill>
            </a:endParaRPr>
          </a:p>
          <a:p>
            <a:pPr algn="ctr">
              <a:lnSpc>
                <a:spcPts val="1500"/>
              </a:lnSpc>
            </a:pPr>
            <a:r>
              <a:rPr lang="en-US" altLang="zh-CN" sz="2000" b="1" dirty="0">
                <a:solidFill>
                  <a:srgbClr val="0070C0"/>
                </a:solidFill>
              </a:rPr>
              <a:t>ac</a:t>
            </a:r>
          </a:p>
        </p:txBody>
      </p:sp>
      <p:sp>
        <p:nvSpPr>
          <p:cNvPr id="262" name="矩形 261">
            <a:extLst>
              <a:ext uri="{FF2B5EF4-FFF2-40B4-BE49-F238E27FC236}">
                <a16:creationId xmlns:a16="http://schemas.microsoft.com/office/drawing/2014/main" id="{F7CFE77F-3FD7-4326-8987-22558E21A8E3}"/>
              </a:ext>
            </a:extLst>
          </p:cNvPr>
          <p:cNvSpPr/>
          <p:nvPr/>
        </p:nvSpPr>
        <p:spPr>
          <a:xfrm>
            <a:off x="2981138" y="5257097"/>
            <a:ext cx="396922" cy="435741"/>
          </a:xfrm>
          <a:prstGeom prst="rect">
            <a:avLst/>
          </a:prstGeom>
          <a:solidFill>
            <a:schemeClr val="bg1">
              <a:lumMod val="9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nchorCtr="1"/>
          <a:lstStyle/>
          <a:p>
            <a:pPr algn="ctr">
              <a:lnSpc>
                <a:spcPts val="1500"/>
              </a:lnSpc>
            </a:pPr>
            <a:r>
              <a:rPr lang="en-US" altLang="zh-CN" sz="2000" b="1" dirty="0">
                <a:solidFill>
                  <a:srgbClr val="C00000"/>
                </a:solidFill>
              </a:rPr>
              <a:t>2</a:t>
            </a:r>
            <a:endParaRPr lang="zh-CN" altLang="en-US" sz="2000" b="1" dirty="0">
              <a:solidFill>
                <a:srgbClr val="C00000"/>
              </a:solidFill>
            </a:endParaRPr>
          </a:p>
          <a:p>
            <a:pPr algn="ctr">
              <a:lnSpc>
                <a:spcPts val="1500"/>
              </a:lnSpc>
            </a:pPr>
            <a:r>
              <a:rPr lang="en-US" altLang="zh-CN" sz="2000" b="1" dirty="0">
                <a:solidFill>
                  <a:srgbClr val="0070C0"/>
                </a:solidFill>
              </a:rPr>
              <a:t>bd</a:t>
            </a:r>
          </a:p>
        </p:txBody>
      </p:sp>
      <p:sp>
        <p:nvSpPr>
          <p:cNvPr id="263" name="矩形 262">
            <a:extLst>
              <a:ext uri="{FF2B5EF4-FFF2-40B4-BE49-F238E27FC236}">
                <a16:creationId xmlns:a16="http://schemas.microsoft.com/office/drawing/2014/main" id="{0CFAA84C-468C-48F7-BED8-AAD799049350}"/>
              </a:ext>
            </a:extLst>
          </p:cNvPr>
          <p:cNvSpPr/>
          <p:nvPr/>
        </p:nvSpPr>
        <p:spPr>
          <a:xfrm>
            <a:off x="2981722" y="5257097"/>
            <a:ext cx="403232" cy="435741"/>
          </a:xfrm>
          <a:prstGeom prst="rect">
            <a:avLst/>
          </a:prstGeom>
          <a:solidFill>
            <a:schemeClr val="bg1">
              <a:lumMod val="9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nchorCtr="1"/>
          <a:lstStyle/>
          <a:p>
            <a:pPr algn="ctr">
              <a:lnSpc>
                <a:spcPts val="1500"/>
              </a:lnSpc>
            </a:pPr>
            <a:r>
              <a:rPr lang="en-US" altLang="zh-CN" sz="2000" b="1" dirty="0">
                <a:solidFill>
                  <a:srgbClr val="C00000"/>
                </a:solidFill>
              </a:rPr>
              <a:t>3</a:t>
            </a:r>
            <a:endParaRPr lang="zh-CN" altLang="en-US" sz="2000" b="1" dirty="0">
              <a:solidFill>
                <a:srgbClr val="C00000"/>
              </a:solidFill>
            </a:endParaRPr>
          </a:p>
          <a:p>
            <a:pPr algn="ctr">
              <a:lnSpc>
                <a:spcPts val="1500"/>
              </a:lnSpc>
            </a:pPr>
            <a:r>
              <a:rPr lang="en-US" altLang="zh-CN" sz="2000" b="1" dirty="0">
                <a:solidFill>
                  <a:srgbClr val="0070C0"/>
                </a:solidFill>
              </a:rPr>
              <a:t>be</a:t>
            </a:r>
          </a:p>
        </p:txBody>
      </p:sp>
      <p:sp>
        <p:nvSpPr>
          <p:cNvPr id="264" name="矩形 263">
            <a:extLst>
              <a:ext uri="{FF2B5EF4-FFF2-40B4-BE49-F238E27FC236}">
                <a16:creationId xmlns:a16="http://schemas.microsoft.com/office/drawing/2014/main" id="{1CA75926-4D00-4DD9-B304-6E07B2E82213}"/>
              </a:ext>
            </a:extLst>
          </p:cNvPr>
          <p:cNvSpPr/>
          <p:nvPr/>
        </p:nvSpPr>
        <p:spPr>
          <a:xfrm>
            <a:off x="2978450" y="5257097"/>
            <a:ext cx="417539" cy="435741"/>
          </a:xfrm>
          <a:prstGeom prst="rect">
            <a:avLst/>
          </a:prstGeom>
          <a:solidFill>
            <a:schemeClr val="bg1">
              <a:lumMod val="9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nchorCtr="1"/>
          <a:lstStyle/>
          <a:p>
            <a:pPr algn="ctr">
              <a:lnSpc>
                <a:spcPts val="1500"/>
              </a:lnSpc>
            </a:pPr>
            <a:r>
              <a:rPr lang="en-US" altLang="zh-CN" sz="2000" b="1" dirty="0">
                <a:solidFill>
                  <a:srgbClr val="C00000"/>
                </a:solidFill>
              </a:rPr>
              <a:t>4</a:t>
            </a:r>
            <a:endParaRPr lang="zh-CN" altLang="en-US" sz="2000" b="1" dirty="0">
              <a:solidFill>
                <a:srgbClr val="C00000"/>
              </a:solidFill>
            </a:endParaRPr>
          </a:p>
          <a:p>
            <a:pPr algn="ctr">
              <a:lnSpc>
                <a:spcPts val="1500"/>
              </a:lnSpc>
            </a:pPr>
            <a:r>
              <a:rPr lang="en-US" altLang="zh-CN" sz="2000" b="1" dirty="0">
                <a:solidFill>
                  <a:srgbClr val="0070C0"/>
                </a:solidFill>
              </a:rPr>
              <a:t>cd</a:t>
            </a:r>
          </a:p>
        </p:txBody>
      </p:sp>
      <p:sp>
        <p:nvSpPr>
          <p:cNvPr id="265" name="矩形 264">
            <a:extLst>
              <a:ext uri="{FF2B5EF4-FFF2-40B4-BE49-F238E27FC236}">
                <a16:creationId xmlns:a16="http://schemas.microsoft.com/office/drawing/2014/main" id="{5AD33032-49CA-42B1-8683-4536F601F6F5}"/>
              </a:ext>
            </a:extLst>
          </p:cNvPr>
          <p:cNvSpPr/>
          <p:nvPr/>
        </p:nvSpPr>
        <p:spPr>
          <a:xfrm>
            <a:off x="2977659" y="5257097"/>
            <a:ext cx="417539" cy="435741"/>
          </a:xfrm>
          <a:prstGeom prst="rect">
            <a:avLst/>
          </a:prstGeom>
          <a:solidFill>
            <a:schemeClr val="bg1">
              <a:lumMod val="9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nchorCtr="1"/>
          <a:lstStyle/>
          <a:p>
            <a:pPr algn="ctr">
              <a:lnSpc>
                <a:spcPts val="1500"/>
              </a:lnSpc>
            </a:pPr>
            <a:r>
              <a:rPr lang="en-US" altLang="zh-CN" sz="2000" b="1" dirty="0">
                <a:solidFill>
                  <a:srgbClr val="C00000"/>
                </a:solidFill>
              </a:rPr>
              <a:t>3</a:t>
            </a:r>
            <a:endParaRPr lang="zh-CN" altLang="en-US" sz="2000" b="1" dirty="0">
              <a:solidFill>
                <a:srgbClr val="C00000"/>
              </a:solidFill>
            </a:endParaRPr>
          </a:p>
          <a:p>
            <a:pPr algn="ctr">
              <a:lnSpc>
                <a:spcPts val="1500"/>
              </a:lnSpc>
            </a:pPr>
            <a:r>
              <a:rPr lang="en-US" altLang="zh-CN" sz="2000" b="1" dirty="0" err="1">
                <a:solidFill>
                  <a:srgbClr val="0070C0"/>
                </a:solidFill>
              </a:rPr>
              <a:t>cf</a:t>
            </a:r>
            <a:endParaRPr lang="en-US" altLang="zh-CN" sz="2000" b="1" dirty="0">
              <a:solidFill>
                <a:srgbClr val="0070C0"/>
              </a:solidFill>
            </a:endParaRPr>
          </a:p>
        </p:txBody>
      </p:sp>
      <p:sp>
        <p:nvSpPr>
          <p:cNvPr id="266" name="文本框 265">
            <a:extLst>
              <a:ext uri="{FF2B5EF4-FFF2-40B4-BE49-F238E27FC236}">
                <a16:creationId xmlns:a16="http://schemas.microsoft.com/office/drawing/2014/main" id="{D1D042C2-AF27-4DE1-8759-0DBE010AB15D}"/>
              </a:ext>
            </a:extLst>
          </p:cNvPr>
          <p:cNvSpPr txBox="1"/>
          <p:nvPr/>
        </p:nvSpPr>
        <p:spPr>
          <a:xfrm>
            <a:off x="1492362" y="5209756"/>
            <a:ext cx="1429761" cy="492443"/>
          </a:xfrm>
          <a:prstGeom prst="rect">
            <a:avLst/>
          </a:prstGeom>
          <a:noFill/>
        </p:spPr>
        <p:txBody>
          <a:bodyPr wrap="square" lIns="0" tIns="0" rIns="0" bIns="0" rtlCol="0" anchor="ctr" anchorCtr="0">
            <a:spAutoFit/>
          </a:bodyPr>
          <a:lstStyle/>
          <a:p>
            <a:pPr algn="r"/>
            <a:r>
              <a:rPr lang="zh-CN" altLang="en-US" sz="1600" b="1" dirty="0">
                <a:effectLst>
                  <a:outerShdw blurRad="38100" dist="38100" dir="2700000" algn="tl">
                    <a:srgbClr val="000000">
                      <a:alpha val="43137"/>
                    </a:srgbClr>
                  </a:outerShdw>
                </a:effectLst>
              </a:rPr>
              <a:t>持续时间</a:t>
            </a:r>
            <a:r>
              <a:rPr lang="en-US" altLang="zh-CN" sz="1600" b="1" dirty="0">
                <a:effectLst>
                  <a:outerShdw blurRad="38100" dist="38100" dir="2700000" algn="tl">
                    <a:srgbClr val="000000">
                      <a:alpha val="43137"/>
                    </a:srgbClr>
                  </a:outerShdw>
                </a:effectLst>
              </a:rPr>
              <a:t>(</a:t>
            </a:r>
            <a:r>
              <a:rPr lang="zh-CN" altLang="en-US" sz="1600" b="1" dirty="0">
                <a:effectLst>
                  <a:outerShdw blurRad="38100" dist="38100" dir="2700000" algn="tl">
                    <a:srgbClr val="000000">
                      <a:alpha val="43137"/>
                    </a:srgbClr>
                  </a:outerShdw>
                </a:effectLst>
              </a:rPr>
              <a:t>权值</a:t>
            </a:r>
            <a:r>
              <a:rPr lang="en-US" altLang="zh-CN" sz="1600" b="1" dirty="0">
                <a:effectLst>
                  <a:outerShdw blurRad="38100" dist="38100" dir="2700000" algn="tl">
                    <a:srgbClr val="000000">
                      <a:alpha val="43137"/>
                    </a:srgbClr>
                  </a:outerShdw>
                </a:effectLst>
              </a:rPr>
              <a:t>)</a:t>
            </a:r>
          </a:p>
          <a:p>
            <a:pPr algn="r"/>
            <a:r>
              <a:rPr lang="zh-CN" altLang="en-US" sz="1600" b="1" dirty="0">
                <a:effectLst>
                  <a:outerShdw blurRad="38100" dist="38100" dir="2700000" algn="tl">
                    <a:srgbClr val="000000">
                      <a:alpha val="43137"/>
                    </a:srgbClr>
                  </a:outerShdw>
                </a:effectLst>
              </a:rPr>
              <a:t>活动 </a:t>
            </a:r>
            <a:r>
              <a:rPr lang="en-US" altLang="zh-CN" sz="1600" b="1" dirty="0">
                <a:effectLst>
                  <a:outerShdw blurRad="38100" dist="38100" dir="2700000" algn="tl">
                    <a:srgbClr val="000000">
                      <a:alpha val="43137"/>
                    </a:srgbClr>
                  </a:outerShdw>
                </a:effectLst>
              </a:rPr>
              <a:t>(</a:t>
            </a:r>
            <a:r>
              <a:rPr lang="zh-CN" altLang="en-US" sz="1600" b="1" dirty="0">
                <a:effectLst>
                  <a:outerShdw blurRad="38100" dist="38100" dir="2700000" algn="tl">
                    <a:srgbClr val="000000">
                      <a:alpha val="43137"/>
                    </a:srgbClr>
                  </a:outerShdw>
                </a:effectLst>
              </a:rPr>
              <a:t>弧</a:t>
            </a:r>
            <a:r>
              <a:rPr lang="en-US" altLang="zh-CN" sz="1600" b="1" dirty="0">
                <a:effectLst>
                  <a:outerShdw blurRad="38100" dist="38100" dir="2700000" algn="tl">
                    <a:srgbClr val="000000">
                      <a:alpha val="43137"/>
                    </a:srgbClr>
                  </a:outerShdw>
                </a:effectLst>
              </a:rPr>
              <a:t>)</a:t>
            </a:r>
          </a:p>
        </p:txBody>
      </p:sp>
      <p:sp>
        <p:nvSpPr>
          <p:cNvPr id="267" name="矩形 266">
            <a:extLst>
              <a:ext uri="{FF2B5EF4-FFF2-40B4-BE49-F238E27FC236}">
                <a16:creationId xmlns:a16="http://schemas.microsoft.com/office/drawing/2014/main" id="{158DA3E7-B42C-40A8-AD71-86F9AF98767F}"/>
              </a:ext>
            </a:extLst>
          </p:cNvPr>
          <p:cNvSpPr/>
          <p:nvPr/>
        </p:nvSpPr>
        <p:spPr>
          <a:xfrm>
            <a:off x="2976376" y="5257020"/>
            <a:ext cx="417539" cy="435741"/>
          </a:xfrm>
          <a:prstGeom prst="rect">
            <a:avLst/>
          </a:prstGeom>
          <a:solidFill>
            <a:schemeClr val="bg1">
              <a:lumMod val="9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nchorCtr="1"/>
          <a:lstStyle/>
          <a:p>
            <a:pPr algn="ctr">
              <a:lnSpc>
                <a:spcPts val="1500"/>
              </a:lnSpc>
            </a:pPr>
            <a:r>
              <a:rPr lang="en-US" altLang="zh-CN" sz="2000" b="1" dirty="0">
                <a:solidFill>
                  <a:srgbClr val="C00000"/>
                </a:solidFill>
              </a:rPr>
              <a:t>2</a:t>
            </a:r>
            <a:endParaRPr lang="zh-CN" altLang="en-US" sz="2000" b="1" dirty="0">
              <a:solidFill>
                <a:srgbClr val="C00000"/>
              </a:solidFill>
            </a:endParaRPr>
          </a:p>
          <a:p>
            <a:pPr algn="ctr">
              <a:lnSpc>
                <a:spcPts val="1500"/>
              </a:lnSpc>
            </a:pPr>
            <a:r>
              <a:rPr lang="en-US" altLang="zh-CN" sz="2000" b="1" dirty="0" err="1">
                <a:solidFill>
                  <a:srgbClr val="0070C0"/>
                </a:solidFill>
              </a:rPr>
              <a:t>df</a:t>
            </a:r>
            <a:endParaRPr lang="en-US" altLang="zh-CN" sz="2000" b="1" dirty="0">
              <a:solidFill>
                <a:srgbClr val="0070C0"/>
              </a:solidFill>
            </a:endParaRPr>
          </a:p>
        </p:txBody>
      </p:sp>
      <p:sp>
        <p:nvSpPr>
          <p:cNvPr id="268" name="矩形 267">
            <a:extLst>
              <a:ext uri="{FF2B5EF4-FFF2-40B4-BE49-F238E27FC236}">
                <a16:creationId xmlns:a16="http://schemas.microsoft.com/office/drawing/2014/main" id="{4A0B4D7C-0776-4087-BA83-6D03473AEEF7}"/>
              </a:ext>
            </a:extLst>
          </p:cNvPr>
          <p:cNvSpPr/>
          <p:nvPr/>
        </p:nvSpPr>
        <p:spPr>
          <a:xfrm>
            <a:off x="2976376" y="5257020"/>
            <a:ext cx="417539" cy="435741"/>
          </a:xfrm>
          <a:prstGeom prst="rect">
            <a:avLst/>
          </a:prstGeom>
          <a:solidFill>
            <a:schemeClr val="bg1">
              <a:lumMod val="9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nchorCtr="1"/>
          <a:lstStyle/>
          <a:p>
            <a:pPr algn="ctr">
              <a:lnSpc>
                <a:spcPts val="1500"/>
              </a:lnSpc>
            </a:pPr>
            <a:r>
              <a:rPr lang="en-US" altLang="zh-CN" sz="2000" b="1" dirty="0">
                <a:solidFill>
                  <a:srgbClr val="C00000"/>
                </a:solidFill>
              </a:rPr>
              <a:t>1</a:t>
            </a:r>
            <a:endParaRPr lang="zh-CN" altLang="en-US" sz="2000" b="1" dirty="0">
              <a:solidFill>
                <a:srgbClr val="C00000"/>
              </a:solidFill>
            </a:endParaRPr>
          </a:p>
          <a:p>
            <a:pPr algn="ctr">
              <a:lnSpc>
                <a:spcPts val="1500"/>
              </a:lnSpc>
            </a:pPr>
            <a:r>
              <a:rPr lang="en-US" altLang="zh-CN" sz="2000" b="1" dirty="0" err="1">
                <a:solidFill>
                  <a:srgbClr val="0070C0"/>
                </a:solidFill>
              </a:rPr>
              <a:t>ef</a:t>
            </a:r>
            <a:endParaRPr lang="en-US" altLang="zh-CN" sz="2000" b="1" dirty="0">
              <a:solidFill>
                <a:srgbClr val="0070C0"/>
              </a:solidFill>
            </a:endParaRPr>
          </a:p>
        </p:txBody>
      </p:sp>
      <p:sp>
        <p:nvSpPr>
          <p:cNvPr id="51" name="文本框 81922">
            <a:extLst>
              <a:ext uri="{FF2B5EF4-FFF2-40B4-BE49-F238E27FC236}">
                <a16:creationId xmlns:a16="http://schemas.microsoft.com/office/drawing/2014/main" id="{7C95B924-C72C-450D-80B9-79838EBD8B0F}"/>
              </a:ext>
            </a:extLst>
          </p:cNvPr>
          <p:cNvSpPr txBox="1">
            <a:spLocks noChangeArrowheads="1"/>
          </p:cNvSpPr>
          <p:nvPr/>
        </p:nvSpPr>
        <p:spPr bwMode="auto">
          <a:xfrm>
            <a:off x="5954193" y="388321"/>
            <a:ext cx="4609815" cy="1061188"/>
          </a:xfrm>
          <a:prstGeom prst="rect">
            <a:avLst/>
          </a:prstGeom>
          <a:noFill/>
          <a:ln>
            <a:noFill/>
          </a:ln>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buFontTx/>
              <a:buNone/>
            </a:pPr>
            <a:r>
              <a:rPr lang="zh-CN" altLang="en-US" sz="1800" dirty="0">
                <a:solidFill>
                  <a:srgbClr val="000099"/>
                </a:solidFill>
                <a:ea typeface="楷体_GB2312" pitchFamily="49" charset="-122"/>
              </a:rPr>
              <a:t>有向网 </a:t>
            </a:r>
            <a:r>
              <a:rPr lang="en-US" altLang="zh-CN" sz="1800" dirty="0">
                <a:solidFill>
                  <a:srgbClr val="C00000"/>
                </a:solidFill>
                <a:effectLst>
                  <a:outerShdw blurRad="38100" dist="38100" dir="2700000" algn="tl">
                    <a:srgbClr val="000000">
                      <a:alpha val="43137"/>
                    </a:srgbClr>
                  </a:outerShdw>
                </a:effectLst>
                <a:ea typeface="楷体_GB2312" pitchFamily="49" charset="-122"/>
              </a:rPr>
              <a:t>G </a:t>
            </a:r>
            <a:r>
              <a:rPr lang="zh-CN" altLang="en-US" sz="1800" dirty="0">
                <a:solidFill>
                  <a:srgbClr val="000099"/>
                </a:solidFill>
                <a:ea typeface="楷体_GB2312" pitchFamily="49" charset="-122"/>
              </a:rPr>
              <a:t>及其邻接表如页面所示。</a:t>
            </a:r>
            <a:endParaRPr lang="en-US" altLang="zh-CN" sz="1800" dirty="0">
              <a:solidFill>
                <a:srgbClr val="000099"/>
              </a:solidFill>
              <a:ea typeface="楷体_GB2312" pitchFamily="49" charset="-122"/>
            </a:endParaRPr>
          </a:p>
          <a:p>
            <a:pPr eaLnBrk="1" hangingPunct="1">
              <a:lnSpc>
                <a:spcPct val="120000"/>
              </a:lnSpc>
              <a:spcBef>
                <a:spcPct val="0"/>
              </a:spcBef>
              <a:buClrTx/>
              <a:buFontTx/>
              <a:buNone/>
            </a:pPr>
            <a:r>
              <a:rPr lang="zh-CN" altLang="en-US" sz="1800" dirty="0">
                <a:solidFill>
                  <a:srgbClr val="000099"/>
                </a:solidFill>
                <a:ea typeface="楷体_GB2312" pitchFamily="49" charset="-122"/>
              </a:rPr>
              <a:t>每个顶点的邻接链表中的结点中，</a:t>
            </a:r>
            <a:endParaRPr lang="en-US" altLang="zh-CN" sz="1800" dirty="0">
              <a:solidFill>
                <a:srgbClr val="000099"/>
              </a:solidFill>
              <a:ea typeface="楷体_GB2312" pitchFamily="49" charset="-122"/>
            </a:endParaRPr>
          </a:p>
          <a:p>
            <a:pPr eaLnBrk="1" hangingPunct="1">
              <a:lnSpc>
                <a:spcPct val="120000"/>
              </a:lnSpc>
              <a:spcBef>
                <a:spcPct val="0"/>
              </a:spcBef>
              <a:buClrTx/>
              <a:buFontTx/>
              <a:buNone/>
            </a:pPr>
            <a:r>
              <a:rPr lang="zh-CN" altLang="en-US" sz="1800" dirty="0">
                <a:solidFill>
                  <a:srgbClr val="000099"/>
                </a:solidFill>
                <a:ea typeface="楷体_GB2312" pitchFamily="49" charset="-122"/>
              </a:rPr>
              <a:t>第二个域</a:t>
            </a:r>
            <a:r>
              <a:rPr lang="en-US" altLang="zh-CN" sz="1800" dirty="0">
                <a:solidFill>
                  <a:srgbClr val="000099"/>
                </a:solidFill>
                <a:ea typeface="楷体_GB2312" pitchFamily="49" charset="-122"/>
              </a:rPr>
              <a:t>weight</a:t>
            </a:r>
            <a:r>
              <a:rPr lang="zh-CN" altLang="en-US" sz="1800" dirty="0">
                <a:solidFill>
                  <a:srgbClr val="000099"/>
                </a:solidFill>
                <a:ea typeface="楷体_GB2312" pitchFamily="49" charset="-122"/>
              </a:rPr>
              <a:t>保存了该弧的活动持续时间。</a:t>
            </a:r>
            <a:endParaRPr lang="en-US" altLang="zh-CN" sz="1800" dirty="0">
              <a:solidFill>
                <a:srgbClr val="000099"/>
              </a:solidFill>
              <a:ea typeface="楷体_GB2312" pitchFamily="49" charset="-122"/>
            </a:endParaRPr>
          </a:p>
        </p:txBody>
      </p:sp>
      <p:sp>
        <p:nvSpPr>
          <p:cNvPr id="150" name="文本框 81922">
            <a:extLst>
              <a:ext uri="{FF2B5EF4-FFF2-40B4-BE49-F238E27FC236}">
                <a16:creationId xmlns:a16="http://schemas.microsoft.com/office/drawing/2014/main" id="{FF0ACD5E-933C-42F1-93FC-4CF175E6E27C}"/>
              </a:ext>
            </a:extLst>
          </p:cNvPr>
          <p:cNvSpPr txBox="1">
            <a:spLocks noChangeArrowheads="1"/>
          </p:cNvSpPr>
          <p:nvPr/>
        </p:nvSpPr>
        <p:spPr bwMode="auto">
          <a:xfrm>
            <a:off x="5919161" y="270337"/>
            <a:ext cx="5375568" cy="1237775"/>
          </a:xfrm>
          <a:prstGeom prst="rect">
            <a:avLst/>
          </a:prstGeom>
          <a:noFill/>
          <a:ln>
            <a:noFill/>
          </a:ln>
        </p:spPr>
        <p:txBody>
          <a:bodyPr wrap="square">
            <a:spAutoFit/>
          </a:bodyPr>
          <a:lstStyle>
            <a:lvl1pPr>
              <a:spcBef>
                <a:spcPct val="20000"/>
              </a:spcBef>
              <a:buClr>
                <a:schemeClr val="bg2"/>
              </a:buClr>
              <a:buFont typeface="Monotype Sorts" pitchFamily="2" charset="2"/>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bg2"/>
              </a:buClr>
              <a:buSzPct val="50000"/>
              <a:buFont typeface="Monotype Sorts" pitchFamily="2" charset="2"/>
              <a:buChar char="l"/>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nSpc>
                <a:spcPct val="105000"/>
              </a:lnSpc>
              <a:spcBef>
                <a:spcPct val="0"/>
              </a:spcBef>
              <a:buClrTx/>
              <a:buNone/>
            </a:pPr>
            <a:r>
              <a:rPr lang="zh-CN" altLang="en-US" sz="1800" dirty="0">
                <a:solidFill>
                  <a:srgbClr val="000099"/>
                </a:solidFill>
                <a:ea typeface="楷体_GB2312" pitchFamily="49" charset="-122"/>
              </a:rPr>
              <a:t>下面结合示例演示</a:t>
            </a:r>
            <a:r>
              <a:rPr lang="zh-CN" altLang="en-US" sz="1800" dirty="0">
                <a:solidFill>
                  <a:srgbClr val="C00000"/>
                </a:solidFill>
                <a:effectLst>
                  <a:outerShdw blurRad="38100" dist="38100" dir="2700000" algn="tl">
                    <a:srgbClr val="000000">
                      <a:alpha val="43137"/>
                    </a:srgbClr>
                  </a:outerShdw>
                </a:effectLst>
                <a:ea typeface="楷体_GB2312" pitchFamily="49" charset="-122"/>
              </a:rPr>
              <a:t>算法</a:t>
            </a:r>
            <a:r>
              <a:rPr lang="en-US" altLang="zh-CN" sz="1800" dirty="0">
                <a:solidFill>
                  <a:srgbClr val="C00000"/>
                </a:solidFill>
                <a:effectLst>
                  <a:outerShdw blurRad="38100" dist="38100" dir="2700000" algn="tl">
                    <a:srgbClr val="000000">
                      <a:alpha val="43137"/>
                    </a:srgbClr>
                  </a:outerShdw>
                </a:effectLst>
                <a:ea typeface="楷体_GB2312" pitchFamily="49" charset="-122"/>
              </a:rPr>
              <a:t>7.16</a:t>
            </a:r>
            <a:r>
              <a:rPr lang="zh-CN" altLang="en-US" sz="1800" dirty="0">
                <a:solidFill>
                  <a:srgbClr val="000099"/>
                </a:solidFill>
                <a:ea typeface="楷体_GB2312" pitchFamily="49" charset="-122"/>
              </a:rPr>
              <a:t>的执行过程。</a:t>
            </a:r>
            <a:endParaRPr lang="en-US" altLang="zh-CN" sz="1800" dirty="0">
              <a:solidFill>
                <a:srgbClr val="000099"/>
              </a:solidFill>
              <a:ea typeface="楷体_GB2312" pitchFamily="49" charset="-122"/>
            </a:endParaRPr>
          </a:p>
          <a:p>
            <a:pPr>
              <a:lnSpc>
                <a:spcPct val="105000"/>
              </a:lnSpc>
              <a:spcBef>
                <a:spcPct val="0"/>
              </a:spcBef>
              <a:buClrTx/>
              <a:buNone/>
            </a:pPr>
            <a:r>
              <a:rPr lang="zh-CN" altLang="en-US" sz="1800" dirty="0">
                <a:solidFill>
                  <a:srgbClr val="000099"/>
                </a:solidFill>
                <a:ea typeface="楷体_GB2312" pitchFamily="49" charset="-122"/>
              </a:rPr>
              <a:t>分配</a:t>
            </a:r>
            <a:r>
              <a:rPr lang="en-US" altLang="zh-CN" sz="1800" dirty="0" err="1">
                <a:solidFill>
                  <a:srgbClr val="000099"/>
                </a:solidFill>
                <a:ea typeface="楷体_GB2312" pitchFamily="49" charset="-122"/>
              </a:rPr>
              <a:t>ve</a:t>
            </a:r>
            <a:r>
              <a:rPr lang="zh-CN" altLang="en-US" sz="1800" dirty="0">
                <a:solidFill>
                  <a:srgbClr val="000099"/>
                </a:solidFill>
                <a:ea typeface="楷体_GB2312" pitchFamily="49" charset="-122"/>
              </a:rPr>
              <a:t>和</a:t>
            </a:r>
            <a:r>
              <a:rPr lang="en-US" altLang="zh-CN" sz="1800" dirty="0" err="1">
                <a:solidFill>
                  <a:srgbClr val="000099"/>
                </a:solidFill>
                <a:ea typeface="楷体_GB2312" pitchFamily="49" charset="-122"/>
              </a:rPr>
              <a:t>vl</a:t>
            </a:r>
            <a:r>
              <a:rPr lang="zh-CN" altLang="en-US" sz="1800" dirty="0">
                <a:solidFill>
                  <a:srgbClr val="000099"/>
                </a:solidFill>
                <a:ea typeface="楷体_GB2312" pitchFamily="49" charset="-122"/>
              </a:rPr>
              <a:t>空间后，用栈 </a:t>
            </a:r>
            <a:r>
              <a:rPr lang="en-US" altLang="zh-CN" sz="1800" dirty="0">
                <a:solidFill>
                  <a:srgbClr val="000099"/>
                </a:solidFill>
                <a:ea typeface="楷体_GB2312" pitchFamily="49" charset="-122"/>
              </a:rPr>
              <a:t>T </a:t>
            </a:r>
            <a:r>
              <a:rPr lang="zh-CN" altLang="en-US" sz="1800" dirty="0">
                <a:solidFill>
                  <a:srgbClr val="000099"/>
                </a:solidFill>
                <a:ea typeface="楷体_GB2312" pitchFamily="49" charset="-122"/>
              </a:rPr>
              <a:t>调用</a:t>
            </a:r>
            <a:r>
              <a:rPr lang="zh-CN" altLang="en-US" sz="1800" dirty="0">
                <a:solidFill>
                  <a:srgbClr val="C00000"/>
                </a:solidFill>
                <a:effectLst>
                  <a:outerShdw blurRad="38100" dist="38100" dir="2700000" algn="tl">
                    <a:srgbClr val="000000">
                      <a:alpha val="43137"/>
                    </a:srgbClr>
                  </a:outerShdw>
                </a:effectLst>
                <a:ea typeface="楷体_GB2312" pitchFamily="49" charset="-122"/>
              </a:rPr>
              <a:t>算法</a:t>
            </a:r>
            <a:r>
              <a:rPr lang="en-US" altLang="zh-CN" sz="1800" dirty="0">
                <a:solidFill>
                  <a:srgbClr val="C00000"/>
                </a:solidFill>
                <a:effectLst>
                  <a:outerShdw blurRad="38100" dist="38100" dir="2700000" algn="tl">
                    <a:srgbClr val="000000">
                      <a:alpha val="43137"/>
                    </a:srgbClr>
                  </a:outerShdw>
                </a:effectLst>
                <a:ea typeface="楷体_GB2312" pitchFamily="49" charset="-122"/>
              </a:rPr>
              <a:t>7.15</a:t>
            </a:r>
            <a:r>
              <a:rPr lang="zh-CN" altLang="en-US" sz="1800" dirty="0">
                <a:solidFill>
                  <a:srgbClr val="000099"/>
                </a:solidFill>
                <a:ea typeface="楷体_GB2312" pitchFamily="49" charset="-122"/>
              </a:rPr>
              <a:t>求 </a:t>
            </a:r>
            <a:r>
              <a:rPr lang="en-US" altLang="zh-CN" sz="1800" dirty="0">
                <a:solidFill>
                  <a:srgbClr val="000099"/>
                </a:solidFill>
                <a:ea typeface="楷体_GB2312" pitchFamily="49" charset="-122"/>
              </a:rPr>
              <a:t>G </a:t>
            </a:r>
            <a:r>
              <a:rPr lang="zh-CN" altLang="en-US" sz="1800" dirty="0">
                <a:solidFill>
                  <a:srgbClr val="000099"/>
                </a:solidFill>
                <a:ea typeface="楷体_GB2312" pitchFamily="49" charset="-122"/>
              </a:rPr>
              <a:t>一个逆拓扑序列，并求得各顶点的最早发生时间</a:t>
            </a:r>
            <a:r>
              <a:rPr lang="en-US" altLang="zh-CN" sz="1800" dirty="0" err="1">
                <a:solidFill>
                  <a:srgbClr val="000099"/>
                </a:solidFill>
                <a:ea typeface="楷体_GB2312" pitchFamily="49" charset="-122"/>
              </a:rPr>
              <a:t>ve</a:t>
            </a:r>
            <a:r>
              <a:rPr lang="zh-CN" altLang="en-US" sz="1800" dirty="0">
                <a:solidFill>
                  <a:srgbClr val="000099"/>
                </a:solidFill>
                <a:ea typeface="楷体_GB2312" pitchFamily="49" charset="-122"/>
              </a:rPr>
              <a:t>。</a:t>
            </a:r>
            <a:endParaRPr lang="en-US" altLang="zh-CN" sz="1800" dirty="0">
              <a:solidFill>
                <a:srgbClr val="000099"/>
              </a:solidFill>
              <a:ea typeface="楷体_GB2312" pitchFamily="49" charset="-122"/>
            </a:endParaRPr>
          </a:p>
          <a:p>
            <a:pPr eaLnBrk="1" hangingPunct="1">
              <a:lnSpc>
                <a:spcPct val="105000"/>
              </a:lnSpc>
              <a:spcBef>
                <a:spcPct val="0"/>
              </a:spcBef>
              <a:buClrTx/>
              <a:buFontTx/>
              <a:buNone/>
            </a:pPr>
            <a:r>
              <a:rPr lang="zh-CN" altLang="en-US" sz="1800" dirty="0">
                <a:solidFill>
                  <a:srgbClr val="000099"/>
                </a:solidFill>
                <a:ea typeface="楷体_GB2312" pitchFamily="49" charset="-122"/>
              </a:rPr>
              <a:t>最迟发生时间数组</a:t>
            </a:r>
            <a:r>
              <a:rPr lang="en-US" altLang="zh-CN" sz="1800" dirty="0" err="1">
                <a:solidFill>
                  <a:srgbClr val="000099"/>
                </a:solidFill>
                <a:ea typeface="楷体_GB2312" pitchFamily="49" charset="-122"/>
              </a:rPr>
              <a:t>vl</a:t>
            </a:r>
            <a:r>
              <a:rPr lang="zh-CN" altLang="en-US" sz="1800" dirty="0">
                <a:solidFill>
                  <a:srgbClr val="000099"/>
                </a:solidFill>
                <a:ea typeface="楷体_GB2312" pitchFamily="49" charset="-122"/>
              </a:rPr>
              <a:t>各单元全置为汇点的</a:t>
            </a:r>
            <a:r>
              <a:rPr lang="en-US" altLang="zh-CN" sz="1800" dirty="0" err="1">
                <a:solidFill>
                  <a:srgbClr val="000099"/>
                </a:solidFill>
                <a:ea typeface="楷体_GB2312" pitchFamily="49" charset="-122"/>
              </a:rPr>
              <a:t>ve</a:t>
            </a:r>
            <a:r>
              <a:rPr lang="zh-CN" altLang="en-US" sz="1800" dirty="0">
                <a:solidFill>
                  <a:srgbClr val="000099"/>
                </a:solidFill>
                <a:ea typeface="楷体_GB2312" pitchFamily="49" charset="-122"/>
              </a:rPr>
              <a:t>值。</a:t>
            </a:r>
            <a:r>
              <a:rPr lang="en-US" altLang="zh-CN" sz="1800" dirty="0">
                <a:solidFill>
                  <a:srgbClr val="000099"/>
                </a:solidFill>
                <a:ea typeface="楷体_GB2312" pitchFamily="49" charset="-122"/>
              </a:rPr>
              <a:t> </a:t>
            </a:r>
          </a:p>
        </p:txBody>
      </p:sp>
      <p:sp>
        <p:nvSpPr>
          <p:cNvPr id="203" name="矩形 202">
            <a:extLst>
              <a:ext uri="{FF2B5EF4-FFF2-40B4-BE49-F238E27FC236}">
                <a16:creationId xmlns:a16="http://schemas.microsoft.com/office/drawing/2014/main" id="{A4621A70-7421-4CED-9D55-41B150430A07}"/>
              </a:ext>
            </a:extLst>
          </p:cNvPr>
          <p:cNvSpPr/>
          <p:nvPr/>
        </p:nvSpPr>
        <p:spPr>
          <a:xfrm>
            <a:off x="4366845" y="3988096"/>
            <a:ext cx="265460" cy="290913"/>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sp>
        <p:nvSpPr>
          <p:cNvPr id="204" name="矩形 203">
            <a:extLst>
              <a:ext uri="{FF2B5EF4-FFF2-40B4-BE49-F238E27FC236}">
                <a16:creationId xmlns:a16="http://schemas.microsoft.com/office/drawing/2014/main" id="{7063CF6E-69D3-4F7D-B16B-AF3037C089AC}"/>
              </a:ext>
            </a:extLst>
          </p:cNvPr>
          <p:cNvSpPr/>
          <p:nvPr/>
        </p:nvSpPr>
        <p:spPr>
          <a:xfrm>
            <a:off x="4348031" y="4002735"/>
            <a:ext cx="265460" cy="290913"/>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sp>
        <p:nvSpPr>
          <p:cNvPr id="205" name="矩形 204">
            <a:extLst>
              <a:ext uri="{FF2B5EF4-FFF2-40B4-BE49-F238E27FC236}">
                <a16:creationId xmlns:a16="http://schemas.microsoft.com/office/drawing/2014/main" id="{0D9E9B06-224F-4365-873C-0D7576A499B3}"/>
              </a:ext>
            </a:extLst>
          </p:cNvPr>
          <p:cNvSpPr/>
          <p:nvPr/>
        </p:nvSpPr>
        <p:spPr>
          <a:xfrm>
            <a:off x="4346555" y="3990323"/>
            <a:ext cx="265460" cy="290913"/>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sp>
        <p:nvSpPr>
          <p:cNvPr id="206" name="矩形 205">
            <a:extLst>
              <a:ext uri="{FF2B5EF4-FFF2-40B4-BE49-F238E27FC236}">
                <a16:creationId xmlns:a16="http://schemas.microsoft.com/office/drawing/2014/main" id="{03B5FA67-7E36-4735-A00D-AAA7D2BBA693}"/>
              </a:ext>
            </a:extLst>
          </p:cNvPr>
          <p:cNvSpPr/>
          <p:nvPr/>
        </p:nvSpPr>
        <p:spPr>
          <a:xfrm>
            <a:off x="4299542" y="3997370"/>
            <a:ext cx="332454" cy="290913"/>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sp>
        <p:nvSpPr>
          <p:cNvPr id="207" name="矩形 206">
            <a:extLst>
              <a:ext uri="{FF2B5EF4-FFF2-40B4-BE49-F238E27FC236}">
                <a16:creationId xmlns:a16="http://schemas.microsoft.com/office/drawing/2014/main" id="{242F6E96-4AB3-4DF6-9CC6-A03F1D1B6DF3}"/>
              </a:ext>
            </a:extLst>
          </p:cNvPr>
          <p:cNvSpPr/>
          <p:nvPr/>
        </p:nvSpPr>
        <p:spPr>
          <a:xfrm>
            <a:off x="4333309" y="3988096"/>
            <a:ext cx="265460" cy="290913"/>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sp>
        <p:nvSpPr>
          <p:cNvPr id="208" name="矩形 207">
            <a:extLst>
              <a:ext uri="{FF2B5EF4-FFF2-40B4-BE49-F238E27FC236}">
                <a16:creationId xmlns:a16="http://schemas.microsoft.com/office/drawing/2014/main" id="{06F7A868-9AC6-4558-91E8-045FACD3306E}"/>
              </a:ext>
            </a:extLst>
          </p:cNvPr>
          <p:cNvSpPr/>
          <p:nvPr/>
        </p:nvSpPr>
        <p:spPr>
          <a:xfrm>
            <a:off x="4328241" y="3974351"/>
            <a:ext cx="265460" cy="290913"/>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cxnSp>
        <p:nvCxnSpPr>
          <p:cNvPr id="52" name="直接连接符 51">
            <a:extLst>
              <a:ext uri="{FF2B5EF4-FFF2-40B4-BE49-F238E27FC236}">
                <a16:creationId xmlns:a16="http://schemas.microsoft.com/office/drawing/2014/main" id="{49FA7DEA-3BBC-4128-A1E7-D70D276ABE7D}"/>
              </a:ext>
            </a:extLst>
          </p:cNvPr>
          <p:cNvCxnSpPr/>
          <p:nvPr/>
        </p:nvCxnSpPr>
        <p:spPr>
          <a:xfrm>
            <a:off x="6096000" y="3406467"/>
            <a:ext cx="255757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266AC137-A6EB-4475-B3CA-E15521F4BEF5}"/>
              </a:ext>
            </a:extLst>
          </p:cNvPr>
          <p:cNvCxnSpPr>
            <a:cxnSpLocks/>
          </p:cNvCxnSpPr>
          <p:nvPr/>
        </p:nvCxnSpPr>
        <p:spPr>
          <a:xfrm>
            <a:off x="6274848" y="3657717"/>
            <a:ext cx="512887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14" name="组合 213">
            <a:extLst>
              <a:ext uri="{FF2B5EF4-FFF2-40B4-BE49-F238E27FC236}">
                <a16:creationId xmlns:a16="http://schemas.microsoft.com/office/drawing/2014/main" id="{B4CAA931-BC91-4EDC-9560-E752FAB4677D}"/>
              </a:ext>
            </a:extLst>
          </p:cNvPr>
          <p:cNvGrpSpPr/>
          <p:nvPr/>
        </p:nvGrpSpPr>
        <p:grpSpPr>
          <a:xfrm>
            <a:off x="3912151" y="3006803"/>
            <a:ext cx="186979" cy="440273"/>
            <a:chOff x="6193680" y="571944"/>
            <a:chExt cx="186979" cy="440273"/>
          </a:xfrm>
        </p:grpSpPr>
        <p:sp>
          <p:nvSpPr>
            <p:cNvPr id="215" name="文本框 214">
              <a:extLst>
                <a:ext uri="{FF2B5EF4-FFF2-40B4-BE49-F238E27FC236}">
                  <a16:creationId xmlns:a16="http://schemas.microsoft.com/office/drawing/2014/main" id="{1BCA536F-3419-4678-A81C-C4E70D18E5F6}"/>
                </a:ext>
              </a:extLst>
            </p:cNvPr>
            <p:cNvSpPr txBox="1"/>
            <p:nvPr/>
          </p:nvSpPr>
          <p:spPr>
            <a:xfrm>
              <a:off x="6193680" y="571944"/>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216" name="直接箭头连接符 215">
              <a:extLst>
                <a:ext uri="{FF2B5EF4-FFF2-40B4-BE49-F238E27FC236}">
                  <a16:creationId xmlns:a16="http://schemas.microsoft.com/office/drawing/2014/main" id="{D42950C9-6B31-4AD2-B467-DF56FEF4EEAC}"/>
                </a:ext>
              </a:extLst>
            </p:cNvPr>
            <p:cNvCxnSpPr>
              <a:cxnSpLocks/>
            </p:cNvCxnSpPr>
            <p:nvPr/>
          </p:nvCxnSpPr>
          <p:spPr>
            <a:xfrm>
              <a:off x="6289293" y="838274"/>
              <a:ext cx="91366" cy="1739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17" name="直接连接符 216">
            <a:extLst>
              <a:ext uri="{FF2B5EF4-FFF2-40B4-BE49-F238E27FC236}">
                <a16:creationId xmlns:a16="http://schemas.microsoft.com/office/drawing/2014/main" id="{8E30272F-ABC5-4EB4-B7BF-E2DCE2B53190}"/>
              </a:ext>
            </a:extLst>
          </p:cNvPr>
          <p:cNvCxnSpPr>
            <a:cxnSpLocks/>
          </p:cNvCxnSpPr>
          <p:nvPr/>
        </p:nvCxnSpPr>
        <p:spPr>
          <a:xfrm>
            <a:off x="6347416" y="3704852"/>
            <a:ext cx="0" cy="481703"/>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2" name="矩形 221">
            <a:extLst>
              <a:ext uri="{FF2B5EF4-FFF2-40B4-BE49-F238E27FC236}">
                <a16:creationId xmlns:a16="http://schemas.microsoft.com/office/drawing/2014/main" id="{27A1D31E-9A0D-4E8A-98A2-3E15CFD02931}"/>
              </a:ext>
            </a:extLst>
          </p:cNvPr>
          <p:cNvSpPr/>
          <p:nvPr/>
        </p:nvSpPr>
        <p:spPr>
          <a:xfrm>
            <a:off x="3524562" y="4429202"/>
            <a:ext cx="265460" cy="290913"/>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sp>
        <p:nvSpPr>
          <p:cNvPr id="223" name="矩形 222">
            <a:extLst>
              <a:ext uri="{FF2B5EF4-FFF2-40B4-BE49-F238E27FC236}">
                <a16:creationId xmlns:a16="http://schemas.microsoft.com/office/drawing/2014/main" id="{7292F5AB-7342-408F-89D8-27852B6B7458}"/>
              </a:ext>
            </a:extLst>
          </p:cNvPr>
          <p:cNvSpPr/>
          <p:nvPr/>
        </p:nvSpPr>
        <p:spPr>
          <a:xfrm>
            <a:off x="4331378" y="4429066"/>
            <a:ext cx="265460" cy="290913"/>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sp>
        <p:nvSpPr>
          <p:cNvPr id="65" name="文本框 64">
            <a:extLst>
              <a:ext uri="{FF2B5EF4-FFF2-40B4-BE49-F238E27FC236}">
                <a16:creationId xmlns:a16="http://schemas.microsoft.com/office/drawing/2014/main" id="{C4783AEC-FB1E-4970-8B27-382AD5DF66FF}"/>
              </a:ext>
            </a:extLst>
          </p:cNvPr>
          <p:cNvSpPr txBox="1"/>
          <p:nvPr/>
        </p:nvSpPr>
        <p:spPr>
          <a:xfrm>
            <a:off x="7083107" y="4306500"/>
            <a:ext cx="199762" cy="238014"/>
          </a:xfrm>
          <a:prstGeom prst="rect">
            <a:avLst/>
          </a:prstGeom>
          <a:noFill/>
        </p:spPr>
        <p:txBody>
          <a:bodyPr wrap="square" lIns="0" tIns="0" rIns="0" bIns="0" rtlCol="0" anchor="ctr" anchorCtr="1">
            <a:spAutoFit/>
          </a:bodyPr>
          <a:lstStyle/>
          <a:p>
            <a:pPr algn="ctr">
              <a:lnSpc>
                <a:spcPts val="1600"/>
              </a:lnSpc>
            </a:pPr>
            <a:r>
              <a:rPr lang="en-US" altLang="zh-CN" sz="2800" b="1" dirty="0">
                <a:solidFill>
                  <a:srgbClr val="00B0F0"/>
                </a:solidFill>
              </a:rPr>
              <a:t>-</a:t>
            </a:r>
            <a:endParaRPr lang="zh-CN" altLang="en-US" sz="2800" b="1" dirty="0">
              <a:solidFill>
                <a:srgbClr val="00B0F0"/>
              </a:solidFill>
            </a:endParaRPr>
          </a:p>
        </p:txBody>
      </p:sp>
      <p:sp>
        <p:nvSpPr>
          <p:cNvPr id="225" name="文本框 224">
            <a:extLst>
              <a:ext uri="{FF2B5EF4-FFF2-40B4-BE49-F238E27FC236}">
                <a16:creationId xmlns:a16="http://schemas.microsoft.com/office/drawing/2014/main" id="{189F0FBB-4E7B-47FC-AF00-C1C69B34F67A}"/>
              </a:ext>
            </a:extLst>
          </p:cNvPr>
          <p:cNvSpPr txBox="1"/>
          <p:nvPr/>
        </p:nvSpPr>
        <p:spPr>
          <a:xfrm>
            <a:off x="8178762" y="4301309"/>
            <a:ext cx="270084" cy="254878"/>
          </a:xfrm>
          <a:prstGeom prst="rect">
            <a:avLst/>
          </a:prstGeom>
          <a:noFill/>
        </p:spPr>
        <p:txBody>
          <a:bodyPr wrap="square" lIns="0" tIns="0" rIns="0" bIns="0" rtlCol="0" anchor="ctr" anchorCtr="1">
            <a:spAutoFit/>
          </a:bodyPr>
          <a:lstStyle/>
          <a:p>
            <a:pPr algn="ctr">
              <a:lnSpc>
                <a:spcPts val="1900"/>
              </a:lnSpc>
            </a:pPr>
            <a:r>
              <a:rPr lang="en-US" altLang="zh-CN" sz="2400" b="1" dirty="0">
                <a:solidFill>
                  <a:srgbClr val="00B0F0"/>
                </a:solidFill>
              </a:rPr>
              <a:t>&lt;</a:t>
            </a:r>
            <a:endParaRPr lang="zh-CN" altLang="en-US" sz="2400" b="1" dirty="0">
              <a:solidFill>
                <a:srgbClr val="00B0F0"/>
              </a:solidFill>
            </a:endParaRPr>
          </a:p>
        </p:txBody>
      </p:sp>
      <p:sp>
        <p:nvSpPr>
          <p:cNvPr id="234" name="文本框 233">
            <a:extLst>
              <a:ext uri="{FF2B5EF4-FFF2-40B4-BE49-F238E27FC236}">
                <a16:creationId xmlns:a16="http://schemas.microsoft.com/office/drawing/2014/main" id="{E2C1B97E-9869-42F2-8420-FF06246291B6}"/>
              </a:ext>
            </a:extLst>
          </p:cNvPr>
          <p:cNvSpPr txBox="1"/>
          <p:nvPr/>
        </p:nvSpPr>
        <p:spPr>
          <a:xfrm>
            <a:off x="7642150" y="4304408"/>
            <a:ext cx="305086" cy="254878"/>
          </a:xfrm>
          <a:prstGeom prst="rect">
            <a:avLst/>
          </a:prstGeom>
          <a:noFill/>
        </p:spPr>
        <p:txBody>
          <a:bodyPr wrap="square" lIns="0" tIns="0" rIns="0" bIns="0" rtlCol="0" anchor="b" anchorCtr="1">
            <a:spAutoFit/>
          </a:bodyPr>
          <a:lstStyle/>
          <a:p>
            <a:pPr algn="ctr">
              <a:lnSpc>
                <a:spcPts val="1900"/>
              </a:lnSpc>
            </a:pPr>
            <a:r>
              <a:rPr lang="en-US" altLang="zh-CN" sz="2400" b="1" dirty="0">
                <a:solidFill>
                  <a:srgbClr val="00B0F0"/>
                </a:solidFill>
              </a:rPr>
              <a:t>=</a:t>
            </a:r>
            <a:endParaRPr lang="zh-CN" altLang="en-US" sz="2400" b="1" dirty="0">
              <a:solidFill>
                <a:srgbClr val="00B0F0"/>
              </a:solidFill>
            </a:endParaRPr>
          </a:p>
        </p:txBody>
      </p:sp>
      <p:sp>
        <p:nvSpPr>
          <p:cNvPr id="247" name="矩形 246">
            <a:extLst>
              <a:ext uri="{FF2B5EF4-FFF2-40B4-BE49-F238E27FC236}">
                <a16:creationId xmlns:a16="http://schemas.microsoft.com/office/drawing/2014/main" id="{2E04E447-B675-458F-A510-CF36B9517778}"/>
              </a:ext>
            </a:extLst>
          </p:cNvPr>
          <p:cNvSpPr/>
          <p:nvPr/>
        </p:nvSpPr>
        <p:spPr>
          <a:xfrm>
            <a:off x="7955097" y="4206684"/>
            <a:ext cx="230224"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2400" b="1" dirty="0">
                <a:solidFill>
                  <a:srgbClr val="C00000"/>
                </a:solidFill>
              </a:rPr>
              <a:t>6</a:t>
            </a:r>
            <a:endParaRPr lang="zh-CN" altLang="en-US" sz="2400" b="1" dirty="0">
              <a:solidFill>
                <a:srgbClr val="C00000"/>
              </a:solidFill>
            </a:endParaRPr>
          </a:p>
        </p:txBody>
      </p:sp>
      <p:sp>
        <p:nvSpPr>
          <p:cNvPr id="248" name="矩形 247">
            <a:extLst>
              <a:ext uri="{FF2B5EF4-FFF2-40B4-BE49-F238E27FC236}">
                <a16:creationId xmlns:a16="http://schemas.microsoft.com/office/drawing/2014/main" id="{C09048F0-F066-41CD-9DFE-A4DF917137B3}"/>
              </a:ext>
            </a:extLst>
          </p:cNvPr>
          <p:cNvSpPr/>
          <p:nvPr/>
        </p:nvSpPr>
        <p:spPr>
          <a:xfrm>
            <a:off x="7955097" y="4233847"/>
            <a:ext cx="226412"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2400" b="1" dirty="0">
                <a:solidFill>
                  <a:srgbClr val="C00000"/>
                </a:solidFill>
              </a:rPr>
              <a:t>7</a:t>
            </a:r>
            <a:endParaRPr lang="zh-CN" altLang="en-US" sz="2400" b="1" dirty="0">
              <a:solidFill>
                <a:srgbClr val="C00000"/>
              </a:solidFill>
            </a:endParaRPr>
          </a:p>
        </p:txBody>
      </p:sp>
      <p:sp>
        <p:nvSpPr>
          <p:cNvPr id="249" name="矩形 248">
            <a:extLst>
              <a:ext uri="{FF2B5EF4-FFF2-40B4-BE49-F238E27FC236}">
                <a16:creationId xmlns:a16="http://schemas.microsoft.com/office/drawing/2014/main" id="{E0C263BD-587C-416C-9102-8CBDF1E697B7}"/>
              </a:ext>
            </a:extLst>
          </p:cNvPr>
          <p:cNvSpPr/>
          <p:nvPr/>
        </p:nvSpPr>
        <p:spPr>
          <a:xfrm>
            <a:off x="3945139" y="4439743"/>
            <a:ext cx="265460" cy="290913"/>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sp>
        <p:nvSpPr>
          <p:cNvPr id="224" name="矩形 223">
            <a:extLst>
              <a:ext uri="{FF2B5EF4-FFF2-40B4-BE49-F238E27FC236}">
                <a16:creationId xmlns:a16="http://schemas.microsoft.com/office/drawing/2014/main" id="{39FAAD6D-0E21-43C8-B3DB-EEDFDF6090A3}"/>
              </a:ext>
            </a:extLst>
          </p:cNvPr>
          <p:cNvSpPr/>
          <p:nvPr/>
        </p:nvSpPr>
        <p:spPr>
          <a:xfrm>
            <a:off x="3486112" y="4413343"/>
            <a:ext cx="298950"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6</a:t>
            </a:r>
            <a:endParaRPr lang="zh-CN" altLang="en-US" sz="2400" b="1" dirty="0">
              <a:solidFill>
                <a:srgbClr val="C00000"/>
              </a:solidFill>
            </a:endParaRPr>
          </a:p>
        </p:txBody>
      </p:sp>
      <p:sp>
        <p:nvSpPr>
          <p:cNvPr id="250" name="矩形 249">
            <a:extLst>
              <a:ext uri="{FF2B5EF4-FFF2-40B4-BE49-F238E27FC236}">
                <a16:creationId xmlns:a16="http://schemas.microsoft.com/office/drawing/2014/main" id="{34DCB01E-71D5-46B0-ACBB-340C686F6FF9}"/>
              </a:ext>
            </a:extLst>
          </p:cNvPr>
          <p:cNvSpPr/>
          <p:nvPr/>
        </p:nvSpPr>
        <p:spPr>
          <a:xfrm>
            <a:off x="2670755" y="4425000"/>
            <a:ext cx="298950"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sp>
        <p:nvSpPr>
          <p:cNvPr id="271" name="矩形 270">
            <a:extLst>
              <a:ext uri="{FF2B5EF4-FFF2-40B4-BE49-F238E27FC236}">
                <a16:creationId xmlns:a16="http://schemas.microsoft.com/office/drawing/2014/main" id="{8C287131-685D-44E3-AC7B-822256AE924F}"/>
              </a:ext>
            </a:extLst>
          </p:cNvPr>
          <p:cNvSpPr/>
          <p:nvPr/>
        </p:nvSpPr>
        <p:spPr>
          <a:xfrm>
            <a:off x="7959568" y="4219269"/>
            <a:ext cx="221941"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2400" b="1" dirty="0">
                <a:solidFill>
                  <a:srgbClr val="C00000"/>
                </a:solidFill>
              </a:rPr>
              <a:t>4</a:t>
            </a:r>
            <a:endParaRPr lang="zh-CN" altLang="en-US" sz="2400" b="1" dirty="0">
              <a:solidFill>
                <a:srgbClr val="C00000"/>
              </a:solidFill>
            </a:endParaRPr>
          </a:p>
        </p:txBody>
      </p:sp>
      <p:sp>
        <p:nvSpPr>
          <p:cNvPr id="272" name="矩形 271">
            <a:extLst>
              <a:ext uri="{FF2B5EF4-FFF2-40B4-BE49-F238E27FC236}">
                <a16:creationId xmlns:a16="http://schemas.microsoft.com/office/drawing/2014/main" id="{1B3E2341-D1A1-47D8-88DE-226FBB80F897}"/>
              </a:ext>
            </a:extLst>
          </p:cNvPr>
          <p:cNvSpPr/>
          <p:nvPr/>
        </p:nvSpPr>
        <p:spPr>
          <a:xfrm>
            <a:off x="3934891" y="4415790"/>
            <a:ext cx="298950"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7</a:t>
            </a:r>
            <a:endParaRPr lang="zh-CN" altLang="en-US" sz="2400" b="1" dirty="0">
              <a:solidFill>
                <a:srgbClr val="C00000"/>
              </a:solidFill>
            </a:endParaRPr>
          </a:p>
        </p:txBody>
      </p:sp>
      <p:sp>
        <p:nvSpPr>
          <p:cNvPr id="273" name="矩形 272">
            <a:extLst>
              <a:ext uri="{FF2B5EF4-FFF2-40B4-BE49-F238E27FC236}">
                <a16:creationId xmlns:a16="http://schemas.microsoft.com/office/drawing/2014/main" id="{5C2B6D0B-421B-4D43-86E0-5CA10F9A1612}"/>
              </a:ext>
            </a:extLst>
          </p:cNvPr>
          <p:cNvSpPr/>
          <p:nvPr/>
        </p:nvSpPr>
        <p:spPr>
          <a:xfrm>
            <a:off x="7962308" y="4231854"/>
            <a:ext cx="237952"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2400" b="1" dirty="0">
                <a:solidFill>
                  <a:srgbClr val="C00000"/>
                </a:solidFill>
              </a:rPr>
              <a:t>4</a:t>
            </a:r>
            <a:endParaRPr lang="zh-CN" altLang="en-US" sz="2400" b="1" dirty="0">
              <a:solidFill>
                <a:srgbClr val="C00000"/>
              </a:solidFill>
            </a:endParaRPr>
          </a:p>
        </p:txBody>
      </p:sp>
      <p:sp>
        <p:nvSpPr>
          <p:cNvPr id="274" name="矩形 273">
            <a:extLst>
              <a:ext uri="{FF2B5EF4-FFF2-40B4-BE49-F238E27FC236}">
                <a16:creationId xmlns:a16="http://schemas.microsoft.com/office/drawing/2014/main" id="{CFF439C5-A955-4782-8CC5-A6D356172F1F}"/>
              </a:ext>
            </a:extLst>
          </p:cNvPr>
          <p:cNvSpPr/>
          <p:nvPr/>
        </p:nvSpPr>
        <p:spPr>
          <a:xfrm>
            <a:off x="2642475" y="4415790"/>
            <a:ext cx="298950"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4</a:t>
            </a:r>
            <a:endParaRPr lang="zh-CN" altLang="en-US" sz="2400" b="1" dirty="0">
              <a:solidFill>
                <a:srgbClr val="C00000"/>
              </a:solidFill>
            </a:endParaRPr>
          </a:p>
        </p:txBody>
      </p:sp>
      <p:cxnSp>
        <p:nvCxnSpPr>
          <p:cNvPr id="54" name="直接连接符 53">
            <a:extLst>
              <a:ext uri="{FF2B5EF4-FFF2-40B4-BE49-F238E27FC236}">
                <a16:creationId xmlns:a16="http://schemas.microsoft.com/office/drawing/2014/main" id="{27266E87-A451-437A-BD71-A3471999C42F}"/>
              </a:ext>
            </a:extLst>
          </p:cNvPr>
          <p:cNvCxnSpPr>
            <a:cxnSpLocks/>
          </p:cNvCxnSpPr>
          <p:nvPr/>
        </p:nvCxnSpPr>
        <p:spPr>
          <a:xfrm>
            <a:off x="8328833" y="4273248"/>
            <a:ext cx="0" cy="24061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75" name="矩形 274">
            <a:extLst>
              <a:ext uri="{FF2B5EF4-FFF2-40B4-BE49-F238E27FC236}">
                <a16:creationId xmlns:a16="http://schemas.microsoft.com/office/drawing/2014/main" id="{EE873390-62D2-45D1-B405-3198221935B0}"/>
              </a:ext>
            </a:extLst>
          </p:cNvPr>
          <p:cNvSpPr/>
          <p:nvPr/>
        </p:nvSpPr>
        <p:spPr>
          <a:xfrm>
            <a:off x="3496360" y="4404777"/>
            <a:ext cx="298950"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6</a:t>
            </a:r>
            <a:endParaRPr lang="zh-CN" altLang="en-US" sz="2400" b="1" dirty="0">
              <a:solidFill>
                <a:srgbClr val="C00000"/>
              </a:solidFill>
            </a:endParaRPr>
          </a:p>
        </p:txBody>
      </p:sp>
      <p:sp>
        <p:nvSpPr>
          <p:cNvPr id="276" name="矩形 275">
            <a:extLst>
              <a:ext uri="{FF2B5EF4-FFF2-40B4-BE49-F238E27FC236}">
                <a16:creationId xmlns:a16="http://schemas.microsoft.com/office/drawing/2014/main" id="{70C721C2-E6BF-47B1-8DBA-D5E303D9B0F8}"/>
              </a:ext>
            </a:extLst>
          </p:cNvPr>
          <p:cNvSpPr/>
          <p:nvPr/>
        </p:nvSpPr>
        <p:spPr>
          <a:xfrm>
            <a:off x="7962308" y="4205400"/>
            <a:ext cx="221941"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2400" b="1" dirty="0">
                <a:solidFill>
                  <a:srgbClr val="C00000"/>
                </a:solidFill>
              </a:rPr>
              <a:t>2</a:t>
            </a:r>
            <a:endParaRPr lang="zh-CN" altLang="en-US" sz="2400" b="1" dirty="0">
              <a:solidFill>
                <a:srgbClr val="C00000"/>
              </a:solidFill>
            </a:endParaRPr>
          </a:p>
        </p:txBody>
      </p:sp>
      <p:sp>
        <p:nvSpPr>
          <p:cNvPr id="277" name="矩形 276">
            <a:extLst>
              <a:ext uri="{FF2B5EF4-FFF2-40B4-BE49-F238E27FC236}">
                <a16:creationId xmlns:a16="http://schemas.microsoft.com/office/drawing/2014/main" id="{0F0536AC-8A5A-4CFA-B6E5-4BE44BEC5292}"/>
              </a:ext>
            </a:extLst>
          </p:cNvPr>
          <p:cNvSpPr/>
          <p:nvPr/>
        </p:nvSpPr>
        <p:spPr>
          <a:xfrm>
            <a:off x="3065543" y="4419961"/>
            <a:ext cx="298950"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sp>
        <p:nvSpPr>
          <p:cNvPr id="280" name="矩形 279">
            <a:extLst>
              <a:ext uri="{FF2B5EF4-FFF2-40B4-BE49-F238E27FC236}">
                <a16:creationId xmlns:a16="http://schemas.microsoft.com/office/drawing/2014/main" id="{FF5504C8-8DAC-4C32-9126-8D8E05F4FD72}"/>
              </a:ext>
            </a:extLst>
          </p:cNvPr>
          <p:cNvSpPr/>
          <p:nvPr/>
        </p:nvSpPr>
        <p:spPr>
          <a:xfrm>
            <a:off x="3079110" y="4420038"/>
            <a:ext cx="298950"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2</a:t>
            </a:r>
            <a:endParaRPr lang="zh-CN" altLang="en-US" sz="2400" b="1" dirty="0">
              <a:solidFill>
                <a:srgbClr val="C00000"/>
              </a:solidFill>
            </a:endParaRPr>
          </a:p>
        </p:txBody>
      </p:sp>
      <p:cxnSp>
        <p:nvCxnSpPr>
          <p:cNvPr id="281" name="直接连接符 280">
            <a:extLst>
              <a:ext uri="{FF2B5EF4-FFF2-40B4-BE49-F238E27FC236}">
                <a16:creationId xmlns:a16="http://schemas.microsoft.com/office/drawing/2014/main" id="{97FE48AF-68D5-4705-B30E-A98C7E9EEE57}"/>
              </a:ext>
            </a:extLst>
          </p:cNvPr>
          <p:cNvCxnSpPr>
            <a:cxnSpLocks/>
          </p:cNvCxnSpPr>
          <p:nvPr/>
        </p:nvCxnSpPr>
        <p:spPr>
          <a:xfrm>
            <a:off x="8328833" y="4265264"/>
            <a:ext cx="0" cy="2421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78" name="矩形 277">
            <a:extLst>
              <a:ext uri="{FF2B5EF4-FFF2-40B4-BE49-F238E27FC236}">
                <a16:creationId xmlns:a16="http://schemas.microsoft.com/office/drawing/2014/main" id="{5DD49E31-EDAF-4C40-A646-FE964371C23E}"/>
              </a:ext>
            </a:extLst>
          </p:cNvPr>
          <p:cNvSpPr/>
          <p:nvPr/>
        </p:nvSpPr>
        <p:spPr>
          <a:xfrm>
            <a:off x="2641748" y="4409301"/>
            <a:ext cx="298950"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4</a:t>
            </a:r>
            <a:endParaRPr lang="zh-CN" altLang="en-US" sz="2400" b="1" dirty="0">
              <a:solidFill>
                <a:srgbClr val="C00000"/>
              </a:solidFill>
            </a:endParaRPr>
          </a:p>
        </p:txBody>
      </p:sp>
      <p:sp>
        <p:nvSpPr>
          <p:cNvPr id="283" name="矩形 282">
            <a:extLst>
              <a:ext uri="{FF2B5EF4-FFF2-40B4-BE49-F238E27FC236}">
                <a16:creationId xmlns:a16="http://schemas.microsoft.com/office/drawing/2014/main" id="{D62563FF-4EB6-4FD5-88D0-F725E3C705ED}"/>
              </a:ext>
            </a:extLst>
          </p:cNvPr>
          <p:cNvSpPr/>
          <p:nvPr/>
        </p:nvSpPr>
        <p:spPr>
          <a:xfrm>
            <a:off x="2217161" y="4422358"/>
            <a:ext cx="298950"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8</a:t>
            </a:r>
            <a:endParaRPr lang="zh-CN" altLang="en-US" sz="2400" b="1" dirty="0">
              <a:solidFill>
                <a:srgbClr val="C00000"/>
              </a:solidFill>
            </a:endParaRPr>
          </a:p>
        </p:txBody>
      </p:sp>
      <p:sp>
        <p:nvSpPr>
          <p:cNvPr id="284" name="矩形 283">
            <a:extLst>
              <a:ext uri="{FF2B5EF4-FFF2-40B4-BE49-F238E27FC236}">
                <a16:creationId xmlns:a16="http://schemas.microsoft.com/office/drawing/2014/main" id="{6BD7258C-B4C9-41F8-9A8B-ED974D33D8D6}"/>
              </a:ext>
            </a:extLst>
          </p:cNvPr>
          <p:cNvSpPr/>
          <p:nvPr/>
        </p:nvSpPr>
        <p:spPr>
          <a:xfrm>
            <a:off x="3065543" y="4413343"/>
            <a:ext cx="298950"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2</a:t>
            </a:r>
            <a:endParaRPr lang="zh-CN" altLang="en-US" sz="2400" b="1" dirty="0">
              <a:solidFill>
                <a:srgbClr val="C00000"/>
              </a:solidFill>
            </a:endParaRPr>
          </a:p>
        </p:txBody>
      </p:sp>
      <p:sp>
        <p:nvSpPr>
          <p:cNvPr id="282" name="矩形 281">
            <a:extLst>
              <a:ext uri="{FF2B5EF4-FFF2-40B4-BE49-F238E27FC236}">
                <a16:creationId xmlns:a16="http://schemas.microsoft.com/office/drawing/2014/main" id="{F88183BF-5765-43D4-89E6-4A397A9E0520}"/>
              </a:ext>
            </a:extLst>
          </p:cNvPr>
          <p:cNvSpPr/>
          <p:nvPr/>
        </p:nvSpPr>
        <p:spPr>
          <a:xfrm>
            <a:off x="7958198" y="4246569"/>
            <a:ext cx="227123" cy="288114"/>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2400" b="1" dirty="0">
                <a:solidFill>
                  <a:srgbClr val="C00000"/>
                </a:solidFill>
              </a:rPr>
              <a:t>1</a:t>
            </a:r>
            <a:endParaRPr lang="zh-CN" altLang="en-US" sz="2400" b="1" dirty="0">
              <a:solidFill>
                <a:srgbClr val="C00000"/>
              </a:solidFill>
            </a:endParaRPr>
          </a:p>
        </p:txBody>
      </p:sp>
      <p:grpSp>
        <p:nvGrpSpPr>
          <p:cNvPr id="88" name="组合 87">
            <a:extLst>
              <a:ext uri="{FF2B5EF4-FFF2-40B4-BE49-F238E27FC236}">
                <a16:creationId xmlns:a16="http://schemas.microsoft.com/office/drawing/2014/main" id="{34A5D1E6-7E2D-4B72-AD60-B532D3797B4F}"/>
              </a:ext>
            </a:extLst>
          </p:cNvPr>
          <p:cNvGrpSpPr/>
          <p:nvPr/>
        </p:nvGrpSpPr>
        <p:grpSpPr>
          <a:xfrm>
            <a:off x="2087776" y="3638964"/>
            <a:ext cx="162340" cy="282353"/>
            <a:chOff x="2828510" y="1581150"/>
            <a:chExt cx="162340" cy="282353"/>
          </a:xfrm>
        </p:grpSpPr>
        <p:sp>
          <p:nvSpPr>
            <p:cNvPr id="287" name="文本框 286">
              <a:extLst>
                <a:ext uri="{FF2B5EF4-FFF2-40B4-BE49-F238E27FC236}">
                  <a16:creationId xmlns:a16="http://schemas.microsoft.com/office/drawing/2014/main" id="{B14E8329-7C4C-4B82-882A-C1377CF864CC}"/>
                </a:ext>
              </a:extLst>
            </p:cNvPr>
            <p:cNvSpPr txBox="1"/>
            <p:nvPr/>
          </p:nvSpPr>
          <p:spPr>
            <a:xfrm>
              <a:off x="2828510" y="1581262"/>
              <a:ext cx="144703" cy="246221"/>
            </a:xfrm>
            <a:prstGeom prst="rect">
              <a:avLst/>
            </a:prstGeom>
            <a:noFill/>
          </p:spPr>
          <p:txBody>
            <a:bodyPr wrap="square" lIns="0" tIns="0" rIns="0" bIns="0" rtlCol="0" anchor="ctr" anchorCtr="1">
              <a:spAutoFit/>
            </a:bodyPr>
            <a:lstStyle/>
            <a:p>
              <a:pPr algn="ctr">
                <a:lnSpc>
                  <a:spcPct val="80000"/>
                </a:lnSpc>
              </a:pPr>
              <a:r>
                <a:rPr lang="en-US" altLang="zh-CN" sz="2000" b="1" dirty="0">
                  <a:solidFill>
                    <a:srgbClr val="C00000"/>
                  </a:solidFill>
                </a:rPr>
                <a:t>i</a:t>
              </a:r>
              <a:endParaRPr lang="zh-CN" altLang="en-US" sz="2000" b="1" dirty="0">
                <a:solidFill>
                  <a:srgbClr val="C00000"/>
                </a:solidFill>
              </a:endParaRPr>
            </a:p>
          </p:txBody>
        </p:sp>
        <p:cxnSp>
          <p:nvCxnSpPr>
            <p:cNvPr id="288" name="直接箭头连接符 287">
              <a:extLst>
                <a:ext uri="{FF2B5EF4-FFF2-40B4-BE49-F238E27FC236}">
                  <a16:creationId xmlns:a16="http://schemas.microsoft.com/office/drawing/2014/main" id="{A5B73412-50A9-441A-AE08-5F94C031C5D3}"/>
                </a:ext>
              </a:extLst>
            </p:cNvPr>
            <p:cNvCxnSpPr>
              <a:cxnSpLocks/>
            </p:cNvCxnSpPr>
            <p:nvPr/>
          </p:nvCxnSpPr>
          <p:spPr>
            <a:xfrm flipH="1">
              <a:off x="2988250" y="1581150"/>
              <a:ext cx="2600" cy="282353"/>
            </a:xfrm>
            <a:prstGeom prst="straightConnector1">
              <a:avLst/>
            </a:prstGeom>
            <a:ln w="38100">
              <a:solidFill>
                <a:srgbClr val="8E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97" name="直接连接符 296">
            <a:extLst>
              <a:ext uri="{FF2B5EF4-FFF2-40B4-BE49-F238E27FC236}">
                <a16:creationId xmlns:a16="http://schemas.microsoft.com/office/drawing/2014/main" id="{5EC4606C-6BEB-447C-AA52-8EC0FD2FC5FE}"/>
              </a:ext>
            </a:extLst>
          </p:cNvPr>
          <p:cNvCxnSpPr>
            <a:cxnSpLocks/>
          </p:cNvCxnSpPr>
          <p:nvPr/>
        </p:nvCxnSpPr>
        <p:spPr>
          <a:xfrm>
            <a:off x="6096000" y="4781873"/>
            <a:ext cx="210426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8" name="直接连接符 297">
            <a:extLst>
              <a:ext uri="{FF2B5EF4-FFF2-40B4-BE49-F238E27FC236}">
                <a16:creationId xmlns:a16="http://schemas.microsoft.com/office/drawing/2014/main" id="{4141ABB6-72BF-4E24-9FF1-19E58E4E4CE3}"/>
              </a:ext>
            </a:extLst>
          </p:cNvPr>
          <p:cNvCxnSpPr>
            <a:cxnSpLocks/>
          </p:cNvCxnSpPr>
          <p:nvPr/>
        </p:nvCxnSpPr>
        <p:spPr>
          <a:xfrm>
            <a:off x="6295840" y="5062817"/>
            <a:ext cx="4923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9" name="直接连接符 298">
            <a:extLst>
              <a:ext uri="{FF2B5EF4-FFF2-40B4-BE49-F238E27FC236}">
                <a16:creationId xmlns:a16="http://schemas.microsoft.com/office/drawing/2014/main" id="{EBC05D9E-EA0A-4994-8D3B-239F9AC040F9}"/>
              </a:ext>
            </a:extLst>
          </p:cNvPr>
          <p:cNvCxnSpPr>
            <a:cxnSpLocks/>
          </p:cNvCxnSpPr>
          <p:nvPr/>
        </p:nvCxnSpPr>
        <p:spPr>
          <a:xfrm>
            <a:off x="6410538" y="5341688"/>
            <a:ext cx="353740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0" name="直接连接符 299">
            <a:extLst>
              <a:ext uri="{FF2B5EF4-FFF2-40B4-BE49-F238E27FC236}">
                <a16:creationId xmlns:a16="http://schemas.microsoft.com/office/drawing/2014/main" id="{CD63D2DF-A3C0-49A0-97B7-8B264BD685C3}"/>
              </a:ext>
            </a:extLst>
          </p:cNvPr>
          <p:cNvCxnSpPr>
            <a:cxnSpLocks/>
          </p:cNvCxnSpPr>
          <p:nvPr/>
        </p:nvCxnSpPr>
        <p:spPr>
          <a:xfrm>
            <a:off x="6572302" y="5626402"/>
            <a:ext cx="115165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1" name="直接连接符 300">
            <a:extLst>
              <a:ext uri="{FF2B5EF4-FFF2-40B4-BE49-F238E27FC236}">
                <a16:creationId xmlns:a16="http://schemas.microsoft.com/office/drawing/2014/main" id="{0D1E39E9-2C08-4766-B5B7-BA299F374B43}"/>
              </a:ext>
            </a:extLst>
          </p:cNvPr>
          <p:cNvCxnSpPr>
            <a:cxnSpLocks/>
          </p:cNvCxnSpPr>
          <p:nvPr/>
        </p:nvCxnSpPr>
        <p:spPr>
          <a:xfrm>
            <a:off x="6104880" y="6166897"/>
            <a:ext cx="294443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02" name="矩形 301">
            <a:extLst>
              <a:ext uri="{FF2B5EF4-FFF2-40B4-BE49-F238E27FC236}">
                <a16:creationId xmlns:a16="http://schemas.microsoft.com/office/drawing/2014/main" id="{75AD240C-1BB7-4BBE-BA99-A200F77B9C4A}"/>
              </a:ext>
            </a:extLst>
          </p:cNvPr>
          <p:cNvSpPr/>
          <p:nvPr/>
        </p:nvSpPr>
        <p:spPr>
          <a:xfrm>
            <a:off x="2239776" y="4000916"/>
            <a:ext cx="265460" cy="290913"/>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a:t>
            </a:r>
            <a:endParaRPr lang="zh-CN" altLang="en-US" sz="2400" b="1" dirty="0">
              <a:solidFill>
                <a:srgbClr val="C00000"/>
              </a:solidFill>
            </a:endParaRPr>
          </a:p>
        </p:txBody>
      </p:sp>
      <p:cxnSp>
        <p:nvCxnSpPr>
          <p:cNvPr id="102" name="直接连接符 101">
            <a:extLst>
              <a:ext uri="{FF2B5EF4-FFF2-40B4-BE49-F238E27FC236}">
                <a16:creationId xmlns:a16="http://schemas.microsoft.com/office/drawing/2014/main" id="{F47A535E-407F-427C-B661-FDC911FB00FE}"/>
              </a:ext>
            </a:extLst>
          </p:cNvPr>
          <p:cNvCxnSpPr>
            <a:cxnSpLocks/>
            <a:stCxn id="278" idx="2"/>
            <a:endCxn id="260" idx="0"/>
          </p:cNvCxnSpPr>
          <p:nvPr/>
        </p:nvCxnSpPr>
        <p:spPr>
          <a:xfrm>
            <a:off x="2791223" y="4726301"/>
            <a:ext cx="387286" cy="530796"/>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306" name="直接连接符 305">
            <a:extLst>
              <a:ext uri="{FF2B5EF4-FFF2-40B4-BE49-F238E27FC236}">
                <a16:creationId xmlns:a16="http://schemas.microsoft.com/office/drawing/2014/main" id="{6F9AF769-5CC6-4BFC-89CA-49425292785C}"/>
              </a:ext>
            </a:extLst>
          </p:cNvPr>
          <p:cNvCxnSpPr>
            <a:cxnSpLocks/>
            <a:stCxn id="284" idx="2"/>
          </p:cNvCxnSpPr>
          <p:nvPr/>
        </p:nvCxnSpPr>
        <p:spPr>
          <a:xfrm flipH="1">
            <a:off x="3174282" y="4730343"/>
            <a:ext cx="40736" cy="521715"/>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289" name="矩形 288">
            <a:extLst>
              <a:ext uri="{FF2B5EF4-FFF2-40B4-BE49-F238E27FC236}">
                <a16:creationId xmlns:a16="http://schemas.microsoft.com/office/drawing/2014/main" id="{C545B41E-93CE-47F4-A6A4-62D9B0FDCFCC}"/>
              </a:ext>
            </a:extLst>
          </p:cNvPr>
          <p:cNvSpPr/>
          <p:nvPr/>
        </p:nvSpPr>
        <p:spPr>
          <a:xfrm>
            <a:off x="2680076" y="3988095"/>
            <a:ext cx="222293" cy="290913"/>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3</a:t>
            </a:r>
            <a:endParaRPr lang="zh-CN" altLang="en-US" sz="2400" b="1" dirty="0">
              <a:solidFill>
                <a:srgbClr val="C00000"/>
              </a:solidFill>
            </a:endParaRPr>
          </a:p>
        </p:txBody>
      </p:sp>
      <p:cxnSp>
        <p:nvCxnSpPr>
          <p:cNvPr id="290" name="直接连接符 289">
            <a:extLst>
              <a:ext uri="{FF2B5EF4-FFF2-40B4-BE49-F238E27FC236}">
                <a16:creationId xmlns:a16="http://schemas.microsoft.com/office/drawing/2014/main" id="{836CCF32-64E1-4B6C-B28D-0BE12F501FB9}"/>
              </a:ext>
            </a:extLst>
          </p:cNvPr>
          <p:cNvCxnSpPr>
            <a:cxnSpLocks/>
            <a:stCxn id="275" idx="2"/>
            <a:endCxn id="262" idx="0"/>
          </p:cNvCxnSpPr>
          <p:nvPr/>
        </p:nvCxnSpPr>
        <p:spPr>
          <a:xfrm flipH="1">
            <a:off x="3179599" y="4721777"/>
            <a:ext cx="466236" cy="535320"/>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312" name="直接连接符 311">
            <a:extLst>
              <a:ext uri="{FF2B5EF4-FFF2-40B4-BE49-F238E27FC236}">
                <a16:creationId xmlns:a16="http://schemas.microsoft.com/office/drawing/2014/main" id="{E727F711-282F-4D01-B0A7-45DA410AB746}"/>
              </a:ext>
            </a:extLst>
          </p:cNvPr>
          <p:cNvCxnSpPr>
            <a:cxnSpLocks/>
            <a:stCxn id="272" idx="2"/>
            <a:endCxn id="263" idx="0"/>
          </p:cNvCxnSpPr>
          <p:nvPr/>
        </p:nvCxnSpPr>
        <p:spPr>
          <a:xfrm flipH="1">
            <a:off x="3183338" y="4732790"/>
            <a:ext cx="901028" cy="524307"/>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316" name="矩形 315">
            <a:extLst>
              <a:ext uri="{FF2B5EF4-FFF2-40B4-BE49-F238E27FC236}">
                <a16:creationId xmlns:a16="http://schemas.microsoft.com/office/drawing/2014/main" id="{EBE5544E-B6E4-4399-B3C5-1728FD63411E}"/>
              </a:ext>
            </a:extLst>
          </p:cNvPr>
          <p:cNvSpPr/>
          <p:nvPr/>
        </p:nvSpPr>
        <p:spPr>
          <a:xfrm>
            <a:off x="3117438" y="3968780"/>
            <a:ext cx="222293" cy="290913"/>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2</a:t>
            </a:r>
            <a:endParaRPr lang="zh-CN" altLang="en-US" sz="2400" b="1" dirty="0">
              <a:solidFill>
                <a:srgbClr val="C00000"/>
              </a:solidFill>
            </a:endParaRPr>
          </a:p>
        </p:txBody>
      </p:sp>
      <p:cxnSp>
        <p:nvCxnSpPr>
          <p:cNvPr id="317" name="直接连接符 316">
            <a:extLst>
              <a:ext uri="{FF2B5EF4-FFF2-40B4-BE49-F238E27FC236}">
                <a16:creationId xmlns:a16="http://schemas.microsoft.com/office/drawing/2014/main" id="{B85C58EF-C5EF-4C0A-84E2-99E877CC3B31}"/>
              </a:ext>
            </a:extLst>
          </p:cNvPr>
          <p:cNvCxnSpPr>
            <a:cxnSpLocks/>
            <a:endCxn id="264" idx="0"/>
          </p:cNvCxnSpPr>
          <p:nvPr/>
        </p:nvCxnSpPr>
        <p:spPr>
          <a:xfrm>
            <a:off x="3114579" y="4507238"/>
            <a:ext cx="72641" cy="749859"/>
          </a:xfrm>
          <a:prstGeom prst="line">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cxnSp>
      <p:sp>
        <p:nvSpPr>
          <p:cNvPr id="326" name="矩形 325">
            <a:extLst>
              <a:ext uri="{FF2B5EF4-FFF2-40B4-BE49-F238E27FC236}">
                <a16:creationId xmlns:a16="http://schemas.microsoft.com/office/drawing/2014/main" id="{BAEB1B82-19B3-4EA4-9637-386B0A9845AA}"/>
              </a:ext>
            </a:extLst>
          </p:cNvPr>
          <p:cNvSpPr/>
          <p:nvPr/>
        </p:nvSpPr>
        <p:spPr>
          <a:xfrm>
            <a:off x="3534050" y="3980620"/>
            <a:ext cx="222293" cy="290913"/>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6</a:t>
            </a:r>
            <a:endParaRPr lang="zh-CN" altLang="en-US" sz="2400" b="1" dirty="0">
              <a:solidFill>
                <a:srgbClr val="C00000"/>
              </a:solidFill>
            </a:endParaRPr>
          </a:p>
        </p:txBody>
      </p:sp>
      <p:sp>
        <p:nvSpPr>
          <p:cNvPr id="330" name="矩形 329">
            <a:extLst>
              <a:ext uri="{FF2B5EF4-FFF2-40B4-BE49-F238E27FC236}">
                <a16:creationId xmlns:a16="http://schemas.microsoft.com/office/drawing/2014/main" id="{9425F088-6F74-4396-8973-AC0A1C60BBD4}"/>
              </a:ext>
            </a:extLst>
          </p:cNvPr>
          <p:cNvSpPr/>
          <p:nvPr/>
        </p:nvSpPr>
        <p:spPr>
          <a:xfrm>
            <a:off x="3951537" y="3990323"/>
            <a:ext cx="222293" cy="290913"/>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6</a:t>
            </a:r>
            <a:endParaRPr lang="zh-CN" altLang="en-US" sz="2400" b="1" dirty="0">
              <a:solidFill>
                <a:srgbClr val="C00000"/>
              </a:solidFill>
            </a:endParaRPr>
          </a:p>
        </p:txBody>
      </p:sp>
      <p:grpSp>
        <p:nvGrpSpPr>
          <p:cNvPr id="335" name="组合 334">
            <a:extLst>
              <a:ext uri="{FF2B5EF4-FFF2-40B4-BE49-F238E27FC236}">
                <a16:creationId xmlns:a16="http://schemas.microsoft.com/office/drawing/2014/main" id="{1C21195D-50FD-47BD-9F7D-8039CDC2DD57}"/>
              </a:ext>
            </a:extLst>
          </p:cNvPr>
          <p:cNvGrpSpPr/>
          <p:nvPr/>
        </p:nvGrpSpPr>
        <p:grpSpPr>
          <a:xfrm>
            <a:off x="3918873" y="800757"/>
            <a:ext cx="164621" cy="434308"/>
            <a:chOff x="5999518" y="581917"/>
            <a:chExt cx="164621" cy="434308"/>
          </a:xfrm>
        </p:grpSpPr>
        <p:sp>
          <p:nvSpPr>
            <p:cNvPr id="336" name="文本框 335">
              <a:extLst>
                <a:ext uri="{FF2B5EF4-FFF2-40B4-BE49-F238E27FC236}">
                  <a16:creationId xmlns:a16="http://schemas.microsoft.com/office/drawing/2014/main" id="{A1C90D84-D081-4386-82AE-1B898C00C05D}"/>
                </a:ext>
              </a:extLst>
            </p:cNvPr>
            <p:cNvSpPr txBox="1"/>
            <p:nvPr/>
          </p:nvSpPr>
          <p:spPr>
            <a:xfrm>
              <a:off x="5999518" y="581917"/>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337" name="直接箭头连接符 336">
              <a:extLst>
                <a:ext uri="{FF2B5EF4-FFF2-40B4-BE49-F238E27FC236}">
                  <a16:creationId xmlns:a16="http://schemas.microsoft.com/office/drawing/2014/main" id="{5754C381-D9BE-4707-BC7C-3B80E04C5F4A}"/>
                </a:ext>
              </a:extLst>
            </p:cNvPr>
            <p:cNvCxnSpPr>
              <a:cxnSpLocks/>
            </p:cNvCxnSpPr>
            <p:nvPr/>
          </p:nvCxnSpPr>
          <p:spPr>
            <a:xfrm>
              <a:off x="6077676" y="826166"/>
              <a:ext cx="86463" cy="1900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8" name="组合 337">
            <a:extLst>
              <a:ext uri="{FF2B5EF4-FFF2-40B4-BE49-F238E27FC236}">
                <a16:creationId xmlns:a16="http://schemas.microsoft.com/office/drawing/2014/main" id="{CDCBB16E-FE55-4333-87DE-BB4964E98095}"/>
              </a:ext>
            </a:extLst>
          </p:cNvPr>
          <p:cNvGrpSpPr/>
          <p:nvPr/>
        </p:nvGrpSpPr>
        <p:grpSpPr>
          <a:xfrm>
            <a:off x="3923211" y="1189200"/>
            <a:ext cx="153888" cy="439684"/>
            <a:chOff x="6021125" y="562020"/>
            <a:chExt cx="153888" cy="439684"/>
          </a:xfrm>
        </p:grpSpPr>
        <p:sp>
          <p:nvSpPr>
            <p:cNvPr id="339" name="文本框 338">
              <a:extLst>
                <a:ext uri="{FF2B5EF4-FFF2-40B4-BE49-F238E27FC236}">
                  <a16:creationId xmlns:a16="http://schemas.microsoft.com/office/drawing/2014/main" id="{E95C1CB6-003A-4EC1-BC90-B16B4568C9BF}"/>
                </a:ext>
              </a:extLst>
            </p:cNvPr>
            <p:cNvSpPr txBox="1"/>
            <p:nvPr/>
          </p:nvSpPr>
          <p:spPr>
            <a:xfrm>
              <a:off x="6021125" y="562020"/>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340" name="直接箭头连接符 339">
              <a:extLst>
                <a:ext uri="{FF2B5EF4-FFF2-40B4-BE49-F238E27FC236}">
                  <a16:creationId xmlns:a16="http://schemas.microsoft.com/office/drawing/2014/main" id="{EA71DCAC-2AD1-42AE-9234-1F134488278B}"/>
                </a:ext>
              </a:extLst>
            </p:cNvPr>
            <p:cNvCxnSpPr>
              <a:cxnSpLocks/>
            </p:cNvCxnSpPr>
            <p:nvPr/>
          </p:nvCxnSpPr>
          <p:spPr>
            <a:xfrm>
              <a:off x="6096661" y="808650"/>
              <a:ext cx="78352" cy="19305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1" name="组合 340">
            <a:extLst>
              <a:ext uri="{FF2B5EF4-FFF2-40B4-BE49-F238E27FC236}">
                <a16:creationId xmlns:a16="http://schemas.microsoft.com/office/drawing/2014/main" id="{6E61A744-F981-4D10-AFBE-7F81881DD1A2}"/>
              </a:ext>
            </a:extLst>
          </p:cNvPr>
          <p:cNvGrpSpPr/>
          <p:nvPr/>
        </p:nvGrpSpPr>
        <p:grpSpPr>
          <a:xfrm>
            <a:off x="3934055" y="1570810"/>
            <a:ext cx="153888" cy="450457"/>
            <a:chOff x="6029217" y="564406"/>
            <a:chExt cx="153888" cy="450457"/>
          </a:xfrm>
        </p:grpSpPr>
        <p:sp>
          <p:nvSpPr>
            <p:cNvPr id="342" name="文本框 341">
              <a:extLst>
                <a:ext uri="{FF2B5EF4-FFF2-40B4-BE49-F238E27FC236}">
                  <a16:creationId xmlns:a16="http://schemas.microsoft.com/office/drawing/2014/main" id="{A9FD672B-5A78-4C95-9BFC-2F10E97AC46D}"/>
                </a:ext>
              </a:extLst>
            </p:cNvPr>
            <p:cNvSpPr txBox="1"/>
            <p:nvPr/>
          </p:nvSpPr>
          <p:spPr>
            <a:xfrm>
              <a:off x="6029217" y="564406"/>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343" name="直接箭头连接符 342">
              <a:extLst>
                <a:ext uri="{FF2B5EF4-FFF2-40B4-BE49-F238E27FC236}">
                  <a16:creationId xmlns:a16="http://schemas.microsoft.com/office/drawing/2014/main" id="{B6EC56BE-3E85-4D7A-B869-19F60E6B34AF}"/>
                </a:ext>
              </a:extLst>
            </p:cNvPr>
            <p:cNvCxnSpPr>
              <a:cxnSpLocks/>
              <a:stCxn id="342" idx="2"/>
            </p:cNvCxnSpPr>
            <p:nvPr/>
          </p:nvCxnSpPr>
          <p:spPr>
            <a:xfrm>
              <a:off x="6106161" y="817617"/>
              <a:ext cx="70193" cy="19724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4" name="组合 343">
            <a:extLst>
              <a:ext uri="{FF2B5EF4-FFF2-40B4-BE49-F238E27FC236}">
                <a16:creationId xmlns:a16="http://schemas.microsoft.com/office/drawing/2014/main" id="{F29A2292-B652-430A-A9F5-D347D1B365AF}"/>
              </a:ext>
            </a:extLst>
          </p:cNvPr>
          <p:cNvGrpSpPr/>
          <p:nvPr/>
        </p:nvGrpSpPr>
        <p:grpSpPr>
          <a:xfrm>
            <a:off x="3919131" y="1969825"/>
            <a:ext cx="153888" cy="454118"/>
            <a:chOff x="6041553" y="571689"/>
            <a:chExt cx="153888" cy="454118"/>
          </a:xfrm>
        </p:grpSpPr>
        <p:sp>
          <p:nvSpPr>
            <p:cNvPr id="345" name="文本框 344">
              <a:extLst>
                <a:ext uri="{FF2B5EF4-FFF2-40B4-BE49-F238E27FC236}">
                  <a16:creationId xmlns:a16="http://schemas.microsoft.com/office/drawing/2014/main" id="{EAF375E8-2FD5-4F20-9B18-ED8D2D610241}"/>
                </a:ext>
              </a:extLst>
            </p:cNvPr>
            <p:cNvSpPr txBox="1"/>
            <p:nvPr/>
          </p:nvSpPr>
          <p:spPr>
            <a:xfrm>
              <a:off x="6041553" y="571689"/>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346" name="直接箭头连接符 345">
              <a:extLst>
                <a:ext uri="{FF2B5EF4-FFF2-40B4-BE49-F238E27FC236}">
                  <a16:creationId xmlns:a16="http://schemas.microsoft.com/office/drawing/2014/main" id="{932DAC0A-3B74-46DD-9F17-10FB0656476B}"/>
                </a:ext>
              </a:extLst>
            </p:cNvPr>
            <p:cNvCxnSpPr>
              <a:cxnSpLocks/>
              <a:stCxn id="345" idx="2"/>
            </p:cNvCxnSpPr>
            <p:nvPr/>
          </p:nvCxnSpPr>
          <p:spPr>
            <a:xfrm>
              <a:off x="6118497" y="824900"/>
              <a:ext cx="76686" cy="2009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7" name="组合 346">
            <a:extLst>
              <a:ext uri="{FF2B5EF4-FFF2-40B4-BE49-F238E27FC236}">
                <a16:creationId xmlns:a16="http://schemas.microsoft.com/office/drawing/2014/main" id="{E7CF6F1B-A528-4FB3-AD27-CAE38DAF6E64}"/>
              </a:ext>
            </a:extLst>
          </p:cNvPr>
          <p:cNvGrpSpPr/>
          <p:nvPr/>
        </p:nvGrpSpPr>
        <p:grpSpPr>
          <a:xfrm>
            <a:off x="3917848" y="2398054"/>
            <a:ext cx="193270" cy="433883"/>
            <a:chOff x="6191298" y="549119"/>
            <a:chExt cx="193270" cy="433883"/>
          </a:xfrm>
        </p:grpSpPr>
        <p:sp>
          <p:nvSpPr>
            <p:cNvPr id="348" name="文本框 347">
              <a:extLst>
                <a:ext uri="{FF2B5EF4-FFF2-40B4-BE49-F238E27FC236}">
                  <a16:creationId xmlns:a16="http://schemas.microsoft.com/office/drawing/2014/main" id="{33892114-ACCF-4D79-A2D1-03F5E9FDD43B}"/>
                </a:ext>
              </a:extLst>
            </p:cNvPr>
            <p:cNvSpPr txBox="1"/>
            <p:nvPr/>
          </p:nvSpPr>
          <p:spPr>
            <a:xfrm>
              <a:off x="6191298" y="549119"/>
              <a:ext cx="193270" cy="246221"/>
            </a:xfrm>
            <a:prstGeom prst="rect">
              <a:avLst/>
            </a:prstGeom>
            <a:noFill/>
            <a:ln>
              <a:noFill/>
            </a:ln>
          </p:spPr>
          <p:txBody>
            <a:bodyPr wrap="squar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349" name="直接箭头连接符 348">
              <a:extLst>
                <a:ext uri="{FF2B5EF4-FFF2-40B4-BE49-F238E27FC236}">
                  <a16:creationId xmlns:a16="http://schemas.microsoft.com/office/drawing/2014/main" id="{AF00E0D8-B3FF-4B6E-8FD8-9CEFCADD882D}"/>
                </a:ext>
              </a:extLst>
            </p:cNvPr>
            <p:cNvCxnSpPr>
              <a:cxnSpLocks/>
              <a:stCxn id="348" idx="2"/>
            </p:cNvCxnSpPr>
            <p:nvPr/>
          </p:nvCxnSpPr>
          <p:spPr>
            <a:xfrm>
              <a:off x="6287933" y="795340"/>
              <a:ext cx="66122" cy="1876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0" name="组合 349">
            <a:extLst>
              <a:ext uri="{FF2B5EF4-FFF2-40B4-BE49-F238E27FC236}">
                <a16:creationId xmlns:a16="http://schemas.microsoft.com/office/drawing/2014/main" id="{79220787-0AA1-49DE-AA44-0F852BE13B1F}"/>
              </a:ext>
            </a:extLst>
          </p:cNvPr>
          <p:cNvGrpSpPr/>
          <p:nvPr/>
        </p:nvGrpSpPr>
        <p:grpSpPr>
          <a:xfrm>
            <a:off x="3924659" y="3015809"/>
            <a:ext cx="167267" cy="434200"/>
            <a:chOff x="6174632" y="571944"/>
            <a:chExt cx="167267" cy="434200"/>
          </a:xfrm>
        </p:grpSpPr>
        <p:sp>
          <p:nvSpPr>
            <p:cNvPr id="351" name="文本框 350">
              <a:extLst>
                <a:ext uri="{FF2B5EF4-FFF2-40B4-BE49-F238E27FC236}">
                  <a16:creationId xmlns:a16="http://schemas.microsoft.com/office/drawing/2014/main" id="{AA2648AD-998E-474A-97F1-81C383D1FC28}"/>
                </a:ext>
              </a:extLst>
            </p:cNvPr>
            <p:cNvSpPr txBox="1"/>
            <p:nvPr/>
          </p:nvSpPr>
          <p:spPr>
            <a:xfrm>
              <a:off x="6174632" y="571944"/>
              <a:ext cx="153888" cy="253211"/>
            </a:xfrm>
            <a:prstGeom prst="rect">
              <a:avLst/>
            </a:prstGeom>
            <a:noFill/>
          </p:spPr>
          <p:txBody>
            <a:bodyPr wrap="none" lIns="0" tIns="0" rIns="0" bIns="0" rtlCol="0">
              <a:spAutoFit/>
            </a:bodyPr>
            <a:lstStyle/>
            <a:p>
              <a:pPr>
                <a:lnSpc>
                  <a:spcPct val="80000"/>
                </a:lnSpc>
              </a:pPr>
              <a:r>
                <a:rPr lang="en-US" altLang="zh-CN" sz="2000" b="1" dirty="0">
                  <a:solidFill>
                    <a:srgbClr val="FF0000"/>
                  </a:solidFill>
                  <a:effectLst>
                    <a:outerShdw blurRad="38100" dist="38100" dir="2700000" algn="tl">
                      <a:srgbClr val="000000">
                        <a:alpha val="43137"/>
                      </a:srgbClr>
                    </a:outerShdw>
                  </a:effectLst>
                </a:rPr>
                <a:t>p</a:t>
              </a:r>
              <a:endParaRPr lang="zh-CN" altLang="en-US" sz="2000" b="1" dirty="0">
                <a:solidFill>
                  <a:srgbClr val="FF0000"/>
                </a:solidFill>
                <a:effectLst>
                  <a:outerShdw blurRad="38100" dist="38100" dir="2700000" algn="tl">
                    <a:srgbClr val="000000">
                      <a:alpha val="43137"/>
                    </a:srgbClr>
                  </a:outerShdw>
                </a:effectLst>
              </a:endParaRPr>
            </a:p>
          </p:txBody>
        </p:sp>
        <p:cxnSp>
          <p:nvCxnSpPr>
            <p:cNvPr id="352" name="直接箭头连接符 351">
              <a:extLst>
                <a:ext uri="{FF2B5EF4-FFF2-40B4-BE49-F238E27FC236}">
                  <a16:creationId xmlns:a16="http://schemas.microsoft.com/office/drawing/2014/main" id="{F6582A80-F5CD-4FF7-829D-58B011E30D6D}"/>
                </a:ext>
              </a:extLst>
            </p:cNvPr>
            <p:cNvCxnSpPr>
              <a:cxnSpLocks/>
              <a:stCxn id="351" idx="2"/>
            </p:cNvCxnSpPr>
            <p:nvPr/>
          </p:nvCxnSpPr>
          <p:spPr>
            <a:xfrm>
              <a:off x="6251576" y="825155"/>
              <a:ext cx="90323" cy="1809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3" name="组合 62">
            <a:extLst>
              <a:ext uri="{FF2B5EF4-FFF2-40B4-BE49-F238E27FC236}">
                <a16:creationId xmlns:a16="http://schemas.microsoft.com/office/drawing/2014/main" id="{4AC70F37-89A0-DD97-813B-EC0A3494453A}"/>
              </a:ext>
            </a:extLst>
          </p:cNvPr>
          <p:cNvGrpSpPr/>
          <p:nvPr/>
        </p:nvGrpSpPr>
        <p:grpSpPr>
          <a:xfrm>
            <a:off x="864672" y="713774"/>
            <a:ext cx="2038277" cy="2150515"/>
            <a:chOff x="101916" y="3465480"/>
            <a:chExt cx="2038277" cy="2150515"/>
          </a:xfrm>
        </p:grpSpPr>
        <p:sp>
          <p:nvSpPr>
            <p:cNvPr id="66" name="椭圆 65">
              <a:extLst>
                <a:ext uri="{FF2B5EF4-FFF2-40B4-BE49-F238E27FC236}">
                  <a16:creationId xmlns:a16="http://schemas.microsoft.com/office/drawing/2014/main" id="{C18E0BBF-3B20-4AFB-A867-3B8E9CCF7584}"/>
                </a:ext>
              </a:extLst>
            </p:cNvPr>
            <p:cNvSpPr>
              <a:spLocks noChangeArrowheads="1"/>
            </p:cNvSpPr>
            <p:nvPr/>
          </p:nvSpPr>
          <p:spPr bwMode="auto">
            <a:xfrm>
              <a:off x="101916" y="4407629"/>
              <a:ext cx="360000" cy="360000"/>
            </a:xfrm>
            <a:prstGeom prst="ellipse">
              <a:avLst/>
            </a:prstGeom>
            <a:solidFill>
              <a:schemeClr val="accent6">
                <a:lumMod val="20000"/>
                <a:lumOff val="80000"/>
              </a:schemeClr>
            </a:solidFill>
            <a:ln w="25400" cap="sq">
              <a:solidFill>
                <a:srgbClr val="000080"/>
              </a:solidFill>
              <a:round/>
              <a:headEnd type="none" w="sm" len="sm"/>
              <a:tailEnd type="none" w="sm" len="sm"/>
            </a:ln>
          </p:spPr>
          <p:txBody>
            <a:bodyPr wrap="none" tIns="0"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2800" b="1" dirty="0">
                  <a:solidFill>
                    <a:srgbClr val="800000"/>
                  </a:solidFill>
                </a:rPr>
                <a:t>a</a:t>
              </a:r>
              <a:endParaRPr lang="en-US" altLang="zh-CN" sz="2800" b="1" dirty="0"/>
            </a:p>
          </p:txBody>
        </p:sp>
        <p:sp>
          <p:nvSpPr>
            <p:cNvPr id="67" name="椭圆 66">
              <a:extLst>
                <a:ext uri="{FF2B5EF4-FFF2-40B4-BE49-F238E27FC236}">
                  <a16:creationId xmlns:a16="http://schemas.microsoft.com/office/drawing/2014/main" id="{6165322B-0DF3-464D-96D8-4CC831738D62}"/>
                </a:ext>
              </a:extLst>
            </p:cNvPr>
            <p:cNvSpPr>
              <a:spLocks noChangeArrowheads="1"/>
            </p:cNvSpPr>
            <p:nvPr/>
          </p:nvSpPr>
          <p:spPr bwMode="auto">
            <a:xfrm>
              <a:off x="484465" y="3643634"/>
              <a:ext cx="360000" cy="360000"/>
            </a:xfrm>
            <a:prstGeom prst="ellipse">
              <a:avLst/>
            </a:prstGeom>
            <a:solidFill>
              <a:srgbClr val="FFFF99"/>
            </a:solidFill>
            <a:ln w="25400" cap="sq">
              <a:solidFill>
                <a:srgbClr val="800000"/>
              </a:solidFill>
              <a:round/>
              <a:headEnd type="none" w="sm" len="sm"/>
              <a:tailEnd type="none" w="sm" len="sm"/>
            </a:ln>
          </p:spPr>
          <p:txBody>
            <a:bodyPr wrap="none"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2800" b="1" dirty="0">
                  <a:solidFill>
                    <a:srgbClr val="800000"/>
                  </a:solidFill>
                </a:rPr>
                <a:t>b</a:t>
              </a:r>
              <a:endParaRPr lang="en-US" altLang="zh-CN" sz="2800" b="1" dirty="0"/>
            </a:p>
          </p:txBody>
        </p:sp>
        <p:sp>
          <p:nvSpPr>
            <p:cNvPr id="68" name="椭圆 67">
              <a:extLst>
                <a:ext uri="{FF2B5EF4-FFF2-40B4-BE49-F238E27FC236}">
                  <a16:creationId xmlns:a16="http://schemas.microsoft.com/office/drawing/2014/main" id="{B74231A4-D958-4249-9DE6-C7FDDCD4724F}"/>
                </a:ext>
              </a:extLst>
            </p:cNvPr>
            <p:cNvSpPr>
              <a:spLocks noChangeArrowheads="1"/>
            </p:cNvSpPr>
            <p:nvPr/>
          </p:nvSpPr>
          <p:spPr bwMode="auto">
            <a:xfrm>
              <a:off x="782709" y="5255995"/>
              <a:ext cx="360000" cy="360000"/>
            </a:xfrm>
            <a:prstGeom prst="ellipse">
              <a:avLst/>
            </a:prstGeom>
            <a:solidFill>
              <a:srgbClr val="FFFF99"/>
            </a:solidFill>
            <a:ln w="25400" cap="sq">
              <a:solidFill>
                <a:srgbClr val="800000"/>
              </a:solidFill>
              <a:round/>
              <a:headEnd type="none" w="sm" len="sm"/>
              <a:tailEnd type="none" w="sm" len="sm"/>
            </a:ln>
          </p:spPr>
          <p:txBody>
            <a:bodyPr wrap="none" tIns="0"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2800" b="1" dirty="0">
                  <a:solidFill>
                    <a:srgbClr val="800000"/>
                  </a:solidFill>
                </a:rPr>
                <a:t>c</a:t>
              </a:r>
              <a:endParaRPr lang="en-US" altLang="zh-CN" sz="2800" b="1" dirty="0"/>
            </a:p>
          </p:txBody>
        </p:sp>
        <p:sp>
          <p:nvSpPr>
            <p:cNvPr id="69" name="椭圆 68">
              <a:extLst>
                <a:ext uri="{FF2B5EF4-FFF2-40B4-BE49-F238E27FC236}">
                  <a16:creationId xmlns:a16="http://schemas.microsoft.com/office/drawing/2014/main" id="{3113C218-34E4-4B00-8194-545B600EC79E}"/>
                </a:ext>
              </a:extLst>
            </p:cNvPr>
            <p:cNvSpPr>
              <a:spLocks noChangeArrowheads="1"/>
            </p:cNvSpPr>
            <p:nvPr/>
          </p:nvSpPr>
          <p:spPr bwMode="auto">
            <a:xfrm>
              <a:off x="870572" y="4404673"/>
              <a:ext cx="360000" cy="360000"/>
            </a:xfrm>
            <a:prstGeom prst="ellipse">
              <a:avLst/>
            </a:prstGeom>
            <a:solidFill>
              <a:srgbClr val="FFFF99"/>
            </a:solidFill>
            <a:ln w="25400" cap="sq">
              <a:solidFill>
                <a:srgbClr val="800000"/>
              </a:solidFill>
              <a:round/>
              <a:headEnd type="none" w="sm" len="sm"/>
              <a:tailEnd type="none" w="sm" len="sm"/>
            </a:ln>
          </p:spPr>
          <p:txBody>
            <a:bodyPr wrap="none"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2800" b="1" dirty="0">
                  <a:solidFill>
                    <a:srgbClr val="800000"/>
                  </a:solidFill>
                </a:rPr>
                <a:t>d</a:t>
              </a:r>
              <a:endParaRPr lang="en-US" altLang="zh-CN" sz="2800" b="1" dirty="0"/>
            </a:p>
          </p:txBody>
        </p:sp>
        <p:sp>
          <p:nvSpPr>
            <p:cNvPr id="70" name="椭圆 69">
              <a:extLst>
                <a:ext uri="{FF2B5EF4-FFF2-40B4-BE49-F238E27FC236}">
                  <a16:creationId xmlns:a16="http://schemas.microsoft.com/office/drawing/2014/main" id="{322CD944-68E1-4770-8D9F-996FF0214DB8}"/>
                </a:ext>
              </a:extLst>
            </p:cNvPr>
            <p:cNvSpPr>
              <a:spLocks noChangeArrowheads="1"/>
            </p:cNvSpPr>
            <p:nvPr/>
          </p:nvSpPr>
          <p:spPr bwMode="auto">
            <a:xfrm>
              <a:off x="1437192" y="3656222"/>
              <a:ext cx="360000" cy="360000"/>
            </a:xfrm>
            <a:prstGeom prst="ellipse">
              <a:avLst/>
            </a:prstGeom>
            <a:solidFill>
              <a:srgbClr val="FFFF99"/>
            </a:solidFill>
            <a:ln w="25400" cap="sq">
              <a:solidFill>
                <a:srgbClr val="800000"/>
              </a:solidFill>
              <a:round/>
              <a:headEnd type="none" w="sm" len="sm"/>
              <a:tailEnd type="none" w="sm" len="sm"/>
            </a:ln>
          </p:spPr>
          <p:txBody>
            <a:bodyPr wrap="none" tIns="0"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2800" b="1" dirty="0">
                  <a:solidFill>
                    <a:srgbClr val="800000"/>
                  </a:solidFill>
                </a:rPr>
                <a:t>e</a:t>
              </a:r>
              <a:endParaRPr lang="en-US" altLang="zh-CN" sz="2800" b="1" dirty="0"/>
            </a:p>
          </p:txBody>
        </p:sp>
        <p:sp>
          <p:nvSpPr>
            <p:cNvPr id="71" name="椭圆 70">
              <a:extLst>
                <a:ext uri="{FF2B5EF4-FFF2-40B4-BE49-F238E27FC236}">
                  <a16:creationId xmlns:a16="http://schemas.microsoft.com/office/drawing/2014/main" id="{4542A34C-55F8-4CFF-BBAB-961DA6A25912}"/>
                </a:ext>
              </a:extLst>
            </p:cNvPr>
            <p:cNvSpPr>
              <a:spLocks noChangeArrowheads="1"/>
            </p:cNvSpPr>
            <p:nvPr/>
          </p:nvSpPr>
          <p:spPr bwMode="auto">
            <a:xfrm>
              <a:off x="1739903" y="4412526"/>
              <a:ext cx="360000" cy="360000"/>
            </a:xfrm>
            <a:prstGeom prst="ellipse">
              <a:avLst/>
            </a:prstGeom>
            <a:solidFill>
              <a:schemeClr val="accent6">
                <a:lumMod val="20000"/>
                <a:lumOff val="80000"/>
              </a:schemeClr>
            </a:solidFill>
            <a:ln w="25400" cap="sq">
              <a:solidFill>
                <a:srgbClr val="000080"/>
              </a:solidFill>
              <a:round/>
              <a:headEnd type="none" w="sm" len="sm"/>
              <a:tailEnd type="none" w="sm" len="sm"/>
            </a:ln>
          </p:spPr>
          <p:txBody>
            <a:bodyPr wrap="none" anchor="ct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spcBef>
                  <a:spcPct val="0"/>
                </a:spcBef>
                <a:buClrTx/>
                <a:buFontTx/>
                <a:buNone/>
              </a:pPr>
              <a:r>
                <a:rPr lang="en-US" altLang="zh-CN" sz="2800" b="1" dirty="0">
                  <a:solidFill>
                    <a:srgbClr val="800000"/>
                  </a:solidFill>
                </a:rPr>
                <a:t>f</a:t>
              </a:r>
              <a:endParaRPr lang="en-US" altLang="zh-CN" sz="2800" b="1" dirty="0"/>
            </a:p>
          </p:txBody>
        </p:sp>
        <p:sp>
          <p:nvSpPr>
            <p:cNvPr id="72" name="直接连接符 71">
              <a:extLst>
                <a:ext uri="{FF2B5EF4-FFF2-40B4-BE49-F238E27FC236}">
                  <a16:creationId xmlns:a16="http://schemas.microsoft.com/office/drawing/2014/main" id="{C1F42CB8-BE9C-4930-B347-A3CDCF6C30F0}"/>
                </a:ext>
              </a:extLst>
            </p:cNvPr>
            <p:cNvSpPr>
              <a:spLocks noChangeShapeType="1"/>
            </p:cNvSpPr>
            <p:nvPr/>
          </p:nvSpPr>
          <p:spPr bwMode="auto">
            <a:xfrm flipV="1">
              <a:off x="371918" y="3979810"/>
              <a:ext cx="236100" cy="445882"/>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直接连接符 72">
              <a:extLst>
                <a:ext uri="{FF2B5EF4-FFF2-40B4-BE49-F238E27FC236}">
                  <a16:creationId xmlns:a16="http://schemas.microsoft.com/office/drawing/2014/main" id="{EF91EDFF-F8EC-4046-A2B1-673F03BB95A0}"/>
                </a:ext>
              </a:extLst>
            </p:cNvPr>
            <p:cNvSpPr>
              <a:spLocks noChangeShapeType="1"/>
            </p:cNvSpPr>
            <p:nvPr/>
          </p:nvSpPr>
          <p:spPr bwMode="auto">
            <a:xfrm>
              <a:off x="340971" y="4752450"/>
              <a:ext cx="517883" cy="548793"/>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4" name="直接连接符 73">
              <a:extLst>
                <a:ext uri="{FF2B5EF4-FFF2-40B4-BE49-F238E27FC236}">
                  <a16:creationId xmlns:a16="http://schemas.microsoft.com/office/drawing/2014/main" id="{CECB2636-4E80-4A83-BC35-4E5224B4E459}"/>
                </a:ext>
              </a:extLst>
            </p:cNvPr>
            <p:cNvSpPr>
              <a:spLocks noChangeShapeType="1"/>
            </p:cNvSpPr>
            <p:nvPr/>
          </p:nvSpPr>
          <p:spPr bwMode="auto">
            <a:xfrm flipV="1">
              <a:off x="979484" y="4767102"/>
              <a:ext cx="46517" cy="461665"/>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7" name="直接连接符 86">
              <a:extLst>
                <a:ext uri="{FF2B5EF4-FFF2-40B4-BE49-F238E27FC236}">
                  <a16:creationId xmlns:a16="http://schemas.microsoft.com/office/drawing/2014/main" id="{6CD07B5A-EA41-49F4-9A8F-A16768ED3A6B}"/>
                </a:ext>
              </a:extLst>
            </p:cNvPr>
            <p:cNvSpPr>
              <a:spLocks noChangeShapeType="1"/>
            </p:cNvSpPr>
            <p:nvPr/>
          </p:nvSpPr>
          <p:spPr bwMode="auto">
            <a:xfrm>
              <a:off x="753512" y="3967794"/>
              <a:ext cx="231228" cy="466898"/>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9" name="直接连接符 88">
              <a:extLst>
                <a:ext uri="{FF2B5EF4-FFF2-40B4-BE49-F238E27FC236}">
                  <a16:creationId xmlns:a16="http://schemas.microsoft.com/office/drawing/2014/main" id="{8A6C86BD-C395-46CA-AE19-259CA06956B7}"/>
                </a:ext>
              </a:extLst>
            </p:cNvPr>
            <p:cNvSpPr>
              <a:spLocks noChangeShapeType="1"/>
            </p:cNvSpPr>
            <p:nvPr/>
          </p:nvSpPr>
          <p:spPr bwMode="auto">
            <a:xfrm flipV="1">
              <a:off x="1221428" y="4604340"/>
              <a:ext cx="518475" cy="11773"/>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直接连接符 90">
              <a:extLst>
                <a:ext uri="{FF2B5EF4-FFF2-40B4-BE49-F238E27FC236}">
                  <a16:creationId xmlns:a16="http://schemas.microsoft.com/office/drawing/2014/main" id="{401DE16D-7146-45DF-96BD-286194AFADF7}"/>
                </a:ext>
              </a:extLst>
            </p:cNvPr>
            <p:cNvSpPr>
              <a:spLocks noChangeShapeType="1"/>
            </p:cNvSpPr>
            <p:nvPr/>
          </p:nvSpPr>
          <p:spPr bwMode="auto">
            <a:xfrm flipV="1">
              <a:off x="858854" y="3838160"/>
              <a:ext cx="588318" cy="13150"/>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2" name="直接连接符 91">
              <a:extLst>
                <a:ext uri="{FF2B5EF4-FFF2-40B4-BE49-F238E27FC236}">
                  <a16:creationId xmlns:a16="http://schemas.microsoft.com/office/drawing/2014/main" id="{5D75ECEF-CA36-41B2-9C69-92548B03387F}"/>
                </a:ext>
              </a:extLst>
            </p:cNvPr>
            <p:cNvSpPr>
              <a:spLocks noChangeShapeType="1"/>
            </p:cNvSpPr>
            <p:nvPr/>
          </p:nvSpPr>
          <p:spPr bwMode="auto">
            <a:xfrm flipV="1">
              <a:off x="1095256" y="4724092"/>
              <a:ext cx="730094" cy="598172"/>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3" name="直接连接符 92">
              <a:extLst>
                <a:ext uri="{FF2B5EF4-FFF2-40B4-BE49-F238E27FC236}">
                  <a16:creationId xmlns:a16="http://schemas.microsoft.com/office/drawing/2014/main" id="{016038F8-250E-46F6-92B5-2A59F5506E2D}"/>
                </a:ext>
              </a:extLst>
            </p:cNvPr>
            <p:cNvSpPr>
              <a:spLocks noChangeShapeType="1"/>
            </p:cNvSpPr>
            <p:nvPr/>
          </p:nvSpPr>
          <p:spPr bwMode="auto">
            <a:xfrm>
              <a:off x="1713693" y="3986678"/>
              <a:ext cx="176380" cy="448014"/>
            </a:xfrm>
            <a:prstGeom prst="line">
              <a:avLst/>
            </a:prstGeom>
            <a:noFill/>
            <a:ln w="25400" cap="sq">
              <a:solidFill>
                <a:srgbClr val="800000"/>
              </a:solidFill>
              <a:round/>
              <a:headEnd type="none" w="sm" len="sm"/>
              <a:tailEnd type="stealth" w="med" len="lg"/>
            </a:ln>
            <a:extLst>
              <a:ext uri="{909E8E84-426E-40DD-AFC4-6F175D3DCCD1}">
                <a14:hiddenFill xmlns:a14="http://schemas.microsoft.com/office/drawing/2010/main">
                  <a:noFill/>
                </a14:hiddenFill>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4" name="文本框 131">
              <a:extLst>
                <a:ext uri="{FF2B5EF4-FFF2-40B4-BE49-F238E27FC236}">
                  <a16:creationId xmlns:a16="http://schemas.microsoft.com/office/drawing/2014/main" id="{1CEE32DC-7691-45FD-8D64-87077A87D780}"/>
                </a:ext>
              </a:extLst>
            </p:cNvPr>
            <p:cNvSpPr txBox="1">
              <a:spLocks noChangeArrowheads="1"/>
            </p:cNvSpPr>
            <p:nvPr/>
          </p:nvSpPr>
          <p:spPr bwMode="auto">
            <a:xfrm rot="17781107">
              <a:off x="110494" y="3980934"/>
              <a:ext cx="3810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ClrTx/>
                <a:buFontTx/>
                <a:buNone/>
              </a:pPr>
              <a:r>
                <a:rPr lang="en-US" altLang="zh-CN" sz="2200" b="1" dirty="0" err="1">
                  <a:solidFill>
                    <a:srgbClr val="002060"/>
                  </a:solidFill>
                </a:rPr>
                <a:t>a</a:t>
              </a:r>
              <a:r>
                <a:rPr lang="en-US" altLang="zh-CN" sz="2200" b="1" baseline="-25000" dirty="0" err="1">
                  <a:solidFill>
                    <a:srgbClr val="002060"/>
                  </a:solidFill>
                </a:rPr>
                <a:t>0</a:t>
              </a:r>
              <a:endParaRPr lang="en-US" altLang="zh-CN" sz="2200" b="1" dirty="0">
                <a:solidFill>
                  <a:srgbClr val="002060"/>
                </a:solidFill>
              </a:endParaRPr>
            </a:p>
          </p:txBody>
        </p:sp>
        <p:sp>
          <p:nvSpPr>
            <p:cNvPr id="95" name="文本框 132">
              <a:extLst>
                <a:ext uri="{FF2B5EF4-FFF2-40B4-BE49-F238E27FC236}">
                  <a16:creationId xmlns:a16="http://schemas.microsoft.com/office/drawing/2014/main" id="{644B33A6-CA58-41C6-9589-CDB8FC5D9F33}"/>
                </a:ext>
              </a:extLst>
            </p:cNvPr>
            <p:cNvSpPr txBox="1">
              <a:spLocks noChangeArrowheads="1"/>
            </p:cNvSpPr>
            <p:nvPr/>
          </p:nvSpPr>
          <p:spPr bwMode="auto">
            <a:xfrm>
              <a:off x="973549" y="3465480"/>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00206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err="1"/>
                <a:t>a</a:t>
              </a:r>
              <a:r>
                <a:rPr lang="en-US" altLang="zh-CN" baseline="-25000" dirty="0" err="1"/>
                <a:t>3</a:t>
              </a:r>
              <a:endParaRPr lang="en-US" altLang="zh-CN" dirty="0"/>
            </a:p>
          </p:txBody>
        </p:sp>
        <p:sp>
          <p:nvSpPr>
            <p:cNvPr id="96" name="文本框 133">
              <a:extLst>
                <a:ext uri="{FF2B5EF4-FFF2-40B4-BE49-F238E27FC236}">
                  <a16:creationId xmlns:a16="http://schemas.microsoft.com/office/drawing/2014/main" id="{7CFFAAC3-BF8A-424B-BA32-802F4B9D9329}"/>
                </a:ext>
              </a:extLst>
            </p:cNvPr>
            <p:cNvSpPr txBox="1">
              <a:spLocks noChangeArrowheads="1"/>
            </p:cNvSpPr>
            <p:nvPr/>
          </p:nvSpPr>
          <p:spPr bwMode="auto">
            <a:xfrm rot="3275852">
              <a:off x="269240" y="4821733"/>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7030A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a:t>2</a:t>
              </a:r>
            </a:p>
          </p:txBody>
        </p:sp>
        <p:sp>
          <p:nvSpPr>
            <p:cNvPr id="97" name="文本框 134">
              <a:extLst>
                <a:ext uri="{FF2B5EF4-FFF2-40B4-BE49-F238E27FC236}">
                  <a16:creationId xmlns:a16="http://schemas.microsoft.com/office/drawing/2014/main" id="{4A3A261D-5DFA-4C82-8794-0B55497D76BA}"/>
                </a:ext>
              </a:extLst>
            </p:cNvPr>
            <p:cNvSpPr txBox="1">
              <a:spLocks noChangeArrowheads="1"/>
            </p:cNvSpPr>
            <p:nvPr/>
          </p:nvSpPr>
          <p:spPr bwMode="auto">
            <a:xfrm rot="3498295">
              <a:off x="885153" y="4007659"/>
              <a:ext cx="3810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2000" tIns="0" rIns="72000" bIns="0" anchor="ctr" anchorCtr="1">
              <a:spAutoFit/>
            </a:bodyPr>
            <a:lstStyle>
              <a:defPPr>
                <a:defRPr lang="zh-CN"/>
              </a:defPPr>
              <a:lvl1pPr marL="0" algn="l" defTabSz="914400" rtl="0" eaLnBrk="1" latinLnBrk="0" hangingPunct="1">
                <a:spcBef>
                  <a:spcPct val="0"/>
                </a:spcBef>
                <a:buClrTx/>
                <a:buFontTx/>
                <a:buNone/>
                <a:defRPr sz="2200" b="1" kern="1200">
                  <a:solidFill>
                    <a:srgbClr val="00206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err="1"/>
                <a:t>a</a:t>
              </a:r>
              <a:r>
                <a:rPr lang="en-US" altLang="zh-CN" baseline="-25000" dirty="0" err="1"/>
                <a:t>2</a:t>
              </a:r>
              <a:endParaRPr lang="en-US" altLang="zh-CN" dirty="0"/>
            </a:p>
          </p:txBody>
        </p:sp>
        <p:sp>
          <p:nvSpPr>
            <p:cNvPr id="98" name="文本框 136">
              <a:extLst>
                <a:ext uri="{FF2B5EF4-FFF2-40B4-BE49-F238E27FC236}">
                  <a16:creationId xmlns:a16="http://schemas.microsoft.com/office/drawing/2014/main" id="{603A3368-8147-4E22-9076-F28A7274EFCC}"/>
                </a:ext>
              </a:extLst>
            </p:cNvPr>
            <p:cNvSpPr txBox="1">
              <a:spLocks noChangeArrowheads="1"/>
            </p:cNvSpPr>
            <p:nvPr/>
          </p:nvSpPr>
          <p:spPr bwMode="auto">
            <a:xfrm rot="20128863">
              <a:off x="1390606" y="4990096"/>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7030A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a:t>3</a:t>
              </a:r>
            </a:p>
          </p:txBody>
        </p:sp>
        <p:sp>
          <p:nvSpPr>
            <p:cNvPr id="99" name="文本框 137">
              <a:extLst>
                <a:ext uri="{FF2B5EF4-FFF2-40B4-BE49-F238E27FC236}">
                  <a16:creationId xmlns:a16="http://schemas.microsoft.com/office/drawing/2014/main" id="{73B4B66F-9858-4069-A3DD-241634672161}"/>
                </a:ext>
              </a:extLst>
            </p:cNvPr>
            <p:cNvSpPr txBox="1">
              <a:spLocks noChangeArrowheads="1"/>
            </p:cNvSpPr>
            <p:nvPr/>
          </p:nvSpPr>
          <p:spPr bwMode="auto">
            <a:xfrm>
              <a:off x="1296611" y="4228706"/>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spAutoFit/>
            </a:bodyPr>
            <a:lstStyle>
              <a:defPPr>
                <a:defRPr lang="zh-CN"/>
              </a:defPPr>
              <a:lvl1pPr marL="0" algn="l" defTabSz="914400" rtl="0" eaLnBrk="1" latinLnBrk="0" hangingPunct="1">
                <a:spcBef>
                  <a:spcPct val="0"/>
                </a:spcBef>
                <a:buClrTx/>
                <a:buFontTx/>
                <a:buNone/>
                <a:defRPr sz="2200" b="1" kern="1200">
                  <a:solidFill>
                    <a:srgbClr val="00206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err="1"/>
                <a:t>a</a:t>
              </a:r>
              <a:r>
                <a:rPr lang="en-US" altLang="zh-CN" baseline="-25000" dirty="0" err="1"/>
                <a:t>6</a:t>
              </a:r>
              <a:endParaRPr lang="en-US" altLang="zh-CN" dirty="0"/>
            </a:p>
          </p:txBody>
        </p:sp>
        <p:sp>
          <p:nvSpPr>
            <p:cNvPr id="103" name="文本框 138">
              <a:extLst>
                <a:ext uri="{FF2B5EF4-FFF2-40B4-BE49-F238E27FC236}">
                  <a16:creationId xmlns:a16="http://schemas.microsoft.com/office/drawing/2014/main" id="{9A162D16-6178-4483-A839-50D2E1C9483F}"/>
                </a:ext>
              </a:extLst>
            </p:cNvPr>
            <p:cNvSpPr txBox="1">
              <a:spLocks noChangeArrowheads="1"/>
            </p:cNvSpPr>
            <p:nvPr/>
          </p:nvSpPr>
          <p:spPr bwMode="auto">
            <a:xfrm rot="3522414">
              <a:off x="1816743" y="3951312"/>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00206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err="1"/>
                <a:t>a</a:t>
              </a:r>
              <a:r>
                <a:rPr lang="en-US" altLang="zh-CN" baseline="-25000" dirty="0" err="1"/>
                <a:t>7</a:t>
              </a:r>
              <a:endParaRPr lang="en-US" altLang="zh-CN" dirty="0"/>
            </a:p>
          </p:txBody>
        </p:sp>
        <p:sp>
          <p:nvSpPr>
            <p:cNvPr id="108" name="文本框 139">
              <a:extLst>
                <a:ext uri="{FF2B5EF4-FFF2-40B4-BE49-F238E27FC236}">
                  <a16:creationId xmlns:a16="http://schemas.microsoft.com/office/drawing/2014/main" id="{6D9E323F-20BF-4914-BEE5-1AC0B47E92EA}"/>
                </a:ext>
              </a:extLst>
            </p:cNvPr>
            <p:cNvSpPr txBox="1">
              <a:spLocks noChangeArrowheads="1"/>
            </p:cNvSpPr>
            <p:nvPr/>
          </p:nvSpPr>
          <p:spPr bwMode="auto">
            <a:xfrm rot="18409881">
              <a:off x="443576" y="4175461"/>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7030A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a:t>3</a:t>
              </a:r>
            </a:p>
          </p:txBody>
        </p:sp>
        <p:sp>
          <p:nvSpPr>
            <p:cNvPr id="148" name="文本框 140">
              <a:extLst>
                <a:ext uri="{FF2B5EF4-FFF2-40B4-BE49-F238E27FC236}">
                  <a16:creationId xmlns:a16="http://schemas.microsoft.com/office/drawing/2014/main" id="{0B1BCE99-AD91-4333-9A0C-24D19A8C7683}"/>
                </a:ext>
              </a:extLst>
            </p:cNvPr>
            <p:cNvSpPr txBox="1">
              <a:spLocks noChangeArrowheads="1"/>
            </p:cNvSpPr>
            <p:nvPr/>
          </p:nvSpPr>
          <p:spPr bwMode="auto">
            <a:xfrm rot="3498295">
              <a:off x="714725" y="4177864"/>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7030A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a:t>2</a:t>
              </a:r>
            </a:p>
          </p:txBody>
        </p:sp>
        <p:sp>
          <p:nvSpPr>
            <p:cNvPr id="149" name="文本框 141">
              <a:extLst>
                <a:ext uri="{FF2B5EF4-FFF2-40B4-BE49-F238E27FC236}">
                  <a16:creationId xmlns:a16="http://schemas.microsoft.com/office/drawing/2014/main" id="{B506CBEE-264F-4B45-AAB9-2AFE781CCE9E}"/>
                </a:ext>
              </a:extLst>
            </p:cNvPr>
            <p:cNvSpPr txBox="1">
              <a:spLocks noChangeArrowheads="1"/>
            </p:cNvSpPr>
            <p:nvPr/>
          </p:nvSpPr>
          <p:spPr bwMode="auto">
            <a:xfrm>
              <a:off x="1349826" y="4555012"/>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7030A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a:t>2</a:t>
              </a:r>
            </a:p>
          </p:txBody>
        </p:sp>
        <p:sp>
          <p:nvSpPr>
            <p:cNvPr id="172" name="文本框 142">
              <a:extLst>
                <a:ext uri="{FF2B5EF4-FFF2-40B4-BE49-F238E27FC236}">
                  <a16:creationId xmlns:a16="http://schemas.microsoft.com/office/drawing/2014/main" id="{40CB200D-C12B-4966-AE40-96C2D0D53A98}"/>
                </a:ext>
              </a:extLst>
            </p:cNvPr>
            <p:cNvSpPr txBox="1">
              <a:spLocks noChangeArrowheads="1"/>
            </p:cNvSpPr>
            <p:nvPr/>
          </p:nvSpPr>
          <p:spPr bwMode="auto">
            <a:xfrm>
              <a:off x="1054079" y="3790388"/>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00206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a:solidFill>
                    <a:srgbClr val="7030A0"/>
                  </a:solidFill>
                </a:rPr>
                <a:t>3</a:t>
              </a:r>
            </a:p>
          </p:txBody>
        </p:sp>
        <p:sp>
          <p:nvSpPr>
            <p:cNvPr id="177" name="文本框 143">
              <a:extLst>
                <a:ext uri="{FF2B5EF4-FFF2-40B4-BE49-F238E27FC236}">
                  <a16:creationId xmlns:a16="http://schemas.microsoft.com/office/drawing/2014/main" id="{8E671CFA-A645-4107-8207-C927BCD9019A}"/>
                </a:ext>
              </a:extLst>
            </p:cNvPr>
            <p:cNvSpPr txBox="1">
              <a:spLocks noChangeArrowheads="1"/>
            </p:cNvSpPr>
            <p:nvPr/>
          </p:nvSpPr>
          <p:spPr bwMode="auto">
            <a:xfrm rot="3522414">
              <a:off x="1577518" y="4084319"/>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7030A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a:t>1</a:t>
              </a:r>
            </a:p>
          </p:txBody>
        </p:sp>
        <p:sp>
          <p:nvSpPr>
            <p:cNvPr id="178" name="文本框 144">
              <a:extLst>
                <a:ext uri="{FF2B5EF4-FFF2-40B4-BE49-F238E27FC236}">
                  <a16:creationId xmlns:a16="http://schemas.microsoft.com/office/drawing/2014/main" id="{B735A30C-A968-47F5-9212-0C2A1E89CB7F}"/>
                </a:ext>
              </a:extLst>
            </p:cNvPr>
            <p:cNvSpPr txBox="1">
              <a:spLocks noChangeArrowheads="1"/>
            </p:cNvSpPr>
            <p:nvPr/>
          </p:nvSpPr>
          <p:spPr bwMode="auto">
            <a:xfrm rot="18406456">
              <a:off x="971321" y="4912124"/>
              <a:ext cx="2137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7030A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a:t>4</a:t>
              </a:r>
            </a:p>
          </p:txBody>
        </p:sp>
        <p:sp>
          <p:nvSpPr>
            <p:cNvPr id="180" name="文本框 145">
              <a:extLst>
                <a:ext uri="{FF2B5EF4-FFF2-40B4-BE49-F238E27FC236}">
                  <a16:creationId xmlns:a16="http://schemas.microsoft.com/office/drawing/2014/main" id="{79A498FE-28F3-4C5E-BB72-B6C97D0FD1A4}"/>
                </a:ext>
              </a:extLst>
            </p:cNvPr>
            <p:cNvSpPr txBox="1">
              <a:spLocks noChangeArrowheads="1"/>
            </p:cNvSpPr>
            <p:nvPr/>
          </p:nvSpPr>
          <p:spPr bwMode="auto">
            <a:xfrm rot="3275852">
              <a:off x="477390" y="4601079"/>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00206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err="1"/>
                <a:t>a</a:t>
              </a:r>
              <a:r>
                <a:rPr lang="en-US" altLang="zh-CN" baseline="-25000" dirty="0" err="1"/>
                <a:t>1</a:t>
              </a:r>
              <a:endParaRPr lang="en-US" altLang="zh-CN" dirty="0"/>
            </a:p>
          </p:txBody>
        </p:sp>
        <p:sp>
          <p:nvSpPr>
            <p:cNvPr id="181" name="文本框 146">
              <a:extLst>
                <a:ext uri="{FF2B5EF4-FFF2-40B4-BE49-F238E27FC236}">
                  <a16:creationId xmlns:a16="http://schemas.microsoft.com/office/drawing/2014/main" id="{87B6DDF0-6958-4A3C-9F46-A8E92CED2641}"/>
                </a:ext>
              </a:extLst>
            </p:cNvPr>
            <p:cNvSpPr txBox="1">
              <a:spLocks noChangeArrowheads="1"/>
            </p:cNvSpPr>
            <p:nvPr/>
          </p:nvSpPr>
          <p:spPr bwMode="auto">
            <a:xfrm rot="20128863">
              <a:off x="1146347" y="4718555"/>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00206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err="1"/>
                <a:t>a</a:t>
              </a:r>
              <a:r>
                <a:rPr lang="en-US" altLang="zh-CN" baseline="-25000" dirty="0" err="1"/>
                <a:t>5</a:t>
              </a:r>
              <a:endParaRPr lang="en-US" altLang="zh-CN" dirty="0"/>
            </a:p>
          </p:txBody>
        </p:sp>
        <p:sp>
          <p:nvSpPr>
            <p:cNvPr id="185" name="文本框 135">
              <a:extLst>
                <a:ext uri="{FF2B5EF4-FFF2-40B4-BE49-F238E27FC236}">
                  <a16:creationId xmlns:a16="http://schemas.microsoft.com/office/drawing/2014/main" id="{FE478D3C-9116-45F2-BD12-18671F657696}"/>
                </a:ext>
              </a:extLst>
            </p:cNvPr>
            <p:cNvSpPr txBox="1">
              <a:spLocks noChangeArrowheads="1"/>
            </p:cNvSpPr>
            <p:nvPr/>
          </p:nvSpPr>
          <p:spPr bwMode="auto">
            <a:xfrm rot="16947259">
              <a:off x="658901" y="4833360"/>
              <a:ext cx="3083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6000" tIns="0" rIns="36000" bIns="0" anchor="ctr" anchorCtr="1">
              <a:spAutoFit/>
            </a:bodyPr>
            <a:lstStyle>
              <a:defPPr>
                <a:defRPr lang="zh-CN"/>
              </a:defPPr>
              <a:lvl1pPr marL="0" algn="l" defTabSz="914400" rtl="0" eaLnBrk="1" latinLnBrk="0" hangingPunct="1">
                <a:spcBef>
                  <a:spcPct val="0"/>
                </a:spcBef>
                <a:buClrTx/>
                <a:buFontTx/>
                <a:buNone/>
                <a:defRPr sz="2200" b="1" kern="1200">
                  <a:solidFill>
                    <a:srgbClr val="002060"/>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r>
                <a:rPr lang="en-US" altLang="zh-CN" dirty="0" err="1"/>
                <a:t>a</a:t>
              </a:r>
              <a:r>
                <a:rPr lang="en-US" altLang="zh-CN" baseline="-25000" dirty="0" err="1"/>
                <a:t>4</a:t>
              </a:r>
              <a:endParaRPr lang="en-US" altLang="zh-CN" dirty="0"/>
            </a:p>
          </p:txBody>
        </p:sp>
      </p:grpSp>
      <p:sp>
        <p:nvSpPr>
          <p:cNvPr id="137" name="Text Box 202">
            <a:extLst>
              <a:ext uri="{FF2B5EF4-FFF2-40B4-BE49-F238E27FC236}">
                <a16:creationId xmlns:a16="http://schemas.microsoft.com/office/drawing/2014/main" id="{16355D87-D7CA-C90C-5789-CC4E554594D0}"/>
              </a:ext>
            </a:extLst>
          </p:cNvPr>
          <p:cNvSpPr txBox="1">
            <a:spLocks noChangeArrowheads="1"/>
          </p:cNvSpPr>
          <p:nvPr/>
        </p:nvSpPr>
        <p:spPr bwMode="auto">
          <a:xfrm>
            <a:off x="5229655" y="1626658"/>
            <a:ext cx="1633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zh-CN"/>
            </a:defPPr>
            <a:lvl1pPr>
              <a:spcBef>
                <a:spcPct val="50000"/>
              </a:spcBef>
              <a:defRPr sz="2000" b="1">
                <a:solidFill>
                  <a:schemeClr val="folHlink"/>
                </a:solidFill>
                <a:cs typeface="Times New Roman" panose="02020603050405020304" pitchFamily="18" charset="0"/>
              </a:defRPr>
            </a:lvl1pPr>
          </a:lstStyle>
          <a:p>
            <a:r>
              <a:rPr lang="en-US" altLang="zh-CN" sz="1800" dirty="0">
                <a:sym typeface="Symbol" panose="05050102010706020507" pitchFamily="18" charset="2"/>
              </a:rPr>
              <a:t></a:t>
            </a:r>
            <a:endParaRPr lang="en-US" altLang="zh-CN" sz="1800" dirty="0"/>
          </a:p>
        </p:txBody>
      </p:sp>
      <p:grpSp>
        <p:nvGrpSpPr>
          <p:cNvPr id="169" name="组合 168">
            <a:extLst>
              <a:ext uri="{FF2B5EF4-FFF2-40B4-BE49-F238E27FC236}">
                <a16:creationId xmlns:a16="http://schemas.microsoft.com/office/drawing/2014/main" id="{0D8F57D7-C220-41A9-95A4-A0D2C18AD9AE}"/>
              </a:ext>
            </a:extLst>
          </p:cNvPr>
          <p:cNvGrpSpPr/>
          <p:nvPr/>
        </p:nvGrpSpPr>
        <p:grpSpPr>
          <a:xfrm>
            <a:off x="4304994" y="4785692"/>
            <a:ext cx="173463" cy="323415"/>
            <a:chOff x="2248208" y="6118225"/>
            <a:chExt cx="121018" cy="323415"/>
          </a:xfrm>
        </p:grpSpPr>
        <p:cxnSp>
          <p:nvCxnSpPr>
            <p:cNvPr id="170" name="直接箭头连接符 169">
              <a:extLst>
                <a:ext uri="{FF2B5EF4-FFF2-40B4-BE49-F238E27FC236}">
                  <a16:creationId xmlns:a16="http://schemas.microsoft.com/office/drawing/2014/main" id="{A5757959-B8EC-48EA-A9EF-BBDFFEDFE135}"/>
                </a:ext>
              </a:extLst>
            </p:cNvPr>
            <p:cNvCxnSpPr>
              <a:cxnSpLocks/>
            </p:cNvCxnSpPr>
            <p:nvPr/>
          </p:nvCxnSpPr>
          <p:spPr>
            <a:xfrm flipV="1">
              <a:off x="2367262" y="6118225"/>
              <a:ext cx="1964" cy="323415"/>
            </a:xfrm>
            <a:prstGeom prst="straightConnector1">
              <a:avLst/>
            </a:prstGeom>
            <a:ln w="28575">
              <a:solidFill>
                <a:schemeClr val="accent4">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1" name="文本框 170">
              <a:extLst>
                <a:ext uri="{FF2B5EF4-FFF2-40B4-BE49-F238E27FC236}">
                  <a16:creationId xmlns:a16="http://schemas.microsoft.com/office/drawing/2014/main" id="{7378363E-C67A-471C-A893-F35C8FDFECCA}"/>
                </a:ext>
              </a:extLst>
            </p:cNvPr>
            <p:cNvSpPr txBox="1"/>
            <p:nvPr/>
          </p:nvSpPr>
          <p:spPr>
            <a:xfrm>
              <a:off x="2248208" y="6126996"/>
              <a:ext cx="109993" cy="307777"/>
            </a:xfrm>
            <a:prstGeom prst="rect">
              <a:avLst/>
            </a:prstGeom>
            <a:noFill/>
          </p:spPr>
          <p:txBody>
            <a:bodyPr wrap="none" lIns="36000" tIns="0" rIns="36000" bIns="0" rtlCol="0">
              <a:spAutoFit/>
            </a:bodyPr>
            <a:lstStyle/>
            <a:p>
              <a:r>
                <a:rPr lang="en-US" altLang="zh-CN" sz="2000" b="1"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a:t>
              </a:r>
              <a:endParaRPr lang="zh-CN" altLang="en-US" sz="2000" b="1"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219" name="组合 218">
            <a:extLst>
              <a:ext uri="{FF2B5EF4-FFF2-40B4-BE49-F238E27FC236}">
                <a16:creationId xmlns:a16="http://schemas.microsoft.com/office/drawing/2014/main" id="{FD6650F4-8AB8-4F4D-9C75-458F78FC9E94}"/>
              </a:ext>
            </a:extLst>
          </p:cNvPr>
          <p:cNvGrpSpPr/>
          <p:nvPr/>
        </p:nvGrpSpPr>
        <p:grpSpPr>
          <a:xfrm>
            <a:off x="3487400" y="4754768"/>
            <a:ext cx="169892" cy="338454"/>
            <a:chOff x="2248208" y="6126996"/>
            <a:chExt cx="152577" cy="338454"/>
          </a:xfrm>
          <a:noFill/>
        </p:grpSpPr>
        <p:cxnSp>
          <p:nvCxnSpPr>
            <p:cNvPr id="220" name="直接箭头连接符 219">
              <a:extLst>
                <a:ext uri="{FF2B5EF4-FFF2-40B4-BE49-F238E27FC236}">
                  <a16:creationId xmlns:a16="http://schemas.microsoft.com/office/drawing/2014/main" id="{86166D52-2DF0-4B08-89D4-652200EDCFE9}"/>
                </a:ext>
              </a:extLst>
            </p:cNvPr>
            <p:cNvCxnSpPr>
              <a:cxnSpLocks/>
            </p:cNvCxnSpPr>
            <p:nvPr/>
          </p:nvCxnSpPr>
          <p:spPr>
            <a:xfrm flipV="1">
              <a:off x="2398821" y="6142035"/>
              <a:ext cx="1964" cy="323415"/>
            </a:xfrm>
            <a:prstGeom prst="straightConnector1">
              <a:avLst/>
            </a:prstGeom>
            <a:grpFill/>
            <a:ln w="28575">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1" name="文本框 220">
              <a:extLst>
                <a:ext uri="{FF2B5EF4-FFF2-40B4-BE49-F238E27FC236}">
                  <a16:creationId xmlns:a16="http://schemas.microsoft.com/office/drawing/2014/main" id="{6B236199-64F6-426D-9C25-92E7C8BF57E1}"/>
                </a:ext>
              </a:extLst>
            </p:cNvPr>
            <p:cNvSpPr txBox="1"/>
            <p:nvPr/>
          </p:nvSpPr>
          <p:spPr>
            <a:xfrm>
              <a:off x="2248208" y="6126996"/>
              <a:ext cx="128637" cy="307777"/>
            </a:xfrm>
            <a:prstGeom prst="rect">
              <a:avLst/>
            </a:prstGeom>
            <a:grpFill/>
          </p:spPr>
          <p:txBody>
            <a:bodyPr wrap="none" lIns="36000" tIns="0" rIns="36000" bIns="0" rtlCol="0">
              <a:spAutoFit/>
            </a:bodyPr>
            <a:lstStyle/>
            <a:p>
              <a:r>
                <a:rPr lang="en-US" altLang="zh-CN" sz="2000" b="1" dirty="0" err="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endParaRPr lang="zh-CN" altLang="en-US" sz="2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198" name="矩形 197">
            <a:extLst>
              <a:ext uri="{FF2B5EF4-FFF2-40B4-BE49-F238E27FC236}">
                <a16:creationId xmlns:a16="http://schemas.microsoft.com/office/drawing/2014/main" id="{1654BE77-3A06-0E4E-CC0F-60402D88873D}"/>
              </a:ext>
            </a:extLst>
          </p:cNvPr>
          <p:cNvSpPr/>
          <p:nvPr/>
        </p:nvSpPr>
        <p:spPr>
          <a:xfrm>
            <a:off x="2249515" y="4419961"/>
            <a:ext cx="227123" cy="288114"/>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2400" b="1" dirty="0">
                <a:solidFill>
                  <a:srgbClr val="C00000"/>
                </a:solidFill>
              </a:rPr>
              <a:t>1</a:t>
            </a:r>
            <a:endParaRPr lang="zh-CN" altLang="en-US" sz="2400" b="1" dirty="0">
              <a:solidFill>
                <a:srgbClr val="C00000"/>
              </a:solidFill>
            </a:endParaRPr>
          </a:p>
        </p:txBody>
      </p:sp>
      <p:sp>
        <p:nvSpPr>
          <p:cNvPr id="279" name="矩形 278">
            <a:extLst>
              <a:ext uri="{FF2B5EF4-FFF2-40B4-BE49-F238E27FC236}">
                <a16:creationId xmlns:a16="http://schemas.microsoft.com/office/drawing/2014/main" id="{3F030ABB-A7F3-49AE-B1F3-CF9A76E2F323}"/>
              </a:ext>
            </a:extLst>
          </p:cNvPr>
          <p:cNvSpPr/>
          <p:nvPr/>
        </p:nvSpPr>
        <p:spPr>
          <a:xfrm>
            <a:off x="7973137" y="4211936"/>
            <a:ext cx="227123" cy="306408"/>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2400" b="1" dirty="0">
                <a:solidFill>
                  <a:srgbClr val="C00000"/>
                </a:solidFill>
              </a:rPr>
              <a:t>3</a:t>
            </a:r>
            <a:endParaRPr lang="zh-CN" altLang="en-US" sz="2400" b="1" dirty="0">
              <a:solidFill>
                <a:srgbClr val="C00000"/>
              </a:solidFill>
            </a:endParaRPr>
          </a:p>
        </p:txBody>
      </p:sp>
      <p:sp>
        <p:nvSpPr>
          <p:cNvPr id="285" name="矩形 284">
            <a:extLst>
              <a:ext uri="{FF2B5EF4-FFF2-40B4-BE49-F238E27FC236}">
                <a16:creationId xmlns:a16="http://schemas.microsoft.com/office/drawing/2014/main" id="{1A58EDB3-76C5-4168-9B4C-64384A104907}"/>
              </a:ext>
            </a:extLst>
          </p:cNvPr>
          <p:cNvSpPr/>
          <p:nvPr/>
        </p:nvSpPr>
        <p:spPr>
          <a:xfrm>
            <a:off x="7956828" y="4205400"/>
            <a:ext cx="264587" cy="317000"/>
          </a:xfrm>
          <a:prstGeom prst="rect">
            <a:avLst/>
          </a:prstGeom>
          <a:solidFill>
            <a:schemeClr val="accent4">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2400" b="1" dirty="0">
                <a:solidFill>
                  <a:srgbClr val="C00000"/>
                </a:solidFill>
              </a:rPr>
              <a:t>0</a:t>
            </a:r>
            <a:endParaRPr lang="zh-CN" altLang="en-US" sz="2400" b="1" dirty="0">
              <a:solidFill>
                <a:srgbClr val="C00000"/>
              </a:solidFill>
            </a:endParaRPr>
          </a:p>
        </p:txBody>
      </p:sp>
      <p:sp>
        <p:nvSpPr>
          <p:cNvPr id="357" name="文本框 356">
            <a:extLst>
              <a:ext uri="{FF2B5EF4-FFF2-40B4-BE49-F238E27FC236}">
                <a16:creationId xmlns:a16="http://schemas.microsoft.com/office/drawing/2014/main" id="{1CD55C84-5809-2A00-66DF-6220BA714A40}"/>
              </a:ext>
            </a:extLst>
          </p:cNvPr>
          <p:cNvSpPr txBox="1"/>
          <p:nvPr/>
        </p:nvSpPr>
        <p:spPr>
          <a:xfrm>
            <a:off x="4345405" y="1237235"/>
            <a:ext cx="128240" cy="307777"/>
          </a:xfrm>
          <a:prstGeom prst="rect">
            <a:avLst/>
          </a:prstGeom>
          <a:noFill/>
        </p:spPr>
        <p:txBody>
          <a:bodyPr wrap="none" lIns="0" tIns="0" rIns="0" bIns="0" rtlCol="0">
            <a:spAutoFit/>
          </a:bodyPr>
          <a:lstStyle/>
          <a:p>
            <a:r>
              <a:rPr lang="en-US" altLang="zh-CN" sz="2000" b="1" dirty="0">
                <a:solidFill>
                  <a:srgbClr val="C00000"/>
                </a:solidFill>
              </a:rPr>
              <a:t>3</a:t>
            </a:r>
            <a:endParaRPr lang="zh-CN" altLang="en-US" sz="2000" b="1" dirty="0">
              <a:solidFill>
                <a:srgbClr val="C00000"/>
              </a:solidFill>
            </a:endParaRPr>
          </a:p>
        </p:txBody>
      </p:sp>
      <p:grpSp>
        <p:nvGrpSpPr>
          <p:cNvPr id="363" name="组合 362">
            <a:extLst>
              <a:ext uri="{FF2B5EF4-FFF2-40B4-BE49-F238E27FC236}">
                <a16:creationId xmlns:a16="http://schemas.microsoft.com/office/drawing/2014/main" id="{9081DFB7-3830-8E68-EC96-40B769CB0367}"/>
              </a:ext>
            </a:extLst>
          </p:cNvPr>
          <p:cNvGrpSpPr/>
          <p:nvPr/>
        </p:nvGrpSpPr>
        <p:grpSpPr>
          <a:xfrm>
            <a:off x="3029034" y="5752388"/>
            <a:ext cx="298971" cy="497437"/>
            <a:chOff x="2634874" y="6108625"/>
            <a:chExt cx="298971" cy="497437"/>
          </a:xfrm>
          <a:solidFill>
            <a:schemeClr val="bg1">
              <a:lumMod val="95000"/>
            </a:schemeClr>
          </a:solidFill>
        </p:grpSpPr>
        <p:sp>
          <p:nvSpPr>
            <p:cNvPr id="303" name="矩形 302">
              <a:extLst>
                <a:ext uri="{FF2B5EF4-FFF2-40B4-BE49-F238E27FC236}">
                  <a16:creationId xmlns:a16="http://schemas.microsoft.com/office/drawing/2014/main" id="{EEA0C600-ECCB-4265-98FE-77248F10DFCC}"/>
                </a:ext>
              </a:extLst>
            </p:cNvPr>
            <p:cNvSpPr/>
            <p:nvPr/>
          </p:nvSpPr>
          <p:spPr>
            <a:xfrm>
              <a:off x="2634874" y="6327551"/>
              <a:ext cx="298971" cy="278511"/>
            </a:xfrm>
            <a:prstGeom prst="rect">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C00000"/>
                  </a:solidFill>
                </a:rPr>
                <a:t>1</a:t>
              </a:r>
              <a:endParaRPr lang="zh-CN" altLang="en-US" sz="2400" b="1" dirty="0">
                <a:solidFill>
                  <a:srgbClr val="C00000"/>
                </a:solidFill>
              </a:endParaRPr>
            </a:p>
          </p:txBody>
        </p:sp>
        <p:cxnSp>
          <p:nvCxnSpPr>
            <p:cNvPr id="362" name="直接连接符 361">
              <a:extLst>
                <a:ext uri="{FF2B5EF4-FFF2-40B4-BE49-F238E27FC236}">
                  <a16:creationId xmlns:a16="http://schemas.microsoft.com/office/drawing/2014/main" id="{B36E040C-F657-7B85-4C47-514B6830AB57}"/>
                </a:ext>
              </a:extLst>
            </p:cNvPr>
            <p:cNvCxnSpPr/>
            <p:nvPr/>
          </p:nvCxnSpPr>
          <p:spPr>
            <a:xfrm>
              <a:off x="2790825" y="6108625"/>
              <a:ext cx="0" cy="188119"/>
            </a:xfrm>
            <a:prstGeom prst="line">
              <a:avLst/>
            </a:prstGeom>
            <a:grpFill/>
            <a:ln w="123825" cmpd="dbl">
              <a:solidFill>
                <a:srgbClr val="00B0F0"/>
              </a:solidFill>
            </a:ln>
          </p:spPr>
          <p:style>
            <a:lnRef idx="2">
              <a:schemeClr val="accent1"/>
            </a:lnRef>
            <a:fillRef idx="0">
              <a:schemeClr val="accent1"/>
            </a:fillRef>
            <a:effectRef idx="1">
              <a:schemeClr val="accent1"/>
            </a:effectRef>
            <a:fontRef idx="minor">
              <a:schemeClr val="tx1"/>
            </a:fontRef>
          </p:style>
        </p:cxnSp>
      </p:grpSp>
      <p:grpSp>
        <p:nvGrpSpPr>
          <p:cNvPr id="371" name="组合 370">
            <a:extLst>
              <a:ext uri="{FF2B5EF4-FFF2-40B4-BE49-F238E27FC236}">
                <a16:creationId xmlns:a16="http://schemas.microsoft.com/office/drawing/2014/main" id="{F990DBB6-22C3-A160-7596-0F251F66D5EE}"/>
              </a:ext>
            </a:extLst>
          </p:cNvPr>
          <p:cNvGrpSpPr/>
          <p:nvPr/>
        </p:nvGrpSpPr>
        <p:grpSpPr>
          <a:xfrm>
            <a:off x="2817598" y="5991385"/>
            <a:ext cx="190002" cy="225911"/>
            <a:chOff x="2478900" y="5965115"/>
            <a:chExt cx="190002" cy="225911"/>
          </a:xfrm>
        </p:grpSpPr>
        <p:cxnSp>
          <p:nvCxnSpPr>
            <p:cNvPr id="366" name="直接连接符 365">
              <a:extLst>
                <a:ext uri="{FF2B5EF4-FFF2-40B4-BE49-F238E27FC236}">
                  <a16:creationId xmlns:a16="http://schemas.microsoft.com/office/drawing/2014/main" id="{B36E040C-F657-7B85-4C47-514B6830AB57}"/>
                </a:ext>
              </a:extLst>
            </p:cNvPr>
            <p:cNvCxnSpPr>
              <a:cxnSpLocks/>
            </p:cNvCxnSpPr>
            <p:nvPr/>
          </p:nvCxnSpPr>
          <p:spPr>
            <a:xfrm flipH="1">
              <a:off x="2478900" y="6093803"/>
              <a:ext cx="190002" cy="0"/>
            </a:xfrm>
            <a:prstGeom prst="line">
              <a:avLst/>
            </a:prstGeom>
            <a:ln w="123825" cmpd="dbl">
              <a:solidFill>
                <a:srgbClr val="333DFF"/>
              </a:solidFill>
            </a:ln>
          </p:spPr>
          <p:style>
            <a:lnRef idx="2">
              <a:schemeClr val="accent1"/>
            </a:lnRef>
            <a:fillRef idx="0">
              <a:schemeClr val="accent1"/>
            </a:fillRef>
            <a:effectRef idx="1">
              <a:schemeClr val="accent1"/>
            </a:effectRef>
            <a:fontRef idx="minor">
              <a:schemeClr val="tx1"/>
            </a:fontRef>
          </p:style>
        </p:cxnSp>
        <p:cxnSp>
          <p:nvCxnSpPr>
            <p:cNvPr id="370" name="直接连接符 369">
              <a:extLst>
                <a:ext uri="{FF2B5EF4-FFF2-40B4-BE49-F238E27FC236}">
                  <a16:creationId xmlns:a16="http://schemas.microsoft.com/office/drawing/2014/main" id="{66865FBD-4E89-A530-14FC-C2E14C74573A}"/>
                </a:ext>
              </a:extLst>
            </p:cNvPr>
            <p:cNvCxnSpPr/>
            <p:nvPr/>
          </p:nvCxnSpPr>
          <p:spPr>
            <a:xfrm flipH="1">
              <a:off x="2516111" y="5965115"/>
              <a:ext cx="125637" cy="22591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376" name="组合 375">
            <a:extLst>
              <a:ext uri="{FF2B5EF4-FFF2-40B4-BE49-F238E27FC236}">
                <a16:creationId xmlns:a16="http://schemas.microsoft.com/office/drawing/2014/main" id="{B1D08322-0900-2D96-4029-8DAB24582841}"/>
              </a:ext>
            </a:extLst>
          </p:cNvPr>
          <p:cNvGrpSpPr/>
          <p:nvPr/>
        </p:nvGrpSpPr>
        <p:grpSpPr>
          <a:xfrm>
            <a:off x="2088606" y="4900178"/>
            <a:ext cx="804898" cy="276999"/>
            <a:chOff x="1149266" y="4807845"/>
            <a:chExt cx="804898" cy="276999"/>
          </a:xfrm>
        </p:grpSpPr>
        <p:sp>
          <p:nvSpPr>
            <p:cNvPr id="372" name="文本框 198">
              <a:extLst>
                <a:ext uri="{FF2B5EF4-FFF2-40B4-BE49-F238E27FC236}">
                  <a16:creationId xmlns:a16="http://schemas.microsoft.com/office/drawing/2014/main" id="{34748541-94CD-47F7-AF4D-764D09234D16}"/>
                </a:ext>
              </a:extLst>
            </p:cNvPr>
            <p:cNvSpPr txBox="1"/>
            <p:nvPr/>
          </p:nvSpPr>
          <p:spPr>
            <a:xfrm>
              <a:off x="1149266" y="4807845"/>
              <a:ext cx="573926" cy="276999"/>
            </a:xfrm>
            <a:prstGeom prst="rect">
              <a:avLst/>
            </a:prstGeom>
            <a:noFill/>
          </p:spPr>
          <p:txBody>
            <a:bodyPr wrap="none" lIns="0" tIns="0" rIns="108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effectLst>
                    <a:outerShdw blurRad="38100" dist="38100" dir="2700000" algn="tl">
                      <a:srgbClr val="000000">
                        <a:alpha val="43137"/>
                      </a:srgbClr>
                    </a:outerShdw>
                  </a:effectLst>
                </a:rPr>
                <a:t>相减</a:t>
              </a:r>
            </a:p>
          </p:txBody>
        </p:sp>
        <p:cxnSp>
          <p:nvCxnSpPr>
            <p:cNvPr id="374" name="直接连接符 373">
              <a:extLst>
                <a:ext uri="{FF2B5EF4-FFF2-40B4-BE49-F238E27FC236}">
                  <a16:creationId xmlns:a16="http://schemas.microsoft.com/office/drawing/2014/main" id="{799119F2-2AD1-8805-82F2-939AC77390DD}"/>
                </a:ext>
              </a:extLst>
            </p:cNvPr>
            <p:cNvCxnSpPr>
              <a:cxnSpLocks/>
              <a:stCxn id="372" idx="3"/>
            </p:cNvCxnSpPr>
            <p:nvPr/>
          </p:nvCxnSpPr>
          <p:spPr>
            <a:xfrm>
              <a:off x="1723192" y="4946345"/>
              <a:ext cx="230972" cy="0"/>
            </a:xfrm>
            <a:prstGeom prst="line">
              <a:avLst/>
            </a:prstGeom>
            <a:ln w="4445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110" name="文本框 109">
            <a:extLst>
              <a:ext uri="{FF2B5EF4-FFF2-40B4-BE49-F238E27FC236}">
                <a16:creationId xmlns:a16="http://schemas.microsoft.com/office/drawing/2014/main" id="{DB6EB801-59D5-3F19-2D84-8E0E76EC066B}"/>
              </a:ext>
            </a:extLst>
          </p:cNvPr>
          <p:cNvSpPr txBox="1"/>
          <p:nvPr/>
        </p:nvSpPr>
        <p:spPr>
          <a:xfrm>
            <a:off x="4090311" y="1205207"/>
            <a:ext cx="265812" cy="338554"/>
          </a:xfrm>
          <a:prstGeom prst="rect">
            <a:avLst/>
          </a:prstGeom>
          <a:noFill/>
        </p:spPr>
        <p:txBody>
          <a:bodyPr wrap="square" lIns="36000" tIns="0" rIns="36000" bIns="0">
            <a:spAutoFit/>
          </a:bodyPr>
          <a:lstStyle/>
          <a:p>
            <a:r>
              <a:rPr lang="en-US" altLang="zh-CN" sz="2200" b="1" dirty="0">
                <a:solidFill>
                  <a:srgbClr val="FF0000"/>
                </a:solidFill>
                <a:ea typeface="楷体_GB2312" pitchFamily="49" charset="-122"/>
              </a:rPr>
              <a:t>1</a:t>
            </a:r>
            <a:endParaRPr lang="zh-CN" altLang="en-US" sz="2200" dirty="0">
              <a:solidFill>
                <a:srgbClr val="FF0000"/>
              </a:solidFill>
            </a:endParaRPr>
          </a:p>
        </p:txBody>
      </p:sp>
      <p:sp>
        <p:nvSpPr>
          <p:cNvPr id="111" name="文本框 110">
            <a:extLst>
              <a:ext uri="{FF2B5EF4-FFF2-40B4-BE49-F238E27FC236}">
                <a16:creationId xmlns:a16="http://schemas.microsoft.com/office/drawing/2014/main" id="{1D06D5DB-BE3B-A778-056E-F436481B6689}"/>
              </a:ext>
            </a:extLst>
          </p:cNvPr>
          <p:cNvSpPr txBox="1"/>
          <p:nvPr/>
        </p:nvSpPr>
        <p:spPr>
          <a:xfrm>
            <a:off x="4830094" y="1215701"/>
            <a:ext cx="265812" cy="338554"/>
          </a:xfrm>
          <a:prstGeom prst="rect">
            <a:avLst/>
          </a:prstGeom>
          <a:noFill/>
        </p:spPr>
        <p:txBody>
          <a:bodyPr wrap="square" lIns="36000" tIns="0" rIns="36000" bIns="0">
            <a:spAutoFit/>
          </a:bodyPr>
          <a:lstStyle/>
          <a:p>
            <a:r>
              <a:rPr lang="en-US" altLang="zh-CN" sz="2200" b="1" dirty="0">
                <a:solidFill>
                  <a:srgbClr val="FF0000"/>
                </a:solidFill>
                <a:ea typeface="楷体_GB2312" pitchFamily="49" charset="-122"/>
              </a:rPr>
              <a:t>2</a:t>
            </a:r>
            <a:endParaRPr lang="zh-CN" altLang="en-US" sz="2200" dirty="0">
              <a:solidFill>
                <a:srgbClr val="FF0000"/>
              </a:solidFill>
            </a:endParaRPr>
          </a:p>
        </p:txBody>
      </p:sp>
      <p:sp>
        <p:nvSpPr>
          <p:cNvPr id="112" name="文本框 111">
            <a:extLst>
              <a:ext uri="{FF2B5EF4-FFF2-40B4-BE49-F238E27FC236}">
                <a16:creationId xmlns:a16="http://schemas.microsoft.com/office/drawing/2014/main" id="{233732C1-56C8-9157-E545-A93D15FB8CD7}"/>
              </a:ext>
            </a:extLst>
          </p:cNvPr>
          <p:cNvSpPr txBox="1"/>
          <p:nvPr/>
        </p:nvSpPr>
        <p:spPr>
          <a:xfrm>
            <a:off x="5087071" y="1231367"/>
            <a:ext cx="128240" cy="307777"/>
          </a:xfrm>
          <a:prstGeom prst="rect">
            <a:avLst/>
          </a:prstGeom>
          <a:noFill/>
        </p:spPr>
        <p:txBody>
          <a:bodyPr wrap="none" lIns="0" tIns="0" rIns="0" bIns="0" rtlCol="0">
            <a:spAutoFit/>
          </a:bodyPr>
          <a:lstStyle/>
          <a:p>
            <a:r>
              <a:rPr lang="en-US" altLang="zh-CN" sz="2000" b="1" dirty="0">
                <a:solidFill>
                  <a:srgbClr val="C00000"/>
                </a:solidFill>
              </a:rPr>
              <a:t>2</a:t>
            </a:r>
            <a:endParaRPr lang="zh-CN" altLang="en-US" sz="2000" b="1" dirty="0">
              <a:solidFill>
                <a:srgbClr val="C00000"/>
              </a:solidFill>
            </a:endParaRPr>
          </a:p>
        </p:txBody>
      </p:sp>
      <p:grpSp>
        <p:nvGrpSpPr>
          <p:cNvPr id="114" name="组合 113">
            <a:extLst>
              <a:ext uri="{FF2B5EF4-FFF2-40B4-BE49-F238E27FC236}">
                <a16:creationId xmlns:a16="http://schemas.microsoft.com/office/drawing/2014/main" id="{72D88A4D-1A2E-3200-0AAA-F3B8EE69CDDE}"/>
              </a:ext>
            </a:extLst>
          </p:cNvPr>
          <p:cNvGrpSpPr/>
          <p:nvPr/>
        </p:nvGrpSpPr>
        <p:grpSpPr>
          <a:xfrm>
            <a:off x="3027866" y="5757150"/>
            <a:ext cx="298971" cy="497437"/>
            <a:chOff x="2634874" y="6108625"/>
            <a:chExt cx="298971" cy="497437"/>
          </a:xfrm>
          <a:solidFill>
            <a:schemeClr val="bg1">
              <a:lumMod val="95000"/>
            </a:schemeClr>
          </a:solidFill>
        </p:grpSpPr>
        <p:sp>
          <p:nvSpPr>
            <p:cNvPr id="115" name="矩形 114">
              <a:extLst>
                <a:ext uri="{FF2B5EF4-FFF2-40B4-BE49-F238E27FC236}">
                  <a16:creationId xmlns:a16="http://schemas.microsoft.com/office/drawing/2014/main" id="{EF28375A-7BDA-0E71-4011-4B469D5959EB}"/>
                </a:ext>
              </a:extLst>
            </p:cNvPr>
            <p:cNvSpPr/>
            <p:nvPr/>
          </p:nvSpPr>
          <p:spPr>
            <a:xfrm>
              <a:off x="2634874" y="6327551"/>
              <a:ext cx="298971" cy="278511"/>
            </a:xfrm>
            <a:prstGeom prst="rect">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C00000"/>
                  </a:solidFill>
                </a:rPr>
                <a:t>0</a:t>
              </a:r>
              <a:endParaRPr lang="zh-CN" altLang="en-US" sz="2400" b="1" dirty="0">
                <a:solidFill>
                  <a:srgbClr val="C00000"/>
                </a:solidFill>
              </a:endParaRPr>
            </a:p>
          </p:txBody>
        </p:sp>
        <p:cxnSp>
          <p:nvCxnSpPr>
            <p:cNvPr id="116" name="直接连接符 115">
              <a:extLst>
                <a:ext uri="{FF2B5EF4-FFF2-40B4-BE49-F238E27FC236}">
                  <a16:creationId xmlns:a16="http://schemas.microsoft.com/office/drawing/2014/main" id="{8FD3F8C8-D79A-8EFB-350F-F4E73032319B}"/>
                </a:ext>
              </a:extLst>
            </p:cNvPr>
            <p:cNvCxnSpPr/>
            <p:nvPr/>
          </p:nvCxnSpPr>
          <p:spPr>
            <a:xfrm>
              <a:off x="2790825" y="6108625"/>
              <a:ext cx="0" cy="188119"/>
            </a:xfrm>
            <a:prstGeom prst="line">
              <a:avLst/>
            </a:prstGeom>
            <a:grpFill/>
            <a:ln w="123825" cmpd="dbl">
              <a:solidFill>
                <a:srgbClr val="00B0F0"/>
              </a:solidFill>
            </a:ln>
          </p:spPr>
          <p:style>
            <a:lnRef idx="2">
              <a:schemeClr val="accent1"/>
            </a:lnRef>
            <a:fillRef idx="0">
              <a:schemeClr val="accent1"/>
            </a:fillRef>
            <a:effectRef idx="1">
              <a:schemeClr val="accent1"/>
            </a:effectRef>
            <a:fontRef idx="minor">
              <a:schemeClr val="tx1"/>
            </a:fontRef>
          </p:style>
        </p:cxnSp>
      </p:grpSp>
      <p:cxnSp>
        <p:nvCxnSpPr>
          <p:cNvPr id="118" name="直接连接符 117">
            <a:extLst>
              <a:ext uri="{FF2B5EF4-FFF2-40B4-BE49-F238E27FC236}">
                <a16:creationId xmlns:a16="http://schemas.microsoft.com/office/drawing/2014/main" id="{F89DAD44-C62C-5F2F-D3BC-9F9C7F73C201}"/>
              </a:ext>
            </a:extLst>
          </p:cNvPr>
          <p:cNvCxnSpPr>
            <a:cxnSpLocks/>
          </p:cNvCxnSpPr>
          <p:nvPr/>
        </p:nvCxnSpPr>
        <p:spPr>
          <a:xfrm flipH="1">
            <a:off x="2816953" y="6120072"/>
            <a:ext cx="190002" cy="0"/>
          </a:xfrm>
          <a:prstGeom prst="line">
            <a:avLst/>
          </a:prstGeom>
          <a:ln w="123825" cmpd="dbl">
            <a:solidFill>
              <a:srgbClr val="333DFF"/>
            </a:solidFill>
          </a:ln>
        </p:spPr>
        <p:style>
          <a:lnRef idx="2">
            <a:schemeClr val="accent1"/>
          </a:lnRef>
          <a:fillRef idx="0">
            <a:schemeClr val="accent1"/>
          </a:fillRef>
          <a:effectRef idx="1">
            <a:schemeClr val="accent1"/>
          </a:effectRef>
          <a:fontRef idx="minor">
            <a:schemeClr val="tx1"/>
          </a:fontRef>
        </p:style>
      </p:cxnSp>
      <p:sp>
        <p:nvSpPr>
          <p:cNvPr id="120" name="椭圆 119">
            <a:extLst>
              <a:ext uri="{FF2B5EF4-FFF2-40B4-BE49-F238E27FC236}">
                <a16:creationId xmlns:a16="http://schemas.microsoft.com/office/drawing/2014/main" id="{999A12C2-D36A-BD7B-6115-B8DE49BD9105}"/>
              </a:ext>
            </a:extLst>
          </p:cNvPr>
          <p:cNvSpPr/>
          <p:nvPr/>
        </p:nvSpPr>
        <p:spPr>
          <a:xfrm>
            <a:off x="2831727" y="6264105"/>
            <a:ext cx="137978" cy="141997"/>
          </a:xfrm>
          <a:prstGeom prst="ellipse">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文本框 120">
            <a:extLst>
              <a:ext uri="{FF2B5EF4-FFF2-40B4-BE49-F238E27FC236}">
                <a16:creationId xmlns:a16="http://schemas.microsoft.com/office/drawing/2014/main" id="{8E4BB49B-F3DC-6AE0-2F95-679BBD093DE8}"/>
              </a:ext>
            </a:extLst>
          </p:cNvPr>
          <p:cNvSpPr txBox="1"/>
          <p:nvPr/>
        </p:nvSpPr>
        <p:spPr>
          <a:xfrm>
            <a:off x="4080743" y="1614670"/>
            <a:ext cx="214985" cy="338554"/>
          </a:xfrm>
          <a:prstGeom prst="rect">
            <a:avLst/>
          </a:prstGeom>
          <a:noFill/>
        </p:spPr>
        <p:txBody>
          <a:bodyPr wrap="square" lIns="36000" tIns="0" rIns="36000" bIns="0">
            <a:spAutoFit/>
          </a:bodyPr>
          <a:lstStyle/>
          <a:p>
            <a:r>
              <a:rPr lang="en-US" altLang="zh-CN" sz="2200" b="1" dirty="0">
                <a:solidFill>
                  <a:srgbClr val="FF0000"/>
                </a:solidFill>
              </a:rPr>
              <a:t>3</a:t>
            </a:r>
            <a:endParaRPr lang="zh-CN" altLang="en-US" sz="2200" b="1" dirty="0">
              <a:solidFill>
                <a:srgbClr val="FF0000"/>
              </a:solidFill>
            </a:endParaRPr>
          </a:p>
        </p:txBody>
      </p:sp>
      <p:sp>
        <p:nvSpPr>
          <p:cNvPr id="122" name="文本框 121">
            <a:extLst>
              <a:ext uri="{FF2B5EF4-FFF2-40B4-BE49-F238E27FC236}">
                <a16:creationId xmlns:a16="http://schemas.microsoft.com/office/drawing/2014/main" id="{6DFB996D-AB0E-101B-4EAE-4922F3D060C9}"/>
              </a:ext>
            </a:extLst>
          </p:cNvPr>
          <p:cNvSpPr txBox="1"/>
          <p:nvPr/>
        </p:nvSpPr>
        <p:spPr>
          <a:xfrm>
            <a:off x="4342607" y="1629822"/>
            <a:ext cx="128240" cy="307777"/>
          </a:xfrm>
          <a:prstGeom prst="rect">
            <a:avLst/>
          </a:prstGeom>
          <a:noFill/>
        </p:spPr>
        <p:txBody>
          <a:bodyPr wrap="none" lIns="0" tIns="0" rIns="0" bIns="0" rtlCol="0">
            <a:spAutoFit/>
          </a:bodyPr>
          <a:lstStyle/>
          <a:p>
            <a:r>
              <a:rPr lang="en-US" altLang="zh-CN" sz="2000" b="1" dirty="0">
                <a:solidFill>
                  <a:srgbClr val="C00000"/>
                </a:solidFill>
              </a:rPr>
              <a:t>2</a:t>
            </a:r>
            <a:endParaRPr lang="zh-CN" altLang="en-US" sz="2000" b="1" dirty="0">
              <a:solidFill>
                <a:srgbClr val="C00000"/>
              </a:solidFill>
            </a:endParaRPr>
          </a:p>
        </p:txBody>
      </p:sp>
      <p:grpSp>
        <p:nvGrpSpPr>
          <p:cNvPr id="125" name="组合 124">
            <a:extLst>
              <a:ext uri="{FF2B5EF4-FFF2-40B4-BE49-F238E27FC236}">
                <a16:creationId xmlns:a16="http://schemas.microsoft.com/office/drawing/2014/main" id="{ACEC01AB-9837-3DE6-034F-745486E2C55D}"/>
              </a:ext>
            </a:extLst>
          </p:cNvPr>
          <p:cNvGrpSpPr/>
          <p:nvPr/>
        </p:nvGrpSpPr>
        <p:grpSpPr>
          <a:xfrm>
            <a:off x="3027399" y="5759532"/>
            <a:ext cx="298971" cy="497437"/>
            <a:chOff x="2634874" y="6108625"/>
            <a:chExt cx="298971" cy="497437"/>
          </a:xfrm>
          <a:solidFill>
            <a:schemeClr val="bg1">
              <a:lumMod val="95000"/>
            </a:schemeClr>
          </a:solidFill>
        </p:grpSpPr>
        <p:sp>
          <p:nvSpPr>
            <p:cNvPr id="126" name="矩形 125">
              <a:extLst>
                <a:ext uri="{FF2B5EF4-FFF2-40B4-BE49-F238E27FC236}">
                  <a16:creationId xmlns:a16="http://schemas.microsoft.com/office/drawing/2014/main" id="{F05401EB-99D7-C8EC-528A-3F787A6028A5}"/>
                </a:ext>
              </a:extLst>
            </p:cNvPr>
            <p:cNvSpPr/>
            <p:nvPr/>
          </p:nvSpPr>
          <p:spPr>
            <a:xfrm>
              <a:off x="2634874" y="6327551"/>
              <a:ext cx="298971" cy="278511"/>
            </a:xfrm>
            <a:prstGeom prst="rect">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C00000"/>
                  </a:solidFill>
                </a:rPr>
                <a:t>4</a:t>
              </a:r>
              <a:endParaRPr lang="zh-CN" altLang="en-US" sz="2400" b="1" dirty="0">
                <a:solidFill>
                  <a:srgbClr val="C00000"/>
                </a:solidFill>
              </a:endParaRPr>
            </a:p>
          </p:txBody>
        </p:sp>
        <p:cxnSp>
          <p:nvCxnSpPr>
            <p:cNvPr id="127" name="直接连接符 126">
              <a:extLst>
                <a:ext uri="{FF2B5EF4-FFF2-40B4-BE49-F238E27FC236}">
                  <a16:creationId xmlns:a16="http://schemas.microsoft.com/office/drawing/2014/main" id="{A5800616-1BE0-7F6D-6ED6-DCE58B358455}"/>
                </a:ext>
              </a:extLst>
            </p:cNvPr>
            <p:cNvCxnSpPr/>
            <p:nvPr/>
          </p:nvCxnSpPr>
          <p:spPr>
            <a:xfrm>
              <a:off x="2790825" y="6108625"/>
              <a:ext cx="0" cy="188119"/>
            </a:xfrm>
            <a:prstGeom prst="line">
              <a:avLst/>
            </a:prstGeom>
            <a:grpFill/>
            <a:ln w="123825" cmpd="dbl">
              <a:solidFill>
                <a:srgbClr val="00B0F0"/>
              </a:solidFill>
            </a:ln>
          </p:spPr>
          <p:style>
            <a:lnRef idx="2">
              <a:schemeClr val="accent1"/>
            </a:lnRef>
            <a:fillRef idx="0">
              <a:schemeClr val="accent1"/>
            </a:fillRef>
            <a:effectRef idx="1">
              <a:schemeClr val="accent1"/>
            </a:effectRef>
            <a:fontRef idx="minor">
              <a:schemeClr val="tx1"/>
            </a:fontRef>
          </p:style>
        </p:cxnSp>
      </p:grpSp>
      <p:sp>
        <p:nvSpPr>
          <p:cNvPr id="128" name="文本框 127">
            <a:extLst>
              <a:ext uri="{FF2B5EF4-FFF2-40B4-BE49-F238E27FC236}">
                <a16:creationId xmlns:a16="http://schemas.microsoft.com/office/drawing/2014/main" id="{7882CB3F-66BB-55FC-DDDB-B83DA0843FE6}"/>
              </a:ext>
            </a:extLst>
          </p:cNvPr>
          <p:cNvSpPr txBox="1"/>
          <p:nvPr/>
        </p:nvSpPr>
        <p:spPr>
          <a:xfrm>
            <a:off x="4822635" y="1609776"/>
            <a:ext cx="209884" cy="338554"/>
          </a:xfrm>
          <a:prstGeom prst="rect">
            <a:avLst/>
          </a:prstGeom>
          <a:noFill/>
        </p:spPr>
        <p:txBody>
          <a:bodyPr wrap="square" lIns="36000" tIns="0" rIns="36000" bIns="0">
            <a:spAutoFit/>
          </a:bodyPr>
          <a:lstStyle/>
          <a:p>
            <a:r>
              <a:rPr lang="en-US" altLang="zh-CN" sz="2200" b="1" dirty="0">
                <a:solidFill>
                  <a:srgbClr val="FF0000"/>
                </a:solidFill>
                <a:ea typeface="楷体_GB2312" pitchFamily="49" charset="-122"/>
              </a:rPr>
              <a:t>4</a:t>
            </a:r>
            <a:endParaRPr lang="zh-CN" altLang="en-US" sz="2200" dirty="0">
              <a:solidFill>
                <a:srgbClr val="FF0000"/>
              </a:solidFill>
            </a:endParaRPr>
          </a:p>
        </p:txBody>
      </p:sp>
      <p:sp>
        <p:nvSpPr>
          <p:cNvPr id="129" name="文本框 128">
            <a:extLst>
              <a:ext uri="{FF2B5EF4-FFF2-40B4-BE49-F238E27FC236}">
                <a16:creationId xmlns:a16="http://schemas.microsoft.com/office/drawing/2014/main" id="{BC4CD699-AC4A-7CEF-B241-4C39CEC97098}"/>
              </a:ext>
            </a:extLst>
          </p:cNvPr>
          <p:cNvSpPr txBox="1"/>
          <p:nvPr/>
        </p:nvSpPr>
        <p:spPr>
          <a:xfrm>
            <a:off x="5081132" y="1633950"/>
            <a:ext cx="128240" cy="307777"/>
          </a:xfrm>
          <a:prstGeom prst="rect">
            <a:avLst/>
          </a:prstGeom>
          <a:noFill/>
        </p:spPr>
        <p:txBody>
          <a:bodyPr wrap="none" lIns="0" tIns="0" rIns="0" bIns="0" rtlCol="0">
            <a:spAutoFit/>
          </a:bodyPr>
          <a:lstStyle/>
          <a:p>
            <a:r>
              <a:rPr lang="en-US" altLang="zh-CN" sz="2000" b="1" dirty="0">
                <a:solidFill>
                  <a:srgbClr val="C00000"/>
                </a:solidFill>
              </a:rPr>
              <a:t>3</a:t>
            </a:r>
            <a:endParaRPr lang="zh-CN" altLang="en-US" sz="2000" b="1" dirty="0">
              <a:solidFill>
                <a:srgbClr val="C00000"/>
              </a:solidFill>
            </a:endParaRPr>
          </a:p>
        </p:txBody>
      </p:sp>
      <p:cxnSp>
        <p:nvCxnSpPr>
          <p:cNvPr id="130" name="直接连接符 129">
            <a:extLst>
              <a:ext uri="{FF2B5EF4-FFF2-40B4-BE49-F238E27FC236}">
                <a16:creationId xmlns:a16="http://schemas.microsoft.com/office/drawing/2014/main" id="{F61ED5B1-03EF-7F66-3229-0BD2E2846F62}"/>
              </a:ext>
            </a:extLst>
          </p:cNvPr>
          <p:cNvCxnSpPr>
            <a:cxnSpLocks/>
            <a:stCxn id="223" idx="2"/>
            <a:endCxn id="265" idx="0"/>
          </p:cNvCxnSpPr>
          <p:nvPr/>
        </p:nvCxnSpPr>
        <p:spPr>
          <a:xfrm flipH="1">
            <a:off x="3186429" y="4719979"/>
            <a:ext cx="1277679" cy="537118"/>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grpSp>
        <p:nvGrpSpPr>
          <p:cNvPr id="135" name="组合 134">
            <a:extLst>
              <a:ext uri="{FF2B5EF4-FFF2-40B4-BE49-F238E27FC236}">
                <a16:creationId xmlns:a16="http://schemas.microsoft.com/office/drawing/2014/main" id="{0669F869-2098-FC54-933E-738AF8AE16A6}"/>
              </a:ext>
            </a:extLst>
          </p:cNvPr>
          <p:cNvGrpSpPr/>
          <p:nvPr/>
        </p:nvGrpSpPr>
        <p:grpSpPr>
          <a:xfrm>
            <a:off x="3023784" y="5755190"/>
            <a:ext cx="298971" cy="497437"/>
            <a:chOff x="2634874" y="6108625"/>
            <a:chExt cx="298971" cy="497437"/>
          </a:xfrm>
          <a:solidFill>
            <a:schemeClr val="bg1">
              <a:lumMod val="95000"/>
            </a:schemeClr>
          </a:solidFill>
        </p:grpSpPr>
        <p:sp>
          <p:nvSpPr>
            <p:cNvPr id="136" name="矩形 135">
              <a:extLst>
                <a:ext uri="{FF2B5EF4-FFF2-40B4-BE49-F238E27FC236}">
                  <a16:creationId xmlns:a16="http://schemas.microsoft.com/office/drawing/2014/main" id="{AB1E16BB-6C33-603C-32BB-24B37590BF92}"/>
                </a:ext>
              </a:extLst>
            </p:cNvPr>
            <p:cNvSpPr/>
            <p:nvPr/>
          </p:nvSpPr>
          <p:spPr>
            <a:xfrm>
              <a:off x="2634874" y="6327551"/>
              <a:ext cx="298971" cy="278511"/>
            </a:xfrm>
            <a:prstGeom prst="rect">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C00000"/>
                  </a:solidFill>
                </a:rPr>
                <a:t>4</a:t>
              </a:r>
              <a:endParaRPr lang="zh-CN" altLang="en-US" sz="2400" b="1" dirty="0">
                <a:solidFill>
                  <a:srgbClr val="C00000"/>
                </a:solidFill>
              </a:endParaRPr>
            </a:p>
          </p:txBody>
        </p:sp>
        <p:cxnSp>
          <p:nvCxnSpPr>
            <p:cNvPr id="138" name="直接连接符 137">
              <a:extLst>
                <a:ext uri="{FF2B5EF4-FFF2-40B4-BE49-F238E27FC236}">
                  <a16:creationId xmlns:a16="http://schemas.microsoft.com/office/drawing/2014/main" id="{7ED30E82-34C2-29C7-61CC-A86B336BFB3A}"/>
                </a:ext>
              </a:extLst>
            </p:cNvPr>
            <p:cNvCxnSpPr/>
            <p:nvPr/>
          </p:nvCxnSpPr>
          <p:spPr>
            <a:xfrm>
              <a:off x="2790825" y="6108625"/>
              <a:ext cx="0" cy="188119"/>
            </a:xfrm>
            <a:prstGeom prst="line">
              <a:avLst/>
            </a:prstGeom>
            <a:grpFill/>
            <a:ln w="123825" cmpd="dbl">
              <a:solidFill>
                <a:srgbClr val="00B0F0"/>
              </a:solidFill>
            </a:ln>
          </p:spPr>
          <p:style>
            <a:lnRef idx="2">
              <a:schemeClr val="accent1"/>
            </a:lnRef>
            <a:fillRef idx="0">
              <a:schemeClr val="accent1"/>
            </a:fillRef>
            <a:effectRef idx="1">
              <a:schemeClr val="accent1"/>
            </a:effectRef>
            <a:fontRef idx="minor">
              <a:schemeClr val="tx1"/>
            </a:fontRef>
          </p:style>
        </p:cxnSp>
      </p:grpSp>
      <p:sp>
        <p:nvSpPr>
          <p:cNvPr id="151" name="文本框 150">
            <a:extLst>
              <a:ext uri="{FF2B5EF4-FFF2-40B4-BE49-F238E27FC236}">
                <a16:creationId xmlns:a16="http://schemas.microsoft.com/office/drawing/2014/main" id="{345E8126-F145-C541-5E24-A34D87D86912}"/>
              </a:ext>
            </a:extLst>
          </p:cNvPr>
          <p:cNvSpPr txBox="1"/>
          <p:nvPr/>
        </p:nvSpPr>
        <p:spPr>
          <a:xfrm>
            <a:off x="4081134" y="2004262"/>
            <a:ext cx="214985" cy="338554"/>
          </a:xfrm>
          <a:prstGeom prst="rect">
            <a:avLst/>
          </a:prstGeom>
          <a:noFill/>
        </p:spPr>
        <p:txBody>
          <a:bodyPr wrap="square" lIns="36000" tIns="0" rIns="36000" bIns="0">
            <a:spAutoFit/>
          </a:bodyPr>
          <a:lstStyle/>
          <a:p>
            <a:r>
              <a:rPr lang="en-US" altLang="zh-CN" sz="2200" b="1" dirty="0">
                <a:solidFill>
                  <a:srgbClr val="FF0000"/>
                </a:solidFill>
              </a:rPr>
              <a:t>3</a:t>
            </a:r>
            <a:endParaRPr lang="zh-CN" altLang="en-US" sz="2200" b="1" dirty="0">
              <a:solidFill>
                <a:srgbClr val="FF0000"/>
              </a:solidFill>
            </a:endParaRPr>
          </a:p>
        </p:txBody>
      </p:sp>
      <p:sp>
        <p:nvSpPr>
          <p:cNvPr id="188" name="文本框 187">
            <a:extLst>
              <a:ext uri="{FF2B5EF4-FFF2-40B4-BE49-F238E27FC236}">
                <a16:creationId xmlns:a16="http://schemas.microsoft.com/office/drawing/2014/main" id="{343F431A-8BBA-24F7-4953-BC5CBA3CE5C5}"/>
              </a:ext>
            </a:extLst>
          </p:cNvPr>
          <p:cNvSpPr txBox="1"/>
          <p:nvPr/>
        </p:nvSpPr>
        <p:spPr>
          <a:xfrm>
            <a:off x="4328392" y="2019437"/>
            <a:ext cx="128240" cy="307777"/>
          </a:xfrm>
          <a:prstGeom prst="rect">
            <a:avLst/>
          </a:prstGeom>
          <a:noFill/>
        </p:spPr>
        <p:txBody>
          <a:bodyPr wrap="none" lIns="0" tIns="0" rIns="0" bIns="0" rtlCol="0">
            <a:spAutoFit/>
          </a:bodyPr>
          <a:lstStyle/>
          <a:p>
            <a:r>
              <a:rPr lang="en-US" altLang="zh-CN" sz="2000" b="1" dirty="0">
                <a:solidFill>
                  <a:srgbClr val="C00000"/>
                </a:solidFill>
              </a:rPr>
              <a:t>4</a:t>
            </a:r>
            <a:endParaRPr lang="zh-CN" altLang="en-US" sz="2000" b="1" dirty="0">
              <a:solidFill>
                <a:srgbClr val="C00000"/>
              </a:solidFill>
            </a:endParaRPr>
          </a:p>
        </p:txBody>
      </p:sp>
      <p:grpSp>
        <p:nvGrpSpPr>
          <p:cNvPr id="190" name="组合 189">
            <a:extLst>
              <a:ext uri="{FF2B5EF4-FFF2-40B4-BE49-F238E27FC236}">
                <a16:creationId xmlns:a16="http://schemas.microsoft.com/office/drawing/2014/main" id="{F20711BF-AC19-46FD-6708-0E8CF9154F76}"/>
              </a:ext>
            </a:extLst>
          </p:cNvPr>
          <p:cNvGrpSpPr/>
          <p:nvPr/>
        </p:nvGrpSpPr>
        <p:grpSpPr>
          <a:xfrm>
            <a:off x="3029022" y="5757572"/>
            <a:ext cx="298971" cy="497437"/>
            <a:chOff x="2634874" y="6108625"/>
            <a:chExt cx="298971" cy="497437"/>
          </a:xfrm>
          <a:solidFill>
            <a:schemeClr val="bg1">
              <a:lumMod val="95000"/>
            </a:schemeClr>
          </a:solidFill>
        </p:grpSpPr>
        <p:sp>
          <p:nvSpPr>
            <p:cNvPr id="200" name="矩形 199">
              <a:extLst>
                <a:ext uri="{FF2B5EF4-FFF2-40B4-BE49-F238E27FC236}">
                  <a16:creationId xmlns:a16="http://schemas.microsoft.com/office/drawing/2014/main" id="{5DEB466A-6C4A-3E07-DA3C-61228951201B}"/>
                </a:ext>
              </a:extLst>
            </p:cNvPr>
            <p:cNvSpPr/>
            <p:nvPr/>
          </p:nvSpPr>
          <p:spPr>
            <a:xfrm>
              <a:off x="2634874" y="6327551"/>
              <a:ext cx="298971" cy="278511"/>
            </a:xfrm>
            <a:prstGeom prst="rect">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C00000"/>
                  </a:solidFill>
                </a:rPr>
                <a:t>2</a:t>
              </a:r>
              <a:endParaRPr lang="zh-CN" altLang="en-US" sz="2400" b="1" dirty="0">
                <a:solidFill>
                  <a:srgbClr val="C00000"/>
                </a:solidFill>
              </a:endParaRPr>
            </a:p>
          </p:txBody>
        </p:sp>
        <p:cxnSp>
          <p:nvCxnSpPr>
            <p:cNvPr id="201" name="直接连接符 200">
              <a:extLst>
                <a:ext uri="{FF2B5EF4-FFF2-40B4-BE49-F238E27FC236}">
                  <a16:creationId xmlns:a16="http://schemas.microsoft.com/office/drawing/2014/main" id="{AD11F74F-606B-729F-CA90-23261B20F46B}"/>
                </a:ext>
              </a:extLst>
            </p:cNvPr>
            <p:cNvCxnSpPr/>
            <p:nvPr/>
          </p:nvCxnSpPr>
          <p:spPr>
            <a:xfrm>
              <a:off x="2790825" y="6108625"/>
              <a:ext cx="0" cy="188119"/>
            </a:xfrm>
            <a:prstGeom prst="line">
              <a:avLst/>
            </a:prstGeom>
            <a:grpFill/>
            <a:ln w="123825" cmpd="dbl">
              <a:solidFill>
                <a:srgbClr val="00B0F0"/>
              </a:solidFill>
            </a:ln>
          </p:spPr>
          <p:style>
            <a:lnRef idx="2">
              <a:schemeClr val="accent1"/>
            </a:lnRef>
            <a:fillRef idx="0">
              <a:schemeClr val="accent1"/>
            </a:fillRef>
            <a:effectRef idx="1">
              <a:schemeClr val="accent1"/>
            </a:effectRef>
            <a:fontRef idx="minor">
              <a:schemeClr val="tx1"/>
            </a:fontRef>
          </p:style>
        </p:cxnSp>
      </p:grpSp>
      <p:sp>
        <p:nvSpPr>
          <p:cNvPr id="209" name="椭圆 208">
            <a:extLst>
              <a:ext uri="{FF2B5EF4-FFF2-40B4-BE49-F238E27FC236}">
                <a16:creationId xmlns:a16="http://schemas.microsoft.com/office/drawing/2014/main" id="{5D522873-7488-BD1A-8172-91307802B3CE}"/>
              </a:ext>
            </a:extLst>
          </p:cNvPr>
          <p:cNvSpPr/>
          <p:nvPr/>
        </p:nvSpPr>
        <p:spPr>
          <a:xfrm>
            <a:off x="2831101" y="6270594"/>
            <a:ext cx="137978" cy="141997"/>
          </a:xfrm>
          <a:prstGeom prst="ellipse">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文本框 209">
            <a:extLst>
              <a:ext uri="{FF2B5EF4-FFF2-40B4-BE49-F238E27FC236}">
                <a16:creationId xmlns:a16="http://schemas.microsoft.com/office/drawing/2014/main" id="{0A5D4ECE-8947-EF35-ECE9-6748EC90B808}"/>
              </a:ext>
            </a:extLst>
          </p:cNvPr>
          <p:cNvSpPr txBox="1"/>
          <p:nvPr/>
        </p:nvSpPr>
        <p:spPr>
          <a:xfrm>
            <a:off x="4821032" y="2000883"/>
            <a:ext cx="209884" cy="338554"/>
          </a:xfrm>
          <a:prstGeom prst="rect">
            <a:avLst/>
          </a:prstGeom>
          <a:noFill/>
        </p:spPr>
        <p:txBody>
          <a:bodyPr wrap="square" lIns="36000" tIns="0" rIns="36000" bIns="0">
            <a:spAutoFit/>
          </a:bodyPr>
          <a:lstStyle/>
          <a:p>
            <a:r>
              <a:rPr lang="en-US" altLang="zh-CN" sz="2200" b="1" dirty="0">
                <a:solidFill>
                  <a:srgbClr val="FF0000"/>
                </a:solidFill>
                <a:ea typeface="楷体_GB2312" pitchFamily="49" charset="-122"/>
              </a:rPr>
              <a:t>5</a:t>
            </a:r>
            <a:endParaRPr lang="zh-CN" altLang="en-US" sz="2200" dirty="0">
              <a:solidFill>
                <a:srgbClr val="FF0000"/>
              </a:solidFill>
            </a:endParaRPr>
          </a:p>
        </p:txBody>
      </p:sp>
      <p:sp>
        <p:nvSpPr>
          <p:cNvPr id="212" name="文本框 211">
            <a:extLst>
              <a:ext uri="{FF2B5EF4-FFF2-40B4-BE49-F238E27FC236}">
                <a16:creationId xmlns:a16="http://schemas.microsoft.com/office/drawing/2014/main" id="{261AB1FE-DFF1-8C08-5B56-9B38AF1FC2B2}"/>
              </a:ext>
            </a:extLst>
          </p:cNvPr>
          <p:cNvSpPr txBox="1"/>
          <p:nvPr/>
        </p:nvSpPr>
        <p:spPr>
          <a:xfrm>
            <a:off x="5080840" y="2023053"/>
            <a:ext cx="128240" cy="307777"/>
          </a:xfrm>
          <a:prstGeom prst="rect">
            <a:avLst/>
          </a:prstGeom>
          <a:noFill/>
        </p:spPr>
        <p:txBody>
          <a:bodyPr wrap="none" lIns="0" tIns="0" rIns="0" bIns="0" rtlCol="0">
            <a:spAutoFit/>
          </a:bodyPr>
          <a:lstStyle/>
          <a:p>
            <a:r>
              <a:rPr lang="en-US" altLang="zh-CN" sz="2000" b="1" dirty="0">
                <a:solidFill>
                  <a:srgbClr val="C00000"/>
                </a:solidFill>
              </a:rPr>
              <a:t>3</a:t>
            </a:r>
            <a:endParaRPr lang="zh-CN" altLang="en-US" sz="2000" b="1" dirty="0">
              <a:solidFill>
                <a:srgbClr val="C00000"/>
              </a:solidFill>
            </a:endParaRPr>
          </a:p>
        </p:txBody>
      </p:sp>
      <p:grpSp>
        <p:nvGrpSpPr>
          <p:cNvPr id="228" name="组合 227">
            <a:extLst>
              <a:ext uri="{FF2B5EF4-FFF2-40B4-BE49-F238E27FC236}">
                <a16:creationId xmlns:a16="http://schemas.microsoft.com/office/drawing/2014/main" id="{7EA76D4B-EC43-C53C-2DCC-D4702D01DC2F}"/>
              </a:ext>
            </a:extLst>
          </p:cNvPr>
          <p:cNvGrpSpPr/>
          <p:nvPr/>
        </p:nvGrpSpPr>
        <p:grpSpPr>
          <a:xfrm>
            <a:off x="3036942" y="5752810"/>
            <a:ext cx="298971" cy="497437"/>
            <a:chOff x="2634874" y="6108625"/>
            <a:chExt cx="298971" cy="497437"/>
          </a:xfrm>
          <a:solidFill>
            <a:schemeClr val="bg1">
              <a:lumMod val="95000"/>
            </a:schemeClr>
          </a:solidFill>
        </p:grpSpPr>
        <p:sp>
          <p:nvSpPr>
            <p:cNvPr id="229" name="矩形 228">
              <a:extLst>
                <a:ext uri="{FF2B5EF4-FFF2-40B4-BE49-F238E27FC236}">
                  <a16:creationId xmlns:a16="http://schemas.microsoft.com/office/drawing/2014/main" id="{44DC4090-23CC-F8D9-CBF3-A6ADB84B5D3C}"/>
                </a:ext>
              </a:extLst>
            </p:cNvPr>
            <p:cNvSpPr/>
            <p:nvPr/>
          </p:nvSpPr>
          <p:spPr>
            <a:xfrm>
              <a:off x="2634874" y="6327551"/>
              <a:ext cx="298971" cy="278511"/>
            </a:xfrm>
            <a:prstGeom prst="rect">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C00000"/>
                  </a:solidFill>
                </a:rPr>
                <a:t>5</a:t>
              </a:r>
              <a:endParaRPr lang="zh-CN" altLang="en-US" sz="2400" b="1" dirty="0">
                <a:solidFill>
                  <a:srgbClr val="C00000"/>
                </a:solidFill>
              </a:endParaRPr>
            </a:p>
          </p:txBody>
        </p:sp>
        <p:cxnSp>
          <p:nvCxnSpPr>
            <p:cNvPr id="230" name="直接连接符 229">
              <a:extLst>
                <a:ext uri="{FF2B5EF4-FFF2-40B4-BE49-F238E27FC236}">
                  <a16:creationId xmlns:a16="http://schemas.microsoft.com/office/drawing/2014/main" id="{E3FFEB00-A25D-2786-E520-C18D223A9B50}"/>
                </a:ext>
              </a:extLst>
            </p:cNvPr>
            <p:cNvCxnSpPr/>
            <p:nvPr/>
          </p:nvCxnSpPr>
          <p:spPr>
            <a:xfrm>
              <a:off x="2790825" y="6108625"/>
              <a:ext cx="0" cy="188119"/>
            </a:xfrm>
            <a:prstGeom prst="line">
              <a:avLst/>
            </a:prstGeom>
            <a:grpFill/>
            <a:ln w="123825" cmpd="dbl">
              <a:solidFill>
                <a:srgbClr val="00B0F0"/>
              </a:solidFill>
            </a:ln>
          </p:spPr>
          <p:style>
            <a:lnRef idx="2">
              <a:schemeClr val="accent1"/>
            </a:lnRef>
            <a:fillRef idx="0">
              <a:schemeClr val="accent1"/>
            </a:fillRef>
            <a:effectRef idx="1">
              <a:schemeClr val="accent1"/>
            </a:effectRef>
            <a:fontRef idx="minor">
              <a:schemeClr val="tx1"/>
            </a:fontRef>
          </p:style>
        </p:cxnSp>
      </p:grpSp>
      <p:sp>
        <p:nvSpPr>
          <p:cNvPr id="231" name="文本框 230">
            <a:extLst>
              <a:ext uri="{FF2B5EF4-FFF2-40B4-BE49-F238E27FC236}">
                <a16:creationId xmlns:a16="http://schemas.microsoft.com/office/drawing/2014/main" id="{B20D8D26-E3E6-F970-ABEB-516A10A3BF16}"/>
              </a:ext>
            </a:extLst>
          </p:cNvPr>
          <p:cNvSpPr txBox="1"/>
          <p:nvPr/>
        </p:nvSpPr>
        <p:spPr>
          <a:xfrm>
            <a:off x="4077869" y="2384120"/>
            <a:ext cx="209884" cy="338554"/>
          </a:xfrm>
          <a:prstGeom prst="rect">
            <a:avLst/>
          </a:prstGeom>
          <a:noFill/>
        </p:spPr>
        <p:txBody>
          <a:bodyPr wrap="square" lIns="36000" tIns="0" rIns="36000" bIns="0">
            <a:spAutoFit/>
          </a:bodyPr>
          <a:lstStyle/>
          <a:p>
            <a:r>
              <a:rPr lang="en-US" altLang="zh-CN" sz="2200" b="1" dirty="0">
                <a:solidFill>
                  <a:srgbClr val="FF0000"/>
                </a:solidFill>
                <a:ea typeface="楷体_GB2312" pitchFamily="49" charset="-122"/>
              </a:rPr>
              <a:t>5</a:t>
            </a:r>
            <a:endParaRPr lang="zh-CN" altLang="en-US" sz="2200" dirty="0">
              <a:solidFill>
                <a:srgbClr val="FF0000"/>
              </a:solidFill>
            </a:endParaRPr>
          </a:p>
        </p:txBody>
      </p:sp>
      <p:sp>
        <p:nvSpPr>
          <p:cNvPr id="232" name="文本框 231">
            <a:extLst>
              <a:ext uri="{FF2B5EF4-FFF2-40B4-BE49-F238E27FC236}">
                <a16:creationId xmlns:a16="http://schemas.microsoft.com/office/drawing/2014/main" id="{D8AD6D9C-17CE-31D0-1EB6-C09E75CB091E}"/>
              </a:ext>
            </a:extLst>
          </p:cNvPr>
          <p:cNvSpPr txBox="1"/>
          <p:nvPr/>
        </p:nvSpPr>
        <p:spPr>
          <a:xfrm>
            <a:off x="4338231" y="2411942"/>
            <a:ext cx="128240" cy="307777"/>
          </a:xfrm>
          <a:prstGeom prst="rect">
            <a:avLst/>
          </a:prstGeom>
          <a:noFill/>
        </p:spPr>
        <p:txBody>
          <a:bodyPr wrap="none" lIns="0" tIns="0" rIns="0" bIns="0" rtlCol="0">
            <a:spAutoFit/>
          </a:bodyPr>
          <a:lstStyle/>
          <a:p>
            <a:r>
              <a:rPr lang="en-US" altLang="zh-CN" sz="2000" b="1" dirty="0">
                <a:solidFill>
                  <a:srgbClr val="C00000"/>
                </a:solidFill>
              </a:rPr>
              <a:t>2</a:t>
            </a:r>
            <a:endParaRPr lang="zh-CN" altLang="en-US" sz="2000" b="1" dirty="0">
              <a:solidFill>
                <a:srgbClr val="C00000"/>
              </a:solidFill>
            </a:endParaRPr>
          </a:p>
        </p:txBody>
      </p:sp>
      <p:grpSp>
        <p:nvGrpSpPr>
          <p:cNvPr id="244" name="组合 243">
            <a:extLst>
              <a:ext uri="{FF2B5EF4-FFF2-40B4-BE49-F238E27FC236}">
                <a16:creationId xmlns:a16="http://schemas.microsoft.com/office/drawing/2014/main" id="{5BC00A21-7835-BCBE-FF1E-F68DCD768B18}"/>
              </a:ext>
            </a:extLst>
          </p:cNvPr>
          <p:cNvGrpSpPr/>
          <p:nvPr/>
        </p:nvGrpSpPr>
        <p:grpSpPr>
          <a:xfrm>
            <a:off x="3029022" y="5757573"/>
            <a:ext cx="298971" cy="497437"/>
            <a:chOff x="2634874" y="6108625"/>
            <a:chExt cx="298971" cy="497437"/>
          </a:xfrm>
          <a:solidFill>
            <a:schemeClr val="bg1">
              <a:lumMod val="95000"/>
            </a:schemeClr>
          </a:solidFill>
        </p:grpSpPr>
        <p:sp>
          <p:nvSpPr>
            <p:cNvPr id="245" name="矩形 244">
              <a:extLst>
                <a:ext uri="{FF2B5EF4-FFF2-40B4-BE49-F238E27FC236}">
                  <a16:creationId xmlns:a16="http://schemas.microsoft.com/office/drawing/2014/main" id="{C7C1D472-CD5D-4771-3364-297F2C1216F8}"/>
                </a:ext>
              </a:extLst>
            </p:cNvPr>
            <p:cNvSpPr/>
            <p:nvPr/>
          </p:nvSpPr>
          <p:spPr>
            <a:xfrm>
              <a:off x="2634874" y="6327551"/>
              <a:ext cx="298971" cy="278511"/>
            </a:xfrm>
            <a:prstGeom prst="rect">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C00000"/>
                  </a:solidFill>
                </a:rPr>
                <a:t>6</a:t>
              </a:r>
              <a:endParaRPr lang="zh-CN" altLang="en-US" sz="2400" b="1" dirty="0">
                <a:solidFill>
                  <a:srgbClr val="C00000"/>
                </a:solidFill>
              </a:endParaRPr>
            </a:p>
          </p:txBody>
        </p:sp>
        <p:cxnSp>
          <p:nvCxnSpPr>
            <p:cNvPr id="246" name="直接连接符 245">
              <a:extLst>
                <a:ext uri="{FF2B5EF4-FFF2-40B4-BE49-F238E27FC236}">
                  <a16:creationId xmlns:a16="http://schemas.microsoft.com/office/drawing/2014/main" id="{84BDBE86-20B5-7F46-DC1F-627D3F41E3F9}"/>
                </a:ext>
              </a:extLst>
            </p:cNvPr>
            <p:cNvCxnSpPr/>
            <p:nvPr/>
          </p:nvCxnSpPr>
          <p:spPr>
            <a:xfrm>
              <a:off x="2790825" y="6108625"/>
              <a:ext cx="0" cy="188119"/>
            </a:xfrm>
            <a:prstGeom prst="line">
              <a:avLst/>
            </a:prstGeom>
            <a:grpFill/>
            <a:ln w="123825" cmpd="dbl">
              <a:solidFill>
                <a:srgbClr val="00B0F0"/>
              </a:solidFill>
            </a:ln>
          </p:spPr>
          <p:style>
            <a:lnRef idx="2">
              <a:schemeClr val="accent1"/>
            </a:lnRef>
            <a:fillRef idx="0">
              <a:schemeClr val="accent1"/>
            </a:fillRef>
            <a:effectRef idx="1">
              <a:schemeClr val="accent1"/>
            </a:effectRef>
            <a:fontRef idx="minor">
              <a:schemeClr val="tx1"/>
            </a:fontRef>
          </p:style>
        </p:cxnSp>
      </p:grpSp>
      <p:sp>
        <p:nvSpPr>
          <p:cNvPr id="251" name="椭圆 250">
            <a:extLst>
              <a:ext uri="{FF2B5EF4-FFF2-40B4-BE49-F238E27FC236}">
                <a16:creationId xmlns:a16="http://schemas.microsoft.com/office/drawing/2014/main" id="{CE869975-DFE3-822D-720D-096347E5BD58}"/>
              </a:ext>
            </a:extLst>
          </p:cNvPr>
          <p:cNvSpPr/>
          <p:nvPr/>
        </p:nvSpPr>
        <p:spPr>
          <a:xfrm>
            <a:off x="2831727" y="6270594"/>
            <a:ext cx="137978" cy="141997"/>
          </a:xfrm>
          <a:prstGeom prst="ellipse">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2" name="文本框 251">
            <a:extLst>
              <a:ext uri="{FF2B5EF4-FFF2-40B4-BE49-F238E27FC236}">
                <a16:creationId xmlns:a16="http://schemas.microsoft.com/office/drawing/2014/main" id="{642C7C91-BF36-2CA8-7097-3B6200CF62FE}"/>
              </a:ext>
            </a:extLst>
          </p:cNvPr>
          <p:cNvSpPr txBox="1"/>
          <p:nvPr/>
        </p:nvSpPr>
        <p:spPr>
          <a:xfrm>
            <a:off x="4071146" y="2799139"/>
            <a:ext cx="209884" cy="338554"/>
          </a:xfrm>
          <a:prstGeom prst="rect">
            <a:avLst/>
          </a:prstGeom>
          <a:noFill/>
        </p:spPr>
        <p:txBody>
          <a:bodyPr wrap="square" lIns="36000" tIns="0" rIns="36000" bIns="0">
            <a:spAutoFit/>
          </a:bodyPr>
          <a:lstStyle/>
          <a:p>
            <a:r>
              <a:rPr lang="en-US" altLang="zh-CN" sz="2200" b="1" dirty="0">
                <a:solidFill>
                  <a:srgbClr val="FF0000"/>
                </a:solidFill>
                <a:ea typeface="楷体_GB2312" pitchFamily="49" charset="-122"/>
              </a:rPr>
              <a:t>5</a:t>
            </a:r>
            <a:endParaRPr lang="zh-CN" altLang="en-US" sz="2200" dirty="0">
              <a:solidFill>
                <a:srgbClr val="FF0000"/>
              </a:solidFill>
            </a:endParaRPr>
          </a:p>
        </p:txBody>
      </p:sp>
      <p:sp>
        <p:nvSpPr>
          <p:cNvPr id="253" name="文本框 252">
            <a:extLst>
              <a:ext uri="{FF2B5EF4-FFF2-40B4-BE49-F238E27FC236}">
                <a16:creationId xmlns:a16="http://schemas.microsoft.com/office/drawing/2014/main" id="{86022AE4-3F8B-E312-F29D-F94607D5DD2D}"/>
              </a:ext>
            </a:extLst>
          </p:cNvPr>
          <p:cNvSpPr txBox="1"/>
          <p:nvPr/>
        </p:nvSpPr>
        <p:spPr>
          <a:xfrm>
            <a:off x="4333977" y="2821991"/>
            <a:ext cx="128240" cy="307777"/>
          </a:xfrm>
          <a:prstGeom prst="rect">
            <a:avLst/>
          </a:prstGeom>
          <a:noFill/>
        </p:spPr>
        <p:txBody>
          <a:bodyPr wrap="none" lIns="0" tIns="0" rIns="0" bIns="0" rtlCol="0">
            <a:spAutoFit/>
          </a:bodyPr>
          <a:lstStyle/>
          <a:p>
            <a:r>
              <a:rPr lang="en-US" altLang="zh-CN" sz="2000" b="1" dirty="0">
                <a:solidFill>
                  <a:srgbClr val="C00000"/>
                </a:solidFill>
              </a:rPr>
              <a:t>1</a:t>
            </a:r>
            <a:endParaRPr lang="zh-CN" altLang="en-US" sz="2000" b="1" dirty="0">
              <a:solidFill>
                <a:srgbClr val="C00000"/>
              </a:solidFill>
            </a:endParaRPr>
          </a:p>
        </p:txBody>
      </p:sp>
      <p:grpSp>
        <p:nvGrpSpPr>
          <p:cNvPr id="254" name="组合 253">
            <a:extLst>
              <a:ext uri="{FF2B5EF4-FFF2-40B4-BE49-F238E27FC236}">
                <a16:creationId xmlns:a16="http://schemas.microsoft.com/office/drawing/2014/main" id="{81E36832-B39D-5804-53ED-BE8A85448A52}"/>
              </a:ext>
            </a:extLst>
          </p:cNvPr>
          <p:cNvGrpSpPr/>
          <p:nvPr/>
        </p:nvGrpSpPr>
        <p:grpSpPr>
          <a:xfrm>
            <a:off x="3029022" y="5750429"/>
            <a:ext cx="298971" cy="497437"/>
            <a:chOff x="2634874" y="6108625"/>
            <a:chExt cx="298971" cy="497437"/>
          </a:xfrm>
          <a:solidFill>
            <a:schemeClr val="bg1">
              <a:lumMod val="95000"/>
            </a:schemeClr>
          </a:solidFill>
        </p:grpSpPr>
        <p:sp>
          <p:nvSpPr>
            <p:cNvPr id="255" name="矩形 254">
              <a:extLst>
                <a:ext uri="{FF2B5EF4-FFF2-40B4-BE49-F238E27FC236}">
                  <a16:creationId xmlns:a16="http://schemas.microsoft.com/office/drawing/2014/main" id="{7D2D48D6-5193-B6DD-50BB-A27D72CA8782}"/>
                </a:ext>
              </a:extLst>
            </p:cNvPr>
            <p:cNvSpPr/>
            <p:nvPr/>
          </p:nvSpPr>
          <p:spPr>
            <a:xfrm>
              <a:off x="2634874" y="6327551"/>
              <a:ext cx="298971" cy="278511"/>
            </a:xfrm>
            <a:prstGeom prst="rect">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CN" sz="2400" b="1" dirty="0">
                  <a:solidFill>
                    <a:srgbClr val="C00000"/>
                  </a:solidFill>
                </a:rPr>
                <a:t>7</a:t>
              </a:r>
              <a:endParaRPr lang="zh-CN" altLang="en-US" sz="2400" b="1" dirty="0">
                <a:solidFill>
                  <a:srgbClr val="C00000"/>
                </a:solidFill>
              </a:endParaRPr>
            </a:p>
          </p:txBody>
        </p:sp>
        <p:cxnSp>
          <p:nvCxnSpPr>
            <p:cNvPr id="256" name="直接连接符 255">
              <a:extLst>
                <a:ext uri="{FF2B5EF4-FFF2-40B4-BE49-F238E27FC236}">
                  <a16:creationId xmlns:a16="http://schemas.microsoft.com/office/drawing/2014/main" id="{A8632BD9-2E66-F1C2-0DF4-972C60774141}"/>
                </a:ext>
              </a:extLst>
            </p:cNvPr>
            <p:cNvCxnSpPr/>
            <p:nvPr/>
          </p:nvCxnSpPr>
          <p:spPr>
            <a:xfrm>
              <a:off x="2790825" y="6108625"/>
              <a:ext cx="0" cy="188119"/>
            </a:xfrm>
            <a:prstGeom prst="line">
              <a:avLst/>
            </a:prstGeom>
            <a:grpFill/>
            <a:ln w="123825" cmpd="dbl">
              <a:solidFill>
                <a:srgbClr val="00B0F0"/>
              </a:solidFill>
            </a:ln>
          </p:spPr>
          <p:style>
            <a:lnRef idx="2">
              <a:schemeClr val="accent1"/>
            </a:lnRef>
            <a:fillRef idx="0">
              <a:schemeClr val="accent1"/>
            </a:fillRef>
            <a:effectRef idx="1">
              <a:schemeClr val="accent1"/>
            </a:effectRef>
            <a:fontRef idx="minor">
              <a:schemeClr val="tx1"/>
            </a:fontRef>
          </p:style>
        </p:cxnSp>
      </p:grpSp>
      <p:sp>
        <p:nvSpPr>
          <p:cNvPr id="269" name="文本框 268">
            <a:extLst>
              <a:ext uri="{FF2B5EF4-FFF2-40B4-BE49-F238E27FC236}">
                <a16:creationId xmlns:a16="http://schemas.microsoft.com/office/drawing/2014/main" id="{2ADE8147-31A4-5632-F311-E17BF3A0FF86}"/>
              </a:ext>
            </a:extLst>
          </p:cNvPr>
          <p:cNvSpPr txBox="1"/>
          <p:nvPr/>
        </p:nvSpPr>
        <p:spPr>
          <a:xfrm>
            <a:off x="5966115" y="694862"/>
            <a:ext cx="2972476" cy="369332"/>
          </a:xfrm>
          <a:prstGeom prst="rect">
            <a:avLst/>
          </a:prstGeom>
          <a:noFill/>
        </p:spPr>
        <p:txBody>
          <a:bodyPr wrap="square">
            <a:spAutoFit/>
          </a:bodyPr>
          <a:lstStyle/>
          <a:p>
            <a:pPr>
              <a:defRPr/>
            </a:pPr>
            <a:r>
              <a:rPr lang="zh-CN" altLang="en-US" noProof="1">
                <a:solidFill>
                  <a:srgbClr val="000099"/>
                </a:solidFill>
                <a:latin typeface="Times New Roman" panose="02020603050405020304" pitchFamily="18" charset="0"/>
                <a:ea typeface="楷体_GB2312" pitchFamily="49" charset="-122"/>
              </a:rPr>
              <a:t>按拓扑逆序求各顶点的</a:t>
            </a:r>
            <a:r>
              <a:rPr lang="en-US" altLang="zh-CN" noProof="1">
                <a:solidFill>
                  <a:srgbClr val="000099"/>
                </a:solidFill>
                <a:latin typeface="Times New Roman" panose="02020603050405020304" pitchFamily="18" charset="0"/>
                <a:ea typeface="楷体_GB2312" pitchFamily="49" charset="-122"/>
              </a:rPr>
              <a:t>vl</a:t>
            </a:r>
            <a:r>
              <a:rPr lang="zh-CN" altLang="en-US" noProof="1">
                <a:solidFill>
                  <a:srgbClr val="000099"/>
                </a:solidFill>
                <a:latin typeface="Times New Roman" panose="02020603050405020304" pitchFamily="18" charset="0"/>
                <a:ea typeface="楷体_GB2312" pitchFamily="49" charset="-122"/>
              </a:rPr>
              <a:t>值</a:t>
            </a:r>
          </a:p>
        </p:txBody>
      </p:sp>
      <p:sp>
        <p:nvSpPr>
          <p:cNvPr id="286" name="文本框 285">
            <a:extLst>
              <a:ext uri="{FF2B5EF4-FFF2-40B4-BE49-F238E27FC236}">
                <a16:creationId xmlns:a16="http://schemas.microsoft.com/office/drawing/2014/main" id="{9BBB9ACB-72EF-FBE7-306A-0377500B2BF6}"/>
              </a:ext>
            </a:extLst>
          </p:cNvPr>
          <p:cNvSpPr txBox="1"/>
          <p:nvPr/>
        </p:nvSpPr>
        <p:spPr>
          <a:xfrm>
            <a:off x="5954193" y="695388"/>
            <a:ext cx="1787603" cy="369332"/>
          </a:xfrm>
          <a:prstGeom prst="rect">
            <a:avLst/>
          </a:prstGeom>
          <a:noFill/>
        </p:spPr>
        <p:txBody>
          <a:bodyPr wrap="square">
            <a:spAutoFit/>
          </a:bodyPr>
          <a:lstStyle/>
          <a:p>
            <a:r>
              <a:rPr lang="zh-CN" altLang="en-US" noProof="1">
                <a:solidFill>
                  <a:srgbClr val="000099"/>
                </a:solidFill>
                <a:latin typeface="Times New Roman" panose="02020603050405020304" pitchFamily="18" charset="0"/>
                <a:ea typeface="楷体_GB2312" pitchFamily="49" charset="-122"/>
              </a:rPr>
              <a:t>求关键活动</a:t>
            </a:r>
            <a:endParaRPr lang="zh-CN" altLang="en-US" dirty="0">
              <a:solidFill>
                <a:srgbClr val="000099"/>
              </a:solidFill>
              <a:latin typeface="Times New Roman" panose="02020603050405020304" pitchFamily="18" charset="0"/>
              <a:ea typeface="楷体_GB2312" pitchFamily="49" charset="-122"/>
            </a:endParaRPr>
          </a:p>
        </p:txBody>
      </p:sp>
    </p:spTree>
    <p:extLst>
      <p:ext uri="{BB962C8B-B14F-4D97-AF65-F5344CB8AC3E}">
        <p14:creationId xmlns:p14="http://schemas.microsoft.com/office/powerpoint/2010/main" val="4282302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1">
                                            <p:bg/>
                                          </p:spTgt>
                                        </p:tgtEl>
                                        <p:attrNameLst>
                                          <p:attrName>style.visibility</p:attrName>
                                        </p:attrNameLst>
                                      </p:cBhvr>
                                      <p:to>
                                        <p:strVal val="visible"/>
                                      </p:to>
                                    </p:set>
                                    <p:animEffect transition="in" filter="wipe(up)">
                                      <p:cBhvr>
                                        <p:cTn id="7" dur="500"/>
                                        <p:tgtEl>
                                          <p:spTgt spid="51">
                                            <p:bg/>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1">
                                            <p:txEl>
                                              <p:pRg st="0" end="0"/>
                                            </p:txEl>
                                          </p:spTgt>
                                        </p:tgtEl>
                                        <p:attrNameLst>
                                          <p:attrName>style.visibility</p:attrName>
                                        </p:attrNameLst>
                                      </p:cBhvr>
                                      <p:to>
                                        <p:strVal val="visible"/>
                                      </p:to>
                                    </p:set>
                                    <p:animEffect transition="in" filter="wipe(up)">
                                      <p:cBhvr>
                                        <p:cTn id="11" dur="500"/>
                                        <p:tgtEl>
                                          <p:spTgt spid="5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51">
                                            <p:txEl>
                                              <p:pRg st="1" end="1"/>
                                            </p:txEl>
                                          </p:spTgt>
                                        </p:tgtEl>
                                        <p:attrNameLst>
                                          <p:attrName>style.visibility</p:attrName>
                                        </p:attrNameLst>
                                      </p:cBhvr>
                                      <p:to>
                                        <p:strVal val="visible"/>
                                      </p:to>
                                    </p:set>
                                    <p:animEffect transition="in" filter="wipe(up)">
                                      <p:cBhvr>
                                        <p:cTn id="16" dur="500"/>
                                        <p:tgtEl>
                                          <p:spTgt spid="51">
                                            <p:txEl>
                                              <p:pRg st="1" end="1"/>
                                            </p:txEl>
                                          </p:spTgt>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51">
                                            <p:txEl>
                                              <p:pRg st="2" end="2"/>
                                            </p:txEl>
                                          </p:spTgt>
                                        </p:tgtEl>
                                        <p:attrNameLst>
                                          <p:attrName>style.visibility</p:attrName>
                                        </p:attrNameLst>
                                      </p:cBhvr>
                                      <p:to>
                                        <p:strVal val="visible"/>
                                      </p:to>
                                    </p:set>
                                    <p:animEffect transition="in" filter="wipe(up)">
                                      <p:cBhvr>
                                        <p:cTn id="20" dur="500"/>
                                        <p:tgtEl>
                                          <p:spTgt spid="5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500"/>
                                        <p:tgtEl>
                                          <p:spTgt spid="51">
                                            <p:txEl>
                                              <p:pRg st="0" end="0"/>
                                            </p:txEl>
                                          </p:spTgt>
                                        </p:tgtEl>
                                      </p:cBhvr>
                                    </p:animEffect>
                                    <p:set>
                                      <p:cBhvr>
                                        <p:cTn id="25" dur="1" fill="hold">
                                          <p:stCondLst>
                                            <p:cond delay="499"/>
                                          </p:stCondLst>
                                        </p:cTn>
                                        <p:tgtEl>
                                          <p:spTgt spid="51">
                                            <p:txEl>
                                              <p:pRg st="0" end="0"/>
                                            </p:txEl>
                                          </p:spTgt>
                                        </p:tgtEl>
                                        <p:attrNameLst>
                                          <p:attrName>style.visibility</p:attrName>
                                        </p:attrNameLst>
                                      </p:cBhvr>
                                      <p:to>
                                        <p:strVal val="hidden"/>
                                      </p:to>
                                    </p:set>
                                  </p:childTnLst>
                                </p:cTn>
                              </p:par>
                              <p:par>
                                <p:cTn id="26" presetID="10" presetClass="exit" presetSubtype="0" fill="hold" grpId="1" nodeType="withEffect">
                                  <p:stCondLst>
                                    <p:cond delay="0"/>
                                  </p:stCondLst>
                                  <p:childTnLst>
                                    <p:animEffect transition="out" filter="fade">
                                      <p:cBhvr>
                                        <p:cTn id="27" dur="500"/>
                                        <p:tgtEl>
                                          <p:spTgt spid="51">
                                            <p:txEl>
                                              <p:pRg st="1" end="1"/>
                                            </p:txEl>
                                          </p:spTgt>
                                        </p:tgtEl>
                                      </p:cBhvr>
                                    </p:animEffect>
                                    <p:set>
                                      <p:cBhvr>
                                        <p:cTn id="28" dur="1" fill="hold">
                                          <p:stCondLst>
                                            <p:cond delay="499"/>
                                          </p:stCondLst>
                                        </p:cTn>
                                        <p:tgtEl>
                                          <p:spTgt spid="51">
                                            <p:txEl>
                                              <p:pRg st="1" end="1"/>
                                            </p:txEl>
                                          </p:spTgt>
                                        </p:tgtEl>
                                        <p:attrNameLst>
                                          <p:attrName>style.visibility</p:attrName>
                                        </p:attrNameLst>
                                      </p:cBhvr>
                                      <p:to>
                                        <p:strVal val="hidden"/>
                                      </p:to>
                                    </p:set>
                                  </p:childTnLst>
                                </p:cTn>
                              </p:par>
                              <p:par>
                                <p:cTn id="29" presetID="10" presetClass="exit" presetSubtype="0" fill="hold" grpId="1" nodeType="withEffect">
                                  <p:stCondLst>
                                    <p:cond delay="0"/>
                                  </p:stCondLst>
                                  <p:childTnLst>
                                    <p:animEffect transition="out" filter="fade">
                                      <p:cBhvr>
                                        <p:cTn id="30" dur="500"/>
                                        <p:tgtEl>
                                          <p:spTgt spid="51">
                                            <p:txEl>
                                              <p:pRg st="2" end="2"/>
                                            </p:txEl>
                                          </p:spTgt>
                                        </p:tgtEl>
                                      </p:cBhvr>
                                    </p:animEffect>
                                    <p:set>
                                      <p:cBhvr>
                                        <p:cTn id="31" dur="1" fill="hold">
                                          <p:stCondLst>
                                            <p:cond delay="499"/>
                                          </p:stCondLst>
                                        </p:cTn>
                                        <p:tgtEl>
                                          <p:spTgt spid="51">
                                            <p:txEl>
                                              <p:pRg st="2" end="2"/>
                                            </p:txEl>
                                          </p:spTgt>
                                        </p:tgtEl>
                                        <p:attrNameLst>
                                          <p:attrName>style.visibility</p:attrName>
                                        </p:attrNameLst>
                                      </p:cBhvr>
                                      <p:to>
                                        <p:strVal val="hidden"/>
                                      </p:to>
                                    </p:set>
                                  </p:childTnLst>
                                </p:cTn>
                              </p:par>
                              <p:par>
                                <p:cTn id="32" presetID="10" presetClass="exit" presetSubtype="0" fill="hold" grpId="1" nodeType="withEffect">
                                  <p:stCondLst>
                                    <p:cond delay="0"/>
                                  </p:stCondLst>
                                  <p:childTnLst>
                                    <p:animEffect transition="out" filter="fade">
                                      <p:cBhvr>
                                        <p:cTn id="33" dur="500"/>
                                        <p:tgtEl>
                                          <p:spTgt spid="51">
                                            <p:bg/>
                                          </p:spTgt>
                                        </p:tgtEl>
                                      </p:cBhvr>
                                    </p:animEffect>
                                    <p:set>
                                      <p:cBhvr>
                                        <p:cTn id="34" dur="1" fill="hold">
                                          <p:stCondLst>
                                            <p:cond delay="499"/>
                                          </p:stCondLst>
                                        </p:cTn>
                                        <p:tgtEl>
                                          <p:spTgt spid="51">
                                            <p:bg/>
                                          </p:spTgt>
                                        </p:tgtEl>
                                        <p:attrNameLst>
                                          <p:attrName>style.visibility</p:attrName>
                                        </p:attrNameLst>
                                      </p:cBhvr>
                                      <p:to>
                                        <p:strVal val="hidden"/>
                                      </p:to>
                                    </p:set>
                                  </p:childTnLst>
                                </p:cTn>
                              </p:par>
                            </p:childTnLst>
                          </p:cTn>
                        </p:par>
                        <p:par>
                          <p:cTn id="35" fill="hold">
                            <p:stCondLst>
                              <p:cond delay="500"/>
                            </p:stCondLst>
                            <p:childTnLst>
                              <p:par>
                                <p:cTn id="36" presetID="22" presetClass="entr" presetSubtype="1" fill="hold" grpId="0" nodeType="afterEffect">
                                  <p:stCondLst>
                                    <p:cond delay="0"/>
                                  </p:stCondLst>
                                  <p:childTnLst>
                                    <p:set>
                                      <p:cBhvr>
                                        <p:cTn id="37" dur="1" fill="hold">
                                          <p:stCondLst>
                                            <p:cond delay="0"/>
                                          </p:stCondLst>
                                        </p:cTn>
                                        <p:tgtEl>
                                          <p:spTgt spid="150">
                                            <p:txEl>
                                              <p:pRg st="0" end="0"/>
                                            </p:txEl>
                                          </p:spTgt>
                                        </p:tgtEl>
                                        <p:attrNameLst>
                                          <p:attrName>style.visibility</p:attrName>
                                        </p:attrNameLst>
                                      </p:cBhvr>
                                      <p:to>
                                        <p:strVal val="visible"/>
                                      </p:to>
                                    </p:set>
                                    <p:animEffect transition="in" filter="wipe(up)">
                                      <p:cBhvr>
                                        <p:cTn id="38" dur="1000"/>
                                        <p:tgtEl>
                                          <p:spTgt spid="150">
                                            <p:txEl>
                                              <p:pRg st="0" end="0"/>
                                            </p:txEl>
                                          </p:spTgt>
                                        </p:tgtEl>
                                      </p:cBhvr>
                                    </p:animEffect>
                                  </p:childTnLst>
                                </p:cTn>
                              </p:par>
                            </p:childTnLst>
                          </p:cTn>
                        </p:par>
                        <p:par>
                          <p:cTn id="39" fill="hold">
                            <p:stCondLst>
                              <p:cond delay="1500"/>
                            </p:stCondLst>
                            <p:childTnLst>
                              <p:par>
                                <p:cTn id="40" presetID="22" presetClass="entr" presetSubtype="1" fill="hold" grpId="0" nodeType="afterEffect">
                                  <p:stCondLst>
                                    <p:cond delay="0"/>
                                  </p:stCondLst>
                                  <p:childTnLst>
                                    <p:set>
                                      <p:cBhvr>
                                        <p:cTn id="41" dur="1" fill="hold">
                                          <p:stCondLst>
                                            <p:cond delay="0"/>
                                          </p:stCondLst>
                                        </p:cTn>
                                        <p:tgtEl>
                                          <p:spTgt spid="197">
                                            <p:txEl>
                                              <p:pRg st="0" end="0"/>
                                            </p:txEl>
                                          </p:spTgt>
                                        </p:tgtEl>
                                        <p:attrNameLst>
                                          <p:attrName>style.visibility</p:attrName>
                                        </p:attrNameLst>
                                      </p:cBhvr>
                                      <p:to>
                                        <p:strVal val="visible"/>
                                      </p:to>
                                    </p:set>
                                    <p:animEffect transition="in" filter="wipe(up)">
                                      <p:cBhvr>
                                        <p:cTn id="42" dur="500"/>
                                        <p:tgtEl>
                                          <p:spTgt spid="197">
                                            <p:txEl>
                                              <p:pRg st="0" end="0"/>
                                            </p:txEl>
                                          </p:spTgt>
                                        </p:tgtEl>
                                      </p:cBhvr>
                                    </p:animEffect>
                                  </p:childTnLst>
                                </p:cTn>
                              </p:par>
                            </p:childTnLst>
                          </p:cTn>
                        </p:par>
                        <p:par>
                          <p:cTn id="43" fill="hold">
                            <p:stCondLst>
                              <p:cond delay="2000"/>
                            </p:stCondLst>
                            <p:childTnLst>
                              <p:par>
                                <p:cTn id="44" presetID="22" presetClass="entr" presetSubtype="1" fill="hold" grpId="0" nodeType="afterEffect">
                                  <p:stCondLst>
                                    <p:cond delay="0"/>
                                  </p:stCondLst>
                                  <p:childTnLst>
                                    <p:set>
                                      <p:cBhvr>
                                        <p:cTn id="45" dur="1" fill="hold">
                                          <p:stCondLst>
                                            <p:cond delay="0"/>
                                          </p:stCondLst>
                                        </p:cTn>
                                        <p:tgtEl>
                                          <p:spTgt spid="197">
                                            <p:txEl>
                                              <p:pRg st="1" end="1"/>
                                            </p:txEl>
                                          </p:spTgt>
                                        </p:tgtEl>
                                        <p:attrNameLst>
                                          <p:attrName>style.visibility</p:attrName>
                                        </p:attrNameLst>
                                      </p:cBhvr>
                                      <p:to>
                                        <p:strVal val="visible"/>
                                      </p:to>
                                    </p:set>
                                    <p:animEffect transition="in" filter="wipe(up)">
                                      <p:cBhvr>
                                        <p:cTn id="46" dur="500"/>
                                        <p:tgtEl>
                                          <p:spTgt spid="197">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50">
                                            <p:txEl>
                                              <p:pRg st="1" end="1"/>
                                            </p:txEl>
                                          </p:spTgt>
                                        </p:tgtEl>
                                        <p:attrNameLst>
                                          <p:attrName>style.visibility</p:attrName>
                                        </p:attrNameLst>
                                      </p:cBhvr>
                                      <p:to>
                                        <p:strVal val="visible"/>
                                      </p:to>
                                    </p:set>
                                    <p:animEffect transition="in" filter="wipe(up)">
                                      <p:cBhvr>
                                        <p:cTn id="51" dur="1000"/>
                                        <p:tgtEl>
                                          <p:spTgt spid="150">
                                            <p:txEl>
                                              <p:pRg st="1" end="1"/>
                                            </p:txEl>
                                          </p:spTgt>
                                        </p:tgtEl>
                                      </p:cBhvr>
                                    </p:animEffect>
                                  </p:childTnLst>
                                </p:cTn>
                              </p:par>
                            </p:childTnLst>
                          </p:cTn>
                        </p:par>
                        <p:par>
                          <p:cTn id="52" fill="hold">
                            <p:stCondLst>
                              <p:cond delay="1000"/>
                            </p:stCondLst>
                            <p:childTnLst>
                              <p:par>
                                <p:cTn id="53" presetID="22" presetClass="entr" presetSubtype="1" fill="hold" nodeType="afterEffect">
                                  <p:stCondLst>
                                    <p:cond delay="0"/>
                                  </p:stCondLst>
                                  <p:childTnLst>
                                    <p:set>
                                      <p:cBhvr>
                                        <p:cTn id="54" dur="1" fill="hold">
                                          <p:stCondLst>
                                            <p:cond delay="0"/>
                                          </p:stCondLst>
                                        </p:cTn>
                                        <p:tgtEl>
                                          <p:spTgt spid="197">
                                            <p:txEl>
                                              <p:pRg st="2" end="2"/>
                                            </p:txEl>
                                          </p:spTgt>
                                        </p:tgtEl>
                                        <p:attrNameLst>
                                          <p:attrName>style.visibility</p:attrName>
                                        </p:attrNameLst>
                                      </p:cBhvr>
                                      <p:to>
                                        <p:strVal val="visible"/>
                                      </p:to>
                                    </p:set>
                                    <p:animEffect transition="in" filter="wipe(up)">
                                      <p:cBhvr>
                                        <p:cTn id="55" dur="500"/>
                                        <p:tgtEl>
                                          <p:spTgt spid="197">
                                            <p:txEl>
                                              <p:pRg st="2" end="2"/>
                                            </p:txEl>
                                          </p:spTgt>
                                        </p:tgtEl>
                                      </p:cBhvr>
                                    </p:animEffect>
                                  </p:childTnLst>
                                </p:cTn>
                              </p:par>
                              <p:par>
                                <p:cTn id="56" presetID="22" presetClass="entr" presetSubtype="1" fill="hold" nodeType="withEffect">
                                  <p:stCondLst>
                                    <p:cond delay="0"/>
                                  </p:stCondLst>
                                  <p:childTnLst>
                                    <p:set>
                                      <p:cBhvr>
                                        <p:cTn id="57" dur="1" fill="hold">
                                          <p:stCondLst>
                                            <p:cond delay="0"/>
                                          </p:stCondLst>
                                        </p:cTn>
                                        <p:tgtEl>
                                          <p:spTgt spid="197">
                                            <p:txEl>
                                              <p:pRg st="3" end="3"/>
                                            </p:txEl>
                                          </p:spTgt>
                                        </p:tgtEl>
                                        <p:attrNameLst>
                                          <p:attrName>style.visibility</p:attrName>
                                        </p:attrNameLst>
                                      </p:cBhvr>
                                      <p:to>
                                        <p:strVal val="visible"/>
                                      </p:to>
                                    </p:set>
                                    <p:animEffect transition="in" filter="wipe(up)">
                                      <p:cBhvr>
                                        <p:cTn id="58" dur="500"/>
                                        <p:tgtEl>
                                          <p:spTgt spid="197">
                                            <p:txEl>
                                              <p:pRg st="3" end="3"/>
                                            </p:txEl>
                                          </p:spTgt>
                                        </p:tgtEl>
                                      </p:cBhvr>
                                    </p:animEffect>
                                  </p:childTnLst>
                                </p:cTn>
                              </p:par>
                            </p:childTnLst>
                          </p:cTn>
                        </p:par>
                        <p:par>
                          <p:cTn id="59" fill="hold">
                            <p:stCondLst>
                              <p:cond delay="1500"/>
                            </p:stCondLst>
                            <p:childTnLst>
                              <p:par>
                                <p:cTn id="60" presetID="22" presetClass="entr" presetSubtype="1" fill="hold" grpId="0" nodeType="afterEffect">
                                  <p:stCondLst>
                                    <p:cond delay="0"/>
                                  </p:stCondLst>
                                  <p:childTnLst>
                                    <p:set>
                                      <p:cBhvr>
                                        <p:cTn id="61" dur="1" fill="hold">
                                          <p:stCondLst>
                                            <p:cond delay="0"/>
                                          </p:stCondLst>
                                        </p:cTn>
                                        <p:tgtEl>
                                          <p:spTgt spid="197">
                                            <p:txEl>
                                              <p:pRg st="4" end="4"/>
                                            </p:txEl>
                                          </p:spTgt>
                                        </p:tgtEl>
                                        <p:attrNameLst>
                                          <p:attrName>style.visibility</p:attrName>
                                        </p:attrNameLst>
                                      </p:cBhvr>
                                      <p:to>
                                        <p:strVal val="visible"/>
                                      </p:to>
                                    </p:set>
                                    <p:animEffect transition="in" filter="wipe(up)">
                                      <p:cBhvr>
                                        <p:cTn id="62" dur="500"/>
                                        <p:tgtEl>
                                          <p:spTgt spid="197">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left)">
                                      <p:cBhvr>
                                        <p:cTn id="67" dur="1000"/>
                                        <p:tgtEl>
                                          <p:spTgt spid="14"/>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101"/>
                                        </p:tgtEl>
                                        <p:attrNameLst>
                                          <p:attrName>style.visibility</p:attrName>
                                        </p:attrNameLst>
                                      </p:cBhvr>
                                      <p:to>
                                        <p:strVal val="visible"/>
                                      </p:to>
                                    </p:set>
                                    <p:animEffect transition="in" filter="wipe(left)">
                                      <p:cBhvr>
                                        <p:cTn id="70" dur="1000"/>
                                        <p:tgtEl>
                                          <p:spTgt spid="101"/>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109"/>
                                        </p:tgtEl>
                                        <p:attrNameLst>
                                          <p:attrName>style.visibility</p:attrName>
                                        </p:attrNameLst>
                                      </p:cBhvr>
                                      <p:to>
                                        <p:strVal val="visible"/>
                                      </p:to>
                                    </p:set>
                                    <p:animEffect transition="in" filter="wipe(left)">
                                      <p:cBhvr>
                                        <p:cTn id="73" dur="1000"/>
                                        <p:tgtEl>
                                          <p:spTgt spid="109"/>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105"/>
                                        </p:tgtEl>
                                        <p:attrNameLst>
                                          <p:attrName>style.visibility</p:attrName>
                                        </p:attrNameLst>
                                      </p:cBhvr>
                                      <p:to>
                                        <p:strVal val="visible"/>
                                      </p:to>
                                    </p:set>
                                    <p:animEffect transition="in" filter="wipe(left)">
                                      <p:cBhvr>
                                        <p:cTn id="76" dur="1000"/>
                                        <p:tgtEl>
                                          <p:spTgt spid="105"/>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107"/>
                                        </p:tgtEl>
                                        <p:attrNameLst>
                                          <p:attrName>style.visibility</p:attrName>
                                        </p:attrNameLst>
                                      </p:cBhvr>
                                      <p:to>
                                        <p:strVal val="visible"/>
                                      </p:to>
                                    </p:set>
                                    <p:animEffect transition="in" filter="wipe(left)">
                                      <p:cBhvr>
                                        <p:cTn id="79" dur="1000"/>
                                        <p:tgtEl>
                                          <p:spTgt spid="107"/>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104"/>
                                        </p:tgtEl>
                                        <p:attrNameLst>
                                          <p:attrName>style.visibility</p:attrName>
                                        </p:attrNameLst>
                                      </p:cBhvr>
                                      <p:to>
                                        <p:strVal val="visible"/>
                                      </p:to>
                                    </p:set>
                                    <p:animEffect transition="in" filter="wipe(left)">
                                      <p:cBhvr>
                                        <p:cTn id="82" dur="1000"/>
                                        <p:tgtEl>
                                          <p:spTgt spid="104"/>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100"/>
                                        </p:tgtEl>
                                        <p:attrNameLst>
                                          <p:attrName>style.visibility</p:attrName>
                                        </p:attrNameLst>
                                      </p:cBhvr>
                                      <p:to>
                                        <p:strVal val="visible"/>
                                      </p:to>
                                    </p:set>
                                    <p:animEffect transition="in" filter="wipe(left)">
                                      <p:cBhvr>
                                        <p:cTn id="85" dur="1000"/>
                                        <p:tgtEl>
                                          <p:spTgt spid="100"/>
                                        </p:tgtEl>
                                      </p:cBhvr>
                                    </p:animEffect>
                                  </p:childTnLst>
                                </p:cTn>
                              </p:par>
                            </p:childTnLst>
                          </p:cTn>
                        </p:par>
                        <p:par>
                          <p:cTn id="86" fill="hold">
                            <p:stCondLst>
                              <p:cond delay="1000"/>
                            </p:stCondLst>
                            <p:childTnLst>
                              <p:par>
                                <p:cTn id="87" presetID="42" presetClass="entr" presetSubtype="0" fill="hold" nodeType="afterEffect">
                                  <p:stCondLst>
                                    <p:cond delay="0"/>
                                  </p:stCondLst>
                                  <p:childTnLst>
                                    <p:set>
                                      <p:cBhvr>
                                        <p:cTn id="88" dur="1" fill="hold">
                                          <p:stCondLst>
                                            <p:cond delay="0"/>
                                          </p:stCondLst>
                                        </p:cTn>
                                        <p:tgtEl>
                                          <p:spTgt spid="2"/>
                                        </p:tgtEl>
                                        <p:attrNameLst>
                                          <p:attrName>style.visibility</p:attrName>
                                        </p:attrNameLst>
                                      </p:cBhvr>
                                      <p:to>
                                        <p:strVal val="visible"/>
                                      </p:to>
                                    </p:set>
                                    <p:animEffect transition="in" filter="fade">
                                      <p:cBhvr>
                                        <p:cTn id="89" dur="1000"/>
                                        <p:tgtEl>
                                          <p:spTgt spid="2"/>
                                        </p:tgtEl>
                                      </p:cBhvr>
                                    </p:animEffect>
                                    <p:anim calcmode="lin" valueType="num">
                                      <p:cBhvr>
                                        <p:cTn id="90" dur="1000" fill="hold"/>
                                        <p:tgtEl>
                                          <p:spTgt spid="2"/>
                                        </p:tgtEl>
                                        <p:attrNameLst>
                                          <p:attrName>ppt_x</p:attrName>
                                        </p:attrNameLst>
                                      </p:cBhvr>
                                      <p:tavLst>
                                        <p:tav tm="0">
                                          <p:val>
                                            <p:strVal val="#ppt_x"/>
                                          </p:val>
                                        </p:tav>
                                        <p:tav tm="100000">
                                          <p:val>
                                            <p:strVal val="#ppt_x"/>
                                          </p:val>
                                        </p:tav>
                                      </p:tavLst>
                                    </p:anim>
                                    <p:anim calcmode="lin" valueType="num">
                                      <p:cBhvr>
                                        <p:cTn id="9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150">
                                            <p:txEl>
                                              <p:pRg st="2" end="2"/>
                                            </p:txEl>
                                          </p:spTgt>
                                        </p:tgtEl>
                                        <p:attrNameLst>
                                          <p:attrName>style.visibility</p:attrName>
                                        </p:attrNameLst>
                                      </p:cBhvr>
                                      <p:to>
                                        <p:strVal val="visible"/>
                                      </p:to>
                                    </p:set>
                                    <p:animEffect transition="in" filter="wipe(up)">
                                      <p:cBhvr>
                                        <p:cTn id="96" dur="1000"/>
                                        <p:tgtEl>
                                          <p:spTgt spid="150">
                                            <p:txEl>
                                              <p:pRg st="2" end="2"/>
                                            </p:txEl>
                                          </p:spTgt>
                                        </p:tgtEl>
                                      </p:cBhvr>
                                    </p:animEffect>
                                  </p:childTnLst>
                                </p:cTn>
                              </p:par>
                            </p:childTnLst>
                          </p:cTn>
                        </p:par>
                        <p:par>
                          <p:cTn id="97" fill="hold">
                            <p:stCondLst>
                              <p:cond delay="1000"/>
                            </p:stCondLst>
                            <p:childTnLst>
                              <p:par>
                                <p:cTn id="98" presetID="9" presetClass="emph" presetSubtype="0" nodeType="afterEffect">
                                  <p:stCondLst>
                                    <p:cond delay="0"/>
                                  </p:stCondLst>
                                  <p:childTnLst>
                                    <p:set>
                                      <p:cBhvr>
                                        <p:cTn id="99" dur="indefinite"/>
                                        <p:tgtEl>
                                          <p:spTgt spid="197">
                                            <p:txEl>
                                              <p:pRg st="2" end="2"/>
                                            </p:txEl>
                                          </p:spTgt>
                                        </p:tgtEl>
                                        <p:attrNameLst>
                                          <p:attrName>style.opacity</p:attrName>
                                        </p:attrNameLst>
                                      </p:cBhvr>
                                      <p:to>
                                        <p:strVal val="0.5"/>
                                      </p:to>
                                    </p:set>
                                    <p:animEffect filter="image" prLst="opacity: 0.5">
                                      <p:cBhvr rctx="IE">
                                        <p:cTn id="100" dur="indefinite"/>
                                        <p:tgtEl>
                                          <p:spTgt spid="197">
                                            <p:txEl>
                                              <p:pRg st="2" end="2"/>
                                            </p:txEl>
                                          </p:spTgt>
                                        </p:tgtEl>
                                      </p:cBhvr>
                                    </p:animEffect>
                                  </p:childTnLst>
                                </p:cTn>
                              </p:par>
                              <p:par>
                                <p:cTn id="101" presetID="9" presetClass="emph" presetSubtype="0" nodeType="withEffect">
                                  <p:stCondLst>
                                    <p:cond delay="0"/>
                                  </p:stCondLst>
                                  <p:childTnLst>
                                    <p:set>
                                      <p:cBhvr>
                                        <p:cTn id="102" dur="indefinite"/>
                                        <p:tgtEl>
                                          <p:spTgt spid="197">
                                            <p:txEl>
                                              <p:pRg st="3" end="3"/>
                                            </p:txEl>
                                          </p:spTgt>
                                        </p:tgtEl>
                                        <p:attrNameLst>
                                          <p:attrName>style.opacity</p:attrName>
                                        </p:attrNameLst>
                                      </p:cBhvr>
                                      <p:to>
                                        <p:strVal val="0.5"/>
                                      </p:to>
                                    </p:set>
                                    <p:animEffect filter="image" prLst="opacity: 0.5">
                                      <p:cBhvr rctx="IE">
                                        <p:cTn id="103" dur="indefinite"/>
                                        <p:tgtEl>
                                          <p:spTgt spid="197">
                                            <p:txEl>
                                              <p:pRg st="3" end="3"/>
                                            </p:txEl>
                                          </p:spTgt>
                                        </p:tgtEl>
                                      </p:cBhvr>
                                    </p:animEffect>
                                  </p:childTnLst>
                                </p:cTn>
                              </p:par>
                            </p:childTnLst>
                          </p:cTn>
                        </p:par>
                        <p:par>
                          <p:cTn id="104" fill="hold">
                            <p:stCondLst>
                              <p:cond delay="1000"/>
                            </p:stCondLst>
                            <p:childTnLst>
                              <p:par>
                                <p:cTn id="105" presetID="9" presetClass="emph" presetSubtype="0" nodeType="afterEffect">
                                  <p:stCondLst>
                                    <p:cond delay="0"/>
                                  </p:stCondLst>
                                  <p:childTnLst>
                                    <p:set>
                                      <p:cBhvr>
                                        <p:cTn id="106" dur="indefinite"/>
                                        <p:tgtEl>
                                          <p:spTgt spid="197">
                                            <p:txEl>
                                              <p:pRg st="4" end="4"/>
                                            </p:txEl>
                                          </p:spTgt>
                                        </p:tgtEl>
                                        <p:attrNameLst>
                                          <p:attrName>style.opacity</p:attrName>
                                        </p:attrNameLst>
                                      </p:cBhvr>
                                      <p:to>
                                        <p:strVal val="0.5"/>
                                      </p:to>
                                    </p:set>
                                    <p:animEffect filter="image" prLst="opacity: 0.5">
                                      <p:cBhvr rctx="IE">
                                        <p:cTn id="107" dur="indefinite"/>
                                        <p:tgtEl>
                                          <p:spTgt spid="197">
                                            <p:txEl>
                                              <p:pRg st="4" end="4"/>
                                            </p:txEl>
                                          </p:spTgt>
                                        </p:tgtEl>
                                      </p:cBhvr>
                                    </p:animEffect>
                                  </p:childTnLst>
                                </p:cTn>
                              </p:par>
                            </p:childTnLst>
                          </p:cTn>
                        </p:par>
                        <p:par>
                          <p:cTn id="108" fill="hold">
                            <p:stCondLst>
                              <p:cond delay="1000"/>
                            </p:stCondLst>
                            <p:childTnLst>
                              <p:par>
                                <p:cTn id="109" presetID="22" presetClass="entr" presetSubtype="1" fill="hold" grpId="0" nodeType="afterEffect">
                                  <p:stCondLst>
                                    <p:cond delay="0"/>
                                  </p:stCondLst>
                                  <p:childTnLst>
                                    <p:set>
                                      <p:cBhvr>
                                        <p:cTn id="110" dur="1" fill="hold">
                                          <p:stCondLst>
                                            <p:cond delay="0"/>
                                          </p:stCondLst>
                                        </p:cTn>
                                        <p:tgtEl>
                                          <p:spTgt spid="197">
                                            <p:txEl>
                                              <p:pRg st="5" end="5"/>
                                            </p:txEl>
                                          </p:spTgt>
                                        </p:tgtEl>
                                        <p:attrNameLst>
                                          <p:attrName>style.visibility</p:attrName>
                                        </p:attrNameLst>
                                      </p:cBhvr>
                                      <p:to>
                                        <p:strVal val="visible"/>
                                      </p:to>
                                    </p:set>
                                    <p:animEffect transition="in" filter="wipe(up)">
                                      <p:cBhvr>
                                        <p:cTn id="111" dur="500"/>
                                        <p:tgtEl>
                                          <p:spTgt spid="197">
                                            <p:txEl>
                                              <p:pRg st="5" end="5"/>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nodeType="clickEffect">
                                  <p:stCondLst>
                                    <p:cond delay="0"/>
                                  </p:stCondLst>
                                  <p:childTnLst>
                                    <p:set>
                                      <p:cBhvr>
                                        <p:cTn id="115" dur="1" fill="hold">
                                          <p:stCondLst>
                                            <p:cond delay="0"/>
                                          </p:stCondLst>
                                        </p:cTn>
                                        <p:tgtEl>
                                          <p:spTgt spid="202"/>
                                        </p:tgtEl>
                                        <p:attrNameLst>
                                          <p:attrName>style.visibility</p:attrName>
                                        </p:attrNameLst>
                                      </p:cBhvr>
                                      <p:to>
                                        <p:strVal val="visible"/>
                                      </p:to>
                                    </p:set>
                                    <p:animEffect transition="in" filter="fade">
                                      <p:cBhvr>
                                        <p:cTn id="116" dur="1000"/>
                                        <p:tgtEl>
                                          <p:spTgt spid="202"/>
                                        </p:tgtEl>
                                      </p:cBhvr>
                                    </p:animEffect>
                                    <p:anim calcmode="lin" valueType="num">
                                      <p:cBhvr>
                                        <p:cTn id="117" dur="1000" fill="hold"/>
                                        <p:tgtEl>
                                          <p:spTgt spid="202"/>
                                        </p:tgtEl>
                                        <p:attrNameLst>
                                          <p:attrName>ppt_x</p:attrName>
                                        </p:attrNameLst>
                                      </p:cBhvr>
                                      <p:tavLst>
                                        <p:tav tm="0">
                                          <p:val>
                                            <p:strVal val="#ppt_x"/>
                                          </p:val>
                                        </p:tav>
                                        <p:tav tm="100000">
                                          <p:val>
                                            <p:strVal val="#ppt_x"/>
                                          </p:val>
                                        </p:tav>
                                      </p:tavLst>
                                    </p:anim>
                                    <p:anim calcmode="lin" valueType="num">
                                      <p:cBhvr>
                                        <p:cTn id="118" dur="1000" fill="hold"/>
                                        <p:tgtEl>
                                          <p:spTgt spid="202"/>
                                        </p:tgtEl>
                                        <p:attrNameLst>
                                          <p:attrName>ppt_y</p:attrName>
                                        </p:attrNameLst>
                                      </p:cBhvr>
                                      <p:tavLst>
                                        <p:tav tm="0">
                                          <p:val>
                                            <p:strVal val="#ppt_y+.1"/>
                                          </p:val>
                                        </p:tav>
                                        <p:tav tm="100000">
                                          <p:val>
                                            <p:strVal val="#ppt_y"/>
                                          </p:val>
                                        </p:tav>
                                      </p:tavLst>
                                    </p:anim>
                                  </p:childTnLst>
                                </p:cTn>
                              </p:par>
                            </p:childTnLst>
                          </p:cTn>
                        </p:par>
                        <p:par>
                          <p:cTn id="119" fill="hold">
                            <p:stCondLst>
                              <p:cond delay="1000"/>
                            </p:stCondLst>
                            <p:childTnLst>
                              <p:par>
                                <p:cTn id="120" presetID="1" presetClass="entr" presetSubtype="0" fill="hold" grpId="0" nodeType="afterEffect">
                                  <p:stCondLst>
                                    <p:cond delay="0"/>
                                  </p:stCondLst>
                                  <p:childTnLst>
                                    <p:set>
                                      <p:cBhvr>
                                        <p:cTn id="121" dur="1" fill="hold">
                                          <p:stCondLst>
                                            <p:cond delay="0"/>
                                          </p:stCondLst>
                                        </p:cTn>
                                        <p:tgtEl>
                                          <p:spTgt spid="203"/>
                                        </p:tgtEl>
                                        <p:attrNameLst>
                                          <p:attrName>style.visibility</p:attrName>
                                        </p:attrNameLst>
                                      </p:cBhvr>
                                      <p:to>
                                        <p:strVal val="visible"/>
                                      </p:to>
                                    </p:set>
                                  </p:childTnLst>
                                </p:cTn>
                              </p:par>
                            </p:childTnLst>
                          </p:cTn>
                        </p:par>
                        <p:par>
                          <p:cTn id="122" fill="hold">
                            <p:stCondLst>
                              <p:cond delay="1000"/>
                            </p:stCondLst>
                            <p:childTnLst>
                              <p:par>
                                <p:cTn id="123" presetID="42" presetClass="path" presetSubtype="0" accel="50000" decel="50000" fill="hold" grpId="1" nodeType="afterEffect">
                                  <p:stCondLst>
                                    <p:cond delay="0"/>
                                  </p:stCondLst>
                                  <p:childTnLst>
                                    <p:animMotion origin="layout" path="M -4.16667E-7 3.7037E-6 L -0.17409 0.06412 " pathEditMode="relative" rAng="0" ptsTypes="AA">
                                      <p:cBhvr>
                                        <p:cTn id="124" dur="500" fill="hold"/>
                                        <p:tgtEl>
                                          <p:spTgt spid="203"/>
                                        </p:tgtEl>
                                        <p:attrNameLst>
                                          <p:attrName>ppt_x</p:attrName>
                                          <p:attrName>ppt_y</p:attrName>
                                        </p:attrNameLst>
                                      </p:cBhvr>
                                      <p:rCtr x="-8711" y="3194"/>
                                    </p:animMotion>
                                  </p:childTnLst>
                                </p:cTn>
                              </p:par>
                            </p:childTnLst>
                          </p:cTn>
                        </p:par>
                        <p:par>
                          <p:cTn id="125" fill="hold">
                            <p:stCondLst>
                              <p:cond delay="1500"/>
                            </p:stCondLst>
                            <p:childTnLst>
                              <p:par>
                                <p:cTn id="126" presetID="1" presetClass="entr" presetSubtype="0" fill="hold" grpId="0" nodeType="afterEffect">
                                  <p:stCondLst>
                                    <p:cond delay="0"/>
                                  </p:stCondLst>
                                  <p:childTnLst>
                                    <p:set>
                                      <p:cBhvr>
                                        <p:cTn id="127" dur="1" fill="hold">
                                          <p:stCondLst>
                                            <p:cond delay="0"/>
                                          </p:stCondLst>
                                        </p:cTn>
                                        <p:tgtEl>
                                          <p:spTgt spid="204"/>
                                        </p:tgtEl>
                                        <p:attrNameLst>
                                          <p:attrName>style.visibility</p:attrName>
                                        </p:attrNameLst>
                                      </p:cBhvr>
                                      <p:to>
                                        <p:strVal val="visible"/>
                                      </p:to>
                                    </p:set>
                                  </p:childTnLst>
                                </p:cTn>
                              </p:par>
                            </p:childTnLst>
                          </p:cTn>
                        </p:par>
                        <p:par>
                          <p:cTn id="128" fill="hold">
                            <p:stCondLst>
                              <p:cond delay="1500"/>
                            </p:stCondLst>
                            <p:childTnLst>
                              <p:par>
                                <p:cTn id="129" presetID="42" presetClass="path" presetSubtype="0" accel="50000" decel="50000" fill="hold" grpId="1" nodeType="afterEffect">
                                  <p:stCondLst>
                                    <p:cond delay="0"/>
                                  </p:stCondLst>
                                  <p:childTnLst>
                                    <p:animMotion origin="layout" path="M 2.08333E-6 -1.11111E-6 L -0.13776 0.06412 " pathEditMode="relative" rAng="0" ptsTypes="AA">
                                      <p:cBhvr>
                                        <p:cTn id="130" dur="500" fill="hold"/>
                                        <p:tgtEl>
                                          <p:spTgt spid="204"/>
                                        </p:tgtEl>
                                        <p:attrNameLst>
                                          <p:attrName>ppt_x</p:attrName>
                                          <p:attrName>ppt_y</p:attrName>
                                        </p:attrNameLst>
                                      </p:cBhvr>
                                      <p:rCtr x="-6888" y="3194"/>
                                    </p:animMotion>
                                  </p:childTnLst>
                                </p:cTn>
                              </p:par>
                            </p:childTnLst>
                          </p:cTn>
                        </p:par>
                        <p:par>
                          <p:cTn id="131" fill="hold">
                            <p:stCondLst>
                              <p:cond delay="2000"/>
                            </p:stCondLst>
                            <p:childTnLst>
                              <p:par>
                                <p:cTn id="132" presetID="1" presetClass="entr" presetSubtype="0" fill="hold" grpId="0" nodeType="afterEffect">
                                  <p:stCondLst>
                                    <p:cond delay="0"/>
                                  </p:stCondLst>
                                  <p:childTnLst>
                                    <p:set>
                                      <p:cBhvr>
                                        <p:cTn id="133" dur="1" fill="hold">
                                          <p:stCondLst>
                                            <p:cond delay="0"/>
                                          </p:stCondLst>
                                        </p:cTn>
                                        <p:tgtEl>
                                          <p:spTgt spid="205"/>
                                        </p:tgtEl>
                                        <p:attrNameLst>
                                          <p:attrName>style.visibility</p:attrName>
                                        </p:attrNameLst>
                                      </p:cBhvr>
                                      <p:to>
                                        <p:strVal val="visible"/>
                                      </p:to>
                                    </p:set>
                                  </p:childTnLst>
                                </p:cTn>
                              </p:par>
                            </p:childTnLst>
                          </p:cTn>
                        </p:par>
                        <p:par>
                          <p:cTn id="134" fill="hold">
                            <p:stCondLst>
                              <p:cond delay="2000"/>
                            </p:stCondLst>
                            <p:childTnLst>
                              <p:par>
                                <p:cTn id="135" presetID="42" presetClass="path" presetSubtype="0" accel="50000" decel="50000" fill="hold" grpId="1" nodeType="afterEffect">
                                  <p:stCondLst>
                                    <p:cond delay="0"/>
                                  </p:stCondLst>
                                  <p:childTnLst>
                                    <p:animMotion origin="layout" path="M 2.29167E-6 7.40741E-7 L -0.10339 0.06412 " pathEditMode="relative" rAng="0" ptsTypes="AA">
                                      <p:cBhvr>
                                        <p:cTn id="136" dur="500" fill="hold"/>
                                        <p:tgtEl>
                                          <p:spTgt spid="205"/>
                                        </p:tgtEl>
                                        <p:attrNameLst>
                                          <p:attrName>ppt_x</p:attrName>
                                          <p:attrName>ppt_y</p:attrName>
                                        </p:attrNameLst>
                                      </p:cBhvr>
                                      <p:rCtr x="-5169" y="3194"/>
                                    </p:animMotion>
                                  </p:childTnLst>
                                </p:cTn>
                              </p:par>
                            </p:childTnLst>
                          </p:cTn>
                        </p:par>
                        <p:par>
                          <p:cTn id="137" fill="hold">
                            <p:stCondLst>
                              <p:cond delay="2500"/>
                            </p:stCondLst>
                            <p:childTnLst>
                              <p:par>
                                <p:cTn id="138" presetID="1" presetClass="entr" presetSubtype="0" fill="hold" grpId="0" nodeType="afterEffect">
                                  <p:stCondLst>
                                    <p:cond delay="0"/>
                                  </p:stCondLst>
                                  <p:childTnLst>
                                    <p:set>
                                      <p:cBhvr>
                                        <p:cTn id="139" dur="1" fill="hold">
                                          <p:stCondLst>
                                            <p:cond delay="0"/>
                                          </p:stCondLst>
                                        </p:cTn>
                                        <p:tgtEl>
                                          <p:spTgt spid="206"/>
                                        </p:tgtEl>
                                        <p:attrNameLst>
                                          <p:attrName>style.visibility</p:attrName>
                                        </p:attrNameLst>
                                      </p:cBhvr>
                                      <p:to>
                                        <p:strVal val="visible"/>
                                      </p:to>
                                    </p:set>
                                  </p:childTnLst>
                                </p:cTn>
                              </p:par>
                            </p:childTnLst>
                          </p:cTn>
                        </p:par>
                        <p:par>
                          <p:cTn id="140" fill="hold">
                            <p:stCondLst>
                              <p:cond delay="2500"/>
                            </p:stCondLst>
                            <p:childTnLst>
                              <p:par>
                                <p:cTn id="141" presetID="42" presetClass="path" presetSubtype="0" accel="50000" decel="50000" fill="hold" grpId="1" nodeType="afterEffect">
                                  <p:stCondLst>
                                    <p:cond delay="0"/>
                                  </p:stCondLst>
                                  <p:childTnLst>
                                    <p:animMotion origin="layout" path="M 3.95833E-6 4.81481E-6 L -0.06862 0.06365 " pathEditMode="relative" rAng="0" ptsTypes="AA">
                                      <p:cBhvr>
                                        <p:cTn id="142" dur="500" fill="hold"/>
                                        <p:tgtEl>
                                          <p:spTgt spid="206"/>
                                        </p:tgtEl>
                                        <p:attrNameLst>
                                          <p:attrName>ppt_x</p:attrName>
                                          <p:attrName>ppt_y</p:attrName>
                                        </p:attrNameLst>
                                      </p:cBhvr>
                                      <p:rCtr x="-3438" y="3171"/>
                                    </p:animMotion>
                                  </p:childTnLst>
                                </p:cTn>
                              </p:par>
                            </p:childTnLst>
                          </p:cTn>
                        </p:par>
                        <p:par>
                          <p:cTn id="143" fill="hold">
                            <p:stCondLst>
                              <p:cond delay="3000"/>
                            </p:stCondLst>
                            <p:childTnLst>
                              <p:par>
                                <p:cTn id="144" presetID="1" presetClass="entr" presetSubtype="0" fill="hold" grpId="0" nodeType="afterEffect">
                                  <p:stCondLst>
                                    <p:cond delay="0"/>
                                  </p:stCondLst>
                                  <p:childTnLst>
                                    <p:set>
                                      <p:cBhvr>
                                        <p:cTn id="145" dur="1" fill="hold">
                                          <p:stCondLst>
                                            <p:cond delay="0"/>
                                          </p:stCondLst>
                                        </p:cTn>
                                        <p:tgtEl>
                                          <p:spTgt spid="207"/>
                                        </p:tgtEl>
                                        <p:attrNameLst>
                                          <p:attrName>style.visibility</p:attrName>
                                        </p:attrNameLst>
                                      </p:cBhvr>
                                      <p:to>
                                        <p:strVal val="visible"/>
                                      </p:to>
                                    </p:set>
                                  </p:childTnLst>
                                </p:cTn>
                              </p:par>
                            </p:childTnLst>
                          </p:cTn>
                        </p:par>
                        <p:par>
                          <p:cTn id="146" fill="hold">
                            <p:stCondLst>
                              <p:cond delay="3000"/>
                            </p:stCondLst>
                            <p:childTnLst>
                              <p:par>
                                <p:cTn id="147" presetID="42" presetClass="path" presetSubtype="0" accel="50000" decel="50000" fill="hold" grpId="1" nodeType="afterEffect">
                                  <p:stCondLst>
                                    <p:cond delay="0"/>
                                  </p:stCondLst>
                                  <p:childTnLst>
                                    <p:animMotion origin="layout" path="M 3.95833E-6 3.7037E-6 L -0.03282 0.06412 " pathEditMode="relative" rAng="0" ptsTypes="AA">
                                      <p:cBhvr>
                                        <p:cTn id="148" dur="500" fill="hold"/>
                                        <p:tgtEl>
                                          <p:spTgt spid="207"/>
                                        </p:tgtEl>
                                        <p:attrNameLst>
                                          <p:attrName>ppt_x</p:attrName>
                                          <p:attrName>ppt_y</p:attrName>
                                        </p:attrNameLst>
                                      </p:cBhvr>
                                      <p:rCtr x="-1641" y="3194"/>
                                    </p:animMotion>
                                  </p:childTnLst>
                                </p:cTn>
                              </p:par>
                            </p:childTnLst>
                          </p:cTn>
                        </p:par>
                        <p:par>
                          <p:cTn id="149" fill="hold">
                            <p:stCondLst>
                              <p:cond delay="3500"/>
                            </p:stCondLst>
                            <p:childTnLst>
                              <p:par>
                                <p:cTn id="150" presetID="1" presetClass="entr" presetSubtype="0" fill="hold" grpId="0" nodeType="afterEffect">
                                  <p:stCondLst>
                                    <p:cond delay="0"/>
                                  </p:stCondLst>
                                  <p:childTnLst>
                                    <p:set>
                                      <p:cBhvr>
                                        <p:cTn id="151" dur="1" fill="hold">
                                          <p:stCondLst>
                                            <p:cond delay="0"/>
                                          </p:stCondLst>
                                        </p:cTn>
                                        <p:tgtEl>
                                          <p:spTgt spid="208"/>
                                        </p:tgtEl>
                                        <p:attrNameLst>
                                          <p:attrName>style.visibility</p:attrName>
                                        </p:attrNameLst>
                                      </p:cBhvr>
                                      <p:to>
                                        <p:strVal val="visible"/>
                                      </p:to>
                                    </p:set>
                                  </p:childTnLst>
                                </p:cTn>
                              </p:par>
                            </p:childTnLst>
                          </p:cTn>
                        </p:par>
                        <p:par>
                          <p:cTn id="152" fill="hold">
                            <p:stCondLst>
                              <p:cond delay="3500"/>
                            </p:stCondLst>
                            <p:childTnLst>
                              <p:par>
                                <p:cTn id="153" presetID="42" presetClass="path" presetSubtype="0" accel="50000" decel="50000" fill="hold" grpId="1" nodeType="afterEffect">
                                  <p:stCondLst>
                                    <p:cond delay="0"/>
                                  </p:stCondLst>
                                  <p:childTnLst>
                                    <p:animMotion origin="layout" path="M 4.58333E-6 -4.44444E-6 L 0.00091 0.0669 " pathEditMode="relative" rAng="0" ptsTypes="AA">
                                      <p:cBhvr>
                                        <p:cTn id="154" dur="500" fill="hold"/>
                                        <p:tgtEl>
                                          <p:spTgt spid="208"/>
                                        </p:tgtEl>
                                        <p:attrNameLst>
                                          <p:attrName>ppt_x</p:attrName>
                                          <p:attrName>ppt_y</p:attrName>
                                        </p:attrNameLst>
                                      </p:cBhvr>
                                      <p:rCtr x="39" y="3333"/>
                                    </p:animMotion>
                                  </p:childTnLst>
                                </p:cTn>
                              </p:par>
                            </p:childTnLst>
                          </p:cTn>
                        </p:par>
                      </p:childTnLst>
                    </p:cTn>
                  </p:par>
                  <p:par>
                    <p:cTn id="155" fill="hold">
                      <p:stCondLst>
                        <p:cond delay="indefinite"/>
                      </p:stCondLst>
                      <p:childTnLst>
                        <p:par>
                          <p:cTn id="156" fill="hold">
                            <p:stCondLst>
                              <p:cond delay="0"/>
                            </p:stCondLst>
                            <p:childTnLst>
                              <p:par>
                                <p:cTn id="157" presetID="42" presetClass="exit" presetSubtype="0" fill="hold" grpId="1" nodeType="clickEffect">
                                  <p:stCondLst>
                                    <p:cond delay="0"/>
                                  </p:stCondLst>
                                  <p:childTnLst>
                                    <p:animEffect transition="out" filter="fade">
                                      <p:cBhvr>
                                        <p:cTn id="158" dur="1000"/>
                                        <p:tgtEl>
                                          <p:spTgt spid="150">
                                            <p:txEl>
                                              <p:pRg st="1" end="1"/>
                                            </p:txEl>
                                          </p:spTgt>
                                        </p:tgtEl>
                                      </p:cBhvr>
                                    </p:animEffect>
                                    <p:anim calcmode="lin" valueType="num">
                                      <p:cBhvr>
                                        <p:cTn id="159" dur="1000"/>
                                        <p:tgtEl>
                                          <p:spTgt spid="150">
                                            <p:txEl>
                                              <p:pRg st="1" end="1"/>
                                            </p:txEl>
                                          </p:spTgt>
                                        </p:tgtEl>
                                        <p:attrNameLst>
                                          <p:attrName>ppt_x</p:attrName>
                                        </p:attrNameLst>
                                      </p:cBhvr>
                                      <p:tavLst>
                                        <p:tav tm="0">
                                          <p:val>
                                            <p:strVal val="ppt_x"/>
                                          </p:val>
                                        </p:tav>
                                        <p:tav tm="100000">
                                          <p:val>
                                            <p:strVal val="ppt_x"/>
                                          </p:val>
                                        </p:tav>
                                      </p:tavLst>
                                    </p:anim>
                                    <p:anim calcmode="lin" valueType="num">
                                      <p:cBhvr>
                                        <p:cTn id="160" dur="1000"/>
                                        <p:tgtEl>
                                          <p:spTgt spid="150">
                                            <p:txEl>
                                              <p:pRg st="1" end="1"/>
                                            </p:txEl>
                                          </p:spTgt>
                                        </p:tgtEl>
                                        <p:attrNameLst>
                                          <p:attrName>ppt_y</p:attrName>
                                        </p:attrNameLst>
                                      </p:cBhvr>
                                      <p:tavLst>
                                        <p:tav tm="0">
                                          <p:val>
                                            <p:strVal val="ppt_y"/>
                                          </p:val>
                                        </p:tav>
                                        <p:tav tm="100000">
                                          <p:val>
                                            <p:strVal val="ppt_y+.1"/>
                                          </p:val>
                                        </p:tav>
                                      </p:tavLst>
                                    </p:anim>
                                    <p:set>
                                      <p:cBhvr>
                                        <p:cTn id="161" dur="1" fill="hold">
                                          <p:stCondLst>
                                            <p:cond delay="999"/>
                                          </p:stCondLst>
                                        </p:cTn>
                                        <p:tgtEl>
                                          <p:spTgt spid="150">
                                            <p:txEl>
                                              <p:pRg st="1" end="1"/>
                                            </p:txEl>
                                          </p:spTgt>
                                        </p:tgtEl>
                                        <p:attrNameLst>
                                          <p:attrName>style.visibility</p:attrName>
                                        </p:attrNameLst>
                                      </p:cBhvr>
                                      <p:to>
                                        <p:strVal val="hidden"/>
                                      </p:to>
                                    </p:set>
                                  </p:childTnLst>
                                </p:cTn>
                              </p:par>
                              <p:par>
                                <p:cTn id="162" presetID="42" presetClass="exit" presetSubtype="0" fill="hold" grpId="1" nodeType="withEffect">
                                  <p:stCondLst>
                                    <p:cond delay="0"/>
                                  </p:stCondLst>
                                  <p:childTnLst>
                                    <p:animEffect transition="out" filter="fade">
                                      <p:cBhvr>
                                        <p:cTn id="163" dur="1000"/>
                                        <p:tgtEl>
                                          <p:spTgt spid="150">
                                            <p:txEl>
                                              <p:pRg st="2" end="2"/>
                                            </p:txEl>
                                          </p:spTgt>
                                        </p:tgtEl>
                                      </p:cBhvr>
                                    </p:animEffect>
                                    <p:anim calcmode="lin" valueType="num">
                                      <p:cBhvr>
                                        <p:cTn id="164" dur="1000"/>
                                        <p:tgtEl>
                                          <p:spTgt spid="150">
                                            <p:txEl>
                                              <p:pRg st="2" end="2"/>
                                            </p:txEl>
                                          </p:spTgt>
                                        </p:tgtEl>
                                        <p:attrNameLst>
                                          <p:attrName>ppt_x</p:attrName>
                                        </p:attrNameLst>
                                      </p:cBhvr>
                                      <p:tavLst>
                                        <p:tav tm="0">
                                          <p:val>
                                            <p:strVal val="ppt_x"/>
                                          </p:val>
                                        </p:tav>
                                        <p:tav tm="100000">
                                          <p:val>
                                            <p:strVal val="ppt_x"/>
                                          </p:val>
                                        </p:tav>
                                      </p:tavLst>
                                    </p:anim>
                                    <p:anim calcmode="lin" valueType="num">
                                      <p:cBhvr>
                                        <p:cTn id="165" dur="1000"/>
                                        <p:tgtEl>
                                          <p:spTgt spid="150">
                                            <p:txEl>
                                              <p:pRg st="2" end="2"/>
                                            </p:txEl>
                                          </p:spTgt>
                                        </p:tgtEl>
                                        <p:attrNameLst>
                                          <p:attrName>ppt_y</p:attrName>
                                        </p:attrNameLst>
                                      </p:cBhvr>
                                      <p:tavLst>
                                        <p:tav tm="0">
                                          <p:val>
                                            <p:strVal val="ppt_y"/>
                                          </p:val>
                                        </p:tav>
                                        <p:tav tm="100000">
                                          <p:val>
                                            <p:strVal val="ppt_y+.1"/>
                                          </p:val>
                                        </p:tav>
                                      </p:tavLst>
                                    </p:anim>
                                    <p:set>
                                      <p:cBhvr>
                                        <p:cTn id="166" dur="1" fill="hold">
                                          <p:stCondLst>
                                            <p:cond delay="999"/>
                                          </p:stCondLst>
                                        </p:cTn>
                                        <p:tgtEl>
                                          <p:spTgt spid="150">
                                            <p:txEl>
                                              <p:pRg st="2" end="2"/>
                                            </p:txEl>
                                          </p:spTgt>
                                        </p:tgtEl>
                                        <p:attrNameLst>
                                          <p:attrName>style.visibility</p:attrName>
                                        </p:attrNameLst>
                                      </p:cBhvr>
                                      <p:to>
                                        <p:strVal val="hidden"/>
                                      </p:to>
                                    </p:set>
                                  </p:childTnLst>
                                </p:cTn>
                              </p:par>
                            </p:childTnLst>
                          </p:cTn>
                        </p:par>
                        <p:par>
                          <p:cTn id="167" fill="hold">
                            <p:stCondLst>
                              <p:cond delay="1000"/>
                            </p:stCondLst>
                            <p:childTnLst>
                              <p:par>
                                <p:cTn id="168" presetID="22" presetClass="entr" presetSubtype="1" fill="hold" grpId="0" nodeType="afterEffect">
                                  <p:stCondLst>
                                    <p:cond delay="0"/>
                                  </p:stCondLst>
                                  <p:childTnLst>
                                    <p:set>
                                      <p:cBhvr>
                                        <p:cTn id="169" dur="1" fill="hold">
                                          <p:stCondLst>
                                            <p:cond delay="0"/>
                                          </p:stCondLst>
                                        </p:cTn>
                                        <p:tgtEl>
                                          <p:spTgt spid="269"/>
                                        </p:tgtEl>
                                        <p:attrNameLst>
                                          <p:attrName>style.visibility</p:attrName>
                                        </p:attrNameLst>
                                      </p:cBhvr>
                                      <p:to>
                                        <p:strVal val="visible"/>
                                      </p:to>
                                    </p:set>
                                    <p:animEffect transition="in" filter="wipe(up)">
                                      <p:cBhvr>
                                        <p:cTn id="170" dur="500"/>
                                        <p:tgtEl>
                                          <p:spTgt spid="269"/>
                                        </p:tgtEl>
                                      </p:cBhvr>
                                    </p:animEffect>
                                  </p:childTnLst>
                                </p:cTn>
                              </p:par>
                            </p:childTnLst>
                          </p:cTn>
                        </p:par>
                        <p:par>
                          <p:cTn id="171" fill="hold">
                            <p:stCondLst>
                              <p:cond delay="1500"/>
                            </p:stCondLst>
                            <p:childTnLst>
                              <p:par>
                                <p:cTn id="172" presetID="9" presetClass="emph" presetSubtype="0" nodeType="afterEffect">
                                  <p:stCondLst>
                                    <p:cond delay="0"/>
                                  </p:stCondLst>
                                  <p:childTnLst>
                                    <p:set>
                                      <p:cBhvr>
                                        <p:cTn id="173" dur="indefinite"/>
                                        <p:tgtEl>
                                          <p:spTgt spid="197">
                                            <p:txEl>
                                              <p:pRg st="5" end="5"/>
                                            </p:txEl>
                                          </p:spTgt>
                                        </p:tgtEl>
                                        <p:attrNameLst>
                                          <p:attrName>style.opacity</p:attrName>
                                        </p:attrNameLst>
                                      </p:cBhvr>
                                      <p:to>
                                        <p:strVal val="0.5"/>
                                      </p:to>
                                    </p:set>
                                    <p:animEffect filter="image" prLst="opacity: 0.5">
                                      <p:cBhvr rctx="IE">
                                        <p:cTn id="174" dur="indefinite"/>
                                        <p:tgtEl>
                                          <p:spTgt spid="197">
                                            <p:txEl>
                                              <p:pRg st="5" end="5"/>
                                            </p:txEl>
                                          </p:spTgt>
                                        </p:tgtEl>
                                      </p:cBhvr>
                                    </p:animEffect>
                                  </p:childTnLst>
                                </p:cTn>
                              </p:par>
                            </p:childTnLst>
                          </p:cTn>
                        </p:par>
                        <p:par>
                          <p:cTn id="175" fill="hold">
                            <p:stCondLst>
                              <p:cond delay="1500"/>
                            </p:stCondLst>
                            <p:childTnLst>
                              <p:par>
                                <p:cTn id="176" presetID="22" presetClass="entr" presetSubtype="1" fill="hold" grpId="0" nodeType="afterEffect">
                                  <p:stCondLst>
                                    <p:cond delay="0"/>
                                  </p:stCondLst>
                                  <p:childTnLst>
                                    <p:set>
                                      <p:cBhvr>
                                        <p:cTn id="177" dur="1" fill="hold">
                                          <p:stCondLst>
                                            <p:cond delay="0"/>
                                          </p:stCondLst>
                                        </p:cTn>
                                        <p:tgtEl>
                                          <p:spTgt spid="197">
                                            <p:txEl>
                                              <p:pRg st="6" end="6"/>
                                            </p:txEl>
                                          </p:spTgt>
                                        </p:tgtEl>
                                        <p:attrNameLst>
                                          <p:attrName>style.visibility</p:attrName>
                                        </p:attrNameLst>
                                      </p:cBhvr>
                                      <p:to>
                                        <p:strVal val="visible"/>
                                      </p:to>
                                    </p:set>
                                    <p:animEffect transition="in" filter="wipe(up)">
                                      <p:cBhvr>
                                        <p:cTn id="178" dur="500"/>
                                        <p:tgtEl>
                                          <p:spTgt spid="197">
                                            <p:txEl>
                                              <p:pRg st="6" end="6"/>
                                            </p:txEl>
                                          </p:spTgt>
                                        </p:tgtEl>
                                      </p:cBhvr>
                                    </p:animEffect>
                                  </p:childTnLst>
                                </p:cTn>
                              </p:par>
                            </p:childTnLst>
                          </p:cTn>
                        </p:par>
                        <p:par>
                          <p:cTn id="179" fill="hold">
                            <p:stCondLst>
                              <p:cond delay="2000"/>
                            </p:stCondLst>
                            <p:childTnLst>
                              <p:par>
                                <p:cTn id="180" presetID="22" presetClass="entr" presetSubtype="1" fill="hold" grpId="0" nodeType="afterEffect">
                                  <p:stCondLst>
                                    <p:cond delay="0"/>
                                  </p:stCondLst>
                                  <p:childTnLst>
                                    <p:set>
                                      <p:cBhvr>
                                        <p:cTn id="181" dur="1" fill="hold">
                                          <p:stCondLst>
                                            <p:cond delay="0"/>
                                          </p:stCondLst>
                                        </p:cTn>
                                        <p:tgtEl>
                                          <p:spTgt spid="197">
                                            <p:txEl>
                                              <p:pRg st="7" end="7"/>
                                            </p:txEl>
                                          </p:spTgt>
                                        </p:tgtEl>
                                        <p:attrNameLst>
                                          <p:attrName>style.visibility</p:attrName>
                                        </p:attrNameLst>
                                      </p:cBhvr>
                                      <p:to>
                                        <p:strVal val="visible"/>
                                      </p:to>
                                    </p:set>
                                    <p:animEffect transition="in" filter="wipe(up)">
                                      <p:cBhvr>
                                        <p:cTn id="182" dur="500"/>
                                        <p:tgtEl>
                                          <p:spTgt spid="197">
                                            <p:txEl>
                                              <p:pRg st="7" end="7"/>
                                            </p:txEl>
                                          </p:spTgt>
                                        </p:tgtEl>
                                      </p:cBhvr>
                                    </p:animEffect>
                                  </p:childTnLst>
                                </p:cTn>
                              </p:par>
                            </p:childTnLst>
                          </p:cTn>
                        </p:par>
                        <p:par>
                          <p:cTn id="183" fill="hold">
                            <p:stCondLst>
                              <p:cond delay="2500"/>
                            </p:stCondLst>
                            <p:childTnLst>
                              <p:par>
                                <p:cTn id="184" presetID="22" presetClass="entr" presetSubtype="1" fill="hold" grpId="0" nodeType="afterEffect">
                                  <p:stCondLst>
                                    <p:cond delay="0"/>
                                  </p:stCondLst>
                                  <p:childTnLst>
                                    <p:set>
                                      <p:cBhvr>
                                        <p:cTn id="185" dur="1" fill="hold">
                                          <p:stCondLst>
                                            <p:cond delay="0"/>
                                          </p:stCondLst>
                                        </p:cTn>
                                        <p:tgtEl>
                                          <p:spTgt spid="197">
                                            <p:txEl>
                                              <p:pRg st="8" end="8"/>
                                            </p:txEl>
                                          </p:spTgt>
                                        </p:tgtEl>
                                        <p:attrNameLst>
                                          <p:attrName>style.visibility</p:attrName>
                                        </p:attrNameLst>
                                      </p:cBhvr>
                                      <p:to>
                                        <p:strVal val="visible"/>
                                      </p:to>
                                    </p:set>
                                    <p:animEffect transition="in" filter="wipe(up)">
                                      <p:cBhvr>
                                        <p:cTn id="186" dur="500"/>
                                        <p:tgtEl>
                                          <p:spTgt spid="197">
                                            <p:txEl>
                                              <p:pRg st="8" end="8"/>
                                            </p:txEl>
                                          </p:spTgt>
                                        </p:tgtEl>
                                      </p:cBhvr>
                                    </p:animEffect>
                                  </p:childTnLst>
                                </p:cTn>
                              </p:par>
                            </p:childTnLst>
                          </p:cTn>
                        </p:par>
                        <p:par>
                          <p:cTn id="187" fill="hold">
                            <p:stCondLst>
                              <p:cond delay="3000"/>
                            </p:stCondLst>
                            <p:childTnLst>
                              <p:par>
                                <p:cTn id="188" presetID="22" presetClass="entr" presetSubtype="1" fill="hold" grpId="0" nodeType="afterEffect">
                                  <p:stCondLst>
                                    <p:cond delay="0"/>
                                  </p:stCondLst>
                                  <p:childTnLst>
                                    <p:set>
                                      <p:cBhvr>
                                        <p:cTn id="189" dur="1" fill="hold">
                                          <p:stCondLst>
                                            <p:cond delay="0"/>
                                          </p:stCondLst>
                                        </p:cTn>
                                        <p:tgtEl>
                                          <p:spTgt spid="197">
                                            <p:txEl>
                                              <p:pRg st="9" end="9"/>
                                            </p:txEl>
                                          </p:spTgt>
                                        </p:tgtEl>
                                        <p:attrNameLst>
                                          <p:attrName>style.visibility</p:attrName>
                                        </p:attrNameLst>
                                      </p:cBhvr>
                                      <p:to>
                                        <p:strVal val="visible"/>
                                      </p:to>
                                    </p:set>
                                    <p:animEffect transition="in" filter="wipe(up)">
                                      <p:cBhvr>
                                        <p:cTn id="190" dur="500"/>
                                        <p:tgtEl>
                                          <p:spTgt spid="197">
                                            <p:txEl>
                                              <p:pRg st="9" end="9"/>
                                            </p:txEl>
                                          </p:spTgt>
                                        </p:tgtEl>
                                      </p:cBhvr>
                                    </p:animEffect>
                                  </p:childTnLst>
                                </p:cTn>
                              </p:par>
                            </p:childTnLst>
                          </p:cTn>
                        </p:par>
                        <p:par>
                          <p:cTn id="191" fill="hold">
                            <p:stCondLst>
                              <p:cond delay="3500"/>
                            </p:stCondLst>
                            <p:childTnLst>
                              <p:par>
                                <p:cTn id="192" presetID="22" presetClass="entr" presetSubtype="1" fill="hold" grpId="0" nodeType="afterEffect">
                                  <p:stCondLst>
                                    <p:cond delay="0"/>
                                  </p:stCondLst>
                                  <p:childTnLst>
                                    <p:set>
                                      <p:cBhvr>
                                        <p:cTn id="193" dur="1" fill="hold">
                                          <p:stCondLst>
                                            <p:cond delay="0"/>
                                          </p:stCondLst>
                                        </p:cTn>
                                        <p:tgtEl>
                                          <p:spTgt spid="197">
                                            <p:txEl>
                                              <p:pRg st="10" end="10"/>
                                            </p:txEl>
                                          </p:spTgt>
                                        </p:tgtEl>
                                        <p:attrNameLst>
                                          <p:attrName>style.visibility</p:attrName>
                                        </p:attrNameLst>
                                      </p:cBhvr>
                                      <p:to>
                                        <p:strVal val="visible"/>
                                      </p:to>
                                    </p:set>
                                    <p:animEffect transition="in" filter="wipe(up)">
                                      <p:cBhvr>
                                        <p:cTn id="194" dur="500"/>
                                        <p:tgtEl>
                                          <p:spTgt spid="197">
                                            <p:txEl>
                                              <p:pRg st="10" end="10"/>
                                            </p:txEl>
                                          </p:spTgt>
                                        </p:tgtEl>
                                      </p:cBhvr>
                                    </p:animEffect>
                                  </p:childTnLst>
                                </p:cTn>
                              </p:par>
                            </p:childTnLst>
                          </p:cTn>
                        </p:par>
                        <p:par>
                          <p:cTn id="195" fill="hold">
                            <p:stCondLst>
                              <p:cond delay="4000"/>
                            </p:stCondLst>
                            <p:childTnLst>
                              <p:par>
                                <p:cTn id="196" presetID="22" presetClass="entr" presetSubtype="8" fill="hold" nodeType="afterEffect">
                                  <p:stCondLst>
                                    <p:cond delay="0"/>
                                  </p:stCondLst>
                                  <p:childTnLst>
                                    <p:set>
                                      <p:cBhvr>
                                        <p:cTn id="197" dur="1" fill="hold">
                                          <p:stCondLst>
                                            <p:cond delay="0"/>
                                          </p:stCondLst>
                                        </p:cTn>
                                        <p:tgtEl>
                                          <p:spTgt spid="52"/>
                                        </p:tgtEl>
                                        <p:attrNameLst>
                                          <p:attrName>style.visibility</p:attrName>
                                        </p:attrNameLst>
                                      </p:cBhvr>
                                      <p:to>
                                        <p:strVal val="visible"/>
                                      </p:to>
                                    </p:set>
                                    <p:animEffect transition="in" filter="wipe(left)">
                                      <p:cBhvr>
                                        <p:cTn id="198" dur="500"/>
                                        <p:tgtEl>
                                          <p:spTgt spid="52"/>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1" fill="hold" nodeType="clickEffect">
                                  <p:stCondLst>
                                    <p:cond delay="0"/>
                                  </p:stCondLst>
                                  <p:childTnLst>
                                    <p:set>
                                      <p:cBhvr>
                                        <p:cTn id="202" dur="1" fill="hold">
                                          <p:stCondLst>
                                            <p:cond delay="0"/>
                                          </p:stCondLst>
                                        </p:cTn>
                                        <p:tgtEl>
                                          <p:spTgt spid="48"/>
                                        </p:tgtEl>
                                        <p:attrNameLst>
                                          <p:attrName>style.visibility</p:attrName>
                                        </p:attrNameLst>
                                      </p:cBhvr>
                                      <p:to>
                                        <p:strVal val="visible"/>
                                      </p:to>
                                    </p:set>
                                    <p:animEffect transition="in" filter="wipe(up)">
                                      <p:cBhvr>
                                        <p:cTn id="203" dur="500"/>
                                        <p:tgtEl>
                                          <p:spTgt spid="48"/>
                                        </p:tgtEl>
                                      </p:cBhvr>
                                    </p:animEffect>
                                  </p:childTnLst>
                                </p:cTn>
                              </p:par>
                            </p:childTnLst>
                          </p:cTn>
                        </p:par>
                        <p:par>
                          <p:cTn id="204" fill="hold">
                            <p:stCondLst>
                              <p:cond delay="500"/>
                            </p:stCondLst>
                            <p:childTnLst>
                              <p:par>
                                <p:cTn id="205" presetID="63" presetClass="path" presetSubtype="0" accel="50000" decel="50000" fill="hold" grpId="1" nodeType="afterEffect">
                                  <p:stCondLst>
                                    <p:cond delay="0"/>
                                  </p:stCondLst>
                                  <p:childTnLst>
                                    <p:animMotion origin="layout" path="M 3.54167E-6 -2.59259E-6 L 0.07487 -0.00023 " pathEditMode="relative" rAng="0" ptsTypes="AA">
                                      <p:cBhvr>
                                        <p:cTn id="206" dur="1000" fill="hold"/>
                                        <p:tgtEl>
                                          <p:spTgt spid="100"/>
                                        </p:tgtEl>
                                        <p:attrNameLst>
                                          <p:attrName>ppt_x</p:attrName>
                                          <p:attrName>ppt_y</p:attrName>
                                        </p:attrNameLst>
                                      </p:cBhvr>
                                      <p:rCtr x="3737" y="-23"/>
                                    </p:animMotion>
                                  </p:childTnLst>
                                </p:cTn>
                              </p:par>
                            </p:childTnLst>
                          </p:cTn>
                        </p:par>
                        <p:par>
                          <p:cTn id="207" fill="hold">
                            <p:stCondLst>
                              <p:cond delay="1500"/>
                            </p:stCondLst>
                            <p:childTnLst>
                              <p:par>
                                <p:cTn id="208" presetID="7" presetClass="emph" presetSubtype="2" fill="hold" nodeType="afterEffect">
                                  <p:stCondLst>
                                    <p:cond delay="0"/>
                                  </p:stCondLst>
                                  <p:childTnLst>
                                    <p:animClr clrSpc="rgb" dir="cw">
                                      <p:cBhvr>
                                        <p:cTn id="209" dur="1000" fill="hold"/>
                                        <p:tgtEl>
                                          <p:spTgt spid="52"/>
                                        </p:tgtEl>
                                        <p:attrNameLst>
                                          <p:attrName>stroke.color</p:attrName>
                                        </p:attrNameLst>
                                      </p:cBhvr>
                                      <p:to>
                                        <a:srgbClr val="F2F2F2"/>
                                      </p:to>
                                    </p:animClr>
                                    <p:set>
                                      <p:cBhvr>
                                        <p:cTn id="210" dur="1000" fill="hold"/>
                                        <p:tgtEl>
                                          <p:spTgt spid="52"/>
                                        </p:tgtEl>
                                        <p:attrNameLst>
                                          <p:attrName>stroke.on</p:attrName>
                                        </p:attrNameLst>
                                      </p:cBhvr>
                                      <p:to>
                                        <p:strVal val="true"/>
                                      </p:to>
                                    </p:set>
                                  </p:childTnLst>
                                </p:cTn>
                              </p:par>
                              <p:par>
                                <p:cTn id="211" presetID="22" presetClass="entr" presetSubtype="8" fill="hold" nodeType="withEffect">
                                  <p:stCondLst>
                                    <p:cond delay="0"/>
                                  </p:stCondLst>
                                  <p:childTnLst>
                                    <p:set>
                                      <p:cBhvr>
                                        <p:cTn id="212" dur="1" fill="hold">
                                          <p:stCondLst>
                                            <p:cond delay="0"/>
                                          </p:stCondLst>
                                        </p:cTn>
                                        <p:tgtEl>
                                          <p:spTgt spid="211"/>
                                        </p:tgtEl>
                                        <p:attrNameLst>
                                          <p:attrName>style.visibility</p:attrName>
                                        </p:attrNameLst>
                                      </p:cBhvr>
                                      <p:to>
                                        <p:strVal val="visible"/>
                                      </p:to>
                                    </p:set>
                                    <p:animEffect transition="in" filter="wipe(left)">
                                      <p:cBhvr>
                                        <p:cTn id="213" dur="500"/>
                                        <p:tgtEl>
                                          <p:spTgt spid="211"/>
                                        </p:tgtEl>
                                      </p:cBhvr>
                                    </p:animEffect>
                                  </p:childTnLst>
                                </p:cTn>
                              </p:par>
                            </p:childTnLst>
                          </p:cTn>
                        </p:par>
                      </p:childTnLst>
                    </p:cTn>
                  </p:par>
                  <p:par>
                    <p:cTn id="214" fill="hold">
                      <p:stCondLst>
                        <p:cond delay="indefinite"/>
                      </p:stCondLst>
                      <p:childTnLst>
                        <p:par>
                          <p:cTn id="215" fill="hold">
                            <p:stCondLst>
                              <p:cond delay="0"/>
                            </p:stCondLst>
                            <p:childTnLst>
                              <p:par>
                                <p:cTn id="216" presetID="12" presetClass="entr" presetSubtype="8" fill="hold" nodeType="clickEffect">
                                  <p:stCondLst>
                                    <p:cond delay="0"/>
                                  </p:stCondLst>
                                  <p:childTnLst>
                                    <p:set>
                                      <p:cBhvr>
                                        <p:cTn id="217" dur="1" fill="hold">
                                          <p:stCondLst>
                                            <p:cond delay="0"/>
                                          </p:stCondLst>
                                        </p:cTn>
                                        <p:tgtEl>
                                          <p:spTgt spid="214"/>
                                        </p:tgtEl>
                                        <p:attrNameLst>
                                          <p:attrName>style.visibility</p:attrName>
                                        </p:attrNameLst>
                                      </p:cBhvr>
                                      <p:to>
                                        <p:strVal val="visible"/>
                                      </p:to>
                                    </p:set>
                                    <p:anim calcmode="lin" valueType="num">
                                      <p:cBhvr additive="base">
                                        <p:cTn id="218" dur="500"/>
                                        <p:tgtEl>
                                          <p:spTgt spid="214"/>
                                        </p:tgtEl>
                                        <p:attrNameLst>
                                          <p:attrName>ppt_x</p:attrName>
                                        </p:attrNameLst>
                                      </p:cBhvr>
                                      <p:tavLst>
                                        <p:tav tm="0">
                                          <p:val>
                                            <p:strVal val="#ppt_x-#ppt_w*1.125000"/>
                                          </p:val>
                                        </p:tav>
                                        <p:tav tm="100000">
                                          <p:val>
                                            <p:strVal val="#ppt_x"/>
                                          </p:val>
                                        </p:tav>
                                      </p:tavLst>
                                    </p:anim>
                                    <p:animEffect transition="in" filter="wipe(right)">
                                      <p:cBhvr>
                                        <p:cTn id="219" dur="500"/>
                                        <p:tgtEl>
                                          <p:spTgt spid="214"/>
                                        </p:tgtEl>
                                      </p:cBhvr>
                                    </p:animEffect>
                                  </p:childTnLst>
                                </p:cTn>
                              </p:par>
                            </p:childTnLst>
                          </p:cTn>
                        </p:par>
                      </p:childTnLst>
                    </p:cTn>
                  </p:par>
                  <p:par>
                    <p:cTn id="220" fill="hold">
                      <p:stCondLst>
                        <p:cond delay="indefinite"/>
                      </p:stCondLst>
                      <p:childTnLst>
                        <p:par>
                          <p:cTn id="221" fill="hold">
                            <p:stCondLst>
                              <p:cond delay="0"/>
                            </p:stCondLst>
                            <p:childTnLst>
                              <p:par>
                                <p:cTn id="222" presetID="10" presetClass="exit" presetSubtype="0" fill="hold" nodeType="clickEffect">
                                  <p:stCondLst>
                                    <p:cond delay="0"/>
                                  </p:stCondLst>
                                  <p:childTnLst>
                                    <p:animEffect transition="out" filter="fade">
                                      <p:cBhvr>
                                        <p:cTn id="223" dur="500"/>
                                        <p:tgtEl>
                                          <p:spTgt spid="214"/>
                                        </p:tgtEl>
                                      </p:cBhvr>
                                    </p:animEffect>
                                    <p:set>
                                      <p:cBhvr>
                                        <p:cTn id="224" dur="1" fill="hold">
                                          <p:stCondLst>
                                            <p:cond delay="499"/>
                                          </p:stCondLst>
                                        </p:cTn>
                                        <p:tgtEl>
                                          <p:spTgt spid="214"/>
                                        </p:tgtEl>
                                        <p:attrNameLst>
                                          <p:attrName>style.visibility</p:attrName>
                                        </p:attrNameLst>
                                      </p:cBhvr>
                                      <p:to>
                                        <p:strVal val="hidden"/>
                                      </p:to>
                                    </p:set>
                                  </p:childTnLst>
                                </p:cTn>
                              </p:par>
                            </p:childTnLst>
                          </p:cTn>
                        </p:par>
                        <p:par>
                          <p:cTn id="225" fill="hold">
                            <p:stCondLst>
                              <p:cond delay="500"/>
                            </p:stCondLst>
                            <p:childTnLst>
                              <p:par>
                                <p:cTn id="226" presetID="7" presetClass="emph" presetSubtype="2" fill="hold" nodeType="afterEffect">
                                  <p:stCondLst>
                                    <p:cond delay="0"/>
                                  </p:stCondLst>
                                  <p:childTnLst>
                                    <p:animClr clrSpc="rgb" dir="cw">
                                      <p:cBhvr>
                                        <p:cTn id="227" dur="1000" fill="hold"/>
                                        <p:tgtEl>
                                          <p:spTgt spid="211"/>
                                        </p:tgtEl>
                                        <p:attrNameLst>
                                          <p:attrName>stroke.color</p:attrName>
                                        </p:attrNameLst>
                                      </p:cBhvr>
                                      <p:to>
                                        <a:srgbClr val="F2F2F2"/>
                                      </p:to>
                                    </p:animClr>
                                    <p:set>
                                      <p:cBhvr>
                                        <p:cTn id="228" dur="1000" fill="hold"/>
                                        <p:tgtEl>
                                          <p:spTgt spid="211"/>
                                        </p:tgtEl>
                                        <p:attrNameLst>
                                          <p:attrName>stroke.on</p:attrName>
                                        </p:attrNameLst>
                                      </p:cBhvr>
                                      <p:to>
                                        <p:strVal val="true"/>
                                      </p:to>
                                    </p:set>
                                  </p:childTnLst>
                                </p:cTn>
                              </p:par>
                              <p:par>
                                <p:cTn id="229" presetID="7" presetClass="emph" presetSubtype="2" fill="hold" nodeType="withEffect">
                                  <p:stCondLst>
                                    <p:cond delay="500"/>
                                  </p:stCondLst>
                                  <p:childTnLst>
                                    <p:animClr clrSpc="rgb" dir="cw">
                                      <p:cBhvr>
                                        <p:cTn id="230" dur="1000" fill="hold"/>
                                        <p:tgtEl>
                                          <p:spTgt spid="52"/>
                                        </p:tgtEl>
                                        <p:attrNameLst>
                                          <p:attrName>stroke.color</p:attrName>
                                        </p:attrNameLst>
                                      </p:cBhvr>
                                      <p:to>
                                        <a:srgbClr val="ED7D31"/>
                                      </p:to>
                                    </p:animClr>
                                    <p:set>
                                      <p:cBhvr>
                                        <p:cTn id="231" dur="1000" fill="hold"/>
                                        <p:tgtEl>
                                          <p:spTgt spid="52"/>
                                        </p:tgtEl>
                                        <p:attrNameLst>
                                          <p:attrName>stroke.on</p:attrName>
                                        </p:attrNameLst>
                                      </p:cBhvr>
                                      <p:to>
                                        <p:strVal val="true"/>
                                      </p:to>
                                    </p:set>
                                  </p:childTnLst>
                                </p:cTn>
                              </p:par>
                            </p:childTnLst>
                          </p:cTn>
                        </p:par>
                      </p:childTnLst>
                    </p:cTn>
                  </p:par>
                  <p:par>
                    <p:cTn id="232" fill="hold">
                      <p:stCondLst>
                        <p:cond delay="indefinite"/>
                      </p:stCondLst>
                      <p:childTnLst>
                        <p:par>
                          <p:cTn id="233" fill="hold">
                            <p:stCondLst>
                              <p:cond delay="0"/>
                            </p:stCondLst>
                            <p:childTnLst>
                              <p:par>
                                <p:cTn id="234" presetID="63" presetClass="path" presetSubtype="0" accel="50000" decel="50000" fill="hold" grpId="1" nodeType="clickEffect">
                                  <p:stCondLst>
                                    <p:cond delay="0"/>
                                  </p:stCondLst>
                                  <p:childTnLst>
                                    <p:animMotion origin="layout" path="M -2.29167E-6 -1.11111E-6 L 0.09545 0.00093 " pathEditMode="relative" rAng="0" ptsTypes="AA">
                                      <p:cBhvr>
                                        <p:cTn id="235" dur="1000" fill="hold"/>
                                        <p:tgtEl>
                                          <p:spTgt spid="104"/>
                                        </p:tgtEl>
                                        <p:attrNameLst>
                                          <p:attrName>ppt_x</p:attrName>
                                          <p:attrName>ppt_y</p:attrName>
                                        </p:attrNameLst>
                                      </p:cBhvr>
                                      <p:rCtr x="4766" y="46"/>
                                    </p:animMotion>
                                  </p:childTnLst>
                                </p:cTn>
                              </p:par>
                              <p:par>
                                <p:cTn id="236" presetID="10" presetClass="exit" presetSubtype="0" fill="hold" grpId="2" nodeType="withEffect">
                                  <p:stCondLst>
                                    <p:cond delay="0"/>
                                  </p:stCondLst>
                                  <p:childTnLst>
                                    <p:animEffect transition="out" filter="fade">
                                      <p:cBhvr>
                                        <p:cTn id="237" dur="500"/>
                                        <p:tgtEl>
                                          <p:spTgt spid="100"/>
                                        </p:tgtEl>
                                      </p:cBhvr>
                                    </p:animEffect>
                                    <p:set>
                                      <p:cBhvr>
                                        <p:cTn id="238" dur="1" fill="hold">
                                          <p:stCondLst>
                                            <p:cond delay="499"/>
                                          </p:stCondLst>
                                        </p:cTn>
                                        <p:tgtEl>
                                          <p:spTgt spid="100"/>
                                        </p:tgtEl>
                                        <p:attrNameLst>
                                          <p:attrName>style.visibility</p:attrName>
                                        </p:attrNameLst>
                                      </p:cBhvr>
                                      <p:to>
                                        <p:strVal val="hidden"/>
                                      </p:to>
                                    </p:set>
                                  </p:childTnLst>
                                </p:cTn>
                              </p:par>
                            </p:childTnLst>
                          </p:cTn>
                        </p:par>
                        <p:par>
                          <p:cTn id="239" fill="hold">
                            <p:stCondLst>
                              <p:cond delay="1000"/>
                            </p:stCondLst>
                            <p:childTnLst>
                              <p:par>
                                <p:cTn id="240" presetID="16" presetClass="entr" presetSubtype="42" fill="hold" nodeType="afterEffect">
                                  <p:stCondLst>
                                    <p:cond delay="0"/>
                                  </p:stCondLst>
                                  <p:childTnLst>
                                    <p:set>
                                      <p:cBhvr>
                                        <p:cTn id="241" dur="1" fill="hold">
                                          <p:stCondLst>
                                            <p:cond delay="0"/>
                                          </p:stCondLst>
                                        </p:cTn>
                                        <p:tgtEl>
                                          <p:spTgt spid="219"/>
                                        </p:tgtEl>
                                        <p:attrNameLst>
                                          <p:attrName>style.visibility</p:attrName>
                                        </p:attrNameLst>
                                      </p:cBhvr>
                                      <p:to>
                                        <p:strVal val="visible"/>
                                      </p:to>
                                    </p:set>
                                    <p:animEffect transition="in" filter="barn(outHorizontal)">
                                      <p:cBhvr>
                                        <p:cTn id="242" dur="1000"/>
                                        <p:tgtEl>
                                          <p:spTgt spid="219"/>
                                        </p:tgtEl>
                                      </p:cBhvr>
                                    </p:animEffect>
                                  </p:childTnLst>
                                </p:cTn>
                              </p:par>
                            </p:childTnLst>
                          </p:cTn>
                        </p:par>
                        <p:par>
                          <p:cTn id="243" fill="hold">
                            <p:stCondLst>
                              <p:cond delay="2000"/>
                            </p:stCondLst>
                            <p:childTnLst>
                              <p:par>
                                <p:cTn id="244" presetID="7" presetClass="emph" presetSubtype="2" fill="hold" nodeType="afterEffect">
                                  <p:stCondLst>
                                    <p:cond delay="0"/>
                                  </p:stCondLst>
                                  <p:childTnLst>
                                    <p:animClr clrSpc="rgb" dir="cw">
                                      <p:cBhvr>
                                        <p:cTn id="245" dur="1000" fill="hold"/>
                                        <p:tgtEl>
                                          <p:spTgt spid="52"/>
                                        </p:tgtEl>
                                        <p:attrNameLst>
                                          <p:attrName>stroke.color</p:attrName>
                                        </p:attrNameLst>
                                      </p:cBhvr>
                                      <p:to>
                                        <a:srgbClr val="F2F2F2"/>
                                      </p:to>
                                    </p:animClr>
                                    <p:set>
                                      <p:cBhvr>
                                        <p:cTn id="246" dur="1000" fill="hold"/>
                                        <p:tgtEl>
                                          <p:spTgt spid="52"/>
                                        </p:tgtEl>
                                        <p:attrNameLst>
                                          <p:attrName>stroke.on</p:attrName>
                                        </p:attrNameLst>
                                      </p:cBhvr>
                                      <p:to>
                                        <p:strVal val="true"/>
                                      </p:to>
                                    </p:set>
                                  </p:childTnLst>
                                </p:cTn>
                              </p:par>
                              <p:par>
                                <p:cTn id="247" presetID="7" presetClass="emph" presetSubtype="2" fill="hold" nodeType="withEffect">
                                  <p:stCondLst>
                                    <p:cond delay="500"/>
                                  </p:stCondLst>
                                  <p:childTnLst>
                                    <p:animClr clrSpc="rgb" dir="cw">
                                      <p:cBhvr>
                                        <p:cTn id="248" dur="1000" fill="hold"/>
                                        <p:tgtEl>
                                          <p:spTgt spid="211"/>
                                        </p:tgtEl>
                                        <p:attrNameLst>
                                          <p:attrName>stroke.color</p:attrName>
                                        </p:attrNameLst>
                                      </p:cBhvr>
                                      <p:to>
                                        <a:schemeClr val="accent2"/>
                                      </p:to>
                                    </p:animClr>
                                    <p:set>
                                      <p:cBhvr>
                                        <p:cTn id="249" dur="1000" fill="hold"/>
                                        <p:tgtEl>
                                          <p:spTgt spid="211"/>
                                        </p:tgtEl>
                                        <p:attrNameLst>
                                          <p:attrName>stroke.on</p:attrName>
                                        </p:attrNameLst>
                                      </p:cBhvr>
                                      <p:to>
                                        <p:strVal val="true"/>
                                      </p:to>
                                    </p:set>
                                  </p:childTnLst>
                                </p:cTn>
                              </p:par>
                            </p:childTnLst>
                          </p:cTn>
                        </p:par>
                      </p:childTnLst>
                    </p:cTn>
                  </p:par>
                  <p:par>
                    <p:cTn id="250" fill="hold">
                      <p:stCondLst>
                        <p:cond delay="indefinite"/>
                      </p:stCondLst>
                      <p:childTnLst>
                        <p:par>
                          <p:cTn id="251" fill="hold">
                            <p:stCondLst>
                              <p:cond delay="0"/>
                            </p:stCondLst>
                            <p:childTnLst>
                              <p:par>
                                <p:cTn id="252" presetID="22" presetClass="entr" presetSubtype="1" fill="hold" nodeType="clickEffect">
                                  <p:stCondLst>
                                    <p:cond delay="0"/>
                                  </p:stCondLst>
                                  <p:childTnLst>
                                    <p:set>
                                      <p:cBhvr>
                                        <p:cTn id="253" dur="1" fill="hold">
                                          <p:stCondLst>
                                            <p:cond delay="0"/>
                                          </p:stCondLst>
                                        </p:cTn>
                                        <p:tgtEl>
                                          <p:spTgt spid="164"/>
                                        </p:tgtEl>
                                        <p:attrNameLst>
                                          <p:attrName>style.visibility</p:attrName>
                                        </p:attrNameLst>
                                      </p:cBhvr>
                                      <p:to>
                                        <p:strVal val="visible"/>
                                      </p:to>
                                    </p:set>
                                    <p:animEffect transition="in" filter="wipe(up)">
                                      <p:cBhvr>
                                        <p:cTn id="254" dur="1000"/>
                                        <p:tgtEl>
                                          <p:spTgt spid="164"/>
                                        </p:tgtEl>
                                      </p:cBhvr>
                                    </p:animEffect>
                                  </p:childTnLst>
                                </p:cTn>
                              </p:par>
                            </p:childTnLst>
                          </p:cTn>
                        </p:par>
                        <p:par>
                          <p:cTn id="255" fill="hold">
                            <p:stCondLst>
                              <p:cond delay="1000"/>
                            </p:stCondLst>
                            <p:childTnLst>
                              <p:par>
                                <p:cTn id="256" presetID="7" presetClass="emph" presetSubtype="2" fill="hold" nodeType="afterEffect">
                                  <p:stCondLst>
                                    <p:cond delay="0"/>
                                  </p:stCondLst>
                                  <p:childTnLst>
                                    <p:animClr clrSpc="rgb" dir="cw">
                                      <p:cBhvr>
                                        <p:cTn id="257" dur="1000" fill="hold"/>
                                        <p:tgtEl>
                                          <p:spTgt spid="211"/>
                                        </p:tgtEl>
                                        <p:attrNameLst>
                                          <p:attrName>stroke.color</p:attrName>
                                        </p:attrNameLst>
                                      </p:cBhvr>
                                      <p:to>
                                        <a:srgbClr val="F2F2F2"/>
                                      </p:to>
                                    </p:animClr>
                                    <p:set>
                                      <p:cBhvr>
                                        <p:cTn id="258" dur="1000" fill="hold"/>
                                        <p:tgtEl>
                                          <p:spTgt spid="211"/>
                                        </p:tgtEl>
                                        <p:attrNameLst>
                                          <p:attrName>stroke.on</p:attrName>
                                        </p:attrNameLst>
                                      </p:cBhvr>
                                      <p:to>
                                        <p:strVal val="true"/>
                                      </p:to>
                                    </p:set>
                                  </p:childTnLst>
                                </p:cTn>
                              </p:par>
                              <p:par>
                                <p:cTn id="259" presetID="22" presetClass="entr" presetSubtype="1" fill="hold" nodeType="withEffect">
                                  <p:stCondLst>
                                    <p:cond delay="500"/>
                                  </p:stCondLst>
                                  <p:childTnLst>
                                    <p:set>
                                      <p:cBhvr>
                                        <p:cTn id="260" dur="1" fill="hold">
                                          <p:stCondLst>
                                            <p:cond delay="0"/>
                                          </p:stCondLst>
                                        </p:cTn>
                                        <p:tgtEl>
                                          <p:spTgt spid="217"/>
                                        </p:tgtEl>
                                        <p:attrNameLst>
                                          <p:attrName>style.visibility</p:attrName>
                                        </p:attrNameLst>
                                      </p:cBhvr>
                                      <p:to>
                                        <p:strVal val="visible"/>
                                      </p:to>
                                    </p:set>
                                    <p:animEffect transition="in" filter="wipe(up)">
                                      <p:cBhvr>
                                        <p:cTn id="261" dur="1000"/>
                                        <p:tgtEl>
                                          <p:spTgt spid="217"/>
                                        </p:tgtEl>
                                      </p:cBhvr>
                                    </p:animEffect>
                                  </p:childTnLst>
                                </p:cTn>
                              </p:par>
                            </p:childTnLst>
                          </p:cTn>
                        </p:par>
                      </p:childTnLst>
                    </p:cTn>
                  </p:par>
                  <p:par>
                    <p:cTn id="262" fill="hold">
                      <p:stCondLst>
                        <p:cond delay="indefinite"/>
                      </p:stCondLst>
                      <p:childTnLst>
                        <p:par>
                          <p:cTn id="263" fill="hold">
                            <p:stCondLst>
                              <p:cond delay="0"/>
                            </p:stCondLst>
                            <p:childTnLst>
                              <p:par>
                                <p:cTn id="264" presetID="16" presetClass="entr" presetSubtype="42" fill="hold" nodeType="clickEffect">
                                  <p:stCondLst>
                                    <p:cond delay="0"/>
                                  </p:stCondLst>
                                  <p:childTnLst>
                                    <p:set>
                                      <p:cBhvr>
                                        <p:cTn id="265" dur="1" fill="hold">
                                          <p:stCondLst>
                                            <p:cond delay="0"/>
                                          </p:stCondLst>
                                        </p:cTn>
                                        <p:tgtEl>
                                          <p:spTgt spid="169"/>
                                        </p:tgtEl>
                                        <p:attrNameLst>
                                          <p:attrName>style.visibility</p:attrName>
                                        </p:attrNameLst>
                                      </p:cBhvr>
                                      <p:to>
                                        <p:strVal val="visible"/>
                                      </p:to>
                                    </p:set>
                                    <p:animEffect transition="in" filter="barn(outHorizontal)">
                                      <p:cBhvr>
                                        <p:cTn id="266" dur="1000"/>
                                        <p:tgtEl>
                                          <p:spTgt spid="169"/>
                                        </p:tgtEl>
                                      </p:cBhvr>
                                    </p:animEffect>
                                  </p:childTnLst>
                                </p:cTn>
                              </p:par>
                            </p:childTnLst>
                          </p:cTn>
                        </p:par>
                        <p:par>
                          <p:cTn id="267" fill="hold">
                            <p:stCondLst>
                              <p:cond delay="1000"/>
                            </p:stCondLst>
                            <p:childTnLst>
                              <p:par>
                                <p:cTn id="268" presetID="1" presetClass="entr" presetSubtype="0" fill="hold" grpId="0" nodeType="afterEffect">
                                  <p:stCondLst>
                                    <p:cond delay="0"/>
                                  </p:stCondLst>
                                  <p:childTnLst>
                                    <p:set>
                                      <p:cBhvr>
                                        <p:cTn id="269" dur="1" fill="hold">
                                          <p:stCondLst>
                                            <p:cond delay="0"/>
                                          </p:stCondLst>
                                        </p:cTn>
                                        <p:tgtEl>
                                          <p:spTgt spid="223"/>
                                        </p:tgtEl>
                                        <p:attrNameLst>
                                          <p:attrName>style.visibility</p:attrName>
                                        </p:attrNameLst>
                                      </p:cBhvr>
                                      <p:to>
                                        <p:strVal val="visible"/>
                                      </p:to>
                                    </p:set>
                                  </p:childTnLst>
                                </p:cTn>
                              </p:par>
                            </p:childTnLst>
                          </p:cTn>
                        </p:par>
                        <p:par>
                          <p:cTn id="270" fill="hold">
                            <p:stCondLst>
                              <p:cond delay="1000"/>
                            </p:stCondLst>
                            <p:childTnLst>
                              <p:par>
                                <p:cTn id="271" presetID="42" presetClass="path" presetSubtype="0" accel="50000" decel="50000" fill="hold" grpId="1" nodeType="afterEffect">
                                  <p:stCondLst>
                                    <p:cond delay="0"/>
                                  </p:stCondLst>
                                  <p:childTnLst>
                                    <p:animMotion origin="layout" path="M 4.16667E-6 1.85185E-6 L 0.19987 -0.02801 " pathEditMode="relative" rAng="0" ptsTypes="AA">
                                      <p:cBhvr>
                                        <p:cTn id="272" dur="1000" fill="hold"/>
                                        <p:tgtEl>
                                          <p:spTgt spid="223"/>
                                        </p:tgtEl>
                                        <p:attrNameLst>
                                          <p:attrName>ppt_x</p:attrName>
                                          <p:attrName>ppt_y</p:attrName>
                                        </p:attrNameLst>
                                      </p:cBhvr>
                                      <p:rCtr x="9987" y="-1412"/>
                                    </p:animMotion>
                                  </p:childTnLst>
                                </p:cTn>
                              </p:par>
                            </p:childTnLst>
                          </p:cTn>
                        </p:par>
                        <p:par>
                          <p:cTn id="273" fill="hold">
                            <p:stCondLst>
                              <p:cond delay="2000"/>
                            </p:stCondLst>
                            <p:childTnLst>
                              <p:par>
                                <p:cTn id="274" presetID="22" presetClass="entr" presetSubtype="8" fill="hold" grpId="0" nodeType="afterEffect">
                                  <p:stCondLst>
                                    <p:cond delay="0"/>
                                  </p:stCondLst>
                                  <p:childTnLst>
                                    <p:set>
                                      <p:cBhvr>
                                        <p:cTn id="275" dur="1" fill="hold">
                                          <p:stCondLst>
                                            <p:cond delay="0"/>
                                          </p:stCondLst>
                                        </p:cTn>
                                        <p:tgtEl>
                                          <p:spTgt spid="65"/>
                                        </p:tgtEl>
                                        <p:attrNameLst>
                                          <p:attrName>style.visibility</p:attrName>
                                        </p:attrNameLst>
                                      </p:cBhvr>
                                      <p:to>
                                        <p:strVal val="visible"/>
                                      </p:to>
                                    </p:set>
                                    <p:animEffect transition="in" filter="wipe(left)">
                                      <p:cBhvr>
                                        <p:cTn id="276" dur="500"/>
                                        <p:tgtEl>
                                          <p:spTgt spid="65"/>
                                        </p:tgtEl>
                                      </p:cBhvr>
                                    </p:animEffect>
                                  </p:childTnLst>
                                </p:cTn>
                              </p:par>
                            </p:childTnLst>
                          </p:cTn>
                        </p:par>
                        <p:par>
                          <p:cTn id="277" fill="hold">
                            <p:stCondLst>
                              <p:cond delay="2500"/>
                            </p:stCondLst>
                            <p:childTnLst>
                              <p:par>
                                <p:cTn id="278" presetID="1" presetClass="entr" presetSubtype="0" fill="hold" grpId="0" nodeType="afterEffect">
                                  <p:stCondLst>
                                    <p:cond delay="0"/>
                                  </p:stCondLst>
                                  <p:childTnLst>
                                    <p:set>
                                      <p:cBhvr>
                                        <p:cTn id="279" dur="1" fill="hold">
                                          <p:stCondLst>
                                            <p:cond delay="0"/>
                                          </p:stCondLst>
                                        </p:cTn>
                                        <p:tgtEl>
                                          <p:spTgt spid="193"/>
                                        </p:tgtEl>
                                        <p:attrNameLst>
                                          <p:attrName>style.visibility</p:attrName>
                                        </p:attrNameLst>
                                      </p:cBhvr>
                                      <p:to>
                                        <p:strVal val="visible"/>
                                      </p:to>
                                    </p:set>
                                  </p:childTnLst>
                                </p:cTn>
                              </p:par>
                            </p:childTnLst>
                          </p:cTn>
                        </p:par>
                        <p:par>
                          <p:cTn id="280" fill="hold">
                            <p:stCondLst>
                              <p:cond delay="2500"/>
                            </p:stCondLst>
                            <p:childTnLst>
                              <p:par>
                                <p:cTn id="281" presetID="49" presetClass="path" presetSubtype="0" accel="50000" decel="50000" fill="hold" grpId="1" nodeType="afterEffect">
                                  <p:stCondLst>
                                    <p:cond delay="0"/>
                                  </p:stCondLst>
                                  <p:childTnLst>
                                    <p:animMotion origin="layout" path="M 1.66667E-6 3.33333E-6 L 0.24831 0.2618 " pathEditMode="relative" rAng="0" ptsTypes="AA">
                                      <p:cBhvr>
                                        <p:cTn id="282" dur="1000" fill="hold"/>
                                        <p:tgtEl>
                                          <p:spTgt spid="193"/>
                                        </p:tgtEl>
                                        <p:attrNameLst>
                                          <p:attrName>ppt_x</p:attrName>
                                          <p:attrName>ppt_y</p:attrName>
                                        </p:attrNameLst>
                                      </p:cBhvr>
                                      <p:rCtr x="12409" y="13079"/>
                                    </p:animMotion>
                                  </p:childTnLst>
                                </p:cTn>
                              </p:par>
                            </p:childTnLst>
                          </p:cTn>
                        </p:par>
                        <p:par>
                          <p:cTn id="283" fill="hold">
                            <p:stCondLst>
                              <p:cond delay="3500"/>
                            </p:stCondLst>
                            <p:childTnLst>
                              <p:par>
                                <p:cTn id="284" presetID="22" presetClass="entr" presetSubtype="8" fill="hold" grpId="0" nodeType="afterEffect">
                                  <p:stCondLst>
                                    <p:cond delay="0"/>
                                  </p:stCondLst>
                                  <p:childTnLst>
                                    <p:set>
                                      <p:cBhvr>
                                        <p:cTn id="285" dur="1" fill="hold">
                                          <p:stCondLst>
                                            <p:cond delay="0"/>
                                          </p:stCondLst>
                                        </p:cTn>
                                        <p:tgtEl>
                                          <p:spTgt spid="234"/>
                                        </p:tgtEl>
                                        <p:attrNameLst>
                                          <p:attrName>style.visibility</p:attrName>
                                        </p:attrNameLst>
                                      </p:cBhvr>
                                      <p:to>
                                        <p:strVal val="visible"/>
                                      </p:to>
                                    </p:set>
                                    <p:animEffect transition="in" filter="wipe(left)">
                                      <p:cBhvr>
                                        <p:cTn id="286" dur="500"/>
                                        <p:tgtEl>
                                          <p:spTgt spid="234"/>
                                        </p:tgtEl>
                                      </p:cBhvr>
                                    </p:animEffect>
                                  </p:childTnLst>
                                </p:cTn>
                              </p:par>
                            </p:childTnLst>
                          </p:cTn>
                        </p:par>
                        <p:par>
                          <p:cTn id="287" fill="hold">
                            <p:stCondLst>
                              <p:cond delay="4000"/>
                            </p:stCondLst>
                            <p:childTnLst>
                              <p:par>
                                <p:cTn id="288" presetID="16" presetClass="entr" presetSubtype="21" fill="hold" grpId="0" nodeType="afterEffect">
                                  <p:stCondLst>
                                    <p:cond delay="0"/>
                                  </p:stCondLst>
                                  <p:childTnLst>
                                    <p:set>
                                      <p:cBhvr>
                                        <p:cTn id="289" dur="1" fill="hold">
                                          <p:stCondLst>
                                            <p:cond delay="0"/>
                                          </p:stCondLst>
                                        </p:cTn>
                                        <p:tgtEl>
                                          <p:spTgt spid="247"/>
                                        </p:tgtEl>
                                        <p:attrNameLst>
                                          <p:attrName>style.visibility</p:attrName>
                                        </p:attrNameLst>
                                      </p:cBhvr>
                                      <p:to>
                                        <p:strVal val="visible"/>
                                      </p:to>
                                    </p:set>
                                    <p:animEffect transition="in" filter="barn(inVertical)">
                                      <p:cBhvr>
                                        <p:cTn id="290" dur="500"/>
                                        <p:tgtEl>
                                          <p:spTgt spid="247"/>
                                        </p:tgtEl>
                                      </p:cBhvr>
                                    </p:animEffect>
                                  </p:childTnLst>
                                </p:cTn>
                              </p:par>
                            </p:childTnLst>
                          </p:cTn>
                        </p:par>
                        <p:par>
                          <p:cTn id="291" fill="hold">
                            <p:stCondLst>
                              <p:cond delay="4500"/>
                            </p:stCondLst>
                            <p:childTnLst>
                              <p:par>
                                <p:cTn id="292" presetID="1" presetClass="entr" presetSubtype="0" fill="hold" grpId="0" nodeType="afterEffect">
                                  <p:stCondLst>
                                    <p:cond delay="0"/>
                                  </p:stCondLst>
                                  <p:childTnLst>
                                    <p:set>
                                      <p:cBhvr>
                                        <p:cTn id="293" dur="1" fill="hold">
                                          <p:stCondLst>
                                            <p:cond delay="0"/>
                                          </p:stCondLst>
                                        </p:cTn>
                                        <p:tgtEl>
                                          <p:spTgt spid="222"/>
                                        </p:tgtEl>
                                        <p:attrNameLst>
                                          <p:attrName>style.visibility</p:attrName>
                                        </p:attrNameLst>
                                      </p:cBhvr>
                                      <p:to>
                                        <p:strVal val="visible"/>
                                      </p:to>
                                    </p:set>
                                  </p:childTnLst>
                                </p:cTn>
                              </p:par>
                            </p:childTnLst>
                          </p:cTn>
                        </p:par>
                        <p:par>
                          <p:cTn id="294" fill="hold">
                            <p:stCondLst>
                              <p:cond delay="4500"/>
                            </p:stCondLst>
                            <p:childTnLst>
                              <p:par>
                                <p:cTn id="295" presetID="42" presetClass="path" presetSubtype="0" accel="50000" decel="50000" fill="hold" grpId="1" nodeType="afterEffect">
                                  <p:stCondLst>
                                    <p:cond delay="0"/>
                                  </p:stCondLst>
                                  <p:childTnLst>
                                    <p:animMotion origin="layout" path="M 2.08333E-7 1.85185E-6 L 0.40521 -0.03033 " pathEditMode="relative" rAng="0" ptsTypes="AA">
                                      <p:cBhvr>
                                        <p:cTn id="296" dur="1000" fill="hold"/>
                                        <p:tgtEl>
                                          <p:spTgt spid="222"/>
                                        </p:tgtEl>
                                        <p:attrNameLst>
                                          <p:attrName>ppt_x</p:attrName>
                                          <p:attrName>ppt_y</p:attrName>
                                        </p:attrNameLst>
                                      </p:cBhvr>
                                      <p:rCtr x="20260" y="-1528"/>
                                    </p:animMotion>
                                  </p:childTnLst>
                                </p:cTn>
                              </p:par>
                            </p:childTnLst>
                          </p:cTn>
                        </p:par>
                        <p:par>
                          <p:cTn id="297" fill="hold">
                            <p:stCondLst>
                              <p:cond delay="5500"/>
                            </p:stCondLst>
                            <p:childTnLst>
                              <p:par>
                                <p:cTn id="298" presetID="53" presetClass="entr" presetSubtype="16" fill="hold" grpId="0" nodeType="afterEffect">
                                  <p:stCondLst>
                                    <p:cond delay="0"/>
                                  </p:stCondLst>
                                  <p:childTnLst>
                                    <p:set>
                                      <p:cBhvr>
                                        <p:cTn id="299" dur="1" fill="hold">
                                          <p:stCondLst>
                                            <p:cond delay="0"/>
                                          </p:stCondLst>
                                        </p:cTn>
                                        <p:tgtEl>
                                          <p:spTgt spid="225"/>
                                        </p:tgtEl>
                                        <p:attrNameLst>
                                          <p:attrName>style.visibility</p:attrName>
                                        </p:attrNameLst>
                                      </p:cBhvr>
                                      <p:to>
                                        <p:strVal val="visible"/>
                                      </p:to>
                                    </p:set>
                                    <p:anim calcmode="lin" valueType="num">
                                      <p:cBhvr>
                                        <p:cTn id="300" dur="500" fill="hold"/>
                                        <p:tgtEl>
                                          <p:spTgt spid="225"/>
                                        </p:tgtEl>
                                        <p:attrNameLst>
                                          <p:attrName>ppt_w</p:attrName>
                                        </p:attrNameLst>
                                      </p:cBhvr>
                                      <p:tavLst>
                                        <p:tav tm="0">
                                          <p:val>
                                            <p:fltVal val="0"/>
                                          </p:val>
                                        </p:tav>
                                        <p:tav tm="100000">
                                          <p:val>
                                            <p:strVal val="#ppt_w"/>
                                          </p:val>
                                        </p:tav>
                                      </p:tavLst>
                                    </p:anim>
                                    <p:anim calcmode="lin" valueType="num">
                                      <p:cBhvr>
                                        <p:cTn id="301" dur="500" fill="hold"/>
                                        <p:tgtEl>
                                          <p:spTgt spid="225"/>
                                        </p:tgtEl>
                                        <p:attrNameLst>
                                          <p:attrName>ppt_h</p:attrName>
                                        </p:attrNameLst>
                                      </p:cBhvr>
                                      <p:tavLst>
                                        <p:tav tm="0">
                                          <p:val>
                                            <p:fltVal val="0"/>
                                          </p:val>
                                        </p:tav>
                                        <p:tav tm="100000">
                                          <p:val>
                                            <p:strVal val="#ppt_h"/>
                                          </p:val>
                                        </p:tav>
                                      </p:tavLst>
                                    </p:anim>
                                    <p:animEffect transition="in" filter="fade">
                                      <p:cBhvr>
                                        <p:cTn id="302" dur="500"/>
                                        <p:tgtEl>
                                          <p:spTgt spid="225"/>
                                        </p:tgtEl>
                                      </p:cBhvr>
                                    </p:animEffect>
                                  </p:childTnLst>
                                </p:cTn>
                              </p:par>
                            </p:childTnLst>
                          </p:cTn>
                        </p:par>
                        <p:par>
                          <p:cTn id="303" fill="hold">
                            <p:stCondLst>
                              <p:cond delay="6000"/>
                            </p:stCondLst>
                            <p:childTnLst>
                              <p:par>
                                <p:cTn id="304" presetID="35" presetClass="path" presetSubtype="0" accel="50000" decel="50000" fill="hold" grpId="1" nodeType="afterEffect">
                                  <p:stCondLst>
                                    <p:cond delay="0"/>
                                  </p:stCondLst>
                                  <p:childTnLst>
                                    <p:animMotion origin="layout" path="M 1.04167E-6 -4.07407E-6 L -0.36198 0.03032 " pathEditMode="relative" rAng="0" ptsTypes="AA">
                                      <p:cBhvr>
                                        <p:cTn id="305" dur="1000" fill="hold"/>
                                        <p:tgtEl>
                                          <p:spTgt spid="247"/>
                                        </p:tgtEl>
                                        <p:attrNameLst>
                                          <p:attrName>ppt_x</p:attrName>
                                          <p:attrName>ppt_y</p:attrName>
                                        </p:attrNameLst>
                                      </p:cBhvr>
                                      <p:rCtr x="-18164" y="1458"/>
                                    </p:animMotion>
                                  </p:childTnLst>
                                </p:cTn>
                              </p:par>
                            </p:childTnLst>
                          </p:cTn>
                        </p:par>
                        <p:par>
                          <p:cTn id="306" fill="hold">
                            <p:stCondLst>
                              <p:cond delay="7000"/>
                            </p:stCondLst>
                            <p:childTnLst>
                              <p:par>
                                <p:cTn id="307" presetID="7" presetClass="emph" presetSubtype="2" fill="hold" nodeType="afterEffect">
                                  <p:stCondLst>
                                    <p:cond delay="0"/>
                                  </p:stCondLst>
                                  <p:childTnLst>
                                    <p:animClr clrSpc="rgb" dir="cw">
                                      <p:cBhvr>
                                        <p:cTn id="308" dur="750" fill="hold"/>
                                        <p:tgtEl>
                                          <p:spTgt spid="217"/>
                                        </p:tgtEl>
                                        <p:attrNameLst>
                                          <p:attrName>stroke.color</p:attrName>
                                        </p:attrNameLst>
                                      </p:cBhvr>
                                      <p:to>
                                        <a:srgbClr val="F2F2F2"/>
                                      </p:to>
                                    </p:animClr>
                                    <p:set>
                                      <p:cBhvr>
                                        <p:cTn id="309" dur="750" fill="hold"/>
                                        <p:tgtEl>
                                          <p:spTgt spid="217"/>
                                        </p:tgtEl>
                                        <p:attrNameLst>
                                          <p:attrName>stroke.on</p:attrName>
                                        </p:attrNameLst>
                                      </p:cBhvr>
                                      <p:to>
                                        <p:strVal val="true"/>
                                      </p:to>
                                    </p:set>
                                  </p:childTnLst>
                                </p:cTn>
                              </p:par>
                              <p:par>
                                <p:cTn id="310" presetID="7" presetClass="emph" presetSubtype="2" fill="hold" nodeType="withEffect">
                                  <p:stCondLst>
                                    <p:cond delay="500"/>
                                  </p:stCondLst>
                                  <p:childTnLst>
                                    <p:animClr clrSpc="rgb" dir="cw">
                                      <p:cBhvr>
                                        <p:cTn id="311" dur="1000" fill="hold"/>
                                        <p:tgtEl>
                                          <p:spTgt spid="211"/>
                                        </p:tgtEl>
                                        <p:attrNameLst>
                                          <p:attrName>stroke.color</p:attrName>
                                        </p:attrNameLst>
                                      </p:cBhvr>
                                      <p:to>
                                        <a:schemeClr val="accent2"/>
                                      </p:to>
                                    </p:animClr>
                                    <p:set>
                                      <p:cBhvr>
                                        <p:cTn id="312" dur="1000" fill="hold"/>
                                        <p:tgtEl>
                                          <p:spTgt spid="211"/>
                                        </p:tgtEl>
                                        <p:attrNameLst>
                                          <p:attrName>stroke.on</p:attrName>
                                        </p:attrNameLst>
                                      </p:cBhvr>
                                      <p:to>
                                        <p:strVal val="true"/>
                                      </p:to>
                                    </p:set>
                                  </p:childTnLst>
                                </p:cTn>
                              </p:par>
                            </p:childTnLst>
                          </p:cTn>
                        </p:par>
                      </p:childTnLst>
                    </p:cTn>
                  </p:par>
                  <p:par>
                    <p:cTn id="313" fill="hold">
                      <p:stCondLst>
                        <p:cond delay="indefinite"/>
                      </p:stCondLst>
                      <p:childTnLst>
                        <p:par>
                          <p:cTn id="314" fill="hold">
                            <p:stCondLst>
                              <p:cond delay="0"/>
                            </p:stCondLst>
                            <p:childTnLst>
                              <p:par>
                                <p:cTn id="315" presetID="63" presetClass="path" presetSubtype="0" accel="50000" decel="50000" fill="hold" nodeType="clickEffect">
                                  <p:stCondLst>
                                    <p:cond delay="0"/>
                                  </p:stCondLst>
                                  <p:childTnLst>
                                    <p:animMotion origin="layout" path="M -4.375E-6 -2.96296E-6 L 0.05638 0.0044 " pathEditMode="relative" rAng="0" ptsTypes="AA">
                                      <p:cBhvr>
                                        <p:cTn id="316" dur="1000" fill="hold"/>
                                        <p:tgtEl>
                                          <p:spTgt spid="164"/>
                                        </p:tgtEl>
                                        <p:attrNameLst>
                                          <p:attrName>ppt_x</p:attrName>
                                          <p:attrName>ppt_y</p:attrName>
                                        </p:attrNameLst>
                                      </p:cBhvr>
                                      <p:rCtr x="2812" y="208"/>
                                    </p:animMotion>
                                  </p:childTnLst>
                                </p:cTn>
                              </p:par>
                            </p:childTnLst>
                          </p:cTn>
                        </p:par>
                      </p:childTnLst>
                    </p:cTn>
                  </p:par>
                  <p:par>
                    <p:cTn id="317" fill="hold">
                      <p:stCondLst>
                        <p:cond delay="indefinite"/>
                      </p:stCondLst>
                      <p:childTnLst>
                        <p:par>
                          <p:cTn id="318" fill="hold">
                            <p:stCondLst>
                              <p:cond delay="0"/>
                            </p:stCondLst>
                            <p:childTnLst>
                              <p:par>
                                <p:cTn id="319" presetID="10" presetClass="exit" presetSubtype="0" fill="hold" nodeType="clickEffect">
                                  <p:stCondLst>
                                    <p:cond delay="0"/>
                                  </p:stCondLst>
                                  <p:childTnLst>
                                    <p:animEffect transition="out" filter="fade">
                                      <p:cBhvr>
                                        <p:cTn id="320" dur="500"/>
                                        <p:tgtEl>
                                          <p:spTgt spid="164"/>
                                        </p:tgtEl>
                                      </p:cBhvr>
                                    </p:animEffect>
                                    <p:set>
                                      <p:cBhvr>
                                        <p:cTn id="321" dur="1" fill="hold">
                                          <p:stCondLst>
                                            <p:cond delay="499"/>
                                          </p:stCondLst>
                                        </p:cTn>
                                        <p:tgtEl>
                                          <p:spTgt spid="164"/>
                                        </p:tgtEl>
                                        <p:attrNameLst>
                                          <p:attrName>style.visibility</p:attrName>
                                        </p:attrNameLst>
                                      </p:cBhvr>
                                      <p:to>
                                        <p:strVal val="hidden"/>
                                      </p:to>
                                    </p:set>
                                  </p:childTnLst>
                                </p:cTn>
                              </p:par>
                            </p:childTnLst>
                          </p:cTn>
                        </p:par>
                        <p:par>
                          <p:cTn id="322" fill="hold">
                            <p:stCondLst>
                              <p:cond delay="500"/>
                            </p:stCondLst>
                            <p:childTnLst>
                              <p:par>
                                <p:cTn id="323" presetID="7" presetClass="emph" presetSubtype="2" fill="hold" nodeType="afterEffect">
                                  <p:stCondLst>
                                    <p:cond delay="0"/>
                                  </p:stCondLst>
                                  <p:childTnLst>
                                    <p:animClr clrSpc="rgb" dir="cw">
                                      <p:cBhvr>
                                        <p:cTn id="324" dur="1000" fill="hold"/>
                                        <p:tgtEl>
                                          <p:spTgt spid="211"/>
                                        </p:tgtEl>
                                        <p:attrNameLst>
                                          <p:attrName>stroke.color</p:attrName>
                                        </p:attrNameLst>
                                      </p:cBhvr>
                                      <p:to>
                                        <a:srgbClr val="F2F2F2"/>
                                      </p:to>
                                    </p:animClr>
                                    <p:set>
                                      <p:cBhvr>
                                        <p:cTn id="325" dur="1000" fill="hold"/>
                                        <p:tgtEl>
                                          <p:spTgt spid="211"/>
                                        </p:tgtEl>
                                        <p:attrNameLst>
                                          <p:attrName>stroke.on</p:attrName>
                                        </p:attrNameLst>
                                      </p:cBhvr>
                                      <p:to>
                                        <p:strVal val="true"/>
                                      </p:to>
                                    </p:set>
                                  </p:childTnLst>
                                </p:cTn>
                              </p:par>
                              <p:par>
                                <p:cTn id="326" presetID="7" presetClass="emph" presetSubtype="2" fill="hold" nodeType="withEffect">
                                  <p:stCondLst>
                                    <p:cond delay="500"/>
                                  </p:stCondLst>
                                  <p:childTnLst>
                                    <p:animClr clrSpc="rgb" dir="cw">
                                      <p:cBhvr>
                                        <p:cTn id="327" dur="1000" fill="hold"/>
                                        <p:tgtEl>
                                          <p:spTgt spid="52"/>
                                        </p:tgtEl>
                                        <p:attrNameLst>
                                          <p:attrName>stroke.color</p:attrName>
                                        </p:attrNameLst>
                                      </p:cBhvr>
                                      <p:to>
                                        <a:schemeClr val="accent2"/>
                                      </p:to>
                                    </p:animClr>
                                    <p:set>
                                      <p:cBhvr>
                                        <p:cTn id="328" dur="1000" fill="hold"/>
                                        <p:tgtEl>
                                          <p:spTgt spid="52"/>
                                        </p:tgtEl>
                                        <p:attrNameLst>
                                          <p:attrName>stroke.on</p:attrName>
                                        </p:attrNameLst>
                                      </p:cBhvr>
                                      <p:to>
                                        <p:strVal val="true"/>
                                      </p:to>
                                    </p:set>
                                  </p:childTnLst>
                                </p:cTn>
                              </p:par>
                            </p:childTnLst>
                          </p:cTn>
                        </p:par>
                      </p:childTnLst>
                    </p:cTn>
                  </p:par>
                  <p:par>
                    <p:cTn id="329" fill="hold">
                      <p:stCondLst>
                        <p:cond delay="indefinite"/>
                      </p:stCondLst>
                      <p:childTnLst>
                        <p:par>
                          <p:cTn id="330" fill="hold">
                            <p:stCondLst>
                              <p:cond delay="0"/>
                            </p:stCondLst>
                            <p:childTnLst>
                              <p:par>
                                <p:cTn id="331" presetID="63" presetClass="path" presetSubtype="0" accel="50000" decel="50000" fill="hold" grpId="1" nodeType="clickEffect">
                                  <p:stCondLst>
                                    <p:cond delay="0"/>
                                  </p:stCondLst>
                                  <p:childTnLst>
                                    <p:animMotion origin="layout" path="M 4.58333E-6 -1.11111E-6 L 0.11744 -0.00116 " pathEditMode="relative" rAng="0" ptsTypes="AA">
                                      <p:cBhvr>
                                        <p:cTn id="332" dur="1000" fill="hold"/>
                                        <p:tgtEl>
                                          <p:spTgt spid="107"/>
                                        </p:tgtEl>
                                        <p:attrNameLst>
                                          <p:attrName>ppt_x</p:attrName>
                                          <p:attrName>ppt_y</p:attrName>
                                        </p:attrNameLst>
                                      </p:cBhvr>
                                      <p:rCtr x="5872" y="-69"/>
                                    </p:animMotion>
                                  </p:childTnLst>
                                </p:cTn>
                              </p:par>
                              <p:par>
                                <p:cTn id="333" presetID="10" presetClass="exit" presetSubtype="0" fill="hold" grpId="2" nodeType="withEffect">
                                  <p:stCondLst>
                                    <p:cond delay="0"/>
                                  </p:stCondLst>
                                  <p:childTnLst>
                                    <p:animEffect transition="out" filter="fade">
                                      <p:cBhvr>
                                        <p:cTn id="334" dur="500"/>
                                        <p:tgtEl>
                                          <p:spTgt spid="104"/>
                                        </p:tgtEl>
                                      </p:cBhvr>
                                    </p:animEffect>
                                    <p:set>
                                      <p:cBhvr>
                                        <p:cTn id="335" dur="1" fill="hold">
                                          <p:stCondLst>
                                            <p:cond delay="499"/>
                                          </p:stCondLst>
                                        </p:cTn>
                                        <p:tgtEl>
                                          <p:spTgt spid="104"/>
                                        </p:tgtEl>
                                        <p:attrNameLst>
                                          <p:attrName>style.visibility</p:attrName>
                                        </p:attrNameLst>
                                      </p:cBhvr>
                                      <p:to>
                                        <p:strVal val="hidden"/>
                                      </p:to>
                                    </p:set>
                                  </p:childTnLst>
                                </p:cTn>
                              </p:par>
                            </p:childTnLst>
                          </p:cTn>
                        </p:par>
                        <p:par>
                          <p:cTn id="336" fill="hold">
                            <p:stCondLst>
                              <p:cond delay="1000"/>
                            </p:stCondLst>
                            <p:childTnLst>
                              <p:par>
                                <p:cTn id="337" presetID="63" presetClass="path" presetSubtype="0" accel="50000" decel="50000" fill="hold" nodeType="afterEffect">
                                  <p:stCondLst>
                                    <p:cond delay="0"/>
                                  </p:stCondLst>
                                  <p:childTnLst>
                                    <p:animMotion origin="layout" path="M 1.25E-6 -4.07407E-6 L 0.03463 0.00162 " pathEditMode="relative" rAng="0" ptsTypes="AA">
                                      <p:cBhvr>
                                        <p:cTn id="338" dur="1000" fill="hold"/>
                                        <p:tgtEl>
                                          <p:spTgt spid="219"/>
                                        </p:tgtEl>
                                        <p:attrNameLst>
                                          <p:attrName>ppt_x</p:attrName>
                                          <p:attrName>ppt_y</p:attrName>
                                        </p:attrNameLst>
                                      </p:cBhvr>
                                      <p:rCtr x="1732" y="69"/>
                                    </p:animMotion>
                                  </p:childTnLst>
                                </p:cTn>
                              </p:par>
                            </p:childTnLst>
                          </p:cTn>
                        </p:par>
                        <p:par>
                          <p:cTn id="339" fill="hold">
                            <p:stCondLst>
                              <p:cond delay="2000"/>
                            </p:stCondLst>
                            <p:childTnLst>
                              <p:par>
                                <p:cTn id="340" presetID="7" presetClass="emph" presetSubtype="2" fill="hold" nodeType="afterEffect">
                                  <p:stCondLst>
                                    <p:cond delay="0"/>
                                  </p:stCondLst>
                                  <p:childTnLst>
                                    <p:animClr clrSpc="rgb" dir="cw">
                                      <p:cBhvr>
                                        <p:cTn id="341" dur="1000" fill="hold"/>
                                        <p:tgtEl>
                                          <p:spTgt spid="52"/>
                                        </p:tgtEl>
                                        <p:attrNameLst>
                                          <p:attrName>stroke.color</p:attrName>
                                        </p:attrNameLst>
                                      </p:cBhvr>
                                      <p:to>
                                        <a:srgbClr val="F2F2F2"/>
                                      </p:to>
                                    </p:animClr>
                                    <p:set>
                                      <p:cBhvr>
                                        <p:cTn id="342" dur="1000" fill="hold"/>
                                        <p:tgtEl>
                                          <p:spTgt spid="52"/>
                                        </p:tgtEl>
                                        <p:attrNameLst>
                                          <p:attrName>stroke.on</p:attrName>
                                        </p:attrNameLst>
                                      </p:cBhvr>
                                      <p:to>
                                        <p:strVal val="true"/>
                                      </p:to>
                                    </p:set>
                                  </p:childTnLst>
                                </p:cTn>
                              </p:par>
                              <p:par>
                                <p:cTn id="343" presetID="7" presetClass="emph" presetSubtype="2" fill="hold" nodeType="withEffect">
                                  <p:stCondLst>
                                    <p:cond delay="500"/>
                                  </p:stCondLst>
                                  <p:childTnLst>
                                    <p:animClr clrSpc="rgb" dir="cw">
                                      <p:cBhvr>
                                        <p:cTn id="344" dur="1000" fill="hold"/>
                                        <p:tgtEl>
                                          <p:spTgt spid="211"/>
                                        </p:tgtEl>
                                        <p:attrNameLst>
                                          <p:attrName>stroke.color</p:attrName>
                                        </p:attrNameLst>
                                      </p:cBhvr>
                                      <p:to>
                                        <a:schemeClr val="accent2"/>
                                      </p:to>
                                    </p:animClr>
                                    <p:set>
                                      <p:cBhvr>
                                        <p:cTn id="345" dur="1000" fill="hold"/>
                                        <p:tgtEl>
                                          <p:spTgt spid="211"/>
                                        </p:tgtEl>
                                        <p:attrNameLst>
                                          <p:attrName>stroke.on</p:attrName>
                                        </p:attrNameLst>
                                      </p:cBhvr>
                                      <p:to>
                                        <p:strVal val="true"/>
                                      </p:to>
                                    </p:set>
                                  </p:childTnLst>
                                </p:cTn>
                              </p:par>
                            </p:childTnLst>
                          </p:cTn>
                        </p:par>
                      </p:childTnLst>
                    </p:cTn>
                  </p:par>
                  <p:par>
                    <p:cTn id="346" fill="hold">
                      <p:stCondLst>
                        <p:cond delay="indefinite"/>
                      </p:stCondLst>
                      <p:childTnLst>
                        <p:par>
                          <p:cTn id="347" fill="hold">
                            <p:stCondLst>
                              <p:cond delay="0"/>
                            </p:stCondLst>
                            <p:childTnLst>
                              <p:par>
                                <p:cTn id="348" presetID="22" presetClass="entr" presetSubtype="1" fill="hold" nodeType="clickEffect">
                                  <p:stCondLst>
                                    <p:cond delay="0"/>
                                  </p:stCondLst>
                                  <p:childTnLst>
                                    <p:set>
                                      <p:cBhvr>
                                        <p:cTn id="349" dur="1" fill="hold">
                                          <p:stCondLst>
                                            <p:cond delay="0"/>
                                          </p:stCondLst>
                                        </p:cTn>
                                        <p:tgtEl>
                                          <p:spTgt spid="161"/>
                                        </p:tgtEl>
                                        <p:attrNameLst>
                                          <p:attrName>style.visibility</p:attrName>
                                        </p:attrNameLst>
                                      </p:cBhvr>
                                      <p:to>
                                        <p:strVal val="visible"/>
                                      </p:to>
                                    </p:set>
                                    <p:animEffect transition="in" filter="wipe(up)">
                                      <p:cBhvr>
                                        <p:cTn id="350" dur="500"/>
                                        <p:tgtEl>
                                          <p:spTgt spid="161"/>
                                        </p:tgtEl>
                                      </p:cBhvr>
                                    </p:animEffect>
                                  </p:childTnLst>
                                </p:cTn>
                              </p:par>
                            </p:childTnLst>
                          </p:cTn>
                        </p:par>
                        <p:par>
                          <p:cTn id="351" fill="hold">
                            <p:stCondLst>
                              <p:cond delay="500"/>
                            </p:stCondLst>
                            <p:childTnLst>
                              <p:par>
                                <p:cTn id="352" presetID="7" presetClass="emph" presetSubtype="2" fill="hold" nodeType="afterEffect">
                                  <p:stCondLst>
                                    <p:cond delay="0"/>
                                  </p:stCondLst>
                                  <p:childTnLst>
                                    <p:animClr clrSpc="rgb" dir="cw">
                                      <p:cBhvr>
                                        <p:cTn id="353" dur="1000" fill="hold"/>
                                        <p:tgtEl>
                                          <p:spTgt spid="211"/>
                                        </p:tgtEl>
                                        <p:attrNameLst>
                                          <p:attrName>stroke.color</p:attrName>
                                        </p:attrNameLst>
                                      </p:cBhvr>
                                      <p:to>
                                        <a:srgbClr val="F2F2F2"/>
                                      </p:to>
                                    </p:animClr>
                                    <p:set>
                                      <p:cBhvr>
                                        <p:cTn id="354" dur="1000" fill="hold"/>
                                        <p:tgtEl>
                                          <p:spTgt spid="211"/>
                                        </p:tgtEl>
                                        <p:attrNameLst>
                                          <p:attrName>stroke.on</p:attrName>
                                        </p:attrNameLst>
                                      </p:cBhvr>
                                      <p:to>
                                        <p:strVal val="true"/>
                                      </p:to>
                                    </p:set>
                                  </p:childTnLst>
                                </p:cTn>
                              </p:par>
                              <p:par>
                                <p:cTn id="355" presetID="7" presetClass="emph" presetSubtype="2" fill="hold" nodeType="withEffect">
                                  <p:stCondLst>
                                    <p:cond delay="500"/>
                                  </p:stCondLst>
                                  <p:childTnLst>
                                    <p:animClr clrSpc="rgb" dir="cw">
                                      <p:cBhvr>
                                        <p:cTn id="356" dur="1000" fill="hold"/>
                                        <p:tgtEl>
                                          <p:spTgt spid="217"/>
                                        </p:tgtEl>
                                        <p:attrNameLst>
                                          <p:attrName>stroke.color</p:attrName>
                                        </p:attrNameLst>
                                      </p:cBhvr>
                                      <p:to>
                                        <a:srgbClr val="ED7D31"/>
                                      </p:to>
                                    </p:animClr>
                                    <p:set>
                                      <p:cBhvr>
                                        <p:cTn id="357" dur="1000" fill="hold"/>
                                        <p:tgtEl>
                                          <p:spTgt spid="217"/>
                                        </p:tgtEl>
                                        <p:attrNameLst>
                                          <p:attrName>stroke.on</p:attrName>
                                        </p:attrNameLst>
                                      </p:cBhvr>
                                      <p:to>
                                        <p:strVal val="true"/>
                                      </p:to>
                                    </p:set>
                                  </p:childTnLst>
                                </p:cTn>
                              </p:par>
                            </p:childTnLst>
                          </p:cTn>
                        </p:par>
                      </p:childTnLst>
                    </p:cTn>
                  </p:par>
                  <p:par>
                    <p:cTn id="358" fill="hold">
                      <p:stCondLst>
                        <p:cond delay="indefinite"/>
                      </p:stCondLst>
                      <p:childTnLst>
                        <p:par>
                          <p:cTn id="359" fill="hold">
                            <p:stCondLst>
                              <p:cond delay="0"/>
                            </p:stCondLst>
                            <p:childTnLst>
                              <p:par>
                                <p:cTn id="360" presetID="32" presetClass="emph" presetSubtype="0" fill="hold" nodeType="clickEffect">
                                  <p:stCondLst>
                                    <p:cond delay="0"/>
                                  </p:stCondLst>
                                  <p:childTnLst>
                                    <p:animRot by="120000">
                                      <p:cBhvr>
                                        <p:cTn id="361" dur="100" fill="hold">
                                          <p:stCondLst>
                                            <p:cond delay="0"/>
                                          </p:stCondLst>
                                        </p:cTn>
                                        <p:tgtEl>
                                          <p:spTgt spid="169"/>
                                        </p:tgtEl>
                                        <p:attrNameLst>
                                          <p:attrName>r</p:attrName>
                                        </p:attrNameLst>
                                      </p:cBhvr>
                                    </p:animRot>
                                    <p:animRot by="-240000">
                                      <p:cBhvr>
                                        <p:cTn id="362" dur="200" fill="hold">
                                          <p:stCondLst>
                                            <p:cond delay="200"/>
                                          </p:stCondLst>
                                        </p:cTn>
                                        <p:tgtEl>
                                          <p:spTgt spid="169"/>
                                        </p:tgtEl>
                                        <p:attrNameLst>
                                          <p:attrName>r</p:attrName>
                                        </p:attrNameLst>
                                      </p:cBhvr>
                                    </p:animRot>
                                    <p:animRot by="240000">
                                      <p:cBhvr>
                                        <p:cTn id="363" dur="200" fill="hold">
                                          <p:stCondLst>
                                            <p:cond delay="400"/>
                                          </p:stCondLst>
                                        </p:cTn>
                                        <p:tgtEl>
                                          <p:spTgt spid="169"/>
                                        </p:tgtEl>
                                        <p:attrNameLst>
                                          <p:attrName>r</p:attrName>
                                        </p:attrNameLst>
                                      </p:cBhvr>
                                    </p:animRot>
                                    <p:animRot by="-240000">
                                      <p:cBhvr>
                                        <p:cTn id="364" dur="200" fill="hold">
                                          <p:stCondLst>
                                            <p:cond delay="600"/>
                                          </p:stCondLst>
                                        </p:cTn>
                                        <p:tgtEl>
                                          <p:spTgt spid="169"/>
                                        </p:tgtEl>
                                        <p:attrNameLst>
                                          <p:attrName>r</p:attrName>
                                        </p:attrNameLst>
                                      </p:cBhvr>
                                    </p:animRot>
                                    <p:animRot by="120000">
                                      <p:cBhvr>
                                        <p:cTn id="365" dur="200" fill="hold">
                                          <p:stCondLst>
                                            <p:cond delay="800"/>
                                          </p:stCondLst>
                                        </p:cTn>
                                        <p:tgtEl>
                                          <p:spTgt spid="169"/>
                                        </p:tgtEl>
                                        <p:attrNameLst>
                                          <p:attrName>r</p:attrName>
                                        </p:attrNameLst>
                                      </p:cBhvr>
                                    </p:animRot>
                                  </p:childTnLst>
                                </p:cTn>
                              </p:par>
                            </p:childTnLst>
                          </p:cTn>
                        </p:par>
                        <p:par>
                          <p:cTn id="366" fill="hold">
                            <p:stCondLst>
                              <p:cond delay="1000"/>
                            </p:stCondLst>
                            <p:childTnLst>
                              <p:par>
                                <p:cTn id="367" presetID="63" presetClass="path" presetSubtype="0" accel="50000" decel="50000" fill="hold" grpId="2" nodeType="afterEffect">
                                  <p:stCondLst>
                                    <p:cond delay="0"/>
                                  </p:stCondLst>
                                  <p:childTnLst>
                                    <p:animMotion origin="layout" path="M 4.16667E-6 1.85185E-6 L 0.20195 -0.02801 " pathEditMode="relative" rAng="0" ptsTypes="AA">
                                      <p:cBhvr>
                                        <p:cTn id="368" dur="1000" fill="hold"/>
                                        <p:tgtEl>
                                          <p:spTgt spid="223"/>
                                        </p:tgtEl>
                                        <p:attrNameLst>
                                          <p:attrName>ppt_x</p:attrName>
                                          <p:attrName>ppt_y</p:attrName>
                                        </p:attrNameLst>
                                      </p:cBhvr>
                                      <p:rCtr x="10091" y="-1412"/>
                                    </p:animMotion>
                                  </p:childTnLst>
                                </p:cTn>
                              </p:par>
                            </p:childTnLst>
                          </p:cTn>
                        </p:par>
                        <p:par>
                          <p:cTn id="369" fill="hold">
                            <p:stCondLst>
                              <p:cond delay="2000"/>
                            </p:stCondLst>
                            <p:childTnLst>
                              <p:par>
                                <p:cTn id="370" presetID="1" presetClass="entr" presetSubtype="0" fill="hold" grpId="0" nodeType="afterEffect">
                                  <p:stCondLst>
                                    <p:cond delay="0"/>
                                  </p:stCondLst>
                                  <p:childTnLst>
                                    <p:set>
                                      <p:cBhvr>
                                        <p:cTn id="371" dur="1" fill="hold">
                                          <p:stCondLst>
                                            <p:cond delay="0"/>
                                          </p:stCondLst>
                                        </p:cTn>
                                        <p:tgtEl>
                                          <p:spTgt spid="191"/>
                                        </p:tgtEl>
                                        <p:attrNameLst>
                                          <p:attrName>style.visibility</p:attrName>
                                        </p:attrNameLst>
                                      </p:cBhvr>
                                      <p:to>
                                        <p:strVal val="visible"/>
                                      </p:to>
                                    </p:set>
                                  </p:childTnLst>
                                </p:cTn>
                              </p:par>
                            </p:childTnLst>
                          </p:cTn>
                        </p:par>
                        <p:par>
                          <p:cTn id="372" fill="hold">
                            <p:stCondLst>
                              <p:cond delay="2000"/>
                            </p:stCondLst>
                            <p:childTnLst>
                              <p:par>
                                <p:cTn id="373" presetID="49" presetClass="path" presetSubtype="0" accel="50000" decel="50000" fill="hold" grpId="1" nodeType="afterEffect">
                                  <p:stCondLst>
                                    <p:cond delay="0"/>
                                  </p:stCondLst>
                                  <p:childTnLst>
                                    <p:animMotion origin="layout" path="M 2.91667E-6 -3.33333E-6 L 0.24922 0.20139 " pathEditMode="relative" rAng="0" ptsTypes="AA">
                                      <p:cBhvr>
                                        <p:cTn id="374" dur="1000" fill="hold"/>
                                        <p:tgtEl>
                                          <p:spTgt spid="191"/>
                                        </p:tgtEl>
                                        <p:attrNameLst>
                                          <p:attrName>ppt_x</p:attrName>
                                          <p:attrName>ppt_y</p:attrName>
                                        </p:attrNameLst>
                                      </p:cBhvr>
                                      <p:rCtr x="12461" y="10069"/>
                                    </p:animMotion>
                                  </p:childTnLst>
                                </p:cTn>
                              </p:par>
                              <p:par>
                                <p:cTn id="375" presetID="10" presetClass="exit" presetSubtype="0" fill="hold" grpId="2" nodeType="withEffect">
                                  <p:stCondLst>
                                    <p:cond delay="0"/>
                                  </p:stCondLst>
                                  <p:childTnLst>
                                    <p:animEffect transition="out" filter="fade">
                                      <p:cBhvr>
                                        <p:cTn id="376" dur="500"/>
                                        <p:tgtEl>
                                          <p:spTgt spid="193"/>
                                        </p:tgtEl>
                                      </p:cBhvr>
                                    </p:animEffect>
                                    <p:set>
                                      <p:cBhvr>
                                        <p:cTn id="377" dur="1" fill="hold">
                                          <p:stCondLst>
                                            <p:cond delay="499"/>
                                          </p:stCondLst>
                                        </p:cTn>
                                        <p:tgtEl>
                                          <p:spTgt spid="193"/>
                                        </p:tgtEl>
                                        <p:attrNameLst>
                                          <p:attrName>style.visibility</p:attrName>
                                        </p:attrNameLst>
                                      </p:cBhvr>
                                      <p:to>
                                        <p:strVal val="hidden"/>
                                      </p:to>
                                    </p:set>
                                  </p:childTnLst>
                                </p:cTn>
                              </p:par>
                            </p:childTnLst>
                          </p:cTn>
                        </p:par>
                        <p:par>
                          <p:cTn id="378" fill="hold">
                            <p:stCondLst>
                              <p:cond delay="3000"/>
                            </p:stCondLst>
                            <p:childTnLst>
                              <p:par>
                                <p:cTn id="379" presetID="16" presetClass="entr" presetSubtype="21" fill="hold" grpId="0" nodeType="afterEffect">
                                  <p:stCondLst>
                                    <p:cond delay="0"/>
                                  </p:stCondLst>
                                  <p:childTnLst>
                                    <p:set>
                                      <p:cBhvr>
                                        <p:cTn id="380" dur="1" fill="hold">
                                          <p:stCondLst>
                                            <p:cond delay="0"/>
                                          </p:stCondLst>
                                        </p:cTn>
                                        <p:tgtEl>
                                          <p:spTgt spid="248"/>
                                        </p:tgtEl>
                                        <p:attrNameLst>
                                          <p:attrName>style.visibility</p:attrName>
                                        </p:attrNameLst>
                                      </p:cBhvr>
                                      <p:to>
                                        <p:strVal val="visible"/>
                                      </p:to>
                                    </p:set>
                                    <p:animEffect transition="in" filter="barn(inVertical)">
                                      <p:cBhvr>
                                        <p:cTn id="381" dur="500"/>
                                        <p:tgtEl>
                                          <p:spTgt spid="248"/>
                                        </p:tgtEl>
                                      </p:cBhvr>
                                    </p:animEffect>
                                  </p:childTnLst>
                                </p:cTn>
                              </p:par>
                            </p:childTnLst>
                          </p:cTn>
                        </p:par>
                        <p:par>
                          <p:cTn id="382" fill="hold">
                            <p:stCondLst>
                              <p:cond delay="3500"/>
                            </p:stCondLst>
                            <p:childTnLst>
                              <p:par>
                                <p:cTn id="383" presetID="1" presetClass="entr" presetSubtype="0" fill="hold" grpId="0" nodeType="afterEffect">
                                  <p:stCondLst>
                                    <p:cond delay="0"/>
                                  </p:stCondLst>
                                  <p:childTnLst>
                                    <p:set>
                                      <p:cBhvr>
                                        <p:cTn id="384" dur="1" fill="hold">
                                          <p:stCondLst>
                                            <p:cond delay="0"/>
                                          </p:stCondLst>
                                        </p:cTn>
                                        <p:tgtEl>
                                          <p:spTgt spid="249"/>
                                        </p:tgtEl>
                                        <p:attrNameLst>
                                          <p:attrName>style.visibility</p:attrName>
                                        </p:attrNameLst>
                                      </p:cBhvr>
                                      <p:to>
                                        <p:strVal val="visible"/>
                                      </p:to>
                                    </p:set>
                                  </p:childTnLst>
                                </p:cTn>
                              </p:par>
                            </p:childTnLst>
                          </p:cTn>
                        </p:par>
                        <p:par>
                          <p:cTn id="385" fill="hold">
                            <p:stCondLst>
                              <p:cond delay="3500"/>
                            </p:stCondLst>
                            <p:childTnLst>
                              <p:par>
                                <p:cTn id="386" presetID="42" presetClass="path" presetSubtype="0" accel="50000" decel="50000" fill="hold" grpId="1" nodeType="afterEffect">
                                  <p:stCondLst>
                                    <p:cond delay="0"/>
                                  </p:stCondLst>
                                  <p:childTnLst>
                                    <p:animMotion origin="layout" path="M 5E-6 1.48148E-6 L 0.37071 -0.03195 " pathEditMode="relative" rAng="0" ptsTypes="AA">
                                      <p:cBhvr>
                                        <p:cTn id="387" dur="1000" fill="hold"/>
                                        <p:tgtEl>
                                          <p:spTgt spid="249"/>
                                        </p:tgtEl>
                                        <p:attrNameLst>
                                          <p:attrName>ppt_x</p:attrName>
                                          <p:attrName>ppt_y</p:attrName>
                                        </p:attrNameLst>
                                      </p:cBhvr>
                                      <p:rCtr x="18529" y="-1597"/>
                                    </p:animMotion>
                                  </p:childTnLst>
                                </p:cTn>
                              </p:par>
                              <p:par>
                                <p:cTn id="388" presetID="10" presetClass="exit" presetSubtype="0" fill="hold" grpId="2" nodeType="withEffect">
                                  <p:stCondLst>
                                    <p:cond delay="0"/>
                                  </p:stCondLst>
                                  <p:childTnLst>
                                    <p:animEffect transition="out" filter="fade">
                                      <p:cBhvr>
                                        <p:cTn id="389" dur="500"/>
                                        <p:tgtEl>
                                          <p:spTgt spid="222"/>
                                        </p:tgtEl>
                                      </p:cBhvr>
                                    </p:animEffect>
                                    <p:set>
                                      <p:cBhvr>
                                        <p:cTn id="390" dur="1" fill="hold">
                                          <p:stCondLst>
                                            <p:cond delay="499"/>
                                          </p:stCondLst>
                                        </p:cTn>
                                        <p:tgtEl>
                                          <p:spTgt spid="222"/>
                                        </p:tgtEl>
                                        <p:attrNameLst>
                                          <p:attrName>style.visibility</p:attrName>
                                        </p:attrNameLst>
                                      </p:cBhvr>
                                      <p:to>
                                        <p:strVal val="hidden"/>
                                      </p:to>
                                    </p:set>
                                  </p:childTnLst>
                                </p:cTn>
                              </p:par>
                            </p:childTnLst>
                          </p:cTn>
                        </p:par>
                        <p:par>
                          <p:cTn id="391" fill="hold">
                            <p:stCondLst>
                              <p:cond delay="4500"/>
                            </p:stCondLst>
                            <p:childTnLst>
                              <p:par>
                                <p:cTn id="392" presetID="27" presetClass="emph" presetSubtype="0" fill="remove" grpId="1" nodeType="afterEffect">
                                  <p:stCondLst>
                                    <p:cond delay="0"/>
                                  </p:stCondLst>
                                  <p:childTnLst>
                                    <p:animClr clrSpc="rgb" dir="cw">
                                      <p:cBhvr override="childStyle">
                                        <p:cTn id="393" dur="250" autoRev="1" fill="remove"/>
                                        <p:tgtEl>
                                          <p:spTgt spid="225"/>
                                        </p:tgtEl>
                                        <p:attrNameLst>
                                          <p:attrName>style.color</p:attrName>
                                        </p:attrNameLst>
                                      </p:cBhvr>
                                      <p:to>
                                        <a:srgbClr val="DEEBF6"/>
                                      </p:to>
                                    </p:animClr>
                                    <p:animClr clrSpc="rgb" dir="cw">
                                      <p:cBhvr>
                                        <p:cTn id="394" dur="250" autoRev="1" fill="remove"/>
                                        <p:tgtEl>
                                          <p:spTgt spid="225"/>
                                        </p:tgtEl>
                                        <p:attrNameLst>
                                          <p:attrName>fillcolor</p:attrName>
                                        </p:attrNameLst>
                                      </p:cBhvr>
                                      <p:to>
                                        <a:srgbClr val="DEEBF6"/>
                                      </p:to>
                                    </p:animClr>
                                    <p:set>
                                      <p:cBhvr>
                                        <p:cTn id="395" dur="250" autoRev="1" fill="remove"/>
                                        <p:tgtEl>
                                          <p:spTgt spid="225"/>
                                        </p:tgtEl>
                                        <p:attrNameLst>
                                          <p:attrName>fill.type</p:attrName>
                                        </p:attrNameLst>
                                      </p:cBhvr>
                                      <p:to>
                                        <p:strVal val="solid"/>
                                      </p:to>
                                    </p:set>
                                    <p:set>
                                      <p:cBhvr>
                                        <p:cTn id="396" dur="250" autoRev="1" fill="remove"/>
                                        <p:tgtEl>
                                          <p:spTgt spid="225"/>
                                        </p:tgtEl>
                                        <p:attrNameLst>
                                          <p:attrName>fill.on</p:attrName>
                                        </p:attrNameLst>
                                      </p:cBhvr>
                                      <p:to>
                                        <p:strVal val="true"/>
                                      </p:to>
                                    </p:set>
                                  </p:childTnLst>
                                </p:cTn>
                              </p:par>
                            </p:childTnLst>
                          </p:cTn>
                        </p:par>
                        <p:par>
                          <p:cTn id="397" fill="hold">
                            <p:stCondLst>
                              <p:cond delay="5000"/>
                            </p:stCondLst>
                            <p:childTnLst>
                              <p:par>
                                <p:cTn id="398" presetID="35" presetClass="path" presetSubtype="0" accel="50000" decel="50000" fill="hold" grpId="1" nodeType="afterEffect">
                                  <p:stCondLst>
                                    <p:cond delay="0"/>
                                  </p:stCondLst>
                                  <p:childTnLst>
                                    <p:animMotion origin="layout" path="M 1.25E-6 7.40741E-7 L -0.32735 0.02801 " pathEditMode="relative" rAng="0" ptsTypes="AA">
                                      <p:cBhvr>
                                        <p:cTn id="399" dur="1000" fill="hold"/>
                                        <p:tgtEl>
                                          <p:spTgt spid="248"/>
                                        </p:tgtEl>
                                        <p:attrNameLst>
                                          <p:attrName>ppt_x</p:attrName>
                                          <p:attrName>ppt_y</p:attrName>
                                        </p:attrNameLst>
                                      </p:cBhvr>
                                      <p:rCtr x="-16380" y="1319"/>
                                    </p:animMotion>
                                  </p:childTnLst>
                                </p:cTn>
                              </p:par>
                            </p:childTnLst>
                          </p:cTn>
                        </p:par>
                        <p:par>
                          <p:cTn id="400" fill="hold">
                            <p:stCondLst>
                              <p:cond delay="6000"/>
                            </p:stCondLst>
                            <p:childTnLst>
                              <p:par>
                                <p:cTn id="401" presetID="7" presetClass="emph" presetSubtype="2" fill="hold" nodeType="afterEffect">
                                  <p:stCondLst>
                                    <p:cond delay="0"/>
                                  </p:stCondLst>
                                  <p:childTnLst>
                                    <p:animClr clrSpc="rgb" dir="cw">
                                      <p:cBhvr>
                                        <p:cTn id="402" dur="1000" fill="hold"/>
                                        <p:tgtEl>
                                          <p:spTgt spid="217"/>
                                        </p:tgtEl>
                                        <p:attrNameLst>
                                          <p:attrName>stroke.color</p:attrName>
                                        </p:attrNameLst>
                                      </p:cBhvr>
                                      <p:to>
                                        <a:srgbClr val="F2F2F2"/>
                                      </p:to>
                                    </p:animClr>
                                    <p:set>
                                      <p:cBhvr>
                                        <p:cTn id="403" dur="1000" fill="hold"/>
                                        <p:tgtEl>
                                          <p:spTgt spid="217"/>
                                        </p:tgtEl>
                                        <p:attrNameLst>
                                          <p:attrName>stroke.on</p:attrName>
                                        </p:attrNameLst>
                                      </p:cBhvr>
                                      <p:to>
                                        <p:strVal val="true"/>
                                      </p:to>
                                    </p:set>
                                  </p:childTnLst>
                                </p:cTn>
                              </p:par>
                              <p:par>
                                <p:cTn id="404" presetID="7" presetClass="emph" presetSubtype="2" fill="hold" nodeType="withEffect">
                                  <p:stCondLst>
                                    <p:cond delay="500"/>
                                  </p:stCondLst>
                                  <p:childTnLst>
                                    <p:animClr clrSpc="rgb" dir="cw">
                                      <p:cBhvr>
                                        <p:cTn id="405" dur="1000" fill="hold"/>
                                        <p:tgtEl>
                                          <p:spTgt spid="211"/>
                                        </p:tgtEl>
                                        <p:attrNameLst>
                                          <p:attrName>stroke.color</p:attrName>
                                        </p:attrNameLst>
                                      </p:cBhvr>
                                      <p:to>
                                        <a:schemeClr val="accent2"/>
                                      </p:to>
                                    </p:animClr>
                                    <p:set>
                                      <p:cBhvr>
                                        <p:cTn id="406" dur="1000" fill="hold"/>
                                        <p:tgtEl>
                                          <p:spTgt spid="211"/>
                                        </p:tgtEl>
                                        <p:attrNameLst>
                                          <p:attrName>stroke.on</p:attrName>
                                        </p:attrNameLst>
                                      </p:cBhvr>
                                      <p:to>
                                        <p:strVal val="true"/>
                                      </p:to>
                                    </p:set>
                                  </p:childTnLst>
                                </p:cTn>
                              </p:par>
                            </p:childTnLst>
                          </p:cTn>
                        </p:par>
                      </p:childTnLst>
                    </p:cTn>
                  </p:par>
                  <p:par>
                    <p:cTn id="407" fill="hold">
                      <p:stCondLst>
                        <p:cond delay="indefinite"/>
                      </p:stCondLst>
                      <p:childTnLst>
                        <p:par>
                          <p:cTn id="408" fill="hold">
                            <p:stCondLst>
                              <p:cond delay="0"/>
                            </p:stCondLst>
                            <p:childTnLst>
                              <p:par>
                                <p:cTn id="409" presetID="63" presetClass="path" presetSubtype="0" accel="50000" decel="50000" fill="hold" nodeType="clickEffect">
                                  <p:stCondLst>
                                    <p:cond delay="0"/>
                                  </p:stCondLst>
                                  <p:childTnLst>
                                    <p:animMotion origin="layout" path="M -4.58333E-6 -1.11111E-6 L 0.05573 -0.00023 " pathEditMode="relative" rAng="0" ptsTypes="AA">
                                      <p:cBhvr>
                                        <p:cTn id="410" dur="1000" fill="hold"/>
                                        <p:tgtEl>
                                          <p:spTgt spid="161"/>
                                        </p:tgtEl>
                                        <p:attrNameLst>
                                          <p:attrName>ppt_x</p:attrName>
                                          <p:attrName>ppt_y</p:attrName>
                                        </p:attrNameLst>
                                      </p:cBhvr>
                                      <p:rCtr x="2786" y="-23"/>
                                    </p:animMotion>
                                  </p:childTnLst>
                                </p:cTn>
                              </p:par>
                            </p:childTnLst>
                          </p:cTn>
                        </p:par>
                      </p:childTnLst>
                    </p:cTn>
                  </p:par>
                  <p:par>
                    <p:cTn id="411" fill="hold">
                      <p:stCondLst>
                        <p:cond delay="indefinite"/>
                      </p:stCondLst>
                      <p:childTnLst>
                        <p:par>
                          <p:cTn id="412" fill="hold">
                            <p:stCondLst>
                              <p:cond delay="0"/>
                            </p:stCondLst>
                            <p:childTnLst>
                              <p:par>
                                <p:cTn id="413" presetID="10" presetClass="exit" presetSubtype="0" fill="hold" nodeType="clickEffect">
                                  <p:stCondLst>
                                    <p:cond delay="0"/>
                                  </p:stCondLst>
                                  <p:childTnLst>
                                    <p:animEffect transition="out" filter="fade">
                                      <p:cBhvr>
                                        <p:cTn id="414" dur="500"/>
                                        <p:tgtEl>
                                          <p:spTgt spid="161"/>
                                        </p:tgtEl>
                                      </p:cBhvr>
                                    </p:animEffect>
                                    <p:set>
                                      <p:cBhvr>
                                        <p:cTn id="415" dur="1" fill="hold">
                                          <p:stCondLst>
                                            <p:cond delay="499"/>
                                          </p:stCondLst>
                                        </p:cTn>
                                        <p:tgtEl>
                                          <p:spTgt spid="161"/>
                                        </p:tgtEl>
                                        <p:attrNameLst>
                                          <p:attrName>style.visibility</p:attrName>
                                        </p:attrNameLst>
                                      </p:cBhvr>
                                      <p:to>
                                        <p:strVal val="hidden"/>
                                      </p:to>
                                    </p:set>
                                  </p:childTnLst>
                                </p:cTn>
                              </p:par>
                            </p:childTnLst>
                          </p:cTn>
                        </p:par>
                        <p:par>
                          <p:cTn id="416" fill="hold">
                            <p:stCondLst>
                              <p:cond delay="500"/>
                            </p:stCondLst>
                            <p:childTnLst>
                              <p:par>
                                <p:cTn id="417" presetID="7" presetClass="emph" presetSubtype="2" fill="hold" nodeType="afterEffect">
                                  <p:stCondLst>
                                    <p:cond delay="0"/>
                                  </p:stCondLst>
                                  <p:childTnLst>
                                    <p:animClr clrSpc="rgb" dir="cw">
                                      <p:cBhvr>
                                        <p:cTn id="418" dur="1000" fill="hold"/>
                                        <p:tgtEl>
                                          <p:spTgt spid="211"/>
                                        </p:tgtEl>
                                        <p:attrNameLst>
                                          <p:attrName>stroke.color</p:attrName>
                                        </p:attrNameLst>
                                      </p:cBhvr>
                                      <p:to>
                                        <a:srgbClr val="F2F2F2"/>
                                      </p:to>
                                    </p:animClr>
                                    <p:set>
                                      <p:cBhvr>
                                        <p:cTn id="419" dur="1000" fill="hold"/>
                                        <p:tgtEl>
                                          <p:spTgt spid="211"/>
                                        </p:tgtEl>
                                        <p:attrNameLst>
                                          <p:attrName>stroke.on</p:attrName>
                                        </p:attrNameLst>
                                      </p:cBhvr>
                                      <p:to>
                                        <p:strVal val="true"/>
                                      </p:to>
                                    </p:set>
                                  </p:childTnLst>
                                </p:cTn>
                              </p:par>
                              <p:par>
                                <p:cTn id="420" presetID="7" presetClass="emph" presetSubtype="2" fill="hold" nodeType="withEffect">
                                  <p:stCondLst>
                                    <p:cond delay="500"/>
                                  </p:stCondLst>
                                  <p:childTnLst>
                                    <p:animClr clrSpc="rgb" dir="cw">
                                      <p:cBhvr>
                                        <p:cTn id="421" dur="1000" fill="hold"/>
                                        <p:tgtEl>
                                          <p:spTgt spid="52"/>
                                        </p:tgtEl>
                                        <p:attrNameLst>
                                          <p:attrName>stroke.color</p:attrName>
                                        </p:attrNameLst>
                                      </p:cBhvr>
                                      <p:to>
                                        <a:schemeClr val="accent2"/>
                                      </p:to>
                                    </p:animClr>
                                    <p:set>
                                      <p:cBhvr>
                                        <p:cTn id="422" dur="1000" fill="hold"/>
                                        <p:tgtEl>
                                          <p:spTgt spid="52"/>
                                        </p:tgtEl>
                                        <p:attrNameLst>
                                          <p:attrName>stroke.on</p:attrName>
                                        </p:attrNameLst>
                                      </p:cBhvr>
                                      <p:to>
                                        <p:strVal val="true"/>
                                      </p:to>
                                    </p:set>
                                  </p:childTnLst>
                                </p:cTn>
                              </p:par>
                            </p:childTnLst>
                          </p:cTn>
                        </p:par>
                      </p:childTnLst>
                    </p:cTn>
                  </p:par>
                  <p:par>
                    <p:cTn id="423" fill="hold">
                      <p:stCondLst>
                        <p:cond delay="indefinite"/>
                      </p:stCondLst>
                      <p:childTnLst>
                        <p:par>
                          <p:cTn id="424" fill="hold">
                            <p:stCondLst>
                              <p:cond delay="0"/>
                            </p:stCondLst>
                            <p:childTnLst>
                              <p:par>
                                <p:cTn id="425" presetID="63" presetClass="path" presetSubtype="0" accel="50000" decel="50000" fill="hold" grpId="1" nodeType="clickEffect">
                                  <p:stCondLst>
                                    <p:cond delay="0"/>
                                  </p:stCondLst>
                                  <p:childTnLst>
                                    <p:animMotion origin="layout" path="M 2.5E-6 3.33333E-6 L 0.14219 0.00162 " pathEditMode="relative" rAng="0" ptsTypes="AA">
                                      <p:cBhvr>
                                        <p:cTn id="426" dur="1000" fill="hold"/>
                                        <p:tgtEl>
                                          <p:spTgt spid="105"/>
                                        </p:tgtEl>
                                        <p:attrNameLst>
                                          <p:attrName>ppt_x</p:attrName>
                                          <p:attrName>ppt_y</p:attrName>
                                        </p:attrNameLst>
                                      </p:cBhvr>
                                      <p:rCtr x="7109" y="69"/>
                                    </p:animMotion>
                                  </p:childTnLst>
                                </p:cTn>
                              </p:par>
                              <p:par>
                                <p:cTn id="427" presetID="10" presetClass="exit" presetSubtype="0" fill="hold" grpId="2" nodeType="withEffect">
                                  <p:stCondLst>
                                    <p:cond delay="0"/>
                                  </p:stCondLst>
                                  <p:childTnLst>
                                    <p:animEffect transition="out" filter="fade">
                                      <p:cBhvr>
                                        <p:cTn id="428" dur="500"/>
                                        <p:tgtEl>
                                          <p:spTgt spid="107"/>
                                        </p:tgtEl>
                                      </p:cBhvr>
                                    </p:animEffect>
                                    <p:set>
                                      <p:cBhvr>
                                        <p:cTn id="429" dur="1" fill="hold">
                                          <p:stCondLst>
                                            <p:cond delay="499"/>
                                          </p:stCondLst>
                                        </p:cTn>
                                        <p:tgtEl>
                                          <p:spTgt spid="107"/>
                                        </p:tgtEl>
                                        <p:attrNameLst>
                                          <p:attrName>style.visibility</p:attrName>
                                        </p:attrNameLst>
                                      </p:cBhvr>
                                      <p:to>
                                        <p:strVal val="hidden"/>
                                      </p:to>
                                    </p:set>
                                  </p:childTnLst>
                                </p:cTn>
                              </p:par>
                            </p:childTnLst>
                          </p:cTn>
                        </p:par>
                        <p:par>
                          <p:cTn id="430" fill="hold">
                            <p:stCondLst>
                              <p:cond delay="1000"/>
                            </p:stCondLst>
                            <p:childTnLst>
                              <p:par>
                                <p:cTn id="431" presetID="63" presetClass="path" presetSubtype="0" accel="50000" decel="50000" fill="hold" nodeType="afterEffect">
                                  <p:stCondLst>
                                    <p:cond delay="0"/>
                                  </p:stCondLst>
                                  <p:childTnLst>
                                    <p:animMotion origin="layout" path="M -0.07461 0.00162 L -0.03854 0.00278 " pathEditMode="relative" rAng="0" ptsTypes="AA">
                                      <p:cBhvr>
                                        <p:cTn id="432" dur="1000" fill="hold"/>
                                        <p:tgtEl>
                                          <p:spTgt spid="219"/>
                                        </p:tgtEl>
                                        <p:attrNameLst>
                                          <p:attrName>ppt_x</p:attrName>
                                          <p:attrName>ppt_y</p:attrName>
                                        </p:attrNameLst>
                                      </p:cBhvr>
                                      <p:rCtr x="1797" y="46"/>
                                    </p:animMotion>
                                  </p:childTnLst>
                                </p:cTn>
                              </p:par>
                            </p:childTnLst>
                          </p:cTn>
                        </p:par>
                        <p:par>
                          <p:cTn id="433" fill="hold">
                            <p:stCondLst>
                              <p:cond delay="2000"/>
                            </p:stCondLst>
                            <p:childTnLst>
                              <p:par>
                                <p:cTn id="434" presetID="7" presetClass="emph" presetSubtype="2" fill="hold" nodeType="afterEffect">
                                  <p:stCondLst>
                                    <p:cond delay="0"/>
                                  </p:stCondLst>
                                  <p:childTnLst>
                                    <p:animClr clrSpc="rgb" dir="cw">
                                      <p:cBhvr>
                                        <p:cTn id="435" dur="1000" fill="hold"/>
                                        <p:tgtEl>
                                          <p:spTgt spid="52"/>
                                        </p:tgtEl>
                                        <p:attrNameLst>
                                          <p:attrName>stroke.color</p:attrName>
                                        </p:attrNameLst>
                                      </p:cBhvr>
                                      <p:to>
                                        <a:srgbClr val="F2F2F2"/>
                                      </p:to>
                                    </p:animClr>
                                    <p:set>
                                      <p:cBhvr>
                                        <p:cTn id="436" dur="1000" fill="hold"/>
                                        <p:tgtEl>
                                          <p:spTgt spid="52"/>
                                        </p:tgtEl>
                                        <p:attrNameLst>
                                          <p:attrName>stroke.on</p:attrName>
                                        </p:attrNameLst>
                                      </p:cBhvr>
                                      <p:to>
                                        <p:strVal val="true"/>
                                      </p:to>
                                    </p:set>
                                  </p:childTnLst>
                                </p:cTn>
                              </p:par>
                            </p:childTnLst>
                          </p:cTn>
                        </p:par>
                        <p:par>
                          <p:cTn id="437" fill="hold">
                            <p:stCondLst>
                              <p:cond delay="3000"/>
                            </p:stCondLst>
                            <p:childTnLst>
                              <p:par>
                                <p:cTn id="438" presetID="7" presetClass="emph" presetSubtype="2" fill="hold" nodeType="afterEffect">
                                  <p:stCondLst>
                                    <p:cond delay="0"/>
                                  </p:stCondLst>
                                  <p:childTnLst>
                                    <p:animClr clrSpc="rgb" dir="cw">
                                      <p:cBhvr>
                                        <p:cTn id="439" dur="1000" fill="hold"/>
                                        <p:tgtEl>
                                          <p:spTgt spid="211"/>
                                        </p:tgtEl>
                                        <p:attrNameLst>
                                          <p:attrName>stroke.color</p:attrName>
                                        </p:attrNameLst>
                                      </p:cBhvr>
                                      <p:to>
                                        <a:schemeClr val="accent2"/>
                                      </p:to>
                                    </p:animClr>
                                    <p:set>
                                      <p:cBhvr>
                                        <p:cTn id="440" dur="1000" fill="hold"/>
                                        <p:tgtEl>
                                          <p:spTgt spid="211"/>
                                        </p:tgtEl>
                                        <p:attrNameLst>
                                          <p:attrName>stroke.on</p:attrName>
                                        </p:attrNameLst>
                                      </p:cBhvr>
                                      <p:to>
                                        <p:strVal val="true"/>
                                      </p:to>
                                    </p:set>
                                  </p:childTnLst>
                                </p:cTn>
                              </p:par>
                            </p:childTnLst>
                          </p:cTn>
                        </p:par>
                      </p:childTnLst>
                    </p:cTn>
                  </p:par>
                  <p:par>
                    <p:cTn id="441" fill="hold">
                      <p:stCondLst>
                        <p:cond delay="indefinite"/>
                      </p:stCondLst>
                      <p:childTnLst>
                        <p:par>
                          <p:cTn id="442" fill="hold">
                            <p:stCondLst>
                              <p:cond delay="0"/>
                            </p:stCondLst>
                            <p:childTnLst>
                              <p:par>
                                <p:cTn id="443" presetID="22" presetClass="entr" presetSubtype="1" fill="hold" nodeType="clickEffect">
                                  <p:stCondLst>
                                    <p:cond delay="0"/>
                                  </p:stCondLst>
                                  <p:childTnLst>
                                    <p:set>
                                      <p:cBhvr>
                                        <p:cTn id="444" dur="1" fill="hold">
                                          <p:stCondLst>
                                            <p:cond delay="0"/>
                                          </p:stCondLst>
                                        </p:cTn>
                                        <p:tgtEl>
                                          <p:spTgt spid="155"/>
                                        </p:tgtEl>
                                        <p:attrNameLst>
                                          <p:attrName>style.visibility</p:attrName>
                                        </p:attrNameLst>
                                      </p:cBhvr>
                                      <p:to>
                                        <p:strVal val="visible"/>
                                      </p:to>
                                    </p:set>
                                    <p:animEffect transition="in" filter="wipe(up)">
                                      <p:cBhvr>
                                        <p:cTn id="445" dur="500"/>
                                        <p:tgtEl>
                                          <p:spTgt spid="155"/>
                                        </p:tgtEl>
                                      </p:cBhvr>
                                    </p:animEffect>
                                  </p:childTnLst>
                                </p:cTn>
                              </p:par>
                            </p:childTnLst>
                          </p:cTn>
                        </p:par>
                        <p:par>
                          <p:cTn id="446" fill="hold">
                            <p:stCondLst>
                              <p:cond delay="500"/>
                            </p:stCondLst>
                            <p:childTnLst>
                              <p:par>
                                <p:cTn id="447" presetID="7" presetClass="emph" presetSubtype="2" fill="hold" nodeType="afterEffect">
                                  <p:stCondLst>
                                    <p:cond delay="0"/>
                                  </p:stCondLst>
                                  <p:childTnLst>
                                    <p:animClr clrSpc="rgb" dir="cw">
                                      <p:cBhvr>
                                        <p:cTn id="448" dur="1000" fill="hold"/>
                                        <p:tgtEl>
                                          <p:spTgt spid="211"/>
                                        </p:tgtEl>
                                        <p:attrNameLst>
                                          <p:attrName>stroke.color</p:attrName>
                                        </p:attrNameLst>
                                      </p:cBhvr>
                                      <p:to>
                                        <a:srgbClr val="F2F2F2"/>
                                      </p:to>
                                    </p:animClr>
                                    <p:set>
                                      <p:cBhvr>
                                        <p:cTn id="449" dur="1000" fill="hold"/>
                                        <p:tgtEl>
                                          <p:spTgt spid="211"/>
                                        </p:tgtEl>
                                        <p:attrNameLst>
                                          <p:attrName>stroke.on</p:attrName>
                                        </p:attrNameLst>
                                      </p:cBhvr>
                                      <p:to>
                                        <p:strVal val="true"/>
                                      </p:to>
                                    </p:set>
                                  </p:childTnLst>
                                </p:cTn>
                              </p:par>
                              <p:par>
                                <p:cTn id="450" presetID="7" presetClass="emph" presetSubtype="2" fill="hold" nodeType="withEffect">
                                  <p:stCondLst>
                                    <p:cond delay="500"/>
                                  </p:stCondLst>
                                  <p:childTnLst>
                                    <p:animClr clrSpc="rgb" dir="cw">
                                      <p:cBhvr>
                                        <p:cTn id="451" dur="1000" fill="hold"/>
                                        <p:tgtEl>
                                          <p:spTgt spid="217"/>
                                        </p:tgtEl>
                                        <p:attrNameLst>
                                          <p:attrName>stroke.color</p:attrName>
                                        </p:attrNameLst>
                                      </p:cBhvr>
                                      <p:to>
                                        <a:schemeClr val="accent2"/>
                                      </p:to>
                                    </p:animClr>
                                    <p:set>
                                      <p:cBhvr>
                                        <p:cTn id="452" dur="1000" fill="hold"/>
                                        <p:tgtEl>
                                          <p:spTgt spid="217"/>
                                        </p:tgtEl>
                                        <p:attrNameLst>
                                          <p:attrName>stroke.on</p:attrName>
                                        </p:attrNameLst>
                                      </p:cBhvr>
                                      <p:to>
                                        <p:strVal val="true"/>
                                      </p:to>
                                    </p:set>
                                  </p:childTnLst>
                                </p:cTn>
                              </p:par>
                            </p:childTnLst>
                          </p:cTn>
                        </p:par>
                      </p:childTnLst>
                    </p:cTn>
                  </p:par>
                  <p:par>
                    <p:cTn id="453" fill="hold">
                      <p:stCondLst>
                        <p:cond delay="indefinite"/>
                      </p:stCondLst>
                      <p:childTnLst>
                        <p:par>
                          <p:cTn id="454" fill="hold">
                            <p:stCondLst>
                              <p:cond delay="0"/>
                            </p:stCondLst>
                            <p:childTnLst>
                              <p:par>
                                <p:cTn id="455" presetID="35" presetClass="path" presetSubtype="0" accel="50000" decel="50000" fill="hold" nodeType="clickEffect">
                                  <p:stCondLst>
                                    <p:cond delay="0"/>
                                  </p:stCondLst>
                                  <p:childTnLst>
                                    <p:animMotion origin="layout" path="M -0.03099 -0.00024 L -0.06563 -0.00186 " pathEditMode="relative" rAng="0" ptsTypes="AA">
                                      <p:cBhvr>
                                        <p:cTn id="456" dur="1000" fill="hold"/>
                                        <p:tgtEl>
                                          <p:spTgt spid="169"/>
                                        </p:tgtEl>
                                        <p:attrNameLst>
                                          <p:attrName>ppt_x</p:attrName>
                                          <p:attrName>ppt_y</p:attrName>
                                        </p:attrNameLst>
                                      </p:cBhvr>
                                      <p:rCtr x="-1732" y="-93"/>
                                    </p:animMotion>
                                  </p:childTnLst>
                                </p:cTn>
                              </p:par>
                            </p:childTnLst>
                          </p:cTn>
                        </p:par>
                        <p:par>
                          <p:cTn id="457" fill="hold">
                            <p:stCondLst>
                              <p:cond delay="1000"/>
                            </p:stCondLst>
                            <p:childTnLst>
                              <p:par>
                                <p:cTn id="458" presetID="1" presetClass="entr" presetSubtype="0" fill="hold" grpId="0" nodeType="afterEffect">
                                  <p:stCondLst>
                                    <p:cond delay="0"/>
                                  </p:stCondLst>
                                  <p:childTnLst>
                                    <p:set>
                                      <p:cBhvr>
                                        <p:cTn id="459" dur="1" fill="hold">
                                          <p:stCondLst>
                                            <p:cond delay="0"/>
                                          </p:stCondLst>
                                        </p:cTn>
                                        <p:tgtEl>
                                          <p:spTgt spid="275"/>
                                        </p:tgtEl>
                                        <p:attrNameLst>
                                          <p:attrName>style.visibility</p:attrName>
                                        </p:attrNameLst>
                                      </p:cBhvr>
                                      <p:to>
                                        <p:strVal val="visible"/>
                                      </p:to>
                                    </p:set>
                                  </p:childTnLst>
                                </p:cTn>
                              </p:par>
                            </p:childTnLst>
                          </p:cTn>
                        </p:par>
                        <p:par>
                          <p:cTn id="460" fill="hold">
                            <p:stCondLst>
                              <p:cond delay="1000"/>
                            </p:stCondLst>
                            <p:childTnLst>
                              <p:par>
                                <p:cTn id="461" presetID="63" presetClass="path" presetSubtype="0" accel="50000" decel="50000" fill="hold" grpId="1" nodeType="afterEffect">
                                  <p:stCondLst>
                                    <p:cond delay="0"/>
                                  </p:stCondLst>
                                  <p:childTnLst>
                                    <p:animMotion origin="layout" path="M 1.66667E-6 2.22222E-6 L 0.2681 -0.02639 " pathEditMode="relative" rAng="0" ptsTypes="AA">
                                      <p:cBhvr>
                                        <p:cTn id="462" dur="1000" fill="hold"/>
                                        <p:tgtEl>
                                          <p:spTgt spid="275"/>
                                        </p:tgtEl>
                                        <p:attrNameLst>
                                          <p:attrName>ppt_x</p:attrName>
                                          <p:attrName>ppt_y</p:attrName>
                                        </p:attrNameLst>
                                      </p:cBhvr>
                                      <p:rCtr x="13398" y="-1319"/>
                                    </p:animMotion>
                                  </p:childTnLst>
                                </p:cTn>
                              </p:par>
                              <p:par>
                                <p:cTn id="463" presetID="10" presetClass="exit" presetSubtype="0" fill="hold" grpId="3" nodeType="withEffect">
                                  <p:stCondLst>
                                    <p:cond delay="500"/>
                                  </p:stCondLst>
                                  <p:childTnLst>
                                    <p:animEffect transition="out" filter="fade">
                                      <p:cBhvr>
                                        <p:cTn id="464" dur="500"/>
                                        <p:tgtEl>
                                          <p:spTgt spid="223"/>
                                        </p:tgtEl>
                                      </p:cBhvr>
                                    </p:animEffect>
                                    <p:set>
                                      <p:cBhvr>
                                        <p:cTn id="465" dur="1" fill="hold">
                                          <p:stCondLst>
                                            <p:cond delay="499"/>
                                          </p:stCondLst>
                                        </p:cTn>
                                        <p:tgtEl>
                                          <p:spTgt spid="223"/>
                                        </p:tgtEl>
                                        <p:attrNameLst>
                                          <p:attrName>style.visibility</p:attrName>
                                        </p:attrNameLst>
                                      </p:cBhvr>
                                      <p:to>
                                        <p:strVal val="hidden"/>
                                      </p:to>
                                    </p:set>
                                  </p:childTnLst>
                                </p:cTn>
                              </p:par>
                            </p:childTnLst>
                          </p:cTn>
                        </p:par>
                        <p:par>
                          <p:cTn id="466" fill="hold">
                            <p:stCondLst>
                              <p:cond delay="2000"/>
                            </p:stCondLst>
                            <p:childTnLst>
                              <p:par>
                                <p:cTn id="467" presetID="1" presetClass="entr" presetSubtype="0" fill="hold" grpId="0" nodeType="afterEffect">
                                  <p:stCondLst>
                                    <p:cond delay="0"/>
                                  </p:stCondLst>
                                  <p:childTnLst>
                                    <p:set>
                                      <p:cBhvr>
                                        <p:cTn id="468" dur="1" fill="hold">
                                          <p:stCondLst>
                                            <p:cond delay="0"/>
                                          </p:stCondLst>
                                        </p:cTn>
                                        <p:tgtEl>
                                          <p:spTgt spid="182"/>
                                        </p:tgtEl>
                                        <p:attrNameLst>
                                          <p:attrName>style.visibility</p:attrName>
                                        </p:attrNameLst>
                                      </p:cBhvr>
                                      <p:to>
                                        <p:strVal val="visible"/>
                                      </p:to>
                                    </p:set>
                                  </p:childTnLst>
                                </p:cTn>
                              </p:par>
                            </p:childTnLst>
                          </p:cTn>
                        </p:par>
                        <p:par>
                          <p:cTn id="469" fill="hold">
                            <p:stCondLst>
                              <p:cond delay="2000"/>
                            </p:stCondLst>
                            <p:childTnLst>
                              <p:par>
                                <p:cTn id="470" presetID="49" presetClass="path" presetSubtype="0" accel="50000" decel="50000" fill="hold" grpId="1" nodeType="afterEffect">
                                  <p:stCondLst>
                                    <p:cond delay="0"/>
                                  </p:stCondLst>
                                  <p:childTnLst>
                                    <p:animMotion origin="layout" path="M 3.125E-6 4.81481E-6 L 0.25013 0.31851 " pathEditMode="relative" rAng="0" ptsTypes="AA">
                                      <p:cBhvr>
                                        <p:cTn id="471" dur="1000" fill="hold"/>
                                        <p:tgtEl>
                                          <p:spTgt spid="182"/>
                                        </p:tgtEl>
                                        <p:attrNameLst>
                                          <p:attrName>ppt_x</p:attrName>
                                          <p:attrName>ppt_y</p:attrName>
                                        </p:attrNameLst>
                                      </p:cBhvr>
                                      <p:rCtr x="12500" y="15926"/>
                                    </p:animMotion>
                                  </p:childTnLst>
                                </p:cTn>
                              </p:par>
                              <p:par>
                                <p:cTn id="472" presetID="10" presetClass="exit" presetSubtype="0" fill="hold" grpId="2" nodeType="withEffect">
                                  <p:stCondLst>
                                    <p:cond delay="0"/>
                                  </p:stCondLst>
                                  <p:childTnLst>
                                    <p:animEffect transition="out" filter="fade">
                                      <p:cBhvr>
                                        <p:cTn id="473" dur="500"/>
                                        <p:tgtEl>
                                          <p:spTgt spid="191"/>
                                        </p:tgtEl>
                                      </p:cBhvr>
                                    </p:animEffect>
                                    <p:set>
                                      <p:cBhvr>
                                        <p:cTn id="474" dur="1" fill="hold">
                                          <p:stCondLst>
                                            <p:cond delay="499"/>
                                          </p:stCondLst>
                                        </p:cTn>
                                        <p:tgtEl>
                                          <p:spTgt spid="191"/>
                                        </p:tgtEl>
                                        <p:attrNameLst>
                                          <p:attrName>style.visibility</p:attrName>
                                        </p:attrNameLst>
                                      </p:cBhvr>
                                      <p:to>
                                        <p:strVal val="hidden"/>
                                      </p:to>
                                    </p:set>
                                  </p:childTnLst>
                                </p:cTn>
                              </p:par>
                            </p:childTnLst>
                          </p:cTn>
                        </p:par>
                        <p:par>
                          <p:cTn id="475" fill="hold">
                            <p:stCondLst>
                              <p:cond delay="3000"/>
                            </p:stCondLst>
                            <p:childTnLst>
                              <p:par>
                                <p:cTn id="476" presetID="16" presetClass="entr" presetSubtype="21" fill="hold" grpId="0" nodeType="afterEffect">
                                  <p:stCondLst>
                                    <p:cond delay="0"/>
                                  </p:stCondLst>
                                  <p:childTnLst>
                                    <p:set>
                                      <p:cBhvr>
                                        <p:cTn id="477" dur="1" fill="hold">
                                          <p:stCondLst>
                                            <p:cond delay="0"/>
                                          </p:stCondLst>
                                        </p:cTn>
                                        <p:tgtEl>
                                          <p:spTgt spid="276"/>
                                        </p:tgtEl>
                                        <p:attrNameLst>
                                          <p:attrName>style.visibility</p:attrName>
                                        </p:attrNameLst>
                                      </p:cBhvr>
                                      <p:to>
                                        <p:strVal val="visible"/>
                                      </p:to>
                                    </p:set>
                                    <p:animEffect transition="in" filter="barn(inVertical)">
                                      <p:cBhvr>
                                        <p:cTn id="478" dur="500"/>
                                        <p:tgtEl>
                                          <p:spTgt spid="276"/>
                                        </p:tgtEl>
                                      </p:cBhvr>
                                    </p:animEffect>
                                  </p:childTnLst>
                                </p:cTn>
                              </p:par>
                            </p:childTnLst>
                          </p:cTn>
                        </p:par>
                        <p:par>
                          <p:cTn id="479" fill="hold">
                            <p:stCondLst>
                              <p:cond delay="3500"/>
                            </p:stCondLst>
                            <p:childTnLst>
                              <p:par>
                                <p:cTn id="480" presetID="1" presetClass="entr" presetSubtype="0" fill="hold" grpId="0" nodeType="afterEffect">
                                  <p:stCondLst>
                                    <p:cond delay="0"/>
                                  </p:stCondLst>
                                  <p:childTnLst>
                                    <p:set>
                                      <p:cBhvr>
                                        <p:cTn id="481" dur="1" fill="hold">
                                          <p:stCondLst>
                                            <p:cond delay="0"/>
                                          </p:stCondLst>
                                        </p:cTn>
                                        <p:tgtEl>
                                          <p:spTgt spid="277"/>
                                        </p:tgtEl>
                                        <p:attrNameLst>
                                          <p:attrName>style.visibility</p:attrName>
                                        </p:attrNameLst>
                                      </p:cBhvr>
                                      <p:to>
                                        <p:strVal val="visible"/>
                                      </p:to>
                                    </p:set>
                                  </p:childTnLst>
                                </p:cTn>
                              </p:par>
                            </p:childTnLst>
                          </p:cTn>
                        </p:par>
                        <p:par>
                          <p:cTn id="482" fill="hold">
                            <p:stCondLst>
                              <p:cond delay="3500"/>
                            </p:stCondLst>
                            <p:childTnLst>
                              <p:par>
                                <p:cTn id="483" presetID="63" presetClass="path" presetSubtype="0" accel="50000" decel="50000" fill="hold" grpId="1" nodeType="afterEffect">
                                  <p:stCondLst>
                                    <p:cond delay="0"/>
                                  </p:stCondLst>
                                  <p:childTnLst>
                                    <p:animMotion origin="layout" path="M -1.875E-6 -2.59259E-6 L 0.44167 -0.03009 " pathEditMode="relative" rAng="0" ptsTypes="AA">
                                      <p:cBhvr>
                                        <p:cTn id="484" dur="1000" fill="hold"/>
                                        <p:tgtEl>
                                          <p:spTgt spid="277"/>
                                        </p:tgtEl>
                                        <p:attrNameLst>
                                          <p:attrName>ppt_x</p:attrName>
                                          <p:attrName>ppt_y</p:attrName>
                                        </p:attrNameLst>
                                      </p:cBhvr>
                                      <p:rCtr x="22083" y="-1505"/>
                                    </p:animMotion>
                                  </p:childTnLst>
                                </p:cTn>
                              </p:par>
                              <p:par>
                                <p:cTn id="485" presetID="10" presetClass="exit" presetSubtype="0" fill="hold" grpId="2" nodeType="withEffect">
                                  <p:stCondLst>
                                    <p:cond delay="0"/>
                                  </p:stCondLst>
                                  <p:childTnLst>
                                    <p:animEffect transition="out" filter="fade">
                                      <p:cBhvr>
                                        <p:cTn id="486" dur="500"/>
                                        <p:tgtEl>
                                          <p:spTgt spid="249"/>
                                        </p:tgtEl>
                                      </p:cBhvr>
                                    </p:animEffect>
                                    <p:set>
                                      <p:cBhvr>
                                        <p:cTn id="487" dur="1" fill="hold">
                                          <p:stCondLst>
                                            <p:cond delay="499"/>
                                          </p:stCondLst>
                                        </p:cTn>
                                        <p:tgtEl>
                                          <p:spTgt spid="249"/>
                                        </p:tgtEl>
                                        <p:attrNameLst>
                                          <p:attrName>style.visibility</p:attrName>
                                        </p:attrNameLst>
                                      </p:cBhvr>
                                      <p:to>
                                        <p:strVal val="hidden"/>
                                      </p:to>
                                    </p:set>
                                  </p:childTnLst>
                                </p:cTn>
                              </p:par>
                            </p:childTnLst>
                          </p:cTn>
                        </p:par>
                        <p:par>
                          <p:cTn id="488" fill="hold">
                            <p:stCondLst>
                              <p:cond delay="4500"/>
                            </p:stCondLst>
                            <p:childTnLst>
                              <p:par>
                                <p:cTn id="489" presetID="27" presetClass="emph" presetSubtype="0" fill="remove" grpId="3" nodeType="afterEffect">
                                  <p:stCondLst>
                                    <p:cond delay="0"/>
                                  </p:stCondLst>
                                  <p:childTnLst>
                                    <p:animClr clrSpc="rgb" dir="cw">
                                      <p:cBhvr override="childStyle">
                                        <p:cTn id="490" dur="250" autoRev="1" fill="remove"/>
                                        <p:tgtEl>
                                          <p:spTgt spid="225"/>
                                        </p:tgtEl>
                                        <p:attrNameLst>
                                          <p:attrName>style.color</p:attrName>
                                        </p:attrNameLst>
                                      </p:cBhvr>
                                      <p:to>
                                        <a:srgbClr val="FFF2CC"/>
                                      </p:to>
                                    </p:animClr>
                                    <p:animClr clrSpc="rgb" dir="cw">
                                      <p:cBhvr>
                                        <p:cTn id="491" dur="250" autoRev="1" fill="remove"/>
                                        <p:tgtEl>
                                          <p:spTgt spid="225"/>
                                        </p:tgtEl>
                                        <p:attrNameLst>
                                          <p:attrName>fillcolor</p:attrName>
                                        </p:attrNameLst>
                                      </p:cBhvr>
                                      <p:to>
                                        <a:srgbClr val="FFF2CC"/>
                                      </p:to>
                                    </p:animClr>
                                    <p:set>
                                      <p:cBhvr>
                                        <p:cTn id="492" dur="250" autoRev="1" fill="remove"/>
                                        <p:tgtEl>
                                          <p:spTgt spid="225"/>
                                        </p:tgtEl>
                                        <p:attrNameLst>
                                          <p:attrName>fill.type</p:attrName>
                                        </p:attrNameLst>
                                      </p:cBhvr>
                                      <p:to>
                                        <p:strVal val="solid"/>
                                      </p:to>
                                    </p:set>
                                    <p:set>
                                      <p:cBhvr>
                                        <p:cTn id="493" dur="250" autoRev="1" fill="remove"/>
                                        <p:tgtEl>
                                          <p:spTgt spid="225"/>
                                        </p:tgtEl>
                                        <p:attrNameLst>
                                          <p:attrName>fill.on</p:attrName>
                                        </p:attrNameLst>
                                      </p:cBhvr>
                                      <p:to>
                                        <p:strVal val="true"/>
                                      </p:to>
                                    </p:set>
                                  </p:childTnLst>
                                </p:cTn>
                              </p:par>
                            </p:childTnLst>
                          </p:cTn>
                        </p:par>
                        <p:par>
                          <p:cTn id="494" fill="hold">
                            <p:stCondLst>
                              <p:cond delay="5000"/>
                            </p:stCondLst>
                            <p:childTnLst>
                              <p:par>
                                <p:cTn id="495" presetID="35" presetClass="path" presetSubtype="0" accel="50000" decel="50000" fill="hold" grpId="1" nodeType="afterEffect">
                                  <p:stCondLst>
                                    <p:cond delay="0"/>
                                  </p:stCondLst>
                                  <p:childTnLst>
                                    <p:animMotion origin="layout" path="M -0.00117 -2.59259E-6 L -0.39987 0.02847 " pathEditMode="relative" rAng="0" ptsTypes="AA">
                                      <p:cBhvr>
                                        <p:cTn id="496" dur="1000" fill="hold"/>
                                        <p:tgtEl>
                                          <p:spTgt spid="276"/>
                                        </p:tgtEl>
                                        <p:attrNameLst>
                                          <p:attrName>ppt_x</p:attrName>
                                          <p:attrName>ppt_y</p:attrName>
                                        </p:attrNameLst>
                                      </p:cBhvr>
                                      <p:rCtr x="-19935" y="1412"/>
                                    </p:animMotion>
                                  </p:childTnLst>
                                </p:cTn>
                              </p:par>
                            </p:childTnLst>
                          </p:cTn>
                        </p:par>
                        <p:par>
                          <p:cTn id="497" fill="hold">
                            <p:stCondLst>
                              <p:cond delay="6000"/>
                            </p:stCondLst>
                            <p:childTnLst>
                              <p:par>
                                <p:cTn id="498" presetID="7" presetClass="emph" presetSubtype="2" fill="hold" nodeType="afterEffect">
                                  <p:stCondLst>
                                    <p:cond delay="0"/>
                                  </p:stCondLst>
                                  <p:childTnLst>
                                    <p:animClr clrSpc="rgb" dir="cw">
                                      <p:cBhvr>
                                        <p:cTn id="499" dur="1000" fill="hold"/>
                                        <p:tgtEl>
                                          <p:spTgt spid="217"/>
                                        </p:tgtEl>
                                        <p:attrNameLst>
                                          <p:attrName>stroke.color</p:attrName>
                                        </p:attrNameLst>
                                      </p:cBhvr>
                                      <p:to>
                                        <a:srgbClr val="F2F2F2"/>
                                      </p:to>
                                    </p:animClr>
                                    <p:set>
                                      <p:cBhvr>
                                        <p:cTn id="500" dur="1000" fill="hold"/>
                                        <p:tgtEl>
                                          <p:spTgt spid="217"/>
                                        </p:tgtEl>
                                        <p:attrNameLst>
                                          <p:attrName>stroke.on</p:attrName>
                                        </p:attrNameLst>
                                      </p:cBhvr>
                                      <p:to>
                                        <p:strVal val="true"/>
                                      </p:to>
                                    </p:set>
                                  </p:childTnLst>
                                </p:cTn>
                              </p:par>
                              <p:par>
                                <p:cTn id="501" presetID="7" presetClass="emph" presetSubtype="2" fill="hold" nodeType="withEffect">
                                  <p:stCondLst>
                                    <p:cond delay="500"/>
                                  </p:stCondLst>
                                  <p:childTnLst>
                                    <p:animClr clrSpc="rgb" dir="cw">
                                      <p:cBhvr>
                                        <p:cTn id="502" dur="1000" fill="hold"/>
                                        <p:tgtEl>
                                          <p:spTgt spid="211"/>
                                        </p:tgtEl>
                                        <p:attrNameLst>
                                          <p:attrName>stroke.color</p:attrName>
                                        </p:attrNameLst>
                                      </p:cBhvr>
                                      <p:to>
                                        <a:schemeClr val="accent2"/>
                                      </p:to>
                                    </p:animClr>
                                    <p:set>
                                      <p:cBhvr>
                                        <p:cTn id="503" dur="1000" fill="hold"/>
                                        <p:tgtEl>
                                          <p:spTgt spid="211"/>
                                        </p:tgtEl>
                                        <p:attrNameLst>
                                          <p:attrName>stroke.on</p:attrName>
                                        </p:attrNameLst>
                                      </p:cBhvr>
                                      <p:to>
                                        <p:strVal val="true"/>
                                      </p:to>
                                    </p:set>
                                  </p:childTnLst>
                                </p:cTn>
                              </p:par>
                            </p:childTnLst>
                          </p:cTn>
                        </p:par>
                      </p:childTnLst>
                    </p:cTn>
                  </p:par>
                  <p:par>
                    <p:cTn id="504" fill="hold">
                      <p:stCondLst>
                        <p:cond delay="indefinite"/>
                      </p:stCondLst>
                      <p:childTnLst>
                        <p:par>
                          <p:cTn id="505" fill="hold">
                            <p:stCondLst>
                              <p:cond delay="0"/>
                            </p:stCondLst>
                            <p:childTnLst>
                              <p:par>
                                <p:cTn id="506" presetID="63" presetClass="path" presetSubtype="0" accel="50000" decel="50000" fill="hold" nodeType="clickEffect">
                                  <p:stCondLst>
                                    <p:cond delay="0"/>
                                  </p:stCondLst>
                                  <p:childTnLst>
                                    <p:animMotion origin="layout" path="M 3.33333E-6 -4.07407E-6 L 0.06276 -0.00069 " pathEditMode="relative" rAng="0" ptsTypes="AA">
                                      <p:cBhvr>
                                        <p:cTn id="507" dur="1000" fill="hold"/>
                                        <p:tgtEl>
                                          <p:spTgt spid="155"/>
                                        </p:tgtEl>
                                        <p:attrNameLst>
                                          <p:attrName>ppt_x</p:attrName>
                                          <p:attrName>ppt_y</p:attrName>
                                        </p:attrNameLst>
                                      </p:cBhvr>
                                      <p:rCtr x="3138" y="-46"/>
                                    </p:animMotion>
                                  </p:childTnLst>
                                </p:cTn>
                              </p:par>
                            </p:childTnLst>
                          </p:cTn>
                        </p:par>
                        <p:par>
                          <p:cTn id="508" fill="hold">
                            <p:stCondLst>
                              <p:cond delay="1000"/>
                            </p:stCondLst>
                            <p:childTnLst>
                              <p:par>
                                <p:cTn id="509" presetID="7" presetClass="emph" presetSubtype="2" fill="hold" nodeType="afterEffect">
                                  <p:stCondLst>
                                    <p:cond delay="0"/>
                                  </p:stCondLst>
                                  <p:childTnLst>
                                    <p:animClr clrSpc="rgb" dir="cw">
                                      <p:cBhvr>
                                        <p:cTn id="510" dur="1000" fill="hold"/>
                                        <p:tgtEl>
                                          <p:spTgt spid="211"/>
                                        </p:tgtEl>
                                        <p:attrNameLst>
                                          <p:attrName>stroke.color</p:attrName>
                                        </p:attrNameLst>
                                      </p:cBhvr>
                                      <p:to>
                                        <a:srgbClr val="F2F2F2"/>
                                      </p:to>
                                    </p:animClr>
                                    <p:set>
                                      <p:cBhvr>
                                        <p:cTn id="511" dur="1000" fill="hold"/>
                                        <p:tgtEl>
                                          <p:spTgt spid="211"/>
                                        </p:tgtEl>
                                        <p:attrNameLst>
                                          <p:attrName>stroke.on</p:attrName>
                                        </p:attrNameLst>
                                      </p:cBhvr>
                                      <p:to>
                                        <p:strVal val="true"/>
                                      </p:to>
                                    </p:set>
                                  </p:childTnLst>
                                </p:cTn>
                              </p:par>
                              <p:par>
                                <p:cTn id="512" presetID="7" presetClass="emph" presetSubtype="2" fill="hold" nodeType="withEffect">
                                  <p:stCondLst>
                                    <p:cond delay="500"/>
                                  </p:stCondLst>
                                  <p:childTnLst>
                                    <p:animClr clrSpc="rgb" dir="cw">
                                      <p:cBhvr>
                                        <p:cTn id="513" dur="1000" fill="hold"/>
                                        <p:tgtEl>
                                          <p:spTgt spid="217"/>
                                        </p:tgtEl>
                                        <p:attrNameLst>
                                          <p:attrName>stroke.color</p:attrName>
                                        </p:attrNameLst>
                                      </p:cBhvr>
                                      <p:to>
                                        <a:srgbClr val="ED7D31"/>
                                      </p:to>
                                    </p:animClr>
                                    <p:set>
                                      <p:cBhvr>
                                        <p:cTn id="514" dur="1000" fill="hold"/>
                                        <p:tgtEl>
                                          <p:spTgt spid="217"/>
                                        </p:tgtEl>
                                        <p:attrNameLst>
                                          <p:attrName>stroke.on</p:attrName>
                                        </p:attrNameLst>
                                      </p:cBhvr>
                                      <p:to>
                                        <p:strVal val="true"/>
                                      </p:to>
                                    </p:set>
                                  </p:childTnLst>
                                </p:cTn>
                              </p:par>
                            </p:childTnLst>
                          </p:cTn>
                        </p:par>
                      </p:childTnLst>
                    </p:cTn>
                  </p:par>
                  <p:par>
                    <p:cTn id="515" fill="hold">
                      <p:stCondLst>
                        <p:cond delay="indefinite"/>
                      </p:stCondLst>
                      <p:childTnLst>
                        <p:par>
                          <p:cTn id="516" fill="hold">
                            <p:stCondLst>
                              <p:cond delay="0"/>
                            </p:stCondLst>
                            <p:childTnLst>
                              <p:par>
                                <p:cTn id="517" presetID="63" presetClass="path" presetSubtype="0" accel="50000" decel="50000" fill="hold" nodeType="clickEffect">
                                  <p:stCondLst>
                                    <p:cond delay="0"/>
                                  </p:stCondLst>
                                  <p:childTnLst>
                                    <p:animMotion origin="layout" path="M -0.06563 -0.00186 L 3.75E-6 3.7037E-6 " pathEditMode="relative" rAng="0" ptsTypes="AA">
                                      <p:cBhvr>
                                        <p:cTn id="518" dur="1000" fill="hold"/>
                                        <p:tgtEl>
                                          <p:spTgt spid="169"/>
                                        </p:tgtEl>
                                        <p:attrNameLst>
                                          <p:attrName>ppt_x</p:attrName>
                                          <p:attrName>ppt_y</p:attrName>
                                        </p:attrNameLst>
                                      </p:cBhvr>
                                      <p:rCtr x="3281" y="93"/>
                                    </p:animMotion>
                                  </p:childTnLst>
                                </p:cTn>
                              </p:par>
                            </p:childTnLst>
                          </p:cTn>
                        </p:par>
                        <p:par>
                          <p:cTn id="519" fill="hold">
                            <p:stCondLst>
                              <p:cond delay="1000"/>
                            </p:stCondLst>
                            <p:childTnLst>
                              <p:par>
                                <p:cTn id="520" presetID="1" presetClass="entr" presetSubtype="0" fill="hold" grpId="0" nodeType="afterEffect">
                                  <p:stCondLst>
                                    <p:cond delay="0"/>
                                  </p:stCondLst>
                                  <p:childTnLst>
                                    <p:set>
                                      <p:cBhvr>
                                        <p:cTn id="521" dur="1" fill="hold">
                                          <p:stCondLst>
                                            <p:cond delay="0"/>
                                          </p:stCondLst>
                                        </p:cTn>
                                        <p:tgtEl>
                                          <p:spTgt spid="184"/>
                                        </p:tgtEl>
                                        <p:attrNameLst>
                                          <p:attrName>style.visibility</p:attrName>
                                        </p:attrNameLst>
                                      </p:cBhvr>
                                      <p:to>
                                        <p:strVal val="visible"/>
                                      </p:to>
                                    </p:set>
                                  </p:childTnLst>
                                </p:cTn>
                              </p:par>
                            </p:childTnLst>
                          </p:cTn>
                        </p:par>
                        <p:par>
                          <p:cTn id="522" fill="hold">
                            <p:stCondLst>
                              <p:cond delay="1000"/>
                            </p:stCondLst>
                            <p:childTnLst>
                              <p:par>
                                <p:cTn id="523" presetID="49" presetClass="path" presetSubtype="0" accel="50000" decel="50000" fill="hold" grpId="1" nodeType="afterEffect">
                                  <p:stCondLst>
                                    <p:cond delay="0"/>
                                  </p:stCondLst>
                                  <p:childTnLst>
                                    <p:animMotion origin="layout" path="M 4.375E-6 3.33333E-6 L 0.18815 0.31967 " pathEditMode="relative" rAng="0" ptsTypes="AA">
                                      <p:cBhvr>
                                        <p:cTn id="524" dur="1000" fill="hold"/>
                                        <p:tgtEl>
                                          <p:spTgt spid="184"/>
                                        </p:tgtEl>
                                        <p:attrNameLst>
                                          <p:attrName>ppt_x</p:attrName>
                                          <p:attrName>ppt_y</p:attrName>
                                        </p:attrNameLst>
                                      </p:cBhvr>
                                      <p:rCtr x="9401" y="15972"/>
                                    </p:animMotion>
                                  </p:childTnLst>
                                </p:cTn>
                              </p:par>
                              <p:par>
                                <p:cTn id="525" presetID="10" presetClass="exit" presetSubtype="0" fill="hold" grpId="2" nodeType="withEffect">
                                  <p:stCondLst>
                                    <p:cond delay="0"/>
                                  </p:stCondLst>
                                  <p:childTnLst>
                                    <p:animEffect transition="out" filter="fade">
                                      <p:cBhvr>
                                        <p:cTn id="526" dur="500"/>
                                        <p:tgtEl>
                                          <p:spTgt spid="182"/>
                                        </p:tgtEl>
                                      </p:cBhvr>
                                    </p:animEffect>
                                    <p:set>
                                      <p:cBhvr>
                                        <p:cTn id="527" dur="1" fill="hold">
                                          <p:stCondLst>
                                            <p:cond delay="499"/>
                                          </p:stCondLst>
                                        </p:cTn>
                                        <p:tgtEl>
                                          <p:spTgt spid="182"/>
                                        </p:tgtEl>
                                        <p:attrNameLst>
                                          <p:attrName>style.visibility</p:attrName>
                                        </p:attrNameLst>
                                      </p:cBhvr>
                                      <p:to>
                                        <p:strVal val="hidden"/>
                                      </p:to>
                                    </p:set>
                                  </p:childTnLst>
                                </p:cTn>
                              </p:par>
                            </p:childTnLst>
                          </p:cTn>
                        </p:par>
                        <p:par>
                          <p:cTn id="528" fill="hold">
                            <p:stCondLst>
                              <p:cond delay="2000"/>
                            </p:stCondLst>
                            <p:childTnLst>
                              <p:par>
                                <p:cTn id="529" presetID="16" presetClass="entr" presetSubtype="21" fill="hold" grpId="0" nodeType="afterEffect">
                                  <p:stCondLst>
                                    <p:cond delay="0"/>
                                  </p:stCondLst>
                                  <p:childTnLst>
                                    <p:set>
                                      <p:cBhvr>
                                        <p:cTn id="530" dur="1" fill="hold">
                                          <p:stCondLst>
                                            <p:cond delay="0"/>
                                          </p:stCondLst>
                                        </p:cTn>
                                        <p:tgtEl>
                                          <p:spTgt spid="279"/>
                                        </p:tgtEl>
                                        <p:attrNameLst>
                                          <p:attrName>style.visibility</p:attrName>
                                        </p:attrNameLst>
                                      </p:cBhvr>
                                      <p:to>
                                        <p:strVal val="visible"/>
                                      </p:to>
                                    </p:set>
                                    <p:animEffect transition="in" filter="barn(inVertical)">
                                      <p:cBhvr>
                                        <p:cTn id="531" dur="500"/>
                                        <p:tgtEl>
                                          <p:spTgt spid="279"/>
                                        </p:tgtEl>
                                      </p:cBhvr>
                                    </p:animEffect>
                                  </p:childTnLst>
                                </p:cTn>
                              </p:par>
                            </p:childTnLst>
                          </p:cTn>
                        </p:par>
                        <p:par>
                          <p:cTn id="532" fill="hold">
                            <p:stCondLst>
                              <p:cond delay="2500"/>
                            </p:stCondLst>
                            <p:childTnLst>
                              <p:par>
                                <p:cTn id="533" presetID="1" presetClass="entr" presetSubtype="0" fill="hold" grpId="0" nodeType="afterEffect">
                                  <p:stCondLst>
                                    <p:cond delay="0"/>
                                  </p:stCondLst>
                                  <p:childTnLst>
                                    <p:set>
                                      <p:cBhvr>
                                        <p:cTn id="534" dur="1" fill="hold">
                                          <p:stCondLst>
                                            <p:cond delay="0"/>
                                          </p:stCondLst>
                                        </p:cTn>
                                        <p:tgtEl>
                                          <p:spTgt spid="280"/>
                                        </p:tgtEl>
                                        <p:attrNameLst>
                                          <p:attrName>style.visibility</p:attrName>
                                        </p:attrNameLst>
                                      </p:cBhvr>
                                      <p:to>
                                        <p:strVal val="visible"/>
                                      </p:to>
                                    </p:set>
                                  </p:childTnLst>
                                </p:cTn>
                              </p:par>
                            </p:childTnLst>
                          </p:cTn>
                        </p:par>
                        <p:par>
                          <p:cTn id="535" fill="hold">
                            <p:stCondLst>
                              <p:cond delay="2500"/>
                            </p:stCondLst>
                            <p:childTnLst>
                              <p:par>
                                <p:cTn id="536" presetID="63" presetClass="path" presetSubtype="0" accel="50000" decel="50000" fill="hold" grpId="1" nodeType="afterEffect">
                                  <p:stCondLst>
                                    <p:cond delay="0"/>
                                  </p:stCondLst>
                                  <p:childTnLst>
                                    <p:animMotion origin="layout" path="M -3.75E-6 -2.59259E-6 L 0.44089 -0.03009 " pathEditMode="relative" rAng="0" ptsTypes="AA">
                                      <p:cBhvr>
                                        <p:cTn id="537" dur="1000" fill="hold"/>
                                        <p:tgtEl>
                                          <p:spTgt spid="280"/>
                                        </p:tgtEl>
                                        <p:attrNameLst>
                                          <p:attrName>ppt_x</p:attrName>
                                          <p:attrName>ppt_y</p:attrName>
                                        </p:attrNameLst>
                                      </p:cBhvr>
                                      <p:rCtr x="22044" y="-1505"/>
                                    </p:animMotion>
                                  </p:childTnLst>
                                </p:cTn>
                              </p:par>
                              <p:par>
                                <p:cTn id="538" presetID="10" presetClass="exit" presetSubtype="0" fill="hold" grpId="2" nodeType="withEffect">
                                  <p:stCondLst>
                                    <p:cond delay="500"/>
                                  </p:stCondLst>
                                  <p:childTnLst>
                                    <p:animEffect transition="out" filter="fade">
                                      <p:cBhvr>
                                        <p:cTn id="539" dur="500"/>
                                        <p:tgtEl>
                                          <p:spTgt spid="277"/>
                                        </p:tgtEl>
                                      </p:cBhvr>
                                    </p:animEffect>
                                    <p:set>
                                      <p:cBhvr>
                                        <p:cTn id="540" dur="1" fill="hold">
                                          <p:stCondLst>
                                            <p:cond delay="499"/>
                                          </p:stCondLst>
                                        </p:cTn>
                                        <p:tgtEl>
                                          <p:spTgt spid="277"/>
                                        </p:tgtEl>
                                        <p:attrNameLst>
                                          <p:attrName>style.visibility</p:attrName>
                                        </p:attrNameLst>
                                      </p:cBhvr>
                                      <p:to>
                                        <p:strVal val="hidden"/>
                                      </p:to>
                                    </p:set>
                                  </p:childTnLst>
                                </p:cTn>
                              </p:par>
                            </p:childTnLst>
                          </p:cTn>
                        </p:par>
                        <p:par>
                          <p:cTn id="541" fill="hold">
                            <p:stCondLst>
                              <p:cond delay="3500"/>
                            </p:stCondLst>
                            <p:childTnLst>
                              <p:par>
                                <p:cTn id="542" presetID="22" presetClass="entr" presetSubtype="1" fill="hold" nodeType="afterEffect">
                                  <p:stCondLst>
                                    <p:cond delay="0"/>
                                  </p:stCondLst>
                                  <p:childTnLst>
                                    <p:set>
                                      <p:cBhvr>
                                        <p:cTn id="543" dur="1" fill="hold">
                                          <p:stCondLst>
                                            <p:cond delay="0"/>
                                          </p:stCondLst>
                                        </p:cTn>
                                        <p:tgtEl>
                                          <p:spTgt spid="281"/>
                                        </p:tgtEl>
                                        <p:attrNameLst>
                                          <p:attrName>style.visibility</p:attrName>
                                        </p:attrNameLst>
                                      </p:cBhvr>
                                      <p:to>
                                        <p:strVal val="visible"/>
                                      </p:to>
                                    </p:set>
                                    <p:animEffect transition="in" filter="wipe(up)">
                                      <p:cBhvr>
                                        <p:cTn id="544" dur="500"/>
                                        <p:tgtEl>
                                          <p:spTgt spid="281"/>
                                        </p:tgtEl>
                                      </p:cBhvr>
                                    </p:animEffect>
                                  </p:childTnLst>
                                </p:cTn>
                              </p:par>
                            </p:childTnLst>
                          </p:cTn>
                        </p:par>
                        <p:par>
                          <p:cTn id="545" fill="hold">
                            <p:stCondLst>
                              <p:cond delay="4000"/>
                            </p:stCondLst>
                            <p:childTnLst>
                              <p:par>
                                <p:cTn id="546" presetID="32" presetClass="emph" presetSubtype="0" fill="hold" nodeType="afterEffect">
                                  <p:stCondLst>
                                    <p:cond delay="0"/>
                                  </p:stCondLst>
                                  <p:childTnLst>
                                    <p:animRot by="120000">
                                      <p:cBhvr>
                                        <p:cTn id="547" dur="100" fill="hold">
                                          <p:stCondLst>
                                            <p:cond delay="0"/>
                                          </p:stCondLst>
                                        </p:cTn>
                                        <p:tgtEl>
                                          <p:spTgt spid="281"/>
                                        </p:tgtEl>
                                        <p:attrNameLst>
                                          <p:attrName>r</p:attrName>
                                        </p:attrNameLst>
                                      </p:cBhvr>
                                    </p:animRot>
                                    <p:animRot by="-240000">
                                      <p:cBhvr>
                                        <p:cTn id="548" dur="200" fill="hold">
                                          <p:stCondLst>
                                            <p:cond delay="200"/>
                                          </p:stCondLst>
                                        </p:cTn>
                                        <p:tgtEl>
                                          <p:spTgt spid="281"/>
                                        </p:tgtEl>
                                        <p:attrNameLst>
                                          <p:attrName>r</p:attrName>
                                        </p:attrNameLst>
                                      </p:cBhvr>
                                    </p:animRot>
                                    <p:animRot by="240000">
                                      <p:cBhvr>
                                        <p:cTn id="549" dur="200" fill="hold">
                                          <p:stCondLst>
                                            <p:cond delay="400"/>
                                          </p:stCondLst>
                                        </p:cTn>
                                        <p:tgtEl>
                                          <p:spTgt spid="281"/>
                                        </p:tgtEl>
                                        <p:attrNameLst>
                                          <p:attrName>r</p:attrName>
                                        </p:attrNameLst>
                                      </p:cBhvr>
                                    </p:animRot>
                                    <p:animRot by="-240000">
                                      <p:cBhvr>
                                        <p:cTn id="550" dur="200" fill="hold">
                                          <p:stCondLst>
                                            <p:cond delay="600"/>
                                          </p:stCondLst>
                                        </p:cTn>
                                        <p:tgtEl>
                                          <p:spTgt spid="281"/>
                                        </p:tgtEl>
                                        <p:attrNameLst>
                                          <p:attrName>r</p:attrName>
                                        </p:attrNameLst>
                                      </p:cBhvr>
                                    </p:animRot>
                                    <p:animRot by="120000">
                                      <p:cBhvr>
                                        <p:cTn id="551" dur="200" fill="hold">
                                          <p:stCondLst>
                                            <p:cond delay="800"/>
                                          </p:stCondLst>
                                        </p:cTn>
                                        <p:tgtEl>
                                          <p:spTgt spid="281"/>
                                        </p:tgtEl>
                                        <p:attrNameLst>
                                          <p:attrName>r</p:attrName>
                                        </p:attrNameLst>
                                      </p:cBhvr>
                                    </p:animRot>
                                  </p:childTnLst>
                                </p:cTn>
                              </p:par>
                            </p:childTnLst>
                          </p:cTn>
                        </p:par>
                        <p:par>
                          <p:cTn id="552" fill="hold">
                            <p:stCondLst>
                              <p:cond delay="5000"/>
                            </p:stCondLst>
                            <p:childTnLst>
                              <p:par>
                                <p:cTn id="553" presetID="7" presetClass="emph" presetSubtype="2" fill="hold" nodeType="afterEffect">
                                  <p:stCondLst>
                                    <p:cond delay="0"/>
                                  </p:stCondLst>
                                  <p:childTnLst>
                                    <p:animClr clrSpc="rgb" dir="cw">
                                      <p:cBhvr>
                                        <p:cTn id="554" dur="1000" fill="hold"/>
                                        <p:tgtEl>
                                          <p:spTgt spid="217"/>
                                        </p:tgtEl>
                                        <p:attrNameLst>
                                          <p:attrName>stroke.color</p:attrName>
                                        </p:attrNameLst>
                                      </p:cBhvr>
                                      <p:to>
                                        <a:srgbClr val="F2F2F2"/>
                                      </p:to>
                                    </p:animClr>
                                    <p:set>
                                      <p:cBhvr>
                                        <p:cTn id="555" dur="1000" fill="hold"/>
                                        <p:tgtEl>
                                          <p:spTgt spid="217"/>
                                        </p:tgtEl>
                                        <p:attrNameLst>
                                          <p:attrName>stroke.on</p:attrName>
                                        </p:attrNameLst>
                                      </p:cBhvr>
                                      <p:to>
                                        <p:strVal val="true"/>
                                      </p:to>
                                    </p:set>
                                  </p:childTnLst>
                                </p:cTn>
                              </p:par>
                              <p:par>
                                <p:cTn id="556" presetID="7" presetClass="emph" presetSubtype="2" fill="hold" nodeType="withEffect">
                                  <p:stCondLst>
                                    <p:cond delay="500"/>
                                  </p:stCondLst>
                                  <p:childTnLst>
                                    <p:animClr clrSpc="rgb" dir="cw">
                                      <p:cBhvr>
                                        <p:cTn id="557" dur="1000" fill="hold"/>
                                        <p:tgtEl>
                                          <p:spTgt spid="211"/>
                                        </p:tgtEl>
                                        <p:attrNameLst>
                                          <p:attrName>stroke.color</p:attrName>
                                        </p:attrNameLst>
                                      </p:cBhvr>
                                      <p:to>
                                        <a:srgbClr val="ED7D31"/>
                                      </p:to>
                                    </p:animClr>
                                    <p:set>
                                      <p:cBhvr>
                                        <p:cTn id="558" dur="1000" fill="hold"/>
                                        <p:tgtEl>
                                          <p:spTgt spid="211"/>
                                        </p:tgtEl>
                                        <p:attrNameLst>
                                          <p:attrName>stroke.on</p:attrName>
                                        </p:attrNameLst>
                                      </p:cBhvr>
                                      <p:to>
                                        <p:strVal val="true"/>
                                      </p:to>
                                    </p:set>
                                  </p:childTnLst>
                                </p:cTn>
                              </p:par>
                            </p:childTnLst>
                          </p:cTn>
                        </p:par>
                      </p:childTnLst>
                    </p:cTn>
                  </p:par>
                  <p:par>
                    <p:cTn id="559" fill="hold">
                      <p:stCondLst>
                        <p:cond delay="indefinite"/>
                      </p:stCondLst>
                      <p:childTnLst>
                        <p:par>
                          <p:cTn id="560" fill="hold">
                            <p:stCondLst>
                              <p:cond delay="0"/>
                            </p:stCondLst>
                            <p:childTnLst>
                              <p:par>
                                <p:cTn id="561" presetID="63" presetClass="path" presetSubtype="0" accel="50000" decel="50000" fill="hold" nodeType="clickEffect">
                                  <p:stCondLst>
                                    <p:cond delay="0"/>
                                  </p:stCondLst>
                                  <p:childTnLst>
                                    <p:animMotion origin="layout" path="M 0.06276 -0.00069 L 0.11614 -0.00092 " pathEditMode="relative" rAng="0" ptsTypes="AA">
                                      <p:cBhvr>
                                        <p:cTn id="562" dur="1000" fill="hold"/>
                                        <p:tgtEl>
                                          <p:spTgt spid="155"/>
                                        </p:tgtEl>
                                        <p:attrNameLst>
                                          <p:attrName>ppt_x</p:attrName>
                                          <p:attrName>ppt_y</p:attrName>
                                        </p:attrNameLst>
                                      </p:cBhvr>
                                      <p:rCtr x="2669" y="-23"/>
                                    </p:animMotion>
                                  </p:childTnLst>
                                </p:cTn>
                              </p:par>
                            </p:childTnLst>
                          </p:cTn>
                        </p:par>
                        <p:par>
                          <p:cTn id="563" fill="hold">
                            <p:stCondLst>
                              <p:cond delay="1000"/>
                            </p:stCondLst>
                            <p:childTnLst>
                              <p:par>
                                <p:cTn id="564" presetID="10" presetClass="exit" presetSubtype="0" fill="hold" grpId="1" nodeType="afterEffect">
                                  <p:stCondLst>
                                    <p:cond delay="0"/>
                                  </p:stCondLst>
                                  <p:childTnLst>
                                    <p:animEffect transition="out" filter="fade">
                                      <p:cBhvr>
                                        <p:cTn id="565" dur="500"/>
                                        <p:tgtEl>
                                          <p:spTgt spid="279"/>
                                        </p:tgtEl>
                                      </p:cBhvr>
                                    </p:animEffect>
                                    <p:set>
                                      <p:cBhvr>
                                        <p:cTn id="566" dur="1" fill="hold">
                                          <p:stCondLst>
                                            <p:cond delay="499"/>
                                          </p:stCondLst>
                                        </p:cTn>
                                        <p:tgtEl>
                                          <p:spTgt spid="279"/>
                                        </p:tgtEl>
                                        <p:attrNameLst>
                                          <p:attrName>style.visibility</p:attrName>
                                        </p:attrNameLst>
                                      </p:cBhvr>
                                      <p:to>
                                        <p:strVal val="hidden"/>
                                      </p:to>
                                    </p:set>
                                  </p:childTnLst>
                                </p:cTn>
                              </p:par>
                            </p:childTnLst>
                          </p:cTn>
                        </p:par>
                      </p:childTnLst>
                    </p:cTn>
                  </p:par>
                  <p:par>
                    <p:cTn id="567" fill="hold">
                      <p:stCondLst>
                        <p:cond delay="indefinite"/>
                      </p:stCondLst>
                      <p:childTnLst>
                        <p:par>
                          <p:cTn id="568" fill="hold">
                            <p:stCondLst>
                              <p:cond delay="0"/>
                            </p:stCondLst>
                            <p:childTnLst>
                              <p:par>
                                <p:cTn id="569" presetID="10" presetClass="exit" presetSubtype="0" fill="hold" nodeType="clickEffect">
                                  <p:stCondLst>
                                    <p:cond delay="0"/>
                                  </p:stCondLst>
                                  <p:childTnLst>
                                    <p:animEffect transition="out" filter="fade">
                                      <p:cBhvr>
                                        <p:cTn id="570" dur="500"/>
                                        <p:tgtEl>
                                          <p:spTgt spid="155"/>
                                        </p:tgtEl>
                                      </p:cBhvr>
                                    </p:animEffect>
                                    <p:set>
                                      <p:cBhvr>
                                        <p:cTn id="571" dur="1" fill="hold">
                                          <p:stCondLst>
                                            <p:cond delay="499"/>
                                          </p:stCondLst>
                                        </p:cTn>
                                        <p:tgtEl>
                                          <p:spTgt spid="155"/>
                                        </p:tgtEl>
                                        <p:attrNameLst>
                                          <p:attrName>style.visibility</p:attrName>
                                        </p:attrNameLst>
                                      </p:cBhvr>
                                      <p:to>
                                        <p:strVal val="hidden"/>
                                      </p:to>
                                    </p:set>
                                  </p:childTnLst>
                                </p:cTn>
                              </p:par>
                            </p:childTnLst>
                          </p:cTn>
                        </p:par>
                        <p:par>
                          <p:cTn id="572" fill="hold">
                            <p:stCondLst>
                              <p:cond delay="500"/>
                            </p:stCondLst>
                            <p:childTnLst>
                              <p:par>
                                <p:cTn id="573" presetID="7" presetClass="emph" presetSubtype="2" fill="hold" nodeType="afterEffect">
                                  <p:stCondLst>
                                    <p:cond delay="0"/>
                                  </p:stCondLst>
                                  <p:childTnLst>
                                    <p:animClr clrSpc="rgb" dir="cw">
                                      <p:cBhvr>
                                        <p:cTn id="574" dur="1000" fill="hold"/>
                                        <p:tgtEl>
                                          <p:spTgt spid="211"/>
                                        </p:tgtEl>
                                        <p:attrNameLst>
                                          <p:attrName>stroke.color</p:attrName>
                                        </p:attrNameLst>
                                      </p:cBhvr>
                                      <p:to>
                                        <a:srgbClr val="F2F2F2"/>
                                      </p:to>
                                    </p:animClr>
                                    <p:set>
                                      <p:cBhvr>
                                        <p:cTn id="575" dur="1000" fill="hold"/>
                                        <p:tgtEl>
                                          <p:spTgt spid="211"/>
                                        </p:tgtEl>
                                        <p:attrNameLst>
                                          <p:attrName>stroke.on</p:attrName>
                                        </p:attrNameLst>
                                      </p:cBhvr>
                                      <p:to>
                                        <p:strVal val="true"/>
                                      </p:to>
                                    </p:set>
                                  </p:childTnLst>
                                </p:cTn>
                              </p:par>
                              <p:par>
                                <p:cTn id="576" presetID="7" presetClass="emph" presetSubtype="2" fill="hold" nodeType="withEffect">
                                  <p:stCondLst>
                                    <p:cond delay="500"/>
                                  </p:stCondLst>
                                  <p:childTnLst>
                                    <p:animClr clrSpc="rgb" dir="cw">
                                      <p:cBhvr>
                                        <p:cTn id="577" dur="1000" fill="hold"/>
                                        <p:tgtEl>
                                          <p:spTgt spid="52"/>
                                        </p:tgtEl>
                                        <p:attrNameLst>
                                          <p:attrName>stroke.color</p:attrName>
                                        </p:attrNameLst>
                                      </p:cBhvr>
                                      <p:to>
                                        <a:srgbClr val="ED7D31"/>
                                      </p:to>
                                    </p:animClr>
                                    <p:set>
                                      <p:cBhvr>
                                        <p:cTn id="578" dur="1000" fill="hold"/>
                                        <p:tgtEl>
                                          <p:spTgt spid="52"/>
                                        </p:tgtEl>
                                        <p:attrNameLst>
                                          <p:attrName>stroke.on</p:attrName>
                                        </p:attrNameLst>
                                      </p:cBhvr>
                                      <p:to>
                                        <p:strVal val="true"/>
                                      </p:to>
                                    </p:set>
                                  </p:childTnLst>
                                </p:cTn>
                              </p:par>
                            </p:childTnLst>
                          </p:cTn>
                        </p:par>
                      </p:childTnLst>
                    </p:cTn>
                  </p:par>
                  <p:par>
                    <p:cTn id="579" fill="hold">
                      <p:stCondLst>
                        <p:cond delay="indefinite"/>
                      </p:stCondLst>
                      <p:childTnLst>
                        <p:par>
                          <p:cTn id="580" fill="hold">
                            <p:stCondLst>
                              <p:cond delay="0"/>
                            </p:stCondLst>
                            <p:childTnLst>
                              <p:par>
                                <p:cTn id="581" presetID="63" presetClass="path" presetSubtype="0" accel="50000" decel="50000" fill="hold" grpId="1" nodeType="clickEffect">
                                  <p:stCondLst>
                                    <p:cond delay="0"/>
                                  </p:stCondLst>
                                  <p:childTnLst>
                                    <p:animMotion origin="layout" path="M 3.125E-6 3.33333E-6 L 0.16679 0.00208 " pathEditMode="relative" rAng="0" ptsTypes="AA">
                                      <p:cBhvr>
                                        <p:cTn id="582" dur="1000" fill="hold"/>
                                        <p:tgtEl>
                                          <p:spTgt spid="109"/>
                                        </p:tgtEl>
                                        <p:attrNameLst>
                                          <p:attrName>ppt_x</p:attrName>
                                          <p:attrName>ppt_y</p:attrName>
                                        </p:attrNameLst>
                                      </p:cBhvr>
                                      <p:rCtr x="8333" y="93"/>
                                    </p:animMotion>
                                  </p:childTnLst>
                                </p:cTn>
                              </p:par>
                              <p:par>
                                <p:cTn id="583" presetID="10" presetClass="exit" presetSubtype="0" fill="hold" grpId="2" nodeType="withEffect">
                                  <p:stCondLst>
                                    <p:cond delay="250"/>
                                  </p:stCondLst>
                                  <p:childTnLst>
                                    <p:animEffect transition="out" filter="fade">
                                      <p:cBhvr>
                                        <p:cTn id="584" dur="500"/>
                                        <p:tgtEl>
                                          <p:spTgt spid="105"/>
                                        </p:tgtEl>
                                      </p:cBhvr>
                                    </p:animEffect>
                                    <p:set>
                                      <p:cBhvr>
                                        <p:cTn id="585" dur="1" fill="hold">
                                          <p:stCondLst>
                                            <p:cond delay="499"/>
                                          </p:stCondLst>
                                        </p:cTn>
                                        <p:tgtEl>
                                          <p:spTgt spid="105"/>
                                        </p:tgtEl>
                                        <p:attrNameLst>
                                          <p:attrName>style.visibility</p:attrName>
                                        </p:attrNameLst>
                                      </p:cBhvr>
                                      <p:to>
                                        <p:strVal val="hidden"/>
                                      </p:to>
                                    </p:set>
                                  </p:childTnLst>
                                </p:cTn>
                              </p:par>
                            </p:childTnLst>
                          </p:cTn>
                        </p:par>
                        <p:par>
                          <p:cTn id="586" fill="hold">
                            <p:stCondLst>
                              <p:cond delay="1000"/>
                            </p:stCondLst>
                            <p:childTnLst>
                              <p:par>
                                <p:cTn id="587" presetID="35" presetClass="path" presetSubtype="0" accel="50000" decel="50000" fill="hold" nodeType="afterEffect">
                                  <p:stCondLst>
                                    <p:cond delay="0"/>
                                  </p:stCondLst>
                                  <p:childTnLst>
                                    <p:animMotion origin="layout" path="M 0.03463 0.00162 L -0.07461 0.00162 " pathEditMode="relative" rAng="0" ptsTypes="AA">
                                      <p:cBhvr>
                                        <p:cTn id="588" dur="1000" fill="hold"/>
                                        <p:tgtEl>
                                          <p:spTgt spid="219"/>
                                        </p:tgtEl>
                                        <p:attrNameLst>
                                          <p:attrName>ppt_x</p:attrName>
                                          <p:attrName>ppt_y</p:attrName>
                                        </p:attrNameLst>
                                      </p:cBhvr>
                                      <p:rCtr x="-5469" y="0"/>
                                    </p:animMotion>
                                  </p:childTnLst>
                                </p:cTn>
                              </p:par>
                            </p:childTnLst>
                          </p:cTn>
                        </p:par>
                        <p:par>
                          <p:cTn id="589" fill="hold">
                            <p:stCondLst>
                              <p:cond delay="2000"/>
                            </p:stCondLst>
                            <p:childTnLst>
                              <p:par>
                                <p:cTn id="590" presetID="7" presetClass="emph" presetSubtype="2" fill="hold" nodeType="afterEffect">
                                  <p:stCondLst>
                                    <p:cond delay="0"/>
                                  </p:stCondLst>
                                  <p:childTnLst>
                                    <p:animClr clrSpc="rgb" dir="cw">
                                      <p:cBhvr>
                                        <p:cTn id="591" dur="1000" fill="hold"/>
                                        <p:tgtEl>
                                          <p:spTgt spid="52"/>
                                        </p:tgtEl>
                                        <p:attrNameLst>
                                          <p:attrName>stroke.color</p:attrName>
                                        </p:attrNameLst>
                                      </p:cBhvr>
                                      <p:to>
                                        <a:srgbClr val="F2F2F2"/>
                                      </p:to>
                                    </p:animClr>
                                    <p:set>
                                      <p:cBhvr>
                                        <p:cTn id="592" dur="1000" fill="hold"/>
                                        <p:tgtEl>
                                          <p:spTgt spid="52"/>
                                        </p:tgtEl>
                                        <p:attrNameLst>
                                          <p:attrName>stroke.on</p:attrName>
                                        </p:attrNameLst>
                                      </p:cBhvr>
                                      <p:to>
                                        <p:strVal val="true"/>
                                      </p:to>
                                    </p:set>
                                  </p:childTnLst>
                                </p:cTn>
                              </p:par>
                              <p:par>
                                <p:cTn id="593" presetID="7" presetClass="emph" presetSubtype="2" fill="hold" nodeType="withEffect">
                                  <p:stCondLst>
                                    <p:cond delay="500"/>
                                  </p:stCondLst>
                                  <p:childTnLst>
                                    <p:animClr clrSpc="rgb" dir="cw">
                                      <p:cBhvr>
                                        <p:cTn id="594" dur="1000" fill="hold"/>
                                        <p:tgtEl>
                                          <p:spTgt spid="211"/>
                                        </p:tgtEl>
                                        <p:attrNameLst>
                                          <p:attrName>stroke.color</p:attrName>
                                        </p:attrNameLst>
                                      </p:cBhvr>
                                      <p:to>
                                        <a:schemeClr val="accent2"/>
                                      </p:to>
                                    </p:animClr>
                                    <p:set>
                                      <p:cBhvr>
                                        <p:cTn id="595" dur="1000" fill="hold"/>
                                        <p:tgtEl>
                                          <p:spTgt spid="211"/>
                                        </p:tgtEl>
                                        <p:attrNameLst>
                                          <p:attrName>stroke.on</p:attrName>
                                        </p:attrNameLst>
                                      </p:cBhvr>
                                      <p:to>
                                        <p:strVal val="true"/>
                                      </p:to>
                                    </p:set>
                                  </p:childTnLst>
                                </p:cTn>
                              </p:par>
                            </p:childTnLst>
                          </p:cTn>
                        </p:par>
                        <p:par>
                          <p:cTn id="596" fill="hold">
                            <p:stCondLst>
                              <p:cond delay="3500"/>
                            </p:stCondLst>
                            <p:childTnLst>
                              <p:par>
                                <p:cTn id="597" presetID="10" presetClass="exit" presetSubtype="0" fill="hold" nodeType="afterEffect">
                                  <p:stCondLst>
                                    <p:cond delay="0"/>
                                  </p:stCondLst>
                                  <p:childTnLst>
                                    <p:animEffect transition="out" filter="fade">
                                      <p:cBhvr>
                                        <p:cTn id="598" dur="500"/>
                                        <p:tgtEl>
                                          <p:spTgt spid="281"/>
                                        </p:tgtEl>
                                      </p:cBhvr>
                                    </p:animEffect>
                                    <p:set>
                                      <p:cBhvr>
                                        <p:cTn id="599" dur="1" fill="hold">
                                          <p:stCondLst>
                                            <p:cond delay="499"/>
                                          </p:stCondLst>
                                        </p:cTn>
                                        <p:tgtEl>
                                          <p:spTgt spid="281"/>
                                        </p:tgtEl>
                                        <p:attrNameLst>
                                          <p:attrName>style.visibility</p:attrName>
                                        </p:attrNameLst>
                                      </p:cBhvr>
                                      <p:to>
                                        <p:strVal val="hidden"/>
                                      </p:to>
                                    </p:set>
                                  </p:childTnLst>
                                </p:cTn>
                              </p:par>
                            </p:childTnLst>
                          </p:cTn>
                        </p:par>
                      </p:childTnLst>
                    </p:cTn>
                  </p:par>
                  <p:par>
                    <p:cTn id="600" fill="hold">
                      <p:stCondLst>
                        <p:cond delay="indefinite"/>
                      </p:stCondLst>
                      <p:childTnLst>
                        <p:par>
                          <p:cTn id="601" fill="hold">
                            <p:stCondLst>
                              <p:cond delay="0"/>
                            </p:stCondLst>
                            <p:childTnLst>
                              <p:par>
                                <p:cTn id="602" presetID="22" presetClass="entr" presetSubtype="1" fill="hold" nodeType="clickEffect">
                                  <p:stCondLst>
                                    <p:cond delay="0"/>
                                  </p:stCondLst>
                                  <p:childTnLst>
                                    <p:set>
                                      <p:cBhvr>
                                        <p:cTn id="603" dur="1" fill="hold">
                                          <p:stCondLst>
                                            <p:cond delay="0"/>
                                          </p:stCondLst>
                                        </p:cTn>
                                        <p:tgtEl>
                                          <p:spTgt spid="158"/>
                                        </p:tgtEl>
                                        <p:attrNameLst>
                                          <p:attrName>style.visibility</p:attrName>
                                        </p:attrNameLst>
                                      </p:cBhvr>
                                      <p:to>
                                        <p:strVal val="visible"/>
                                      </p:to>
                                    </p:set>
                                    <p:animEffect transition="in" filter="wipe(up)">
                                      <p:cBhvr>
                                        <p:cTn id="604" dur="500"/>
                                        <p:tgtEl>
                                          <p:spTgt spid="158"/>
                                        </p:tgtEl>
                                      </p:cBhvr>
                                    </p:animEffect>
                                  </p:childTnLst>
                                </p:cTn>
                              </p:par>
                            </p:childTnLst>
                          </p:cTn>
                        </p:par>
                        <p:par>
                          <p:cTn id="605" fill="hold">
                            <p:stCondLst>
                              <p:cond delay="500"/>
                            </p:stCondLst>
                            <p:childTnLst>
                              <p:par>
                                <p:cTn id="606" presetID="7" presetClass="emph" presetSubtype="2" fill="hold" nodeType="afterEffect">
                                  <p:stCondLst>
                                    <p:cond delay="0"/>
                                  </p:stCondLst>
                                  <p:childTnLst>
                                    <p:animClr clrSpc="rgb" dir="cw">
                                      <p:cBhvr>
                                        <p:cTn id="607" dur="1000" fill="hold"/>
                                        <p:tgtEl>
                                          <p:spTgt spid="211"/>
                                        </p:tgtEl>
                                        <p:attrNameLst>
                                          <p:attrName>stroke.color</p:attrName>
                                        </p:attrNameLst>
                                      </p:cBhvr>
                                      <p:to>
                                        <a:srgbClr val="F2F2F2"/>
                                      </p:to>
                                    </p:animClr>
                                    <p:set>
                                      <p:cBhvr>
                                        <p:cTn id="608" dur="1000" fill="hold"/>
                                        <p:tgtEl>
                                          <p:spTgt spid="211"/>
                                        </p:tgtEl>
                                        <p:attrNameLst>
                                          <p:attrName>stroke.on</p:attrName>
                                        </p:attrNameLst>
                                      </p:cBhvr>
                                      <p:to>
                                        <p:strVal val="true"/>
                                      </p:to>
                                    </p:set>
                                  </p:childTnLst>
                                </p:cTn>
                              </p:par>
                              <p:par>
                                <p:cTn id="609" presetID="7" presetClass="emph" presetSubtype="2" fill="hold" nodeType="withEffect">
                                  <p:stCondLst>
                                    <p:cond delay="500"/>
                                  </p:stCondLst>
                                  <p:childTnLst>
                                    <p:animClr clrSpc="rgb" dir="cw">
                                      <p:cBhvr>
                                        <p:cTn id="610" dur="1000" fill="hold"/>
                                        <p:tgtEl>
                                          <p:spTgt spid="217"/>
                                        </p:tgtEl>
                                        <p:attrNameLst>
                                          <p:attrName>stroke.color</p:attrName>
                                        </p:attrNameLst>
                                      </p:cBhvr>
                                      <p:to>
                                        <a:schemeClr val="accent2"/>
                                      </p:to>
                                    </p:animClr>
                                    <p:set>
                                      <p:cBhvr>
                                        <p:cTn id="611" dur="1000" fill="hold"/>
                                        <p:tgtEl>
                                          <p:spTgt spid="217"/>
                                        </p:tgtEl>
                                        <p:attrNameLst>
                                          <p:attrName>stroke.on</p:attrName>
                                        </p:attrNameLst>
                                      </p:cBhvr>
                                      <p:to>
                                        <p:strVal val="true"/>
                                      </p:to>
                                    </p:set>
                                  </p:childTnLst>
                                </p:cTn>
                              </p:par>
                            </p:childTnLst>
                          </p:cTn>
                        </p:par>
                      </p:childTnLst>
                    </p:cTn>
                  </p:par>
                  <p:par>
                    <p:cTn id="612" fill="hold">
                      <p:stCondLst>
                        <p:cond delay="indefinite"/>
                      </p:stCondLst>
                      <p:childTnLst>
                        <p:par>
                          <p:cTn id="613" fill="hold">
                            <p:stCondLst>
                              <p:cond delay="0"/>
                            </p:stCondLst>
                            <p:childTnLst>
                              <p:par>
                                <p:cTn id="614" presetID="35" presetClass="path" presetSubtype="0" accel="50000" decel="50000" fill="hold" nodeType="clickEffect">
                                  <p:stCondLst>
                                    <p:cond delay="0"/>
                                  </p:stCondLst>
                                  <p:childTnLst>
                                    <p:animMotion origin="layout" path="M 3.75E-6 3.7037E-6 L -0.06563 -0.00186 " pathEditMode="relative" rAng="0" ptsTypes="AA">
                                      <p:cBhvr>
                                        <p:cTn id="615" dur="1000" fill="hold"/>
                                        <p:tgtEl>
                                          <p:spTgt spid="169"/>
                                        </p:tgtEl>
                                        <p:attrNameLst>
                                          <p:attrName>ppt_x</p:attrName>
                                          <p:attrName>ppt_y</p:attrName>
                                        </p:attrNameLst>
                                      </p:cBhvr>
                                      <p:rCtr x="-3281" y="-93"/>
                                    </p:animMotion>
                                  </p:childTnLst>
                                </p:cTn>
                              </p:par>
                            </p:childTnLst>
                          </p:cTn>
                        </p:par>
                        <p:par>
                          <p:cTn id="616" fill="hold">
                            <p:stCondLst>
                              <p:cond delay="1000"/>
                            </p:stCondLst>
                            <p:childTnLst>
                              <p:par>
                                <p:cTn id="617" presetID="1" presetClass="entr" presetSubtype="0" fill="hold" grpId="0" nodeType="afterEffect">
                                  <p:stCondLst>
                                    <p:cond delay="0"/>
                                  </p:stCondLst>
                                  <p:childTnLst>
                                    <p:set>
                                      <p:cBhvr>
                                        <p:cTn id="618" dur="1" fill="hold">
                                          <p:stCondLst>
                                            <p:cond delay="0"/>
                                          </p:stCondLst>
                                        </p:cTn>
                                        <p:tgtEl>
                                          <p:spTgt spid="224"/>
                                        </p:tgtEl>
                                        <p:attrNameLst>
                                          <p:attrName>style.visibility</p:attrName>
                                        </p:attrNameLst>
                                      </p:cBhvr>
                                      <p:to>
                                        <p:strVal val="visible"/>
                                      </p:to>
                                    </p:set>
                                  </p:childTnLst>
                                </p:cTn>
                              </p:par>
                            </p:childTnLst>
                          </p:cTn>
                        </p:par>
                        <p:par>
                          <p:cTn id="619" fill="hold">
                            <p:stCondLst>
                              <p:cond delay="1000"/>
                            </p:stCondLst>
                            <p:childTnLst>
                              <p:par>
                                <p:cTn id="620" presetID="63" presetClass="path" presetSubtype="0" accel="50000" decel="50000" fill="hold" grpId="1" nodeType="afterEffect">
                                  <p:stCondLst>
                                    <p:cond delay="0"/>
                                  </p:stCondLst>
                                  <p:childTnLst>
                                    <p:animMotion origin="layout" path="M 2.91667E-6 3.33333E-6 L 0.26836 -0.02778 " pathEditMode="relative" rAng="0" ptsTypes="AA">
                                      <p:cBhvr>
                                        <p:cTn id="621" dur="1000" fill="hold"/>
                                        <p:tgtEl>
                                          <p:spTgt spid="224"/>
                                        </p:tgtEl>
                                        <p:attrNameLst>
                                          <p:attrName>ppt_x</p:attrName>
                                          <p:attrName>ppt_y</p:attrName>
                                        </p:attrNameLst>
                                      </p:cBhvr>
                                      <p:rCtr x="13411" y="-1389"/>
                                    </p:animMotion>
                                  </p:childTnLst>
                                </p:cTn>
                              </p:par>
                              <p:par>
                                <p:cTn id="622" presetID="10" presetClass="exit" presetSubtype="0" fill="hold" grpId="2" nodeType="withEffect">
                                  <p:stCondLst>
                                    <p:cond delay="500"/>
                                  </p:stCondLst>
                                  <p:childTnLst>
                                    <p:animEffect transition="out" filter="fade">
                                      <p:cBhvr>
                                        <p:cTn id="623" dur="500"/>
                                        <p:tgtEl>
                                          <p:spTgt spid="275"/>
                                        </p:tgtEl>
                                      </p:cBhvr>
                                    </p:animEffect>
                                    <p:set>
                                      <p:cBhvr>
                                        <p:cTn id="624" dur="1" fill="hold">
                                          <p:stCondLst>
                                            <p:cond delay="499"/>
                                          </p:stCondLst>
                                        </p:cTn>
                                        <p:tgtEl>
                                          <p:spTgt spid="275"/>
                                        </p:tgtEl>
                                        <p:attrNameLst>
                                          <p:attrName>style.visibility</p:attrName>
                                        </p:attrNameLst>
                                      </p:cBhvr>
                                      <p:to>
                                        <p:strVal val="hidden"/>
                                      </p:to>
                                    </p:set>
                                  </p:childTnLst>
                                </p:cTn>
                              </p:par>
                            </p:childTnLst>
                          </p:cTn>
                        </p:par>
                        <p:par>
                          <p:cTn id="625" fill="hold">
                            <p:stCondLst>
                              <p:cond delay="2000"/>
                            </p:stCondLst>
                            <p:childTnLst>
                              <p:par>
                                <p:cTn id="626" presetID="1" presetClass="entr" presetSubtype="0" fill="hold" grpId="0" nodeType="afterEffect">
                                  <p:stCondLst>
                                    <p:cond delay="0"/>
                                  </p:stCondLst>
                                  <p:childTnLst>
                                    <p:set>
                                      <p:cBhvr>
                                        <p:cTn id="627" dur="1" fill="hold">
                                          <p:stCondLst>
                                            <p:cond delay="0"/>
                                          </p:stCondLst>
                                        </p:cTn>
                                        <p:tgtEl>
                                          <p:spTgt spid="187"/>
                                        </p:tgtEl>
                                        <p:attrNameLst>
                                          <p:attrName>style.visibility</p:attrName>
                                        </p:attrNameLst>
                                      </p:cBhvr>
                                      <p:to>
                                        <p:strVal val="visible"/>
                                      </p:to>
                                    </p:set>
                                  </p:childTnLst>
                                </p:cTn>
                              </p:par>
                            </p:childTnLst>
                          </p:cTn>
                        </p:par>
                        <p:par>
                          <p:cTn id="628" fill="hold">
                            <p:stCondLst>
                              <p:cond delay="2000"/>
                            </p:stCondLst>
                            <p:childTnLst>
                              <p:par>
                                <p:cTn id="629" presetID="49" presetClass="path" presetSubtype="0" accel="50000" decel="50000" fill="hold" grpId="1" nodeType="afterEffect">
                                  <p:stCondLst>
                                    <p:cond delay="0"/>
                                  </p:stCondLst>
                                  <p:childTnLst>
                                    <p:animMotion origin="layout" path="M 1.45833E-6 -3.7037E-6 L 0.24948 0.37709 " pathEditMode="relative" rAng="0" ptsTypes="AA">
                                      <p:cBhvr>
                                        <p:cTn id="630" dur="1000" fill="hold"/>
                                        <p:tgtEl>
                                          <p:spTgt spid="187"/>
                                        </p:tgtEl>
                                        <p:attrNameLst>
                                          <p:attrName>ppt_x</p:attrName>
                                          <p:attrName>ppt_y</p:attrName>
                                        </p:attrNameLst>
                                      </p:cBhvr>
                                      <p:rCtr x="12474" y="18843"/>
                                    </p:animMotion>
                                  </p:childTnLst>
                                </p:cTn>
                              </p:par>
                              <p:par>
                                <p:cTn id="631" presetID="10" presetClass="exit" presetSubtype="0" fill="hold" grpId="2" nodeType="withEffect">
                                  <p:stCondLst>
                                    <p:cond delay="0"/>
                                  </p:stCondLst>
                                  <p:childTnLst>
                                    <p:animEffect transition="out" filter="fade">
                                      <p:cBhvr>
                                        <p:cTn id="632" dur="500"/>
                                        <p:tgtEl>
                                          <p:spTgt spid="184"/>
                                        </p:tgtEl>
                                      </p:cBhvr>
                                    </p:animEffect>
                                    <p:set>
                                      <p:cBhvr>
                                        <p:cTn id="633" dur="1" fill="hold">
                                          <p:stCondLst>
                                            <p:cond delay="499"/>
                                          </p:stCondLst>
                                        </p:cTn>
                                        <p:tgtEl>
                                          <p:spTgt spid="184"/>
                                        </p:tgtEl>
                                        <p:attrNameLst>
                                          <p:attrName>style.visibility</p:attrName>
                                        </p:attrNameLst>
                                      </p:cBhvr>
                                      <p:to>
                                        <p:strVal val="hidden"/>
                                      </p:to>
                                    </p:set>
                                  </p:childTnLst>
                                </p:cTn>
                              </p:par>
                            </p:childTnLst>
                          </p:cTn>
                        </p:par>
                        <p:par>
                          <p:cTn id="634" fill="hold">
                            <p:stCondLst>
                              <p:cond delay="3000"/>
                            </p:stCondLst>
                            <p:childTnLst>
                              <p:par>
                                <p:cTn id="635" presetID="16" presetClass="entr" presetSubtype="21" fill="hold" grpId="0" nodeType="afterEffect">
                                  <p:stCondLst>
                                    <p:cond delay="0"/>
                                  </p:stCondLst>
                                  <p:childTnLst>
                                    <p:set>
                                      <p:cBhvr>
                                        <p:cTn id="636" dur="1" fill="hold">
                                          <p:stCondLst>
                                            <p:cond delay="0"/>
                                          </p:stCondLst>
                                        </p:cTn>
                                        <p:tgtEl>
                                          <p:spTgt spid="271"/>
                                        </p:tgtEl>
                                        <p:attrNameLst>
                                          <p:attrName>style.visibility</p:attrName>
                                        </p:attrNameLst>
                                      </p:cBhvr>
                                      <p:to>
                                        <p:strVal val="visible"/>
                                      </p:to>
                                    </p:set>
                                    <p:animEffect transition="in" filter="barn(inVertical)">
                                      <p:cBhvr>
                                        <p:cTn id="637" dur="500"/>
                                        <p:tgtEl>
                                          <p:spTgt spid="271"/>
                                        </p:tgtEl>
                                      </p:cBhvr>
                                    </p:animEffect>
                                  </p:childTnLst>
                                </p:cTn>
                              </p:par>
                            </p:childTnLst>
                          </p:cTn>
                        </p:par>
                        <p:par>
                          <p:cTn id="638" fill="hold">
                            <p:stCondLst>
                              <p:cond delay="3500"/>
                            </p:stCondLst>
                            <p:childTnLst>
                              <p:par>
                                <p:cTn id="639" presetID="1" presetClass="entr" presetSubtype="0" fill="hold" grpId="0" nodeType="afterEffect">
                                  <p:stCondLst>
                                    <p:cond delay="0"/>
                                  </p:stCondLst>
                                  <p:childTnLst>
                                    <p:set>
                                      <p:cBhvr>
                                        <p:cTn id="640" dur="1" fill="hold">
                                          <p:stCondLst>
                                            <p:cond delay="0"/>
                                          </p:stCondLst>
                                        </p:cTn>
                                        <p:tgtEl>
                                          <p:spTgt spid="250"/>
                                        </p:tgtEl>
                                        <p:attrNameLst>
                                          <p:attrName>style.visibility</p:attrName>
                                        </p:attrNameLst>
                                      </p:cBhvr>
                                      <p:to>
                                        <p:strVal val="visible"/>
                                      </p:to>
                                    </p:set>
                                  </p:childTnLst>
                                </p:cTn>
                              </p:par>
                            </p:childTnLst>
                          </p:cTn>
                        </p:par>
                        <p:par>
                          <p:cTn id="641" fill="hold">
                            <p:stCondLst>
                              <p:cond delay="3500"/>
                            </p:stCondLst>
                            <p:childTnLst>
                              <p:par>
                                <p:cTn id="642" presetID="63" presetClass="path" presetSubtype="0" accel="50000" decel="50000" fill="hold" grpId="1" nodeType="afterEffect">
                                  <p:stCondLst>
                                    <p:cond delay="0"/>
                                  </p:stCondLst>
                                  <p:childTnLst>
                                    <p:animMotion origin="layout" path="M 2.77556E-17 2.96296E-6 L 0.47435 -0.03172 " pathEditMode="relative" rAng="0" ptsTypes="AA">
                                      <p:cBhvr>
                                        <p:cTn id="643" dur="1000" fill="hold"/>
                                        <p:tgtEl>
                                          <p:spTgt spid="250"/>
                                        </p:tgtEl>
                                        <p:attrNameLst>
                                          <p:attrName>ppt_x</p:attrName>
                                          <p:attrName>ppt_y</p:attrName>
                                        </p:attrNameLst>
                                      </p:cBhvr>
                                      <p:rCtr x="23711" y="-1597"/>
                                    </p:animMotion>
                                  </p:childTnLst>
                                </p:cTn>
                              </p:par>
                              <p:par>
                                <p:cTn id="644" presetID="10" presetClass="exit" presetSubtype="0" fill="hold" grpId="2" nodeType="withEffect">
                                  <p:stCondLst>
                                    <p:cond delay="500"/>
                                  </p:stCondLst>
                                  <p:childTnLst>
                                    <p:animEffect transition="out" filter="fade">
                                      <p:cBhvr>
                                        <p:cTn id="645" dur="500"/>
                                        <p:tgtEl>
                                          <p:spTgt spid="280"/>
                                        </p:tgtEl>
                                      </p:cBhvr>
                                    </p:animEffect>
                                    <p:set>
                                      <p:cBhvr>
                                        <p:cTn id="646" dur="1" fill="hold">
                                          <p:stCondLst>
                                            <p:cond delay="499"/>
                                          </p:stCondLst>
                                        </p:cTn>
                                        <p:tgtEl>
                                          <p:spTgt spid="280"/>
                                        </p:tgtEl>
                                        <p:attrNameLst>
                                          <p:attrName>style.visibility</p:attrName>
                                        </p:attrNameLst>
                                      </p:cBhvr>
                                      <p:to>
                                        <p:strVal val="hidden"/>
                                      </p:to>
                                    </p:set>
                                  </p:childTnLst>
                                </p:cTn>
                              </p:par>
                            </p:childTnLst>
                          </p:cTn>
                        </p:par>
                        <p:par>
                          <p:cTn id="647" fill="hold">
                            <p:stCondLst>
                              <p:cond delay="4500"/>
                            </p:stCondLst>
                            <p:childTnLst>
                              <p:par>
                                <p:cTn id="648" presetID="27" presetClass="emph" presetSubtype="0" fill="remove" grpId="2" nodeType="afterEffect">
                                  <p:stCondLst>
                                    <p:cond delay="0"/>
                                  </p:stCondLst>
                                  <p:childTnLst>
                                    <p:animClr clrSpc="rgb" dir="cw">
                                      <p:cBhvr override="childStyle">
                                        <p:cTn id="649" dur="250" autoRev="1" fill="remove"/>
                                        <p:tgtEl>
                                          <p:spTgt spid="225"/>
                                        </p:tgtEl>
                                        <p:attrNameLst>
                                          <p:attrName>style.color</p:attrName>
                                        </p:attrNameLst>
                                      </p:cBhvr>
                                      <p:to>
                                        <a:srgbClr val="DEEBF6"/>
                                      </p:to>
                                    </p:animClr>
                                    <p:animClr clrSpc="rgb" dir="cw">
                                      <p:cBhvr>
                                        <p:cTn id="650" dur="250" autoRev="1" fill="remove"/>
                                        <p:tgtEl>
                                          <p:spTgt spid="225"/>
                                        </p:tgtEl>
                                        <p:attrNameLst>
                                          <p:attrName>fillcolor</p:attrName>
                                        </p:attrNameLst>
                                      </p:cBhvr>
                                      <p:to>
                                        <a:srgbClr val="DEEBF6"/>
                                      </p:to>
                                    </p:animClr>
                                    <p:set>
                                      <p:cBhvr>
                                        <p:cTn id="651" dur="250" autoRev="1" fill="remove"/>
                                        <p:tgtEl>
                                          <p:spTgt spid="225"/>
                                        </p:tgtEl>
                                        <p:attrNameLst>
                                          <p:attrName>fill.type</p:attrName>
                                        </p:attrNameLst>
                                      </p:cBhvr>
                                      <p:to>
                                        <p:strVal val="solid"/>
                                      </p:to>
                                    </p:set>
                                    <p:set>
                                      <p:cBhvr>
                                        <p:cTn id="652" dur="250" autoRev="1" fill="remove"/>
                                        <p:tgtEl>
                                          <p:spTgt spid="225"/>
                                        </p:tgtEl>
                                        <p:attrNameLst>
                                          <p:attrName>fill.on</p:attrName>
                                        </p:attrNameLst>
                                      </p:cBhvr>
                                      <p:to>
                                        <p:strVal val="true"/>
                                      </p:to>
                                    </p:set>
                                  </p:childTnLst>
                                </p:cTn>
                              </p:par>
                            </p:childTnLst>
                          </p:cTn>
                        </p:par>
                        <p:par>
                          <p:cTn id="653" fill="hold">
                            <p:stCondLst>
                              <p:cond delay="5000"/>
                            </p:stCondLst>
                            <p:childTnLst>
                              <p:par>
                                <p:cTn id="654" presetID="35" presetClass="path" presetSubtype="0" accel="50000" decel="50000" fill="hold" grpId="1" nodeType="afterEffect">
                                  <p:stCondLst>
                                    <p:cond delay="0"/>
                                  </p:stCondLst>
                                  <p:childTnLst>
                                    <p:animMotion origin="layout" path="M -2.08333E-7 -1.11111E-6 L -0.43372 0.02755 " pathEditMode="relative" rAng="0" ptsTypes="AA">
                                      <p:cBhvr>
                                        <p:cTn id="655" dur="1000" fill="hold"/>
                                        <p:tgtEl>
                                          <p:spTgt spid="271"/>
                                        </p:tgtEl>
                                        <p:attrNameLst>
                                          <p:attrName>ppt_x</p:attrName>
                                          <p:attrName>ppt_y</p:attrName>
                                        </p:attrNameLst>
                                      </p:cBhvr>
                                      <p:rCtr x="-21719" y="1481"/>
                                    </p:animMotion>
                                  </p:childTnLst>
                                </p:cTn>
                              </p:par>
                              <p:par>
                                <p:cTn id="656" presetID="7" presetClass="emph" presetSubtype="2" fill="hold" nodeType="withEffect">
                                  <p:stCondLst>
                                    <p:cond delay="0"/>
                                  </p:stCondLst>
                                  <p:childTnLst>
                                    <p:animClr clrSpc="rgb" dir="cw">
                                      <p:cBhvr>
                                        <p:cTn id="657" dur="1000" fill="hold"/>
                                        <p:tgtEl>
                                          <p:spTgt spid="217"/>
                                        </p:tgtEl>
                                        <p:attrNameLst>
                                          <p:attrName>stroke.color</p:attrName>
                                        </p:attrNameLst>
                                      </p:cBhvr>
                                      <p:to>
                                        <a:srgbClr val="F2F2F2"/>
                                      </p:to>
                                    </p:animClr>
                                    <p:set>
                                      <p:cBhvr>
                                        <p:cTn id="658" dur="1000" fill="hold"/>
                                        <p:tgtEl>
                                          <p:spTgt spid="217"/>
                                        </p:tgtEl>
                                        <p:attrNameLst>
                                          <p:attrName>stroke.on</p:attrName>
                                        </p:attrNameLst>
                                      </p:cBhvr>
                                      <p:to>
                                        <p:strVal val="true"/>
                                      </p:to>
                                    </p:set>
                                  </p:childTnLst>
                                </p:cTn>
                              </p:par>
                              <p:par>
                                <p:cTn id="659" presetID="7" presetClass="emph" presetSubtype="2" fill="hold" nodeType="withEffect">
                                  <p:stCondLst>
                                    <p:cond delay="500"/>
                                  </p:stCondLst>
                                  <p:childTnLst>
                                    <p:animClr clrSpc="rgb" dir="cw">
                                      <p:cBhvr>
                                        <p:cTn id="660" dur="1000" fill="hold"/>
                                        <p:tgtEl>
                                          <p:spTgt spid="211"/>
                                        </p:tgtEl>
                                        <p:attrNameLst>
                                          <p:attrName>stroke.color</p:attrName>
                                        </p:attrNameLst>
                                      </p:cBhvr>
                                      <p:to>
                                        <a:schemeClr val="accent2"/>
                                      </p:to>
                                    </p:animClr>
                                    <p:set>
                                      <p:cBhvr>
                                        <p:cTn id="661" dur="1000" fill="hold"/>
                                        <p:tgtEl>
                                          <p:spTgt spid="211"/>
                                        </p:tgtEl>
                                        <p:attrNameLst>
                                          <p:attrName>stroke.on</p:attrName>
                                        </p:attrNameLst>
                                      </p:cBhvr>
                                      <p:to>
                                        <p:strVal val="true"/>
                                      </p:to>
                                    </p:set>
                                  </p:childTnLst>
                                </p:cTn>
                              </p:par>
                            </p:childTnLst>
                          </p:cTn>
                        </p:par>
                      </p:childTnLst>
                    </p:cTn>
                  </p:par>
                  <p:par>
                    <p:cTn id="662" fill="hold">
                      <p:stCondLst>
                        <p:cond delay="indefinite"/>
                      </p:stCondLst>
                      <p:childTnLst>
                        <p:par>
                          <p:cTn id="663" fill="hold">
                            <p:stCondLst>
                              <p:cond delay="0"/>
                            </p:stCondLst>
                            <p:childTnLst>
                              <p:par>
                                <p:cTn id="664" presetID="63" presetClass="path" presetSubtype="0" accel="50000" decel="50000" fill="hold" nodeType="clickEffect">
                                  <p:stCondLst>
                                    <p:cond delay="0"/>
                                  </p:stCondLst>
                                  <p:childTnLst>
                                    <p:animMotion origin="layout" path="M 4.375E-6 3.33333E-6 L 0.06276 -0.0007 " pathEditMode="relative" rAng="0" ptsTypes="AA">
                                      <p:cBhvr>
                                        <p:cTn id="665" dur="1000" fill="hold"/>
                                        <p:tgtEl>
                                          <p:spTgt spid="158"/>
                                        </p:tgtEl>
                                        <p:attrNameLst>
                                          <p:attrName>ppt_x</p:attrName>
                                          <p:attrName>ppt_y</p:attrName>
                                        </p:attrNameLst>
                                      </p:cBhvr>
                                      <p:rCtr x="3138" y="-46"/>
                                    </p:animMotion>
                                  </p:childTnLst>
                                </p:cTn>
                              </p:par>
                            </p:childTnLst>
                          </p:cTn>
                        </p:par>
                        <p:par>
                          <p:cTn id="666" fill="hold">
                            <p:stCondLst>
                              <p:cond delay="1000"/>
                            </p:stCondLst>
                            <p:childTnLst>
                              <p:par>
                                <p:cTn id="667" presetID="7" presetClass="emph" presetSubtype="2" fill="hold" nodeType="afterEffect">
                                  <p:stCondLst>
                                    <p:cond delay="0"/>
                                  </p:stCondLst>
                                  <p:childTnLst>
                                    <p:animClr clrSpc="rgb" dir="cw">
                                      <p:cBhvr>
                                        <p:cTn id="668" dur="1000" fill="hold"/>
                                        <p:tgtEl>
                                          <p:spTgt spid="211"/>
                                        </p:tgtEl>
                                        <p:attrNameLst>
                                          <p:attrName>stroke.color</p:attrName>
                                        </p:attrNameLst>
                                      </p:cBhvr>
                                      <p:to>
                                        <a:srgbClr val="F2F2F2"/>
                                      </p:to>
                                    </p:animClr>
                                    <p:set>
                                      <p:cBhvr>
                                        <p:cTn id="669" dur="1000" fill="hold"/>
                                        <p:tgtEl>
                                          <p:spTgt spid="211"/>
                                        </p:tgtEl>
                                        <p:attrNameLst>
                                          <p:attrName>stroke.on</p:attrName>
                                        </p:attrNameLst>
                                      </p:cBhvr>
                                      <p:to>
                                        <p:strVal val="true"/>
                                      </p:to>
                                    </p:set>
                                  </p:childTnLst>
                                </p:cTn>
                              </p:par>
                              <p:par>
                                <p:cTn id="670" presetID="7" presetClass="emph" presetSubtype="2" fill="hold" nodeType="withEffect">
                                  <p:stCondLst>
                                    <p:cond delay="500"/>
                                  </p:stCondLst>
                                  <p:childTnLst>
                                    <p:animClr clrSpc="rgb" dir="cw">
                                      <p:cBhvr>
                                        <p:cTn id="671" dur="1000" fill="hold"/>
                                        <p:tgtEl>
                                          <p:spTgt spid="217"/>
                                        </p:tgtEl>
                                        <p:attrNameLst>
                                          <p:attrName>stroke.color</p:attrName>
                                        </p:attrNameLst>
                                      </p:cBhvr>
                                      <p:to>
                                        <a:schemeClr val="accent2"/>
                                      </p:to>
                                    </p:animClr>
                                    <p:set>
                                      <p:cBhvr>
                                        <p:cTn id="672" dur="1000" fill="hold"/>
                                        <p:tgtEl>
                                          <p:spTgt spid="217"/>
                                        </p:tgtEl>
                                        <p:attrNameLst>
                                          <p:attrName>stroke.on</p:attrName>
                                        </p:attrNameLst>
                                      </p:cBhvr>
                                      <p:to>
                                        <p:strVal val="true"/>
                                      </p:to>
                                    </p:set>
                                  </p:childTnLst>
                                </p:cTn>
                              </p:par>
                            </p:childTnLst>
                          </p:cTn>
                        </p:par>
                      </p:childTnLst>
                    </p:cTn>
                  </p:par>
                  <p:par>
                    <p:cTn id="673" fill="hold">
                      <p:stCondLst>
                        <p:cond delay="indefinite"/>
                      </p:stCondLst>
                      <p:childTnLst>
                        <p:par>
                          <p:cTn id="674" fill="hold">
                            <p:stCondLst>
                              <p:cond delay="0"/>
                            </p:stCondLst>
                            <p:childTnLst>
                              <p:par>
                                <p:cTn id="675" presetID="63" presetClass="path" presetSubtype="0" accel="50000" decel="50000" fill="hold" nodeType="clickEffect">
                                  <p:stCondLst>
                                    <p:cond delay="0"/>
                                  </p:stCondLst>
                                  <p:childTnLst>
                                    <p:animMotion origin="layout" path="M -0.06563 -0.00186 L -0.03099 -0.00024 " pathEditMode="relative" rAng="0" ptsTypes="AA">
                                      <p:cBhvr>
                                        <p:cTn id="676" dur="1000" fill="hold"/>
                                        <p:tgtEl>
                                          <p:spTgt spid="169"/>
                                        </p:tgtEl>
                                        <p:attrNameLst>
                                          <p:attrName>ppt_x</p:attrName>
                                          <p:attrName>ppt_y</p:attrName>
                                        </p:attrNameLst>
                                      </p:cBhvr>
                                      <p:rCtr x="1732" y="69"/>
                                    </p:animMotion>
                                  </p:childTnLst>
                                </p:cTn>
                              </p:par>
                            </p:childTnLst>
                          </p:cTn>
                        </p:par>
                        <p:par>
                          <p:cTn id="677" fill="hold">
                            <p:stCondLst>
                              <p:cond delay="1000"/>
                            </p:stCondLst>
                            <p:childTnLst>
                              <p:par>
                                <p:cTn id="678" presetID="1" presetClass="entr" presetSubtype="0" fill="hold" grpId="0" nodeType="afterEffect">
                                  <p:stCondLst>
                                    <p:cond delay="0"/>
                                  </p:stCondLst>
                                  <p:childTnLst>
                                    <p:set>
                                      <p:cBhvr>
                                        <p:cTn id="679" dur="1" fill="hold">
                                          <p:stCondLst>
                                            <p:cond delay="0"/>
                                          </p:stCondLst>
                                        </p:cTn>
                                        <p:tgtEl>
                                          <p:spTgt spid="272"/>
                                        </p:tgtEl>
                                        <p:attrNameLst>
                                          <p:attrName>style.visibility</p:attrName>
                                        </p:attrNameLst>
                                      </p:cBhvr>
                                      <p:to>
                                        <p:strVal val="visible"/>
                                      </p:to>
                                    </p:set>
                                  </p:childTnLst>
                                </p:cTn>
                              </p:par>
                            </p:childTnLst>
                          </p:cTn>
                        </p:par>
                        <p:par>
                          <p:cTn id="680" fill="hold">
                            <p:stCondLst>
                              <p:cond delay="1000"/>
                            </p:stCondLst>
                            <p:childTnLst>
                              <p:par>
                                <p:cTn id="681" presetID="63" presetClass="path" presetSubtype="0" accel="50000" decel="50000" fill="hold" grpId="1" nodeType="afterEffect">
                                  <p:stCondLst>
                                    <p:cond delay="0"/>
                                  </p:stCondLst>
                                  <p:childTnLst>
                                    <p:animMotion origin="layout" path="M 3.95833E-6 1.85185E-6 L 0.23307 -0.02523 " pathEditMode="relative" rAng="0" ptsTypes="AA">
                                      <p:cBhvr>
                                        <p:cTn id="682" dur="1000" fill="hold"/>
                                        <p:tgtEl>
                                          <p:spTgt spid="272"/>
                                        </p:tgtEl>
                                        <p:attrNameLst>
                                          <p:attrName>ppt_x</p:attrName>
                                          <p:attrName>ppt_y</p:attrName>
                                        </p:attrNameLst>
                                      </p:cBhvr>
                                      <p:rCtr x="11654" y="-1273"/>
                                    </p:animMotion>
                                  </p:childTnLst>
                                </p:cTn>
                              </p:par>
                              <p:par>
                                <p:cTn id="683" presetID="10" presetClass="exit" presetSubtype="0" fill="hold" grpId="2" nodeType="withEffect">
                                  <p:stCondLst>
                                    <p:cond delay="0"/>
                                  </p:stCondLst>
                                  <p:childTnLst>
                                    <p:animEffect transition="out" filter="fade">
                                      <p:cBhvr>
                                        <p:cTn id="684" dur="500"/>
                                        <p:tgtEl>
                                          <p:spTgt spid="224"/>
                                        </p:tgtEl>
                                      </p:cBhvr>
                                    </p:animEffect>
                                    <p:set>
                                      <p:cBhvr>
                                        <p:cTn id="685" dur="1" fill="hold">
                                          <p:stCondLst>
                                            <p:cond delay="499"/>
                                          </p:stCondLst>
                                        </p:cTn>
                                        <p:tgtEl>
                                          <p:spTgt spid="224"/>
                                        </p:tgtEl>
                                        <p:attrNameLst>
                                          <p:attrName>style.visibility</p:attrName>
                                        </p:attrNameLst>
                                      </p:cBhvr>
                                      <p:to>
                                        <p:strVal val="hidden"/>
                                      </p:to>
                                    </p:set>
                                  </p:childTnLst>
                                </p:cTn>
                              </p:par>
                            </p:childTnLst>
                          </p:cTn>
                        </p:par>
                        <p:par>
                          <p:cTn id="686" fill="hold">
                            <p:stCondLst>
                              <p:cond delay="2000"/>
                            </p:stCondLst>
                            <p:childTnLst>
                              <p:par>
                                <p:cTn id="687" presetID="1" presetClass="entr" presetSubtype="0" fill="hold" grpId="0" nodeType="afterEffect">
                                  <p:stCondLst>
                                    <p:cond delay="0"/>
                                  </p:stCondLst>
                                  <p:childTnLst>
                                    <p:set>
                                      <p:cBhvr>
                                        <p:cTn id="688" dur="1" fill="hold">
                                          <p:stCondLst>
                                            <p:cond delay="0"/>
                                          </p:stCondLst>
                                        </p:cTn>
                                        <p:tgtEl>
                                          <p:spTgt spid="189"/>
                                        </p:tgtEl>
                                        <p:attrNameLst>
                                          <p:attrName>style.visibility</p:attrName>
                                        </p:attrNameLst>
                                      </p:cBhvr>
                                      <p:to>
                                        <p:strVal val="visible"/>
                                      </p:to>
                                    </p:set>
                                  </p:childTnLst>
                                </p:cTn>
                              </p:par>
                            </p:childTnLst>
                          </p:cTn>
                        </p:par>
                        <p:par>
                          <p:cTn id="689" fill="hold">
                            <p:stCondLst>
                              <p:cond delay="2000"/>
                            </p:stCondLst>
                            <p:childTnLst>
                              <p:par>
                                <p:cTn id="690" presetID="49" presetClass="path" presetSubtype="0" accel="50000" decel="50000" fill="hold" grpId="1" nodeType="afterEffect">
                                  <p:stCondLst>
                                    <p:cond delay="0"/>
                                  </p:stCondLst>
                                  <p:childTnLst>
                                    <p:animMotion origin="layout" path="M 4.79167E-6 -2.22222E-6 L 0.18958 0.37847 " pathEditMode="relative" rAng="0" ptsTypes="AA">
                                      <p:cBhvr>
                                        <p:cTn id="691" dur="1000" fill="hold"/>
                                        <p:tgtEl>
                                          <p:spTgt spid="189"/>
                                        </p:tgtEl>
                                        <p:attrNameLst>
                                          <p:attrName>ppt_x</p:attrName>
                                          <p:attrName>ppt_y</p:attrName>
                                        </p:attrNameLst>
                                      </p:cBhvr>
                                      <p:rCtr x="9479" y="18912"/>
                                    </p:animMotion>
                                  </p:childTnLst>
                                </p:cTn>
                              </p:par>
                              <p:par>
                                <p:cTn id="692" presetID="10" presetClass="exit" presetSubtype="0" fill="hold" grpId="2" nodeType="withEffect">
                                  <p:stCondLst>
                                    <p:cond delay="0"/>
                                  </p:stCondLst>
                                  <p:childTnLst>
                                    <p:animEffect transition="out" filter="fade">
                                      <p:cBhvr>
                                        <p:cTn id="693" dur="500"/>
                                        <p:tgtEl>
                                          <p:spTgt spid="187"/>
                                        </p:tgtEl>
                                      </p:cBhvr>
                                    </p:animEffect>
                                    <p:set>
                                      <p:cBhvr>
                                        <p:cTn id="694" dur="1" fill="hold">
                                          <p:stCondLst>
                                            <p:cond delay="499"/>
                                          </p:stCondLst>
                                        </p:cTn>
                                        <p:tgtEl>
                                          <p:spTgt spid="187"/>
                                        </p:tgtEl>
                                        <p:attrNameLst>
                                          <p:attrName>style.visibility</p:attrName>
                                        </p:attrNameLst>
                                      </p:cBhvr>
                                      <p:to>
                                        <p:strVal val="hidden"/>
                                      </p:to>
                                    </p:set>
                                  </p:childTnLst>
                                </p:cTn>
                              </p:par>
                            </p:childTnLst>
                          </p:cTn>
                        </p:par>
                        <p:par>
                          <p:cTn id="695" fill="hold">
                            <p:stCondLst>
                              <p:cond delay="3000"/>
                            </p:stCondLst>
                            <p:childTnLst>
                              <p:par>
                                <p:cTn id="696" presetID="16" presetClass="entr" presetSubtype="21" fill="hold" grpId="0" nodeType="afterEffect">
                                  <p:stCondLst>
                                    <p:cond delay="0"/>
                                  </p:stCondLst>
                                  <p:childTnLst>
                                    <p:set>
                                      <p:cBhvr>
                                        <p:cTn id="697" dur="1" fill="hold">
                                          <p:stCondLst>
                                            <p:cond delay="0"/>
                                          </p:stCondLst>
                                        </p:cTn>
                                        <p:tgtEl>
                                          <p:spTgt spid="273"/>
                                        </p:tgtEl>
                                        <p:attrNameLst>
                                          <p:attrName>style.visibility</p:attrName>
                                        </p:attrNameLst>
                                      </p:cBhvr>
                                      <p:to>
                                        <p:strVal val="visible"/>
                                      </p:to>
                                    </p:set>
                                    <p:animEffect transition="in" filter="barn(inVertical)">
                                      <p:cBhvr>
                                        <p:cTn id="698" dur="500"/>
                                        <p:tgtEl>
                                          <p:spTgt spid="273"/>
                                        </p:tgtEl>
                                      </p:cBhvr>
                                    </p:animEffect>
                                  </p:childTnLst>
                                </p:cTn>
                              </p:par>
                            </p:childTnLst>
                          </p:cTn>
                        </p:par>
                        <p:par>
                          <p:cTn id="699" fill="hold">
                            <p:stCondLst>
                              <p:cond delay="3500"/>
                            </p:stCondLst>
                            <p:childTnLst>
                              <p:par>
                                <p:cTn id="700" presetID="1" presetClass="entr" presetSubtype="0" fill="hold" grpId="0" nodeType="afterEffect">
                                  <p:stCondLst>
                                    <p:cond delay="0"/>
                                  </p:stCondLst>
                                  <p:childTnLst>
                                    <p:set>
                                      <p:cBhvr>
                                        <p:cTn id="701" dur="1" fill="hold">
                                          <p:stCondLst>
                                            <p:cond delay="0"/>
                                          </p:stCondLst>
                                        </p:cTn>
                                        <p:tgtEl>
                                          <p:spTgt spid="274"/>
                                        </p:tgtEl>
                                        <p:attrNameLst>
                                          <p:attrName>style.visibility</p:attrName>
                                        </p:attrNameLst>
                                      </p:cBhvr>
                                      <p:to>
                                        <p:strVal val="visible"/>
                                      </p:to>
                                    </p:set>
                                  </p:childTnLst>
                                </p:cTn>
                              </p:par>
                            </p:childTnLst>
                          </p:cTn>
                        </p:par>
                        <p:par>
                          <p:cTn id="702" fill="hold">
                            <p:stCondLst>
                              <p:cond delay="3500"/>
                            </p:stCondLst>
                            <p:childTnLst>
                              <p:par>
                                <p:cTn id="703" presetID="63" presetClass="path" presetSubtype="0" accel="50000" decel="50000" fill="hold" grpId="1" nodeType="afterEffect">
                                  <p:stCondLst>
                                    <p:cond delay="0"/>
                                  </p:stCondLst>
                                  <p:childTnLst>
                                    <p:animMotion origin="layout" path="M 3.54167E-6 1.85185E-6 L 0.47695 -0.03033 " pathEditMode="relative" rAng="0" ptsTypes="AA">
                                      <p:cBhvr>
                                        <p:cTn id="704" dur="1000" fill="hold"/>
                                        <p:tgtEl>
                                          <p:spTgt spid="274"/>
                                        </p:tgtEl>
                                        <p:attrNameLst>
                                          <p:attrName>ppt_x</p:attrName>
                                          <p:attrName>ppt_y</p:attrName>
                                        </p:attrNameLst>
                                      </p:cBhvr>
                                      <p:rCtr x="23841" y="-1528"/>
                                    </p:animMotion>
                                  </p:childTnLst>
                                </p:cTn>
                              </p:par>
                              <p:par>
                                <p:cTn id="705" presetID="10" presetClass="exit" presetSubtype="0" fill="hold" grpId="2" nodeType="withEffect">
                                  <p:stCondLst>
                                    <p:cond delay="500"/>
                                  </p:stCondLst>
                                  <p:childTnLst>
                                    <p:animEffect transition="out" filter="fade">
                                      <p:cBhvr>
                                        <p:cTn id="706" dur="500"/>
                                        <p:tgtEl>
                                          <p:spTgt spid="250"/>
                                        </p:tgtEl>
                                      </p:cBhvr>
                                    </p:animEffect>
                                    <p:set>
                                      <p:cBhvr>
                                        <p:cTn id="707" dur="1" fill="hold">
                                          <p:stCondLst>
                                            <p:cond delay="499"/>
                                          </p:stCondLst>
                                        </p:cTn>
                                        <p:tgtEl>
                                          <p:spTgt spid="250"/>
                                        </p:tgtEl>
                                        <p:attrNameLst>
                                          <p:attrName>style.visibility</p:attrName>
                                        </p:attrNameLst>
                                      </p:cBhvr>
                                      <p:to>
                                        <p:strVal val="hidden"/>
                                      </p:to>
                                    </p:set>
                                  </p:childTnLst>
                                </p:cTn>
                              </p:par>
                            </p:childTnLst>
                          </p:cTn>
                        </p:par>
                        <p:par>
                          <p:cTn id="708" fill="hold">
                            <p:stCondLst>
                              <p:cond delay="4500"/>
                            </p:stCondLst>
                            <p:childTnLst>
                              <p:par>
                                <p:cTn id="709" presetID="22" presetClass="entr" presetSubtype="1" fill="hold" nodeType="afterEffect">
                                  <p:stCondLst>
                                    <p:cond delay="0"/>
                                  </p:stCondLst>
                                  <p:childTnLst>
                                    <p:set>
                                      <p:cBhvr>
                                        <p:cTn id="710" dur="1" fill="hold">
                                          <p:stCondLst>
                                            <p:cond delay="0"/>
                                          </p:stCondLst>
                                        </p:cTn>
                                        <p:tgtEl>
                                          <p:spTgt spid="54"/>
                                        </p:tgtEl>
                                        <p:attrNameLst>
                                          <p:attrName>style.visibility</p:attrName>
                                        </p:attrNameLst>
                                      </p:cBhvr>
                                      <p:to>
                                        <p:strVal val="visible"/>
                                      </p:to>
                                    </p:set>
                                    <p:animEffect transition="in" filter="wipe(up)">
                                      <p:cBhvr>
                                        <p:cTn id="711" dur="500"/>
                                        <p:tgtEl>
                                          <p:spTgt spid="54"/>
                                        </p:tgtEl>
                                      </p:cBhvr>
                                    </p:animEffect>
                                  </p:childTnLst>
                                </p:cTn>
                              </p:par>
                            </p:childTnLst>
                          </p:cTn>
                        </p:par>
                        <p:par>
                          <p:cTn id="712" fill="hold">
                            <p:stCondLst>
                              <p:cond delay="5000"/>
                            </p:stCondLst>
                            <p:childTnLst>
                              <p:par>
                                <p:cTn id="713" presetID="32" presetClass="emph" presetSubtype="0" fill="hold" nodeType="afterEffect">
                                  <p:stCondLst>
                                    <p:cond delay="0"/>
                                  </p:stCondLst>
                                  <p:childTnLst>
                                    <p:animRot by="120000">
                                      <p:cBhvr>
                                        <p:cTn id="714" dur="100" fill="hold">
                                          <p:stCondLst>
                                            <p:cond delay="0"/>
                                          </p:stCondLst>
                                        </p:cTn>
                                        <p:tgtEl>
                                          <p:spTgt spid="54"/>
                                        </p:tgtEl>
                                        <p:attrNameLst>
                                          <p:attrName>r</p:attrName>
                                        </p:attrNameLst>
                                      </p:cBhvr>
                                    </p:animRot>
                                    <p:animRot by="-240000">
                                      <p:cBhvr>
                                        <p:cTn id="715" dur="200" fill="hold">
                                          <p:stCondLst>
                                            <p:cond delay="200"/>
                                          </p:stCondLst>
                                        </p:cTn>
                                        <p:tgtEl>
                                          <p:spTgt spid="54"/>
                                        </p:tgtEl>
                                        <p:attrNameLst>
                                          <p:attrName>r</p:attrName>
                                        </p:attrNameLst>
                                      </p:cBhvr>
                                    </p:animRot>
                                    <p:animRot by="240000">
                                      <p:cBhvr>
                                        <p:cTn id="716" dur="200" fill="hold">
                                          <p:stCondLst>
                                            <p:cond delay="400"/>
                                          </p:stCondLst>
                                        </p:cTn>
                                        <p:tgtEl>
                                          <p:spTgt spid="54"/>
                                        </p:tgtEl>
                                        <p:attrNameLst>
                                          <p:attrName>r</p:attrName>
                                        </p:attrNameLst>
                                      </p:cBhvr>
                                    </p:animRot>
                                    <p:animRot by="-240000">
                                      <p:cBhvr>
                                        <p:cTn id="717" dur="200" fill="hold">
                                          <p:stCondLst>
                                            <p:cond delay="600"/>
                                          </p:stCondLst>
                                        </p:cTn>
                                        <p:tgtEl>
                                          <p:spTgt spid="54"/>
                                        </p:tgtEl>
                                        <p:attrNameLst>
                                          <p:attrName>r</p:attrName>
                                        </p:attrNameLst>
                                      </p:cBhvr>
                                    </p:animRot>
                                    <p:animRot by="120000">
                                      <p:cBhvr>
                                        <p:cTn id="718" dur="200" fill="hold">
                                          <p:stCondLst>
                                            <p:cond delay="800"/>
                                          </p:stCondLst>
                                        </p:cTn>
                                        <p:tgtEl>
                                          <p:spTgt spid="54"/>
                                        </p:tgtEl>
                                        <p:attrNameLst>
                                          <p:attrName>r</p:attrName>
                                        </p:attrNameLst>
                                      </p:cBhvr>
                                    </p:animRot>
                                  </p:childTnLst>
                                </p:cTn>
                              </p:par>
                            </p:childTnLst>
                          </p:cTn>
                        </p:par>
                        <p:par>
                          <p:cTn id="719" fill="hold">
                            <p:stCondLst>
                              <p:cond delay="6000"/>
                            </p:stCondLst>
                            <p:childTnLst>
                              <p:par>
                                <p:cTn id="720" presetID="7" presetClass="emph" presetSubtype="2" fill="hold" nodeType="afterEffect">
                                  <p:stCondLst>
                                    <p:cond delay="0"/>
                                  </p:stCondLst>
                                  <p:childTnLst>
                                    <p:animClr clrSpc="rgb" dir="cw">
                                      <p:cBhvr>
                                        <p:cTn id="721" dur="1000" fill="hold"/>
                                        <p:tgtEl>
                                          <p:spTgt spid="217"/>
                                        </p:tgtEl>
                                        <p:attrNameLst>
                                          <p:attrName>stroke.color</p:attrName>
                                        </p:attrNameLst>
                                      </p:cBhvr>
                                      <p:to>
                                        <a:srgbClr val="F2F2F2"/>
                                      </p:to>
                                    </p:animClr>
                                    <p:set>
                                      <p:cBhvr>
                                        <p:cTn id="722" dur="1000" fill="hold"/>
                                        <p:tgtEl>
                                          <p:spTgt spid="217"/>
                                        </p:tgtEl>
                                        <p:attrNameLst>
                                          <p:attrName>stroke.on</p:attrName>
                                        </p:attrNameLst>
                                      </p:cBhvr>
                                      <p:to>
                                        <p:strVal val="true"/>
                                      </p:to>
                                    </p:set>
                                  </p:childTnLst>
                                </p:cTn>
                              </p:par>
                              <p:par>
                                <p:cTn id="723" presetID="7" presetClass="emph" presetSubtype="2" fill="hold" nodeType="withEffect">
                                  <p:stCondLst>
                                    <p:cond delay="500"/>
                                  </p:stCondLst>
                                  <p:childTnLst>
                                    <p:animClr clrSpc="rgb" dir="cw">
                                      <p:cBhvr>
                                        <p:cTn id="724" dur="1000" fill="hold"/>
                                        <p:tgtEl>
                                          <p:spTgt spid="211"/>
                                        </p:tgtEl>
                                        <p:attrNameLst>
                                          <p:attrName>stroke.color</p:attrName>
                                        </p:attrNameLst>
                                      </p:cBhvr>
                                      <p:to>
                                        <a:srgbClr val="ED7D31"/>
                                      </p:to>
                                    </p:animClr>
                                    <p:set>
                                      <p:cBhvr>
                                        <p:cTn id="725" dur="1000" fill="hold"/>
                                        <p:tgtEl>
                                          <p:spTgt spid="211"/>
                                        </p:tgtEl>
                                        <p:attrNameLst>
                                          <p:attrName>stroke.on</p:attrName>
                                        </p:attrNameLst>
                                      </p:cBhvr>
                                      <p:to>
                                        <p:strVal val="true"/>
                                      </p:to>
                                    </p:set>
                                  </p:childTnLst>
                                </p:cTn>
                              </p:par>
                            </p:childTnLst>
                          </p:cTn>
                        </p:par>
                      </p:childTnLst>
                    </p:cTn>
                  </p:par>
                  <p:par>
                    <p:cTn id="726" fill="hold">
                      <p:stCondLst>
                        <p:cond delay="indefinite"/>
                      </p:stCondLst>
                      <p:childTnLst>
                        <p:par>
                          <p:cTn id="727" fill="hold">
                            <p:stCondLst>
                              <p:cond delay="0"/>
                            </p:stCondLst>
                            <p:childTnLst>
                              <p:par>
                                <p:cTn id="728" presetID="63" presetClass="path" presetSubtype="0" accel="50000" decel="50000" fill="hold" nodeType="clickEffect">
                                  <p:stCondLst>
                                    <p:cond delay="0"/>
                                  </p:stCondLst>
                                  <p:childTnLst>
                                    <p:animMotion origin="layout" path="M 0.06276 -0.0007 L 0.1164 0.00277 " pathEditMode="relative" rAng="0" ptsTypes="AA">
                                      <p:cBhvr>
                                        <p:cTn id="729" dur="1000" fill="hold"/>
                                        <p:tgtEl>
                                          <p:spTgt spid="158"/>
                                        </p:tgtEl>
                                        <p:attrNameLst>
                                          <p:attrName>ppt_x</p:attrName>
                                          <p:attrName>ppt_y</p:attrName>
                                        </p:attrNameLst>
                                      </p:cBhvr>
                                      <p:rCtr x="2682" y="162"/>
                                    </p:animMotion>
                                  </p:childTnLst>
                                </p:cTn>
                              </p:par>
                            </p:childTnLst>
                          </p:cTn>
                        </p:par>
                      </p:childTnLst>
                    </p:cTn>
                  </p:par>
                  <p:par>
                    <p:cTn id="730" fill="hold">
                      <p:stCondLst>
                        <p:cond delay="indefinite"/>
                      </p:stCondLst>
                      <p:childTnLst>
                        <p:par>
                          <p:cTn id="731" fill="hold">
                            <p:stCondLst>
                              <p:cond delay="0"/>
                            </p:stCondLst>
                            <p:childTnLst>
                              <p:par>
                                <p:cTn id="732" presetID="10" presetClass="exit" presetSubtype="0" fill="hold" nodeType="clickEffect">
                                  <p:stCondLst>
                                    <p:cond delay="0"/>
                                  </p:stCondLst>
                                  <p:childTnLst>
                                    <p:animEffect transition="out" filter="fade">
                                      <p:cBhvr>
                                        <p:cTn id="733" dur="500"/>
                                        <p:tgtEl>
                                          <p:spTgt spid="158"/>
                                        </p:tgtEl>
                                      </p:cBhvr>
                                    </p:animEffect>
                                    <p:set>
                                      <p:cBhvr>
                                        <p:cTn id="734" dur="1" fill="hold">
                                          <p:stCondLst>
                                            <p:cond delay="499"/>
                                          </p:stCondLst>
                                        </p:cTn>
                                        <p:tgtEl>
                                          <p:spTgt spid="158"/>
                                        </p:tgtEl>
                                        <p:attrNameLst>
                                          <p:attrName>style.visibility</p:attrName>
                                        </p:attrNameLst>
                                      </p:cBhvr>
                                      <p:to>
                                        <p:strVal val="hidden"/>
                                      </p:to>
                                    </p:set>
                                  </p:childTnLst>
                                </p:cTn>
                              </p:par>
                            </p:childTnLst>
                          </p:cTn>
                        </p:par>
                        <p:par>
                          <p:cTn id="735" fill="hold">
                            <p:stCondLst>
                              <p:cond delay="500"/>
                            </p:stCondLst>
                            <p:childTnLst>
                              <p:par>
                                <p:cTn id="736" presetID="7" presetClass="emph" presetSubtype="2" fill="hold" nodeType="afterEffect">
                                  <p:stCondLst>
                                    <p:cond delay="0"/>
                                  </p:stCondLst>
                                  <p:childTnLst>
                                    <p:animClr clrSpc="rgb" dir="cw">
                                      <p:cBhvr>
                                        <p:cTn id="737" dur="1000" fill="hold"/>
                                        <p:tgtEl>
                                          <p:spTgt spid="211"/>
                                        </p:tgtEl>
                                        <p:attrNameLst>
                                          <p:attrName>stroke.color</p:attrName>
                                        </p:attrNameLst>
                                      </p:cBhvr>
                                      <p:to>
                                        <a:srgbClr val="F2F2F2"/>
                                      </p:to>
                                    </p:animClr>
                                    <p:set>
                                      <p:cBhvr>
                                        <p:cTn id="738" dur="1000" fill="hold"/>
                                        <p:tgtEl>
                                          <p:spTgt spid="211"/>
                                        </p:tgtEl>
                                        <p:attrNameLst>
                                          <p:attrName>stroke.on</p:attrName>
                                        </p:attrNameLst>
                                      </p:cBhvr>
                                      <p:to>
                                        <p:strVal val="true"/>
                                      </p:to>
                                    </p:set>
                                  </p:childTnLst>
                                </p:cTn>
                              </p:par>
                              <p:par>
                                <p:cTn id="739" presetID="7" presetClass="emph" presetSubtype="2" fill="hold" nodeType="withEffect">
                                  <p:stCondLst>
                                    <p:cond delay="500"/>
                                  </p:stCondLst>
                                  <p:childTnLst>
                                    <p:animClr clrSpc="rgb" dir="cw">
                                      <p:cBhvr>
                                        <p:cTn id="740" dur="1000" fill="hold"/>
                                        <p:tgtEl>
                                          <p:spTgt spid="52"/>
                                        </p:tgtEl>
                                        <p:attrNameLst>
                                          <p:attrName>stroke.color</p:attrName>
                                        </p:attrNameLst>
                                      </p:cBhvr>
                                      <p:to>
                                        <a:schemeClr val="accent2"/>
                                      </p:to>
                                    </p:animClr>
                                    <p:set>
                                      <p:cBhvr>
                                        <p:cTn id="741" dur="1000" fill="hold"/>
                                        <p:tgtEl>
                                          <p:spTgt spid="52"/>
                                        </p:tgtEl>
                                        <p:attrNameLst>
                                          <p:attrName>stroke.on</p:attrName>
                                        </p:attrNameLst>
                                      </p:cBhvr>
                                      <p:to>
                                        <p:strVal val="true"/>
                                      </p:to>
                                    </p:set>
                                  </p:childTnLst>
                                </p:cTn>
                              </p:par>
                            </p:childTnLst>
                          </p:cTn>
                        </p:par>
                      </p:childTnLst>
                    </p:cTn>
                  </p:par>
                  <p:par>
                    <p:cTn id="742" fill="hold">
                      <p:stCondLst>
                        <p:cond delay="indefinite"/>
                      </p:stCondLst>
                      <p:childTnLst>
                        <p:par>
                          <p:cTn id="743" fill="hold">
                            <p:stCondLst>
                              <p:cond delay="0"/>
                            </p:stCondLst>
                            <p:childTnLst>
                              <p:par>
                                <p:cTn id="744" presetID="63" presetClass="path" presetSubtype="0" accel="50000" decel="50000" fill="hold" grpId="1" nodeType="clickEffect">
                                  <p:stCondLst>
                                    <p:cond delay="0"/>
                                  </p:stCondLst>
                                  <p:childTnLst>
                                    <p:animMotion origin="layout" path="M 4.16667E-7 2.96296E-6 L 0.18984 0.00092 " pathEditMode="relative" rAng="0" ptsTypes="AA">
                                      <p:cBhvr>
                                        <p:cTn id="745" dur="1000" fill="hold"/>
                                        <p:tgtEl>
                                          <p:spTgt spid="101"/>
                                        </p:tgtEl>
                                        <p:attrNameLst>
                                          <p:attrName>ppt_x</p:attrName>
                                          <p:attrName>ppt_y</p:attrName>
                                        </p:attrNameLst>
                                      </p:cBhvr>
                                      <p:rCtr x="9492" y="46"/>
                                    </p:animMotion>
                                  </p:childTnLst>
                                </p:cTn>
                              </p:par>
                              <p:par>
                                <p:cTn id="746" presetID="10" presetClass="exit" presetSubtype="0" fill="hold" grpId="2" nodeType="withEffect">
                                  <p:stCondLst>
                                    <p:cond delay="0"/>
                                  </p:stCondLst>
                                  <p:childTnLst>
                                    <p:animEffect transition="out" filter="fade">
                                      <p:cBhvr>
                                        <p:cTn id="747" dur="500"/>
                                        <p:tgtEl>
                                          <p:spTgt spid="109"/>
                                        </p:tgtEl>
                                      </p:cBhvr>
                                    </p:animEffect>
                                    <p:set>
                                      <p:cBhvr>
                                        <p:cTn id="748" dur="1" fill="hold">
                                          <p:stCondLst>
                                            <p:cond delay="499"/>
                                          </p:stCondLst>
                                        </p:cTn>
                                        <p:tgtEl>
                                          <p:spTgt spid="109"/>
                                        </p:tgtEl>
                                        <p:attrNameLst>
                                          <p:attrName>style.visibility</p:attrName>
                                        </p:attrNameLst>
                                      </p:cBhvr>
                                      <p:to>
                                        <p:strVal val="hidden"/>
                                      </p:to>
                                    </p:set>
                                  </p:childTnLst>
                                </p:cTn>
                              </p:par>
                            </p:childTnLst>
                          </p:cTn>
                        </p:par>
                        <p:par>
                          <p:cTn id="749" fill="hold">
                            <p:stCondLst>
                              <p:cond delay="1000"/>
                            </p:stCondLst>
                            <p:childTnLst>
                              <p:par>
                                <p:cTn id="750" presetID="35" presetClass="path" presetSubtype="0" accel="50000" decel="50000" fill="hold" nodeType="afterEffect">
                                  <p:stCondLst>
                                    <p:cond delay="0"/>
                                  </p:stCondLst>
                                  <p:childTnLst>
                                    <p:animMotion origin="layout" path="M -0.03854 0.00278 L -0.10534 0.00278 " pathEditMode="relative" rAng="0" ptsTypes="AA">
                                      <p:cBhvr>
                                        <p:cTn id="751" dur="1000" fill="hold"/>
                                        <p:tgtEl>
                                          <p:spTgt spid="219"/>
                                        </p:tgtEl>
                                        <p:attrNameLst>
                                          <p:attrName>ppt_x</p:attrName>
                                          <p:attrName>ppt_y</p:attrName>
                                        </p:attrNameLst>
                                      </p:cBhvr>
                                      <p:rCtr x="-3346" y="0"/>
                                    </p:animMotion>
                                  </p:childTnLst>
                                </p:cTn>
                              </p:par>
                            </p:childTnLst>
                          </p:cTn>
                        </p:par>
                        <p:par>
                          <p:cTn id="752" fill="hold">
                            <p:stCondLst>
                              <p:cond delay="2000"/>
                            </p:stCondLst>
                            <p:childTnLst>
                              <p:par>
                                <p:cTn id="753" presetID="7" presetClass="emph" presetSubtype="2" fill="hold" nodeType="afterEffect">
                                  <p:stCondLst>
                                    <p:cond delay="0"/>
                                  </p:stCondLst>
                                  <p:childTnLst>
                                    <p:animClr clrSpc="rgb" dir="cw">
                                      <p:cBhvr>
                                        <p:cTn id="754" dur="1000" fill="hold"/>
                                        <p:tgtEl>
                                          <p:spTgt spid="52"/>
                                        </p:tgtEl>
                                        <p:attrNameLst>
                                          <p:attrName>stroke.color</p:attrName>
                                        </p:attrNameLst>
                                      </p:cBhvr>
                                      <p:to>
                                        <a:srgbClr val="F2F2F2"/>
                                      </p:to>
                                    </p:animClr>
                                    <p:set>
                                      <p:cBhvr>
                                        <p:cTn id="755" dur="1000" fill="hold"/>
                                        <p:tgtEl>
                                          <p:spTgt spid="52"/>
                                        </p:tgtEl>
                                        <p:attrNameLst>
                                          <p:attrName>stroke.on</p:attrName>
                                        </p:attrNameLst>
                                      </p:cBhvr>
                                      <p:to>
                                        <p:strVal val="true"/>
                                      </p:to>
                                    </p:set>
                                  </p:childTnLst>
                                </p:cTn>
                              </p:par>
                              <p:par>
                                <p:cTn id="756" presetID="7" presetClass="emph" presetSubtype="2" fill="hold" nodeType="withEffect">
                                  <p:stCondLst>
                                    <p:cond delay="500"/>
                                  </p:stCondLst>
                                  <p:childTnLst>
                                    <p:animClr clrSpc="rgb" dir="cw">
                                      <p:cBhvr>
                                        <p:cTn id="757" dur="1000" fill="hold"/>
                                        <p:tgtEl>
                                          <p:spTgt spid="211"/>
                                        </p:tgtEl>
                                        <p:attrNameLst>
                                          <p:attrName>stroke.color</p:attrName>
                                        </p:attrNameLst>
                                      </p:cBhvr>
                                      <p:to>
                                        <a:schemeClr val="accent2"/>
                                      </p:to>
                                    </p:animClr>
                                    <p:set>
                                      <p:cBhvr>
                                        <p:cTn id="758" dur="1000" fill="hold"/>
                                        <p:tgtEl>
                                          <p:spTgt spid="211"/>
                                        </p:tgtEl>
                                        <p:attrNameLst>
                                          <p:attrName>stroke.on</p:attrName>
                                        </p:attrNameLst>
                                      </p:cBhvr>
                                      <p:to>
                                        <p:strVal val="true"/>
                                      </p:to>
                                    </p:set>
                                  </p:childTnLst>
                                </p:cTn>
                              </p:par>
                              <p:par>
                                <p:cTn id="759" presetID="10" presetClass="exit" presetSubtype="0" fill="hold" nodeType="withEffect">
                                  <p:stCondLst>
                                    <p:cond delay="500"/>
                                  </p:stCondLst>
                                  <p:childTnLst>
                                    <p:animEffect transition="out" filter="fade">
                                      <p:cBhvr>
                                        <p:cTn id="760" dur="500"/>
                                        <p:tgtEl>
                                          <p:spTgt spid="54"/>
                                        </p:tgtEl>
                                      </p:cBhvr>
                                    </p:animEffect>
                                    <p:set>
                                      <p:cBhvr>
                                        <p:cTn id="761" dur="1" fill="hold">
                                          <p:stCondLst>
                                            <p:cond delay="499"/>
                                          </p:stCondLst>
                                        </p:cTn>
                                        <p:tgtEl>
                                          <p:spTgt spid="54"/>
                                        </p:tgtEl>
                                        <p:attrNameLst>
                                          <p:attrName>style.visibility</p:attrName>
                                        </p:attrNameLst>
                                      </p:cBhvr>
                                      <p:to>
                                        <p:strVal val="hidden"/>
                                      </p:to>
                                    </p:set>
                                  </p:childTnLst>
                                </p:cTn>
                              </p:par>
                              <p:par>
                                <p:cTn id="762" presetID="10" presetClass="exit" presetSubtype="0" fill="hold" grpId="1" nodeType="withEffect">
                                  <p:stCondLst>
                                    <p:cond delay="500"/>
                                  </p:stCondLst>
                                  <p:childTnLst>
                                    <p:animEffect transition="out" filter="fade">
                                      <p:cBhvr>
                                        <p:cTn id="763" dur="500"/>
                                        <p:tgtEl>
                                          <p:spTgt spid="273"/>
                                        </p:tgtEl>
                                      </p:cBhvr>
                                    </p:animEffect>
                                    <p:set>
                                      <p:cBhvr>
                                        <p:cTn id="764" dur="1" fill="hold">
                                          <p:stCondLst>
                                            <p:cond delay="499"/>
                                          </p:stCondLst>
                                        </p:cTn>
                                        <p:tgtEl>
                                          <p:spTgt spid="273"/>
                                        </p:tgtEl>
                                        <p:attrNameLst>
                                          <p:attrName>style.visibility</p:attrName>
                                        </p:attrNameLst>
                                      </p:cBhvr>
                                      <p:to>
                                        <p:strVal val="hidden"/>
                                      </p:to>
                                    </p:set>
                                  </p:childTnLst>
                                </p:cTn>
                              </p:par>
                            </p:childTnLst>
                          </p:cTn>
                        </p:par>
                      </p:childTnLst>
                    </p:cTn>
                  </p:par>
                  <p:par>
                    <p:cTn id="765" fill="hold">
                      <p:stCondLst>
                        <p:cond delay="indefinite"/>
                      </p:stCondLst>
                      <p:childTnLst>
                        <p:par>
                          <p:cTn id="766" fill="hold">
                            <p:stCondLst>
                              <p:cond delay="0"/>
                            </p:stCondLst>
                            <p:childTnLst>
                              <p:par>
                                <p:cTn id="767" presetID="22" presetClass="entr" presetSubtype="1" fill="hold" nodeType="clickEffect">
                                  <p:stCondLst>
                                    <p:cond delay="0"/>
                                  </p:stCondLst>
                                  <p:childTnLst>
                                    <p:set>
                                      <p:cBhvr>
                                        <p:cTn id="768" dur="1" fill="hold">
                                          <p:stCondLst>
                                            <p:cond delay="0"/>
                                          </p:stCondLst>
                                        </p:cTn>
                                        <p:tgtEl>
                                          <p:spTgt spid="152"/>
                                        </p:tgtEl>
                                        <p:attrNameLst>
                                          <p:attrName>style.visibility</p:attrName>
                                        </p:attrNameLst>
                                      </p:cBhvr>
                                      <p:to>
                                        <p:strVal val="visible"/>
                                      </p:to>
                                    </p:set>
                                    <p:animEffect transition="in" filter="wipe(up)">
                                      <p:cBhvr>
                                        <p:cTn id="769" dur="500"/>
                                        <p:tgtEl>
                                          <p:spTgt spid="152"/>
                                        </p:tgtEl>
                                      </p:cBhvr>
                                    </p:animEffect>
                                  </p:childTnLst>
                                </p:cTn>
                              </p:par>
                            </p:childTnLst>
                          </p:cTn>
                        </p:par>
                        <p:par>
                          <p:cTn id="770" fill="hold">
                            <p:stCondLst>
                              <p:cond delay="500"/>
                            </p:stCondLst>
                            <p:childTnLst>
                              <p:par>
                                <p:cTn id="771" presetID="7" presetClass="emph" presetSubtype="2" fill="hold" nodeType="afterEffect">
                                  <p:stCondLst>
                                    <p:cond delay="0"/>
                                  </p:stCondLst>
                                  <p:childTnLst>
                                    <p:animClr clrSpc="rgb" dir="cw">
                                      <p:cBhvr>
                                        <p:cTn id="772" dur="1000" fill="hold"/>
                                        <p:tgtEl>
                                          <p:spTgt spid="211"/>
                                        </p:tgtEl>
                                        <p:attrNameLst>
                                          <p:attrName>stroke.color</p:attrName>
                                        </p:attrNameLst>
                                      </p:cBhvr>
                                      <p:to>
                                        <a:srgbClr val="F2F2F2"/>
                                      </p:to>
                                    </p:animClr>
                                    <p:set>
                                      <p:cBhvr>
                                        <p:cTn id="773" dur="1000" fill="hold"/>
                                        <p:tgtEl>
                                          <p:spTgt spid="211"/>
                                        </p:tgtEl>
                                        <p:attrNameLst>
                                          <p:attrName>stroke.on</p:attrName>
                                        </p:attrNameLst>
                                      </p:cBhvr>
                                      <p:to>
                                        <p:strVal val="true"/>
                                      </p:to>
                                    </p:set>
                                  </p:childTnLst>
                                </p:cTn>
                              </p:par>
                              <p:par>
                                <p:cTn id="774" presetID="7" presetClass="emph" presetSubtype="2" fill="hold" nodeType="withEffect">
                                  <p:stCondLst>
                                    <p:cond delay="500"/>
                                  </p:stCondLst>
                                  <p:childTnLst>
                                    <p:animClr clrSpc="rgb" dir="cw">
                                      <p:cBhvr>
                                        <p:cTn id="775" dur="1000" fill="hold"/>
                                        <p:tgtEl>
                                          <p:spTgt spid="217"/>
                                        </p:tgtEl>
                                        <p:attrNameLst>
                                          <p:attrName>stroke.color</p:attrName>
                                        </p:attrNameLst>
                                      </p:cBhvr>
                                      <p:to>
                                        <a:schemeClr val="accent2"/>
                                      </p:to>
                                    </p:animClr>
                                    <p:set>
                                      <p:cBhvr>
                                        <p:cTn id="776" dur="1000" fill="hold"/>
                                        <p:tgtEl>
                                          <p:spTgt spid="217"/>
                                        </p:tgtEl>
                                        <p:attrNameLst>
                                          <p:attrName>stroke.on</p:attrName>
                                        </p:attrNameLst>
                                      </p:cBhvr>
                                      <p:to>
                                        <p:strVal val="true"/>
                                      </p:to>
                                    </p:set>
                                  </p:childTnLst>
                                </p:cTn>
                              </p:par>
                            </p:childTnLst>
                          </p:cTn>
                        </p:par>
                      </p:childTnLst>
                    </p:cTn>
                  </p:par>
                  <p:par>
                    <p:cTn id="777" fill="hold">
                      <p:stCondLst>
                        <p:cond delay="indefinite"/>
                      </p:stCondLst>
                      <p:childTnLst>
                        <p:par>
                          <p:cTn id="778" fill="hold">
                            <p:stCondLst>
                              <p:cond delay="0"/>
                            </p:stCondLst>
                            <p:childTnLst>
                              <p:par>
                                <p:cTn id="779" presetID="35" presetClass="path" presetSubtype="0" accel="50000" decel="50000" fill="hold" nodeType="clickEffect">
                                  <p:stCondLst>
                                    <p:cond delay="0"/>
                                  </p:stCondLst>
                                  <p:childTnLst>
                                    <p:animMotion origin="layout" path="M 3.75E-6 3.7037E-6 L -0.13959 -0.00024 " pathEditMode="relative" rAng="0" ptsTypes="AA">
                                      <p:cBhvr>
                                        <p:cTn id="780" dur="1000" fill="hold"/>
                                        <p:tgtEl>
                                          <p:spTgt spid="169"/>
                                        </p:tgtEl>
                                        <p:attrNameLst>
                                          <p:attrName>ppt_x</p:attrName>
                                          <p:attrName>ppt_y</p:attrName>
                                        </p:attrNameLst>
                                      </p:cBhvr>
                                      <p:rCtr x="-6979" y="-23"/>
                                    </p:animMotion>
                                  </p:childTnLst>
                                </p:cTn>
                              </p:par>
                            </p:childTnLst>
                          </p:cTn>
                        </p:par>
                        <p:par>
                          <p:cTn id="781" fill="hold">
                            <p:stCondLst>
                              <p:cond delay="1000"/>
                            </p:stCondLst>
                            <p:childTnLst>
                              <p:par>
                                <p:cTn id="782" presetID="1" presetClass="entr" presetSubtype="0" fill="hold" grpId="0" nodeType="afterEffect">
                                  <p:stCondLst>
                                    <p:cond delay="0"/>
                                  </p:stCondLst>
                                  <p:childTnLst>
                                    <p:set>
                                      <p:cBhvr>
                                        <p:cTn id="783" dur="1" fill="hold">
                                          <p:stCondLst>
                                            <p:cond delay="0"/>
                                          </p:stCondLst>
                                        </p:cTn>
                                        <p:tgtEl>
                                          <p:spTgt spid="278"/>
                                        </p:tgtEl>
                                        <p:attrNameLst>
                                          <p:attrName>style.visibility</p:attrName>
                                        </p:attrNameLst>
                                      </p:cBhvr>
                                      <p:to>
                                        <p:strVal val="visible"/>
                                      </p:to>
                                    </p:set>
                                  </p:childTnLst>
                                </p:cTn>
                              </p:par>
                            </p:childTnLst>
                          </p:cTn>
                        </p:par>
                        <p:par>
                          <p:cTn id="784" fill="hold">
                            <p:stCondLst>
                              <p:cond delay="1000"/>
                            </p:stCondLst>
                            <p:childTnLst>
                              <p:par>
                                <p:cTn id="785" presetID="63" presetClass="path" presetSubtype="0" accel="50000" decel="50000" fill="hold" grpId="1" nodeType="afterEffect">
                                  <p:stCondLst>
                                    <p:cond delay="0"/>
                                  </p:stCondLst>
                                  <p:childTnLst>
                                    <p:animMotion origin="layout" path="M 3.75E-6 -2.22222E-6 L 0.33997 -0.02708 " pathEditMode="relative" rAng="0" ptsTypes="AA">
                                      <p:cBhvr>
                                        <p:cTn id="786" dur="1000" fill="hold"/>
                                        <p:tgtEl>
                                          <p:spTgt spid="278"/>
                                        </p:tgtEl>
                                        <p:attrNameLst>
                                          <p:attrName>ppt_x</p:attrName>
                                          <p:attrName>ppt_y</p:attrName>
                                        </p:attrNameLst>
                                      </p:cBhvr>
                                      <p:rCtr x="16992" y="-1366"/>
                                    </p:animMotion>
                                  </p:childTnLst>
                                </p:cTn>
                              </p:par>
                              <p:par>
                                <p:cTn id="787" presetID="10" presetClass="exit" presetSubtype="0" fill="hold" grpId="2" nodeType="withEffect">
                                  <p:stCondLst>
                                    <p:cond delay="500"/>
                                  </p:stCondLst>
                                  <p:childTnLst>
                                    <p:animEffect transition="out" filter="fade">
                                      <p:cBhvr>
                                        <p:cTn id="788" dur="500"/>
                                        <p:tgtEl>
                                          <p:spTgt spid="272"/>
                                        </p:tgtEl>
                                      </p:cBhvr>
                                    </p:animEffect>
                                    <p:set>
                                      <p:cBhvr>
                                        <p:cTn id="789" dur="1" fill="hold">
                                          <p:stCondLst>
                                            <p:cond delay="499"/>
                                          </p:stCondLst>
                                        </p:cTn>
                                        <p:tgtEl>
                                          <p:spTgt spid="272"/>
                                        </p:tgtEl>
                                        <p:attrNameLst>
                                          <p:attrName>style.visibility</p:attrName>
                                        </p:attrNameLst>
                                      </p:cBhvr>
                                      <p:to>
                                        <p:strVal val="hidden"/>
                                      </p:to>
                                    </p:set>
                                  </p:childTnLst>
                                </p:cTn>
                              </p:par>
                            </p:childTnLst>
                          </p:cTn>
                        </p:par>
                        <p:par>
                          <p:cTn id="790" fill="hold">
                            <p:stCondLst>
                              <p:cond delay="2000"/>
                            </p:stCondLst>
                            <p:childTnLst>
                              <p:par>
                                <p:cTn id="791" presetID="1" presetClass="entr" presetSubtype="0" fill="hold" grpId="0" nodeType="afterEffect">
                                  <p:stCondLst>
                                    <p:cond delay="0"/>
                                  </p:stCondLst>
                                  <p:childTnLst>
                                    <p:set>
                                      <p:cBhvr>
                                        <p:cTn id="792" dur="1" fill="hold">
                                          <p:stCondLst>
                                            <p:cond delay="0"/>
                                          </p:stCondLst>
                                        </p:cTn>
                                        <p:tgtEl>
                                          <p:spTgt spid="167"/>
                                        </p:tgtEl>
                                        <p:attrNameLst>
                                          <p:attrName>style.visibility</p:attrName>
                                        </p:attrNameLst>
                                      </p:cBhvr>
                                      <p:to>
                                        <p:strVal val="visible"/>
                                      </p:to>
                                    </p:set>
                                  </p:childTnLst>
                                </p:cTn>
                              </p:par>
                            </p:childTnLst>
                          </p:cTn>
                        </p:par>
                        <p:par>
                          <p:cTn id="793" fill="hold">
                            <p:stCondLst>
                              <p:cond delay="2000"/>
                            </p:stCondLst>
                            <p:childTnLst>
                              <p:par>
                                <p:cTn id="794" presetID="49" presetClass="path" presetSubtype="0" accel="50000" decel="50000" fill="hold" grpId="1" nodeType="afterEffect">
                                  <p:stCondLst>
                                    <p:cond delay="0"/>
                                  </p:stCondLst>
                                  <p:childTnLst>
                                    <p:animMotion origin="layout" path="M 1.66667E-6 0.0007 L 0.24922 0.43634 " pathEditMode="relative" rAng="0" ptsTypes="AA">
                                      <p:cBhvr>
                                        <p:cTn id="795" dur="1000" fill="hold"/>
                                        <p:tgtEl>
                                          <p:spTgt spid="167"/>
                                        </p:tgtEl>
                                        <p:attrNameLst>
                                          <p:attrName>ppt_x</p:attrName>
                                          <p:attrName>ppt_y</p:attrName>
                                        </p:attrNameLst>
                                      </p:cBhvr>
                                      <p:rCtr x="12461" y="21782"/>
                                    </p:animMotion>
                                  </p:childTnLst>
                                </p:cTn>
                              </p:par>
                              <p:par>
                                <p:cTn id="796" presetID="10" presetClass="exit" presetSubtype="0" fill="hold" grpId="2" nodeType="withEffect">
                                  <p:stCondLst>
                                    <p:cond delay="0"/>
                                  </p:stCondLst>
                                  <p:childTnLst>
                                    <p:animEffect transition="out" filter="fade">
                                      <p:cBhvr>
                                        <p:cTn id="797" dur="500"/>
                                        <p:tgtEl>
                                          <p:spTgt spid="189"/>
                                        </p:tgtEl>
                                      </p:cBhvr>
                                    </p:animEffect>
                                    <p:set>
                                      <p:cBhvr>
                                        <p:cTn id="798" dur="1" fill="hold">
                                          <p:stCondLst>
                                            <p:cond delay="499"/>
                                          </p:stCondLst>
                                        </p:cTn>
                                        <p:tgtEl>
                                          <p:spTgt spid="189"/>
                                        </p:tgtEl>
                                        <p:attrNameLst>
                                          <p:attrName>style.visibility</p:attrName>
                                        </p:attrNameLst>
                                      </p:cBhvr>
                                      <p:to>
                                        <p:strVal val="hidden"/>
                                      </p:to>
                                    </p:set>
                                  </p:childTnLst>
                                </p:cTn>
                              </p:par>
                              <p:par>
                                <p:cTn id="799" presetID="16" presetClass="entr" presetSubtype="21" fill="hold" grpId="0" nodeType="withEffect">
                                  <p:stCondLst>
                                    <p:cond delay="0"/>
                                  </p:stCondLst>
                                  <p:childTnLst>
                                    <p:set>
                                      <p:cBhvr>
                                        <p:cTn id="800" dur="1" fill="hold">
                                          <p:stCondLst>
                                            <p:cond delay="0"/>
                                          </p:stCondLst>
                                        </p:cTn>
                                        <p:tgtEl>
                                          <p:spTgt spid="282"/>
                                        </p:tgtEl>
                                        <p:attrNameLst>
                                          <p:attrName>style.visibility</p:attrName>
                                        </p:attrNameLst>
                                      </p:cBhvr>
                                      <p:to>
                                        <p:strVal val="visible"/>
                                      </p:to>
                                    </p:set>
                                    <p:animEffect transition="in" filter="barn(inVertical)">
                                      <p:cBhvr>
                                        <p:cTn id="801" dur="500"/>
                                        <p:tgtEl>
                                          <p:spTgt spid="282"/>
                                        </p:tgtEl>
                                      </p:cBhvr>
                                    </p:animEffect>
                                  </p:childTnLst>
                                </p:cTn>
                              </p:par>
                            </p:childTnLst>
                          </p:cTn>
                        </p:par>
                        <p:par>
                          <p:cTn id="802" fill="hold">
                            <p:stCondLst>
                              <p:cond delay="3000"/>
                            </p:stCondLst>
                            <p:childTnLst>
                              <p:par>
                                <p:cTn id="803" presetID="1" presetClass="entr" presetSubtype="0" fill="hold" grpId="0" nodeType="afterEffect">
                                  <p:stCondLst>
                                    <p:cond delay="0"/>
                                  </p:stCondLst>
                                  <p:childTnLst>
                                    <p:set>
                                      <p:cBhvr>
                                        <p:cTn id="804" dur="1" fill="hold">
                                          <p:stCondLst>
                                            <p:cond delay="0"/>
                                          </p:stCondLst>
                                        </p:cTn>
                                        <p:tgtEl>
                                          <p:spTgt spid="283"/>
                                        </p:tgtEl>
                                        <p:attrNameLst>
                                          <p:attrName>style.visibility</p:attrName>
                                        </p:attrNameLst>
                                      </p:cBhvr>
                                      <p:to>
                                        <p:strVal val="visible"/>
                                      </p:to>
                                    </p:set>
                                  </p:childTnLst>
                                </p:cTn>
                              </p:par>
                            </p:childTnLst>
                          </p:cTn>
                        </p:par>
                        <p:par>
                          <p:cTn id="805" fill="hold">
                            <p:stCondLst>
                              <p:cond delay="3000"/>
                            </p:stCondLst>
                            <p:childTnLst>
                              <p:par>
                                <p:cTn id="806" presetID="63" presetClass="path" presetSubtype="0" accel="50000" decel="50000" fill="hold" grpId="1" nodeType="afterEffect">
                                  <p:stCondLst>
                                    <p:cond delay="0"/>
                                  </p:stCondLst>
                                  <p:childTnLst>
                                    <p:animMotion origin="layout" path="M -6.25E-7 -4.07407E-6 L 0.51107 -0.03171 " pathEditMode="relative" rAng="0" ptsTypes="AA">
                                      <p:cBhvr>
                                        <p:cTn id="807" dur="1000" fill="hold"/>
                                        <p:tgtEl>
                                          <p:spTgt spid="283"/>
                                        </p:tgtEl>
                                        <p:attrNameLst>
                                          <p:attrName>ppt_x</p:attrName>
                                          <p:attrName>ppt_y</p:attrName>
                                        </p:attrNameLst>
                                      </p:cBhvr>
                                      <p:rCtr x="25547" y="-1597"/>
                                    </p:animMotion>
                                  </p:childTnLst>
                                </p:cTn>
                              </p:par>
                              <p:par>
                                <p:cTn id="808" presetID="10" presetClass="exit" presetSubtype="0" fill="hold" grpId="2" nodeType="withEffect">
                                  <p:stCondLst>
                                    <p:cond delay="500"/>
                                  </p:stCondLst>
                                  <p:childTnLst>
                                    <p:animEffect transition="out" filter="fade">
                                      <p:cBhvr>
                                        <p:cTn id="809" dur="500"/>
                                        <p:tgtEl>
                                          <p:spTgt spid="274"/>
                                        </p:tgtEl>
                                      </p:cBhvr>
                                    </p:animEffect>
                                    <p:set>
                                      <p:cBhvr>
                                        <p:cTn id="810" dur="1" fill="hold">
                                          <p:stCondLst>
                                            <p:cond delay="499"/>
                                          </p:stCondLst>
                                        </p:cTn>
                                        <p:tgtEl>
                                          <p:spTgt spid="274"/>
                                        </p:tgtEl>
                                        <p:attrNameLst>
                                          <p:attrName>style.visibility</p:attrName>
                                        </p:attrNameLst>
                                      </p:cBhvr>
                                      <p:to>
                                        <p:strVal val="hidden"/>
                                      </p:to>
                                    </p:set>
                                  </p:childTnLst>
                                </p:cTn>
                              </p:par>
                            </p:childTnLst>
                          </p:cTn>
                        </p:par>
                        <p:par>
                          <p:cTn id="811" fill="hold">
                            <p:stCondLst>
                              <p:cond delay="4000"/>
                            </p:stCondLst>
                            <p:childTnLst>
                              <p:par>
                                <p:cTn id="812" presetID="27" presetClass="emph" presetSubtype="0" fill="remove" grpId="4" nodeType="afterEffect">
                                  <p:stCondLst>
                                    <p:cond delay="0"/>
                                  </p:stCondLst>
                                  <p:childTnLst>
                                    <p:animClr clrSpc="rgb" dir="cw">
                                      <p:cBhvr override="childStyle">
                                        <p:cTn id="813" dur="250" autoRev="1" fill="remove"/>
                                        <p:tgtEl>
                                          <p:spTgt spid="225"/>
                                        </p:tgtEl>
                                        <p:attrNameLst>
                                          <p:attrName>style.color</p:attrName>
                                        </p:attrNameLst>
                                      </p:cBhvr>
                                      <p:to>
                                        <a:srgbClr val="FFF2CC"/>
                                      </p:to>
                                    </p:animClr>
                                    <p:animClr clrSpc="rgb" dir="cw">
                                      <p:cBhvr>
                                        <p:cTn id="814" dur="250" autoRev="1" fill="remove"/>
                                        <p:tgtEl>
                                          <p:spTgt spid="225"/>
                                        </p:tgtEl>
                                        <p:attrNameLst>
                                          <p:attrName>fillcolor</p:attrName>
                                        </p:attrNameLst>
                                      </p:cBhvr>
                                      <p:to>
                                        <a:srgbClr val="FFF2CC"/>
                                      </p:to>
                                    </p:animClr>
                                    <p:set>
                                      <p:cBhvr>
                                        <p:cTn id="815" dur="250" autoRev="1" fill="remove"/>
                                        <p:tgtEl>
                                          <p:spTgt spid="225"/>
                                        </p:tgtEl>
                                        <p:attrNameLst>
                                          <p:attrName>fill.type</p:attrName>
                                        </p:attrNameLst>
                                      </p:cBhvr>
                                      <p:to>
                                        <p:strVal val="solid"/>
                                      </p:to>
                                    </p:set>
                                    <p:set>
                                      <p:cBhvr>
                                        <p:cTn id="816" dur="250" autoRev="1" fill="remove"/>
                                        <p:tgtEl>
                                          <p:spTgt spid="225"/>
                                        </p:tgtEl>
                                        <p:attrNameLst>
                                          <p:attrName>fill.on</p:attrName>
                                        </p:attrNameLst>
                                      </p:cBhvr>
                                      <p:to>
                                        <p:strVal val="true"/>
                                      </p:to>
                                    </p:set>
                                  </p:childTnLst>
                                </p:cTn>
                              </p:par>
                            </p:childTnLst>
                          </p:cTn>
                        </p:par>
                        <p:par>
                          <p:cTn id="817" fill="hold">
                            <p:stCondLst>
                              <p:cond delay="4500"/>
                            </p:stCondLst>
                            <p:childTnLst>
                              <p:par>
                                <p:cTn id="818" presetID="35" presetClass="path" presetSubtype="0" accel="50000" decel="50000" fill="hold" grpId="1" nodeType="afterEffect">
                                  <p:stCondLst>
                                    <p:cond delay="0"/>
                                  </p:stCondLst>
                                  <p:childTnLst>
                                    <p:animMotion origin="layout" path="M 8.33333E-7 3.7037E-6 L -0.46784 0.02778 " pathEditMode="relative" rAng="0" ptsTypes="AA">
                                      <p:cBhvr>
                                        <p:cTn id="819" dur="1000" fill="hold"/>
                                        <p:tgtEl>
                                          <p:spTgt spid="282"/>
                                        </p:tgtEl>
                                        <p:attrNameLst>
                                          <p:attrName>ppt_x</p:attrName>
                                          <p:attrName>ppt_y</p:attrName>
                                        </p:attrNameLst>
                                      </p:cBhvr>
                                      <p:rCtr x="-23398" y="1273"/>
                                    </p:animMotion>
                                  </p:childTnLst>
                                </p:cTn>
                              </p:par>
                            </p:childTnLst>
                          </p:cTn>
                        </p:par>
                        <p:par>
                          <p:cTn id="820" fill="hold">
                            <p:stCondLst>
                              <p:cond delay="5500"/>
                            </p:stCondLst>
                            <p:childTnLst>
                              <p:par>
                                <p:cTn id="821" presetID="7" presetClass="emph" presetSubtype="2" fill="hold" nodeType="afterEffect">
                                  <p:stCondLst>
                                    <p:cond delay="0"/>
                                  </p:stCondLst>
                                  <p:childTnLst>
                                    <p:animClr clrSpc="rgb" dir="cw">
                                      <p:cBhvr>
                                        <p:cTn id="822" dur="1000" fill="hold"/>
                                        <p:tgtEl>
                                          <p:spTgt spid="217"/>
                                        </p:tgtEl>
                                        <p:attrNameLst>
                                          <p:attrName>stroke.color</p:attrName>
                                        </p:attrNameLst>
                                      </p:cBhvr>
                                      <p:to>
                                        <a:srgbClr val="F2F2F2"/>
                                      </p:to>
                                    </p:animClr>
                                    <p:set>
                                      <p:cBhvr>
                                        <p:cTn id="823" dur="1000" fill="hold"/>
                                        <p:tgtEl>
                                          <p:spTgt spid="217"/>
                                        </p:tgtEl>
                                        <p:attrNameLst>
                                          <p:attrName>stroke.on</p:attrName>
                                        </p:attrNameLst>
                                      </p:cBhvr>
                                      <p:to>
                                        <p:strVal val="true"/>
                                      </p:to>
                                    </p:set>
                                  </p:childTnLst>
                                </p:cTn>
                              </p:par>
                              <p:par>
                                <p:cTn id="824" presetID="7" presetClass="emph" presetSubtype="2" fill="hold" nodeType="withEffect">
                                  <p:stCondLst>
                                    <p:cond delay="500"/>
                                  </p:stCondLst>
                                  <p:childTnLst>
                                    <p:animClr clrSpc="rgb" dir="cw">
                                      <p:cBhvr>
                                        <p:cTn id="825" dur="1000" fill="hold"/>
                                        <p:tgtEl>
                                          <p:spTgt spid="211"/>
                                        </p:tgtEl>
                                        <p:attrNameLst>
                                          <p:attrName>stroke.color</p:attrName>
                                        </p:attrNameLst>
                                      </p:cBhvr>
                                      <p:to>
                                        <a:srgbClr val="ED7D31"/>
                                      </p:to>
                                    </p:animClr>
                                    <p:set>
                                      <p:cBhvr>
                                        <p:cTn id="826" dur="1000" fill="hold"/>
                                        <p:tgtEl>
                                          <p:spTgt spid="211"/>
                                        </p:tgtEl>
                                        <p:attrNameLst>
                                          <p:attrName>stroke.on</p:attrName>
                                        </p:attrNameLst>
                                      </p:cBhvr>
                                      <p:to>
                                        <p:strVal val="true"/>
                                      </p:to>
                                    </p:set>
                                  </p:childTnLst>
                                </p:cTn>
                              </p:par>
                            </p:childTnLst>
                          </p:cTn>
                        </p:par>
                      </p:childTnLst>
                    </p:cTn>
                  </p:par>
                  <p:par>
                    <p:cTn id="827" fill="hold">
                      <p:stCondLst>
                        <p:cond delay="indefinite"/>
                      </p:stCondLst>
                      <p:childTnLst>
                        <p:par>
                          <p:cTn id="828" fill="hold">
                            <p:stCondLst>
                              <p:cond delay="0"/>
                            </p:stCondLst>
                            <p:childTnLst>
                              <p:par>
                                <p:cTn id="829" presetID="63" presetClass="path" presetSubtype="0" accel="50000" decel="50000" fill="hold" nodeType="clickEffect">
                                  <p:stCondLst>
                                    <p:cond delay="0"/>
                                  </p:stCondLst>
                                  <p:childTnLst>
                                    <p:animMotion origin="layout" path="M 4.375E-6 3.7037E-7 L 0.06276 -0.00069 " pathEditMode="relative" rAng="0" ptsTypes="AA">
                                      <p:cBhvr>
                                        <p:cTn id="830" dur="1000" fill="hold"/>
                                        <p:tgtEl>
                                          <p:spTgt spid="152"/>
                                        </p:tgtEl>
                                        <p:attrNameLst>
                                          <p:attrName>ppt_x</p:attrName>
                                          <p:attrName>ppt_y</p:attrName>
                                        </p:attrNameLst>
                                      </p:cBhvr>
                                      <p:rCtr x="3138" y="-46"/>
                                    </p:animMotion>
                                  </p:childTnLst>
                                </p:cTn>
                              </p:par>
                            </p:childTnLst>
                          </p:cTn>
                        </p:par>
                        <p:par>
                          <p:cTn id="831" fill="hold">
                            <p:stCondLst>
                              <p:cond delay="1000"/>
                            </p:stCondLst>
                            <p:childTnLst>
                              <p:par>
                                <p:cTn id="832" presetID="7" presetClass="emph" presetSubtype="2" fill="hold" nodeType="afterEffect">
                                  <p:stCondLst>
                                    <p:cond delay="0"/>
                                  </p:stCondLst>
                                  <p:childTnLst>
                                    <p:animClr clrSpc="rgb" dir="cw">
                                      <p:cBhvr>
                                        <p:cTn id="833" dur="1000" fill="hold"/>
                                        <p:tgtEl>
                                          <p:spTgt spid="211"/>
                                        </p:tgtEl>
                                        <p:attrNameLst>
                                          <p:attrName>stroke.color</p:attrName>
                                        </p:attrNameLst>
                                      </p:cBhvr>
                                      <p:to>
                                        <a:srgbClr val="F2F2F2"/>
                                      </p:to>
                                    </p:animClr>
                                    <p:set>
                                      <p:cBhvr>
                                        <p:cTn id="834" dur="1000" fill="hold"/>
                                        <p:tgtEl>
                                          <p:spTgt spid="211"/>
                                        </p:tgtEl>
                                        <p:attrNameLst>
                                          <p:attrName>stroke.on</p:attrName>
                                        </p:attrNameLst>
                                      </p:cBhvr>
                                      <p:to>
                                        <p:strVal val="true"/>
                                      </p:to>
                                    </p:set>
                                  </p:childTnLst>
                                </p:cTn>
                              </p:par>
                              <p:par>
                                <p:cTn id="835" presetID="7" presetClass="emph" presetSubtype="2" fill="hold" nodeType="withEffect">
                                  <p:stCondLst>
                                    <p:cond delay="500"/>
                                  </p:stCondLst>
                                  <p:childTnLst>
                                    <p:animClr clrSpc="rgb" dir="cw">
                                      <p:cBhvr>
                                        <p:cTn id="836" dur="1000" fill="hold"/>
                                        <p:tgtEl>
                                          <p:spTgt spid="217"/>
                                        </p:tgtEl>
                                        <p:attrNameLst>
                                          <p:attrName>stroke.color</p:attrName>
                                        </p:attrNameLst>
                                      </p:cBhvr>
                                      <p:to>
                                        <a:srgbClr val="ED7D31"/>
                                      </p:to>
                                    </p:animClr>
                                    <p:set>
                                      <p:cBhvr>
                                        <p:cTn id="837" dur="1000" fill="hold"/>
                                        <p:tgtEl>
                                          <p:spTgt spid="217"/>
                                        </p:tgtEl>
                                        <p:attrNameLst>
                                          <p:attrName>stroke.on</p:attrName>
                                        </p:attrNameLst>
                                      </p:cBhvr>
                                      <p:to>
                                        <p:strVal val="true"/>
                                      </p:to>
                                    </p:set>
                                  </p:childTnLst>
                                </p:cTn>
                              </p:par>
                            </p:childTnLst>
                          </p:cTn>
                        </p:par>
                      </p:childTnLst>
                    </p:cTn>
                  </p:par>
                  <p:par>
                    <p:cTn id="838" fill="hold">
                      <p:stCondLst>
                        <p:cond delay="indefinite"/>
                      </p:stCondLst>
                      <p:childTnLst>
                        <p:par>
                          <p:cTn id="839" fill="hold">
                            <p:stCondLst>
                              <p:cond delay="0"/>
                            </p:stCondLst>
                            <p:childTnLst>
                              <p:par>
                                <p:cTn id="840" presetID="63" presetClass="path" presetSubtype="0" accel="50000" decel="50000" fill="hold" nodeType="clickEffect">
                                  <p:stCondLst>
                                    <p:cond delay="0"/>
                                  </p:stCondLst>
                                  <p:childTnLst>
                                    <p:animMotion origin="layout" path="M -0.13959 -0.00024 L -0.10352 0.00092 " pathEditMode="relative" rAng="0" ptsTypes="AA">
                                      <p:cBhvr>
                                        <p:cTn id="841" dur="1000" fill="hold"/>
                                        <p:tgtEl>
                                          <p:spTgt spid="169"/>
                                        </p:tgtEl>
                                        <p:attrNameLst>
                                          <p:attrName>ppt_x</p:attrName>
                                          <p:attrName>ppt_y</p:attrName>
                                        </p:attrNameLst>
                                      </p:cBhvr>
                                      <p:rCtr x="1797" y="46"/>
                                    </p:animMotion>
                                  </p:childTnLst>
                                </p:cTn>
                              </p:par>
                            </p:childTnLst>
                          </p:cTn>
                        </p:par>
                        <p:par>
                          <p:cTn id="842" fill="hold">
                            <p:stCondLst>
                              <p:cond delay="1000"/>
                            </p:stCondLst>
                            <p:childTnLst>
                              <p:par>
                                <p:cTn id="843" presetID="1" presetClass="entr" presetSubtype="0" fill="hold" grpId="0" nodeType="afterEffect">
                                  <p:stCondLst>
                                    <p:cond delay="0"/>
                                  </p:stCondLst>
                                  <p:childTnLst>
                                    <p:set>
                                      <p:cBhvr>
                                        <p:cTn id="844" dur="1" fill="hold">
                                          <p:stCondLst>
                                            <p:cond delay="0"/>
                                          </p:stCondLst>
                                        </p:cTn>
                                        <p:tgtEl>
                                          <p:spTgt spid="284"/>
                                        </p:tgtEl>
                                        <p:attrNameLst>
                                          <p:attrName>style.visibility</p:attrName>
                                        </p:attrNameLst>
                                      </p:cBhvr>
                                      <p:to>
                                        <p:strVal val="visible"/>
                                      </p:to>
                                    </p:set>
                                  </p:childTnLst>
                                </p:cTn>
                              </p:par>
                            </p:childTnLst>
                          </p:cTn>
                        </p:par>
                        <p:par>
                          <p:cTn id="845" fill="hold">
                            <p:stCondLst>
                              <p:cond delay="1000"/>
                            </p:stCondLst>
                            <p:childTnLst>
                              <p:par>
                                <p:cTn id="846" presetID="63" presetClass="path" presetSubtype="0" accel="50000" decel="50000" fill="hold" grpId="1" nodeType="afterEffect">
                                  <p:stCondLst>
                                    <p:cond delay="0"/>
                                  </p:stCondLst>
                                  <p:childTnLst>
                                    <p:animMotion origin="layout" path="M -1.875E-6 3.33333E-6 L 0.30677 -0.02778 " pathEditMode="relative" rAng="0" ptsTypes="AA">
                                      <p:cBhvr>
                                        <p:cTn id="847" dur="1000" fill="hold"/>
                                        <p:tgtEl>
                                          <p:spTgt spid="284"/>
                                        </p:tgtEl>
                                        <p:attrNameLst>
                                          <p:attrName>ppt_x</p:attrName>
                                          <p:attrName>ppt_y</p:attrName>
                                        </p:attrNameLst>
                                      </p:cBhvr>
                                      <p:rCtr x="15339" y="-1389"/>
                                    </p:animMotion>
                                  </p:childTnLst>
                                </p:cTn>
                              </p:par>
                              <p:par>
                                <p:cTn id="848" presetID="1" presetClass="exit" presetSubtype="0" fill="hold" grpId="2" nodeType="withEffect">
                                  <p:stCondLst>
                                    <p:cond delay="500"/>
                                  </p:stCondLst>
                                  <p:childTnLst>
                                    <p:set>
                                      <p:cBhvr>
                                        <p:cTn id="849" dur="1" fill="hold">
                                          <p:stCondLst>
                                            <p:cond delay="0"/>
                                          </p:stCondLst>
                                        </p:cTn>
                                        <p:tgtEl>
                                          <p:spTgt spid="278"/>
                                        </p:tgtEl>
                                        <p:attrNameLst>
                                          <p:attrName>style.visibility</p:attrName>
                                        </p:attrNameLst>
                                      </p:cBhvr>
                                      <p:to>
                                        <p:strVal val="hidden"/>
                                      </p:to>
                                    </p:set>
                                  </p:childTnLst>
                                </p:cTn>
                              </p:par>
                            </p:childTnLst>
                          </p:cTn>
                        </p:par>
                        <p:par>
                          <p:cTn id="850" fill="hold">
                            <p:stCondLst>
                              <p:cond delay="2000"/>
                            </p:stCondLst>
                            <p:childTnLst>
                              <p:par>
                                <p:cTn id="851" presetID="1" presetClass="entr" presetSubtype="0" fill="hold" grpId="0" nodeType="afterEffect">
                                  <p:stCondLst>
                                    <p:cond delay="0"/>
                                  </p:stCondLst>
                                  <p:childTnLst>
                                    <p:set>
                                      <p:cBhvr>
                                        <p:cTn id="852" dur="1" fill="hold">
                                          <p:stCondLst>
                                            <p:cond delay="0"/>
                                          </p:stCondLst>
                                        </p:cTn>
                                        <p:tgtEl>
                                          <p:spTgt spid="168"/>
                                        </p:tgtEl>
                                        <p:attrNameLst>
                                          <p:attrName>style.visibility</p:attrName>
                                        </p:attrNameLst>
                                      </p:cBhvr>
                                      <p:to>
                                        <p:strVal val="visible"/>
                                      </p:to>
                                    </p:set>
                                  </p:childTnLst>
                                </p:cTn>
                              </p:par>
                            </p:childTnLst>
                          </p:cTn>
                        </p:par>
                        <p:par>
                          <p:cTn id="853" fill="hold">
                            <p:stCondLst>
                              <p:cond delay="2000"/>
                            </p:stCondLst>
                            <p:childTnLst>
                              <p:par>
                                <p:cTn id="854" presetID="49" presetClass="path" presetSubtype="0" accel="50000" decel="50000" fill="hold" grpId="1" nodeType="afterEffect">
                                  <p:stCondLst>
                                    <p:cond delay="0"/>
                                  </p:stCondLst>
                                  <p:childTnLst>
                                    <p:animMotion origin="layout" path="M 4.58333E-6 -3.33333E-6 L 0.18945 0.43611 " pathEditMode="relative" rAng="0" ptsTypes="AA">
                                      <p:cBhvr>
                                        <p:cTn id="855" dur="1000" fill="hold"/>
                                        <p:tgtEl>
                                          <p:spTgt spid="168"/>
                                        </p:tgtEl>
                                        <p:attrNameLst>
                                          <p:attrName>ppt_x</p:attrName>
                                          <p:attrName>ppt_y</p:attrName>
                                        </p:attrNameLst>
                                      </p:cBhvr>
                                      <p:rCtr x="9466" y="21806"/>
                                    </p:animMotion>
                                  </p:childTnLst>
                                </p:cTn>
                              </p:par>
                              <p:par>
                                <p:cTn id="856" presetID="10" presetClass="exit" presetSubtype="0" fill="hold" grpId="2" nodeType="withEffect">
                                  <p:stCondLst>
                                    <p:cond delay="0"/>
                                  </p:stCondLst>
                                  <p:childTnLst>
                                    <p:animEffect transition="out" filter="fade">
                                      <p:cBhvr>
                                        <p:cTn id="857" dur="500"/>
                                        <p:tgtEl>
                                          <p:spTgt spid="167"/>
                                        </p:tgtEl>
                                      </p:cBhvr>
                                    </p:animEffect>
                                    <p:set>
                                      <p:cBhvr>
                                        <p:cTn id="858" dur="1" fill="hold">
                                          <p:stCondLst>
                                            <p:cond delay="499"/>
                                          </p:stCondLst>
                                        </p:cTn>
                                        <p:tgtEl>
                                          <p:spTgt spid="167"/>
                                        </p:tgtEl>
                                        <p:attrNameLst>
                                          <p:attrName>style.visibility</p:attrName>
                                        </p:attrNameLst>
                                      </p:cBhvr>
                                      <p:to>
                                        <p:strVal val="hidden"/>
                                      </p:to>
                                    </p:set>
                                  </p:childTnLst>
                                </p:cTn>
                              </p:par>
                            </p:childTnLst>
                          </p:cTn>
                        </p:par>
                        <p:par>
                          <p:cTn id="859" fill="hold">
                            <p:stCondLst>
                              <p:cond delay="3000"/>
                            </p:stCondLst>
                            <p:childTnLst>
                              <p:par>
                                <p:cTn id="860" presetID="16" presetClass="entr" presetSubtype="21" fill="hold" grpId="0" nodeType="afterEffect">
                                  <p:stCondLst>
                                    <p:cond delay="0"/>
                                  </p:stCondLst>
                                  <p:childTnLst>
                                    <p:set>
                                      <p:cBhvr>
                                        <p:cTn id="861" dur="1" fill="hold">
                                          <p:stCondLst>
                                            <p:cond delay="0"/>
                                          </p:stCondLst>
                                        </p:cTn>
                                        <p:tgtEl>
                                          <p:spTgt spid="285"/>
                                        </p:tgtEl>
                                        <p:attrNameLst>
                                          <p:attrName>style.visibility</p:attrName>
                                        </p:attrNameLst>
                                      </p:cBhvr>
                                      <p:to>
                                        <p:strVal val="visible"/>
                                      </p:to>
                                    </p:set>
                                    <p:animEffect transition="in" filter="barn(inVertical)">
                                      <p:cBhvr>
                                        <p:cTn id="862" dur="500"/>
                                        <p:tgtEl>
                                          <p:spTgt spid="285"/>
                                        </p:tgtEl>
                                      </p:cBhvr>
                                    </p:animEffect>
                                  </p:childTnLst>
                                </p:cTn>
                              </p:par>
                              <p:par>
                                <p:cTn id="863" presetID="16" presetClass="entr" presetSubtype="21" fill="hold" grpId="0" nodeType="withEffect">
                                  <p:stCondLst>
                                    <p:cond delay="0"/>
                                  </p:stCondLst>
                                  <p:childTnLst>
                                    <p:set>
                                      <p:cBhvr>
                                        <p:cTn id="864" dur="1" fill="hold">
                                          <p:stCondLst>
                                            <p:cond delay="0"/>
                                          </p:stCondLst>
                                        </p:cTn>
                                        <p:tgtEl>
                                          <p:spTgt spid="198"/>
                                        </p:tgtEl>
                                        <p:attrNameLst>
                                          <p:attrName>style.visibility</p:attrName>
                                        </p:attrNameLst>
                                      </p:cBhvr>
                                      <p:to>
                                        <p:strVal val="visible"/>
                                      </p:to>
                                    </p:set>
                                    <p:animEffect transition="in" filter="barn(inVertical)">
                                      <p:cBhvr>
                                        <p:cTn id="865" dur="500"/>
                                        <p:tgtEl>
                                          <p:spTgt spid="198"/>
                                        </p:tgtEl>
                                      </p:cBhvr>
                                    </p:animEffect>
                                  </p:childTnLst>
                                </p:cTn>
                              </p:par>
                            </p:childTnLst>
                          </p:cTn>
                        </p:par>
                        <p:par>
                          <p:cTn id="866" fill="hold">
                            <p:stCondLst>
                              <p:cond delay="3500"/>
                            </p:stCondLst>
                            <p:childTnLst>
                              <p:par>
                                <p:cTn id="867" presetID="63" presetClass="path" presetSubtype="0" accel="50000" decel="50000" fill="hold" grpId="4" nodeType="afterEffect">
                                  <p:stCondLst>
                                    <p:cond delay="0"/>
                                  </p:stCondLst>
                                  <p:childTnLst>
                                    <p:animMotion origin="layout" path="M 2.77556E-17 7.40741E-7 L 0.51211 -0.02894 " pathEditMode="relative" rAng="0" ptsTypes="AA">
                                      <p:cBhvr>
                                        <p:cTn id="868" dur="1000" fill="hold"/>
                                        <p:tgtEl>
                                          <p:spTgt spid="198"/>
                                        </p:tgtEl>
                                        <p:attrNameLst>
                                          <p:attrName>ppt_x</p:attrName>
                                          <p:attrName>ppt_y</p:attrName>
                                        </p:attrNameLst>
                                      </p:cBhvr>
                                      <p:rCtr x="25599" y="-1458"/>
                                    </p:animMotion>
                                  </p:childTnLst>
                                </p:cTn>
                              </p:par>
                              <p:par>
                                <p:cTn id="869" presetID="10" presetClass="exit" presetSubtype="0" fill="hold" grpId="2" nodeType="withEffect">
                                  <p:stCondLst>
                                    <p:cond delay="500"/>
                                  </p:stCondLst>
                                  <p:childTnLst>
                                    <p:animEffect transition="out" filter="fade">
                                      <p:cBhvr>
                                        <p:cTn id="870" dur="500"/>
                                        <p:tgtEl>
                                          <p:spTgt spid="283"/>
                                        </p:tgtEl>
                                      </p:cBhvr>
                                    </p:animEffect>
                                    <p:set>
                                      <p:cBhvr>
                                        <p:cTn id="871" dur="1" fill="hold">
                                          <p:stCondLst>
                                            <p:cond delay="499"/>
                                          </p:stCondLst>
                                        </p:cTn>
                                        <p:tgtEl>
                                          <p:spTgt spid="283"/>
                                        </p:tgtEl>
                                        <p:attrNameLst>
                                          <p:attrName>style.visibility</p:attrName>
                                        </p:attrNameLst>
                                      </p:cBhvr>
                                      <p:to>
                                        <p:strVal val="hidden"/>
                                      </p:to>
                                    </p:set>
                                  </p:childTnLst>
                                </p:cTn>
                              </p:par>
                            </p:childTnLst>
                          </p:cTn>
                        </p:par>
                        <p:par>
                          <p:cTn id="872" fill="hold">
                            <p:stCondLst>
                              <p:cond delay="4500"/>
                            </p:stCondLst>
                            <p:childTnLst>
                              <p:par>
                                <p:cTn id="873" presetID="27" presetClass="emph" presetSubtype="0" fill="remove" grpId="5" nodeType="afterEffect">
                                  <p:stCondLst>
                                    <p:cond delay="0"/>
                                  </p:stCondLst>
                                  <p:childTnLst>
                                    <p:animClr clrSpc="rgb" dir="cw">
                                      <p:cBhvr override="childStyle">
                                        <p:cTn id="874" dur="250" autoRev="1" fill="remove"/>
                                        <p:tgtEl>
                                          <p:spTgt spid="225"/>
                                        </p:tgtEl>
                                        <p:attrNameLst>
                                          <p:attrName>style.color</p:attrName>
                                        </p:attrNameLst>
                                      </p:cBhvr>
                                      <p:to>
                                        <a:srgbClr val="FFF2CC"/>
                                      </p:to>
                                    </p:animClr>
                                    <p:animClr clrSpc="rgb" dir="cw">
                                      <p:cBhvr>
                                        <p:cTn id="875" dur="250" autoRev="1" fill="remove"/>
                                        <p:tgtEl>
                                          <p:spTgt spid="225"/>
                                        </p:tgtEl>
                                        <p:attrNameLst>
                                          <p:attrName>fillcolor</p:attrName>
                                        </p:attrNameLst>
                                      </p:cBhvr>
                                      <p:to>
                                        <a:srgbClr val="FFF2CC"/>
                                      </p:to>
                                    </p:animClr>
                                    <p:set>
                                      <p:cBhvr>
                                        <p:cTn id="876" dur="250" autoRev="1" fill="remove"/>
                                        <p:tgtEl>
                                          <p:spTgt spid="225"/>
                                        </p:tgtEl>
                                        <p:attrNameLst>
                                          <p:attrName>fill.type</p:attrName>
                                        </p:attrNameLst>
                                      </p:cBhvr>
                                      <p:to>
                                        <p:strVal val="solid"/>
                                      </p:to>
                                    </p:set>
                                    <p:set>
                                      <p:cBhvr>
                                        <p:cTn id="877" dur="250" autoRev="1" fill="remove"/>
                                        <p:tgtEl>
                                          <p:spTgt spid="225"/>
                                        </p:tgtEl>
                                        <p:attrNameLst>
                                          <p:attrName>fill.on</p:attrName>
                                        </p:attrNameLst>
                                      </p:cBhvr>
                                      <p:to>
                                        <p:strVal val="true"/>
                                      </p:to>
                                    </p:set>
                                  </p:childTnLst>
                                </p:cTn>
                              </p:par>
                            </p:childTnLst>
                          </p:cTn>
                        </p:par>
                        <p:par>
                          <p:cTn id="878" fill="hold">
                            <p:stCondLst>
                              <p:cond delay="5000"/>
                            </p:stCondLst>
                            <p:childTnLst>
                              <p:par>
                                <p:cTn id="879" presetID="35" presetClass="path" presetSubtype="0" accel="50000" decel="50000" fill="hold" grpId="1" nodeType="afterEffect">
                                  <p:stCondLst>
                                    <p:cond delay="0"/>
                                  </p:stCondLst>
                                  <p:childTnLst>
                                    <p:animMotion origin="layout" path="M -1.45833E-6 -2.59259E-6 L -0.46927 0.03148 " pathEditMode="relative" rAng="0" ptsTypes="AA">
                                      <p:cBhvr>
                                        <p:cTn id="880" dur="1000" fill="hold"/>
                                        <p:tgtEl>
                                          <p:spTgt spid="285"/>
                                        </p:tgtEl>
                                        <p:attrNameLst>
                                          <p:attrName>ppt_x</p:attrName>
                                          <p:attrName>ppt_y</p:attrName>
                                        </p:attrNameLst>
                                      </p:cBhvr>
                                      <p:rCtr x="-23451" y="1458"/>
                                    </p:animMotion>
                                  </p:childTnLst>
                                </p:cTn>
                              </p:par>
                            </p:childTnLst>
                          </p:cTn>
                        </p:par>
                        <p:par>
                          <p:cTn id="881" fill="hold">
                            <p:stCondLst>
                              <p:cond delay="6000"/>
                            </p:stCondLst>
                            <p:childTnLst>
                              <p:par>
                                <p:cTn id="882" presetID="7" presetClass="emph" presetSubtype="2" fill="hold" nodeType="afterEffect">
                                  <p:stCondLst>
                                    <p:cond delay="0"/>
                                  </p:stCondLst>
                                  <p:childTnLst>
                                    <p:animClr clrSpc="rgb" dir="cw">
                                      <p:cBhvr>
                                        <p:cTn id="883" dur="1000" fill="hold"/>
                                        <p:tgtEl>
                                          <p:spTgt spid="217"/>
                                        </p:tgtEl>
                                        <p:attrNameLst>
                                          <p:attrName>stroke.color</p:attrName>
                                        </p:attrNameLst>
                                      </p:cBhvr>
                                      <p:to>
                                        <a:srgbClr val="F2F2F2"/>
                                      </p:to>
                                    </p:animClr>
                                    <p:set>
                                      <p:cBhvr>
                                        <p:cTn id="884" dur="1000" fill="hold"/>
                                        <p:tgtEl>
                                          <p:spTgt spid="217"/>
                                        </p:tgtEl>
                                        <p:attrNameLst>
                                          <p:attrName>stroke.on</p:attrName>
                                        </p:attrNameLst>
                                      </p:cBhvr>
                                      <p:to>
                                        <p:strVal val="true"/>
                                      </p:to>
                                    </p:set>
                                  </p:childTnLst>
                                </p:cTn>
                              </p:par>
                              <p:par>
                                <p:cTn id="885" presetID="7" presetClass="emph" presetSubtype="2" fill="hold" nodeType="withEffect">
                                  <p:stCondLst>
                                    <p:cond delay="500"/>
                                  </p:stCondLst>
                                  <p:childTnLst>
                                    <p:animClr clrSpc="rgb" dir="cw">
                                      <p:cBhvr>
                                        <p:cTn id="886" dur="1000" fill="hold"/>
                                        <p:tgtEl>
                                          <p:spTgt spid="211"/>
                                        </p:tgtEl>
                                        <p:attrNameLst>
                                          <p:attrName>stroke.color</p:attrName>
                                        </p:attrNameLst>
                                      </p:cBhvr>
                                      <p:to>
                                        <a:srgbClr val="FFF2CC"/>
                                      </p:to>
                                    </p:animClr>
                                    <p:set>
                                      <p:cBhvr>
                                        <p:cTn id="887" dur="1000" fill="hold"/>
                                        <p:tgtEl>
                                          <p:spTgt spid="211"/>
                                        </p:tgtEl>
                                        <p:attrNameLst>
                                          <p:attrName>stroke.on</p:attrName>
                                        </p:attrNameLst>
                                      </p:cBhvr>
                                      <p:to>
                                        <p:strVal val="true"/>
                                      </p:to>
                                    </p:set>
                                  </p:childTnLst>
                                </p:cTn>
                              </p:par>
                            </p:childTnLst>
                          </p:cTn>
                        </p:par>
                      </p:childTnLst>
                    </p:cTn>
                  </p:par>
                  <p:par>
                    <p:cTn id="888" fill="hold">
                      <p:stCondLst>
                        <p:cond delay="indefinite"/>
                      </p:stCondLst>
                      <p:childTnLst>
                        <p:par>
                          <p:cTn id="889" fill="hold">
                            <p:stCondLst>
                              <p:cond delay="0"/>
                            </p:stCondLst>
                            <p:childTnLst>
                              <p:par>
                                <p:cTn id="890" presetID="63" presetClass="path" presetSubtype="0" accel="50000" decel="50000" fill="hold" nodeType="clickEffect">
                                  <p:stCondLst>
                                    <p:cond delay="0"/>
                                  </p:stCondLst>
                                  <p:childTnLst>
                                    <p:animMotion origin="layout" path="M 0.06276 -0.00069 L 0.11406 -0.00046 " pathEditMode="relative" rAng="0" ptsTypes="AA">
                                      <p:cBhvr>
                                        <p:cTn id="891" dur="1000" fill="hold"/>
                                        <p:tgtEl>
                                          <p:spTgt spid="152"/>
                                        </p:tgtEl>
                                        <p:attrNameLst>
                                          <p:attrName>ppt_x</p:attrName>
                                          <p:attrName>ppt_y</p:attrName>
                                        </p:attrNameLst>
                                      </p:cBhvr>
                                      <p:rCtr x="2565" y="0"/>
                                    </p:animMotion>
                                  </p:childTnLst>
                                </p:cTn>
                              </p:par>
                            </p:childTnLst>
                          </p:cTn>
                        </p:par>
                      </p:childTnLst>
                    </p:cTn>
                  </p:par>
                  <p:par>
                    <p:cTn id="892" fill="hold">
                      <p:stCondLst>
                        <p:cond delay="indefinite"/>
                      </p:stCondLst>
                      <p:childTnLst>
                        <p:par>
                          <p:cTn id="893" fill="hold">
                            <p:stCondLst>
                              <p:cond delay="0"/>
                            </p:stCondLst>
                            <p:childTnLst>
                              <p:par>
                                <p:cTn id="894" presetID="10" presetClass="exit" presetSubtype="0" fill="hold" nodeType="clickEffect">
                                  <p:stCondLst>
                                    <p:cond delay="0"/>
                                  </p:stCondLst>
                                  <p:childTnLst>
                                    <p:animEffect transition="out" filter="fade">
                                      <p:cBhvr>
                                        <p:cTn id="895" dur="500"/>
                                        <p:tgtEl>
                                          <p:spTgt spid="152"/>
                                        </p:tgtEl>
                                      </p:cBhvr>
                                    </p:animEffect>
                                    <p:set>
                                      <p:cBhvr>
                                        <p:cTn id="896" dur="1" fill="hold">
                                          <p:stCondLst>
                                            <p:cond delay="499"/>
                                          </p:stCondLst>
                                        </p:cTn>
                                        <p:tgtEl>
                                          <p:spTgt spid="152"/>
                                        </p:tgtEl>
                                        <p:attrNameLst>
                                          <p:attrName>style.visibility</p:attrName>
                                        </p:attrNameLst>
                                      </p:cBhvr>
                                      <p:to>
                                        <p:strVal val="hidden"/>
                                      </p:to>
                                    </p:set>
                                  </p:childTnLst>
                                </p:cTn>
                              </p:par>
                            </p:childTnLst>
                          </p:cTn>
                        </p:par>
                        <p:par>
                          <p:cTn id="897" fill="hold">
                            <p:stCondLst>
                              <p:cond delay="500"/>
                            </p:stCondLst>
                            <p:childTnLst>
                              <p:par>
                                <p:cTn id="898" presetID="7" presetClass="emph" presetSubtype="2" fill="hold" nodeType="afterEffect">
                                  <p:stCondLst>
                                    <p:cond delay="0"/>
                                  </p:stCondLst>
                                  <p:childTnLst>
                                    <p:animClr clrSpc="rgb" dir="cw">
                                      <p:cBhvr>
                                        <p:cTn id="899" dur="1000" fill="hold"/>
                                        <p:tgtEl>
                                          <p:spTgt spid="211"/>
                                        </p:tgtEl>
                                        <p:attrNameLst>
                                          <p:attrName>stroke.color</p:attrName>
                                        </p:attrNameLst>
                                      </p:cBhvr>
                                      <p:to>
                                        <a:srgbClr val="F2F2F2"/>
                                      </p:to>
                                    </p:animClr>
                                    <p:set>
                                      <p:cBhvr>
                                        <p:cTn id="900" dur="1000" fill="hold"/>
                                        <p:tgtEl>
                                          <p:spTgt spid="211"/>
                                        </p:tgtEl>
                                        <p:attrNameLst>
                                          <p:attrName>stroke.on</p:attrName>
                                        </p:attrNameLst>
                                      </p:cBhvr>
                                      <p:to>
                                        <p:strVal val="true"/>
                                      </p:to>
                                    </p:set>
                                  </p:childTnLst>
                                </p:cTn>
                              </p:par>
                              <p:par>
                                <p:cTn id="901" presetID="7" presetClass="emph" presetSubtype="2" fill="hold" nodeType="withEffect">
                                  <p:stCondLst>
                                    <p:cond delay="500"/>
                                  </p:stCondLst>
                                  <p:childTnLst>
                                    <p:animClr clrSpc="rgb" dir="cw">
                                      <p:cBhvr>
                                        <p:cTn id="902" dur="1000" fill="hold"/>
                                        <p:tgtEl>
                                          <p:spTgt spid="52"/>
                                        </p:tgtEl>
                                        <p:attrNameLst>
                                          <p:attrName>stroke.color</p:attrName>
                                        </p:attrNameLst>
                                      </p:cBhvr>
                                      <p:to>
                                        <a:srgbClr val="ED7D31"/>
                                      </p:to>
                                    </p:animClr>
                                    <p:set>
                                      <p:cBhvr>
                                        <p:cTn id="903" dur="1000" fill="hold"/>
                                        <p:tgtEl>
                                          <p:spTgt spid="52"/>
                                        </p:tgtEl>
                                        <p:attrNameLst>
                                          <p:attrName>stroke.on</p:attrName>
                                        </p:attrNameLst>
                                      </p:cBhvr>
                                      <p:to>
                                        <p:strVal val="true"/>
                                      </p:to>
                                    </p:set>
                                  </p:childTnLst>
                                </p:cTn>
                              </p:par>
                            </p:childTnLst>
                          </p:cTn>
                        </p:par>
                      </p:childTnLst>
                    </p:cTn>
                  </p:par>
                  <p:par>
                    <p:cTn id="904" fill="hold">
                      <p:stCondLst>
                        <p:cond delay="indefinite"/>
                      </p:stCondLst>
                      <p:childTnLst>
                        <p:par>
                          <p:cTn id="905" fill="hold">
                            <p:stCondLst>
                              <p:cond delay="0"/>
                            </p:stCondLst>
                            <p:childTnLst>
                              <p:par>
                                <p:cTn id="906" presetID="7" presetClass="emph" presetSubtype="2" fill="hold" nodeType="clickEffect">
                                  <p:stCondLst>
                                    <p:cond delay="0"/>
                                  </p:stCondLst>
                                  <p:childTnLst>
                                    <p:animClr clrSpc="rgb" dir="cw">
                                      <p:cBhvr>
                                        <p:cTn id="907" dur="1000" fill="hold"/>
                                        <p:tgtEl>
                                          <p:spTgt spid="52"/>
                                        </p:tgtEl>
                                        <p:attrNameLst>
                                          <p:attrName>stroke.color</p:attrName>
                                        </p:attrNameLst>
                                      </p:cBhvr>
                                      <p:to>
                                        <a:srgbClr val="F2F2F2"/>
                                      </p:to>
                                    </p:animClr>
                                    <p:set>
                                      <p:cBhvr>
                                        <p:cTn id="908" dur="1000" fill="hold"/>
                                        <p:tgtEl>
                                          <p:spTgt spid="52"/>
                                        </p:tgtEl>
                                        <p:attrNameLst>
                                          <p:attrName>stroke.on</p:attrName>
                                        </p:attrNameLst>
                                      </p:cBhvr>
                                      <p:to>
                                        <p:strVal val="true"/>
                                      </p:to>
                                    </p:set>
                                  </p:childTnLst>
                                </p:cTn>
                              </p:par>
                              <p:par>
                                <p:cTn id="909" presetID="1" presetClass="exit" presetSubtype="0" fill="hold" grpId="2" nodeType="withEffect">
                                  <p:stCondLst>
                                    <p:cond delay="0"/>
                                  </p:stCondLst>
                                  <p:childTnLst>
                                    <p:set>
                                      <p:cBhvr>
                                        <p:cTn id="910" dur="1" fill="hold">
                                          <p:stCondLst>
                                            <p:cond delay="0"/>
                                          </p:stCondLst>
                                        </p:cTn>
                                        <p:tgtEl>
                                          <p:spTgt spid="284"/>
                                        </p:tgtEl>
                                        <p:attrNameLst>
                                          <p:attrName>style.visibility</p:attrName>
                                        </p:attrNameLst>
                                      </p:cBhvr>
                                      <p:to>
                                        <p:strVal val="hidden"/>
                                      </p:to>
                                    </p:set>
                                  </p:childTnLst>
                                </p:cTn>
                              </p:par>
                              <p:par>
                                <p:cTn id="911" presetID="10" presetClass="exit" presetSubtype="0" fill="hold" grpId="2" nodeType="withEffect">
                                  <p:stCondLst>
                                    <p:cond delay="0"/>
                                  </p:stCondLst>
                                  <p:childTnLst>
                                    <p:animEffect transition="out" filter="fade">
                                      <p:cBhvr>
                                        <p:cTn id="912" dur="500"/>
                                        <p:tgtEl>
                                          <p:spTgt spid="168"/>
                                        </p:tgtEl>
                                      </p:cBhvr>
                                    </p:animEffect>
                                    <p:set>
                                      <p:cBhvr>
                                        <p:cTn id="913" dur="1" fill="hold">
                                          <p:stCondLst>
                                            <p:cond delay="499"/>
                                          </p:stCondLst>
                                        </p:cTn>
                                        <p:tgtEl>
                                          <p:spTgt spid="168"/>
                                        </p:tgtEl>
                                        <p:attrNameLst>
                                          <p:attrName>style.visibility</p:attrName>
                                        </p:attrNameLst>
                                      </p:cBhvr>
                                      <p:to>
                                        <p:strVal val="hidden"/>
                                      </p:to>
                                    </p:set>
                                  </p:childTnLst>
                                </p:cTn>
                              </p:par>
                              <p:par>
                                <p:cTn id="914" presetID="1" presetClass="exit" presetSubtype="0" fill="hold" grpId="3" nodeType="withEffect">
                                  <p:stCondLst>
                                    <p:cond delay="0"/>
                                  </p:stCondLst>
                                  <p:childTnLst>
                                    <p:set>
                                      <p:cBhvr>
                                        <p:cTn id="915" dur="1" fill="hold">
                                          <p:stCondLst>
                                            <p:cond delay="0"/>
                                          </p:stCondLst>
                                        </p:cTn>
                                        <p:tgtEl>
                                          <p:spTgt spid="198"/>
                                        </p:tgtEl>
                                        <p:attrNameLst>
                                          <p:attrName>style.visibility</p:attrName>
                                        </p:attrNameLst>
                                      </p:cBhvr>
                                      <p:to>
                                        <p:strVal val="hidden"/>
                                      </p:to>
                                    </p:set>
                                  </p:childTnLst>
                                </p:cTn>
                              </p:par>
                              <p:par>
                                <p:cTn id="916" presetID="1" presetClass="exit" presetSubtype="0" fill="hold" grpId="1" nodeType="withEffect">
                                  <p:stCondLst>
                                    <p:cond delay="0"/>
                                  </p:stCondLst>
                                  <p:childTnLst>
                                    <p:set>
                                      <p:cBhvr>
                                        <p:cTn id="917" dur="1" fill="hold">
                                          <p:stCondLst>
                                            <p:cond delay="0"/>
                                          </p:stCondLst>
                                        </p:cTn>
                                        <p:tgtEl>
                                          <p:spTgt spid="65"/>
                                        </p:tgtEl>
                                        <p:attrNameLst>
                                          <p:attrName>style.visibility</p:attrName>
                                        </p:attrNameLst>
                                      </p:cBhvr>
                                      <p:to>
                                        <p:strVal val="hidden"/>
                                      </p:to>
                                    </p:set>
                                  </p:childTnLst>
                                </p:cTn>
                              </p:par>
                              <p:par>
                                <p:cTn id="918" presetID="1" presetClass="exit" presetSubtype="0" fill="hold" grpId="1" nodeType="withEffect">
                                  <p:stCondLst>
                                    <p:cond delay="0"/>
                                  </p:stCondLst>
                                  <p:childTnLst>
                                    <p:set>
                                      <p:cBhvr>
                                        <p:cTn id="919" dur="1" fill="hold">
                                          <p:stCondLst>
                                            <p:cond delay="0"/>
                                          </p:stCondLst>
                                        </p:cTn>
                                        <p:tgtEl>
                                          <p:spTgt spid="234"/>
                                        </p:tgtEl>
                                        <p:attrNameLst>
                                          <p:attrName>style.visibility</p:attrName>
                                        </p:attrNameLst>
                                      </p:cBhvr>
                                      <p:to>
                                        <p:strVal val="hidden"/>
                                      </p:to>
                                    </p:set>
                                  </p:childTnLst>
                                </p:cTn>
                              </p:par>
                              <p:par>
                                <p:cTn id="920" presetID="1" presetClass="exit" presetSubtype="0" fill="hold" grpId="6" nodeType="withEffect">
                                  <p:stCondLst>
                                    <p:cond delay="0"/>
                                  </p:stCondLst>
                                  <p:childTnLst>
                                    <p:set>
                                      <p:cBhvr>
                                        <p:cTn id="921" dur="1" fill="hold">
                                          <p:stCondLst>
                                            <p:cond delay="0"/>
                                          </p:stCondLst>
                                        </p:cTn>
                                        <p:tgtEl>
                                          <p:spTgt spid="225"/>
                                        </p:tgtEl>
                                        <p:attrNameLst>
                                          <p:attrName>style.visibility</p:attrName>
                                        </p:attrNameLst>
                                      </p:cBhvr>
                                      <p:to>
                                        <p:strVal val="hidden"/>
                                      </p:to>
                                    </p:set>
                                  </p:childTnLst>
                                </p:cTn>
                              </p:par>
                            </p:childTnLst>
                          </p:cTn>
                        </p:par>
                        <p:par>
                          <p:cTn id="922" fill="hold">
                            <p:stCondLst>
                              <p:cond delay="1000"/>
                            </p:stCondLst>
                            <p:childTnLst>
                              <p:par>
                                <p:cTn id="923" presetID="10" presetClass="exit" presetSubtype="0" fill="hold" nodeType="afterEffect">
                                  <p:stCondLst>
                                    <p:cond delay="0"/>
                                  </p:stCondLst>
                                  <p:childTnLst>
                                    <p:animEffect transition="out" filter="fade">
                                      <p:cBhvr>
                                        <p:cTn id="924" dur="500"/>
                                        <p:tgtEl>
                                          <p:spTgt spid="219"/>
                                        </p:tgtEl>
                                      </p:cBhvr>
                                    </p:animEffect>
                                    <p:set>
                                      <p:cBhvr>
                                        <p:cTn id="925" dur="1" fill="hold">
                                          <p:stCondLst>
                                            <p:cond delay="499"/>
                                          </p:stCondLst>
                                        </p:cTn>
                                        <p:tgtEl>
                                          <p:spTgt spid="219"/>
                                        </p:tgtEl>
                                        <p:attrNameLst>
                                          <p:attrName>style.visibility</p:attrName>
                                        </p:attrNameLst>
                                      </p:cBhvr>
                                      <p:to>
                                        <p:strVal val="hidden"/>
                                      </p:to>
                                    </p:set>
                                  </p:childTnLst>
                                </p:cTn>
                              </p:par>
                              <p:par>
                                <p:cTn id="926" presetID="10" presetClass="exit" presetSubtype="0" fill="hold" nodeType="withEffect">
                                  <p:stCondLst>
                                    <p:cond delay="0"/>
                                  </p:stCondLst>
                                  <p:childTnLst>
                                    <p:animEffect transition="out" filter="fade">
                                      <p:cBhvr>
                                        <p:cTn id="927" dur="500"/>
                                        <p:tgtEl>
                                          <p:spTgt spid="169"/>
                                        </p:tgtEl>
                                      </p:cBhvr>
                                    </p:animEffect>
                                    <p:set>
                                      <p:cBhvr>
                                        <p:cTn id="928" dur="1" fill="hold">
                                          <p:stCondLst>
                                            <p:cond delay="499"/>
                                          </p:stCondLst>
                                        </p:cTn>
                                        <p:tgtEl>
                                          <p:spTgt spid="169"/>
                                        </p:tgtEl>
                                        <p:attrNameLst>
                                          <p:attrName>style.visibility</p:attrName>
                                        </p:attrNameLst>
                                      </p:cBhvr>
                                      <p:to>
                                        <p:strVal val="hidden"/>
                                      </p:to>
                                    </p:set>
                                  </p:childTnLst>
                                </p:cTn>
                              </p:par>
                            </p:childTnLst>
                          </p:cTn>
                        </p:par>
                      </p:childTnLst>
                    </p:cTn>
                  </p:par>
                  <p:par>
                    <p:cTn id="929" fill="hold">
                      <p:stCondLst>
                        <p:cond delay="indefinite"/>
                      </p:stCondLst>
                      <p:childTnLst>
                        <p:par>
                          <p:cTn id="930" fill="hold">
                            <p:stCondLst>
                              <p:cond delay="0"/>
                            </p:stCondLst>
                            <p:childTnLst>
                              <p:par>
                                <p:cTn id="931" presetID="42" presetClass="exit" presetSubtype="0" fill="hold" grpId="1" nodeType="clickEffect">
                                  <p:stCondLst>
                                    <p:cond delay="0"/>
                                  </p:stCondLst>
                                  <p:childTnLst>
                                    <p:animEffect transition="out" filter="fade">
                                      <p:cBhvr>
                                        <p:cTn id="932" dur="1000"/>
                                        <p:tgtEl>
                                          <p:spTgt spid="269"/>
                                        </p:tgtEl>
                                      </p:cBhvr>
                                    </p:animEffect>
                                    <p:anim calcmode="lin" valueType="num">
                                      <p:cBhvr>
                                        <p:cTn id="933" dur="1000"/>
                                        <p:tgtEl>
                                          <p:spTgt spid="269"/>
                                        </p:tgtEl>
                                        <p:attrNameLst>
                                          <p:attrName>ppt_x</p:attrName>
                                        </p:attrNameLst>
                                      </p:cBhvr>
                                      <p:tavLst>
                                        <p:tav tm="0">
                                          <p:val>
                                            <p:strVal val="ppt_x"/>
                                          </p:val>
                                        </p:tav>
                                        <p:tav tm="100000">
                                          <p:val>
                                            <p:strVal val="ppt_x"/>
                                          </p:val>
                                        </p:tav>
                                      </p:tavLst>
                                    </p:anim>
                                    <p:anim calcmode="lin" valueType="num">
                                      <p:cBhvr>
                                        <p:cTn id="934" dur="1000"/>
                                        <p:tgtEl>
                                          <p:spTgt spid="269"/>
                                        </p:tgtEl>
                                        <p:attrNameLst>
                                          <p:attrName>ppt_y</p:attrName>
                                        </p:attrNameLst>
                                      </p:cBhvr>
                                      <p:tavLst>
                                        <p:tav tm="0">
                                          <p:val>
                                            <p:strVal val="ppt_y"/>
                                          </p:val>
                                        </p:tav>
                                        <p:tav tm="100000">
                                          <p:val>
                                            <p:strVal val="ppt_y+.1"/>
                                          </p:val>
                                        </p:tav>
                                      </p:tavLst>
                                    </p:anim>
                                    <p:set>
                                      <p:cBhvr>
                                        <p:cTn id="935" dur="1" fill="hold">
                                          <p:stCondLst>
                                            <p:cond delay="999"/>
                                          </p:stCondLst>
                                        </p:cTn>
                                        <p:tgtEl>
                                          <p:spTgt spid="269"/>
                                        </p:tgtEl>
                                        <p:attrNameLst>
                                          <p:attrName>style.visibility</p:attrName>
                                        </p:attrNameLst>
                                      </p:cBhvr>
                                      <p:to>
                                        <p:strVal val="hidden"/>
                                      </p:to>
                                    </p:set>
                                  </p:childTnLst>
                                </p:cTn>
                              </p:par>
                            </p:childTnLst>
                          </p:cTn>
                        </p:par>
                        <p:par>
                          <p:cTn id="936" fill="hold">
                            <p:stCondLst>
                              <p:cond delay="1000"/>
                            </p:stCondLst>
                            <p:childTnLst>
                              <p:par>
                                <p:cTn id="937" presetID="22" presetClass="entr" presetSubtype="1" fill="hold" grpId="0" nodeType="afterEffect">
                                  <p:stCondLst>
                                    <p:cond delay="0"/>
                                  </p:stCondLst>
                                  <p:childTnLst>
                                    <p:set>
                                      <p:cBhvr>
                                        <p:cTn id="938" dur="1" fill="hold">
                                          <p:stCondLst>
                                            <p:cond delay="0"/>
                                          </p:stCondLst>
                                        </p:cTn>
                                        <p:tgtEl>
                                          <p:spTgt spid="286"/>
                                        </p:tgtEl>
                                        <p:attrNameLst>
                                          <p:attrName>style.visibility</p:attrName>
                                        </p:attrNameLst>
                                      </p:cBhvr>
                                      <p:to>
                                        <p:strVal val="visible"/>
                                      </p:to>
                                    </p:set>
                                    <p:animEffect transition="in" filter="wipe(up)">
                                      <p:cBhvr>
                                        <p:cTn id="939" dur="1000"/>
                                        <p:tgtEl>
                                          <p:spTgt spid="286"/>
                                        </p:tgtEl>
                                      </p:cBhvr>
                                    </p:animEffect>
                                  </p:childTnLst>
                                </p:cTn>
                              </p:par>
                            </p:childTnLst>
                          </p:cTn>
                        </p:par>
                        <p:par>
                          <p:cTn id="940" fill="hold">
                            <p:stCondLst>
                              <p:cond delay="2000"/>
                            </p:stCondLst>
                            <p:childTnLst>
                              <p:par>
                                <p:cTn id="941" presetID="9" presetClass="emph" presetSubtype="0" nodeType="afterEffect">
                                  <p:stCondLst>
                                    <p:cond delay="0"/>
                                  </p:stCondLst>
                                  <p:childTnLst>
                                    <p:set>
                                      <p:cBhvr>
                                        <p:cTn id="942" dur="indefinite"/>
                                        <p:tgtEl>
                                          <p:spTgt spid="197">
                                            <p:txEl>
                                              <p:pRg st="6" end="6"/>
                                            </p:txEl>
                                          </p:spTgt>
                                        </p:tgtEl>
                                        <p:attrNameLst>
                                          <p:attrName>style.opacity</p:attrName>
                                        </p:attrNameLst>
                                      </p:cBhvr>
                                      <p:to>
                                        <p:strVal val="0.5"/>
                                      </p:to>
                                    </p:set>
                                    <p:animEffect filter="image" prLst="opacity: 0.5">
                                      <p:cBhvr rctx="IE">
                                        <p:cTn id="943" dur="indefinite"/>
                                        <p:tgtEl>
                                          <p:spTgt spid="197">
                                            <p:txEl>
                                              <p:pRg st="6" end="6"/>
                                            </p:txEl>
                                          </p:spTgt>
                                        </p:tgtEl>
                                      </p:cBhvr>
                                    </p:animEffect>
                                  </p:childTnLst>
                                </p:cTn>
                              </p:par>
                            </p:childTnLst>
                          </p:cTn>
                        </p:par>
                        <p:par>
                          <p:cTn id="944" fill="hold">
                            <p:stCondLst>
                              <p:cond delay="2000"/>
                            </p:stCondLst>
                            <p:childTnLst>
                              <p:par>
                                <p:cTn id="945" presetID="9" presetClass="emph" presetSubtype="0" nodeType="afterEffect">
                                  <p:stCondLst>
                                    <p:cond delay="0"/>
                                  </p:stCondLst>
                                  <p:childTnLst>
                                    <p:set>
                                      <p:cBhvr>
                                        <p:cTn id="946" dur="indefinite"/>
                                        <p:tgtEl>
                                          <p:spTgt spid="197">
                                            <p:txEl>
                                              <p:pRg st="7" end="7"/>
                                            </p:txEl>
                                          </p:spTgt>
                                        </p:tgtEl>
                                        <p:attrNameLst>
                                          <p:attrName>style.opacity</p:attrName>
                                        </p:attrNameLst>
                                      </p:cBhvr>
                                      <p:to>
                                        <p:strVal val="0.5"/>
                                      </p:to>
                                    </p:set>
                                    <p:animEffect filter="image" prLst="opacity: 0.5">
                                      <p:cBhvr rctx="IE">
                                        <p:cTn id="947" dur="indefinite"/>
                                        <p:tgtEl>
                                          <p:spTgt spid="197">
                                            <p:txEl>
                                              <p:pRg st="7" end="7"/>
                                            </p:txEl>
                                          </p:spTgt>
                                        </p:tgtEl>
                                      </p:cBhvr>
                                    </p:animEffect>
                                  </p:childTnLst>
                                </p:cTn>
                              </p:par>
                            </p:childTnLst>
                          </p:cTn>
                        </p:par>
                        <p:par>
                          <p:cTn id="948" fill="hold">
                            <p:stCondLst>
                              <p:cond delay="2000"/>
                            </p:stCondLst>
                            <p:childTnLst>
                              <p:par>
                                <p:cTn id="949" presetID="9" presetClass="emph" presetSubtype="0" nodeType="afterEffect">
                                  <p:stCondLst>
                                    <p:cond delay="0"/>
                                  </p:stCondLst>
                                  <p:childTnLst>
                                    <p:set>
                                      <p:cBhvr>
                                        <p:cTn id="950" dur="indefinite"/>
                                        <p:tgtEl>
                                          <p:spTgt spid="197">
                                            <p:txEl>
                                              <p:pRg st="8" end="8"/>
                                            </p:txEl>
                                          </p:spTgt>
                                        </p:tgtEl>
                                        <p:attrNameLst>
                                          <p:attrName>style.opacity</p:attrName>
                                        </p:attrNameLst>
                                      </p:cBhvr>
                                      <p:to>
                                        <p:strVal val="0.5"/>
                                      </p:to>
                                    </p:set>
                                    <p:animEffect filter="image" prLst="opacity: 0.5">
                                      <p:cBhvr rctx="IE">
                                        <p:cTn id="951" dur="indefinite"/>
                                        <p:tgtEl>
                                          <p:spTgt spid="197">
                                            <p:txEl>
                                              <p:pRg st="8" end="8"/>
                                            </p:txEl>
                                          </p:spTgt>
                                        </p:tgtEl>
                                      </p:cBhvr>
                                    </p:animEffect>
                                  </p:childTnLst>
                                </p:cTn>
                              </p:par>
                            </p:childTnLst>
                          </p:cTn>
                        </p:par>
                        <p:par>
                          <p:cTn id="952" fill="hold">
                            <p:stCondLst>
                              <p:cond delay="2000"/>
                            </p:stCondLst>
                            <p:childTnLst>
                              <p:par>
                                <p:cTn id="953" presetID="9" presetClass="emph" presetSubtype="0" nodeType="afterEffect">
                                  <p:stCondLst>
                                    <p:cond delay="0"/>
                                  </p:stCondLst>
                                  <p:childTnLst>
                                    <p:set>
                                      <p:cBhvr>
                                        <p:cTn id="954" dur="indefinite"/>
                                        <p:tgtEl>
                                          <p:spTgt spid="197">
                                            <p:txEl>
                                              <p:pRg st="9" end="9"/>
                                            </p:txEl>
                                          </p:spTgt>
                                        </p:tgtEl>
                                        <p:attrNameLst>
                                          <p:attrName>style.opacity</p:attrName>
                                        </p:attrNameLst>
                                      </p:cBhvr>
                                      <p:to>
                                        <p:strVal val="0.5"/>
                                      </p:to>
                                    </p:set>
                                    <p:animEffect filter="image" prLst="opacity: 0.5">
                                      <p:cBhvr rctx="IE">
                                        <p:cTn id="955" dur="indefinite"/>
                                        <p:tgtEl>
                                          <p:spTgt spid="197">
                                            <p:txEl>
                                              <p:pRg st="9" end="9"/>
                                            </p:txEl>
                                          </p:spTgt>
                                        </p:tgtEl>
                                      </p:cBhvr>
                                    </p:animEffect>
                                  </p:childTnLst>
                                </p:cTn>
                              </p:par>
                            </p:childTnLst>
                          </p:cTn>
                        </p:par>
                        <p:par>
                          <p:cTn id="956" fill="hold">
                            <p:stCondLst>
                              <p:cond delay="2000"/>
                            </p:stCondLst>
                            <p:childTnLst>
                              <p:par>
                                <p:cTn id="957" presetID="9" presetClass="emph" presetSubtype="0" nodeType="afterEffect">
                                  <p:stCondLst>
                                    <p:cond delay="0"/>
                                  </p:stCondLst>
                                  <p:childTnLst>
                                    <p:set>
                                      <p:cBhvr>
                                        <p:cTn id="958" dur="indefinite"/>
                                        <p:tgtEl>
                                          <p:spTgt spid="197">
                                            <p:txEl>
                                              <p:pRg st="10" end="10"/>
                                            </p:txEl>
                                          </p:spTgt>
                                        </p:tgtEl>
                                        <p:attrNameLst>
                                          <p:attrName>style.opacity</p:attrName>
                                        </p:attrNameLst>
                                      </p:cBhvr>
                                      <p:to>
                                        <p:strVal val="0.5"/>
                                      </p:to>
                                    </p:set>
                                    <p:animEffect filter="image" prLst="opacity: 0.5">
                                      <p:cBhvr rctx="IE">
                                        <p:cTn id="959" dur="indefinite"/>
                                        <p:tgtEl>
                                          <p:spTgt spid="197">
                                            <p:txEl>
                                              <p:pRg st="10" end="10"/>
                                            </p:txEl>
                                          </p:spTgt>
                                        </p:tgtEl>
                                      </p:cBhvr>
                                    </p:animEffect>
                                  </p:childTnLst>
                                </p:cTn>
                              </p:par>
                            </p:childTnLst>
                          </p:cTn>
                        </p:par>
                        <p:par>
                          <p:cTn id="960" fill="hold">
                            <p:stCondLst>
                              <p:cond delay="2000"/>
                            </p:stCondLst>
                            <p:childTnLst>
                              <p:par>
                                <p:cTn id="961" presetID="22" presetClass="entr" presetSubtype="1" fill="hold" grpId="0" nodeType="afterEffect">
                                  <p:stCondLst>
                                    <p:cond delay="0"/>
                                  </p:stCondLst>
                                  <p:childTnLst>
                                    <p:set>
                                      <p:cBhvr>
                                        <p:cTn id="962" dur="1" fill="hold">
                                          <p:stCondLst>
                                            <p:cond delay="0"/>
                                          </p:stCondLst>
                                        </p:cTn>
                                        <p:tgtEl>
                                          <p:spTgt spid="197">
                                            <p:txEl>
                                              <p:pRg st="11" end="11"/>
                                            </p:txEl>
                                          </p:spTgt>
                                        </p:tgtEl>
                                        <p:attrNameLst>
                                          <p:attrName>style.visibility</p:attrName>
                                        </p:attrNameLst>
                                      </p:cBhvr>
                                      <p:to>
                                        <p:strVal val="visible"/>
                                      </p:to>
                                    </p:set>
                                    <p:animEffect transition="in" filter="wipe(up)">
                                      <p:cBhvr>
                                        <p:cTn id="963" dur="500"/>
                                        <p:tgtEl>
                                          <p:spTgt spid="197">
                                            <p:txEl>
                                              <p:pRg st="11" end="11"/>
                                            </p:txEl>
                                          </p:spTgt>
                                        </p:tgtEl>
                                      </p:cBhvr>
                                    </p:animEffect>
                                  </p:childTnLst>
                                </p:cTn>
                              </p:par>
                              <p:par>
                                <p:cTn id="964" presetID="22" presetClass="entr" presetSubtype="1" fill="hold" grpId="0" nodeType="withEffect">
                                  <p:stCondLst>
                                    <p:cond delay="0"/>
                                  </p:stCondLst>
                                  <p:childTnLst>
                                    <p:set>
                                      <p:cBhvr>
                                        <p:cTn id="965" dur="1" fill="hold">
                                          <p:stCondLst>
                                            <p:cond delay="0"/>
                                          </p:stCondLst>
                                        </p:cTn>
                                        <p:tgtEl>
                                          <p:spTgt spid="197">
                                            <p:txEl>
                                              <p:pRg st="12" end="12"/>
                                            </p:txEl>
                                          </p:spTgt>
                                        </p:tgtEl>
                                        <p:attrNameLst>
                                          <p:attrName>style.visibility</p:attrName>
                                        </p:attrNameLst>
                                      </p:cBhvr>
                                      <p:to>
                                        <p:strVal val="visible"/>
                                      </p:to>
                                    </p:set>
                                    <p:animEffect transition="in" filter="wipe(up)">
                                      <p:cBhvr>
                                        <p:cTn id="966" dur="500"/>
                                        <p:tgtEl>
                                          <p:spTgt spid="197">
                                            <p:txEl>
                                              <p:pRg st="12" end="12"/>
                                            </p:txEl>
                                          </p:spTgt>
                                        </p:tgtEl>
                                      </p:cBhvr>
                                    </p:animEffect>
                                  </p:childTnLst>
                                </p:cTn>
                              </p:par>
                              <p:par>
                                <p:cTn id="967" presetID="22" presetClass="entr" presetSubtype="1" fill="hold" grpId="0" nodeType="withEffect">
                                  <p:stCondLst>
                                    <p:cond delay="0"/>
                                  </p:stCondLst>
                                  <p:childTnLst>
                                    <p:set>
                                      <p:cBhvr>
                                        <p:cTn id="968" dur="1" fill="hold">
                                          <p:stCondLst>
                                            <p:cond delay="0"/>
                                          </p:stCondLst>
                                        </p:cTn>
                                        <p:tgtEl>
                                          <p:spTgt spid="197">
                                            <p:txEl>
                                              <p:pRg st="13" end="13"/>
                                            </p:txEl>
                                          </p:spTgt>
                                        </p:tgtEl>
                                        <p:attrNameLst>
                                          <p:attrName>style.visibility</p:attrName>
                                        </p:attrNameLst>
                                      </p:cBhvr>
                                      <p:to>
                                        <p:strVal val="visible"/>
                                      </p:to>
                                    </p:set>
                                    <p:animEffect transition="in" filter="wipe(up)">
                                      <p:cBhvr>
                                        <p:cTn id="969" dur="500"/>
                                        <p:tgtEl>
                                          <p:spTgt spid="197">
                                            <p:txEl>
                                              <p:pRg st="13" end="13"/>
                                            </p:txEl>
                                          </p:spTgt>
                                        </p:tgtEl>
                                      </p:cBhvr>
                                    </p:animEffect>
                                  </p:childTnLst>
                                </p:cTn>
                              </p:par>
                              <p:par>
                                <p:cTn id="970" presetID="22" presetClass="entr" presetSubtype="1" fill="hold" grpId="0" nodeType="withEffect">
                                  <p:stCondLst>
                                    <p:cond delay="0"/>
                                  </p:stCondLst>
                                  <p:childTnLst>
                                    <p:set>
                                      <p:cBhvr>
                                        <p:cTn id="971" dur="1" fill="hold">
                                          <p:stCondLst>
                                            <p:cond delay="0"/>
                                          </p:stCondLst>
                                        </p:cTn>
                                        <p:tgtEl>
                                          <p:spTgt spid="197">
                                            <p:txEl>
                                              <p:pRg st="14" end="14"/>
                                            </p:txEl>
                                          </p:spTgt>
                                        </p:tgtEl>
                                        <p:attrNameLst>
                                          <p:attrName>style.visibility</p:attrName>
                                        </p:attrNameLst>
                                      </p:cBhvr>
                                      <p:to>
                                        <p:strVal val="visible"/>
                                      </p:to>
                                    </p:set>
                                    <p:animEffect transition="in" filter="wipe(up)">
                                      <p:cBhvr>
                                        <p:cTn id="972" dur="500"/>
                                        <p:tgtEl>
                                          <p:spTgt spid="197">
                                            <p:txEl>
                                              <p:pRg st="14" end="14"/>
                                            </p:txEl>
                                          </p:spTgt>
                                        </p:tgtEl>
                                      </p:cBhvr>
                                    </p:animEffect>
                                  </p:childTnLst>
                                </p:cTn>
                              </p:par>
                              <p:par>
                                <p:cTn id="973" presetID="22" presetClass="entr" presetSubtype="1" fill="hold" grpId="0" nodeType="withEffect">
                                  <p:stCondLst>
                                    <p:cond delay="0"/>
                                  </p:stCondLst>
                                  <p:childTnLst>
                                    <p:set>
                                      <p:cBhvr>
                                        <p:cTn id="974" dur="1" fill="hold">
                                          <p:stCondLst>
                                            <p:cond delay="0"/>
                                          </p:stCondLst>
                                        </p:cTn>
                                        <p:tgtEl>
                                          <p:spTgt spid="197">
                                            <p:txEl>
                                              <p:pRg st="15" end="15"/>
                                            </p:txEl>
                                          </p:spTgt>
                                        </p:tgtEl>
                                        <p:attrNameLst>
                                          <p:attrName>style.visibility</p:attrName>
                                        </p:attrNameLst>
                                      </p:cBhvr>
                                      <p:to>
                                        <p:strVal val="visible"/>
                                      </p:to>
                                    </p:set>
                                    <p:animEffect transition="in" filter="wipe(up)">
                                      <p:cBhvr>
                                        <p:cTn id="975" dur="500"/>
                                        <p:tgtEl>
                                          <p:spTgt spid="197">
                                            <p:txEl>
                                              <p:pRg st="15" end="15"/>
                                            </p:txEl>
                                          </p:spTgt>
                                        </p:tgtEl>
                                      </p:cBhvr>
                                    </p:animEffect>
                                  </p:childTnLst>
                                </p:cTn>
                              </p:par>
                              <p:par>
                                <p:cTn id="976" presetID="22" presetClass="entr" presetSubtype="1" fill="hold" grpId="0" nodeType="withEffect">
                                  <p:stCondLst>
                                    <p:cond delay="0"/>
                                  </p:stCondLst>
                                  <p:childTnLst>
                                    <p:set>
                                      <p:cBhvr>
                                        <p:cTn id="977" dur="1" fill="hold">
                                          <p:stCondLst>
                                            <p:cond delay="0"/>
                                          </p:stCondLst>
                                        </p:cTn>
                                        <p:tgtEl>
                                          <p:spTgt spid="197">
                                            <p:txEl>
                                              <p:pRg st="16" end="16"/>
                                            </p:txEl>
                                          </p:spTgt>
                                        </p:tgtEl>
                                        <p:attrNameLst>
                                          <p:attrName>style.visibility</p:attrName>
                                        </p:attrNameLst>
                                      </p:cBhvr>
                                      <p:to>
                                        <p:strVal val="visible"/>
                                      </p:to>
                                    </p:set>
                                    <p:animEffect transition="in" filter="wipe(up)">
                                      <p:cBhvr>
                                        <p:cTn id="978" dur="500"/>
                                        <p:tgtEl>
                                          <p:spTgt spid="197">
                                            <p:txEl>
                                              <p:pRg st="16" end="16"/>
                                            </p:txEl>
                                          </p:spTgt>
                                        </p:tgtEl>
                                      </p:cBhvr>
                                    </p:animEffect>
                                  </p:childTnLst>
                                </p:cTn>
                              </p:par>
                              <p:par>
                                <p:cTn id="979" presetID="22" presetClass="entr" presetSubtype="1" fill="hold" grpId="0" nodeType="withEffect">
                                  <p:stCondLst>
                                    <p:cond delay="0"/>
                                  </p:stCondLst>
                                  <p:childTnLst>
                                    <p:set>
                                      <p:cBhvr>
                                        <p:cTn id="980" dur="1" fill="hold">
                                          <p:stCondLst>
                                            <p:cond delay="0"/>
                                          </p:stCondLst>
                                        </p:cTn>
                                        <p:tgtEl>
                                          <p:spTgt spid="197">
                                            <p:txEl>
                                              <p:pRg st="17" end="17"/>
                                            </p:txEl>
                                          </p:spTgt>
                                        </p:tgtEl>
                                        <p:attrNameLst>
                                          <p:attrName>style.visibility</p:attrName>
                                        </p:attrNameLst>
                                      </p:cBhvr>
                                      <p:to>
                                        <p:strVal val="visible"/>
                                      </p:to>
                                    </p:set>
                                    <p:animEffect transition="in" filter="wipe(up)">
                                      <p:cBhvr>
                                        <p:cTn id="981" dur="500"/>
                                        <p:tgtEl>
                                          <p:spTgt spid="197">
                                            <p:txEl>
                                              <p:pRg st="17" end="17"/>
                                            </p:txEl>
                                          </p:spTgt>
                                        </p:tgtEl>
                                      </p:cBhvr>
                                    </p:animEffect>
                                  </p:childTnLst>
                                </p:cTn>
                              </p:par>
                            </p:childTnLst>
                          </p:cTn>
                        </p:par>
                        <p:par>
                          <p:cTn id="982" fill="hold">
                            <p:stCondLst>
                              <p:cond delay="2500"/>
                            </p:stCondLst>
                            <p:childTnLst>
                              <p:par>
                                <p:cTn id="983" presetID="22" presetClass="entr" presetSubtype="8" fill="hold" nodeType="afterEffect">
                                  <p:stCondLst>
                                    <p:cond delay="0"/>
                                  </p:stCondLst>
                                  <p:childTnLst>
                                    <p:set>
                                      <p:cBhvr>
                                        <p:cTn id="984" dur="1" fill="hold">
                                          <p:stCondLst>
                                            <p:cond delay="0"/>
                                          </p:stCondLst>
                                        </p:cTn>
                                        <p:tgtEl>
                                          <p:spTgt spid="297"/>
                                        </p:tgtEl>
                                        <p:attrNameLst>
                                          <p:attrName>style.visibility</p:attrName>
                                        </p:attrNameLst>
                                      </p:cBhvr>
                                      <p:to>
                                        <p:strVal val="visible"/>
                                      </p:to>
                                    </p:set>
                                    <p:animEffect transition="in" filter="wipe(left)">
                                      <p:cBhvr>
                                        <p:cTn id="985" dur="1000"/>
                                        <p:tgtEl>
                                          <p:spTgt spid="297"/>
                                        </p:tgtEl>
                                      </p:cBhvr>
                                    </p:animEffect>
                                  </p:childTnLst>
                                </p:cTn>
                              </p:par>
                            </p:childTnLst>
                          </p:cTn>
                        </p:par>
                      </p:childTnLst>
                    </p:cTn>
                  </p:par>
                  <p:par>
                    <p:cTn id="986" fill="hold">
                      <p:stCondLst>
                        <p:cond delay="indefinite"/>
                      </p:stCondLst>
                      <p:childTnLst>
                        <p:par>
                          <p:cTn id="987" fill="hold">
                            <p:stCondLst>
                              <p:cond delay="0"/>
                            </p:stCondLst>
                            <p:childTnLst>
                              <p:par>
                                <p:cTn id="988" presetID="22" presetClass="entr" presetSubtype="1" fill="hold" nodeType="clickEffect">
                                  <p:stCondLst>
                                    <p:cond delay="0"/>
                                  </p:stCondLst>
                                  <p:childTnLst>
                                    <p:set>
                                      <p:cBhvr>
                                        <p:cTn id="989" dur="1" fill="hold">
                                          <p:stCondLst>
                                            <p:cond delay="0"/>
                                          </p:stCondLst>
                                        </p:cTn>
                                        <p:tgtEl>
                                          <p:spTgt spid="88"/>
                                        </p:tgtEl>
                                        <p:attrNameLst>
                                          <p:attrName>style.visibility</p:attrName>
                                        </p:attrNameLst>
                                      </p:cBhvr>
                                      <p:to>
                                        <p:strVal val="visible"/>
                                      </p:to>
                                    </p:set>
                                    <p:animEffect transition="in" filter="wipe(up)">
                                      <p:cBhvr>
                                        <p:cTn id="990" dur="1000"/>
                                        <p:tgtEl>
                                          <p:spTgt spid="88"/>
                                        </p:tgtEl>
                                      </p:cBhvr>
                                    </p:animEffect>
                                  </p:childTnLst>
                                </p:cTn>
                              </p:par>
                            </p:childTnLst>
                          </p:cTn>
                        </p:par>
                        <p:par>
                          <p:cTn id="991" fill="hold">
                            <p:stCondLst>
                              <p:cond delay="1000"/>
                            </p:stCondLst>
                            <p:childTnLst>
                              <p:par>
                                <p:cTn id="992" presetID="7" presetClass="emph" presetSubtype="2" fill="hold" nodeType="afterEffect">
                                  <p:stCondLst>
                                    <p:cond delay="0"/>
                                  </p:stCondLst>
                                  <p:childTnLst>
                                    <p:animClr clrSpc="rgb" dir="cw">
                                      <p:cBhvr>
                                        <p:cTn id="993" dur="1000" fill="hold"/>
                                        <p:tgtEl>
                                          <p:spTgt spid="297"/>
                                        </p:tgtEl>
                                        <p:attrNameLst>
                                          <p:attrName>stroke.color</p:attrName>
                                        </p:attrNameLst>
                                      </p:cBhvr>
                                      <p:to>
                                        <a:srgbClr val="F2F2F2"/>
                                      </p:to>
                                    </p:animClr>
                                    <p:set>
                                      <p:cBhvr>
                                        <p:cTn id="994" dur="1000" fill="hold"/>
                                        <p:tgtEl>
                                          <p:spTgt spid="297"/>
                                        </p:tgtEl>
                                        <p:attrNameLst>
                                          <p:attrName>stroke.on</p:attrName>
                                        </p:attrNameLst>
                                      </p:cBhvr>
                                      <p:to>
                                        <p:strVal val="true"/>
                                      </p:to>
                                    </p:set>
                                  </p:childTnLst>
                                </p:cTn>
                              </p:par>
                              <p:par>
                                <p:cTn id="995" presetID="22" presetClass="entr" presetSubtype="8" fill="hold" nodeType="withEffect">
                                  <p:stCondLst>
                                    <p:cond delay="500"/>
                                  </p:stCondLst>
                                  <p:childTnLst>
                                    <p:set>
                                      <p:cBhvr>
                                        <p:cTn id="996" dur="1" fill="hold">
                                          <p:stCondLst>
                                            <p:cond delay="0"/>
                                          </p:stCondLst>
                                        </p:cTn>
                                        <p:tgtEl>
                                          <p:spTgt spid="298"/>
                                        </p:tgtEl>
                                        <p:attrNameLst>
                                          <p:attrName>style.visibility</p:attrName>
                                        </p:attrNameLst>
                                      </p:cBhvr>
                                      <p:to>
                                        <p:strVal val="visible"/>
                                      </p:to>
                                    </p:set>
                                    <p:animEffect transition="in" filter="wipe(left)">
                                      <p:cBhvr>
                                        <p:cTn id="997" dur="1000"/>
                                        <p:tgtEl>
                                          <p:spTgt spid="298"/>
                                        </p:tgtEl>
                                      </p:cBhvr>
                                    </p:animEffect>
                                  </p:childTnLst>
                                </p:cTn>
                              </p:par>
                            </p:childTnLst>
                          </p:cTn>
                        </p:par>
                      </p:childTnLst>
                    </p:cTn>
                  </p:par>
                  <p:par>
                    <p:cTn id="998" fill="hold">
                      <p:stCondLst>
                        <p:cond delay="indefinite"/>
                      </p:stCondLst>
                      <p:childTnLst>
                        <p:par>
                          <p:cTn id="999" fill="hold">
                            <p:stCondLst>
                              <p:cond delay="0"/>
                            </p:stCondLst>
                            <p:childTnLst>
                              <p:par>
                                <p:cTn id="1000" presetID="12" presetClass="entr" presetSubtype="8" fill="hold" nodeType="clickEffect">
                                  <p:stCondLst>
                                    <p:cond delay="0"/>
                                  </p:stCondLst>
                                  <p:childTnLst>
                                    <p:set>
                                      <p:cBhvr>
                                        <p:cTn id="1001" dur="1" fill="hold">
                                          <p:stCondLst>
                                            <p:cond delay="0"/>
                                          </p:stCondLst>
                                        </p:cTn>
                                        <p:tgtEl>
                                          <p:spTgt spid="335"/>
                                        </p:tgtEl>
                                        <p:attrNameLst>
                                          <p:attrName>style.visibility</p:attrName>
                                        </p:attrNameLst>
                                      </p:cBhvr>
                                      <p:to>
                                        <p:strVal val="visible"/>
                                      </p:to>
                                    </p:set>
                                    <p:anim calcmode="lin" valueType="num">
                                      <p:cBhvr additive="base">
                                        <p:cTn id="1002" dur="500"/>
                                        <p:tgtEl>
                                          <p:spTgt spid="335"/>
                                        </p:tgtEl>
                                        <p:attrNameLst>
                                          <p:attrName>ppt_x</p:attrName>
                                        </p:attrNameLst>
                                      </p:cBhvr>
                                      <p:tavLst>
                                        <p:tav tm="0">
                                          <p:val>
                                            <p:strVal val="#ppt_x-#ppt_w*1.125000"/>
                                          </p:val>
                                        </p:tav>
                                        <p:tav tm="100000">
                                          <p:val>
                                            <p:strVal val="#ppt_x"/>
                                          </p:val>
                                        </p:tav>
                                      </p:tavLst>
                                    </p:anim>
                                    <p:animEffect transition="in" filter="wipe(right)">
                                      <p:cBhvr>
                                        <p:cTn id="1003" dur="500"/>
                                        <p:tgtEl>
                                          <p:spTgt spid="335"/>
                                        </p:tgtEl>
                                      </p:cBhvr>
                                    </p:animEffect>
                                  </p:childTnLst>
                                </p:cTn>
                              </p:par>
                            </p:childTnLst>
                          </p:cTn>
                        </p:par>
                        <p:par>
                          <p:cTn id="1004" fill="hold">
                            <p:stCondLst>
                              <p:cond delay="500"/>
                            </p:stCondLst>
                            <p:childTnLst>
                              <p:par>
                                <p:cTn id="1005" presetID="7" presetClass="emph" presetSubtype="2" fill="hold" nodeType="afterEffect">
                                  <p:stCondLst>
                                    <p:cond delay="0"/>
                                  </p:stCondLst>
                                  <p:childTnLst>
                                    <p:animClr clrSpc="rgb" dir="cw">
                                      <p:cBhvr>
                                        <p:cTn id="1006" dur="1000" fill="hold"/>
                                        <p:tgtEl>
                                          <p:spTgt spid="298"/>
                                        </p:tgtEl>
                                        <p:attrNameLst>
                                          <p:attrName>stroke.color</p:attrName>
                                        </p:attrNameLst>
                                      </p:cBhvr>
                                      <p:to>
                                        <a:srgbClr val="F2F2F2"/>
                                      </p:to>
                                    </p:animClr>
                                    <p:set>
                                      <p:cBhvr>
                                        <p:cTn id="1007" dur="1000" fill="hold"/>
                                        <p:tgtEl>
                                          <p:spTgt spid="298"/>
                                        </p:tgtEl>
                                        <p:attrNameLst>
                                          <p:attrName>stroke.on</p:attrName>
                                        </p:attrNameLst>
                                      </p:cBhvr>
                                      <p:to>
                                        <p:strVal val="true"/>
                                      </p:to>
                                    </p:set>
                                  </p:childTnLst>
                                </p:cTn>
                              </p:par>
                              <p:par>
                                <p:cTn id="1008" presetID="22" presetClass="entr" presetSubtype="8" fill="hold" nodeType="withEffect">
                                  <p:stCondLst>
                                    <p:cond delay="500"/>
                                  </p:stCondLst>
                                  <p:childTnLst>
                                    <p:set>
                                      <p:cBhvr>
                                        <p:cTn id="1009" dur="1" fill="hold">
                                          <p:stCondLst>
                                            <p:cond delay="0"/>
                                          </p:stCondLst>
                                        </p:cTn>
                                        <p:tgtEl>
                                          <p:spTgt spid="299"/>
                                        </p:tgtEl>
                                        <p:attrNameLst>
                                          <p:attrName>style.visibility</p:attrName>
                                        </p:attrNameLst>
                                      </p:cBhvr>
                                      <p:to>
                                        <p:strVal val="visible"/>
                                      </p:to>
                                    </p:set>
                                    <p:animEffect transition="in" filter="wipe(left)">
                                      <p:cBhvr>
                                        <p:cTn id="1010" dur="1000"/>
                                        <p:tgtEl>
                                          <p:spTgt spid="299"/>
                                        </p:tgtEl>
                                      </p:cBhvr>
                                    </p:animEffect>
                                  </p:childTnLst>
                                </p:cTn>
                              </p:par>
                            </p:childTnLst>
                          </p:cTn>
                        </p:par>
                      </p:childTnLst>
                    </p:cTn>
                  </p:par>
                  <p:par>
                    <p:cTn id="1011" fill="hold">
                      <p:stCondLst>
                        <p:cond delay="indefinite"/>
                      </p:stCondLst>
                      <p:childTnLst>
                        <p:par>
                          <p:cTn id="1012" fill="hold">
                            <p:stCondLst>
                              <p:cond delay="0"/>
                            </p:stCondLst>
                            <p:childTnLst>
                              <p:par>
                                <p:cTn id="1013" presetID="10" presetClass="entr" presetSubtype="0" fill="hold" grpId="0" nodeType="clickEffect">
                                  <p:stCondLst>
                                    <p:cond delay="0"/>
                                  </p:stCondLst>
                                  <p:childTnLst>
                                    <p:set>
                                      <p:cBhvr>
                                        <p:cTn id="1014" dur="1" fill="hold">
                                          <p:stCondLst>
                                            <p:cond delay="0"/>
                                          </p:stCondLst>
                                        </p:cTn>
                                        <p:tgtEl>
                                          <p:spTgt spid="302"/>
                                        </p:tgtEl>
                                        <p:attrNameLst>
                                          <p:attrName>style.visibility</p:attrName>
                                        </p:attrNameLst>
                                      </p:cBhvr>
                                      <p:to>
                                        <p:strVal val="visible"/>
                                      </p:to>
                                    </p:set>
                                    <p:animEffect transition="in" filter="fade">
                                      <p:cBhvr>
                                        <p:cTn id="1015" dur="500"/>
                                        <p:tgtEl>
                                          <p:spTgt spid="302"/>
                                        </p:tgtEl>
                                      </p:cBhvr>
                                    </p:animEffect>
                                  </p:childTnLst>
                                </p:cTn>
                              </p:par>
                            </p:childTnLst>
                          </p:cTn>
                        </p:par>
                        <p:par>
                          <p:cTn id="1016" fill="hold">
                            <p:stCondLst>
                              <p:cond delay="500"/>
                            </p:stCondLst>
                            <p:childTnLst>
                              <p:par>
                                <p:cTn id="1017" presetID="42" presetClass="path" presetSubtype="0" accel="50000" decel="50000" fill="hold" grpId="1" nodeType="afterEffect">
                                  <p:stCondLst>
                                    <p:cond delay="0"/>
                                  </p:stCondLst>
                                  <p:childTnLst>
                                    <p:animMotion origin="layout" path="M -1.25E-6 -0.00046 L 0.02513 0.28727 " pathEditMode="relative" rAng="0" ptsTypes="AA">
                                      <p:cBhvr>
                                        <p:cTn id="1018" dur="1000" fill="hold"/>
                                        <p:tgtEl>
                                          <p:spTgt spid="302"/>
                                        </p:tgtEl>
                                        <p:attrNameLst>
                                          <p:attrName>ppt_x</p:attrName>
                                          <p:attrName>ppt_y</p:attrName>
                                        </p:attrNameLst>
                                      </p:cBhvr>
                                      <p:rCtr x="1250" y="14375"/>
                                    </p:animMotion>
                                  </p:childTnLst>
                                </p:cTn>
                              </p:par>
                              <p:par>
                                <p:cTn id="1019" presetID="22" presetClass="entr" presetSubtype="8" fill="hold" nodeType="withEffect">
                                  <p:stCondLst>
                                    <p:cond delay="0"/>
                                  </p:stCondLst>
                                  <p:childTnLst>
                                    <p:set>
                                      <p:cBhvr>
                                        <p:cTn id="1020" dur="1" fill="hold">
                                          <p:stCondLst>
                                            <p:cond delay="0"/>
                                          </p:stCondLst>
                                        </p:cTn>
                                        <p:tgtEl>
                                          <p:spTgt spid="364"/>
                                        </p:tgtEl>
                                        <p:attrNameLst>
                                          <p:attrName>style.visibility</p:attrName>
                                        </p:attrNameLst>
                                      </p:cBhvr>
                                      <p:to>
                                        <p:strVal val="visible"/>
                                      </p:to>
                                    </p:set>
                                    <p:animEffect transition="in" filter="wipe(left)">
                                      <p:cBhvr>
                                        <p:cTn id="1021" dur="1000"/>
                                        <p:tgtEl>
                                          <p:spTgt spid="364"/>
                                        </p:tgtEl>
                                      </p:cBhvr>
                                    </p:animEffect>
                                  </p:childTnLst>
                                </p:cTn>
                              </p:par>
                              <p:par>
                                <p:cTn id="1022" presetID="31" presetClass="entr" presetSubtype="0" fill="hold" grpId="0" nodeType="withEffect">
                                  <p:stCondLst>
                                    <p:cond delay="0"/>
                                  </p:stCondLst>
                                  <p:childTnLst>
                                    <p:set>
                                      <p:cBhvr>
                                        <p:cTn id="1023" dur="1" fill="hold">
                                          <p:stCondLst>
                                            <p:cond delay="0"/>
                                          </p:stCondLst>
                                        </p:cTn>
                                        <p:tgtEl>
                                          <p:spTgt spid="110"/>
                                        </p:tgtEl>
                                        <p:attrNameLst>
                                          <p:attrName>style.visibility</p:attrName>
                                        </p:attrNameLst>
                                      </p:cBhvr>
                                      <p:to>
                                        <p:strVal val="visible"/>
                                      </p:to>
                                    </p:set>
                                    <p:anim calcmode="lin" valueType="num">
                                      <p:cBhvr>
                                        <p:cTn id="1024" dur="1000" fill="hold"/>
                                        <p:tgtEl>
                                          <p:spTgt spid="110"/>
                                        </p:tgtEl>
                                        <p:attrNameLst>
                                          <p:attrName>ppt_w</p:attrName>
                                        </p:attrNameLst>
                                      </p:cBhvr>
                                      <p:tavLst>
                                        <p:tav tm="0">
                                          <p:val>
                                            <p:fltVal val="0"/>
                                          </p:val>
                                        </p:tav>
                                        <p:tav tm="100000">
                                          <p:val>
                                            <p:strVal val="#ppt_w"/>
                                          </p:val>
                                        </p:tav>
                                      </p:tavLst>
                                    </p:anim>
                                    <p:anim calcmode="lin" valueType="num">
                                      <p:cBhvr>
                                        <p:cTn id="1025" dur="1000" fill="hold"/>
                                        <p:tgtEl>
                                          <p:spTgt spid="110"/>
                                        </p:tgtEl>
                                        <p:attrNameLst>
                                          <p:attrName>ppt_h</p:attrName>
                                        </p:attrNameLst>
                                      </p:cBhvr>
                                      <p:tavLst>
                                        <p:tav tm="0">
                                          <p:val>
                                            <p:fltVal val="0"/>
                                          </p:val>
                                        </p:tav>
                                        <p:tav tm="100000">
                                          <p:val>
                                            <p:strVal val="#ppt_h"/>
                                          </p:val>
                                        </p:tav>
                                      </p:tavLst>
                                    </p:anim>
                                    <p:anim calcmode="lin" valueType="num">
                                      <p:cBhvr>
                                        <p:cTn id="1026" dur="1000" fill="hold"/>
                                        <p:tgtEl>
                                          <p:spTgt spid="110"/>
                                        </p:tgtEl>
                                        <p:attrNameLst>
                                          <p:attrName>style.rotation</p:attrName>
                                        </p:attrNameLst>
                                      </p:cBhvr>
                                      <p:tavLst>
                                        <p:tav tm="0">
                                          <p:val>
                                            <p:fltVal val="90"/>
                                          </p:val>
                                        </p:tav>
                                        <p:tav tm="100000">
                                          <p:val>
                                            <p:fltVal val="0"/>
                                          </p:val>
                                        </p:tav>
                                      </p:tavLst>
                                    </p:anim>
                                    <p:animEffect transition="in" filter="fade">
                                      <p:cBhvr>
                                        <p:cTn id="1027" dur="1000"/>
                                        <p:tgtEl>
                                          <p:spTgt spid="110"/>
                                        </p:tgtEl>
                                      </p:cBhvr>
                                    </p:animEffect>
                                  </p:childTnLst>
                                </p:cTn>
                              </p:par>
                            </p:childTnLst>
                          </p:cTn>
                        </p:par>
                        <p:par>
                          <p:cTn id="1028" fill="hold">
                            <p:stCondLst>
                              <p:cond delay="1500"/>
                            </p:stCondLst>
                            <p:childTnLst>
                              <p:par>
                                <p:cTn id="1029" presetID="42" presetClass="path" presetSubtype="0" accel="50000" decel="50000" fill="hold" grpId="1" nodeType="afterEffect">
                                  <p:stCondLst>
                                    <p:cond delay="0"/>
                                  </p:stCondLst>
                                  <p:childTnLst>
                                    <p:animMotion origin="layout" path="M -4.16667E-6 -1.48148E-6 L -0.11432 0.34954 " pathEditMode="relative" rAng="0" ptsTypes="AA">
                                      <p:cBhvr>
                                        <p:cTn id="1030" dur="1500" fill="hold"/>
                                        <p:tgtEl>
                                          <p:spTgt spid="110"/>
                                        </p:tgtEl>
                                        <p:attrNameLst>
                                          <p:attrName>ppt_x</p:attrName>
                                          <p:attrName>ppt_y</p:attrName>
                                        </p:attrNameLst>
                                      </p:cBhvr>
                                      <p:rCtr x="-5716" y="17477"/>
                                    </p:animMotion>
                                  </p:childTnLst>
                                </p:cTn>
                              </p:par>
                            </p:childTnLst>
                          </p:cTn>
                        </p:par>
                        <p:par>
                          <p:cTn id="1031" fill="hold">
                            <p:stCondLst>
                              <p:cond delay="3000"/>
                            </p:stCondLst>
                            <p:childTnLst>
                              <p:par>
                                <p:cTn id="1032" presetID="22" presetClass="entr" presetSubtype="8" fill="hold" grpId="0" nodeType="afterEffect">
                                  <p:stCondLst>
                                    <p:cond delay="0"/>
                                  </p:stCondLst>
                                  <p:childTnLst>
                                    <p:set>
                                      <p:cBhvr>
                                        <p:cTn id="1033" dur="1" fill="hold">
                                          <p:stCondLst>
                                            <p:cond delay="0"/>
                                          </p:stCondLst>
                                        </p:cTn>
                                        <p:tgtEl>
                                          <p:spTgt spid="266"/>
                                        </p:tgtEl>
                                        <p:attrNameLst>
                                          <p:attrName>style.visibility</p:attrName>
                                        </p:attrNameLst>
                                      </p:cBhvr>
                                      <p:to>
                                        <p:strVal val="visible"/>
                                      </p:to>
                                    </p:set>
                                    <p:animEffect transition="in" filter="wipe(left)">
                                      <p:cBhvr>
                                        <p:cTn id="1034" dur="1000"/>
                                        <p:tgtEl>
                                          <p:spTgt spid="266"/>
                                        </p:tgtEl>
                                      </p:cBhvr>
                                    </p:animEffect>
                                  </p:childTnLst>
                                </p:cTn>
                              </p:par>
                              <p:par>
                                <p:cTn id="1035" presetID="31" presetClass="entr" presetSubtype="0" fill="hold" grpId="0" nodeType="withEffect">
                                  <p:stCondLst>
                                    <p:cond delay="0"/>
                                  </p:stCondLst>
                                  <p:childTnLst>
                                    <p:set>
                                      <p:cBhvr>
                                        <p:cTn id="1036" dur="1" fill="hold">
                                          <p:stCondLst>
                                            <p:cond delay="0"/>
                                          </p:stCondLst>
                                        </p:cTn>
                                        <p:tgtEl>
                                          <p:spTgt spid="357"/>
                                        </p:tgtEl>
                                        <p:attrNameLst>
                                          <p:attrName>style.visibility</p:attrName>
                                        </p:attrNameLst>
                                      </p:cBhvr>
                                      <p:to>
                                        <p:strVal val="visible"/>
                                      </p:to>
                                    </p:set>
                                    <p:anim calcmode="lin" valueType="num">
                                      <p:cBhvr>
                                        <p:cTn id="1037" dur="1000" fill="hold"/>
                                        <p:tgtEl>
                                          <p:spTgt spid="357"/>
                                        </p:tgtEl>
                                        <p:attrNameLst>
                                          <p:attrName>ppt_w</p:attrName>
                                        </p:attrNameLst>
                                      </p:cBhvr>
                                      <p:tavLst>
                                        <p:tav tm="0">
                                          <p:val>
                                            <p:fltVal val="0"/>
                                          </p:val>
                                        </p:tav>
                                        <p:tav tm="100000">
                                          <p:val>
                                            <p:strVal val="#ppt_w"/>
                                          </p:val>
                                        </p:tav>
                                      </p:tavLst>
                                    </p:anim>
                                    <p:anim calcmode="lin" valueType="num">
                                      <p:cBhvr>
                                        <p:cTn id="1038" dur="1000" fill="hold"/>
                                        <p:tgtEl>
                                          <p:spTgt spid="357"/>
                                        </p:tgtEl>
                                        <p:attrNameLst>
                                          <p:attrName>ppt_h</p:attrName>
                                        </p:attrNameLst>
                                      </p:cBhvr>
                                      <p:tavLst>
                                        <p:tav tm="0">
                                          <p:val>
                                            <p:fltVal val="0"/>
                                          </p:val>
                                        </p:tav>
                                        <p:tav tm="100000">
                                          <p:val>
                                            <p:strVal val="#ppt_h"/>
                                          </p:val>
                                        </p:tav>
                                      </p:tavLst>
                                    </p:anim>
                                    <p:anim calcmode="lin" valueType="num">
                                      <p:cBhvr>
                                        <p:cTn id="1039" dur="1000" fill="hold"/>
                                        <p:tgtEl>
                                          <p:spTgt spid="357"/>
                                        </p:tgtEl>
                                        <p:attrNameLst>
                                          <p:attrName>style.rotation</p:attrName>
                                        </p:attrNameLst>
                                      </p:cBhvr>
                                      <p:tavLst>
                                        <p:tav tm="0">
                                          <p:val>
                                            <p:fltVal val="90"/>
                                          </p:val>
                                        </p:tav>
                                        <p:tav tm="100000">
                                          <p:val>
                                            <p:fltVal val="0"/>
                                          </p:val>
                                        </p:tav>
                                      </p:tavLst>
                                    </p:anim>
                                    <p:animEffect transition="in" filter="fade">
                                      <p:cBhvr>
                                        <p:cTn id="1040" dur="1000"/>
                                        <p:tgtEl>
                                          <p:spTgt spid="357"/>
                                        </p:tgtEl>
                                      </p:cBhvr>
                                    </p:animEffect>
                                  </p:childTnLst>
                                </p:cTn>
                              </p:par>
                            </p:childTnLst>
                          </p:cTn>
                        </p:par>
                        <p:par>
                          <p:cTn id="1041" fill="hold">
                            <p:stCondLst>
                              <p:cond delay="4000"/>
                            </p:stCondLst>
                            <p:childTnLst>
                              <p:par>
                                <p:cTn id="1042" presetID="42" presetClass="path" presetSubtype="0" accel="50000" decel="50000" fill="hold" grpId="1" nodeType="afterEffect">
                                  <p:stCondLst>
                                    <p:cond delay="0"/>
                                  </p:stCondLst>
                                  <p:childTnLst>
                                    <p:animMotion origin="layout" path="M 1.45833E-6 2.22222E-6 L -0.10091 0.57963 " pathEditMode="relative" rAng="0" ptsTypes="AA">
                                      <p:cBhvr>
                                        <p:cTn id="1043" dur="1500" fill="hold"/>
                                        <p:tgtEl>
                                          <p:spTgt spid="357"/>
                                        </p:tgtEl>
                                        <p:attrNameLst>
                                          <p:attrName>ppt_x</p:attrName>
                                          <p:attrName>ppt_y</p:attrName>
                                        </p:attrNameLst>
                                      </p:cBhvr>
                                      <p:rCtr x="-5052" y="28981"/>
                                    </p:animMotion>
                                  </p:childTnLst>
                                </p:cTn>
                              </p:par>
                            </p:childTnLst>
                          </p:cTn>
                        </p:par>
                        <p:par>
                          <p:cTn id="1044" fill="hold">
                            <p:stCondLst>
                              <p:cond delay="5500"/>
                            </p:stCondLst>
                            <p:childTnLst>
                              <p:par>
                                <p:cTn id="1045" presetID="1" presetClass="exit" presetSubtype="0" fill="hold" grpId="2" nodeType="afterEffect">
                                  <p:stCondLst>
                                    <p:cond delay="0"/>
                                  </p:stCondLst>
                                  <p:childTnLst>
                                    <p:set>
                                      <p:cBhvr>
                                        <p:cTn id="1046" dur="1" fill="hold">
                                          <p:stCondLst>
                                            <p:cond delay="0"/>
                                          </p:stCondLst>
                                        </p:cTn>
                                        <p:tgtEl>
                                          <p:spTgt spid="357"/>
                                        </p:tgtEl>
                                        <p:attrNameLst>
                                          <p:attrName>style.visibility</p:attrName>
                                        </p:attrNameLst>
                                      </p:cBhvr>
                                      <p:to>
                                        <p:strVal val="hidden"/>
                                      </p:to>
                                    </p:set>
                                  </p:childTnLst>
                                </p:cTn>
                              </p:par>
                              <p:par>
                                <p:cTn id="1047" presetID="10" presetClass="entr" presetSubtype="0" fill="hold" grpId="0" nodeType="withEffect">
                                  <p:stCondLst>
                                    <p:cond delay="0"/>
                                  </p:stCondLst>
                                  <p:childTnLst>
                                    <p:set>
                                      <p:cBhvr>
                                        <p:cTn id="1048" dur="1" fill="hold">
                                          <p:stCondLst>
                                            <p:cond delay="0"/>
                                          </p:stCondLst>
                                        </p:cTn>
                                        <p:tgtEl>
                                          <p:spTgt spid="260"/>
                                        </p:tgtEl>
                                        <p:attrNameLst>
                                          <p:attrName>style.visibility</p:attrName>
                                        </p:attrNameLst>
                                      </p:cBhvr>
                                      <p:to>
                                        <p:strVal val="visible"/>
                                      </p:to>
                                    </p:set>
                                    <p:animEffect transition="in" filter="fade">
                                      <p:cBhvr>
                                        <p:cTn id="1049" dur="500"/>
                                        <p:tgtEl>
                                          <p:spTgt spid="260"/>
                                        </p:tgtEl>
                                      </p:cBhvr>
                                    </p:animEffect>
                                  </p:childTnLst>
                                </p:cTn>
                              </p:par>
                            </p:childTnLst>
                          </p:cTn>
                        </p:par>
                        <p:par>
                          <p:cTn id="1050" fill="hold">
                            <p:stCondLst>
                              <p:cond delay="6000"/>
                            </p:stCondLst>
                            <p:childTnLst>
                              <p:par>
                                <p:cTn id="1051" presetID="22" presetClass="entr" presetSubtype="8" fill="hold" nodeType="afterEffect">
                                  <p:stCondLst>
                                    <p:cond delay="0"/>
                                  </p:stCondLst>
                                  <p:childTnLst>
                                    <p:set>
                                      <p:cBhvr>
                                        <p:cTn id="1052" dur="1" fill="hold">
                                          <p:stCondLst>
                                            <p:cond delay="0"/>
                                          </p:stCondLst>
                                        </p:cTn>
                                        <p:tgtEl>
                                          <p:spTgt spid="376"/>
                                        </p:tgtEl>
                                        <p:attrNameLst>
                                          <p:attrName>style.visibility</p:attrName>
                                        </p:attrNameLst>
                                      </p:cBhvr>
                                      <p:to>
                                        <p:strVal val="visible"/>
                                      </p:to>
                                    </p:set>
                                    <p:animEffect transition="in" filter="wipe(left)">
                                      <p:cBhvr>
                                        <p:cTn id="1053" dur="1000"/>
                                        <p:tgtEl>
                                          <p:spTgt spid="376"/>
                                        </p:tgtEl>
                                      </p:cBhvr>
                                    </p:animEffect>
                                  </p:childTnLst>
                                </p:cTn>
                              </p:par>
                              <p:par>
                                <p:cTn id="1054" presetID="22" presetClass="entr" presetSubtype="1" fill="hold" nodeType="withEffect">
                                  <p:stCondLst>
                                    <p:cond delay="0"/>
                                  </p:stCondLst>
                                  <p:childTnLst>
                                    <p:set>
                                      <p:cBhvr>
                                        <p:cTn id="1055" dur="1" fill="hold">
                                          <p:stCondLst>
                                            <p:cond delay="0"/>
                                          </p:stCondLst>
                                        </p:cTn>
                                        <p:tgtEl>
                                          <p:spTgt spid="102"/>
                                        </p:tgtEl>
                                        <p:attrNameLst>
                                          <p:attrName>style.visibility</p:attrName>
                                        </p:attrNameLst>
                                      </p:cBhvr>
                                      <p:to>
                                        <p:strVal val="visible"/>
                                      </p:to>
                                    </p:set>
                                    <p:animEffect transition="in" filter="wipe(up)">
                                      <p:cBhvr>
                                        <p:cTn id="1056" dur="1000"/>
                                        <p:tgtEl>
                                          <p:spTgt spid="102"/>
                                        </p:tgtEl>
                                      </p:cBhvr>
                                    </p:animEffect>
                                  </p:childTnLst>
                                </p:cTn>
                              </p:par>
                            </p:childTnLst>
                          </p:cTn>
                        </p:par>
                        <p:par>
                          <p:cTn id="1057" fill="hold">
                            <p:stCondLst>
                              <p:cond delay="7000"/>
                            </p:stCondLst>
                            <p:childTnLst>
                              <p:par>
                                <p:cTn id="1058" presetID="47" presetClass="entr" presetSubtype="0" fill="hold" nodeType="afterEffect">
                                  <p:stCondLst>
                                    <p:cond delay="0"/>
                                  </p:stCondLst>
                                  <p:childTnLst>
                                    <p:set>
                                      <p:cBhvr>
                                        <p:cTn id="1059" dur="1" fill="hold">
                                          <p:stCondLst>
                                            <p:cond delay="0"/>
                                          </p:stCondLst>
                                        </p:cTn>
                                        <p:tgtEl>
                                          <p:spTgt spid="363"/>
                                        </p:tgtEl>
                                        <p:attrNameLst>
                                          <p:attrName>style.visibility</p:attrName>
                                        </p:attrNameLst>
                                      </p:cBhvr>
                                      <p:to>
                                        <p:strVal val="visible"/>
                                      </p:to>
                                    </p:set>
                                    <p:animEffect transition="in" filter="fade">
                                      <p:cBhvr>
                                        <p:cTn id="1060" dur="1000"/>
                                        <p:tgtEl>
                                          <p:spTgt spid="363"/>
                                        </p:tgtEl>
                                      </p:cBhvr>
                                    </p:animEffect>
                                    <p:anim calcmode="lin" valueType="num">
                                      <p:cBhvr>
                                        <p:cTn id="1061" dur="1000" fill="hold"/>
                                        <p:tgtEl>
                                          <p:spTgt spid="363"/>
                                        </p:tgtEl>
                                        <p:attrNameLst>
                                          <p:attrName>ppt_x</p:attrName>
                                        </p:attrNameLst>
                                      </p:cBhvr>
                                      <p:tavLst>
                                        <p:tav tm="0">
                                          <p:val>
                                            <p:strVal val="#ppt_x"/>
                                          </p:val>
                                        </p:tav>
                                        <p:tav tm="100000">
                                          <p:val>
                                            <p:strVal val="#ppt_x"/>
                                          </p:val>
                                        </p:tav>
                                      </p:tavLst>
                                    </p:anim>
                                    <p:anim calcmode="lin" valueType="num">
                                      <p:cBhvr>
                                        <p:cTn id="1062" dur="1000" fill="hold"/>
                                        <p:tgtEl>
                                          <p:spTgt spid="363"/>
                                        </p:tgtEl>
                                        <p:attrNameLst>
                                          <p:attrName>ppt_y</p:attrName>
                                        </p:attrNameLst>
                                      </p:cBhvr>
                                      <p:tavLst>
                                        <p:tav tm="0">
                                          <p:val>
                                            <p:strVal val="#ppt_y-.1"/>
                                          </p:val>
                                        </p:tav>
                                        <p:tav tm="100000">
                                          <p:val>
                                            <p:strVal val="#ppt_y"/>
                                          </p:val>
                                        </p:tav>
                                      </p:tavLst>
                                    </p:anim>
                                  </p:childTnLst>
                                </p:cTn>
                              </p:par>
                              <p:par>
                                <p:cTn id="1063" presetID="22" presetClass="entr" presetSubtype="2" fill="hold" nodeType="withEffect">
                                  <p:stCondLst>
                                    <p:cond delay="0"/>
                                  </p:stCondLst>
                                  <p:childTnLst>
                                    <p:set>
                                      <p:cBhvr>
                                        <p:cTn id="1064" dur="1" fill="hold">
                                          <p:stCondLst>
                                            <p:cond delay="0"/>
                                          </p:stCondLst>
                                        </p:cTn>
                                        <p:tgtEl>
                                          <p:spTgt spid="365"/>
                                        </p:tgtEl>
                                        <p:attrNameLst>
                                          <p:attrName>style.visibility</p:attrName>
                                        </p:attrNameLst>
                                      </p:cBhvr>
                                      <p:to>
                                        <p:strVal val="visible"/>
                                      </p:to>
                                    </p:set>
                                    <p:animEffect transition="in" filter="wipe(right)">
                                      <p:cBhvr>
                                        <p:cTn id="1065" dur="1000"/>
                                        <p:tgtEl>
                                          <p:spTgt spid="365"/>
                                        </p:tgtEl>
                                      </p:cBhvr>
                                    </p:animEffect>
                                  </p:childTnLst>
                                </p:cTn>
                              </p:par>
                            </p:childTnLst>
                          </p:cTn>
                        </p:par>
                        <p:par>
                          <p:cTn id="1066" fill="hold">
                            <p:stCondLst>
                              <p:cond delay="8000"/>
                            </p:stCondLst>
                            <p:childTnLst>
                              <p:par>
                                <p:cTn id="1067" presetID="45" presetClass="entr" presetSubtype="0" fill="hold" nodeType="afterEffect">
                                  <p:stCondLst>
                                    <p:cond delay="0"/>
                                  </p:stCondLst>
                                  <p:childTnLst>
                                    <p:set>
                                      <p:cBhvr>
                                        <p:cTn id="1068" dur="1" fill="hold">
                                          <p:stCondLst>
                                            <p:cond delay="0"/>
                                          </p:stCondLst>
                                        </p:cTn>
                                        <p:tgtEl>
                                          <p:spTgt spid="371"/>
                                        </p:tgtEl>
                                        <p:attrNameLst>
                                          <p:attrName>style.visibility</p:attrName>
                                        </p:attrNameLst>
                                      </p:cBhvr>
                                      <p:to>
                                        <p:strVal val="visible"/>
                                      </p:to>
                                    </p:set>
                                    <p:animEffect transition="in" filter="fade">
                                      <p:cBhvr>
                                        <p:cTn id="1069" dur="1500"/>
                                        <p:tgtEl>
                                          <p:spTgt spid="371"/>
                                        </p:tgtEl>
                                      </p:cBhvr>
                                    </p:animEffect>
                                    <p:anim calcmode="lin" valueType="num">
                                      <p:cBhvr>
                                        <p:cTn id="1070" dur="1500" fill="hold"/>
                                        <p:tgtEl>
                                          <p:spTgt spid="371"/>
                                        </p:tgtEl>
                                        <p:attrNameLst>
                                          <p:attrName>ppt_w</p:attrName>
                                        </p:attrNameLst>
                                      </p:cBhvr>
                                      <p:tavLst>
                                        <p:tav tm="0" fmla="#ppt_w*sin(2.5*pi*$)">
                                          <p:val>
                                            <p:fltVal val="0"/>
                                          </p:val>
                                        </p:tav>
                                        <p:tav tm="100000">
                                          <p:val>
                                            <p:fltVal val="1"/>
                                          </p:val>
                                        </p:tav>
                                      </p:tavLst>
                                    </p:anim>
                                    <p:anim calcmode="lin" valueType="num">
                                      <p:cBhvr>
                                        <p:cTn id="1071" dur="1500" fill="hold"/>
                                        <p:tgtEl>
                                          <p:spTgt spid="371"/>
                                        </p:tgtEl>
                                        <p:attrNameLst>
                                          <p:attrName>ppt_h</p:attrName>
                                        </p:attrNameLst>
                                      </p:cBhvr>
                                      <p:tavLst>
                                        <p:tav tm="0">
                                          <p:val>
                                            <p:strVal val="#ppt_h"/>
                                          </p:val>
                                        </p:tav>
                                        <p:tav tm="100000">
                                          <p:val>
                                            <p:strVal val="#ppt_h"/>
                                          </p:val>
                                        </p:tav>
                                      </p:tavLst>
                                    </p:anim>
                                  </p:childTnLst>
                                </p:cTn>
                              </p:par>
                            </p:childTnLst>
                          </p:cTn>
                        </p:par>
                        <p:par>
                          <p:cTn id="1072" fill="hold">
                            <p:stCondLst>
                              <p:cond delay="9500"/>
                            </p:stCondLst>
                            <p:childTnLst>
                              <p:par>
                                <p:cTn id="1073" presetID="7" presetClass="emph" presetSubtype="2" fill="hold" nodeType="afterEffect">
                                  <p:stCondLst>
                                    <p:cond delay="0"/>
                                  </p:stCondLst>
                                  <p:childTnLst>
                                    <p:animClr clrSpc="rgb" dir="cw">
                                      <p:cBhvr>
                                        <p:cTn id="1074" dur="1000" fill="hold"/>
                                        <p:tgtEl>
                                          <p:spTgt spid="299"/>
                                        </p:tgtEl>
                                        <p:attrNameLst>
                                          <p:attrName>stroke.color</p:attrName>
                                        </p:attrNameLst>
                                      </p:cBhvr>
                                      <p:to>
                                        <a:srgbClr val="F2F2F2"/>
                                      </p:to>
                                    </p:animClr>
                                    <p:set>
                                      <p:cBhvr>
                                        <p:cTn id="1075" dur="1000" fill="hold"/>
                                        <p:tgtEl>
                                          <p:spTgt spid="299"/>
                                        </p:tgtEl>
                                        <p:attrNameLst>
                                          <p:attrName>stroke.on</p:attrName>
                                        </p:attrNameLst>
                                      </p:cBhvr>
                                      <p:to>
                                        <p:strVal val="true"/>
                                      </p:to>
                                    </p:set>
                                  </p:childTnLst>
                                </p:cTn>
                              </p:par>
                              <p:par>
                                <p:cTn id="1076" presetID="7" presetClass="emph" presetSubtype="2" fill="hold" nodeType="withEffect">
                                  <p:stCondLst>
                                    <p:cond delay="500"/>
                                  </p:stCondLst>
                                  <p:childTnLst>
                                    <p:animClr clrSpc="rgb" dir="cw">
                                      <p:cBhvr>
                                        <p:cTn id="1077" dur="1000" fill="hold"/>
                                        <p:tgtEl>
                                          <p:spTgt spid="298"/>
                                        </p:tgtEl>
                                        <p:attrNameLst>
                                          <p:attrName>stroke.color</p:attrName>
                                        </p:attrNameLst>
                                      </p:cBhvr>
                                      <p:to>
                                        <a:schemeClr val="accent2"/>
                                      </p:to>
                                    </p:animClr>
                                    <p:set>
                                      <p:cBhvr>
                                        <p:cTn id="1078" dur="1000" fill="hold"/>
                                        <p:tgtEl>
                                          <p:spTgt spid="298"/>
                                        </p:tgtEl>
                                        <p:attrNameLst>
                                          <p:attrName>stroke.on</p:attrName>
                                        </p:attrNameLst>
                                      </p:cBhvr>
                                      <p:to>
                                        <p:strVal val="true"/>
                                      </p:to>
                                    </p:set>
                                  </p:childTnLst>
                                </p:cTn>
                              </p:par>
                            </p:childTnLst>
                          </p:cTn>
                        </p:par>
                      </p:childTnLst>
                    </p:cTn>
                  </p:par>
                  <p:par>
                    <p:cTn id="1079" fill="hold">
                      <p:stCondLst>
                        <p:cond delay="indefinite"/>
                      </p:stCondLst>
                      <p:childTnLst>
                        <p:par>
                          <p:cTn id="1080" fill="hold">
                            <p:stCondLst>
                              <p:cond delay="0"/>
                            </p:stCondLst>
                            <p:childTnLst>
                              <p:par>
                                <p:cTn id="1081" presetID="63" presetClass="path" presetSubtype="0" accel="50000" decel="50000" fill="hold" nodeType="clickEffect">
                                  <p:stCondLst>
                                    <p:cond delay="0"/>
                                  </p:stCondLst>
                                  <p:childTnLst>
                                    <p:animMotion origin="layout" path="M 5E-6 3.7037E-7 L 0.06277 -0.00069 " pathEditMode="relative" rAng="0" ptsTypes="AA">
                                      <p:cBhvr>
                                        <p:cTn id="1082" dur="1000" fill="hold"/>
                                        <p:tgtEl>
                                          <p:spTgt spid="335"/>
                                        </p:tgtEl>
                                        <p:attrNameLst>
                                          <p:attrName>ppt_x</p:attrName>
                                          <p:attrName>ppt_y</p:attrName>
                                        </p:attrNameLst>
                                      </p:cBhvr>
                                      <p:rCtr x="3138" y="-46"/>
                                    </p:animMotion>
                                  </p:childTnLst>
                                </p:cTn>
                              </p:par>
                            </p:childTnLst>
                          </p:cTn>
                        </p:par>
                        <p:par>
                          <p:cTn id="1083" fill="hold">
                            <p:stCondLst>
                              <p:cond delay="1000"/>
                            </p:stCondLst>
                            <p:childTnLst>
                              <p:par>
                                <p:cTn id="1084" presetID="7" presetClass="emph" presetSubtype="2" fill="hold" nodeType="afterEffect">
                                  <p:stCondLst>
                                    <p:cond delay="0"/>
                                  </p:stCondLst>
                                  <p:childTnLst>
                                    <p:animClr clrSpc="rgb" dir="cw">
                                      <p:cBhvr>
                                        <p:cTn id="1085" dur="1000" fill="hold"/>
                                        <p:tgtEl>
                                          <p:spTgt spid="298"/>
                                        </p:tgtEl>
                                        <p:attrNameLst>
                                          <p:attrName>stroke.color</p:attrName>
                                        </p:attrNameLst>
                                      </p:cBhvr>
                                      <p:to>
                                        <a:srgbClr val="F2F2F2"/>
                                      </p:to>
                                    </p:animClr>
                                    <p:set>
                                      <p:cBhvr>
                                        <p:cTn id="1086" dur="1000" fill="hold"/>
                                        <p:tgtEl>
                                          <p:spTgt spid="298"/>
                                        </p:tgtEl>
                                        <p:attrNameLst>
                                          <p:attrName>stroke.on</p:attrName>
                                        </p:attrNameLst>
                                      </p:cBhvr>
                                      <p:to>
                                        <p:strVal val="true"/>
                                      </p:to>
                                    </p:set>
                                  </p:childTnLst>
                                </p:cTn>
                              </p:par>
                              <p:par>
                                <p:cTn id="1087" presetID="7" presetClass="emph" presetSubtype="2" fill="hold" nodeType="withEffect">
                                  <p:stCondLst>
                                    <p:cond delay="500"/>
                                  </p:stCondLst>
                                  <p:childTnLst>
                                    <p:animClr clrSpc="rgb" dir="cw">
                                      <p:cBhvr>
                                        <p:cTn id="1088" dur="1000" fill="hold"/>
                                        <p:tgtEl>
                                          <p:spTgt spid="299"/>
                                        </p:tgtEl>
                                        <p:attrNameLst>
                                          <p:attrName>stroke.color</p:attrName>
                                        </p:attrNameLst>
                                      </p:cBhvr>
                                      <p:to>
                                        <a:schemeClr val="accent2"/>
                                      </p:to>
                                    </p:animClr>
                                    <p:set>
                                      <p:cBhvr>
                                        <p:cTn id="1089" dur="1000" fill="hold"/>
                                        <p:tgtEl>
                                          <p:spTgt spid="299"/>
                                        </p:tgtEl>
                                        <p:attrNameLst>
                                          <p:attrName>stroke.on</p:attrName>
                                        </p:attrNameLst>
                                      </p:cBhvr>
                                      <p:to>
                                        <p:strVal val="true"/>
                                      </p:to>
                                    </p:set>
                                  </p:childTnLst>
                                </p:cTn>
                              </p:par>
                            </p:childTnLst>
                          </p:cTn>
                        </p:par>
                      </p:childTnLst>
                    </p:cTn>
                  </p:par>
                  <p:par>
                    <p:cTn id="1090" fill="hold">
                      <p:stCondLst>
                        <p:cond delay="indefinite"/>
                      </p:stCondLst>
                      <p:childTnLst>
                        <p:par>
                          <p:cTn id="1091" fill="hold">
                            <p:stCondLst>
                              <p:cond delay="0"/>
                            </p:stCondLst>
                            <p:childTnLst>
                              <p:par>
                                <p:cTn id="1092" presetID="10" presetClass="exit" presetSubtype="0" fill="hold" grpId="2" nodeType="clickEffect">
                                  <p:stCondLst>
                                    <p:cond delay="0"/>
                                  </p:stCondLst>
                                  <p:childTnLst>
                                    <p:animEffect transition="out" filter="fade">
                                      <p:cBhvr>
                                        <p:cTn id="1093" dur="500"/>
                                        <p:tgtEl>
                                          <p:spTgt spid="110"/>
                                        </p:tgtEl>
                                      </p:cBhvr>
                                    </p:animEffect>
                                    <p:set>
                                      <p:cBhvr>
                                        <p:cTn id="1094" dur="1" fill="hold">
                                          <p:stCondLst>
                                            <p:cond delay="499"/>
                                          </p:stCondLst>
                                        </p:cTn>
                                        <p:tgtEl>
                                          <p:spTgt spid="110"/>
                                        </p:tgtEl>
                                        <p:attrNameLst>
                                          <p:attrName>style.visibility</p:attrName>
                                        </p:attrNameLst>
                                      </p:cBhvr>
                                      <p:to>
                                        <p:strVal val="hidden"/>
                                      </p:to>
                                    </p:set>
                                  </p:childTnLst>
                                </p:cTn>
                              </p:par>
                              <p:par>
                                <p:cTn id="1095" presetID="31" presetClass="entr" presetSubtype="0" fill="hold" grpId="0" nodeType="withEffect">
                                  <p:stCondLst>
                                    <p:cond delay="0"/>
                                  </p:stCondLst>
                                  <p:childTnLst>
                                    <p:set>
                                      <p:cBhvr>
                                        <p:cTn id="1096" dur="1" fill="hold">
                                          <p:stCondLst>
                                            <p:cond delay="0"/>
                                          </p:stCondLst>
                                        </p:cTn>
                                        <p:tgtEl>
                                          <p:spTgt spid="111"/>
                                        </p:tgtEl>
                                        <p:attrNameLst>
                                          <p:attrName>style.visibility</p:attrName>
                                        </p:attrNameLst>
                                      </p:cBhvr>
                                      <p:to>
                                        <p:strVal val="visible"/>
                                      </p:to>
                                    </p:set>
                                    <p:anim calcmode="lin" valueType="num">
                                      <p:cBhvr>
                                        <p:cTn id="1097" dur="1000" fill="hold"/>
                                        <p:tgtEl>
                                          <p:spTgt spid="111"/>
                                        </p:tgtEl>
                                        <p:attrNameLst>
                                          <p:attrName>ppt_w</p:attrName>
                                        </p:attrNameLst>
                                      </p:cBhvr>
                                      <p:tavLst>
                                        <p:tav tm="0">
                                          <p:val>
                                            <p:fltVal val="0"/>
                                          </p:val>
                                        </p:tav>
                                        <p:tav tm="100000">
                                          <p:val>
                                            <p:strVal val="#ppt_w"/>
                                          </p:val>
                                        </p:tav>
                                      </p:tavLst>
                                    </p:anim>
                                    <p:anim calcmode="lin" valueType="num">
                                      <p:cBhvr>
                                        <p:cTn id="1098" dur="1000" fill="hold"/>
                                        <p:tgtEl>
                                          <p:spTgt spid="111"/>
                                        </p:tgtEl>
                                        <p:attrNameLst>
                                          <p:attrName>ppt_h</p:attrName>
                                        </p:attrNameLst>
                                      </p:cBhvr>
                                      <p:tavLst>
                                        <p:tav tm="0">
                                          <p:val>
                                            <p:fltVal val="0"/>
                                          </p:val>
                                        </p:tav>
                                        <p:tav tm="100000">
                                          <p:val>
                                            <p:strVal val="#ppt_h"/>
                                          </p:val>
                                        </p:tav>
                                      </p:tavLst>
                                    </p:anim>
                                    <p:anim calcmode="lin" valueType="num">
                                      <p:cBhvr>
                                        <p:cTn id="1099" dur="1000" fill="hold"/>
                                        <p:tgtEl>
                                          <p:spTgt spid="111"/>
                                        </p:tgtEl>
                                        <p:attrNameLst>
                                          <p:attrName>style.rotation</p:attrName>
                                        </p:attrNameLst>
                                      </p:cBhvr>
                                      <p:tavLst>
                                        <p:tav tm="0">
                                          <p:val>
                                            <p:fltVal val="90"/>
                                          </p:val>
                                        </p:tav>
                                        <p:tav tm="100000">
                                          <p:val>
                                            <p:fltVal val="0"/>
                                          </p:val>
                                        </p:tav>
                                      </p:tavLst>
                                    </p:anim>
                                    <p:animEffect transition="in" filter="fade">
                                      <p:cBhvr>
                                        <p:cTn id="1100" dur="1000"/>
                                        <p:tgtEl>
                                          <p:spTgt spid="111"/>
                                        </p:tgtEl>
                                      </p:cBhvr>
                                    </p:animEffect>
                                  </p:childTnLst>
                                </p:cTn>
                              </p:par>
                            </p:childTnLst>
                          </p:cTn>
                        </p:par>
                        <p:par>
                          <p:cTn id="1101" fill="hold">
                            <p:stCondLst>
                              <p:cond delay="1000"/>
                            </p:stCondLst>
                            <p:childTnLst>
                              <p:par>
                                <p:cTn id="1102" presetID="42" presetClass="path" presetSubtype="0" accel="50000" decel="50000" fill="hold" grpId="1" nodeType="afterEffect">
                                  <p:stCondLst>
                                    <p:cond delay="0"/>
                                  </p:stCondLst>
                                  <p:childTnLst>
                                    <p:animMotion origin="layout" path="M -1.25E-6 -1.85185E-6 L -0.14127 0.34746 " pathEditMode="relative" rAng="0" ptsTypes="AA">
                                      <p:cBhvr>
                                        <p:cTn id="1103" dur="1500" fill="hold"/>
                                        <p:tgtEl>
                                          <p:spTgt spid="111"/>
                                        </p:tgtEl>
                                        <p:attrNameLst>
                                          <p:attrName>ppt_x</p:attrName>
                                          <p:attrName>ppt_y</p:attrName>
                                        </p:attrNameLst>
                                      </p:cBhvr>
                                      <p:rCtr x="-7070" y="17361"/>
                                    </p:animMotion>
                                  </p:childTnLst>
                                </p:cTn>
                              </p:par>
                              <p:par>
                                <p:cTn id="1104" presetID="31" presetClass="entr" presetSubtype="0" fill="hold" grpId="0" nodeType="withEffect">
                                  <p:stCondLst>
                                    <p:cond delay="0"/>
                                  </p:stCondLst>
                                  <p:childTnLst>
                                    <p:set>
                                      <p:cBhvr>
                                        <p:cTn id="1105" dur="1" fill="hold">
                                          <p:stCondLst>
                                            <p:cond delay="0"/>
                                          </p:stCondLst>
                                        </p:cTn>
                                        <p:tgtEl>
                                          <p:spTgt spid="112"/>
                                        </p:tgtEl>
                                        <p:attrNameLst>
                                          <p:attrName>style.visibility</p:attrName>
                                        </p:attrNameLst>
                                      </p:cBhvr>
                                      <p:to>
                                        <p:strVal val="visible"/>
                                      </p:to>
                                    </p:set>
                                    <p:anim calcmode="lin" valueType="num">
                                      <p:cBhvr>
                                        <p:cTn id="1106" dur="1000" fill="hold"/>
                                        <p:tgtEl>
                                          <p:spTgt spid="112"/>
                                        </p:tgtEl>
                                        <p:attrNameLst>
                                          <p:attrName>ppt_w</p:attrName>
                                        </p:attrNameLst>
                                      </p:cBhvr>
                                      <p:tavLst>
                                        <p:tav tm="0">
                                          <p:val>
                                            <p:fltVal val="0"/>
                                          </p:val>
                                        </p:tav>
                                        <p:tav tm="100000">
                                          <p:val>
                                            <p:strVal val="#ppt_w"/>
                                          </p:val>
                                        </p:tav>
                                      </p:tavLst>
                                    </p:anim>
                                    <p:anim calcmode="lin" valueType="num">
                                      <p:cBhvr>
                                        <p:cTn id="1107" dur="1000" fill="hold"/>
                                        <p:tgtEl>
                                          <p:spTgt spid="112"/>
                                        </p:tgtEl>
                                        <p:attrNameLst>
                                          <p:attrName>ppt_h</p:attrName>
                                        </p:attrNameLst>
                                      </p:cBhvr>
                                      <p:tavLst>
                                        <p:tav tm="0">
                                          <p:val>
                                            <p:fltVal val="0"/>
                                          </p:val>
                                        </p:tav>
                                        <p:tav tm="100000">
                                          <p:val>
                                            <p:strVal val="#ppt_h"/>
                                          </p:val>
                                        </p:tav>
                                      </p:tavLst>
                                    </p:anim>
                                    <p:anim calcmode="lin" valueType="num">
                                      <p:cBhvr>
                                        <p:cTn id="1108" dur="1000" fill="hold"/>
                                        <p:tgtEl>
                                          <p:spTgt spid="112"/>
                                        </p:tgtEl>
                                        <p:attrNameLst>
                                          <p:attrName>style.rotation</p:attrName>
                                        </p:attrNameLst>
                                      </p:cBhvr>
                                      <p:tavLst>
                                        <p:tav tm="0">
                                          <p:val>
                                            <p:fltVal val="90"/>
                                          </p:val>
                                        </p:tav>
                                        <p:tav tm="100000">
                                          <p:val>
                                            <p:fltVal val="0"/>
                                          </p:val>
                                        </p:tav>
                                      </p:tavLst>
                                    </p:anim>
                                    <p:animEffect transition="in" filter="fade">
                                      <p:cBhvr>
                                        <p:cTn id="1109" dur="1000"/>
                                        <p:tgtEl>
                                          <p:spTgt spid="112"/>
                                        </p:tgtEl>
                                      </p:cBhvr>
                                    </p:animEffect>
                                  </p:childTnLst>
                                </p:cTn>
                              </p:par>
                            </p:childTnLst>
                          </p:cTn>
                        </p:par>
                        <p:par>
                          <p:cTn id="1110" fill="hold">
                            <p:stCondLst>
                              <p:cond delay="2500"/>
                            </p:stCondLst>
                            <p:childTnLst>
                              <p:par>
                                <p:cTn id="1111" presetID="42" presetClass="path" presetSubtype="0" accel="50000" decel="50000" fill="hold" grpId="1" nodeType="afterEffect">
                                  <p:stCondLst>
                                    <p:cond delay="0"/>
                                  </p:stCondLst>
                                  <p:childTnLst>
                                    <p:animMotion origin="layout" path="M 4.16667E-6 -3.33333E-6 L -0.16107 0.57986 " pathEditMode="relative" rAng="0" ptsTypes="AA">
                                      <p:cBhvr>
                                        <p:cTn id="1112" dur="1500" fill="hold"/>
                                        <p:tgtEl>
                                          <p:spTgt spid="112"/>
                                        </p:tgtEl>
                                        <p:attrNameLst>
                                          <p:attrName>ppt_x</p:attrName>
                                          <p:attrName>ppt_y</p:attrName>
                                        </p:attrNameLst>
                                      </p:cBhvr>
                                      <p:rCtr x="-8060" y="28981"/>
                                    </p:animMotion>
                                  </p:childTnLst>
                                </p:cTn>
                              </p:par>
                            </p:childTnLst>
                          </p:cTn>
                        </p:par>
                        <p:par>
                          <p:cTn id="1113" fill="hold">
                            <p:stCondLst>
                              <p:cond delay="4000"/>
                            </p:stCondLst>
                            <p:childTnLst>
                              <p:par>
                                <p:cTn id="1114" presetID="1" presetClass="exit" presetSubtype="0" fill="hold" grpId="2" nodeType="afterEffect">
                                  <p:stCondLst>
                                    <p:cond delay="0"/>
                                  </p:stCondLst>
                                  <p:childTnLst>
                                    <p:set>
                                      <p:cBhvr>
                                        <p:cTn id="1115" dur="1" fill="hold">
                                          <p:stCondLst>
                                            <p:cond delay="0"/>
                                          </p:stCondLst>
                                        </p:cTn>
                                        <p:tgtEl>
                                          <p:spTgt spid="112"/>
                                        </p:tgtEl>
                                        <p:attrNameLst>
                                          <p:attrName>style.visibility</p:attrName>
                                        </p:attrNameLst>
                                      </p:cBhvr>
                                      <p:to>
                                        <p:strVal val="hidden"/>
                                      </p:to>
                                    </p:set>
                                  </p:childTnLst>
                                </p:cTn>
                              </p:par>
                              <p:par>
                                <p:cTn id="1116" presetID="10" presetClass="entr" presetSubtype="0" fill="hold" grpId="0" nodeType="withEffect">
                                  <p:stCondLst>
                                    <p:cond delay="0"/>
                                  </p:stCondLst>
                                  <p:childTnLst>
                                    <p:set>
                                      <p:cBhvr>
                                        <p:cTn id="1117" dur="1" fill="hold">
                                          <p:stCondLst>
                                            <p:cond delay="0"/>
                                          </p:stCondLst>
                                        </p:cTn>
                                        <p:tgtEl>
                                          <p:spTgt spid="261"/>
                                        </p:tgtEl>
                                        <p:attrNameLst>
                                          <p:attrName>style.visibility</p:attrName>
                                        </p:attrNameLst>
                                      </p:cBhvr>
                                      <p:to>
                                        <p:strVal val="visible"/>
                                      </p:to>
                                    </p:set>
                                    <p:animEffect transition="in" filter="fade">
                                      <p:cBhvr>
                                        <p:cTn id="1118" dur="500"/>
                                        <p:tgtEl>
                                          <p:spTgt spid="261"/>
                                        </p:tgtEl>
                                      </p:cBhvr>
                                    </p:animEffect>
                                  </p:childTnLst>
                                </p:cTn>
                              </p:par>
                            </p:childTnLst>
                          </p:cTn>
                        </p:par>
                        <p:par>
                          <p:cTn id="1119" fill="hold">
                            <p:stCondLst>
                              <p:cond delay="4500"/>
                            </p:stCondLst>
                            <p:childTnLst>
                              <p:par>
                                <p:cTn id="1120" presetID="22" presetClass="entr" presetSubtype="1" fill="hold" nodeType="afterEffect">
                                  <p:stCondLst>
                                    <p:cond delay="0"/>
                                  </p:stCondLst>
                                  <p:childTnLst>
                                    <p:set>
                                      <p:cBhvr>
                                        <p:cTn id="1121" dur="1" fill="hold">
                                          <p:stCondLst>
                                            <p:cond delay="0"/>
                                          </p:stCondLst>
                                        </p:cTn>
                                        <p:tgtEl>
                                          <p:spTgt spid="306"/>
                                        </p:tgtEl>
                                        <p:attrNameLst>
                                          <p:attrName>style.visibility</p:attrName>
                                        </p:attrNameLst>
                                      </p:cBhvr>
                                      <p:to>
                                        <p:strVal val="visible"/>
                                      </p:to>
                                    </p:set>
                                    <p:animEffect transition="in" filter="wipe(up)">
                                      <p:cBhvr>
                                        <p:cTn id="1122" dur="1000"/>
                                        <p:tgtEl>
                                          <p:spTgt spid="306"/>
                                        </p:tgtEl>
                                      </p:cBhvr>
                                    </p:animEffect>
                                  </p:childTnLst>
                                </p:cTn>
                              </p:par>
                              <p:par>
                                <p:cTn id="1123" presetID="10" presetClass="exit" presetSubtype="0" fill="hold" nodeType="withEffect">
                                  <p:stCondLst>
                                    <p:cond delay="0"/>
                                  </p:stCondLst>
                                  <p:childTnLst>
                                    <p:animEffect transition="out" filter="fade">
                                      <p:cBhvr>
                                        <p:cTn id="1124" dur="500"/>
                                        <p:tgtEl>
                                          <p:spTgt spid="102"/>
                                        </p:tgtEl>
                                      </p:cBhvr>
                                    </p:animEffect>
                                    <p:set>
                                      <p:cBhvr>
                                        <p:cTn id="1125" dur="1" fill="hold">
                                          <p:stCondLst>
                                            <p:cond delay="499"/>
                                          </p:stCondLst>
                                        </p:cTn>
                                        <p:tgtEl>
                                          <p:spTgt spid="102"/>
                                        </p:tgtEl>
                                        <p:attrNameLst>
                                          <p:attrName>style.visibility</p:attrName>
                                        </p:attrNameLst>
                                      </p:cBhvr>
                                      <p:to>
                                        <p:strVal val="hidden"/>
                                      </p:to>
                                    </p:set>
                                  </p:childTnLst>
                                </p:cTn>
                              </p:par>
                            </p:childTnLst>
                          </p:cTn>
                        </p:par>
                        <p:par>
                          <p:cTn id="1126" fill="hold">
                            <p:stCondLst>
                              <p:cond delay="5500"/>
                            </p:stCondLst>
                            <p:childTnLst>
                              <p:par>
                                <p:cTn id="1127" presetID="10" presetClass="exit" presetSubtype="0" fill="hold" nodeType="afterEffect">
                                  <p:stCondLst>
                                    <p:cond delay="0"/>
                                  </p:stCondLst>
                                  <p:childTnLst>
                                    <p:animEffect transition="out" filter="fade">
                                      <p:cBhvr>
                                        <p:cTn id="1128" dur="500"/>
                                        <p:tgtEl>
                                          <p:spTgt spid="363"/>
                                        </p:tgtEl>
                                      </p:cBhvr>
                                    </p:animEffect>
                                    <p:set>
                                      <p:cBhvr>
                                        <p:cTn id="1129" dur="1" fill="hold">
                                          <p:stCondLst>
                                            <p:cond delay="499"/>
                                          </p:stCondLst>
                                        </p:cTn>
                                        <p:tgtEl>
                                          <p:spTgt spid="363"/>
                                        </p:tgtEl>
                                        <p:attrNameLst>
                                          <p:attrName>style.visibility</p:attrName>
                                        </p:attrNameLst>
                                      </p:cBhvr>
                                      <p:to>
                                        <p:strVal val="hidden"/>
                                      </p:to>
                                    </p:set>
                                  </p:childTnLst>
                                </p:cTn>
                              </p:par>
                              <p:par>
                                <p:cTn id="1130" presetID="47" presetClass="entr" presetSubtype="0" fill="hold" nodeType="withEffect">
                                  <p:stCondLst>
                                    <p:cond delay="0"/>
                                  </p:stCondLst>
                                  <p:childTnLst>
                                    <p:set>
                                      <p:cBhvr>
                                        <p:cTn id="1131" dur="1" fill="hold">
                                          <p:stCondLst>
                                            <p:cond delay="0"/>
                                          </p:stCondLst>
                                        </p:cTn>
                                        <p:tgtEl>
                                          <p:spTgt spid="114"/>
                                        </p:tgtEl>
                                        <p:attrNameLst>
                                          <p:attrName>style.visibility</p:attrName>
                                        </p:attrNameLst>
                                      </p:cBhvr>
                                      <p:to>
                                        <p:strVal val="visible"/>
                                      </p:to>
                                    </p:set>
                                    <p:animEffect transition="in" filter="fade">
                                      <p:cBhvr>
                                        <p:cTn id="1132" dur="1000"/>
                                        <p:tgtEl>
                                          <p:spTgt spid="114"/>
                                        </p:tgtEl>
                                      </p:cBhvr>
                                    </p:animEffect>
                                    <p:anim calcmode="lin" valueType="num">
                                      <p:cBhvr>
                                        <p:cTn id="1133" dur="1000" fill="hold"/>
                                        <p:tgtEl>
                                          <p:spTgt spid="114"/>
                                        </p:tgtEl>
                                        <p:attrNameLst>
                                          <p:attrName>ppt_x</p:attrName>
                                        </p:attrNameLst>
                                      </p:cBhvr>
                                      <p:tavLst>
                                        <p:tav tm="0">
                                          <p:val>
                                            <p:strVal val="#ppt_x"/>
                                          </p:val>
                                        </p:tav>
                                        <p:tav tm="100000">
                                          <p:val>
                                            <p:strVal val="#ppt_x"/>
                                          </p:val>
                                        </p:tav>
                                      </p:tavLst>
                                    </p:anim>
                                    <p:anim calcmode="lin" valueType="num">
                                      <p:cBhvr>
                                        <p:cTn id="1134" dur="1000" fill="hold"/>
                                        <p:tgtEl>
                                          <p:spTgt spid="114"/>
                                        </p:tgtEl>
                                        <p:attrNameLst>
                                          <p:attrName>ppt_y</p:attrName>
                                        </p:attrNameLst>
                                      </p:cBhvr>
                                      <p:tavLst>
                                        <p:tav tm="0">
                                          <p:val>
                                            <p:strVal val="#ppt_y-.1"/>
                                          </p:val>
                                        </p:tav>
                                        <p:tav tm="100000">
                                          <p:val>
                                            <p:strVal val="#ppt_y"/>
                                          </p:val>
                                        </p:tav>
                                      </p:tavLst>
                                    </p:anim>
                                  </p:childTnLst>
                                </p:cTn>
                              </p:par>
                            </p:childTnLst>
                          </p:cTn>
                        </p:par>
                        <p:par>
                          <p:cTn id="1135" fill="hold">
                            <p:stCondLst>
                              <p:cond delay="6500"/>
                            </p:stCondLst>
                            <p:childTnLst>
                              <p:par>
                                <p:cTn id="1136" presetID="10" presetClass="exit" presetSubtype="0" fill="hold" nodeType="afterEffect">
                                  <p:stCondLst>
                                    <p:cond delay="0"/>
                                  </p:stCondLst>
                                  <p:childTnLst>
                                    <p:animEffect transition="out" filter="fade">
                                      <p:cBhvr>
                                        <p:cTn id="1137" dur="500"/>
                                        <p:tgtEl>
                                          <p:spTgt spid="371"/>
                                        </p:tgtEl>
                                      </p:cBhvr>
                                    </p:animEffect>
                                    <p:set>
                                      <p:cBhvr>
                                        <p:cTn id="1138" dur="1" fill="hold">
                                          <p:stCondLst>
                                            <p:cond delay="499"/>
                                          </p:stCondLst>
                                        </p:cTn>
                                        <p:tgtEl>
                                          <p:spTgt spid="371"/>
                                        </p:tgtEl>
                                        <p:attrNameLst>
                                          <p:attrName>style.visibility</p:attrName>
                                        </p:attrNameLst>
                                      </p:cBhvr>
                                      <p:to>
                                        <p:strVal val="hidden"/>
                                      </p:to>
                                    </p:set>
                                  </p:childTnLst>
                                </p:cTn>
                              </p:par>
                            </p:childTnLst>
                          </p:cTn>
                        </p:par>
                        <p:par>
                          <p:cTn id="1139" fill="hold">
                            <p:stCondLst>
                              <p:cond delay="7000"/>
                            </p:stCondLst>
                            <p:childTnLst>
                              <p:par>
                                <p:cTn id="1140" presetID="45" presetClass="entr" presetSubtype="0" fill="hold" nodeType="afterEffect">
                                  <p:stCondLst>
                                    <p:cond delay="0"/>
                                  </p:stCondLst>
                                  <p:childTnLst>
                                    <p:set>
                                      <p:cBhvr>
                                        <p:cTn id="1141" dur="1" fill="hold">
                                          <p:stCondLst>
                                            <p:cond delay="0"/>
                                          </p:stCondLst>
                                        </p:cTn>
                                        <p:tgtEl>
                                          <p:spTgt spid="118"/>
                                        </p:tgtEl>
                                        <p:attrNameLst>
                                          <p:attrName>style.visibility</p:attrName>
                                        </p:attrNameLst>
                                      </p:cBhvr>
                                      <p:to>
                                        <p:strVal val="visible"/>
                                      </p:to>
                                    </p:set>
                                    <p:animEffect transition="in" filter="fade">
                                      <p:cBhvr>
                                        <p:cTn id="1142" dur="1500"/>
                                        <p:tgtEl>
                                          <p:spTgt spid="118"/>
                                        </p:tgtEl>
                                      </p:cBhvr>
                                    </p:animEffect>
                                    <p:anim calcmode="lin" valueType="num">
                                      <p:cBhvr>
                                        <p:cTn id="1143" dur="1500" fill="hold"/>
                                        <p:tgtEl>
                                          <p:spTgt spid="118"/>
                                        </p:tgtEl>
                                        <p:attrNameLst>
                                          <p:attrName>ppt_w</p:attrName>
                                        </p:attrNameLst>
                                      </p:cBhvr>
                                      <p:tavLst>
                                        <p:tav tm="0" fmla="#ppt_w*sin(2.5*pi*$)">
                                          <p:val>
                                            <p:fltVal val="0"/>
                                          </p:val>
                                        </p:tav>
                                        <p:tav tm="100000">
                                          <p:val>
                                            <p:fltVal val="1"/>
                                          </p:val>
                                        </p:tav>
                                      </p:tavLst>
                                    </p:anim>
                                    <p:anim calcmode="lin" valueType="num">
                                      <p:cBhvr>
                                        <p:cTn id="1144" dur="1500" fill="hold"/>
                                        <p:tgtEl>
                                          <p:spTgt spid="118"/>
                                        </p:tgtEl>
                                        <p:attrNameLst>
                                          <p:attrName>ppt_h</p:attrName>
                                        </p:attrNameLst>
                                      </p:cBhvr>
                                      <p:tavLst>
                                        <p:tav tm="0">
                                          <p:val>
                                            <p:strVal val="#ppt_h"/>
                                          </p:val>
                                        </p:tav>
                                        <p:tav tm="100000">
                                          <p:val>
                                            <p:strVal val="#ppt_h"/>
                                          </p:val>
                                        </p:tav>
                                      </p:tavLst>
                                    </p:anim>
                                  </p:childTnLst>
                                </p:cTn>
                              </p:par>
                            </p:childTnLst>
                          </p:cTn>
                        </p:par>
                        <p:par>
                          <p:cTn id="1145" fill="hold">
                            <p:stCondLst>
                              <p:cond delay="8500"/>
                            </p:stCondLst>
                            <p:childTnLst>
                              <p:par>
                                <p:cTn id="1146" presetID="7" presetClass="emph" presetSubtype="2" fill="hold" nodeType="afterEffect">
                                  <p:stCondLst>
                                    <p:cond delay="0"/>
                                  </p:stCondLst>
                                  <p:childTnLst>
                                    <p:animClr clrSpc="rgb" dir="cw">
                                      <p:cBhvr>
                                        <p:cTn id="1147" dur="1000" fill="hold"/>
                                        <p:tgtEl>
                                          <p:spTgt spid="299"/>
                                        </p:tgtEl>
                                        <p:attrNameLst>
                                          <p:attrName>stroke.color</p:attrName>
                                        </p:attrNameLst>
                                      </p:cBhvr>
                                      <p:to>
                                        <a:srgbClr val="F2F2F2"/>
                                      </p:to>
                                    </p:animClr>
                                    <p:set>
                                      <p:cBhvr>
                                        <p:cTn id="1148" dur="1000" fill="hold"/>
                                        <p:tgtEl>
                                          <p:spTgt spid="299"/>
                                        </p:tgtEl>
                                        <p:attrNameLst>
                                          <p:attrName>stroke.on</p:attrName>
                                        </p:attrNameLst>
                                      </p:cBhvr>
                                      <p:to>
                                        <p:strVal val="true"/>
                                      </p:to>
                                    </p:set>
                                  </p:childTnLst>
                                </p:cTn>
                              </p:par>
                            </p:childTnLst>
                          </p:cTn>
                        </p:par>
                        <p:par>
                          <p:cTn id="1149" fill="hold">
                            <p:stCondLst>
                              <p:cond delay="9500"/>
                            </p:stCondLst>
                            <p:childTnLst>
                              <p:par>
                                <p:cTn id="1150" presetID="22" presetClass="entr" presetSubtype="8" fill="hold" nodeType="afterEffect">
                                  <p:stCondLst>
                                    <p:cond delay="0"/>
                                  </p:stCondLst>
                                  <p:childTnLst>
                                    <p:set>
                                      <p:cBhvr>
                                        <p:cTn id="1151" dur="1" fill="hold">
                                          <p:stCondLst>
                                            <p:cond delay="0"/>
                                          </p:stCondLst>
                                        </p:cTn>
                                        <p:tgtEl>
                                          <p:spTgt spid="300"/>
                                        </p:tgtEl>
                                        <p:attrNameLst>
                                          <p:attrName>style.visibility</p:attrName>
                                        </p:attrNameLst>
                                      </p:cBhvr>
                                      <p:to>
                                        <p:strVal val="visible"/>
                                      </p:to>
                                    </p:set>
                                    <p:animEffect transition="in" filter="wipe(left)">
                                      <p:cBhvr>
                                        <p:cTn id="1152" dur="1000"/>
                                        <p:tgtEl>
                                          <p:spTgt spid="300"/>
                                        </p:tgtEl>
                                      </p:cBhvr>
                                    </p:animEffect>
                                  </p:childTnLst>
                                </p:cTn>
                              </p:par>
                            </p:childTnLst>
                          </p:cTn>
                        </p:par>
                      </p:childTnLst>
                    </p:cTn>
                  </p:par>
                  <p:par>
                    <p:cTn id="1153" fill="hold">
                      <p:stCondLst>
                        <p:cond delay="indefinite"/>
                      </p:stCondLst>
                      <p:childTnLst>
                        <p:par>
                          <p:cTn id="1154" fill="hold">
                            <p:stCondLst>
                              <p:cond delay="0"/>
                            </p:stCondLst>
                            <p:childTnLst>
                              <p:par>
                                <p:cTn id="1155" presetID="45" presetClass="entr" presetSubtype="0" fill="hold" grpId="0" nodeType="clickEffect">
                                  <p:stCondLst>
                                    <p:cond delay="0"/>
                                  </p:stCondLst>
                                  <p:childTnLst>
                                    <p:set>
                                      <p:cBhvr>
                                        <p:cTn id="1156" dur="1" fill="hold">
                                          <p:stCondLst>
                                            <p:cond delay="0"/>
                                          </p:stCondLst>
                                        </p:cTn>
                                        <p:tgtEl>
                                          <p:spTgt spid="120"/>
                                        </p:tgtEl>
                                        <p:attrNameLst>
                                          <p:attrName>style.visibility</p:attrName>
                                        </p:attrNameLst>
                                      </p:cBhvr>
                                      <p:to>
                                        <p:strVal val="visible"/>
                                      </p:to>
                                    </p:set>
                                    <p:animEffect transition="in" filter="fade">
                                      <p:cBhvr>
                                        <p:cTn id="1157" dur="1500"/>
                                        <p:tgtEl>
                                          <p:spTgt spid="120"/>
                                        </p:tgtEl>
                                      </p:cBhvr>
                                    </p:animEffect>
                                    <p:anim calcmode="lin" valueType="num">
                                      <p:cBhvr>
                                        <p:cTn id="1158" dur="1500" fill="hold"/>
                                        <p:tgtEl>
                                          <p:spTgt spid="120"/>
                                        </p:tgtEl>
                                        <p:attrNameLst>
                                          <p:attrName>ppt_w</p:attrName>
                                        </p:attrNameLst>
                                      </p:cBhvr>
                                      <p:tavLst>
                                        <p:tav tm="0" fmla="#ppt_w*sin(2.5*pi*$)">
                                          <p:val>
                                            <p:fltVal val="0"/>
                                          </p:val>
                                        </p:tav>
                                        <p:tav tm="100000">
                                          <p:val>
                                            <p:fltVal val="1"/>
                                          </p:val>
                                        </p:tav>
                                      </p:tavLst>
                                    </p:anim>
                                    <p:anim calcmode="lin" valueType="num">
                                      <p:cBhvr>
                                        <p:cTn id="1159" dur="1500" fill="hold"/>
                                        <p:tgtEl>
                                          <p:spTgt spid="120"/>
                                        </p:tgtEl>
                                        <p:attrNameLst>
                                          <p:attrName>ppt_h</p:attrName>
                                        </p:attrNameLst>
                                      </p:cBhvr>
                                      <p:tavLst>
                                        <p:tav tm="0">
                                          <p:val>
                                            <p:strVal val="#ppt_h"/>
                                          </p:val>
                                        </p:tav>
                                        <p:tav tm="100000">
                                          <p:val>
                                            <p:strVal val="#ppt_h"/>
                                          </p:val>
                                        </p:tav>
                                      </p:tavLst>
                                    </p:anim>
                                  </p:childTnLst>
                                </p:cTn>
                              </p:par>
                            </p:childTnLst>
                          </p:cTn>
                        </p:par>
                        <p:par>
                          <p:cTn id="1160" fill="hold">
                            <p:stCondLst>
                              <p:cond delay="1500"/>
                            </p:stCondLst>
                            <p:childTnLst>
                              <p:par>
                                <p:cTn id="1161" presetID="64" presetClass="path" presetSubtype="0" accel="50000" decel="50000" fill="hold" grpId="3" nodeType="afterEffect">
                                  <p:stCondLst>
                                    <p:cond delay="0"/>
                                  </p:stCondLst>
                                  <p:childTnLst>
                                    <p:animMotion origin="layout" path="M -6.25E-7 -1.11111E-6 L 0.19076 -0.74074 " pathEditMode="relative" rAng="0" ptsTypes="AA">
                                      <p:cBhvr>
                                        <p:cTn id="1162" dur="1500" fill="hold"/>
                                        <p:tgtEl>
                                          <p:spTgt spid="120"/>
                                        </p:tgtEl>
                                        <p:attrNameLst>
                                          <p:attrName>ppt_x</p:attrName>
                                          <p:attrName>ppt_y</p:attrName>
                                        </p:attrNameLst>
                                      </p:cBhvr>
                                      <p:rCtr x="9531" y="-37037"/>
                                    </p:animMotion>
                                  </p:childTnLst>
                                </p:cTn>
                              </p:par>
                            </p:childTnLst>
                          </p:cTn>
                        </p:par>
                        <p:par>
                          <p:cTn id="1163" fill="hold">
                            <p:stCondLst>
                              <p:cond delay="3000"/>
                            </p:stCondLst>
                            <p:childTnLst>
                              <p:par>
                                <p:cTn id="1164" presetID="6" presetClass="emph" presetSubtype="0" fill="hold" grpId="2" nodeType="afterEffect">
                                  <p:stCondLst>
                                    <p:cond delay="0"/>
                                  </p:stCondLst>
                                  <p:childTnLst>
                                    <p:animScale>
                                      <p:cBhvr>
                                        <p:cTn id="1165" dur="1000" fill="hold"/>
                                        <p:tgtEl>
                                          <p:spTgt spid="120"/>
                                        </p:tgtEl>
                                      </p:cBhvr>
                                      <p:by x="150000" y="150000"/>
                                    </p:animScale>
                                  </p:childTnLst>
                                </p:cTn>
                              </p:par>
                            </p:childTnLst>
                          </p:cTn>
                        </p:par>
                        <p:par>
                          <p:cTn id="1166" fill="hold">
                            <p:stCondLst>
                              <p:cond delay="4000"/>
                            </p:stCondLst>
                            <p:childTnLst>
                              <p:par>
                                <p:cTn id="1167" presetID="7" presetClass="emph" presetSubtype="2" fill="hold" nodeType="afterEffect">
                                  <p:stCondLst>
                                    <p:cond delay="0"/>
                                  </p:stCondLst>
                                  <p:childTnLst>
                                    <p:animClr clrSpc="rgb" dir="cw">
                                      <p:cBhvr>
                                        <p:cTn id="1168" dur="1000" fill="hold"/>
                                        <p:tgtEl>
                                          <p:spTgt spid="300"/>
                                        </p:tgtEl>
                                        <p:attrNameLst>
                                          <p:attrName>stroke.color</p:attrName>
                                        </p:attrNameLst>
                                      </p:cBhvr>
                                      <p:to>
                                        <a:srgbClr val="F2F2F2"/>
                                      </p:to>
                                    </p:animClr>
                                    <p:set>
                                      <p:cBhvr>
                                        <p:cTn id="1169" dur="1000" fill="hold"/>
                                        <p:tgtEl>
                                          <p:spTgt spid="300"/>
                                        </p:tgtEl>
                                        <p:attrNameLst>
                                          <p:attrName>stroke.on</p:attrName>
                                        </p:attrNameLst>
                                      </p:cBhvr>
                                      <p:to>
                                        <p:strVal val="true"/>
                                      </p:to>
                                    </p:set>
                                  </p:childTnLst>
                                </p:cTn>
                              </p:par>
                              <p:par>
                                <p:cTn id="1170" presetID="7" presetClass="emph" presetSubtype="2" fill="hold" nodeType="withEffect">
                                  <p:stCondLst>
                                    <p:cond delay="500"/>
                                  </p:stCondLst>
                                  <p:childTnLst>
                                    <p:animClr clrSpc="rgb" dir="cw">
                                      <p:cBhvr>
                                        <p:cTn id="1171" dur="1000" fill="hold"/>
                                        <p:tgtEl>
                                          <p:spTgt spid="298"/>
                                        </p:tgtEl>
                                        <p:attrNameLst>
                                          <p:attrName>stroke.color</p:attrName>
                                        </p:attrNameLst>
                                      </p:cBhvr>
                                      <p:to>
                                        <a:schemeClr val="accent2"/>
                                      </p:to>
                                    </p:animClr>
                                    <p:set>
                                      <p:cBhvr>
                                        <p:cTn id="1172" dur="1000" fill="hold"/>
                                        <p:tgtEl>
                                          <p:spTgt spid="298"/>
                                        </p:tgtEl>
                                        <p:attrNameLst>
                                          <p:attrName>stroke.on</p:attrName>
                                        </p:attrNameLst>
                                      </p:cBhvr>
                                      <p:to>
                                        <p:strVal val="true"/>
                                      </p:to>
                                    </p:set>
                                  </p:childTnLst>
                                </p:cTn>
                              </p:par>
                            </p:childTnLst>
                          </p:cTn>
                        </p:par>
                      </p:childTnLst>
                    </p:cTn>
                  </p:par>
                  <p:par>
                    <p:cTn id="1173" fill="hold">
                      <p:stCondLst>
                        <p:cond delay="indefinite"/>
                      </p:stCondLst>
                      <p:childTnLst>
                        <p:par>
                          <p:cTn id="1174" fill="hold">
                            <p:stCondLst>
                              <p:cond delay="0"/>
                            </p:stCondLst>
                            <p:childTnLst>
                              <p:par>
                                <p:cTn id="1175" presetID="63" presetClass="path" presetSubtype="0" accel="50000" decel="50000" fill="hold" nodeType="clickEffect">
                                  <p:stCondLst>
                                    <p:cond delay="0"/>
                                  </p:stCondLst>
                                  <p:childTnLst>
                                    <p:animMotion origin="layout" path="M 0.06277 -0.00069 L 0.11316 -0.00046 " pathEditMode="relative" rAng="0" ptsTypes="AA">
                                      <p:cBhvr>
                                        <p:cTn id="1176" dur="1000" fill="hold"/>
                                        <p:tgtEl>
                                          <p:spTgt spid="335"/>
                                        </p:tgtEl>
                                        <p:attrNameLst>
                                          <p:attrName>ppt_x</p:attrName>
                                          <p:attrName>ppt_y</p:attrName>
                                        </p:attrNameLst>
                                      </p:cBhvr>
                                      <p:rCtr x="2513" y="0"/>
                                    </p:animMotion>
                                  </p:childTnLst>
                                </p:cTn>
                              </p:par>
                            </p:childTnLst>
                          </p:cTn>
                        </p:par>
                        <p:par>
                          <p:cTn id="1177" fill="hold">
                            <p:stCondLst>
                              <p:cond delay="1000"/>
                            </p:stCondLst>
                            <p:childTnLst>
                              <p:par>
                                <p:cTn id="1178" presetID="10" presetClass="exit" presetSubtype="0" fill="hold" nodeType="afterEffect">
                                  <p:stCondLst>
                                    <p:cond delay="0"/>
                                  </p:stCondLst>
                                  <p:childTnLst>
                                    <p:animEffect transition="out" filter="fade">
                                      <p:cBhvr>
                                        <p:cTn id="1179" dur="500"/>
                                        <p:tgtEl>
                                          <p:spTgt spid="335"/>
                                        </p:tgtEl>
                                      </p:cBhvr>
                                    </p:animEffect>
                                    <p:set>
                                      <p:cBhvr>
                                        <p:cTn id="1180" dur="1" fill="hold">
                                          <p:stCondLst>
                                            <p:cond delay="499"/>
                                          </p:stCondLst>
                                        </p:cTn>
                                        <p:tgtEl>
                                          <p:spTgt spid="335"/>
                                        </p:tgtEl>
                                        <p:attrNameLst>
                                          <p:attrName>style.visibility</p:attrName>
                                        </p:attrNameLst>
                                      </p:cBhvr>
                                      <p:to>
                                        <p:strVal val="hidden"/>
                                      </p:to>
                                    </p:set>
                                  </p:childTnLst>
                                </p:cTn>
                              </p:par>
                            </p:childTnLst>
                          </p:cTn>
                        </p:par>
                        <p:par>
                          <p:cTn id="1181" fill="hold">
                            <p:stCondLst>
                              <p:cond delay="1500"/>
                            </p:stCondLst>
                            <p:childTnLst>
                              <p:par>
                                <p:cTn id="1182" presetID="7" presetClass="emph" presetSubtype="2" fill="hold" nodeType="afterEffect">
                                  <p:stCondLst>
                                    <p:cond delay="0"/>
                                  </p:stCondLst>
                                  <p:childTnLst>
                                    <p:animClr clrSpc="rgb" dir="cw">
                                      <p:cBhvr>
                                        <p:cTn id="1183" dur="1000" fill="hold"/>
                                        <p:tgtEl>
                                          <p:spTgt spid="298"/>
                                        </p:tgtEl>
                                        <p:attrNameLst>
                                          <p:attrName>stroke.color</p:attrName>
                                        </p:attrNameLst>
                                      </p:cBhvr>
                                      <p:to>
                                        <a:srgbClr val="F2F2F2"/>
                                      </p:to>
                                    </p:animClr>
                                    <p:set>
                                      <p:cBhvr>
                                        <p:cTn id="1184" dur="1000" fill="hold"/>
                                        <p:tgtEl>
                                          <p:spTgt spid="298"/>
                                        </p:tgtEl>
                                        <p:attrNameLst>
                                          <p:attrName>stroke.on</p:attrName>
                                        </p:attrNameLst>
                                      </p:cBhvr>
                                      <p:to>
                                        <p:strVal val="true"/>
                                      </p:to>
                                    </p:set>
                                  </p:childTnLst>
                                </p:cTn>
                              </p:par>
                              <p:par>
                                <p:cTn id="1185" presetID="7" presetClass="emph" presetSubtype="2" fill="hold" nodeType="withEffect">
                                  <p:stCondLst>
                                    <p:cond delay="500"/>
                                  </p:stCondLst>
                                  <p:childTnLst>
                                    <p:animClr clrSpc="rgb" dir="cw">
                                      <p:cBhvr>
                                        <p:cTn id="1186" dur="1000" fill="hold"/>
                                        <p:tgtEl>
                                          <p:spTgt spid="297"/>
                                        </p:tgtEl>
                                        <p:attrNameLst>
                                          <p:attrName>stroke.color</p:attrName>
                                        </p:attrNameLst>
                                      </p:cBhvr>
                                      <p:to>
                                        <a:schemeClr val="accent2"/>
                                      </p:to>
                                    </p:animClr>
                                    <p:set>
                                      <p:cBhvr>
                                        <p:cTn id="1187" dur="1000" fill="hold"/>
                                        <p:tgtEl>
                                          <p:spTgt spid="297"/>
                                        </p:tgtEl>
                                        <p:attrNameLst>
                                          <p:attrName>stroke.on</p:attrName>
                                        </p:attrNameLst>
                                      </p:cBhvr>
                                      <p:to>
                                        <p:strVal val="true"/>
                                      </p:to>
                                    </p:set>
                                  </p:childTnLst>
                                </p:cTn>
                              </p:par>
                            </p:childTnLst>
                          </p:cTn>
                        </p:par>
                      </p:childTnLst>
                    </p:cTn>
                  </p:par>
                  <p:par>
                    <p:cTn id="1188" fill="hold">
                      <p:stCondLst>
                        <p:cond delay="indefinite"/>
                      </p:stCondLst>
                      <p:childTnLst>
                        <p:par>
                          <p:cTn id="1189" fill="hold">
                            <p:stCondLst>
                              <p:cond delay="0"/>
                            </p:stCondLst>
                            <p:childTnLst>
                              <p:par>
                                <p:cTn id="1190" presetID="63" presetClass="path" presetSubtype="0" accel="50000" decel="50000" fill="hold" nodeType="clickEffect">
                                  <p:stCondLst>
                                    <p:cond delay="0"/>
                                  </p:stCondLst>
                                  <p:childTnLst>
                                    <p:animMotion origin="layout" path="M -4.58333E-6 2.59259E-6 L 0.03737 0.00046 " pathEditMode="relative" rAng="0" ptsTypes="AA">
                                      <p:cBhvr>
                                        <p:cTn id="1191" dur="1000" fill="hold"/>
                                        <p:tgtEl>
                                          <p:spTgt spid="88"/>
                                        </p:tgtEl>
                                        <p:attrNameLst>
                                          <p:attrName>ppt_x</p:attrName>
                                          <p:attrName>ppt_y</p:attrName>
                                        </p:attrNameLst>
                                      </p:cBhvr>
                                      <p:rCtr x="1862" y="23"/>
                                    </p:animMotion>
                                  </p:childTnLst>
                                </p:cTn>
                              </p:par>
                            </p:childTnLst>
                          </p:cTn>
                        </p:par>
                        <p:par>
                          <p:cTn id="1192" fill="hold">
                            <p:stCondLst>
                              <p:cond delay="1000"/>
                            </p:stCondLst>
                            <p:childTnLst>
                              <p:par>
                                <p:cTn id="1193" presetID="7" presetClass="emph" presetSubtype="2" fill="hold" nodeType="afterEffect">
                                  <p:stCondLst>
                                    <p:cond delay="0"/>
                                  </p:stCondLst>
                                  <p:childTnLst>
                                    <p:animClr clrSpc="rgb" dir="cw">
                                      <p:cBhvr>
                                        <p:cTn id="1194" dur="1000" fill="hold"/>
                                        <p:tgtEl>
                                          <p:spTgt spid="297"/>
                                        </p:tgtEl>
                                        <p:attrNameLst>
                                          <p:attrName>stroke.color</p:attrName>
                                        </p:attrNameLst>
                                      </p:cBhvr>
                                      <p:to>
                                        <a:srgbClr val="F2F2F2"/>
                                      </p:to>
                                    </p:animClr>
                                    <p:set>
                                      <p:cBhvr>
                                        <p:cTn id="1195" dur="1000" fill="hold"/>
                                        <p:tgtEl>
                                          <p:spTgt spid="297"/>
                                        </p:tgtEl>
                                        <p:attrNameLst>
                                          <p:attrName>stroke.on</p:attrName>
                                        </p:attrNameLst>
                                      </p:cBhvr>
                                      <p:to>
                                        <p:strVal val="true"/>
                                      </p:to>
                                    </p:set>
                                  </p:childTnLst>
                                </p:cTn>
                              </p:par>
                              <p:par>
                                <p:cTn id="1196" presetID="7" presetClass="emph" presetSubtype="2" fill="hold" nodeType="withEffect">
                                  <p:stCondLst>
                                    <p:cond delay="500"/>
                                  </p:stCondLst>
                                  <p:childTnLst>
                                    <p:animClr clrSpc="rgb" dir="cw">
                                      <p:cBhvr>
                                        <p:cTn id="1197" dur="1000" fill="hold"/>
                                        <p:tgtEl>
                                          <p:spTgt spid="298"/>
                                        </p:tgtEl>
                                        <p:attrNameLst>
                                          <p:attrName>stroke.color</p:attrName>
                                        </p:attrNameLst>
                                      </p:cBhvr>
                                      <p:to>
                                        <a:schemeClr val="accent2"/>
                                      </p:to>
                                    </p:animClr>
                                    <p:set>
                                      <p:cBhvr>
                                        <p:cTn id="1198" dur="1000" fill="hold"/>
                                        <p:tgtEl>
                                          <p:spTgt spid="298"/>
                                        </p:tgtEl>
                                        <p:attrNameLst>
                                          <p:attrName>stroke.on</p:attrName>
                                        </p:attrNameLst>
                                      </p:cBhvr>
                                      <p:to>
                                        <p:strVal val="true"/>
                                      </p:to>
                                    </p:set>
                                  </p:childTnLst>
                                </p:cTn>
                              </p:par>
                            </p:childTnLst>
                          </p:cTn>
                        </p:par>
                      </p:childTnLst>
                    </p:cTn>
                  </p:par>
                  <p:par>
                    <p:cTn id="1199" fill="hold">
                      <p:stCondLst>
                        <p:cond delay="indefinite"/>
                      </p:stCondLst>
                      <p:childTnLst>
                        <p:par>
                          <p:cTn id="1200" fill="hold">
                            <p:stCondLst>
                              <p:cond delay="0"/>
                            </p:stCondLst>
                            <p:childTnLst>
                              <p:par>
                                <p:cTn id="1201" presetID="12" presetClass="entr" presetSubtype="8" fill="hold" nodeType="clickEffect">
                                  <p:stCondLst>
                                    <p:cond delay="0"/>
                                  </p:stCondLst>
                                  <p:childTnLst>
                                    <p:set>
                                      <p:cBhvr>
                                        <p:cTn id="1202" dur="1" fill="hold">
                                          <p:stCondLst>
                                            <p:cond delay="0"/>
                                          </p:stCondLst>
                                        </p:cTn>
                                        <p:tgtEl>
                                          <p:spTgt spid="338"/>
                                        </p:tgtEl>
                                        <p:attrNameLst>
                                          <p:attrName>style.visibility</p:attrName>
                                        </p:attrNameLst>
                                      </p:cBhvr>
                                      <p:to>
                                        <p:strVal val="visible"/>
                                      </p:to>
                                    </p:set>
                                    <p:anim calcmode="lin" valueType="num">
                                      <p:cBhvr additive="base">
                                        <p:cTn id="1203" dur="500"/>
                                        <p:tgtEl>
                                          <p:spTgt spid="338"/>
                                        </p:tgtEl>
                                        <p:attrNameLst>
                                          <p:attrName>ppt_x</p:attrName>
                                        </p:attrNameLst>
                                      </p:cBhvr>
                                      <p:tavLst>
                                        <p:tav tm="0">
                                          <p:val>
                                            <p:strVal val="#ppt_x-#ppt_w*1.125000"/>
                                          </p:val>
                                        </p:tav>
                                        <p:tav tm="100000">
                                          <p:val>
                                            <p:strVal val="#ppt_x"/>
                                          </p:val>
                                        </p:tav>
                                      </p:tavLst>
                                    </p:anim>
                                    <p:animEffect transition="in" filter="wipe(right)">
                                      <p:cBhvr>
                                        <p:cTn id="1204" dur="500"/>
                                        <p:tgtEl>
                                          <p:spTgt spid="338"/>
                                        </p:tgtEl>
                                      </p:cBhvr>
                                    </p:animEffect>
                                  </p:childTnLst>
                                </p:cTn>
                              </p:par>
                            </p:childTnLst>
                          </p:cTn>
                        </p:par>
                        <p:par>
                          <p:cTn id="1205" fill="hold">
                            <p:stCondLst>
                              <p:cond delay="500"/>
                            </p:stCondLst>
                            <p:childTnLst>
                              <p:par>
                                <p:cTn id="1206" presetID="7" presetClass="emph" presetSubtype="2" fill="hold" nodeType="afterEffect">
                                  <p:stCondLst>
                                    <p:cond delay="0"/>
                                  </p:stCondLst>
                                  <p:childTnLst>
                                    <p:animClr clrSpc="rgb" dir="cw">
                                      <p:cBhvr>
                                        <p:cTn id="1207" dur="1000" fill="hold"/>
                                        <p:tgtEl>
                                          <p:spTgt spid="298"/>
                                        </p:tgtEl>
                                        <p:attrNameLst>
                                          <p:attrName>stroke.color</p:attrName>
                                        </p:attrNameLst>
                                      </p:cBhvr>
                                      <p:to>
                                        <a:srgbClr val="F2F2F2"/>
                                      </p:to>
                                    </p:animClr>
                                    <p:set>
                                      <p:cBhvr>
                                        <p:cTn id="1208" dur="1000" fill="hold"/>
                                        <p:tgtEl>
                                          <p:spTgt spid="298"/>
                                        </p:tgtEl>
                                        <p:attrNameLst>
                                          <p:attrName>stroke.on</p:attrName>
                                        </p:attrNameLst>
                                      </p:cBhvr>
                                      <p:to>
                                        <p:strVal val="true"/>
                                      </p:to>
                                    </p:set>
                                  </p:childTnLst>
                                </p:cTn>
                              </p:par>
                              <p:par>
                                <p:cTn id="1209" presetID="7" presetClass="emph" presetSubtype="2" fill="hold" nodeType="withEffect">
                                  <p:stCondLst>
                                    <p:cond delay="500"/>
                                  </p:stCondLst>
                                  <p:childTnLst>
                                    <p:animClr clrSpc="rgb" dir="cw">
                                      <p:cBhvr>
                                        <p:cTn id="1210" dur="1000" fill="hold"/>
                                        <p:tgtEl>
                                          <p:spTgt spid="299"/>
                                        </p:tgtEl>
                                        <p:attrNameLst>
                                          <p:attrName>stroke.color</p:attrName>
                                        </p:attrNameLst>
                                      </p:cBhvr>
                                      <p:to>
                                        <a:schemeClr val="accent2"/>
                                      </p:to>
                                    </p:animClr>
                                    <p:set>
                                      <p:cBhvr>
                                        <p:cTn id="1211" dur="1000" fill="hold"/>
                                        <p:tgtEl>
                                          <p:spTgt spid="299"/>
                                        </p:tgtEl>
                                        <p:attrNameLst>
                                          <p:attrName>stroke.on</p:attrName>
                                        </p:attrNameLst>
                                      </p:cBhvr>
                                      <p:to>
                                        <p:strVal val="true"/>
                                      </p:to>
                                    </p:set>
                                  </p:childTnLst>
                                </p:cTn>
                              </p:par>
                            </p:childTnLst>
                          </p:cTn>
                        </p:par>
                      </p:childTnLst>
                    </p:cTn>
                  </p:par>
                  <p:par>
                    <p:cTn id="1212" fill="hold">
                      <p:stCondLst>
                        <p:cond delay="indefinite"/>
                      </p:stCondLst>
                      <p:childTnLst>
                        <p:par>
                          <p:cTn id="1213" fill="hold">
                            <p:stCondLst>
                              <p:cond delay="0"/>
                            </p:stCondLst>
                            <p:childTnLst>
                              <p:par>
                                <p:cTn id="1214" presetID="10" presetClass="entr" presetSubtype="0" fill="hold" grpId="0" nodeType="clickEffect">
                                  <p:stCondLst>
                                    <p:cond delay="0"/>
                                  </p:stCondLst>
                                  <p:childTnLst>
                                    <p:set>
                                      <p:cBhvr>
                                        <p:cTn id="1215" dur="1" fill="hold">
                                          <p:stCondLst>
                                            <p:cond delay="0"/>
                                          </p:stCondLst>
                                        </p:cTn>
                                        <p:tgtEl>
                                          <p:spTgt spid="289"/>
                                        </p:tgtEl>
                                        <p:attrNameLst>
                                          <p:attrName>style.visibility</p:attrName>
                                        </p:attrNameLst>
                                      </p:cBhvr>
                                      <p:to>
                                        <p:strVal val="visible"/>
                                      </p:to>
                                    </p:set>
                                    <p:animEffect transition="in" filter="fade">
                                      <p:cBhvr>
                                        <p:cTn id="1216" dur="500"/>
                                        <p:tgtEl>
                                          <p:spTgt spid="289"/>
                                        </p:tgtEl>
                                      </p:cBhvr>
                                    </p:animEffect>
                                  </p:childTnLst>
                                </p:cTn>
                              </p:par>
                            </p:childTnLst>
                          </p:cTn>
                        </p:par>
                        <p:par>
                          <p:cTn id="1217" fill="hold">
                            <p:stCondLst>
                              <p:cond delay="500"/>
                            </p:stCondLst>
                            <p:childTnLst>
                              <p:par>
                                <p:cTn id="1218" presetID="42" presetClass="path" presetSubtype="0" accel="50000" decel="50000" fill="hold" grpId="1" nodeType="afterEffect">
                                  <p:stCondLst>
                                    <p:cond delay="0"/>
                                  </p:stCondLst>
                                  <p:childTnLst>
                                    <p:animMotion origin="layout" path="M 3.75E-6 3.7037E-6 L -0.00925 0.28796 " pathEditMode="relative" rAng="0" ptsTypes="AA">
                                      <p:cBhvr>
                                        <p:cTn id="1219" dur="1000" fill="hold"/>
                                        <p:tgtEl>
                                          <p:spTgt spid="289"/>
                                        </p:tgtEl>
                                        <p:attrNameLst>
                                          <p:attrName>ppt_x</p:attrName>
                                          <p:attrName>ppt_y</p:attrName>
                                        </p:attrNameLst>
                                      </p:cBhvr>
                                      <p:rCtr x="-469" y="14398"/>
                                    </p:animMotion>
                                  </p:childTnLst>
                                </p:cTn>
                              </p:par>
                              <p:par>
                                <p:cTn id="1220" presetID="10" presetClass="exit" presetSubtype="0" fill="hold" grpId="2" nodeType="withEffect">
                                  <p:stCondLst>
                                    <p:cond delay="0"/>
                                  </p:stCondLst>
                                  <p:childTnLst>
                                    <p:animEffect transition="out" filter="fade">
                                      <p:cBhvr>
                                        <p:cTn id="1221" dur="500"/>
                                        <p:tgtEl>
                                          <p:spTgt spid="302"/>
                                        </p:tgtEl>
                                      </p:cBhvr>
                                    </p:animEffect>
                                    <p:set>
                                      <p:cBhvr>
                                        <p:cTn id="1222" dur="1" fill="hold">
                                          <p:stCondLst>
                                            <p:cond delay="499"/>
                                          </p:stCondLst>
                                        </p:cTn>
                                        <p:tgtEl>
                                          <p:spTgt spid="302"/>
                                        </p:tgtEl>
                                        <p:attrNameLst>
                                          <p:attrName>style.visibility</p:attrName>
                                        </p:attrNameLst>
                                      </p:cBhvr>
                                      <p:to>
                                        <p:strVal val="hidden"/>
                                      </p:to>
                                    </p:set>
                                  </p:childTnLst>
                                </p:cTn>
                              </p:par>
                            </p:childTnLst>
                          </p:cTn>
                        </p:par>
                        <p:par>
                          <p:cTn id="1223" fill="hold">
                            <p:stCondLst>
                              <p:cond delay="1500"/>
                            </p:stCondLst>
                            <p:childTnLst>
                              <p:par>
                                <p:cTn id="1224" presetID="31" presetClass="entr" presetSubtype="0" fill="hold" grpId="0" nodeType="afterEffect">
                                  <p:stCondLst>
                                    <p:cond delay="0"/>
                                  </p:stCondLst>
                                  <p:childTnLst>
                                    <p:set>
                                      <p:cBhvr>
                                        <p:cTn id="1225" dur="1" fill="hold">
                                          <p:stCondLst>
                                            <p:cond delay="0"/>
                                          </p:stCondLst>
                                        </p:cTn>
                                        <p:tgtEl>
                                          <p:spTgt spid="121"/>
                                        </p:tgtEl>
                                        <p:attrNameLst>
                                          <p:attrName>style.visibility</p:attrName>
                                        </p:attrNameLst>
                                      </p:cBhvr>
                                      <p:to>
                                        <p:strVal val="visible"/>
                                      </p:to>
                                    </p:set>
                                    <p:anim calcmode="lin" valueType="num">
                                      <p:cBhvr>
                                        <p:cTn id="1226" dur="1000" fill="hold"/>
                                        <p:tgtEl>
                                          <p:spTgt spid="121"/>
                                        </p:tgtEl>
                                        <p:attrNameLst>
                                          <p:attrName>ppt_w</p:attrName>
                                        </p:attrNameLst>
                                      </p:cBhvr>
                                      <p:tavLst>
                                        <p:tav tm="0">
                                          <p:val>
                                            <p:fltVal val="0"/>
                                          </p:val>
                                        </p:tav>
                                        <p:tav tm="100000">
                                          <p:val>
                                            <p:strVal val="#ppt_w"/>
                                          </p:val>
                                        </p:tav>
                                      </p:tavLst>
                                    </p:anim>
                                    <p:anim calcmode="lin" valueType="num">
                                      <p:cBhvr>
                                        <p:cTn id="1227" dur="1000" fill="hold"/>
                                        <p:tgtEl>
                                          <p:spTgt spid="121"/>
                                        </p:tgtEl>
                                        <p:attrNameLst>
                                          <p:attrName>ppt_h</p:attrName>
                                        </p:attrNameLst>
                                      </p:cBhvr>
                                      <p:tavLst>
                                        <p:tav tm="0">
                                          <p:val>
                                            <p:fltVal val="0"/>
                                          </p:val>
                                        </p:tav>
                                        <p:tav tm="100000">
                                          <p:val>
                                            <p:strVal val="#ppt_h"/>
                                          </p:val>
                                        </p:tav>
                                      </p:tavLst>
                                    </p:anim>
                                    <p:anim calcmode="lin" valueType="num">
                                      <p:cBhvr>
                                        <p:cTn id="1228" dur="1000" fill="hold"/>
                                        <p:tgtEl>
                                          <p:spTgt spid="121"/>
                                        </p:tgtEl>
                                        <p:attrNameLst>
                                          <p:attrName>style.rotation</p:attrName>
                                        </p:attrNameLst>
                                      </p:cBhvr>
                                      <p:tavLst>
                                        <p:tav tm="0">
                                          <p:val>
                                            <p:fltVal val="90"/>
                                          </p:val>
                                        </p:tav>
                                        <p:tav tm="100000">
                                          <p:val>
                                            <p:fltVal val="0"/>
                                          </p:val>
                                        </p:tav>
                                      </p:tavLst>
                                    </p:anim>
                                    <p:animEffect transition="in" filter="fade">
                                      <p:cBhvr>
                                        <p:cTn id="1229" dur="1000"/>
                                        <p:tgtEl>
                                          <p:spTgt spid="121"/>
                                        </p:tgtEl>
                                      </p:cBhvr>
                                    </p:animEffect>
                                  </p:childTnLst>
                                </p:cTn>
                              </p:par>
                            </p:childTnLst>
                          </p:cTn>
                        </p:par>
                        <p:par>
                          <p:cTn id="1230" fill="hold">
                            <p:stCondLst>
                              <p:cond delay="2500"/>
                            </p:stCondLst>
                            <p:childTnLst>
                              <p:par>
                                <p:cTn id="1231" presetID="42" presetClass="path" presetSubtype="0" accel="50000" decel="50000" fill="hold" grpId="1" nodeType="afterEffect">
                                  <p:stCondLst>
                                    <p:cond delay="0"/>
                                  </p:stCondLst>
                                  <p:childTnLst>
                                    <p:animMotion origin="layout" path="M 4.16667E-7 -3.7037E-6 L -0.04479 0.28866 " pathEditMode="relative" rAng="0" ptsTypes="AA">
                                      <p:cBhvr>
                                        <p:cTn id="1232" dur="1500" fill="hold"/>
                                        <p:tgtEl>
                                          <p:spTgt spid="121"/>
                                        </p:tgtEl>
                                        <p:attrNameLst>
                                          <p:attrName>ppt_x</p:attrName>
                                          <p:attrName>ppt_y</p:attrName>
                                        </p:attrNameLst>
                                      </p:cBhvr>
                                      <p:rCtr x="-2240" y="14421"/>
                                    </p:animMotion>
                                  </p:childTnLst>
                                </p:cTn>
                              </p:par>
                              <p:par>
                                <p:cTn id="1233" presetID="10" presetClass="exit" presetSubtype="0" fill="hold" grpId="2" nodeType="withEffect">
                                  <p:stCondLst>
                                    <p:cond delay="0"/>
                                  </p:stCondLst>
                                  <p:childTnLst>
                                    <p:animEffect transition="out" filter="fade">
                                      <p:cBhvr>
                                        <p:cTn id="1234" dur="500"/>
                                        <p:tgtEl>
                                          <p:spTgt spid="111"/>
                                        </p:tgtEl>
                                      </p:cBhvr>
                                    </p:animEffect>
                                    <p:set>
                                      <p:cBhvr>
                                        <p:cTn id="1235" dur="1" fill="hold">
                                          <p:stCondLst>
                                            <p:cond delay="499"/>
                                          </p:stCondLst>
                                        </p:cTn>
                                        <p:tgtEl>
                                          <p:spTgt spid="111"/>
                                        </p:tgtEl>
                                        <p:attrNameLst>
                                          <p:attrName>style.visibility</p:attrName>
                                        </p:attrNameLst>
                                      </p:cBhvr>
                                      <p:to>
                                        <p:strVal val="hidden"/>
                                      </p:to>
                                    </p:set>
                                  </p:childTnLst>
                                </p:cTn>
                              </p:par>
                            </p:childTnLst>
                          </p:cTn>
                        </p:par>
                        <p:par>
                          <p:cTn id="1236" fill="hold">
                            <p:stCondLst>
                              <p:cond delay="4000"/>
                            </p:stCondLst>
                            <p:childTnLst>
                              <p:par>
                                <p:cTn id="1237" presetID="31" presetClass="entr" presetSubtype="0" fill="hold" grpId="0" nodeType="afterEffect">
                                  <p:stCondLst>
                                    <p:cond delay="0"/>
                                  </p:stCondLst>
                                  <p:childTnLst>
                                    <p:set>
                                      <p:cBhvr>
                                        <p:cTn id="1238" dur="1" fill="hold">
                                          <p:stCondLst>
                                            <p:cond delay="0"/>
                                          </p:stCondLst>
                                        </p:cTn>
                                        <p:tgtEl>
                                          <p:spTgt spid="122"/>
                                        </p:tgtEl>
                                        <p:attrNameLst>
                                          <p:attrName>style.visibility</p:attrName>
                                        </p:attrNameLst>
                                      </p:cBhvr>
                                      <p:to>
                                        <p:strVal val="visible"/>
                                      </p:to>
                                    </p:set>
                                    <p:anim calcmode="lin" valueType="num">
                                      <p:cBhvr>
                                        <p:cTn id="1239" dur="1000" fill="hold"/>
                                        <p:tgtEl>
                                          <p:spTgt spid="122"/>
                                        </p:tgtEl>
                                        <p:attrNameLst>
                                          <p:attrName>ppt_w</p:attrName>
                                        </p:attrNameLst>
                                      </p:cBhvr>
                                      <p:tavLst>
                                        <p:tav tm="0">
                                          <p:val>
                                            <p:fltVal val="0"/>
                                          </p:val>
                                        </p:tav>
                                        <p:tav tm="100000">
                                          <p:val>
                                            <p:strVal val="#ppt_w"/>
                                          </p:val>
                                        </p:tav>
                                      </p:tavLst>
                                    </p:anim>
                                    <p:anim calcmode="lin" valueType="num">
                                      <p:cBhvr>
                                        <p:cTn id="1240" dur="1000" fill="hold"/>
                                        <p:tgtEl>
                                          <p:spTgt spid="122"/>
                                        </p:tgtEl>
                                        <p:attrNameLst>
                                          <p:attrName>ppt_h</p:attrName>
                                        </p:attrNameLst>
                                      </p:cBhvr>
                                      <p:tavLst>
                                        <p:tav tm="0">
                                          <p:val>
                                            <p:fltVal val="0"/>
                                          </p:val>
                                        </p:tav>
                                        <p:tav tm="100000">
                                          <p:val>
                                            <p:strVal val="#ppt_h"/>
                                          </p:val>
                                        </p:tav>
                                      </p:tavLst>
                                    </p:anim>
                                    <p:anim calcmode="lin" valueType="num">
                                      <p:cBhvr>
                                        <p:cTn id="1241" dur="1000" fill="hold"/>
                                        <p:tgtEl>
                                          <p:spTgt spid="122"/>
                                        </p:tgtEl>
                                        <p:attrNameLst>
                                          <p:attrName>style.rotation</p:attrName>
                                        </p:attrNameLst>
                                      </p:cBhvr>
                                      <p:tavLst>
                                        <p:tav tm="0">
                                          <p:val>
                                            <p:fltVal val="90"/>
                                          </p:val>
                                        </p:tav>
                                        <p:tav tm="100000">
                                          <p:val>
                                            <p:fltVal val="0"/>
                                          </p:val>
                                        </p:tav>
                                      </p:tavLst>
                                    </p:anim>
                                    <p:animEffect transition="in" filter="fade">
                                      <p:cBhvr>
                                        <p:cTn id="1242" dur="1000"/>
                                        <p:tgtEl>
                                          <p:spTgt spid="122"/>
                                        </p:tgtEl>
                                      </p:cBhvr>
                                    </p:animEffect>
                                  </p:childTnLst>
                                </p:cTn>
                              </p:par>
                            </p:childTnLst>
                          </p:cTn>
                        </p:par>
                        <p:par>
                          <p:cTn id="1243" fill="hold">
                            <p:stCondLst>
                              <p:cond delay="5000"/>
                            </p:stCondLst>
                            <p:childTnLst>
                              <p:par>
                                <p:cTn id="1244" presetID="42" presetClass="path" presetSubtype="0" accel="50000" decel="50000" fill="hold" grpId="1" nodeType="afterEffect">
                                  <p:stCondLst>
                                    <p:cond delay="0"/>
                                  </p:stCondLst>
                                  <p:childTnLst>
                                    <p:animMotion origin="layout" path="M 1.66667E-6 4.81481E-6 L -0.10013 0.52291 " pathEditMode="relative" rAng="0" ptsTypes="AA">
                                      <p:cBhvr>
                                        <p:cTn id="1245" dur="1500" fill="hold"/>
                                        <p:tgtEl>
                                          <p:spTgt spid="122"/>
                                        </p:tgtEl>
                                        <p:attrNameLst>
                                          <p:attrName>ppt_x</p:attrName>
                                          <p:attrName>ppt_y</p:attrName>
                                        </p:attrNameLst>
                                      </p:cBhvr>
                                      <p:rCtr x="-5013" y="26134"/>
                                    </p:animMotion>
                                  </p:childTnLst>
                                </p:cTn>
                              </p:par>
                            </p:childTnLst>
                          </p:cTn>
                        </p:par>
                        <p:par>
                          <p:cTn id="1246" fill="hold">
                            <p:stCondLst>
                              <p:cond delay="6500"/>
                            </p:stCondLst>
                            <p:childTnLst>
                              <p:par>
                                <p:cTn id="1247" presetID="1" presetClass="exit" presetSubtype="0" fill="hold" grpId="2" nodeType="afterEffect">
                                  <p:stCondLst>
                                    <p:cond delay="0"/>
                                  </p:stCondLst>
                                  <p:childTnLst>
                                    <p:set>
                                      <p:cBhvr>
                                        <p:cTn id="1248" dur="1" fill="hold">
                                          <p:stCondLst>
                                            <p:cond delay="0"/>
                                          </p:stCondLst>
                                        </p:cTn>
                                        <p:tgtEl>
                                          <p:spTgt spid="122"/>
                                        </p:tgtEl>
                                        <p:attrNameLst>
                                          <p:attrName>style.visibility</p:attrName>
                                        </p:attrNameLst>
                                      </p:cBhvr>
                                      <p:to>
                                        <p:strVal val="hidden"/>
                                      </p:to>
                                    </p:set>
                                  </p:childTnLst>
                                </p:cTn>
                              </p:par>
                            </p:childTnLst>
                          </p:cTn>
                        </p:par>
                        <p:par>
                          <p:cTn id="1249" fill="hold">
                            <p:stCondLst>
                              <p:cond delay="6500"/>
                            </p:stCondLst>
                            <p:childTnLst>
                              <p:par>
                                <p:cTn id="1250" presetID="10" presetClass="exit" presetSubtype="0" fill="hold" nodeType="afterEffect">
                                  <p:stCondLst>
                                    <p:cond delay="0"/>
                                  </p:stCondLst>
                                  <p:childTnLst>
                                    <p:animEffect transition="out" filter="fade">
                                      <p:cBhvr>
                                        <p:cTn id="1251" dur="500"/>
                                        <p:tgtEl>
                                          <p:spTgt spid="306"/>
                                        </p:tgtEl>
                                      </p:cBhvr>
                                    </p:animEffect>
                                    <p:set>
                                      <p:cBhvr>
                                        <p:cTn id="1252" dur="1" fill="hold">
                                          <p:stCondLst>
                                            <p:cond delay="499"/>
                                          </p:stCondLst>
                                        </p:cTn>
                                        <p:tgtEl>
                                          <p:spTgt spid="306"/>
                                        </p:tgtEl>
                                        <p:attrNameLst>
                                          <p:attrName>style.visibility</p:attrName>
                                        </p:attrNameLst>
                                      </p:cBhvr>
                                      <p:to>
                                        <p:strVal val="hidden"/>
                                      </p:to>
                                    </p:set>
                                  </p:childTnLst>
                                </p:cTn>
                              </p:par>
                              <p:par>
                                <p:cTn id="1253" presetID="10" presetClass="entr" presetSubtype="0" fill="hold" grpId="0" nodeType="withEffect">
                                  <p:stCondLst>
                                    <p:cond delay="0"/>
                                  </p:stCondLst>
                                  <p:childTnLst>
                                    <p:set>
                                      <p:cBhvr>
                                        <p:cTn id="1254" dur="1" fill="hold">
                                          <p:stCondLst>
                                            <p:cond delay="0"/>
                                          </p:stCondLst>
                                        </p:cTn>
                                        <p:tgtEl>
                                          <p:spTgt spid="262"/>
                                        </p:tgtEl>
                                        <p:attrNameLst>
                                          <p:attrName>style.visibility</p:attrName>
                                        </p:attrNameLst>
                                      </p:cBhvr>
                                      <p:to>
                                        <p:strVal val="visible"/>
                                      </p:to>
                                    </p:set>
                                    <p:animEffect transition="in" filter="fade">
                                      <p:cBhvr>
                                        <p:cTn id="1255" dur="500"/>
                                        <p:tgtEl>
                                          <p:spTgt spid="262"/>
                                        </p:tgtEl>
                                      </p:cBhvr>
                                    </p:animEffect>
                                  </p:childTnLst>
                                </p:cTn>
                              </p:par>
                            </p:childTnLst>
                          </p:cTn>
                        </p:par>
                        <p:par>
                          <p:cTn id="1256" fill="hold">
                            <p:stCondLst>
                              <p:cond delay="7000"/>
                            </p:stCondLst>
                            <p:childTnLst>
                              <p:par>
                                <p:cTn id="1257" presetID="22" presetClass="entr" presetSubtype="1" fill="hold" nodeType="afterEffect">
                                  <p:stCondLst>
                                    <p:cond delay="0"/>
                                  </p:stCondLst>
                                  <p:childTnLst>
                                    <p:set>
                                      <p:cBhvr>
                                        <p:cTn id="1258" dur="1" fill="hold">
                                          <p:stCondLst>
                                            <p:cond delay="0"/>
                                          </p:stCondLst>
                                        </p:cTn>
                                        <p:tgtEl>
                                          <p:spTgt spid="290"/>
                                        </p:tgtEl>
                                        <p:attrNameLst>
                                          <p:attrName>style.visibility</p:attrName>
                                        </p:attrNameLst>
                                      </p:cBhvr>
                                      <p:to>
                                        <p:strVal val="visible"/>
                                      </p:to>
                                    </p:set>
                                    <p:animEffect transition="in" filter="wipe(up)">
                                      <p:cBhvr>
                                        <p:cTn id="1259" dur="1000"/>
                                        <p:tgtEl>
                                          <p:spTgt spid="290"/>
                                        </p:tgtEl>
                                      </p:cBhvr>
                                    </p:animEffect>
                                  </p:childTnLst>
                                </p:cTn>
                              </p:par>
                            </p:childTnLst>
                          </p:cTn>
                        </p:par>
                        <p:par>
                          <p:cTn id="1260" fill="hold">
                            <p:stCondLst>
                              <p:cond delay="8000"/>
                            </p:stCondLst>
                            <p:childTnLst>
                              <p:par>
                                <p:cTn id="1261" presetID="47" presetClass="entr" presetSubtype="0" fill="hold" nodeType="afterEffect">
                                  <p:stCondLst>
                                    <p:cond delay="0"/>
                                  </p:stCondLst>
                                  <p:childTnLst>
                                    <p:set>
                                      <p:cBhvr>
                                        <p:cTn id="1262" dur="1" fill="hold">
                                          <p:stCondLst>
                                            <p:cond delay="0"/>
                                          </p:stCondLst>
                                        </p:cTn>
                                        <p:tgtEl>
                                          <p:spTgt spid="125"/>
                                        </p:tgtEl>
                                        <p:attrNameLst>
                                          <p:attrName>style.visibility</p:attrName>
                                        </p:attrNameLst>
                                      </p:cBhvr>
                                      <p:to>
                                        <p:strVal val="visible"/>
                                      </p:to>
                                    </p:set>
                                    <p:animEffect transition="in" filter="fade">
                                      <p:cBhvr>
                                        <p:cTn id="1263" dur="1000"/>
                                        <p:tgtEl>
                                          <p:spTgt spid="125"/>
                                        </p:tgtEl>
                                      </p:cBhvr>
                                    </p:animEffect>
                                    <p:anim calcmode="lin" valueType="num">
                                      <p:cBhvr>
                                        <p:cTn id="1264" dur="1000" fill="hold"/>
                                        <p:tgtEl>
                                          <p:spTgt spid="125"/>
                                        </p:tgtEl>
                                        <p:attrNameLst>
                                          <p:attrName>ppt_x</p:attrName>
                                        </p:attrNameLst>
                                      </p:cBhvr>
                                      <p:tavLst>
                                        <p:tav tm="0">
                                          <p:val>
                                            <p:strVal val="#ppt_x"/>
                                          </p:val>
                                        </p:tav>
                                        <p:tav tm="100000">
                                          <p:val>
                                            <p:strVal val="#ppt_x"/>
                                          </p:val>
                                        </p:tav>
                                      </p:tavLst>
                                    </p:anim>
                                    <p:anim calcmode="lin" valueType="num">
                                      <p:cBhvr>
                                        <p:cTn id="1265" dur="1000" fill="hold"/>
                                        <p:tgtEl>
                                          <p:spTgt spid="125"/>
                                        </p:tgtEl>
                                        <p:attrNameLst>
                                          <p:attrName>ppt_y</p:attrName>
                                        </p:attrNameLst>
                                      </p:cBhvr>
                                      <p:tavLst>
                                        <p:tav tm="0">
                                          <p:val>
                                            <p:strVal val="#ppt_y-.1"/>
                                          </p:val>
                                        </p:tav>
                                        <p:tav tm="100000">
                                          <p:val>
                                            <p:strVal val="#ppt_y"/>
                                          </p:val>
                                        </p:tav>
                                      </p:tavLst>
                                    </p:anim>
                                  </p:childTnLst>
                                </p:cTn>
                              </p:par>
                              <p:par>
                                <p:cTn id="1266" presetID="10" presetClass="exit" presetSubtype="0" fill="hold" nodeType="withEffect">
                                  <p:stCondLst>
                                    <p:cond delay="0"/>
                                  </p:stCondLst>
                                  <p:childTnLst>
                                    <p:animEffect transition="out" filter="fade">
                                      <p:cBhvr>
                                        <p:cTn id="1267" dur="500"/>
                                        <p:tgtEl>
                                          <p:spTgt spid="114"/>
                                        </p:tgtEl>
                                      </p:cBhvr>
                                    </p:animEffect>
                                    <p:set>
                                      <p:cBhvr>
                                        <p:cTn id="1268" dur="1" fill="hold">
                                          <p:stCondLst>
                                            <p:cond delay="499"/>
                                          </p:stCondLst>
                                        </p:cTn>
                                        <p:tgtEl>
                                          <p:spTgt spid="114"/>
                                        </p:tgtEl>
                                        <p:attrNameLst>
                                          <p:attrName>style.visibility</p:attrName>
                                        </p:attrNameLst>
                                      </p:cBhvr>
                                      <p:to>
                                        <p:strVal val="hidden"/>
                                      </p:to>
                                    </p:set>
                                  </p:childTnLst>
                                </p:cTn>
                              </p:par>
                              <p:par>
                                <p:cTn id="1269" presetID="45" presetClass="entr" presetSubtype="0" fill="hold" nodeType="withEffect">
                                  <p:stCondLst>
                                    <p:cond delay="0"/>
                                  </p:stCondLst>
                                  <p:childTnLst>
                                    <p:set>
                                      <p:cBhvr>
                                        <p:cTn id="1270" dur="1" fill="hold">
                                          <p:stCondLst>
                                            <p:cond delay="0"/>
                                          </p:stCondLst>
                                        </p:cTn>
                                        <p:tgtEl>
                                          <p:spTgt spid="371"/>
                                        </p:tgtEl>
                                        <p:attrNameLst>
                                          <p:attrName>style.visibility</p:attrName>
                                        </p:attrNameLst>
                                      </p:cBhvr>
                                      <p:to>
                                        <p:strVal val="visible"/>
                                      </p:to>
                                    </p:set>
                                    <p:animEffect transition="in" filter="fade">
                                      <p:cBhvr>
                                        <p:cTn id="1271" dur="1500"/>
                                        <p:tgtEl>
                                          <p:spTgt spid="371"/>
                                        </p:tgtEl>
                                      </p:cBhvr>
                                    </p:animEffect>
                                    <p:anim calcmode="lin" valueType="num">
                                      <p:cBhvr>
                                        <p:cTn id="1272" dur="1500" fill="hold"/>
                                        <p:tgtEl>
                                          <p:spTgt spid="371"/>
                                        </p:tgtEl>
                                        <p:attrNameLst>
                                          <p:attrName>ppt_w</p:attrName>
                                        </p:attrNameLst>
                                      </p:cBhvr>
                                      <p:tavLst>
                                        <p:tav tm="0" fmla="#ppt_w*sin(2.5*pi*$)">
                                          <p:val>
                                            <p:fltVal val="0"/>
                                          </p:val>
                                        </p:tav>
                                        <p:tav tm="100000">
                                          <p:val>
                                            <p:fltVal val="1"/>
                                          </p:val>
                                        </p:tav>
                                      </p:tavLst>
                                    </p:anim>
                                    <p:anim calcmode="lin" valueType="num">
                                      <p:cBhvr>
                                        <p:cTn id="1273" dur="1500" fill="hold"/>
                                        <p:tgtEl>
                                          <p:spTgt spid="371"/>
                                        </p:tgtEl>
                                        <p:attrNameLst>
                                          <p:attrName>ppt_h</p:attrName>
                                        </p:attrNameLst>
                                      </p:cBhvr>
                                      <p:tavLst>
                                        <p:tav tm="0">
                                          <p:val>
                                            <p:strVal val="#ppt_h"/>
                                          </p:val>
                                        </p:tav>
                                        <p:tav tm="100000">
                                          <p:val>
                                            <p:strVal val="#ppt_h"/>
                                          </p:val>
                                        </p:tav>
                                      </p:tavLst>
                                    </p:anim>
                                  </p:childTnLst>
                                </p:cTn>
                              </p:par>
                            </p:childTnLst>
                          </p:cTn>
                        </p:par>
                        <p:par>
                          <p:cTn id="1274" fill="hold">
                            <p:stCondLst>
                              <p:cond delay="9500"/>
                            </p:stCondLst>
                            <p:childTnLst>
                              <p:par>
                                <p:cTn id="1275" presetID="7" presetClass="emph" presetSubtype="2" fill="hold" nodeType="afterEffect">
                                  <p:stCondLst>
                                    <p:cond delay="0"/>
                                  </p:stCondLst>
                                  <p:childTnLst>
                                    <p:animClr clrSpc="rgb" dir="cw">
                                      <p:cBhvr>
                                        <p:cTn id="1276" dur="1000" fill="hold"/>
                                        <p:tgtEl>
                                          <p:spTgt spid="299"/>
                                        </p:tgtEl>
                                        <p:attrNameLst>
                                          <p:attrName>stroke.color</p:attrName>
                                        </p:attrNameLst>
                                      </p:cBhvr>
                                      <p:to>
                                        <a:srgbClr val="F2F2F2"/>
                                      </p:to>
                                    </p:animClr>
                                    <p:set>
                                      <p:cBhvr>
                                        <p:cTn id="1277" dur="1000" fill="hold"/>
                                        <p:tgtEl>
                                          <p:spTgt spid="299"/>
                                        </p:tgtEl>
                                        <p:attrNameLst>
                                          <p:attrName>stroke.on</p:attrName>
                                        </p:attrNameLst>
                                      </p:cBhvr>
                                      <p:to>
                                        <p:strVal val="true"/>
                                      </p:to>
                                    </p:set>
                                  </p:childTnLst>
                                </p:cTn>
                              </p:par>
                              <p:par>
                                <p:cTn id="1278" presetID="7" presetClass="emph" presetSubtype="2" fill="hold" nodeType="withEffect">
                                  <p:stCondLst>
                                    <p:cond delay="500"/>
                                  </p:stCondLst>
                                  <p:childTnLst>
                                    <p:animClr clrSpc="rgb" dir="cw">
                                      <p:cBhvr>
                                        <p:cTn id="1279" dur="1000" fill="hold"/>
                                        <p:tgtEl>
                                          <p:spTgt spid="298"/>
                                        </p:tgtEl>
                                        <p:attrNameLst>
                                          <p:attrName>stroke.color</p:attrName>
                                        </p:attrNameLst>
                                      </p:cBhvr>
                                      <p:to>
                                        <a:schemeClr val="accent2"/>
                                      </p:to>
                                    </p:animClr>
                                    <p:set>
                                      <p:cBhvr>
                                        <p:cTn id="1280" dur="1000" fill="hold"/>
                                        <p:tgtEl>
                                          <p:spTgt spid="298"/>
                                        </p:tgtEl>
                                        <p:attrNameLst>
                                          <p:attrName>stroke.on</p:attrName>
                                        </p:attrNameLst>
                                      </p:cBhvr>
                                      <p:to>
                                        <p:strVal val="true"/>
                                      </p:to>
                                    </p:set>
                                  </p:childTnLst>
                                </p:cTn>
                              </p:par>
                            </p:childTnLst>
                          </p:cTn>
                        </p:par>
                      </p:childTnLst>
                    </p:cTn>
                  </p:par>
                  <p:par>
                    <p:cTn id="1281" fill="hold">
                      <p:stCondLst>
                        <p:cond delay="indefinite"/>
                      </p:stCondLst>
                      <p:childTnLst>
                        <p:par>
                          <p:cTn id="1282" fill="hold">
                            <p:stCondLst>
                              <p:cond delay="0"/>
                            </p:stCondLst>
                            <p:childTnLst>
                              <p:par>
                                <p:cTn id="1283" presetID="63" presetClass="path" presetSubtype="0" accel="50000" decel="50000" fill="hold" nodeType="clickEffect">
                                  <p:stCondLst>
                                    <p:cond delay="0"/>
                                  </p:stCondLst>
                                  <p:childTnLst>
                                    <p:animMotion origin="layout" path="M -4.79167E-6 -4.07407E-6 L 0.06277 -0.00069 " pathEditMode="relative" rAng="0" ptsTypes="AA">
                                      <p:cBhvr>
                                        <p:cTn id="1284" dur="1000" fill="hold"/>
                                        <p:tgtEl>
                                          <p:spTgt spid="338"/>
                                        </p:tgtEl>
                                        <p:attrNameLst>
                                          <p:attrName>ppt_x</p:attrName>
                                          <p:attrName>ppt_y</p:attrName>
                                        </p:attrNameLst>
                                      </p:cBhvr>
                                      <p:rCtr x="3138" y="-46"/>
                                    </p:animMotion>
                                  </p:childTnLst>
                                </p:cTn>
                              </p:par>
                            </p:childTnLst>
                          </p:cTn>
                        </p:par>
                        <p:par>
                          <p:cTn id="1285" fill="hold">
                            <p:stCondLst>
                              <p:cond delay="1000"/>
                            </p:stCondLst>
                            <p:childTnLst>
                              <p:par>
                                <p:cTn id="1286" presetID="7" presetClass="emph" presetSubtype="2" fill="hold" nodeType="afterEffect">
                                  <p:stCondLst>
                                    <p:cond delay="0"/>
                                  </p:stCondLst>
                                  <p:childTnLst>
                                    <p:animClr clrSpc="rgb" dir="cw">
                                      <p:cBhvr>
                                        <p:cTn id="1287" dur="1000" fill="hold"/>
                                        <p:tgtEl>
                                          <p:spTgt spid="298"/>
                                        </p:tgtEl>
                                        <p:attrNameLst>
                                          <p:attrName>stroke.color</p:attrName>
                                        </p:attrNameLst>
                                      </p:cBhvr>
                                      <p:to>
                                        <a:srgbClr val="F2F2F2"/>
                                      </p:to>
                                    </p:animClr>
                                    <p:set>
                                      <p:cBhvr>
                                        <p:cTn id="1288" dur="1000" fill="hold"/>
                                        <p:tgtEl>
                                          <p:spTgt spid="298"/>
                                        </p:tgtEl>
                                        <p:attrNameLst>
                                          <p:attrName>stroke.on</p:attrName>
                                        </p:attrNameLst>
                                      </p:cBhvr>
                                      <p:to>
                                        <p:strVal val="true"/>
                                      </p:to>
                                    </p:set>
                                  </p:childTnLst>
                                </p:cTn>
                              </p:par>
                              <p:par>
                                <p:cTn id="1289" presetID="7" presetClass="emph" presetSubtype="2" fill="hold" nodeType="withEffect">
                                  <p:stCondLst>
                                    <p:cond delay="500"/>
                                  </p:stCondLst>
                                  <p:childTnLst>
                                    <p:animClr clrSpc="rgb" dir="cw">
                                      <p:cBhvr>
                                        <p:cTn id="1290" dur="1000" fill="hold"/>
                                        <p:tgtEl>
                                          <p:spTgt spid="299"/>
                                        </p:tgtEl>
                                        <p:attrNameLst>
                                          <p:attrName>stroke.color</p:attrName>
                                        </p:attrNameLst>
                                      </p:cBhvr>
                                      <p:to>
                                        <a:schemeClr val="accent2"/>
                                      </p:to>
                                    </p:animClr>
                                    <p:set>
                                      <p:cBhvr>
                                        <p:cTn id="1291" dur="1000" fill="hold"/>
                                        <p:tgtEl>
                                          <p:spTgt spid="299"/>
                                        </p:tgtEl>
                                        <p:attrNameLst>
                                          <p:attrName>stroke.on</p:attrName>
                                        </p:attrNameLst>
                                      </p:cBhvr>
                                      <p:to>
                                        <p:strVal val="true"/>
                                      </p:to>
                                    </p:set>
                                  </p:childTnLst>
                                </p:cTn>
                              </p:par>
                              <p:par>
                                <p:cTn id="1292" presetID="31" presetClass="entr" presetSubtype="0" fill="hold" grpId="0" nodeType="withEffect">
                                  <p:stCondLst>
                                    <p:cond delay="0"/>
                                  </p:stCondLst>
                                  <p:childTnLst>
                                    <p:set>
                                      <p:cBhvr>
                                        <p:cTn id="1293" dur="1" fill="hold">
                                          <p:stCondLst>
                                            <p:cond delay="0"/>
                                          </p:stCondLst>
                                        </p:cTn>
                                        <p:tgtEl>
                                          <p:spTgt spid="128"/>
                                        </p:tgtEl>
                                        <p:attrNameLst>
                                          <p:attrName>style.visibility</p:attrName>
                                        </p:attrNameLst>
                                      </p:cBhvr>
                                      <p:to>
                                        <p:strVal val="visible"/>
                                      </p:to>
                                    </p:set>
                                    <p:anim calcmode="lin" valueType="num">
                                      <p:cBhvr>
                                        <p:cTn id="1294" dur="1000" fill="hold"/>
                                        <p:tgtEl>
                                          <p:spTgt spid="128"/>
                                        </p:tgtEl>
                                        <p:attrNameLst>
                                          <p:attrName>ppt_w</p:attrName>
                                        </p:attrNameLst>
                                      </p:cBhvr>
                                      <p:tavLst>
                                        <p:tav tm="0">
                                          <p:val>
                                            <p:fltVal val="0"/>
                                          </p:val>
                                        </p:tav>
                                        <p:tav tm="100000">
                                          <p:val>
                                            <p:strVal val="#ppt_w"/>
                                          </p:val>
                                        </p:tav>
                                      </p:tavLst>
                                    </p:anim>
                                    <p:anim calcmode="lin" valueType="num">
                                      <p:cBhvr>
                                        <p:cTn id="1295" dur="1000" fill="hold"/>
                                        <p:tgtEl>
                                          <p:spTgt spid="128"/>
                                        </p:tgtEl>
                                        <p:attrNameLst>
                                          <p:attrName>ppt_h</p:attrName>
                                        </p:attrNameLst>
                                      </p:cBhvr>
                                      <p:tavLst>
                                        <p:tav tm="0">
                                          <p:val>
                                            <p:fltVal val="0"/>
                                          </p:val>
                                        </p:tav>
                                        <p:tav tm="100000">
                                          <p:val>
                                            <p:strVal val="#ppt_h"/>
                                          </p:val>
                                        </p:tav>
                                      </p:tavLst>
                                    </p:anim>
                                    <p:anim calcmode="lin" valueType="num">
                                      <p:cBhvr>
                                        <p:cTn id="1296" dur="1000" fill="hold"/>
                                        <p:tgtEl>
                                          <p:spTgt spid="128"/>
                                        </p:tgtEl>
                                        <p:attrNameLst>
                                          <p:attrName>style.rotation</p:attrName>
                                        </p:attrNameLst>
                                      </p:cBhvr>
                                      <p:tavLst>
                                        <p:tav tm="0">
                                          <p:val>
                                            <p:fltVal val="90"/>
                                          </p:val>
                                        </p:tav>
                                        <p:tav tm="100000">
                                          <p:val>
                                            <p:fltVal val="0"/>
                                          </p:val>
                                        </p:tav>
                                      </p:tavLst>
                                    </p:anim>
                                    <p:animEffect transition="in" filter="fade">
                                      <p:cBhvr>
                                        <p:cTn id="1297" dur="1000"/>
                                        <p:tgtEl>
                                          <p:spTgt spid="128"/>
                                        </p:tgtEl>
                                      </p:cBhvr>
                                    </p:animEffect>
                                  </p:childTnLst>
                                </p:cTn>
                              </p:par>
                            </p:childTnLst>
                          </p:cTn>
                        </p:par>
                        <p:par>
                          <p:cTn id="1298" fill="hold">
                            <p:stCondLst>
                              <p:cond delay="2500"/>
                            </p:stCondLst>
                            <p:childTnLst>
                              <p:par>
                                <p:cTn id="1299" presetID="42" presetClass="path" presetSubtype="0" accel="50000" decel="50000" fill="hold" grpId="1" nodeType="afterEffect">
                                  <p:stCondLst>
                                    <p:cond delay="0"/>
                                  </p:stCondLst>
                                  <p:childTnLst>
                                    <p:animMotion origin="layout" path="M 3.33333E-6 7.40741E-7 L -0.07175 0.29005 " pathEditMode="relative" rAng="0" ptsTypes="AA">
                                      <p:cBhvr>
                                        <p:cTn id="1300" dur="1500" fill="hold"/>
                                        <p:tgtEl>
                                          <p:spTgt spid="128"/>
                                        </p:tgtEl>
                                        <p:attrNameLst>
                                          <p:attrName>ppt_x</p:attrName>
                                          <p:attrName>ppt_y</p:attrName>
                                        </p:attrNameLst>
                                      </p:cBhvr>
                                      <p:rCtr x="-3594" y="14491"/>
                                    </p:animMotion>
                                  </p:childTnLst>
                                </p:cTn>
                              </p:par>
                              <p:par>
                                <p:cTn id="1301" presetID="1" presetClass="exit" presetSubtype="0" fill="hold" grpId="2" nodeType="withEffect">
                                  <p:stCondLst>
                                    <p:cond delay="0"/>
                                  </p:stCondLst>
                                  <p:childTnLst>
                                    <p:set>
                                      <p:cBhvr>
                                        <p:cTn id="1302" dur="1" fill="hold">
                                          <p:stCondLst>
                                            <p:cond delay="0"/>
                                          </p:stCondLst>
                                        </p:cTn>
                                        <p:tgtEl>
                                          <p:spTgt spid="121"/>
                                        </p:tgtEl>
                                        <p:attrNameLst>
                                          <p:attrName>style.visibility</p:attrName>
                                        </p:attrNameLst>
                                      </p:cBhvr>
                                      <p:to>
                                        <p:strVal val="hidden"/>
                                      </p:to>
                                    </p:set>
                                  </p:childTnLst>
                                </p:cTn>
                              </p:par>
                            </p:childTnLst>
                          </p:cTn>
                        </p:par>
                        <p:par>
                          <p:cTn id="1303" fill="hold">
                            <p:stCondLst>
                              <p:cond delay="4000"/>
                            </p:stCondLst>
                            <p:childTnLst>
                              <p:par>
                                <p:cTn id="1304" presetID="31" presetClass="entr" presetSubtype="0" fill="hold" grpId="0" nodeType="afterEffect">
                                  <p:stCondLst>
                                    <p:cond delay="0"/>
                                  </p:stCondLst>
                                  <p:childTnLst>
                                    <p:set>
                                      <p:cBhvr>
                                        <p:cTn id="1305" dur="1" fill="hold">
                                          <p:stCondLst>
                                            <p:cond delay="0"/>
                                          </p:stCondLst>
                                        </p:cTn>
                                        <p:tgtEl>
                                          <p:spTgt spid="129"/>
                                        </p:tgtEl>
                                        <p:attrNameLst>
                                          <p:attrName>style.visibility</p:attrName>
                                        </p:attrNameLst>
                                      </p:cBhvr>
                                      <p:to>
                                        <p:strVal val="visible"/>
                                      </p:to>
                                    </p:set>
                                    <p:anim calcmode="lin" valueType="num">
                                      <p:cBhvr>
                                        <p:cTn id="1306" dur="1000" fill="hold"/>
                                        <p:tgtEl>
                                          <p:spTgt spid="129"/>
                                        </p:tgtEl>
                                        <p:attrNameLst>
                                          <p:attrName>ppt_w</p:attrName>
                                        </p:attrNameLst>
                                      </p:cBhvr>
                                      <p:tavLst>
                                        <p:tav tm="0">
                                          <p:val>
                                            <p:fltVal val="0"/>
                                          </p:val>
                                        </p:tav>
                                        <p:tav tm="100000">
                                          <p:val>
                                            <p:strVal val="#ppt_w"/>
                                          </p:val>
                                        </p:tav>
                                      </p:tavLst>
                                    </p:anim>
                                    <p:anim calcmode="lin" valueType="num">
                                      <p:cBhvr>
                                        <p:cTn id="1307" dur="1000" fill="hold"/>
                                        <p:tgtEl>
                                          <p:spTgt spid="129"/>
                                        </p:tgtEl>
                                        <p:attrNameLst>
                                          <p:attrName>ppt_h</p:attrName>
                                        </p:attrNameLst>
                                      </p:cBhvr>
                                      <p:tavLst>
                                        <p:tav tm="0">
                                          <p:val>
                                            <p:fltVal val="0"/>
                                          </p:val>
                                        </p:tav>
                                        <p:tav tm="100000">
                                          <p:val>
                                            <p:strVal val="#ppt_h"/>
                                          </p:val>
                                        </p:tav>
                                      </p:tavLst>
                                    </p:anim>
                                    <p:anim calcmode="lin" valueType="num">
                                      <p:cBhvr>
                                        <p:cTn id="1308" dur="1000" fill="hold"/>
                                        <p:tgtEl>
                                          <p:spTgt spid="129"/>
                                        </p:tgtEl>
                                        <p:attrNameLst>
                                          <p:attrName>style.rotation</p:attrName>
                                        </p:attrNameLst>
                                      </p:cBhvr>
                                      <p:tavLst>
                                        <p:tav tm="0">
                                          <p:val>
                                            <p:fltVal val="90"/>
                                          </p:val>
                                        </p:tav>
                                        <p:tav tm="100000">
                                          <p:val>
                                            <p:fltVal val="0"/>
                                          </p:val>
                                        </p:tav>
                                      </p:tavLst>
                                    </p:anim>
                                    <p:animEffect transition="in" filter="fade">
                                      <p:cBhvr>
                                        <p:cTn id="1309" dur="1000"/>
                                        <p:tgtEl>
                                          <p:spTgt spid="129"/>
                                        </p:tgtEl>
                                      </p:cBhvr>
                                    </p:animEffect>
                                  </p:childTnLst>
                                </p:cTn>
                              </p:par>
                            </p:childTnLst>
                          </p:cTn>
                        </p:par>
                        <p:par>
                          <p:cTn id="1310" fill="hold">
                            <p:stCondLst>
                              <p:cond delay="5000"/>
                            </p:stCondLst>
                            <p:childTnLst>
                              <p:par>
                                <p:cTn id="1311" presetID="42" presetClass="path" presetSubtype="0" accel="50000" decel="50000" fill="hold" grpId="1" nodeType="afterEffect">
                                  <p:stCondLst>
                                    <p:cond delay="0"/>
                                  </p:stCondLst>
                                  <p:childTnLst>
                                    <p:animMotion origin="layout" path="M 4.79167E-6 1.85185E-6 L -0.1612 0.52129 " pathEditMode="relative" rAng="0" ptsTypes="AA">
                                      <p:cBhvr>
                                        <p:cTn id="1312" dur="1500" fill="hold"/>
                                        <p:tgtEl>
                                          <p:spTgt spid="129"/>
                                        </p:tgtEl>
                                        <p:attrNameLst>
                                          <p:attrName>ppt_x</p:attrName>
                                          <p:attrName>ppt_y</p:attrName>
                                        </p:attrNameLst>
                                      </p:cBhvr>
                                      <p:rCtr x="-8060" y="26065"/>
                                    </p:animMotion>
                                  </p:childTnLst>
                                </p:cTn>
                              </p:par>
                            </p:childTnLst>
                          </p:cTn>
                        </p:par>
                        <p:par>
                          <p:cTn id="1313" fill="hold">
                            <p:stCondLst>
                              <p:cond delay="6500"/>
                            </p:stCondLst>
                            <p:childTnLst>
                              <p:par>
                                <p:cTn id="1314" presetID="1" presetClass="exit" presetSubtype="0" fill="hold" grpId="2" nodeType="afterEffect">
                                  <p:stCondLst>
                                    <p:cond delay="0"/>
                                  </p:stCondLst>
                                  <p:childTnLst>
                                    <p:set>
                                      <p:cBhvr>
                                        <p:cTn id="1315" dur="1" fill="hold">
                                          <p:stCondLst>
                                            <p:cond delay="0"/>
                                          </p:stCondLst>
                                        </p:cTn>
                                        <p:tgtEl>
                                          <p:spTgt spid="129"/>
                                        </p:tgtEl>
                                        <p:attrNameLst>
                                          <p:attrName>style.visibility</p:attrName>
                                        </p:attrNameLst>
                                      </p:cBhvr>
                                      <p:to>
                                        <p:strVal val="hidden"/>
                                      </p:to>
                                    </p:set>
                                  </p:childTnLst>
                                </p:cTn>
                              </p:par>
                              <p:par>
                                <p:cTn id="1316" presetID="10" presetClass="entr" presetSubtype="0" fill="hold" grpId="0" nodeType="withEffect">
                                  <p:stCondLst>
                                    <p:cond delay="0"/>
                                  </p:stCondLst>
                                  <p:childTnLst>
                                    <p:set>
                                      <p:cBhvr>
                                        <p:cTn id="1317" dur="1" fill="hold">
                                          <p:stCondLst>
                                            <p:cond delay="0"/>
                                          </p:stCondLst>
                                        </p:cTn>
                                        <p:tgtEl>
                                          <p:spTgt spid="263"/>
                                        </p:tgtEl>
                                        <p:attrNameLst>
                                          <p:attrName>style.visibility</p:attrName>
                                        </p:attrNameLst>
                                      </p:cBhvr>
                                      <p:to>
                                        <p:strVal val="visible"/>
                                      </p:to>
                                    </p:set>
                                    <p:animEffect transition="in" filter="fade">
                                      <p:cBhvr>
                                        <p:cTn id="1318" dur="1000"/>
                                        <p:tgtEl>
                                          <p:spTgt spid="263"/>
                                        </p:tgtEl>
                                      </p:cBhvr>
                                    </p:animEffect>
                                  </p:childTnLst>
                                </p:cTn>
                              </p:par>
                              <p:par>
                                <p:cTn id="1319" presetID="10" presetClass="exit" presetSubtype="0" fill="hold" nodeType="withEffect">
                                  <p:stCondLst>
                                    <p:cond delay="0"/>
                                  </p:stCondLst>
                                  <p:childTnLst>
                                    <p:animEffect transition="out" filter="fade">
                                      <p:cBhvr>
                                        <p:cTn id="1320" dur="500"/>
                                        <p:tgtEl>
                                          <p:spTgt spid="290"/>
                                        </p:tgtEl>
                                      </p:cBhvr>
                                    </p:animEffect>
                                    <p:set>
                                      <p:cBhvr>
                                        <p:cTn id="1321" dur="1" fill="hold">
                                          <p:stCondLst>
                                            <p:cond delay="499"/>
                                          </p:stCondLst>
                                        </p:cTn>
                                        <p:tgtEl>
                                          <p:spTgt spid="290"/>
                                        </p:tgtEl>
                                        <p:attrNameLst>
                                          <p:attrName>style.visibility</p:attrName>
                                        </p:attrNameLst>
                                      </p:cBhvr>
                                      <p:to>
                                        <p:strVal val="hidden"/>
                                      </p:to>
                                    </p:set>
                                  </p:childTnLst>
                                </p:cTn>
                              </p:par>
                            </p:childTnLst>
                          </p:cTn>
                        </p:par>
                        <p:par>
                          <p:cTn id="1322" fill="hold">
                            <p:stCondLst>
                              <p:cond delay="7500"/>
                            </p:stCondLst>
                            <p:childTnLst>
                              <p:par>
                                <p:cTn id="1323" presetID="22" presetClass="entr" presetSubtype="1" fill="hold" nodeType="afterEffect">
                                  <p:stCondLst>
                                    <p:cond delay="0"/>
                                  </p:stCondLst>
                                  <p:childTnLst>
                                    <p:set>
                                      <p:cBhvr>
                                        <p:cTn id="1324" dur="1" fill="hold">
                                          <p:stCondLst>
                                            <p:cond delay="0"/>
                                          </p:stCondLst>
                                        </p:cTn>
                                        <p:tgtEl>
                                          <p:spTgt spid="312"/>
                                        </p:tgtEl>
                                        <p:attrNameLst>
                                          <p:attrName>style.visibility</p:attrName>
                                        </p:attrNameLst>
                                      </p:cBhvr>
                                      <p:to>
                                        <p:strVal val="visible"/>
                                      </p:to>
                                    </p:set>
                                    <p:animEffect transition="in" filter="wipe(up)">
                                      <p:cBhvr>
                                        <p:cTn id="1325" dur="1000"/>
                                        <p:tgtEl>
                                          <p:spTgt spid="312"/>
                                        </p:tgtEl>
                                      </p:cBhvr>
                                    </p:animEffect>
                                  </p:childTnLst>
                                </p:cTn>
                              </p:par>
                            </p:childTnLst>
                          </p:cTn>
                        </p:par>
                        <p:par>
                          <p:cTn id="1326" fill="hold">
                            <p:stCondLst>
                              <p:cond delay="8500"/>
                            </p:stCondLst>
                            <p:childTnLst>
                              <p:par>
                                <p:cTn id="1327" presetID="47" presetClass="entr" presetSubtype="0" fill="hold" nodeType="afterEffect">
                                  <p:stCondLst>
                                    <p:cond delay="0"/>
                                  </p:stCondLst>
                                  <p:childTnLst>
                                    <p:set>
                                      <p:cBhvr>
                                        <p:cTn id="1328" dur="1" fill="hold">
                                          <p:stCondLst>
                                            <p:cond delay="0"/>
                                          </p:stCondLst>
                                        </p:cTn>
                                        <p:tgtEl>
                                          <p:spTgt spid="135"/>
                                        </p:tgtEl>
                                        <p:attrNameLst>
                                          <p:attrName>style.visibility</p:attrName>
                                        </p:attrNameLst>
                                      </p:cBhvr>
                                      <p:to>
                                        <p:strVal val="visible"/>
                                      </p:to>
                                    </p:set>
                                    <p:animEffect transition="in" filter="fade">
                                      <p:cBhvr>
                                        <p:cTn id="1329" dur="1000"/>
                                        <p:tgtEl>
                                          <p:spTgt spid="135"/>
                                        </p:tgtEl>
                                      </p:cBhvr>
                                    </p:animEffect>
                                    <p:anim calcmode="lin" valueType="num">
                                      <p:cBhvr>
                                        <p:cTn id="1330" dur="1000" fill="hold"/>
                                        <p:tgtEl>
                                          <p:spTgt spid="135"/>
                                        </p:tgtEl>
                                        <p:attrNameLst>
                                          <p:attrName>ppt_x</p:attrName>
                                        </p:attrNameLst>
                                      </p:cBhvr>
                                      <p:tavLst>
                                        <p:tav tm="0">
                                          <p:val>
                                            <p:strVal val="#ppt_x"/>
                                          </p:val>
                                        </p:tav>
                                        <p:tav tm="100000">
                                          <p:val>
                                            <p:strVal val="#ppt_x"/>
                                          </p:val>
                                        </p:tav>
                                      </p:tavLst>
                                    </p:anim>
                                    <p:anim calcmode="lin" valueType="num">
                                      <p:cBhvr>
                                        <p:cTn id="1331" dur="1000" fill="hold"/>
                                        <p:tgtEl>
                                          <p:spTgt spid="135"/>
                                        </p:tgtEl>
                                        <p:attrNameLst>
                                          <p:attrName>ppt_y</p:attrName>
                                        </p:attrNameLst>
                                      </p:cBhvr>
                                      <p:tavLst>
                                        <p:tav tm="0">
                                          <p:val>
                                            <p:strVal val="#ppt_y-.1"/>
                                          </p:val>
                                        </p:tav>
                                        <p:tav tm="100000">
                                          <p:val>
                                            <p:strVal val="#ppt_y"/>
                                          </p:val>
                                        </p:tav>
                                      </p:tavLst>
                                    </p:anim>
                                  </p:childTnLst>
                                </p:cTn>
                              </p:par>
                            </p:childTnLst>
                          </p:cTn>
                        </p:par>
                        <p:par>
                          <p:cTn id="1332" fill="hold">
                            <p:stCondLst>
                              <p:cond delay="9500"/>
                            </p:stCondLst>
                            <p:childTnLst>
                              <p:par>
                                <p:cTn id="1333" presetID="8" presetClass="emph" presetSubtype="0" fill="hold" nodeType="afterEffect">
                                  <p:stCondLst>
                                    <p:cond delay="0"/>
                                  </p:stCondLst>
                                  <p:childTnLst>
                                    <p:animRot by="21600000">
                                      <p:cBhvr>
                                        <p:cTn id="1334" dur="1500" fill="hold"/>
                                        <p:tgtEl>
                                          <p:spTgt spid="371"/>
                                        </p:tgtEl>
                                        <p:attrNameLst>
                                          <p:attrName>r</p:attrName>
                                        </p:attrNameLst>
                                      </p:cBhvr>
                                    </p:animRot>
                                  </p:childTnLst>
                                </p:cTn>
                              </p:par>
                            </p:childTnLst>
                          </p:cTn>
                        </p:par>
                        <p:par>
                          <p:cTn id="1335" fill="hold">
                            <p:stCondLst>
                              <p:cond delay="11000"/>
                            </p:stCondLst>
                            <p:childTnLst>
                              <p:par>
                                <p:cTn id="1336" presetID="7" presetClass="emph" presetSubtype="2" fill="hold" nodeType="afterEffect">
                                  <p:stCondLst>
                                    <p:cond delay="0"/>
                                  </p:stCondLst>
                                  <p:childTnLst>
                                    <p:animClr clrSpc="rgb" dir="cw">
                                      <p:cBhvr>
                                        <p:cTn id="1337" dur="1000" fill="hold"/>
                                        <p:tgtEl>
                                          <p:spTgt spid="299"/>
                                        </p:tgtEl>
                                        <p:attrNameLst>
                                          <p:attrName>stroke.color</p:attrName>
                                        </p:attrNameLst>
                                      </p:cBhvr>
                                      <p:to>
                                        <a:srgbClr val="F2F2F2"/>
                                      </p:to>
                                    </p:animClr>
                                    <p:set>
                                      <p:cBhvr>
                                        <p:cTn id="1338" dur="1000" fill="hold"/>
                                        <p:tgtEl>
                                          <p:spTgt spid="299"/>
                                        </p:tgtEl>
                                        <p:attrNameLst>
                                          <p:attrName>stroke.on</p:attrName>
                                        </p:attrNameLst>
                                      </p:cBhvr>
                                      <p:to>
                                        <p:strVal val="true"/>
                                      </p:to>
                                    </p:set>
                                  </p:childTnLst>
                                </p:cTn>
                              </p:par>
                              <p:par>
                                <p:cTn id="1339" presetID="7" presetClass="emph" presetSubtype="2" fill="hold" nodeType="withEffect">
                                  <p:stCondLst>
                                    <p:cond delay="500"/>
                                  </p:stCondLst>
                                  <p:childTnLst>
                                    <p:animClr clrSpc="rgb" dir="cw">
                                      <p:cBhvr>
                                        <p:cTn id="1340" dur="1000" fill="hold"/>
                                        <p:tgtEl>
                                          <p:spTgt spid="298"/>
                                        </p:tgtEl>
                                        <p:attrNameLst>
                                          <p:attrName>stroke.color</p:attrName>
                                        </p:attrNameLst>
                                      </p:cBhvr>
                                      <p:to>
                                        <a:schemeClr val="accent2"/>
                                      </p:to>
                                    </p:animClr>
                                    <p:set>
                                      <p:cBhvr>
                                        <p:cTn id="1341" dur="1000" fill="hold"/>
                                        <p:tgtEl>
                                          <p:spTgt spid="298"/>
                                        </p:tgtEl>
                                        <p:attrNameLst>
                                          <p:attrName>stroke.on</p:attrName>
                                        </p:attrNameLst>
                                      </p:cBhvr>
                                      <p:to>
                                        <p:strVal val="true"/>
                                      </p:to>
                                    </p:set>
                                  </p:childTnLst>
                                </p:cTn>
                              </p:par>
                            </p:childTnLst>
                          </p:cTn>
                        </p:par>
                      </p:childTnLst>
                    </p:cTn>
                  </p:par>
                  <p:par>
                    <p:cTn id="1342" fill="hold">
                      <p:stCondLst>
                        <p:cond delay="indefinite"/>
                      </p:stCondLst>
                      <p:childTnLst>
                        <p:par>
                          <p:cTn id="1343" fill="hold">
                            <p:stCondLst>
                              <p:cond delay="0"/>
                            </p:stCondLst>
                            <p:childTnLst>
                              <p:par>
                                <p:cTn id="1344" presetID="63" presetClass="path" presetSubtype="0" accel="50000" decel="50000" fill="hold" nodeType="clickEffect">
                                  <p:stCondLst>
                                    <p:cond delay="0"/>
                                  </p:stCondLst>
                                  <p:childTnLst>
                                    <p:animMotion origin="layout" path="M 0.06277 -0.00069 L 0.11693 0.00278 " pathEditMode="relative" rAng="0" ptsTypes="AA">
                                      <p:cBhvr>
                                        <p:cTn id="1345" dur="1000" fill="hold"/>
                                        <p:tgtEl>
                                          <p:spTgt spid="338"/>
                                        </p:tgtEl>
                                        <p:attrNameLst>
                                          <p:attrName>ppt_x</p:attrName>
                                          <p:attrName>ppt_y</p:attrName>
                                        </p:attrNameLst>
                                      </p:cBhvr>
                                      <p:rCtr x="2708" y="162"/>
                                    </p:animMotion>
                                  </p:childTnLst>
                                </p:cTn>
                              </p:par>
                            </p:childTnLst>
                          </p:cTn>
                        </p:par>
                        <p:par>
                          <p:cTn id="1346" fill="hold">
                            <p:stCondLst>
                              <p:cond delay="1000"/>
                            </p:stCondLst>
                            <p:childTnLst>
                              <p:par>
                                <p:cTn id="1347" presetID="10" presetClass="exit" presetSubtype="0" fill="hold" nodeType="afterEffect">
                                  <p:stCondLst>
                                    <p:cond delay="0"/>
                                  </p:stCondLst>
                                  <p:childTnLst>
                                    <p:animEffect transition="out" filter="fade">
                                      <p:cBhvr>
                                        <p:cTn id="1348" dur="500"/>
                                        <p:tgtEl>
                                          <p:spTgt spid="338"/>
                                        </p:tgtEl>
                                      </p:cBhvr>
                                    </p:animEffect>
                                    <p:set>
                                      <p:cBhvr>
                                        <p:cTn id="1349" dur="1" fill="hold">
                                          <p:stCondLst>
                                            <p:cond delay="499"/>
                                          </p:stCondLst>
                                        </p:cTn>
                                        <p:tgtEl>
                                          <p:spTgt spid="338"/>
                                        </p:tgtEl>
                                        <p:attrNameLst>
                                          <p:attrName>style.visibility</p:attrName>
                                        </p:attrNameLst>
                                      </p:cBhvr>
                                      <p:to>
                                        <p:strVal val="hidden"/>
                                      </p:to>
                                    </p:set>
                                  </p:childTnLst>
                                </p:cTn>
                              </p:par>
                            </p:childTnLst>
                          </p:cTn>
                        </p:par>
                        <p:par>
                          <p:cTn id="1350" fill="hold">
                            <p:stCondLst>
                              <p:cond delay="1500"/>
                            </p:stCondLst>
                            <p:childTnLst>
                              <p:par>
                                <p:cTn id="1351" presetID="7" presetClass="emph" presetSubtype="2" fill="hold" nodeType="afterEffect">
                                  <p:stCondLst>
                                    <p:cond delay="0"/>
                                  </p:stCondLst>
                                  <p:childTnLst>
                                    <p:animClr clrSpc="rgb" dir="cw">
                                      <p:cBhvr>
                                        <p:cTn id="1352" dur="1000" fill="hold"/>
                                        <p:tgtEl>
                                          <p:spTgt spid="298"/>
                                        </p:tgtEl>
                                        <p:attrNameLst>
                                          <p:attrName>stroke.color</p:attrName>
                                        </p:attrNameLst>
                                      </p:cBhvr>
                                      <p:to>
                                        <a:srgbClr val="F2F2F2"/>
                                      </p:to>
                                    </p:animClr>
                                    <p:set>
                                      <p:cBhvr>
                                        <p:cTn id="1353" dur="1000" fill="hold"/>
                                        <p:tgtEl>
                                          <p:spTgt spid="298"/>
                                        </p:tgtEl>
                                        <p:attrNameLst>
                                          <p:attrName>stroke.on</p:attrName>
                                        </p:attrNameLst>
                                      </p:cBhvr>
                                      <p:to>
                                        <p:strVal val="true"/>
                                      </p:to>
                                    </p:set>
                                  </p:childTnLst>
                                </p:cTn>
                              </p:par>
                              <p:par>
                                <p:cTn id="1354" presetID="7" presetClass="emph" presetSubtype="2" fill="hold" nodeType="withEffect">
                                  <p:stCondLst>
                                    <p:cond delay="500"/>
                                  </p:stCondLst>
                                  <p:childTnLst>
                                    <p:animClr clrSpc="rgb" dir="cw">
                                      <p:cBhvr>
                                        <p:cTn id="1355" dur="1000" fill="hold"/>
                                        <p:tgtEl>
                                          <p:spTgt spid="297"/>
                                        </p:tgtEl>
                                        <p:attrNameLst>
                                          <p:attrName>stroke.color</p:attrName>
                                        </p:attrNameLst>
                                      </p:cBhvr>
                                      <p:to>
                                        <a:schemeClr val="accent2"/>
                                      </p:to>
                                    </p:animClr>
                                    <p:set>
                                      <p:cBhvr>
                                        <p:cTn id="1356" dur="1000" fill="hold"/>
                                        <p:tgtEl>
                                          <p:spTgt spid="297"/>
                                        </p:tgtEl>
                                        <p:attrNameLst>
                                          <p:attrName>stroke.on</p:attrName>
                                        </p:attrNameLst>
                                      </p:cBhvr>
                                      <p:to>
                                        <p:strVal val="true"/>
                                      </p:to>
                                    </p:set>
                                  </p:childTnLst>
                                </p:cTn>
                              </p:par>
                            </p:childTnLst>
                          </p:cTn>
                        </p:par>
                      </p:childTnLst>
                    </p:cTn>
                  </p:par>
                  <p:par>
                    <p:cTn id="1357" fill="hold">
                      <p:stCondLst>
                        <p:cond delay="indefinite"/>
                      </p:stCondLst>
                      <p:childTnLst>
                        <p:par>
                          <p:cTn id="1358" fill="hold">
                            <p:stCondLst>
                              <p:cond delay="0"/>
                            </p:stCondLst>
                            <p:childTnLst>
                              <p:par>
                                <p:cTn id="1359" presetID="63" presetClass="path" presetSubtype="0" accel="50000" decel="50000" fill="hold" nodeType="clickEffect">
                                  <p:stCondLst>
                                    <p:cond delay="0"/>
                                  </p:stCondLst>
                                  <p:childTnLst>
                                    <p:animMotion origin="layout" path="M 0.03737 0.00046 L 0.07058 -0.00023 " pathEditMode="relative" rAng="0" ptsTypes="AA">
                                      <p:cBhvr>
                                        <p:cTn id="1360" dur="1000" fill="hold"/>
                                        <p:tgtEl>
                                          <p:spTgt spid="88"/>
                                        </p:tgtEl>
                                        <p:attrNameLst>
                                          <p:attrName>ppt_x</p:attrName>
                                          <p:attrName>ppt_y</p:attrName>
                                        </p:attrNameLst>
                                      </p:cBhvr>
                                      <p:rCtr x="1654" y="-46"/>
                                    </p:animMotion>
                                  </p:childTnLst>
                                </p:cTn>
                              </p:par>
                            </p:childTnLst>
                          </p:cTn>
                        </p:par>
                        <p:par>
                          <p:cTn id="1361" fill="hold">
                            <p:stCondLst>
                              <p:cond delay="1000"/>
                            </p:stCondLst>
                            <p:childTnLst>
                              <p:par>
                                <p:cTn id="1362" presetID="7" presetClass="emph" presetSubtype="2" fill="hold" nodeType="afterEffect">
                                  <p:stCondLst>
                                    <p:cond delay="0"/>
                                  </p:stCondLst>
                                  <p:childTnLst>
                                    <p:animClr clrSpc="rgb" dir="cw">
                                      <p:cBhvr>
                                        <p:cTn id="1363" dur="1000" fill="hold"/>
                                        <p:tgtEl>
                                          <p:spTgt spid="297"/>
                                        </p:tgtEl>
                                        <p:attrNameLst>
                                          <p:attrName>stroke.color</p:attrName>
                                        </p:attrNameLst>
                                      </p:cBhvr>
                                      <p:to>
                                        <a:srgbClr val="F2F2F2"/>
                                      </p:to>
                                    </p:animClr>
                                    <p:set>
                                      <p:cBhvr>
                                        <p:cTn id="1364" dur="1000" fill="hold"/>
                                        <p:tgtEl>
                                          <p:spTgt spid="297"/>
                                        </p:tgtEl>
                                        <p:attrNameLst>
                                          <p:attrName>stroke.on</p:attrName>
                                        </p:attrNameLst>
                                      </p:cBhvr>
                                      <p:to>
                                        <p:strVal val="true"/>
                                      </p:to>
                                    </p:set>
                                  </p:childTnLst>
                                </p:cTn>
                              </p:par>
                              <p:par>
                                <p:cTn id="1365" presetID="7" presetClass="emph" presetSubtype="2" fill="hold" nodeType="withEffect">
                                  <p:stCondLst>
                                    <p:cond delay="500"/>
                                  </p:stCondLst>
                                  <p:childTnLst>
                                    <p:animClr clrSpc="rgb" dir="cw">
                                      <p:cBhvr>
                                        <p:cTn id="1366" dur="1000" fill="hold"/>
                                        <p:tgtEl>
                                          <p:spTgt spid="298"/>
                                        </p:tgtEl>
                                        <p:attrNameLst>
                                          <p:attrName>stroke.color</p:attrName>
                                        </p:attrNameLst>
                                      </p:cBhvr>
                                      <p:to>
                                        <a:schemeClr val="accent2"/>
                                      </p:to>
                                    </p:animClr>
                                    <p:set>
                                      <p:cBhvr>
                                        <p:cTn id="1367" dur="1000" fill="hold"/>
                                        <p:tgtEl>
                                          <p:spTgt spid="298"/>
                                        </p:tgtEl>
                                        <p:attrNameLst>
                                          <p:attrName>stroke.on</p:attrName>
                                        </p:attrNameLst>
                                      </p:cBhvr>
                                      <p:to>
                                        <p:strVal val="true"/>
                                      </p:to>
                                    </p:set>
                                  </p:childTnLst>
                                </p:cTn>
                              </p:par>
                            </p:childTnLst>
                          </p:cTn>
                        </p:par>
                      </p:childTnLst>
                    </p:cTn>
                  </p:par>
                  <p:par>
                    <p:cTn id="1368" fill="hold">
                      <p:stCondLst>
                        <p:cond delay="indefinite"/>
                      </p:stCondLst>
                      <p:childTnLst>
                        <p:par>
                          <p:cTn id="1369" fill="hold">
                            <p:stCondLst>
                              <p:cond delay="0"/>
                            </p:stCondLst>
                            <p:childTnLst>
                              <p:par>
                                <p:cTn id="1370" presetID="12" presetClass="entr" presetSubtype="8" fill="hold" nodeType="clickEffect">
                                  <p:stCondLst>
                                    <p:cond delay="0"/>
                                  </p:stCondLst>
                                  <p:childTnLst>
                                    <p:set>
                                      <p:cBhvr>
                                        <p:cTn id="1371" dur="1" fill="hold">
                                          <p:stCondLst>
                                            <p:cond delay="0"/>
                                          </p:stCondLst>
                                        </p:cTn>
                                        <p:tgtEl>
                                          <p:spTgt spid="341"/>
                                        </p:tgtEl>
                                        <p:attrNameLst>
                                          <p:attrName>style.visibility</p:attrName>
                                        </p:attrNameLst>
                                      </p:cBhvr>
                                      <p:to>
                                        <p:strVal val="visible"/>
                                      </p:to>
                                    </p:set>
                                    <p:anim calcmode="lin" valueType="num">
                                      <p:cBhvr additive="base">
                                        <p:cTn id="1372" dur="500"/>
                                        <p:tgtEl>
                                          <p:spTgt spid="341"/>
                                        </p:tgtEl>
                                        <p:attrNameLst>
                                          <p:attrName>ppt_x</p:attrName>
                                        </p:attrNameLst>
                                      </p:cBhvr>
                                      <p:tavLst>
                                        <p:tav tm="0">
                                          <p:val>
                                            <p:strVal val="#ppt_x-#ppt_w*1.125000"/>
                                          </p:val>
                                        </p:tav>
                                        <p:tav tm="100000">
                                          <p:val>
                                            <p:strVal val="#ppt_x"/>
                                          </p:val>
                                        </p:tav>
                                      </p:tavLst>
                                    </p:anim>
                                    <p:animEffect transition="in" filter="wipe(right)">
                                      <p:cBhvr>
                                        <p:cTn id="1373" dur="500"/>
                                        <p:tgtEl>
                                          <p:spTgt spid="341"/>
                                        </p:tgtEl>
                                      </p:cBhvr>
                                    </p:animEffect>
                                  </p:childTnLst>
                                </p:cTn>
                              </p:par>
                            </p:childTnLst>
                          </p:cTn>
                        </p:par>
                        <p:par>
                          <p:cTn id="1374" fill="hold">
                            <p:stCondLst>
                              <p:cond delay="500"/>
                            </p:stCondLst>
                            <p:childTnLst>
                              <p:par>
                                <p:cTn id="1375" presetID="7" presetClass="emph" presetSubtype="2" fill="hold" nodeType="afterEffect">
                                  <p:stCondLst>
                                    <p:cond delay="0"/>
                                  </p:stCondLst>
                                  <p:childTnLst>
                                    <p:animClr clrSpc="rgb" dir="cw">
                                      <p:cBhvr>
                                        <p:cTn id="1376" dur="1000" fill="hold"/>
                                        <p:tgtEl>
                                          <p:spTgt spid="298"/>
                                        </p:tgtEl>
                                        <p:attrNameLst>
                                          <p:attrName>stroke.color</p:attrName>
                                        </p:attrNameLst>
                                      </p:cBhvr>
                                      <p:to>
                                        <a:srgbClr val="F2F2F2"/>
                                      </p:to>
                                    </p:animClr>
                                    <p:set>
                                      <p:cBhvr>
                                        <p:cTn id="1377" dur="1000" fill="hold"/>
                                        <p:tgtEl>
                                          <p:spTgt spid="298"/>
                                        </p:tgtEl>
                                        <p:attrNameLst>
                                          <p:attrName>stroke.on</p:attrName>
                                        </p:attrNameLst>
                                      </p:cBhvr>
                                      <p:to>
                                        <p:strVal val="true"/>
                                      </p:to>
                                    </p:set>
                                  </p:childTnLst>
                                </p:cTn>
                              </p:par>
                              <p:par>
                                <p:cTn id="1378" presetID="7" presetClass="emph" presetSubtype="2" fill="hold" nodeType="withEffect">
                                  <p:stCondLst>
                                    <p:cond delay="500"/>
                                  </p:stCondLst>
                                  <p:childTnLst>
                                    <p:animClr clrSpc="rgb" dir="cw">
                                      <p:cBhvr>
                                        <p:cTn id="1379" dur="1000" fill="hold"/>
                                        <p:tgtEl>
                                          <p:spTgt spid="299"/>
                                        </p:tgtEl>
                                        <p:attrNameLst>
                                          <p:attrName>stroke.color</p:attrName>
                                        </p:attrNameLst>
                                      </p:cBhvr>
                                      <p:to>
                                        <a:schemeClr val="accent2"/>
                                      </p:to>
                                    </p:animClr>
                                    <p:set>
                                      <p:cBhvr>
                                        <p:cTn id="1380" dur="1000" fill="hold"/>
                                        <p:tgtEl>
                                          <p:spTgt spid="299"/>
                                        </p:tgtEl>
                                        <p:attrNameLst>
                                          <p:attrName>stroke.on</p:attrName>
                                        </p:attrNameLst>
                                      </p:cBhvr>
                                      <p:to>
                                        <p:strVal val="true"/>
                                      </p:to>
                                    </p:set>
                                  </p:childTnLst>
                                </p:cTn>
                              </p:par>
                            </p:childTnLst>
                          </p:cTn>
                        </p:par>
                      </p:childTnLst>
                    </p:cTn>
                  </p:par>
                  <p:par>
                    <p:cTn id="1381" fill="hold">
                      <p:stCondLst>
                        <p:cond delay="indefinite"/>
                      </p:stCondLst>
                      <p:childTnLst>
                        <p:par>
                          <p:cTn id="1382" fill="hold">
                            <p:stCondLst>
                              <p:cond delay="0"/>
                            </p:stCondLst>
                            <p:childTnLst>
                              <p:par>
                                <p:cTn id="1383" presetID="10" presetClass="entr" presetSubtype="0" fill="hold" grpId="0" nodeType="clickEffect">
                                  <p:stCondLst>
                                    <p:cond delay="0"/>
                                  </p:stCondLst>
                                  <p:childTnLst>
                                    <p:set>
                                      <p:cBhvr>
                                        <p:cTn id="1384" dur="1" fill="hold">
                                          <p:stCondLst>
                                            <p:cond delay="0"/>
                                          </p:stCondLst>
                                        </p:cTn>
                                        <p:tgtEl>
                                          <p:spTgt spid="316"/>
                                        </p:tgtEl>
                                        <p:attrNameLst>
                                          <p:attrName>style.visibility</p:attrName>
                                        </p:attrNameLst>
                                      </p:cBhvr>
                                      <p:to>
                                        <p:strVal val="visible"/>
                                      </p:to>
                                    </p:set>
                                    <p:animEffect transition="in" filter="fade">
                                      <p:cBhvr>
                                        <p:cTn id="1385" dur="500"/>
                                        <p:tgtEl>
                                          <p:spTgt spid="316"/>
                                        </p:tgtEl>
                                      </p:cBhvr>
                                    </p:animEffect>
                                  </p:childTnLst>
                                </p:cTn>
                              </p:par>
                            </p:childTnLst>
                          </p:cTn>
                        </p:par>
                        <p:par>
                          <p:cTn id="1386" fill="hold">
                            <p:stCondLst>
                              <p:cond delay="500"/>
                            </p:stCondLst>
                            <p:childTnLst>
                              <p:par>
                                <p:cTn id="1387" presetID="42" presetClass="path" presetSubtype="0" accel="50000" decel="50000" fill="hold" grpId="1" nodeType="afterEffect">
                                  <p:stCondLst>
                                    <p:cond delay="0"/>
                                  </p:stCondLst>
                                  <p:childTnLst>
                                    <p:animMotion origin="layout" path="M -3.75E-6 1.48148E-6 L -0.04596 0.28981 " pathEditMode="relative" rAng="0" ptsTypes="AA">
                                      <p:cBhvr>
                                        <p:cTn id="1388" dur="1000" fill="hold"/>
                                        <p:tgtEl>
                                          <p:spTgt spid="316"/>
                                        </p:tgtEl>
                                        <p:attrNameLst>
                                          <p:attrName>ppt_x</p:attrName>
                                          <p:attrName>ppt_y</p:attrName>
                                        </p:attrNameLst>
                                      </p:cBhvr>
                                      <p:rCtr x="-2305" y="14491"/>
                                    </p:animMotion>
                                  </p:childTnLst>
                                </p:cTn>
                              </p:par>
                              <p:par>
                                <p:cTn id="1389" presetID="10" presetClass="exit" presetSubtype="0" fill="hold" grpId="2" nodeType="withEffect">
                                  <p:stCondLst>
                                    <p:cond delay="0"/>
                                  </p:stCondLst>
                                  <p:childTnLst>
                                    <p:animEffect transition="out" filter="fade">
                                      <p:cBhvr>
                                        <p:cTn id="1390" dur="500"/>
                                        <p:tgtEl>
                                          <p:spTgt spid="289"/>
                                        </p:tgtEl>
                                      </p:cBhvr>
                                    </p:animEffect>
                                    <p:set>
                                      <p:cBhvr>
                                        <p:cTn id="1391" dur="1" fill="hold">
                                          <p:stCondLst>
                                            <p:cond delay="499"/>
                                          </p:stCondLst>
                                        </p:cTn>
                                        <p:tgtEl>
                                          <p:spTgt spid="289"/>
                                        </p:tgtEl>
                                        <p:attrNameLst>
                                          <p:attrName>style.visibility</p:attrName>
                                        </p:attrNameLst>
                                      </p:cBhvr>
                                      <p:to>
                                        <p:strVal val="hidden"/>
                                      </p:to>
                                    </p:set>
                                  </p:childTnLst>
                                </p:cTn>
                              </p:par>
                            </p:childTnLst>
                          </p:cTn>
                        </p:par>
                        <p:par>
                          <p:cTn id="1392" fill="hold">
                            <p:stCondLst>
                              <p:cond delay="1500"/>
                            </p:stCondLst>
                            <p:childTnLst>
                              <p:par>
                                <p:cTn id="1393" presetID="31" presetClass="entr" presetSubtype="0" fill="hold" grpId="0" nodeType="afterEffect">
                                  <p:stCondLst>
                                    <p:cond delay="0"/>
                                  </p:stCondLst>
                                  <p:childTnLst>
                                    <p:set>
                                      <p:cBhvr>
                                        <p:cTn id="1394" dur="1" fill="hold">
                                          <p:stCondLst>
                                            <p:cond delay="0"/>
                                          </p:stCondLst>
                                        </p:cTn>
                                        <p:tgtEl>
                                          <p:spTgt spid="151"/>
                                        </p:tgtEl>
                                        <p:attrNameLst>
                                          <p:attrName>style.visibility</p:attrName>
                                        </p:attrNameLst>
                                      </p:cBhvr>
                                      <p:to>
                                        <p:strVal val="visible"/>
                                      </p:to>
                                    </p:set>
                                    <p:anim calcmode="lin" valueType="num">
                                      <p:cBhvr>
                                        <p:cTn id="1395" dur="1000" fill="hold"/>
                                        <p:tgtEl>
                                          <p:spTgt spid="151"/>
                                        </p:tgtEl>
                                        <p:attrNameLst>
                                          <p:attrName>ppt_w</p:attrName>
                                        </p:attrNameLst>
                                      </p:cBhvr>
                                      <p:tavLst>
                                        <p:tav tm="0">
                                          <p:val>
                                            <p:fltVal val="0"/>
                                          </p:val>
                                        </p:tav>
                                        <p:tav tm="100000">
                                          <p:val>
                                            <p:strVal val="#ppt_w"/>
                                          </p:val>
                                        </p:tav>
                                      </p:tavLst>
                                    </p:anim>
                                    <p:anim calcmode="lin" valueType="num">
                                      <p:cBhvr>
                                        <p:cTn id="1396" dur="1000" fill="hold"/>
                                        <p:tgtEl>
                                          <p:spTgt spid="151"/>
                                        </p:tgtEl>
                                        <p:attrNameLst>
                                          <p:attrName>ppt_h</p:attrName>
                                        </p:attrNameLst>
                                      </p:cBhvr>
                                      <p:tavLst>
                                        <p:tav tm="0">
                                          <p:val>
                                            <p:fltVal val="0"/>
                                          </p:val>
                                        </p:tav>
                                        <p:tav tm="100000">
                                          <p:val>
                                            <p:strVal val="#ppt_h"/>
                                          </p:val>
                                        </p:tav>
                                      </p:tavLst>
                                    </p:anim>
                                    <p:anim calcmode="lin" valueType="num">
                                      <p:cBhvr>
                                        <p:cTn id="1397" dur="1000" fill="hold"/>
                                        <p:tgtEl>
                                          <p:spTgt spid="151"/>
                                        </p:tgtEl>
                                        <p:attrNameLst>
                                          <p:attrName>style.rotation</p:attrName>
                                        </p:attrNameLst>
                                      </p:cBhvr>
                                      <p:tavLst>
                                        <p:tav tm="0">
                                          <p:val>
                                            <p:fltVal val="90"/>
                                          </p:val>
                                        </p:tav>
                                        <p:tav tm="100000">
                                          <p:val>
                                            <p:fltVal val="0"/>
                                          </p:val>
                                        </p:tav>
                                      </p:tavLst>
                                    </p:anim>
                                    <p:animEffect transition="in" filter="fade">
                                      <p:cBhvr>
                                        <p:cTn id="1398" dur="1000"/>
                                        <p:tgtEl>
                                          <p:spTgt spid="151"/>
                                        </p:tgtEl>
                                      </p:cBhvr>
                                    </p:animEffect>
                                  </p:childTnLst>
                                </p:cTn>
                              </p:par>
                            </p:childTnLst>
                          </p:cTn>
                        </p:par>
                        <p:par>
                          <p:cTn id="1399" fill="hold">
                            <p:stCondLst>
                              <p:cond delay="2500"/>
                            </p:stCondLst>
                            <p:childTnLst>
                              <p:par>
                                <p:cTn id="1400" presetID="42" presetClass="path" presetSubtype="0" accel="50000" decel="50000" fill="hold" grpId="1" nodeType="afterEffect">
                                  <p:stCondLst>
                                    <p:cond delay="0"/>
                                  </p:stCondLst>
                                  <p:childTnLst>
                                    <p:animMotion origin="layout" path="M 4.16667E-7 1.85185E-6 L -0.04479 0.23148 " pathEditMode="relative" rAng="0" ptsTypes="AA">
                                      <p:cBhvr>
                                        <p:cTn id="1401" dur="1500" fill="hold"/>
                                        <p:tgtEl>
                                          <p:spTgt spid="151"/>
                                        </p:tgtEl>
                                        <p:attrNameLst>
                                          <p:attrName>ppt_x</p:attrName>
                                          <p:attrName>ppt_y</p:attrName>
                                        </p:attrNameLst>
                                      </p:cBhvr>
                                      <p:rCtr x="-2240" y="11574"/>
                                    </p:animMotion>
                                  </p:childTnLst>
                                </p:cTn>
                              </p:par>
                              <p:par>
                                <p:cTn id="1402" presetID="10" presetClass="exit" presetSubtype="0" fill="hold" grpId="2" nodeType="withEffect">
                                  <p:stCondLst>
                                    <p:cond delay="0"/>
                                  </p:stCondLst>
                                  <p:childTnLst>
                                    <p:animEffect transition="out" filter="fade">
                                      <p:cBhvr>
                                        <p:cTn id="1403" dur="500"/>
                                        <p:tgtEl>
                                          <p:spTgt spid="128"/>
                                        </p:tgtEl>
                                      </p:cBhvr>
                                    </p:animEffect>
                                    <p:set>
                                      <p:cBhvr>
                                        <p:cTn id="1404" dur="1" fill="hold">
                                          <p:stCondLst>
                                            <p:cond delay="499"/>
                                          </p:stCondLst>
                                        </p:cTn>
                                        <p:tgtEl>
                                          <p:spTgt spid="128"/>
                                        </p:tgtEl>
                                        <p:attrNameLst>
                                          <p:attrName>style.visibility</p:attrName>
                                        </p:attrNameLst>
                                      </p:cBhvr>
                                      <p:to>
                                        <p:strVal val="hidden"/>
                                      </p:to>
                                    </p:set>
                                  </p:childTnLst>
                                </p:cTn>
                              </p:par>
                            </p:childTnLst>
                          </p:cTn>
                        </p:par>
                        <p:par>
                          <p:cTn id="1405" fill="hold">
                            <p:stCondLst>
                              <p:cond delay="4000"/>
                            </p:stCondLst>
                            <p:childTnLst>
                              <p:par>
                                <p:cTn id="1406" presetID="31" presetClass="entr" presetSubtype="0" fill="hold" grpId="0" nodeType="afterEffect">
                                  <p:stCondLst>
                                    <p:cond delay="0"/>
                                  </p:stCondLst>
                                  <p:childTnLst>
                                    <p:set>
                                      <p:cBhvr>
                                        <p:cTn id="1407" dur="1" fill="hold">
                                          <p:stCondLst>
                                            <p:cond delay="0"/>
                                          </p:stCondLst>
                                        </p:cTn>
                                        <p:tgtEl>
                                          <p:spTgt spid="188"/>
                                        </p:tgtEl>
                                        <p:attrNameLst>
                                          <p:attrName>style.visibility</p:attrName>
                                        </p:attrNameLst>
                                      </p:cBhvr>
                                      <p:to>
                                        <p:strVal val="visible"/>
                                      </p:to>
                                    </p:set>
                                    <p:anim calcmode="lin" valueType="num">
                                      <p:cBhvr>
                                        <p:cTn id="1408" dur="1000" fill="hold"/>
                                        <p:tgtEl>
                                          <p:spTgt spid="188"/>
                                        </p:tgtEl>
                                        <p:attrNameLst>
                                          <p:attrName>ppt_w</p:attrName>
                                        </p:attrNameLst>
                                      </p:cBhvr>
                                      <p:tavLst>
                                        <p:tav tm="0">
                                          <p:val>
                                            <p:fltVal val="0"/>
                                          </p:val>
                                        </p:tav>
                                        <p:tav tm="100000">
                                          <p:val>
                                            <p:strVal val="#ppt_w"/>
                                          </p:val>
                                        </p:tav>
                                      </p:tavLst>
                                    </p:anim>
                                    <p:anim calcmode="lin" valueType="num">
                                      <p:cBhvr>
                                        <p:cTn id="1409" dur="1000" fill="hold"/>
                                        <p:tgtEl>
                                          <p:spTgt spid="188"/>
                                        </p:tgtEl>
                                        <p:attrNameLst>
                                          <p:attrName>ppt_h</p:attrName>
                                        </p:attrNameLst>
                                      </p:cBhvr>
                                      <p:tavLst>
                                        <p:tav tm="0">
                                          <p:val>
                                            <p:fltVal val="0"/>
                                          </p:val>
                                        </p:tav>
                                        <p:tav tm="100000">
                                          <p:val>
                                            <p:strVal val="#ppt_h"/>
                                          </p:val>
                                        </p:tav>
                                      </p:tavLst>
                                    </p:anim>
                                    <p:anim calcmode="lin" valueType="num">
                                      <p:cBhvr>
                                        <p:cTn id="1410" dur="1000" fill="hold"/>
                                        <p:tgtEl>
                                          <p:spTgt spid="188"/>
                                        </p:tgtEl>
                                        <p:attrNameLst>
                                          <p:attrName>style.rotation</p:attrName>
                                        </p:attrNameLst>
                                      </p:cBhvr>
                                      <p:tavLst>
                                        <p:tav tm="0">
                                          <p:val>
                                            <p:fltVal val="90"/>
                                          </p:val>
                                        </p:tav>
                                        <p:tav tm="100000">
                                          <p:val>
                                            <p:fltVal val="0"/>
                                          </p:val>
                                        </p:tav>
                                      </p:tavLst>
                                    </p:anim>
                                    <p:animEffect transition="in" filter="fade">
                                      <p:cBhvr>
                                        <p:cTn id="1411" dur="1000"/>
                                        <p:tgtEl>
                                          <p:spTgt spid="188"/>
                                        </p:tgtEl>
                                      </p:cBhvr>
                                    </p:animEffect>
                                  </p:childTnLst>
                                </p:cTn>
                              </p:par>
                            </p:childTnLst>
                          </p:cTn>
                        </p:par>
                        <p:par>
                          <p:cTn id="1412" fill="hold">
                            <p:stCondLst>
                              <p:cond delay="5000"/>
                            </p:stCondLst>
                            <p:childTnLst>
                              <p:par>
                                <p:cTn id="1413" presetID="42" presetClass="path" presetSubtype="0" accel="50000" decel="50000" fill="hold" grpId="1" nodeType="afterEffect">
                                  <p:stCondLst>
                                    <p:cond delay="0"/>
                                  </p:stCondLst>
                                  <p:childTnLst>
                                    <p:animMotion origin="layout" path="M 3.54167E-6 1.85185E-6 L -0.10013 0.46551 " pathEditMode="relative" rAng="0" ptsTypes="AA">
                                      <p:cBhvr>
                                        <p:cTn id="1414" dur="1500" fill="hold"/>
                                        <p:tgtEl>
                                          <p:spTgt spid="188"/>
                                        </p:tgtEl>
                                        <p:attrNameLst>
                                          <p:attrName>ppt_x</p:attrName>
                                          <p:attrName>ppt_y</p:attrName>
                                        </p:attrNameLst>
                                      </p:cBhvr>
                                      <p:rCtr x="-5013" y="23264"/>
                                    </p:animMotion>
                                  </p:childTnLst>
                                </p:cTn>
                              </p:par>
                              <p:par>
                                <p:cTn id="1415" presetID="10" presetClass="exit" presetSubtype="0" fill="hold" nodeType="withEffect">
                                  <p:stCondLst>
                                    <p:cond delay="0"/>
                                  </p:stCondLst>
                                  <p:childTnLst>
                                    <p:animEffect transition="out" filter="fade">
                                      <p:cBhvr>
                                        <p:cTn id="1416" dur="500"/>
                                        <p:tgtEl>
                                          <p:spTgt spid="312"/>
                                        </p:tgtEl>
                                      </p:cBhvr>
                                    </p:animEffect>
                                    <p:set>
                                      <p:cBhvr>
                                        <p:cTn id="1417" dur="1" fill="hold">
                                          <p:stCondLst>
                                            <p:cond delay="499"/>
                                          </p:stCondLst>
                                        </p:cTn>
                                        <p:tgtEl>
                                          <p:spTgt spid="312"/>
                                        </p:tgtEl>
                                        <p:attrNameLst>
                                          <p:attrName>style.visibility</p:attrName>
                                        </p:attrNameLst>
                                      </p:cBhvr>
                                      <p:to>
                                        <p:strVal val="hidden"/>
                                      </p:to>
                                    </p:set>
                                  </p:childTnLst>
                                </p:cTn>
                              </p:par>
                            </p:childTnLst>
                          </p:cTn>
                        </p:par>
                        <p:par>
                          <p:cTn id="1418" fill="hold">
                            <p:stCondLst>
                              <p:cond delay="6500"/>
                            </p:stCondLst>
                            <p:childTnLst>
                              <p:par>
                                <p:cTn id="1419" presetID="1" presetClass="exit" presetSubtype="0" fill="hold" grpId="2" nodeType="afterEffect">
                                  <p:stCondLst>
                                    <p:cond delay="0"/>
                                  </p:stCondLst>
                                  <p:childTnLst>
                                    <p:set>
                                      <p:cBhvr>
                                        <p:cTn id="1420" dur="1" fill="hold">
                                          <p:stCondLst>
                                            <p:cond delay="0"/>
                                          </p:stCondLst>
                                        </p:cTn>
                                        <p:tgtEl>
                                          <p:spTgt spid="188"/>
                                        </p:tgtEl>
                                        <p:attrNameLst>
                                          <p:attrName>style.visibility</p:attrName>
                                        </p:attrNameLst>
                                      </p:cBhvr>
                                      <p:to>
                                        <p:strVal val="hidden"/>
                                      </p:to>
                                    </p:set>
                                  </p:childTnLst>
                                </p:cTn>
                              </p:par>
                              <p:par>
                                <p:cTn id="1421" presetID="10" presetClass="entr" presetSubtype="0" fill="hold" grpId="0" nodeType="withEffect">
                                  <p:stCondLst>
                                    <p:cond delay="0"/>
                                  </p:stCondLst>
                                  <p:childTnLst>
                                    <p:set>
                                      <p:cBhvr>
                                        <p:cTn id="1422" dur="1" fill="hold">
                                          <p:stCondLst>
                                            <p:cond delay="0"/>
                                          </p:stCondLst>
                                        </p:cTn>
                                        <p:tgtEl>
                                          <p:spTgt spid="264"/>
                                        </p:tgtEl>
                                        <p:attrNameLst>
                                          <p:attrName>style.visibility</p:attrName>
                                        </p:attrNameLst>
                                      </p:cBhvr>
                                      <p:to>
                                        <p:strVal val="visible"/>
                                      </p:to>
                                    </p:set>
                                    <p:animEffect transition="in" filter="fade">
                                      <p:cBhvr>
                                        <p:cTn id="1423" dur="1000"/>
                                        <p:tgtEl>
                                          <p:spTgt spid="264"/>
                                        </p:tgtEl>
                                      </p:cBhvr>
                                    </p:animEffect>
                                  </p:childTnLst>
                                </p:cTn>
                              </p:par>
                            </p:childTnLst>
                          </p:cTn>
                        </p:par>
                        <p:par>
                          <p:cTn id="1424" fill="hold">
                            <p:stCondLst>
                              <p:cond delay="7500"/>
                            </p:stCondLst>
                            <p:childTnLst>
                              <p:par>
                                <p:cTn id="1425" presetID="22" presetClass="entr" presetSubtype="1" fill="hold" nodeType="afterEffect">
                                  <p:stCondLst>
                                    <p:cond delay="0"/>
                                  </p:stCondLst>
                                  <p:childTnLst>
                                    <p:set>
                                      <p:cBhvr>
                                        <p:cTn id="1426" dur="1" fill="hold">
                                          <p:stCondLst>
                                            <p:cond delay="0"/>
                                          </p:stCondLst>
                                        </p:cTn>
                                        <p:tgtEl>
                                          <p:spTgt spid="290"/>
                                        </p:tgtEl>
                                        <p:attrNameLst>
                                          <p:attrName>style.visibility</p:attrName>
                                        </p:attrNameLst>
                                      </p:cBhvr>
                                      <p:to>
                                        <p:strVal val="visible"/>
                                      </p:to>
                                    </p:set>
                                    <p:animEffect transition="in" filter="wipe(up)">
                                      <p:cBhvr>
                                        <p:cTn id="1427" dur="1000"/>
                                        <p:tgtEl>
                                          <p:spTgt spid="290"/>
                                        </p:tgtEl>
                                      </p:cBhvr>
                                    </p:animEffect>
                                  </p:childTnLst>
                                </p:cTn>
                              </p:par>
                            </p:childTnLst>
                          </p:cTn>
                        </p:par>
                        <p:par>
                          <p:cTn id="1428" fill="hold">
                            <p:stCondLst>
                              <p:cond delay="8500"/>
                            </p:stCondLst>
                            <p:childTnLst>
                              <p:par>
                                <p:cTn id="1429" presetID="47" presetClass="entr" presetSubtype="0" fill="hold" nodeType="afterEffect">
                                  <p:stCondLst>
                                    <p:cond delay="0"/>
                                  </p:stCondLst>
                                  <p:childTnLst>
                                    <p:set>
                                      <p:cBhvr>
                                        <p:cTn id="1430" dur="1" fill="hold">
                                          <p:stCondLst>
                                            <p:cond delay="0"/>
                                          </p:stCondLst>
                                        </p:cTn>
                                        <p:tgtEl>
                                          <p:spTgt spid="190"/>
                                        </p:tgtEl>
                                        <p:attrNameLst>
                                          <p:attrName>style.visibility</p:attrName>
                                        </p:attrNameLst>
                                      </p:cBhvr>
                                      <p:to>
                                        <p:strVal val="visible"/>
                                      </p:to>
                                    </p:set>
                                    <p:animEffect transition="in" filter="fade">
                                      <p:cBhvr>
                                        <p:cTn id="1431" dur="1000"/>
                                        <p:tgtEl>
                                          <p:spTgt spid="190"/>
                                        </p:tgtEl>
                                      </p:cBhvr>
                                    </p:animEffect>
                                    <p:anim calcmode="lin" valueType="num">
                                      <p:cBhvr>
                                        <p:cTn id="1432" dur="1000" fill="hold"/>
                                        <p:tgtEl>
                                          <p:spTgt spid="190"/>
                                        </p:tgtEl>
                                        <p:attrNameLst>
                                          <p:attrName>ppt_x</p:attrName>
                                        </p:attrNameLst>
                                      </p:cBhvr>
                                      <p:tavLst>
                                        <p:tav tm="0">
                                          <p:val>
                                            <p:strVal val="#ppt_x"/>
                                          </p:val>
                                        </p:tav>
                                        <p:tav tm="100000">
                                          <p:val>
                                            <p:strVal val="#ppt_x"/>
                                          </p:val>
                                        </p:tav>
                                      </p:tavLst>
                                    </p:anim>
                                    <p:anim calcmode="lin" valueType="num">
                                      <p:cBhvr>
                                        <p:cTn id="1433" dur="1000" fill="hold"/>
                                        <p:tgtEl>
                                          <p:spTgt spid="190"/>
                                        </p:tgtEl>
                                        <p:attrNameLst>
                                          <p:attrName>ppt_y</p:attrName>
                                        </p:attrNameLst>
                                      </p:cBhvr>
                                      <p:tavLst>
                                        <p:tav tm="0">
                                          <p:val>
                                            <p:strVal val="#ppt_y-.1"/>
                                          </p:val>
                                        </p:tav>
                                        <p:tav tm="100000">
                                          <p:val>
                                            <p:strVal val="#ppt_y"/>
                                          </p:val>
                                        </p:tav>
                                      </p:tavLst>
                                    </p:anim>
                                  </p:childTnLst>
                                </p:cTn>
                              </p:par>
                            </p:childTnLst>
                          </p:cTn>
                        </p:par>
                        <p:par>
                          <p:cTn id="1434" fill="hold">
                            <p:stCondLst>
                              <p:cond delay="9500"/>
                            </p:stCondLst>
                            <p:childTnLst>
                              <p:par>
                                <p:cTn id="1435" presetID="10" presetClass="exit" presetSubtype="0" fill="hold" nodeType="afterEffect">
                                  <p:stCondLst>
                                    <p:cond delay="0"/>
                                  </p:stCondLst>
                                  <p:childTnLst>
                                    <p:animEffect transition="out" filter="fade">
                                      <p:cBhvr>
                                        <p:cTn id="1436" dur="500"/>
                                        <p:tgtEl>
                                          <p:spTgt spid="371"/>
                                        </p:tgtEl>
                                      </p:cBhvr>
                                    </p:animEffect>
                                    <p:set>
                                      <p:cBhvr>
                                        <p:cTn id="1437" dur="1" fill="hold">
                                          <p:stCondLst>
                                            <p:cond delay="499"/>
                                          </p:stCondLst>
                                        </p:cTn>
                                        <p:tgtEl>
                                          <p:spTgt spid="371"/>
                                        </p:tgtEl>
                                        <p:attrNameLst>
                                          <p:attrName>style.visibility</p:attrName>
                                        </p:attrNameLst>
                                      </p:cBhvr>
                                      <p:to>
                                        <p:strVal val="hidden"/>
                                      </p:to>
                                    </p:set>
                                  </p:childTnLst>
                                </p:cTn>
                              </p:par>
                              <p:par>
                                <p:cTn id="1438" presetID="45" presetClass="entr" presetSubtype="0" fill="hold" nodeType="withEffect">
                                  <p:stCondLst>
                                    <p:cond delay="0"/>
                                  </p:stCondLst>
                                  <p:childTnLst>
                                    <p:set>
                                      <p:cBhvr>
                                        <p:cTn id="1439" dur="1" fill="hold">
                                          <p:stCondLst>
                                            <p:cond delay="0"/>
                                          </p:stCondLst>
                                        </p:cTn>
                                        <p:tgtEl>
                                          <p:spTgt spid="118"/>
                                        </p:tgtEl>
                                        <p:attrNameLst>
                                          <p:attrName>style.visibility</p:attrName>
                                        </p:attrNameLst>
                                      </p:cBhvr>
                                      <p:to>
                                        <p:strVal val="visible"/>
                                      </p:to>
                                    </p:set>
                                    <p:animEffect transition="in" filter="fade">
                                      <p:cBhvr>
                                        <p:cTn id="1440" dur="1500"/>
                                        <p:tgtEl>
                                          <p:spTgt spid="118"/>
                                        </p:tgtEl>
                                      </p:cBhvr>
                                    </p:animEffect>
                                    <p:anim calcmode="lin" valueType="num">
                                      <p:cBhvr>
                                        <p:cTn id="1441" dur="1500" fill="hold"/>
                                        <p:tgtEl>
                                          <p:spTgt spid="118"/>
                                        </p:tgtEl>
                                        <p:attrNameLst>
                                          <p:attrName>ppt_w</p:attrName>
                                        </p:attrNameLst>
                                      </p:cBhvr>
                                      <p:tavLst>
                                        <p:tav tm="0" fmla="#ppt_w*sin(2.5*pi*$)">
                                          <p:val>
                                            <p:fltVal val="0"/>
                                          </p:val>
                                        </p:tav>
                                        <p:tav tm="100000">
                                          <p:val>
                                            <p:fltVal val="1"/>
                                          </p:val>
                                        </p:tav>
                                      </p:tavLst>
                                    </p:anim>
                                    <p:anim calcmode="lin" valueType="num">
                                      <p:cBhvr>
                                        <p:cTn id="1442" dur="1500" fill="hold"/>
                                        <p:tgtEl>
                                          <p:spTgt spid="118"/>
                                        </p:tgtEl>
                                        <p:attrNameLst>
                                          <p:attrName>ppt_h</p:attrName>
                                        </p:attrNameLst>
                                      </p:cBhvr>
                                      <p:tavLst>
                                        <p:tav tm="0">
                                          <p:val>
                                            <p:strVal val="#ppt_h"/>
                                          </p:val>
                                        </p:tav>
                                        <p:tav tm="100000">
                                          <p:val>
                                            <p:strVal val="#ppt_h"/>
                                          </p:val>
                                        </p:tav>
                                      </p:tavLst>
                                    </p:anim>
                                  </p:childTnLst>
                                </p:cTn>
                              </p:par>
                            </p:childTnLst>
                          </p:cTn>
                        </p:par>
                        <p:par>
                          <p:cTn id="1443" fill="hold">
                            <p:stCondLst>
                              <p:cond delay="11000"/>
                            </p:stCondLst>
                            <p:childTnLst>
                              <p:par>
                                <p:cTn id="1444" presetID="7" presetClass="emph" presetSubtype="2" fill="hold" nodeType="afterEffect">
                                  <p:stCondLst>
                                    <p:cond delay="0"/>
                                  </p:stCondLst>
                                  <p:childTnLst>
                                    <p:animClr clrSpc="rgb" dir="cw">
                                      <p:cBhvr>
                                        <p:cTn id="1445" dur="1000" fill="hold"/>
                                        <p:tgtEl>
                                          <p:spTgt spid="299"/>
                                        </p:tgtEl>
                                        <p:attrNameLst>
                                          <p:attrName>stroke.color</p:attrName>
                                        </p:attrNameLst>
                                      </p:cBhvr>
                                      <p:to>
                                        <a:srgbClr val="F2F2F2"/>
                                      </p:to>
                                    </p:animClr>
                                    <p:set>
                                      <p:cBhvr>
                                        <p:cTn id="1446" dur="1000" fill="hold"/>
                                        <p:tgtEl>
                                          <p:spTgt spid="299"/>
                                        </p:tgtEl>
                                        <p:attrNameLst>
                                          <p:attrName>stroke.on</p:attrName>
                                        </p:attrNameLst>
                                      </p:cBhvr>
                                      <p:to>
                                        <p:strVal val="true"/>
                                      </p:to>
                                    </p:set>
                                  </p:childTnLst>
                                </p:cTn>
                              </p:par>
                              <p:par>
                                <p:cTn id="1447" presetID="7" presetClass="emph" presetSubtype="2" fill="hold" nodeType="withEffect">
                                  <p:stCondLst>
                                    <p:cond delay="500"/>
                                  </p:stCondLst>
                                  <p:childTnLst>
                                    <p:animClr clrSpc="rgb" dir="cw">
                                      <p:cBhvr>
                                        <p:cTn id="1448" dur="1000" fill="hold"/>
                                        <p:tgtEl>
                                          <p:spTgt spid="300"/>
                                        </p:tgtEl>
                                        <p:attrNameLst>
                                          <p:attrName>stroke.color</p:attrName>
                                        </p:attrNameLst>
                                      </p:cBhvr>
                                      <p:to>
                                        <a:schemeClr val="accent2"/>
                                      </p:to>
                                    </p:animClr>
                                    <p:set>
                                      <p:cBhvr>
                                        <p:cTn id="1449" dur="1000" fill="hold"/>
                                        <p:tgtEl>
                                          <p:spTgt spid="300"/>
                                        </p:tgtEl>
                                        <p:attrNameLst>
                                          <p:attrName>stroke.on</p:attrName>
                                        </p:attrNameLst>
                                      </p:cBhvr>
                                      <p:to>
                                        <p:strVal val="true"/>
                                      </p:to>
                                    </p:set>
                                  </p:childTnLst>
                                </p:cTn>
                              </p:par>
                            </p:childTnLst>
                          </p:cTn>
                        </p:par>
                      </p:childTnLst>
                    </p:cTn>
                  </p:par>
                  <p:par>
                    <p:cTn id="1450" fill="hold">
                      <p:stCondLst>
                        <p:cond delay="indefinite"/>
                      </p:stCondLst>
                      <p:childTnLst>
                        <p:par>
                          <p:cTn id="1451" fill="hold">
                            <p:stCondLst>
                              <p:cond delay="0"/>
                            </p:stCondLst>
                            <p:childTnLst>
                              <p:par>
                                <p:cTn id="1452" presetID="45" presetClass="entr" presetSubtype="0" fill="hold" grpId="0" nodeType="clickEffect">
                                  <p:stCondLst>
                                    <p:cond delay="0"/>
                                  </p:stCondLst>
                                  <p:childTnLst>
                                    <p:set>
                                      <p:cBhvr>
                                        <p:cTn id="1453" dur="1" fill="hold">
                                          <p:stCondLst>
                                            <p:cond delay="0"/>
                                          </p:stCondLst>
                                        </p:cTn>
                                        <p:tgtEl>
                                          <p:spTgt spid="209"/>
                                        </p:tgtEl>
                                        <p:attrNameLst>
                                          <p:attrName>style.visibility</p:attrName>
                                        </p:attrNameLst>
                                      </p:cBhvr>
                                      <p:to>
                                        <p:strVal val="visible"/>
                                      </p:to>
                                    </p:set>
                                    <p:animEffect transition="in" filter="fade">
                                      <p:cBhvr>
                                        <p:cTn id="1454" dur="1500"/>
                                        <p:tgtEl>
                                          <p:spTgt spid="209"/>
                                        </p:tgtEl>
                                      </p:cBhvr>
                                    </p:animEffect>
                                    <p:anim calcmode="lin" valueType="num">
                                      <p:cBhvr>
                                        <p:cTn id="1455" dur="1500" fill="hold"/>
                                        <p:tgtEl>
                                          <p:spTgt spid="209"/>
                                        </p:tgtEl>
                                        <p:attrNameLst>
                                          <p:attrName>ppt_w</p:attrName>
                                        </p:attrNameLst>
                                      </p:cBhvr>
                                      <p:tavLst>
                                        <p:tav tm="0" fmla="#ppt_w*sin(2.5*pi*$)">
                                          <p:val>
                                            <p:fltVal val="0"/>
                                          </p:val>
                                        </p:tav>
                                        <p:tav tm="100000">
                                          <p:val>
                                            <p:fltVal val="1"/>
                                          </p:val>
                                        </p:tav>
                                      </p:tavLst>
                                    </p:anim>
                                    <p:anim calcmode="lin" valueType="num">
                                      <p:cBhvr>
                                        <p:cTn id="1456" dur="1500" fill="hold"/>
                                        <p:tgtEl>
                                          <p:spTgt spid="209"/>
                                        </p:tgtEl>
                                        <p:attrNameLst>
                                          <p:attrName>ppt_h</p:attrName>
                                        </p:attrNameLst>
                                      </p:cBhvr>
                                      <p:tavLst>
                                        <p:tav tm="0">
                                          <p:val>
                                            <p:strVal val="#ppt_h"/>
                                          </p:val>
                                        </p:tav>
                                        <p:tav tm="100000">
                                          <p:val>
                                            <p:strVal val="#ppt_h"/>
                                          </p:val>
                                        </p:tav>
                                      </p:tavLst>
                                    </p:anim>
                                  </p:childTnLst>
                                </p:cTn>
                              </p:par>
                            </p:childTnLst>
                          </p:cTn>
                        </p:par>
                        <p:par>
                          <p:cTn id="1457" fill="hold">
                            <p:stCondLst>
                              <p:cond delay="1500"/>
                            </p:stCondLst>
                            <p:childTnLst>
                              <p:par>
                                <p:cTn id="1458" presetID="64" presetClass="path" presetSubtype="0" accel="50000" decel="50000" fill="hold" grpId="2" nodeType="afterEffect">
                                  <p:stCondLst>
                                    <p:cond delay="0"/>
                                  </p:stCondLst>
                                  <p:childTnLst>
                                    <p:animMotion origin="layout" path="M -4.16667E-7 2.96296E-6 L 0.12982 -0.62477 " pathEditMode="relative" rAng="0" ptsTypes="AA">
                                      <p:cBhvr>
                                        <p:cTn id="1459" dur="1500" fill="hold"/>
                                        <p:tgtEl>
                                          <p:spTgt spid="209"/>
                                        </p:tgtEl>
                                        <p:attrNameLst>
                                          <p:attrName>ppt_x</p:attrName>
                                          <p:attrName>ppt_y</p:attrName>
                                        </p:attrNameLst>
                                      </p:cBhvr>
                                      <p:rCtr x="6484" y="-31250"/>
                                    </p:animMotion>
                                  </p:childTnLst>
                                </p:cTn>
                              </p:par>
                            </p:childTnLst>
                          </p:cTn>
                        </p:par>
                        <p:par>
                          <p:cTn id="1460" fill="hold">
                            <p:stCondLst>
                              <p:cond delay="3000"/>
                            </p:stCondLst>
                            <p:childTnLst>
                              <p:par>
                                <p:cTn id="1461" presetID="6" presetClass="emph" presetSubtype="0" fill="hold" grpId="1" nodeType="afterEffect">
                                  <p:stCondLst>
                                    <p:cond delay="0"/>
                                  </p:stCondLst>
                                  <p:childTnLst>
                                    <p:animScale>
                                      <p:cBhvr>
                                        <p:cTn id="1462" dur="1000" fill="hold"/>
                                        <p:tgtEl>
                                          <p:spTgt spid="209"/>
                                        </p:tgtEl>
                                      </p:cBhvr>
                                      <p:by x="150000" y="150000"/>
                                    </p:animScale>
                                  </p:childTnLst>
                                </p:cTn>
                              </p:par>
                            </p:childTnLst>
                          </p:cTn>
                        </p:par>
                        <p:par>
                          <p:cTn id="1463" fill="hold">
                            <p:stCondLst>
                              <p:cond delay="4000"/>
                            </p:stCondLst>
                            <p:childTnLst>
                              <p:par>
                                <p:cTn id="1464" presetID="7" presetClass="emph" presetSubtype="2" fill="hold" nodeType="afterEffect">
                                  <p:stCondLst>
                                    <p:cond delay="0"/>
                                  </p:stCondLst>
                                  <p:childTnLst>
                                    <p:animClr clrSpc="rgb" dir="cw">
                                      <p:cBhvr>
                                        <p:cTn id="1465" dur="1000" fill="hold"/>
                                        <p:tgtEl>
                                          <p:spTgt spid="300"/>
                                        </p:tgtEl>
                                        <p:attrNameLst>
                                          <p:attrName>stroke.color</p:attrName>
                                        </p:attrNameLst>
                                      </p:cBhvr>
                                      <p:to>
                                        <a:srgbClr val="F2F2F2"/>
                                      </p:to>
                                    </p:animClr>
                                    <p:set>
                                      <p:cBhvr>
                                        <p:cTn id="1466" dur="1000" fill="hold"/>
                                        <p:tgtEl>
                                          <p:spTgt spid="300"/>
                                        </p:tgtEl>
                                        <p:attrNameLst>
                                          <p:attrName>stroke.on</p:attrName>
                                        </p:attrNameLst>
                                      </p:cBhvr>
                                      <p:to>
                                        <p:strVal val="true"/>
                                      </p:to>
                                    </p:set>
                                  </p:childTnLst>
                                </p:cTn>
                              </p:par>
                              <p:par>
                                <p:cTn id="1467" presetID="7" presetClass="emph" presetSubtype="2" fill="hold" nodeType="withEffect">
                                  <p:stCondLst>
                                    <p:cond delay="500"/>
                                  </p:stCondLst>
                                  <p:childTnLst>
                                    <p:animClr clrSpc="rgb" dir="cw">
                                      <p:cBhvr>
                                        <p:cTn id="1468" dur="1000" fill="hold"/>
                                        <p:tgtEl>
                                          <p:spTgt spid="298"/>
                                        </p:tgtEl>
                                        <p:attrNameLst>
                                          <p:attrName>stroke.color</p:attrName>
                                        </p:attrNameLst>
                                      </p:cBhvr>
                                      <p:to>
                                        <a:schemeClr val="accent2"/>
                                      </p:to>
                                    </p:animClr>
                                    <p:set>
                                      <p:cBhvr>
                                        <p:cTn id="1469" dur="1000" fill="hold"/>
                                        <p:tgtEl>
                                          <p:spTgt spid="298"/>
                                        </p:tgtEl>
                                        <p:attrNameLst>
                                          <p:attrName>stroke.on</p:attrName>
                                        </p:attrNameLst>
                                      </p:cBhvr>
                                      <p:to>
                                        <p:strVal val="true"/>
                                      </p:to>
                                    </p:set>
                                  </p:childTnLst>
                                </p:cTn>
                              </p:par>
                            </p:childTnLst>
                          </p:cTn>
                        </p:par>
                      </p:childTnLst>
                    </p:cTn>
                  </p:par>
                  <p:par>
                    <p:cTn id="1470" fill="hold">
                      <p:stCondLst>
                        <p:cond delay="indefinite"/>
                      </p:stCondLst>
                      <p:childTnLst>
                        <p:par>
                          <p:cTn id="1471" fill="hold">
                            <p:stCondLst>
                              <p:cond delay="0"/>
                            </p:stCondLst>
                            <p:childTnLst>
                              <p:par>
                                <p:cTn id="1472" presetID="63" presetClass="path" presetSubtype="0" accel="50000" decel="50000" fill="hold" nodeType="clickEffect">
                                  <p:stCondLst>
                                    <p:cond delay="0"/>
                                  </p:stCondLst>
                                  <p:childTnLst>
                                    <p:animMotion origin="layout" path="M 3.75E-6 4.44444E-6 L 0.06276 -0.0007 " pathEditMode="relative" rAng="0" ptsTypes="AA">
                                      <p:cBhvr>
                                        <p:cTn id="1473" dur="1000" fill="hold"/>
                                        <p:tgtEl>
                                          <p:spTgt spid="341"/>
                                        </p:tgtEl>
                                        <p:attrNameLst>
                                          <p:attrName>ppt_x</p:attrName>
                                          <p:attrName>ppt_y</p:attrName>
                                        </p:attrNameLst>
                                      </p:cBhvr>
                                      <p:rCtr x="3138" y="-46"/>
                                    </p:animMotion>
                                  </p:childTnLst>
                                </p:cTn>
                              </p:par>
                            </p:childTnLst>
                          </p:cTn>
                        </p:par>
                        <p:par>
                          <p:cTn id="1474" fill="hold">
                            <p:stCondLst>
                              <p:cond delay="1000"/>
                            </p:stCondLst>
                            <p:childTnLst>
                              <p:par>
                                <p:cTn id="1475" presetID="7" presetClass="emph" presetSubtype="2" fill="hold" nodeType="afterEffect">
                                  <p:stCondLst>
                                    <p:cond delay="0"/>
                                  </p:stCondLst>
                                  <p:childTnLst>
                                    <p:animClr clrSpc="rgb" dir="cw">
                                      <p:cBhvr>
                                        <p:cTn id="1476" dur="1000" fill="hold"/>
                                        <p:tgtEl>
                                          <p:spTgt spid="298"/>
                                        </p:tgtEl>
                                        <p:attrNameLst>
                                          <p:attrName>stroke.color</p:attrName>
                                        </p:attrNameLst>
                                      </p:cBhvr>
                                      <p:to>
                                        <a:srgbClr val="F2F2F2"/>
                                      </p:to>
                                    </p:animClr>
                                    <p:set>
                                      <p:cBhvr>
                                        <p:cTn id="1477" dur="1000" fill="hold"/>
                                        <p:tgtEl>
                                          <p:spTgt spid="298"/>
                                        </p:tgtEl>
                                        <p:attrNameLst>
                                          <p:attrName>stroke.on</p:attrName>
                                        </p:attrNameLst>
                                      </p:cBhvr>
                                      <p:to>
                                        <p:strVal val="true"/>
                                      </p:to>
                                    </p:set>
                                  </p:childTnLst>
                                </p:cTn>
                              </p:par>
                            </p:childTnLst>
                          </p:cTn>
                        </p:par>
                        <p:par>
                          <p:cTn id="1478" fill="hold">
                            <p:stCondLst>
                              <p:cond delay="2000"/>
                            </p:stCondLst>
                            <p:childTnLst>
                              <p:par>
                                <p:cTn id="1479" presetID="7" presetClass="emph" presetSubtype="2" fill="hold" nodeType="afterEffect">
                                  <p:stCondLst>
                                    <p:cond delay="0"/>
                                  </p:stCondLst>
                                  <p:childTnLst>
                                    <p:animClr clrSpc="rgb" dir="cw">
                                      <p:cBhvr>
                                        <p:cTn id="1480" dur="1000" fill="hold"/>
                                        <p:tgtEl>
                                          <p:spTgt spid="299"/>
                                        </p:tgtEl>
                                        <p:attrNameLst>
                                          <p:attrName>stroke.color</p:attrName>
                                        </p:attrNameLst>
                                      </p:cBhvr>
                                      <p:to>
                                        <a:schemeClr val="accent2"/>
                                      </p:to>
                                    </p:animClr>
                                    <p:set>
                                      <p:cBhvr>
                                        <p:cTn id="1481" dur="1000" fill="hold"/>
                                        <p:tgtEl>
                                          <p:spTgt spid="299"/>
                                        </p:tgtEl>
                                        <p:attrNameLst>
                                          <p:attrName>stroke.on</p:attrName>
                                        </p:attrNameLst>
                                      </p:cBhvr>
                                      <p:to>
                                        <p:strVal val="true"/>
                                      </p:to>
                                    </p:set>
                                  </p:childTnLst>
                                </p:cTn>
                              </p:par>
                            </p:childTnLst>
                          </p:cTn>
                        </p:par>
                      </p:childTnLst>
                    </p:cTn>
                  </p:par>
                  <p:par>
                    <p:cTn id="1482" fill="hold">
                      <p:stCondLst>
                        <p:cond delay="indefinite"/>
                      </p:stCondLst>
                      <p:childTnLst>
                        <p:par>
                          <p:cTn id="1483" fill="hold">
                            <p:stCondLst>
                              <p:cond delay="0"/>
                            </p:stCondLst>
                            <p:childTnLst>
                              <p:par>
                                <p:cTn id="1484" presetID="31" presetClass="entr" presetSubtype="0" fill="hold" grpId="0" nodeType="clickEffect">
                                  <p:stCondLst>
                                    <p:cond delay="0"/>
                                  </p:stCondLst>
                                  <p:childTnLst>
                                    <p:set>
                                      <p:cBhvr>
                                        <p:cTn id="1485" dur="1" fill="hold">
                                          <p:stCondLst>
                                            <p:cond delay="0"/>
                                          </p:stCondLst>
                                        </p:cTn>
                                        <p:tgtEl>
                                          <p:spTgt spid="210"/>
                                        </p:tgtEl>
                                        <p:attrNameLst>
                                          <p:attrName>style.visibility</p:attrName>
                                        </p:attrNameLst>
                                      </p:cBhvr>
                                      <p:to>
                                        <p:strVal val="visible"/>
                                      </p:to>
                                    </p:set>
                                    <p:anim calcmode="lin" valueType="num">
                                      <p:cBhvr>
                                        <p:cTn id="1486" dur="1000" fill="hold"/>
                                        <p:tgtEl>
                                          <p:spTgt spid="210"/>
                                        </p:tgtEl>
                                        <p:attrNameLst>
                                          <p:attrName>ppt_w</p:attrName>
                                        </p:attrNameLst>
                                      </p:cBhvr>
                                      <p:tavLst>
                                        <p:tav tm="0">
                                          <p:val>
                                            <p:fltVal val="0"/>
                                          </p:val>
                                        </p:tav>
                                        <p:tav tm="100000">
                                          <p:val>
                                            <p:strVal val="#ppt_w"/>
                                          </p:val>
                                        </p:tav>
                                      </p:tavLst>
                                    </p:anim>
                                    <p:anim calcmode="lin" valueType="num">
                                      <p:cBhvr>
                                        <p:cTn id="1487" dur="1000" fill="hold"/>
                                        <p:tgtEl>
                                          <p:spTgt spid="210"/>
                                        </p:tgtEl>
                                        <p:attrNameLst>
                                          <p:attrName>ppt_h</p:attrName>
                                        </p:attrNameLst>
                                      </p:cBhvr>
                                      <p:tavLst>
                                        <p:tav tm="0">
                                          <p:val>
                                            <p:fltVal val="0"/>
                                          </p:val>
                                        </p:tav>
                                        <p:tav tm="100000">
                                          <p:val>
                                            <p:strVal val="#ppt_h"/>
                                          </p:val>
                                        </p:tav>
                                      </p:tavLst>
                                    </p:anim>
                                    <p:anim calcmode="lin" valueType="num">
                                      <p:cBhvr>
                                        <p:cTn id="1488" dur="1000" fill="hold"/>
                                        <p:tgtEl>
                                          <p:spTgt spid="210"/>
                                        </p:tgtEl>
                                        <p:attrNameLst>
                                          <p:attrName>style.rotation</p:attrName>
                                        </p:attrNameLst>
                                      </p:cBhvr>
                                      <p:tavLst>
                                        <p:tav tm="0">
                                          <p:val>
                                            <p:fltVal val="90"/>
                                          </p:val>
                                        </p:tav>
                                        <p:tav tm="100000">
                                          <p:val>
                                            <p:fltVal val="0"/>
                                          </p:val>
                                        </p:tav>
                                      </p:tavLst>
                                    </p:anim>
                                    <p:animEffect transition="in" filter="fade">
                                      <p:cBhvr>
                                        <p:cTn id="1489" dur="1000"/>
                                        <p:tgtEl>
                                          <p:spTgt spid="210"/>
                                        </p:tgtEl>
                                      </p:cBhvr>
                                    </p:animEffect>
                                  </p:childTnLst>
                                </p:cTn>
                              </p:par>
                            </p:childTnLst>
                          </p:cTn>
                        </p:par>
                        <p:par>
                          <p:cTn id="1490" fill="hold">
                            <p:stCondLst>
                              <p:cond delay="1000"/>
                            </p:stCondLst>
                            <p:childTnLst>
                              <p:par>
                                <p:cTn id="1491" presetID="42" presetClass="path" presetSubtype="0" accel="50000" decel="50000" fill="hold" grpId="1" nodeType="afterEffect">
                                  <p:stCondLst>
                                    <p:cond delay="0"/>
                                  </p:stCondLst>
                                  <p:childTnLst>
                                    <p:animMotion origin="layout" path="M 3.54167E-6 4.81481E-6 L -0.03724 0.23148 " pathEditMode="relative" rAng="0" ptsTypes="AA">
                                      <p:cBhvr>
                                        <p:cTn id="1492" dur="1500" fill="hold"/>
                                        <p:tgtEl>
                                          <p:spTgt spid="210"/>
                                        </p:tgtEl>
                                        <p:attrNameLst>
                                          <p:attrName>ppt_x</p:attrName>
                                          <p:attrName>ppt_y</p:attrName>
                                        </p:attrNameLst>
                                      </p:cBhvr>
                                      <p:rCtr x="-1862" y="11574"/>
                                    </p:animMotion>
                                  </p:childTnLst>
                                </p:cTn>
                              </p:par>
                              <p:par>
                                <p:cTn id="1493" presetID="10" presetClass="exit" presetSubtype="0" fill="hold" grpId="2" nodeType="withEffect">
                                  <p:stCondLst>
                                    <p:cond delay="0"/>
                                  </p:stCondLst>
                                  <p:childTnLst>
                                    <p:animEffect transition="out" filter="fade">
                                      <p:cBhvr>
                                        <p:cTn id="1494" dur="500"/>
                                        <p:tgtEl>
                                          <p:spTgt spid="151"/>
                                        </p:tgtEl>
                                      </p:cBhvr>
                                    </p:animEffect>
                                    <p:set>
                                      <p:cBhvr>
                                        <p:cTn id="1495" dur="1" fill="hold">
                                          <p:stCondLst>
                                            <p:cond delay="499"/>
                                          </p:stCondLst>
                                        </p:cTn>
                                        <p:tgtEl>
                                          <p:spTgt spid="151"/>
                                        </p:tgtEl>
                                        <p:attrNameLst>
                                          <p:attrName>style.visibility</p:attrName>
                                        </p:attrNameLst>
                                      </p:cBhvr>
                                      <p:to>
                                        <p:strVal val="hidden"/>
                                      </p:to>
                                    </p:set>
                                  </p:childTnLst>
                                </p:cTn>
                              </p:par>
                            </p:childTnLst>
                          </p:cTn>
                        </p:par>
                        <p:par>
                          <p:cTn id="1496" fill="hold">
                            <p:stCondLst>
                              <p:cond delay="2500"/>
                            </p:stCondLst>
                            <p:childTnLst>
                              <p:par>
                                <p:cTn id="1497" presetID="31" presetClass="entr" presetSubtype="0" fill="hold" grpId="0" nodeType="afterEffect">
                                  <p:stCondLst>
                                    <p:cond delay="0"/>
                                  </p:stCondLst>
                                  <p:childTnLst>
                                    <p:set>
                                      <p:cBhvr>
                                        <p:cTn id="1498" dur="1" fill="hold">
                                          <p:stCondLst>
                                            <p:cond delay="0"/>
                                          </p:stCondLst>
                                        </p:cTn>
                                        <p:tgtEl>
                                          <p:spTgt spid="212"/>
                                        </p:tgtEl>
                                        <p:attrNameLst>
                                          <p:attrName>style.visibility</p:attrName>
                                        </p:attrNameLst>
                                      </p:cBhvr>
                                      <p:to>
                                        <p:strVal val="visible"/>
                                      </p:to>
                                    </p:set>
                                    <p:anim calcmode="lin" valueType="num">
                                      <p:cBhvr>
                                        <p:cTn id="1499" dur="1000" fill="hold"/>
                                        <p:tgtEl>
                                          <p:spTgt spid="212"/>
                                        </p:tgtEl>
                                        <p:attrNameLst>
                                          <p:attrName>ppt_w</p:attrName>
                                        </p:attrNameLst>
                                      </p:cBhvr>
                                      <p:tavLst>
                                        <p:tav tm="0">
                                          <p:val>
                                            <p:fltVal val="0"/>
                                          </p:val>
                                        </p:tav>
                                        <p:tav tm="100000">
                                          <p:val>
                                            <p:strVal val="#ppt_w"/>
                                          </p:val>
                                        </p:tav>
                                      </p:tavLst>
                                    </p:anim>
                                    <p:anim calcmode="lin" valueType="num">
                                      <p:cBhvr>
                                        <p:cTn id="1500" dur="1000" fill="hold"/>
                                        <p:tgtEl>
                                          <p:spTgt spid="212"/>
                                        </p:tgtEl>
                                        <p:attrNameLst>
                                          <p:attrName>ppt_h</p:attrName>
                                        </p:attrNameLst>
                                      </p:cBhvr>
                                      <p:tavLst>
                                        <p:tav tm="0">
                                          <p:val>
                                            <p:fltVal val="0"/>
                                          </p:val>
                                        </p:tav>
                                        <p:tav tm="100000">
                                          <p:val>
                                            <p:strVal val="#ppt_h"/>
                                          </p:val>
                                        </p:tav>
                                      </p:tavLst>
                                    </p:anim>
                                    <p:anim calcmode="lin" valueType="num">
                                      <p:cBhvr>
                                        <p:cTn id="1501" dur="1000" fill="hold"/>
                                        <p:tgtEl>
                                          <p:spTgt spid="212"/>
                                        </p:tgtEl>
                                        <p:attrNameLst>
                                          <p:attrName>style.rotation</p:attrName>
                                        </p:attrNameLst>
                                      </p:cBhvr>
                                      <p:tavLst>
                                        <p:tav tm="0">
                                          <p:val>
                                            <p:fltVal val="90"/>
                                          </p:val>
                                        </p:tav>
                                        <p:tav tm="100000">
                                          <p:val>
                                            <p:fltVal val="0"/>
                                          </p:val>
                                        </p:tav>
                                      </p:tavLst>
                                    </p:anim>
                                    <p:animEffect transition="in" filter="fade">
                                      <p:cBhvr>
                                        <p:cTn id="1502" dur="1000"/>
                                        <p:tgtEl>
                                          <p:spTgt spid="212"/>
                                        </p:tgtEl>
                                      </p:cBhvr>
                                    </p:animEffect>
                                  </p:childTnLst>
                                </p:cTn>
                              </p:par>
                            </p:childTnLst>
                          </p:cTn>
                        </p:par>
                        <p:par>
                          <p:cTn id="1503" fill="hold">
                            <p:stCondLst>
                              <p:cond delay="3500"/>
                            </p:stCondLst>
                            <p:childTnLst>
                              <p:par>
                                <p:cTn id="1504" presetID="42" presetClass="path" presetSubtype="0" accel="50000" decel="50000" fill="hold" grpId="1" nodeType="afterEffect">
                                  <p:stCondLst>
                                    <p:cond delay="0"/>
                                  </p:stCondLst>
                                  <p:childTnLst>
                                    <p:animMotion origin="layout" path="M 4.79167E-6 -1.11111E-6 L -0.16003 0.46505 " pathEditMode="relative" rAng="0" ptsTypes="AA">
                                      <p:cBhvr>
                                        <p:cTn id="1505" dur="1500" fill="hold"/>
                                        <p:tgtEl>
                                          <p:spTgt spid="212"/>
                                        </p:tgtEl>
                                        <p:attrNameLst>
                                          <p:attrName>ppt_x</p:attrName>
                                          <p:attrName>ppt_y</p:attrName>
                                        </p:attrNameLst>
                                      </p:cBhvr>
                                      <p:rCtr x="-8008" y="23241"/>
                                    </p:animMotion>
                                  </p:childTnLst>
                                </p:cTn>
                              </p:par>
                              <p:par>
                                <p:cTn id="1506" presetID="10" presetClass="exit" presetSubtype="0" fill="hold" nodeType="withEffect">
                                  <p:stCondLst>
                                    <p:cond delay="0"/>
                                  </p:stCondLst>
                                  <p:childTnLst>
                                    <p:animEffect transition="out" filter="fade">
                                      <p:cBhvr>
                                        <p:cTn id="1507" dur="500"/>
                                        <p:tgtEl>
                                          <p:spTgt spid="290"/>
                                        </p:tgtEl>
                                      </p:cBhvr>
                                    </p:animEffect>
                                    <p:set>
                                      <p:cBhvr>
                                        <p:cTn id="1508" dur="1" fill="hold">
                                          <p:stCondLst>
                                            <p:cond delay="499"/>
                                          </p:stCondLst>
                                        </p:cTn>
                                        <p:tgtEl>
                                          <p:spTgt spid="290"/>
                                        </p:tgtEl>
                                        <p:attrNameLst>
                                          <p:attrName>style.visibility</p:attrName>
                                        </p:attrNameLst>
                                      </p:cBhvr>
                                      <p:to>
                                        <p:strVal val="hidden"/>
                                      </p:to>
                                    </p:set>
                                  </p:childTnLst>
                                </p:cTn>
                              </p:par>
                            </p:childTnLst>
                          </p:cTn>
                        </p:par>
                        <p:par>
                          <p:cTn id="1509" fill="hold">
                            <p:stCondLst>
                              <p:cond delay="5000"/>
                            </p:stCondLst>
                            <p:childTnLst>
                              <p:par>
                                <p:cTn id="1510" presetID="1" presetClass="exit" presetSubtype="0" fill="hold" grpId="2" nodeType="afterEffect">
                                  <p:stCondLst>
                                    <p:cond delay="0"/>
                                  </p:stCondLst>
                                  <p:childTnLst>
                                    <p:set>
                                      <p:cBhvr>
                                        <p:cTn id="1511" dur="1" fill="hold">
                                          <p:stCondLst>
                                            <p:cond delay="0"/>
                                          </p:stCondLst>
                                        </p:cTn>
                                        <p:tgtEl>
                                          <p:spTgt spid="212"/>
                                        </p:tgtEl>
                                        <p:attrNameLst>
                                          <p:attrName>style.visibility</p:attrName>
                                        </p:attrNameLst>
                                      </p:cBhvr>
                                      <p:to>
                                        <p:strVal val="hidden"/>
                                      </p:to>
                                    </p:set>
                                  </p:childTnLst>
                                </p:cTn>
                              </p:par>
                              <p:par>
                                <p:cTn id="1512" presetID="10" presetClass="entr" presetSubtype="0" fill="hold" grpId="0" nodeType="withEffect">
                                  <p:stCondLst>
                                    <p:cond delay="0"/>
                                  </p:stCondLst>
                                  <p:childTnLst>
                                    <p:set>
                                      <p:cBhvr>
                                        <p:cTn id="1513" dur="1" fill="hold">
                                          <p:stCondLst>
                                            <p:cond delay="0"/>
                                          </p:stCondLst>
                                        </p:cTn>
                                        <p:tgtEl>
                                          <p:spTgt spid="265"/>
                                        </p:tgtEl>
                                        <p:attrNameLst>
                                          <p:attrName>style.visibility</p:attrName>
                                        </p:attrNameLst>
                                      </p:cBhvr>
                                      <p:to>
                                        <p:strVal val="visible"/>
                                      </p:to>
                                    </p:set>
                                    <p:animEffect transition="in" filter="fade">
                                      <p:cBhvr>
                                        <p:cTn id="1514" dur="1000"/>
                                        <p:tgtEl>
                                          <p:spTgt spid="265"/>
                                        </p:tgtEl>
                                      </p:cBhvr>
                                    </p:animEffect>
                                  </p:childTnLst>
                                </p:cTn>
                              </p:par>
                            </p:childTnLst>
                          </p:cTn>
                        </p:par>
                        <p:par>
                          <p:cTn id="1515" fill="hold">
                            <p:stCondLst>
                              <p:cond delay="6000"/>
                            </p:stCondLst>
                            <p:childTnLst>
                              <p:par>
                                <p:cTn id="1516" presetID="22" presetClass="entr" presetSubtype="1" fill="hold" nodeType="afterEffect">
                                  <p:stCondLst>
                                    <p:cond delay="0"/>
                                  </p:stCondLst>
                                  <p:childTnLst>
                                    <p:set>
                                      <p:cBhvr>
                                        <p:cTn id="1517" dur="1" fill="hold">
                                          <p:stCondLst>
                                            <p:cond delay="0"/>
                                          </p:stCondLst>
                                        </p:cTn>
                                        <p:tgtEl>
                                          <p:spTgt spid="130"/>
                                        </p:tgtEl>
                                        <p:attrNameLst>
                                          <p:attrName>style.visibility</p:attrName>
                                        </p:attrNameLst>
                                      </p:cBhvr>
                                      <p:to>
                                        <p:strVal val="visible"/>
                                      </p:to>
                                    </p:set>
                                    <p:animEffect transition="in" filter="wipe(up)">
                                      <p:cBhvr>
                                        <p:cTn id="1518" dur="1000"/>
                                        <p:tgtEl>
                                          <p:spTgt spid="130"/>
                                        </p:tgtEl>
                                      </p:cBhvr>
                                    </p:animEffect>
                                  </p:childTnLst>
                                </p:cTn>
                              </p:par>
                            </p:childTnLst>
                          </p:cTn>
                        </p:par>
                        <p:par>
                          <p:cTn id="1519" fill="hold">
                            <p:stCondLst>
                              <p:cond delay="7000"/>
                            </p:stCondLst>
                            <p:childTnLst>
                              <p:par>
                                <p:cTn id="1520" presetID="47" presetClass="entr" presetSubtype="0" fill="hold" nodeType="afterEffect">
                                  <p:stCondLst>
                                    <p:cond delay="0"/>
                                  </p:stCondLst>
                                  <p:childTnLst>
                                    <p:set>
                                      <p:cBhvr>
                                        <p:cTn id="1521" dur="1" fill="hold">
                                          <p:stCondLst>
                                            <p:cond delay="0"/>
                                          </p:stCondLst>
                                        </p:cTn>
                                        <p:tgtEl>
                                          <p:spTgt spid="228"/>
                                        </p:tgtEl>
                                        <p:attrNameLst>
                                          <p:attrName>style.visibility</p:attrName>
                                        </p:attrNameLst>
                                      </p:cBhvr>
                                      <p:to>
                                        <p:strVal val="visible"/>
                                      </p:to>
                                    </p:set>
                                    <p:animEffect transition="in" filter="fade">
                                      <p:cBhvr>
                                        <p:cTn id="1522" dur="1000"/>
                                        <p:tgtEl>
                                          <p:spTgt spid="228"/>
                                        </p:tgtEl>
                                      </p:cBhvr>
                                    </p:animEffect>
                                    <p:anim calcmode="lin" valueType="num">
                                      <p:cBhvr>
                                        <p:cTn id="1523" dur="1000" fill="hold"/>
                                        <p:tgtEl>
                                          <p:spTgt spid="228"/>
                                        </p:tgtEl>
                                        <p:attrNameLst>
                                          <p:attrName>ppt_x</p:attrName>
                                        </p:attrNameLst>
                                      </p:cBhvr>
                                      <p:tavLst>
                                        <p:tav tm="0">
                                          <p:val>
                                            <p:strVal val="#ppt_x"/>
                                          </p:val>
                                        </p:tav>
                                        <p:tav tm="100000">
                                          <p:val>
                                            <p:strVal val="#ppt_x"/>
                                          </p:val>
                                        </p:tav>
                                      </p:tavLst>
                                    </p:anim>
                                    <p:anim calcmode="lin" valueType="num">
                                      <p:cBhvr>
                                        <p:cTn id="1524" dur="1000" fill="hold"/>
                                        <p:tgtEl>
                                          <p:spTgt spid="228"/>
                                        </p:tgtEl>
                                        <p:attrNameLst>
                                          <p:attrName>ppt_y</p:attrName>
                                        </p:attrNameLst>
                                      </p:cBhvr>
                                      <p:tavLst>
                                        <p:tav tm="0">
                                          <p:val>
                                            <p:strVal val="#ppt_y-.1"/>
                                          </p:val>
                                        </p:tav>
                                        <p:tav tm="100000">
                                          <p:val>
                                            <p:strVal val="#ppt_y"/>
                                          </p:val>
                                        </p:tav>
                                      </p:tavLst>
                                    </p:anim>
                                  </p:childTnLst>
                                </p:cTn>
                              </p:par>
                            </p:childTnLst>
                          </p:cTn>
                        </p:par>
                        <p:par>
                          <p:cTn id="1525" fill="hold">
                            <p:stCondLst>
                              <p:cond delay="8000"/>
                            </p:stCondLst>
                            <p:childTnLst>
                              <p:par>
                                <p:cTn id="1526" presetID="45" presetClass="entr" presetSubtype="0" fill="hold" nodeType="afterEffect">
                                  <p:stCondLst>
                                    <p:cond delay="0"/>
                                  </p:stCondLst>
                                  <p:childTnLst>
                                    <p:set>
                                      <p:cBhvr>
                                        <p:cTn id="1527" dur="1" fill="hold">
                                          <p:stCondLst>
                                            <p:cond delay="0"/>
                                          </p:stCondLst>
                                        </p:cTn>
                                        <p:tgtEl>
                                          <p:spTgt spid="371"/>
                                        </p:tgtEl>
                                        <p:attrNameLst>
                                          <p:attrName>style.visibility</p:attrName>
                                        </p:attrNameLst>
                                      </p:cBhvr>
                                      <p:to>
                                        <p:strVal val="visible"/>
                                      </p:to>
                                    </p:set>
                                    <p:animEffect transition="in" filter="fade">
                                      <p:cBhvr>
                                        <p:cTn id="1528" dur="2000"/>
                                        <p:tgtEl>
                                          <p:spTgt spid="371"/>
                                        </p:tgtEl>
                                      </p:cBhvr>
                                    </p:animEffect>
                                    <p:anim calcmode="lin" valueType="num">
                                      <p:cBhvr>
                                        <p:cTn id="1529" dur="2000" fill="hold"/>
                                        <p:tgtEl>
                                          <p:spTgt spid="371"/>
                                        </p:tgtEl>
                                        <p:attrNameLst>
                                          <p:attrName>ppt_w</p:attrName>
                                        </p:attrNameLst>
                                      </p:cBhvr>
                                      <p:tavLst>
                                        <p:tav tm="0" fmla="#ppt_w*sin(2.5*pi*$)">
                                          <p:val>
                                            <p:fltVal val="0"/>
                                          </p:val>
                                        </p:tav>
                                        <p:tav tm="100000">
                                          <p:val>
                                            <p:fltVal val="1"/>
                                          </p:val>
                                        </p:tav>
                                      </p:tavLst>
                                    </p:anim>
                                    <p:anim calcmode="lin" valueType="num">
                                      <p:cBhvr>
                                        <p:cTn id="1530" dur="2000" fill="hold"/>
                                        <p:tgtEl>
                                          <p:spTgt spid="371"/>
                                        </p:tgtEl>
                                        <p:attrNameLst>
                                          <p:attrName>ppt_h</p:attrName>
                                        </p:attrNameLst>
                                      </p:cBhvr>
                                      <p:tavLst>
                                        <p:tav tm="0">
                                          <p:val>
                                            <p:strVal val="#ppt_h"/>
                                          </p:val>
                                        </p:tav>
                                        <p:tav tm="100000">
                                          <p:val>
                                            <p:strVal val="#ppt_h"/>
                                          </p:val>
                                        </p:tav>
                                      </p:tavLst>
                                    </p:anim>
                                  </p:childTnLst>
                                </p:cTn>
                              </p:par>
                            </p:childTnLst>
                          </p:cTn>
                        </p:par>
                        <p:par>
                          <p:cTn id="1531" fill="hold">
                            <p:stCondLst>
                              <p:cond delay="10000"/>
                            </p:stCondLst>
                            <p:childTnLst>
                              <p:par>
                                <p:cTn id="1532" presetID="7" presetClass="emph" presetSubtype="2" fill="hold" nodeType="afterEffect">
                                  <p:stCondLst>
                                    <p:cond delay="0"/>
                                  </p:stCondLst>
                                  <p:childTnLst>
                                    <p:animClr clrSpc="rgb" dir="cw">
                                      <p:cBhvr>
                                        <p:cTn id="1533" dur="1000" fill="hold"/>
                                        <p:tgtEl>
                                          <p:spTgt spid="299"/>
                                        </p:tgtEl>
                                        <p:attrNameLst>
                                          <p:attrName>stroke.color</p:attrName>
                                        </p:attrNameLst>
                                      </p:cBhvr>
                                      <p:to>
                                        <a:srgbClr val="F2F2F2"/>
                                      </p:to>
                                    </p:animClr>
                                    <p:set>
                                      <p:cBhvr>
                                        <p:cTn id="1534" dur="1000" fill="hold"/>
                                        <p:tgtEl>
                                          <p:spTgt spid="299"/>
                                        </p:tgtEl>
                                        <p:attrNameLst>
                                          <p:attrName>stroke.on</p:attrName>
                                        </p:attrNameLst>
                                      </p:cBhvr>
                                      <p:to>
                                        <p:strVal val="true"/>
                                      </p:to>
                                    </p:set>
                                  </p:childTnLst>
                                </p:cTn>
                              </p:par>
                              <p:par>
                                <p:cTn id="1535" presetID="7" presetClass="emph" presetSubtype="2" fill="hold" nodeType="withEffect">
                                  <p:stCondLst>
                                    <p:cond delay="500"/>
                                  </p:stCondLst>
                                  <p:childTnLst>
                                    <p:animClr clrSpc="rgb" dir="cw">
                                      <p:cBhvr>
                                        <p:cTn id="1536" dur="1000" fill="hold"/>
                                        <p:tgtEl>
                                          <p:spTgt spid="298"/>
                                        </p:tgtEl>
                                        <p:attrNameLst>
                                          <p:attrName>stroke.color</p:attrName>
                                        </p:attrNameLst>
                                      </p:cBhvr>
                                      <p:to>
                                        <a:schemeClr val="accent2"/>
                                      </p:to>
                                    </p:animClr>
                                    <p:set>
                                      <p:cBhvr>
                                        <p:cTn id="1537" dur="1000" fill="hold"/>
                                        <p:tgtEl>
                                          <p:spTgt spid="298"/>
                                        </p:tgtEl>
                                        <p:attrNameLst>
                                          <p:attrName>stroke.on</p:attrName>
                                        </p:attrNameLst>
                                      </p:cBhvr>
                                      <p:to>
                                        <p:strVal val="true"/>
                                      </p:to>
                                    </p:set>
                                  </p:childTnLst>
                                </p:cTn>
                              </p:par>
                            </p:childTnLst>
                          </p:cTn>
                        </p:par>
                      </p:childTnLst>
                    </p:cTn>
                  </p:par>
                  <p:par>
                    <p:cTn id="1538" fill="hold">
                      <p:stCondLst>
                        <p:cond delay="indefinite"/>
                      </p:stCondLst>
                      <p:childTnLst>
                        <p:par>
                          <p:cTn id="1539" fill="hold">
                            <p:stCondLst>
                              <p:cond delay="0"/>
                            </p:stCondLst>
                            <p:childTnLst>
                              <p:par>
                                <p:cTn id="1540" presetID="63" presetClass="path" presetSubtype="0" accel="50000" decel="50000" fill="hold" nodeType="clickEffect">
                                  <p:stCondLst>
                                    <p:cond delay="0"/>
                                  </p:stCondLst>
                                  <p:childTnLst>
                                    <p:animMotion origin="layout" path="M 0.06276 -0.0007 L 0.11575 -0.00093 " pathEditMode="relative" rAng="0" ptsTypes="AA">
                                      <p:cBhvr>
                                        <p:cTn id="1541" dur="1000" fill="hold"/>
                                        <p:tgtEl>
                                          <p:spTgt spid="341"/>
                                        </p:tgtEl>
                                        <p:attrNameLst>
                                          <p:attrName>ppt_x</p:attrName>
                                          <p:attrName>ppt_y</p:attrName>
                                        </p:attrNameLst>
                                      </p:cBhvr>
                                      <p:rCtr x="2643" y="-23"/>
                                    </p:animMotion>
                                  </p:childTnLst>
                                </p:cTn>
                              </p:par>
                            </p:childTnLst>
                          </p:cTn>
                        </p:par>
                        <p:par>
                          <p:cTn id="1542" fill="hold">
                            <p:stCondLst>
                              <p:cond delay="1000"/>
                            </p:stCondLst>
                            <p:childTnLst>
                              <p:par>
                                <p:cTn id="1543" presetID="10" presetClass="exit" presetSubtype="0" fill="hold" nodeType="afterEffect">
                                  <p:stCondLst>
                                    <p:cond delay="0"/>
                                  </p:stCondLst>
                                  <p:childTnLst>
                                    <p:animEffect transition="out" filter="fade">
                                      <p:cBhvr>
                                        <p:cTn id="1544" dur="500"/>
                                        <p:tgtEl>
                                          <p:spTgt spid="341"/>
                                        </p:tgtEl>
                                      </p:cBhvr>
                                    </p:animEffect>
                                    <p:set>
                                      <p:cBhvr>
                                        <p:cTn id="1545" dur="1" fill="hold">
                                          <p:stCondLst>
                                            <p:cond delay="499"/>
                                          </p:stCondLst>
                                        </p:cTn>
                                        <p:tgtEl>
                                          <p:spTgt spid="341"/>
                                        </p:tgtEl>
                                        <p:attrNameLst>
                                          <p:attrName>style.visibility</p:attrName>
                                        </p:attrNameLst>
                                      </p:cBhvr>
                                      <p:to>
                                        <p:strVal val="hidden"/>
                                      </p:to>
                                    </p:set>
                                  </p:childTnLst>
                                </p:cTn>
                              </p:par>
                            </p:childTnLst>
                          </p:cTn>
                        </p:par>
                        <p:par>
                          <p:cTn id="1546" fill="hold">
                            <p:stCondLst>
                              <p:cond delay="1500"/>
                            </p:stCondLst>
                            <p:childTnLst>
                              <p:par>
                                <p:cTn id="1547" presetID="7" presetClass="emph" presetSubtype="2" fill="hold" nodeType="afterEffect">
                                  <p:stCondLst>
                                    <p:cond delay="0"/>
                                  </p:stCondLst>
                                  <p:childTnLst>
                                    <p:animClr clrSpc="rgb" dir="cw">
                                      <p:cBhvr>
                                        <p:cTn id="1548" dur="1000" fill="hold"/>
                                        <p:tgtEl>
                                          <p:spTgt spid="298"/>
                                        </p:tgtEl>
                                        <p:attrNameLst>
                                          <p:attrName>stroke.color</p:attrName>
                                        </p:attrNameLst>
                                      </p:cBhvr>
                                      <p:to>
                                        <a:srgbClr val="F2F2F2"/>
                                      </p:to>
                                    </p:animClr>
                                    <p:set>
                                      <p:cBhvr>
                                        <p:cTn id="1549" dur="1000" fill="hold"/>
                                        <p:tgtEl>
                                          <p:spTgt spid="298"/>
                                        </p:tgtEl>
                                        <p:attrNameLst>
                                          <p:attrName>stroke.on</p:attrName>
                                        </p:attrNameLst>
                                      </p:cBhvr>
                                      <p:to>
                                        <p:strVal val="true"/>
                                      </p:to>
                                    </p:set>
                                  </p:childTnLst>
                                </p:cTn>
                              </p:par>
                              <p:par>
                                <p:cTn id="1550" presetID="7" presetClass="emph" presetSubtype="2" fill="hold" nodeType="withEffect">
                                  <p:stCondLst>
                                    <p:cond delay="500"/>
                                  </p:stCondLst>
                                  <p:childTnLst>
                                    <p:animClr clrSpc="rgb" dir="cw">
                                      <p:cBhvr>
                                        <p:cTn id="1551" dur="1000" fill="hold"/>
                                        <p:tgtEl>
                                          <p:spTgt spid="297"/>
                                        </p:tgtEl>
                                        <p:attrNameLst>
                                          <p:attrName>stroke.color</p:attrName>
                                        </p:attrNameLst>
                                      </p:cBhvr>
                                      <p:to>
                                        <a:schemeClr val="accent2"/>
                                      </p:to>
                                    </p:animClr>
                                    <p:set>
                                      <p:cBhvr>
                                        <p:cTn id="1552" dur="1000" fill="hold"/>
                                        <p:tgtEl>
                                          <p:spTgt spid="297"/>
                                        </p:tgtEl>
                                        <p:attrNameLst>
                                          <p:attrName>stroke.on</p:attrName>
                                        </p:attrNameLst>
                                      </p:cBhvr>
                                      <p:to>
                                        <p:strVal val="true"/>
                                      </p:to>
                                    </p:set>
                                  </p:childTnLst>
                                </p:cTn>
                              </p:par>
                            </p:childTnLst>
                          </p:cTn>
                        </p:par>
                      </p:childTnLst>
                    </p:cTn>
                  </p:par>
                  <p:par>
                    <p:cTn id="1553" fill="hold">
                      <p:stCondLst>
                        <p:cond delay="indefinite"/>
                      </p:stCondLst>
                      <p:childTnLst>
                        <p:par>
                          <p:cTn id="1554" fill="hold">
                            <p:stCondLst>
                              <p:cond delay="0"/>
                            </p:stCondLst>
                            <p:childTnLst>
                              <p:par>
                                <p:cTn id="1555" presetID="63" presetClass="path" presetSubtype="0" accel="50000" decel="50000" fill="hold" nodeType="clickEffect">
                                  <p:stCondLst>
                                    <p:cond delay="0"/>
                                  </p:stCondLst>
                                  <p:childTnLst>
                                    <p:animMotion origin="layout" path="M 0.07058 -0.00023 L 0.10599 -0.0007 " pathEditMode="relative" rAng="0" ptsTypes="AA">
                                      <p:cBhvr>
                                        <p:cTn id="1556" dur="1000" fill="hold"/>
                                        <p:tgtEl>
                                          <p:spTgt spid="88"/>
                                        </p:tgtEl>
                                        <p:attrNameLst>
                                          <p:attrName>ppt_x</p:attrName>
                                          <p:attrName>ppt_y</p:attrName>
                                        </p:attrNameLst>
                                      </p:cBhvr>
                                      <p:rCtr x="1771" y="-23"/>
                                    </p:animMotion>
                                  </p:childTnLst>
                                </p:cTn>
                              </p:par>
                            </p:childTnLst>
                          </p:cTn>
                        </p:par>
                        <p:par>
                          <p:cTn id="1557" fill="hold">
                            <p:stCondLst>
                              <p:cond delay="1000"/>
                            </p:stCondLst>
                            <p:childTnLst>
                              <p:par>
                                <p:cTn id="1558" presetID="7" presetClass="emph" presetSubtype="2" fill="hold" nodeType="afterEffect">
                                  <p:stCondLst>
                                    <p:cond delay="0"/>
                                  </p:stCondLst>
                                  <p:childTnLst>
                                    <p:animClr clrSpc="rgb" dir="cw">
                                      <p:cBhvr>
                                        <p:cTn id="1559" dur="1000" fill="hold"/>
                                        <p:tgtEl>
                                          <p:spTgt spid="297"/>
                                        </p:tgtEl>
                                        <p:attrNameLst>
                                          <p:attrName>stroke.color</p:attrName>
                                        </p:attrNameLst>
                                      </p:cBhvr>
                                      <p:to>
                                        <a:srgbClr val="F2F2F2"/>
                                      </p:to>
                                    </p:animClr>
                                    <p:set>
                                      <p:cBhvr>
                                        <p:cTn id="1560" dur="1000" fill="hold"/>
                                        <p:tgtEl>
                                          <p:spTgt spid="297"/>
                                        </p:tgtEl>
                                        <p:attrNameLst>
                                          <p:attrName>stroke.on</p:attrName>
                                        </p:attrNameLst>
                                      </p:cBhvr>
                                      <p:to>
                                        <p:strVal val="true"/>
                                      </p:to>
                                    </p:set>
                                  </p:childTnLst>
                                </p:cTn>
                              </p:par>
                              <p:par>
                                <p:cTn id="1561" presetID="7" presetClass="emph" presetSubtype="2" fill="hold" nodeType="withEffect">
                                  <p:stCondLst>
                                    <p:cond delay="500"/>
                                  </p:stCondLst>
                                  <p:childTnLst>
                                    <p:animClr clrSpc="rgb" dir="cw">
                                      <p:cBhvr>
                                        <p:cTn id="1562" dur="1000" fill="hold"/>
                                        <p:tgtEl>
                                          <p:spTgt spid="298"/>
                                        </p:tgtEl>
                                        <p:attrNameLst>
                                          <p:attrName>stroke.color</p:attrName>
                                        </p:attrNameLst>
                                      </p:cBhvr>
                                      <p:to>
                                        <a:schemeClr val="accent2"/>
                                      </p:to>
                                    </p:animClr>
                                    <p:set>
                                      <p:cBhvr>
                                        <p:cTn id="1563" dur="1000" fill="hold"/>
                                        <p:tgtEl>
                                          <p:spTgt spid="298"/>
                                        </p:tgtEl>
                                        <p:attrNameLst>
                                          <p:attrName>stroke.on</p:attrName>
                                        </p:attrNameLst>
                                      </p:cBhvr>
                                      <p:to>
                                        <p:strVal val="true"/>
                                      </p:to>
                                    </p:set>
                                  </p:childTnLst>
                                </p:cTn>
                              </p:par>
                            </p:childTnLst>
                          </p:cTn>
                        </p:par>
                      </p:childTnLst>
                    </p:cTn>
                  </p:par>
                  <p:par>
                    <p:cTn id="1564" fill="hold">
                      <p:stCondLst>
                        <p:cond delay="indefinite"/>
                      </p:stCondLst>
                      <p:childTnLst>
                        <p:par>
                          <p:cTn id="1565" fill="hold">
                            <p:stCondLst>
                              <p:cond delay="0"/>
                            </p:stCondLst>
                            <p:childTnLst>
                              <p:par>
                                <p:cTn id="1566" presetID="12" presetClass="entr" presetSubtype="8" fill="hold" nodeType="clickEffect">
                                  <p:stCondLst>
                                    <p:cond delay="0"/>
                                  </p:stCondLst>
                                  <p:childTnLst>
                                    <p:set>
                                      <p:cBhvr>
                                        <p:cTn id="1567" dur="1" fill="hold">
                                          <p:stCondLst>
                                            <p:cond delay="0"/>
                                          </p:stCondLst>
                                        </p:cTn>
                                        <p:tgtEl>
                                          <p:spTgt spid="344"/>
                                        </p:tgtEl>
                                        <p:attrNameLst>
                                          <p:attrName>style.visibility</p:attrName>
                                        </p:attrNameLst>
                                      </p:cBhvr>
                                      <p:to>
                                        <p:strVal val="visible"/>
                                      </p:to>
                                    </p:set>
                                    <p:anim calcmode="lin" valueType="num">
                                      <p:cBhvr additive="base">
                                        <p:cTn id="1568" dur="500"/>
                                        <p:tgtEl>
                                          <p:spTgt spid="344"/>
                                        </p:tgtEl>
                                        <p:attrNameLst>
                                          <p:attrName>ppt_x</p:attrName>
                                        </p:attrNameLst>
                                      </p:cBhvr>
                                      <p:tavLst>
                                        <p:tav tm="0">
                                          <p:val>
                                            <p:strVal val="#ppt_x-#ppt_w*1.125000"/>
                                          </p:val>
                                        </p:tav>
                                        <p:tav tm="100000">
                                          <p:val>
                                            <p:strVal val="#ppt_x"/>
                                          </p:val>
                                        </p:tav>
                                      </p:tavLst>
                                    </p:anim>
                                    <p:animEffect transition="in" filter="wipe(right)">
                                      <p:cBhvr>
                                        <p:cTn id="1569" dur="500"/>
                                        <p:tgtEl>
                                          <p:spTgt spid="344"/>
                                        </p:tgtEl>
                                      </p:cBhvr>
                                    </p:animEffect>
                                  </p:childTnLst>
                                </p:cTn>
                              </p:par>
                            </p:childTnLst>
                          </p:cTn>
                        </p:par>
                        <p:par>
                          <p:cTn id="1570" fill="hold">
                            <p:stCondLst>
                              <p:cond delay="500"/>
                            </p:stCondLst>
                            <p:childTnLst>
                              <p:par>
                                <p:cTn id="1571" presetID="7" presetClass="emph" presetSubtype="2" fill="hold" nodeType="afterEffect">
                                  <p:stCondLst>
                                    <p:cond delay="0"/>
                                  </p:stCondLst>
                                  <p:childTnLst>
                                    <p:animClr clrSpc="rgb" dir="cw">
                                      <p:cBhvr>
                                        <p:cTn id="1572" dur="1000" fill="hold"/>
                                        <p:tgtEl>
                                          <p:spTgt spid="298"/>
                                        </p:tgtEl>
                                        <p:attrNameLst>
                                          <p:attrName>stroke.color</p:attrName>
                                        </p:attrNameLst>
                                      </p:cBhvr>
                                      <p:to>
                                        <a:srgbClr val="F2F2F2"/>
                                      </p:to>
                                    </p:animClr>
                                    <p:set>
                                      <p:cBhvr>
                                        <p:cTn id="1573" dur="1000" fill="hold"/>
                                        <p:tgtEl>
                                          <p:spTgt spid="298"/>
                                        </p:tgtEl>
                                        <p:attrNameLst>
                                          <p:attrName>stroke.on</p:attrName>
                                        </p:attrNameLst>
                                      </p:cBhvr>
                                      <p:to>
                                        <p:strVal val="true"/>
                                      </p:to>
                                    </p:set>
                                  </p:childTnLst>
                                </p:cTn>
                              </p:par>
                              <p:par>
                                <p:cTn id="1574" presetID="7" presetClass="emph" presetSubtype="2" fill="hold" nodeType="withEffect">
                                  <p:stCondLst>
                                    <p:cond delay="500"/>
                                  </p:stCondLst>
                                  <p:childTnLst>
                                    <p:animClr clrSpc="rgb" dir="cw">
                                      <p:cBhvr>
                                        <p:cTn id="1575" dur="1000" fill="hold"/>
                                        <p:tgtEl>
                                          <p:spTgt spid="299"/>
                                        </p:tgtEl>
                                        <p:attrNameLst>
                                          <p:attrName>stroke.color</p:attrName>
                                        </p:attrNameLst>
                                      </p:cBhvr>
                                      <p:to>
                                        <a:schemeClr val="accent2"/>
                                      </p:to>
                                    </p:animClr>
                                    <p:set>
                                      <p:cBhvr>
                                        <p:cTn id="1576" dur="1000" fill="hold"/>
                                        <p:tgtEl>
                                          <p:spTgt spid="299"/>
                                        </p:tgtEl>
                                        <p:attrNameLst>
                                          <p:attrName>stroke.on</p:attrName>
                                        </p:attrNameLst>
                                      </p:cBhvr>
                                      <p:to>
                                        <p:strVal val="true"/>
                                      </p:to>
                                    </p:set>
                                  </p:childTnLst>
                                </p:cTn>
                              </p:par>
                            </p:childTnLst>
                          </p:cTn>
                        </p:par>
                        <p:par>
                          <p:cTn id="1577" fill="hold">
                            <p:stCondLst>
                              <p:cond delay="2000"/>
                            </p:stCondLst>
                            <p:childTnLst>
                              <p:par>
                                <p:cTn id="1578" presetID="10" presetClass="entr" presetSubtype="0" fill="hold" grpId="0" nodeType="afterEffect">
                                  <p:stCondLst>
                                    <p:cond delay="0"/>
                                  </p:stCondLst>
                                  <p:childTnLst>
                                    <p:set>
                                      <p:cBhvr>
                                        <p:cTn id="1579" dur="1" fill="hold">
                                          <p:stCondLst>
                                            <p:cond delay="0"/>
                                          </p:stCondLst>
                                        </p:cTn>
                                        <p:tgtEl>
                                          <p:spTgt spid="326"/>
                                        </p:tgtEl>
                                        <p:attrNameLst>
                                          <p:attrName>style.visibility</p:attrName>
                                        </p:attrNameLst>
                                      </p:cBhvr>
                                      <p:to>
                                        <p:strVal val="visible"/>
                                      </p:to>
                                    </p:set>
                                    <p:animEffect transition="in" filter="fade">
                                      <p:cBhvr>
                                        <p:cTn id="1580" dur="500"/>
                                        <p:tgtEl>
                                          <p:spTgt spid="326"/>
                                        </p:tgtEl>
                                      </p:cBhvr>
                                    </p:animEffect>
                                  </p:childTnLst>
                                </p:cTn>
                              </p:par>
                            </p:childTnLst>
                          </p:cTn>
                        </p:par>
                        <p:par>
                          <p:cTn id="1581" fill="hold">
                            <p:stCondLst>
                              <p:cond delay="2500"/>
                            </p:stCondLst>
                            <p:childTnLst>
                              <p:par>
                                <p:cTn id="1582" presetID="42" presetClass="path" presetSubtype="0" accel="50000" decel="50000" fill="hold" grpId="1" nodeType="afterEffect">
                                  <p:stCondLst>
                                    <p:cond delay="0"/>
                                  </p:stCondLst>
                                  <p:childTnLst>
                                    <p:animMotion origin="layout" path="M 1.66667E-6 -3.7037E-7 L -0.07995 0.28773 " pathEditMode="relative" rAng="0" ptsTypes="AA">
                                      <p:cBhvr>
                                        <p:cTn id="1583" dur="1000" fill="hold"/>
                                        <p:tgtEl>
                                          <p:spTgt spid="326"/>
                                        </p:tgtEl>
                                        <p:attrNameLst>
                                          <p:attrName>ppt_x</p:attrName>
                                          <p:attrName>ppt_y</p:attrName>
                                        </p:attrNameLst>
                                      </p:cBhvr>
                                      <p:rCtr x="-3997" y="14375"/>
                                    </p:animMotion>
                                  </p:childTnLst>
                                </p:cTn>
                              </p:par>
                              <p:par>
                                <p:cTn id="1584" presetID="10" presetClass="exit" presetSubtype="0" fill="hold" grpId="2" nodeType="withEffect">
                                  <p:stCondLst>
                                    <p:cond delay="0"/>
                                  </p:stCondLst>
                                  <p:childTnLst>
                                    <p:animEffect transition="out" filter="fade">
                                      <p:cBhvr>
                                        <p:cTn id="1585" dur="500"/>
                                        <p:tgtEl>
                                          <p:spTgt spid="316"/>
                                        </p:tgtEl>
                                      </p:cBhvr>
                                    </p:animEffect>
                                    <p:set>
                                      <p:cBhvr>
                                        <p:cTn id="1586" dur="1" fill="hold">
                                          <p:stCondLst>
                                            <p:cond delay="499"/>
                                          </p:stCondLst>
                                        </p:cTn>
                                        <p:tgtEl>
                                          <p:spTgt spid="316"/>
                                        </p:tgtEl>
                                        <p:attrNameLst>
                                          <p:attrName>style.visibility</p:attrName>
                                        </p:attrNameLst>
                                      </p:cBhvr>
                                      <p:to>
                                        <p:strVal val="hidden"/>
                                      </p:to>
                                    </p:set>
                                  </p:childTnLst>
                                </p:cTn>
                              </p:par>
                            </p:childTnLst>
                          </p:cTn>
                        </p:par>
                        <p:par>
                          <p:cTn id="1587" fill="hold">
                            <p:stCondLst>
                              <p:cond delay="3500"/>
                            </p:stCondLst>
                            <p:childTnLst>
                              <p:par>
                                <p:cTn id="1588" presetID="31" presetClass="entr" presetSubtype="0" fill="hold" grpId="0" nodeType="afterEffect">
                                  <p:stCondLst>
                                    <p:cond delay="0"/>
                                  </p:stCondLst>
                                  <p:childTnLst>
                                    <p:set>
                                      <p:cBhvr>
                                        <p:cTn id="1589" dur="1" fill="hold">
                                          <p:stCondLst>
                                            <p:cond delay="0"/>
                                          </p:stCondLst>
                                        </p:cTn>
                                        <p:tgtEl>
                                          <p:spTgt spid="231"/>
                                        </p:tgtEl>
                                        <p:attrNameLst>
                                          <p:attrName>style.visibility</p:attrName>
                                        </p:attrNameLst>
                                      </p:cBhvr>
                                      <p:to>
                                        <p:strVal val="visible"/>
                                      </p:to>
                                    </p:set>
                                    <p:anim calcmode="lin" valueType="num">
                                      <p:cBhvr>
                                        <p:cTn id="1590" dur="1000" fill="hold"/>
                                        <p:tgtEl>
                                          <p:spTgt spid="231"/>
                                        </p:tgtEl>
                                        <p:attrNameLst>
                                          <p:attrName>ppt_w</p:attrName>
                                        </p:attrNameLst>
                                      </p:cBhvr>
                                      <p:tavLst>
                                        <p:tav tm="0">
                                          <p:val>
                                            <p:fltVal val="0"/>
                                          </p:val>
                                        </p:tav>
                                        <p:tav tm="100000">
                                          <p:val>
                                            <p:strVal val="#ppt_w"/>
                                          </p:val>
                                        </p:tav>
                                      </p:tavLst>
                                    </p:anim>
                                    <p:anim calcmode="lin" valueType="num">
                                      <p:cBhvr>
                                        <p:cTn id="1591" dur="1000" fill="hold"/>
                                        <p:tgtEl>
                                          <p:spTgt spid="231"/>
                                        </p:tgtEl>
                                        <p:attrNameLst>
                                          <p:attrName>ppt_h</p:attrName>
                                        </p:attrNameLst>
                                      </p:cBhvr>
                                      <p:tavLst>
                                        <p:tav tm="0">
                                          <p:val>
                                            <p:fltVal val="0"/>
                                          </p:val>
                                        </p:tav>
                                        <p:tav tm="100000">
                                          <p:val>
                                            <p:strVal val="#ppt_h"/>
                                          </p:val>
                                        </p:tav>
                                      </p:tavLst>
                                    </p:anim>
                                    <p:anim calcmode="lin" valueType="num">
                                      <p:cBhvr>
                                        <p:cTn id="1592" dur="1000" fill="hold"/>
                                        <p:tgtEl>
                                          <p:spTgt spid="231"/>
                                        </p:tgtEl>
                                        <p:attrNameLst>
                                          <p:attrName>style.rotation</p:attrName>
                                        </p:attrNameLst>
                                      </p:cBhvr>
                                      <p:tavLst>
                                        <p:tav tm="0">
                                          <p:val>
                                            <p:fltVal val="90"/>
                                          </p:val>
                                        </p:tav>
                                        <p:tav tm="100000">
                                          <p:val>
                                            <p:fltVal val="0"/>
                                          </p:val>
                                        </p:tav>
                                      </p:tavLst>
                                    </p:anim>
                                    <p:animEffect transition="in" filter="fade">
                                      <p:cBhvr>
                                        <p:cTn id="1593" dur="1000"/>
                                        <p:tgtEl>
                                          <p:spTgt spid="231"/>
                                        </p:tgtEl>
                                      </p:cBhvr>
                                    </p:animEffect>
                                  </p:childTnLst>
                                </p:cTn>
                              </p:par>
                            </p:childTnLst>
                          </p:cTn>
                        </p:par>
                        <p:par>
                          <p:cTn id="1594" fill="hold">
                            <p:stCondLst>
                              <p:cond delay="4500"/>
                            </p:stCondLst>
                            <p:childTnLst>
                              <p:par>
                                <p:cTn id="1595" presetID="42" presetClass="path" presetSubtype="0" accel="50000" decel="50000" fill="hold" grpId="1" nodeType="afterEffect">
                                  <p:stCondLst>
                                    <p:cond delay="0"/>
                                  </p:stCondLst>
                                  <p:childTnLst>
                                    <p:animMotion origin="layout" path="M 1.04167E-6 -2.22222E-6 L 0.0237 0.17755 " pathEditMode="relative" rAng="0" ptsTypes="AA">
                                      <p:cBhvr>
                                        <p:cTn id="1596" dur="1500" fill="hold"/>
                                        <p:tgtEl>
                                          <p:spTgt spid="231"/>
                                        </p:tgtEl>
                                        <p:attrNameLst>
                                          <p:attrName>ppt_x</p:attrName>
                                          <p:attrName>ppt_y</p:attrName>
                                        </p:attrNameLst>
                                      </p:cBhvr>
                                      <p:rCtr x="1185" y="8866"/>
                                    </p:animMotion>
                                  </p:childTnLst>
                                </p:cTn>
                              </p:par>
                              <p:par>
                                <p:cTn id="1597" presetID="10" presetClass="exit" presetSubtype="0" fill="hold" grpId="2" nodeType="withEffect">
                                  <p:stCondLst>
                                    <p:cond delay="0"/>
                                  </p:stCondLst>
                                  <p:childTnLst>
                                    <p:animEffect transition="out" filter="fade">
                                      <p:cBhvr>
                                        <p:cTn id="1598" dur="500"/>
                                        <p:tgtEl>
                                          <p:spTgt spid="210"/>
                                        </p:tgtEl>
                                      </p:cBhvr>
                                    </p:animEffect>
                                    <p:set>
                                      <p:cBhvr>
                                        <p:cTn id="1599" dur="1" fill="hold">
                                          <p:stCondLst>
                                            <p:cond delay="499"/>
                                          </p:stCondLst>
                                        </p:cTn>
                                        <p:tgtEl>
                                          <p:spTgt spid="210"/>
                                        </p:tgtEl>
                                        <p:attrNameLst>
                                          <p:attrName>style.visibility</p:attrName>
                                        </p:attrNameLst>
                                      </p:cBhvr>
                                      <p:to>
                                        <p:strVal val="hidden"/>
                                      </p:to>
                                    </p:set>
                                  </p:childTnLst>
                                </p:cTn>
                              </p:par>
                            </p:childTnLst>
                          </p:cTn>
                        </p:par>
                        <p:par>
                          <p:cTn id="1600" fill="hold">
                            <p:stCondLst>
                              <p:cond delay="6000"/>
                            </p:stCondLst>
                            <p:childTnLst>
                              <p:par>
                                <p:cTn id="1601" presetID="31" presetClass="entr" presetSubtype="0" fill="hold" grpId="0" nodeType="afterEffect">
                                  <p:stCondLst>
                                    <p:cond delay="0"/>
                                  </p:stCondLst>
                                  <p:childTnLst>
                                    <p:set>
                                      <p:cBhvr>
                                        <p:cTn id="1602" dur="1" fill="hold">
                                          <p:stCondLst>
                                            <p:cond delay="0"/>
                                          </p:stCondLst>
                                        </p:cTn>
                                        <p:tgtEl>
                                          <p:spTgt spid="232"/>
                                        </p:tgtEl>
                                        <p:attrNameLst>
                                          <p:attrName>style.visibility</p:attrName>
                                        </p:attrNameLst>
                                      </p:cBhvr>
                                      <p:to>
                                        <p:strVal val="visible"/>
                                      </p:to>
                                    </p:set>
                                    <p:anim calcmode="lin" valueType="num">
                                      <p:cBhvr>
                                        <p:cTn id="1603" dur="1000" fill="hold"/>
                                        <p:tgtEl>
                                          <p:spTgt spid="232"/>
                                        </p:tgtEl>
                                        <p:attrNameLst>
                                          <p:attrName>ppt_w</p:attrName>
                                        </p:attrNameLst>
                                      </p:cBhvr>
                                      <p:tavLst>
                                        <p:tav tm="0">
                                          <p:val>
                                            <p:fltVal val="0"/>
                                          </p:val>
                                        </p:tav>
                                        <p:tav tm="100000">
                                          <p:val>
                                            <p:strVal val="#ppt_w"/>
                                          </p:val>
                                        </p:tav>
                                      </p:tavLst>
                                    </p:anim>
                                    <p:anim calcmode="lin" valueType="num">
                                      <p:cBhvr>
                                        <p:cTn id="1604" dur="1000" fill="hold"/>
                                        <p:tgtEl>
                                          <p:spTgt spid="232"/>
                                        </p:tgtEl>
                                        <p:attrNameLst>
                                          <p:attrName>ppt_h</p:attrName>
                                        </p:attrNameLst>
                                      </p:cBhvr>
                                      <p:tavLst>
                                        <p:tav tm="0">
                                          <p:val>
                                            <p:fltVal val="0"/>
                                          </p:val>
                                        </p:tav>
                                        <p:tav tm="100000">
                                          <p:val>
                                            <p:strVal val="#ppt_h"/>
                                          </p:val>
                                        </p:tav>
                                      </p:tavLst>
                                    </p:anim>
                                    <p:anim calcmode="lin" valueType="num">
                                      <p:cBhvr>
                                        <p:cTn id="1605" dur="1000" fill="hold"/>
                                        <p:tgtEl>
                                          <p:spTgt spid="232"/>
                                        </p:tgtEl>
                                        <p:attrNameLst>
                                          <p:attrName>style.rotation</p:attrName>
                                        </p:attrNameLst>
                                      </p:cBhvr>
                                      <p:tavLst>
                                        <p:tav tm="0">
                                          <p:val>
                                            <p:fltVal val="90"/>
                                          </p:val>
                                        </p:tav>
                                        <p:tav tm="100000">
                                          <p:val>
                                            <p:fltVal val="0"/>
                                          </p:val>
                                        </p:tav>
                                      </p:tavLst>
                                    </p:anim>
                                    <p:animEffect transition="in" filter="fade">
                                      <p:cBhvr>
                                        <p:cTn id="1606" dur="1000"/>
                                        <p:tgtEl>
                                          <p:spTgt spid="232"/>
                                        </p:tgtEl>
                                      </p:cBhvr>
                                    </p:animEffect>
                                  </p:childTnLst>
                                </p:cTn>
                              </p:par>
                            </p:childTnLst>
                          </p:cTn>
                        </p:par>
                        <p:par>
                          <p:cTn id="1607" fill="hold">
                            <p:stCondLst>
                              <p:cond delay="7000"/>
                            </p:stCondLst>
                            <p:childTnLst>
                              <p:par>
                                <p:cTn id="1608" presetID="42" presetClass="path" presetSubtype="0" accel="50000" decel="50000" fill="hold" grpId="1" nodeType="afterEffect">
                                  <p:stCondLst>
                                    <p:cond delay="0"/>
                                  </p:stCondLst>
                                  <p:childTnLst>
                                    <p:animMotion origin="layout" path="M 2.29167E-6 -4.07407E-6 L -0.09909 0.40926 " pathEditMode="relative" rAng="0" ptsTypes="AA">
                                      <p:cBhvr>
                                        <p:cTn id="1609" dur="1500" fill="hold"/>
                                        <p:tgtEl>
                                          <p:spTgt spid="232"/>
                                        </p:tgtEl>
                                        <p:attrNameLst>
                                          <p:attrName>ppt_x</p:attrName>
                                          <p:attrName>ppt_y</p:attrName>
                                        </p:attrNameLst>
                                      </p:cBhvr>
                                      <p:rCtr x="-4961" y="20463"/>
                                    </p:animMotion>
                                  </p:childTnLst>
                                </p:cTn>
                              </p:par>
                            </p:childTnLst>
                          </p:cTn>
                        </p:par>
                        <p:par>
                          <p:cTn id="1610" fill="hold">
                            <p:stCondLst>
                              <p:cond delay="8500"/>
                            </p:stCondLst>
                            <p:childTnLst>
                              <p:par>
                                <p:cTn id="1611" presetID="1" presetClass="exit" presetSubtype="0" fill="hold" grpId="2" nodeType="afterEffect">
                                  <p:stCondLst>
                                    <p:cond delay="0"/>
                                  </p:stCondLst>
                                  <p:childTnLst>
                                    <p:set>
                                      <p:cBhvr>
                                        <p:cTn id="1612" dur="1" fill="hold">
                                          <p:stCondLst>
                                            <p:cond delay="0"/>
                                          </p:stCondLst>
                                        </p:cTn>
                                        <p:tgtEl>
                                          <p:spTgt spid="232"/>
                                        </p:tgtEl>
                                        <p:attrNameLst>
                                          <p:attrName>style.visibility</p:attrName>
                                        </p:attrNameLst>
                                      </p:cBhvr>
                                      <p:to>
                                        <p:strVal val="hidden"/>
                                      </p:to>
                                    </p:set>
                                  </p:childTnLst>
                                </p:cTn>
                              </p:par>
                            </p:childTnLst>
                          </p:cTn>
                        </p:par>
                        <p:par>
                          <p:cTn id="1613" fill="hold">
                            <p:stCondLst>
                              <p:cond delay="8500"/>
                            </p:stCondLst>
                            <p:childTnLst>
                              <p:par>
                                <p:cTn id="1614" presetID="10" presetClass="entr" presetSubtype="0" fill="hold" grpId="0" nodeType="afterEffect">
                                  <p:stCondLst>
                                    <p:cond delay="0"/>
                                  </p:stCondLst>
                                  <p:childTnLst>
                                    <p:set>
                                      <p:cBhvr>
                                        <p:cTn id="1615" dur="1" fill="hold">
                                          <p:stCondLst>
                                            <p:cond delay="0"/>
                                          </p:stCondLst>
                                        </p:cTn>
                                        <p:tgtEl>
                                          <p:spTgt spid="267"/>
                                        </p:tgtEl>
                                        <p:attrNameLst>
                                          <p:attrName>style.visibility</p:attrName>
                                        </p:attrNameLst>
                                      </p:cBhvr>
                                      <p:to>
                                        <p:strVal val="visible"/>
                                      </p:to>
                                    </p:set>
                                    <p:animEffect transition="in" filter="fade">
                                      <p:cBhvr>
                                        <p:cTn id="1616" dur="1000"/>
                                        <p:tgtEl>
                                          <p:spTgt spid="267"/>
                                        </p:tgtEl>
                                      </p:cBhvr>
                                    </p:animEffect>
                                  </p:childTnLst>
                                </p:cTn>
                              </p:par>
                            </p:childTnLst>
                          </p:cTn>
                        </p:par>
                        <p:par>
                          <p:cTn id="1617" fill="hold">
                            <p:stCondLst>
                              <p:cond delay="9500"/>
                            </p:stCondLst>
                            <p:childTnLst>
                              <p:par>
                                <p:cTn id="1618" presetID="10" presetClass="exit" presetSubtype="0" fill="hold" nodeType="afterEffect">
                                  <p:stCondLst>
                                    <p:cond delay="0"/>
                                  </p:stCondLst>
                                  <p:childTnLst>
                                    <p:animEffect transition="out" filter="fade">
                                      <p:cBhvr>
                                        <p:cTn id="1619" dur="500"/>
                                        <p:tgtEl>
                                          <p:spTgt spid="130"/>
                                        </p:tgtEl>
                                      </p:cBhvr>
                                    </p:animEffect>
                                    <p:set>
                                      <p:cBhvr>
                                        <p:cTn id="1620" dur="1" fill="hold">
                                          <p:stCondLst>
                                            <p:cond delay="499"/>
                                          </p:stCondLst>
                                        </p:cTn>
                                        <p:tgtEl>
                                          <p:spTgt spid="130"/>
                                        </p:tgtEl>
                                        <p:attrNameLst>
                                          <p:attrName>style.visibility</p:attrName>
                                        </p:attrNameLst>
                                      </p:cBhvr>
                                      <p:to>
                                        <p:strVal val="hidden"/>
                                      </p:to>
                                    </p:set>
                                  </p:childTnLst>
                                </p:cTn>
                              </p:par>
                            </p:childTnLst>
                          </p:cTn>
                        </p:par>
                        <p:par>
                          <p:cTn id="1621" fill="hold">
                            <p:stCondLst>
                              <p:cond delay="10000"/>
                            </p:stCondLst>
                            <p:childTnLst>
                              <p:par>
                                <p:cTn id="1622" presetID="22" presetClass="entr" presetSubtype="1" fill="hold" nodeType="afterEffect">
                                  <p:stCondLst>
                                    <p:cond delay="0"/>
                                  </p:stCondLst>
                                  <p:childTnLst>
                                    <p:set>
                                      <p:cBhvr>
                                        <p:cTn id="1623" dur="1" fill="hold">
                                          <p:stCondLst>
                                            <p:cond delay="0"/>
                                          </p:stCondLst>
                                        </p:cTn>
                                        <p:tgtEl>
                                          <p:spTgt spid="130"/>
                                        </p:tgtEl>
                                        <p:attrNameLst>
                                          <p:attrName>style.visibility</p:attrName>
                                        </p:attrNameLst>
                                      </p:cBhvr>
                                      <p:to>
                                        <p:strVal val="visible"/>
                                      </p:to>
                                    </p:set>
                                    <p:animEffect transition="in" filter="wipe(up)">
                                      <p:cBhvr>
                                        <p:cTn id="1624" dur="1000"/>
                                        <p:tgtEl>
                                          <p:spTgt spid="130"/>
                                        </p:tgtEl>
                                      </p:cBhvr>
                                    </p:animEffect>
                                  </p:childTnLst>
                                </p:cTn>
                              </p:par>
                            </p:childTnLst>
                          </p:cTn>
                        </p:par>
                        <p:par>
                          <p:cTn id="1625" fill="hold">
                            <p:stCondLst>
                              <p:cond delay="11000"/>
                            </p:stCondLst>
                            <p:childTnLst>
                              <p:par>
                                <p:cTn id="1626" presetID="47" presetClass="entr" presetSubtype="0" fill="hold" nodeType="afterEffect">
                                  <p:stCondLst>
                                    <p:cond delay="0"/>
                                  </p:stCondLst>
                                  <p:childTnLst>
                                    <p:set>
                                      <p:cBhvr>
                                        <p:cTn id="1627" dur="1" fill="hold">
                                          <p:stCondLst>
                                            <p:cond delay="0"/>
                                          </p:stCondLst>
                                        </p:cTn>
                                        <p:tgtEl>
                                          <p:spTgt spid="244"/>
                                        </p:tgtEl>
                                        <p:attrNameLst>
                                          <p:attrName>style.visibility</p:attrName>
                                        </p:attrNameLst>
                                      </p:cBhvr>
                                      <p:to>
                                        <p:strVal val="visible"/>
                                      </p:to>
                                    </p:set>
                                    <p:animEffect transition="in" filter="fade">
                                      <p:cBhvr>
                                        <p:cTn id="1628" dur="1000"/>
                                        <p:tgtEl>
                                          <p:spTgt spid="244"/>
                                        </p:tgtEl>
                                      </p:cBhvr>
                                    </p:animEffect>
                                    <p:anim calcmode="lin" valueType="num">
                                      <p:cBhvr>
                                        <p:cTn id="1629" dur="1000" fill="hold"/>
                                        <p:tgtEl>
                                          <p:spTgt spid="244"/>
                                        </p:tgtEl>
                                        <p:attrNameLst>
                                          <p:attrName>ppt_x</p:attrName>
                                        </p:attrNameLst>
                                      </p:cBhvr>
                                      <p:tavLst>
                                        <p:tav tm="0">
                                          <p:val>
                                            <p:strVal val="#ppt_x"/>
                                          </p:val>
                                        </p:tav>
                                        <p:tav tm="100000">
                                          <p:val>
                                            <p:strVal val="#ppt_x"/>
                                          </p:val>
                                        </p:tav>
                                      </p:tavLst>
                                    </p:anim>
                                    <p:anim calcmode="lin" valueType="num">
                                      <p:cBhvr>
                                        <p:cTn id="1630" dur="1000" fill="hold"/>
                                        <p:tgtEl>
                                          <p:spTgt spid="244"/>
                                        </p:tgtEl>
                                        <p:attrNameLst>
                                          <p:attrName>ppt_y</p:attrName>
                                        </p:attrNameLst>
                                      </p:cBhvr>
                                      <p:tavLst>
                                        <p:tav tm="0">
                                          <p:val>
                                            <p:strVal val="#ppt_y-.1"/>
                                          </p:val>
                                        </p:tav>
                                        <p:tav tm="100000">
                                          <p:val>
                                            <p:strVal val="#ppt_y"/>
                                          </p:val>
                                        </p:tav>
                                      </p:tavLst>
                                    </p:anim>
                                  </p:childTnLst>
                                </p:cTn>
                              </p:par>
                            </p:childTnLst>
                          </p:cTn>
                        </p:par>
                        <p:par>
                          <p:cTn id="1631" fill="hold">
                            <p:stCondLst>
                              <p:cond delay="12000"/>
                            </p:stCondLst>
                            <p:childTnLst>
                              <p:par>
                                <p:cTn id="1632" presetID="1" presetClass="exit" presetSubtype="0" fill="hold" nodeType="afterEffect">
                                  <p:stCondLst>
                                    <p:cond delay="0"/>
                                  </p:stCondLst>
                                  <p:childTnLst>
                                    <p:set>
                                      <p:cBhvr>
                                        <p:cTn id="1633" dur="1" fill="hold">
                                          <p:stCondLst>
                                            <p:cond delay="0"/>
                                          </p:stCondLst>
                                        </p:cTn>
                                        <p:tgtEl>
                                          <p:spTgt spid="371"/>
                                        </p:tgtEl>
                                        <p:attrNameLst>
                                          <p:attrName>style.visibility</p:attrName>
                                        </p:attrNameLst>
                                      </p:cBhvr>
                                      <p:to>
                                        <p:strVal val="hidden"/>
                                      </p:to>
                                    </p:set>
                                  </p:childTnLst>
                                </p:cTn>
                              </p:par>
                            </p:childTnLst>
                          </p:cTn>
                        </p:par>
                        <p:par>
                          <p:cTn id="1634" fill="hold">
                            <p:stCondLst>
                              <p:cond delay="12000"/>
                            </p:stCondLst>
                            <p:childTnLst>
                              <p:par>
                                <p:cTn id="1635" presetID="8" presetClass="emph" presetSubtype="0" fill="hold" nodeType="afterEffect">
                                  <p:stCondLst>
                                    <p:cond delay="0"/>
                                  </p:stCondLst>
                                  <p:childTnLst>
                                    <p:animRot by="21600000">
                                      <p:cBhvr>
                                        <p:cTn id="1636" dur="1500" fill="hold"/>
                                        <p:tgtEl>
                                          <p:spTgt spid="118"/>
                                        </p:tgtEl>
                                        <p:attrNameLst>
                                          <p:attrName>r</p:attrName>
                                        </p:attrNameLst>
                                      </p:cBhvr>
                                    </p:animRot>
                                  </p:childTnLst>
                                </p:cTn>
                              </p:par>
                            </p:childTnLst>
                          </p:cTn>
                        </p:par>
                        <p:par>
                          <p:cTn id="1637" fill="hold">
                            <p:stCondLst>
                              <p:cond delay="13500"/>
                            </p:stCondLst>
                            <p:childTnLst>
                              <p:par>
                                <p:cTn id="1638" presetID="7" presetClass="emph" presetSubtype="2" fill="hold" nodeType="afterEffect">
                                  <p:stCondLst>
                                    <p:cond delay="0"/>
                                  </p:stCondLst>
                                  <p:childTnLst>
                                    <p:animClr clrSpc="rgb" dir="cw">
                                      <p:cBhvr>
                                        <p:cTn id="1639" dur="1000" fill="hold"/>
                                        <p:tgtEl>
                                          <p:spTgt spid="299"/>
                                        </p:tgtEl>
                                        <p:attrNameLst>
                                          <p:attrName>stroke.color</p:attrName>
                                        </p:attrNameLst>
                                      </p:cBhvr>
                                      <p:to>
                                        <a:srgbClr val="F2F2F2"/>
                                      </p:to>
                                    </p:animClr>
                                    <p:set>
                                      <p:cBhvr>
                                        <p:cTn id="1640" dur="1000" fill="hold"/>
                                        <p:tgtEl>
                                          <p:spTgt spid="299"/>
                                        </p:tgtEl>
                                        <p:attrNameLst>
                                          <p:attrName>stroke.on</p:attrName>
                                        </p:attrNameLst>
                                      </p:cBhvr>
                                      <p:to>
                                        <p:strVal val="true"/>
                                      </p:to>
                                    </p:set>
                                  </p:childTnLst>
                                </p:cTn>
                              </p:par>
                              <p:par>
                                <p:cTn id="1641" presetID="7" presetClass="emph" presetSubtype="2" fill="hold" nodeType="withEffect">
                                  <p:stCondLst>
                                    <p:cond delay="500"/>
                                  </p:stCondLst>
                                  <p:childTnLst>
                                    <p:animClr clrSpc="rgb" dir="cw">
                                      <p:cBhvr>
                                        <p:cTn id="1642" dur="1000" fill="hold"/>
                                        <p:tgtEl>
                                          <p:spTgt spid="300"/>
                                        </p:tgtEl>
                                        <p:attrNameLst>
                                          <p:attrName>stroke.color</p:attrName>
                                        </p:attrNameLst>
                                      </p:cBhvr>
                                      <p:to>
                                        <a:schemeClr val="accent2"/>
                                      </p:to>
                                    </p:animClr>
                                    <p:set>
                                      <p:cBhvr>
                                        <p:cTn id="1643" dur="1000" fill="hold"/>
                                        <p:tgtEl>
                                          <p:spTgt spid="300"/>
                                        </p:tgtEl>
                                        <p:attrNameLst>
                                          <p:attrName>stroke.on</p:attrName>
                                        </p:attrNameLst>
                                      </p:cBhvr>
                                      <p:to>
                                        <p:strVal val="true"/>
                                      </p:to>
                                    </p:set>
                                  </p:childTnLst>
                                </p:cTn>
                              </p:par>
                            </p:childTnLst>
                          </p:cTn>
                        </p:par>
                      </p:childTnLst>
                    </p:cTn>
                  </p:par>
                  <p:par>
                    <p:cTn id="1644" fill="hold">
                      <p:stCondLst>
                        <p:cond delay="indefinite"/>
                      </p:stCondLst>
                      <p:childTnLst>
                        <p:par>
                          <p:cTn id="1645" fill="hold">
                            <p:stCondLst>
                              <p:cond delay="0"/>
                            </p:stCondLst>
                            <p:childTnLst>
                              <p:par>
                                <p:cTn id="1646" presetID="45" presetClass="entr" presetSubtype="0" fill="hold" grpId="0" nodeType="clickEffect">
                                  <p:stCondLst>
                                    <p:cond delay="0"/>
                                  </p:stCondLst>
                                  <p:childTnLst>
                                    <p:set>
                                      <p:cBhvr>
                                        <p:cTn id="1647" dur="1" fill="hold">
                                          <p:stCondLst>
                                            <p:cond delay="0"/>
                                          </p:stCondLst>
                                        </p:cTn>
                                        <p:tgtEl>
                                          <p:spTgt spid="251"/>
                                        </p:tgtEl>
                                        <p:attrNameLst>
                                          <p:attrName>style.visibility</p:attrName>
                                        </p:attrNameLst>
                                      </p:cBhvr>
                                      <p:to>
                                        <p:strVal val="visible"/>
                                      </p:to>
                                    </p:set>
                                    <p:animEffect transition="in" filter="fade">
                                      <p:cBhvr>
                                        <p:cTn id="1648" dur="1500"/>
                                        <p:tgtEl>
                                          <p:spTgt spid="251"/>
                                        </p:tgtEl>
                                      </p:cBhvr>
                                    </p:animEffect>
                                    <p:anim calcmode="lin" valueType="num">
                                      <p:cBhvr>
                                        <p:cTn id="1649" dur="1500" fill="hold"/>
                                        <p:tgtEl>
                                          <p:spTgt spid="251"/>
                                        </p:tgtEl>
                                        <p:attrNameLst>
                                          <p:attrName>ppt_w</p:attrName>
                                        </p:attrNameLst>
                                      </p:cBhvr>
                                      <p:tavLst>
                                        <p:tav tm="0" fmla="#ppt_w*sin(2.5*pi*$)">
                                          <p:val>
                                            <p:fltVal val="0"/>
                                          </p:val>
                                        </p:tav>
                                        <p:tav tm="100000">
                                          <p:val>
                                            <p:fltVal val="1"/>
                                          </p:val>
                                        </p:tav>
                                      </p:tavLst>
                                    </p:anim>
                                    <p:anim calcmode="lin" valueType="num">
                                      <p:cBhvr>
                                        <p:cTn id="1650" dur="1500" fill="hold"/>
                                        <p:tgtEl>
                                          <p:spTgt spid="251"/>
                                        </p:tgtEl>
                                        <p:attrNameLst>
                                          <p:attrName>ppt_h</p:attrName>
                                        </p:attrNameLst>
                                      </p:cBhvr>
                                      <p:tavLst>
                                        <p:tav tm="0">
                                          <p:val>
                                            <p:strVal val="#ppt_h"/>
                                          </p:val>
                                        </p:tav>
                                        <p:tav tm="100000">
                                          <p:val>
                                            <p:strVal val="#ppt_h"/>
                                          </p:val>
                                        </p:tav>
                                      </p:tavLst>
                                    </p:anim>
                                  </p:childTnLst>
                                </p:cTn>
                              </p:par>
                            </p:childTnLst>
                          </p:cTn>
                        </p:par>
                        <p:par>
                          <p:cTn id="1651" fill="hold">
                            <p:stCondLst>
                              <p:cond delay="1500"/>
                            </p:stCondLst>
                            <p:childTnLst>
                              <p:par>
                                <p:cTn id="1652" presetID="64" presetClass="path" presetSubtype="0" accel="50000" decel="50000" fill="hold" grpId="2" nodeType="afterEffect">
                                  <p:stCondLst>
                                    <p:cond delay="0"/>
                                  </p:stCondLst>
                                  <p:childTnLst>
                                    <p:animMotion origin="layout" path="M -6.25E-7 2.96296E-6 L 0.12969 -0.57153 " pathEditMode="relative" rAng="0" ptsTypes="AA">
                                      <p:cBhvr>
                                        <p:cTn id="1653" dur="1500" fill="hold"/>
                                        <p:tgtEl>
                                          <p:spTgt spid="251"/>
                                        </p:tgtEl>
                                        <p:attrNameLst>
                                          <p:attrName>ppt_x</p:attrName>
                                          <p:attrName>ppt_y</p:attrName>
                                        </p:attrNameLst>
                                      </p:cBhvr>
                                      <p:rCtr x="6484" y="-28588"/>
                                    </p:animMotion>
                                  </p:childTnLst>
                                </p:cTn>
                              </p:par>
                            </p:childTnLst>
                          </p:cTn>
                        </p:par>
                        <p:par>
                          <p:cTn id="1654" fill="hold">
                            <p:stCondLst>
                              <p:cond delay="3000"/>
                            </p:stCondLst>
                            <p:childTnLst>
                              <p:par>
                                <p:cTn id="1655" presetID="6" presetClass="emph" presetSubtype="0" fill="hold" grpId="1" nodeType="afterEffect">
                                  <p:stCondLst>
                                    <p:cond delay="0"/>
                                  </p:stCondLst>
                                  <p:childTnLst>
                                    <p:animScale>
                                      <p:cBhvr>
                                        <p:cTn id="1656" dur="1000" fill="hold"/>
                                        <p:tgtEl>
                                          <p:spTgt spid="251"/>
                                        </p:tgtEl>
                                      </p:cBhvr>
                                      <p:by x="150000" y="150000"/>
                                    </p:animScale>
                                  </p:childTnLst>
                                </p:cTn>
                              </p:par>
                            </p:childTnLst>
                          </p:cTn>
                        </p:par>
                        <p:par>
                          <p:cTn id="1657" fill="hold">
                            <p:stCondLst>
                              <p:cond delay="4000"/>
                            </p:stCondLst>
                            <p:childTnLst>
                              <p:par>
                                <p:cTn id="1658" presetID="7" presetClass="emph" presetSubtype="2" fill="hold" nodeType="afterEffect">
                                  <p:stCondLst>
                                    <p:cond delay="0"/>
                                  </p:stCondLst>
                                  <p:childTnLst>
                                    <p:animClr clrSpc="rgb" dir="cw">
                                      <p:cBhvr>
                                        <p:cTn id="1659" dur="1000" fill="hold"/>
                                        <p:tgtEl>
                                          <p:spTgt spid="300"/>
                                        </p:tgtEl>
                                        <p:attrNameLst>
                                          <p:attrName>stroke.color</p:attrName>
                                        </p:attrNameLst>
                                      </p:cBhvr>
                                      <p:to>
                                        <a:srgbClr val="F2F2F2"/>
                                      </p:to>
                                    </p:animClr>
                                    <p:set>
                                      <p:cBhvr>
                                        <p:cTn id="1660" dur="1000" fill="hold"/>
                                        <p:tgtEl>
                                          <p:spTgt spid="300"/>
                                        </p:tgtEl>
                                        <p:attrNameLst>
                                          <p:attrName>stroke.on</p:attrName>
                                        </p:attrNameLst>
                                      </p:cBhvr>
                                      <p:to>
                                        <p:strVal val="true"/>
                                      </p:to>
                                    </p:set>
                                  </p:childTnLst>
                                </p:cTn>
                              </p:par>
                              <p:par>
                                <p:cTn id="1661" presetID="7" presetClass="emph" presetSubtype="2" fill="hold" nodeType="withEffect">
                                  <p:stCondLst>
                                    <p:cond delay="500"/>
                                  </p:stCondLst>
                                  <p:childTnLst>
                                    <p:animClr clrSpc="rgb" dir="cw">
                                      <p:cBhvr>
                                        <p:cTn id="1662" dur="1000" fill="hold"/>
                                        <p:tgtEl>
                                          <p:spTgt spid="298"/>
                                        </p:tgtEl>
                                        <p:attrNameLst>
                                          <p:attrName>stroke.color</p:attrName>
                                        </p:attrNameLst>
                                      </p:cBhvr>
                                      <p:to>
                                        <a:schemeClr val="accent2"/>
                                      </p:to>
                                    </p:animClr>
                                    <p:set>
                                      <p:cBhvr>
                                        <p:cTn id="1663" dur="1000" fill="hold"/>
                                        <p:tgtEl>
                                          <p:spTgt spid="298"/>
                                        </p:tgtEl>
                                        <p:attrNameLst>
                                          <p:attrName>stroke.on</p:attrName>
                                        </p:attrNameLst>
                                      </p:cBhvr>
                                      <p:to>
                                        <p:strVal val="true"/>
                                      </p:to>
                                    </p:set>
                                  </p:childTnLst>
                                </p:cTn>
                              </p:par>
                            </p:childTnLst>
                          </p:cTn>
                        </p:par>
                      </p:childTnLst>
                    </p:cTn>
                  </p:par>
                  <p:par>
                    <p:cTn id="1664" fill="hold">
                      <p:stCondLst>
                        <p:cond delay="indefinite"/>
                      </p:stCondLst>
                      <p:childTnLst>
                        <p:par>
                          <p:cTn id="1665" fill="hold">
                            <p:stCondLst>
                              <p:cond delay="0"/>
                            </p:stCondLst>
                            <p:childTnLst>
                              <p:par>
                                <p:cTn id="1666" presetID="63" presetClass="path" presetSubtype="0" accel="50000" decel="50000" fill="hold" nodeType="clickEffect">
                                  <p:stCondLst>
                                    <p:cond delay="0"/>
                                  </p:stCondLst>
                                  <p:childTnLst>
                                    <p:animMotion origin="layout" path="M -4.375E-6 -3.7037E-7 L 0.0556 0.00347 " pathEditMode="relative" rAng="0" ptsTypes="AA">
                                      <p:cBhvr>
                                        <p:cTn id="1667" dur="1000" fill="hold"/>
                                        <p:tgtEl>
                                          <p:spTgt spid="344"/>
                                        </p:tgtEl>
                                        <p:attrNameLst>
                                          <p:attrName>ppt_x</p:attrName>
                                          <p:attrName>ppt_y</p:attrName>
                                        </p:attrNameLst>
                                      </p:cBhvr>
                                      <p:rCtr x="2773" y="162"/>
                                    </p:animMotion>
                                  </p:childTnLst>
                                </p:cTn>
                              </p:par>
                            </p:childTnLst>
                          </p:cTn>
                        </p:par>
                      </p:childTnLst>
                    </p:cTn>
                  </p:par>
                  <p:par>
                    <p:cTn id="1668" fill="hold">
                      <p:stCondLst>
                        <p:cond delay="indefinite"/>
                      </p:stCondLst>
                      <p:childTnLst>
                        <p:par>
                          <p:cTn id="1669" fill="hold">
                            <p:stCondLst>
                              <p:cond delay="0"/>
                            </p:stCondLst>
                            <p:childTnLst>
                              <p:par>
                                <p:cTn id="1670" presetID="10" presetClass="exit" presetSubtype="0" fill="hold" nodeType="clickEffect">
                                  <p:stCondLst>
                                    <p:cond delay="0"/>
                                  </p:stCondLst>
                                  <p:childTnLst>
                                    <p:animEffect transition="out" filter="fade">
                                      <p:cBhvr>
                                        <p:cTn id="1671" dur="500"/>
                                        <p:tgtEl>
                                          <p:spTgt spid="344"/>
                                        </p:tgtEl>
                                      </p:cBhvr>
                                    </p:animEffect>
                                    <p:set>
                                      <p:cBhvr>
                                        <p:cTn id="1672" dur="1" fill="hold">
                                          <p:stCondLst>
                                            <p:cond delay="499"/>
                                          </p:stCondLst>
                                        </p:cTn>
                                        <p:tgtEl>
                                          <p:spTgt spid="344"/>
                                        </p:tgtEl>
                                        <p:attrNameLst>
                                          <p:attrName>style.visibility</p:attrName>
                                        </p:attrNameLst>
                                      </p:cBhvr>
                                      <p:to>
                                        <p:strVal val="hidden"/>
                                      </p:to>
                                    </p:set>
                                  </p:childTnLst>
                                </p:cTn>
                              </p:par>
                            </p:childTnLst>
                          </p:cTn>
                        </p:par>
                        <p:par>
                          <p:cTn id="1673" fill="hold">
                            <p:stCondLst>
                              <p:cond delay="500"/>
                            </p:stCondLst>
                            <p:childTnLst>
                              <p:par>
                                <p:cTn id="1674" presetID="7" presetClass="emph" presetSubtype="2" fill="hold" nodeType="afterEffect">
                                  <p:stCondLst>
                                    <p:cond delay="0"/>
                                  </p:stCondLst>
                                  <p:childTnLst>
                                    <p:animClr clrSpc="rgb" dir="cw">
                                      <p:cBhvr>
                                        <p:cTn id="1675" dur="1000" fill="hold"/>
                                        <p:tgtEl>
                                          <p:spTgt spid="298"/>
                                        </p:tgtEl>
                                        <p:attrNameLst>
                                          <p:attrName>stroke.color</p:attrName>
                                        </p:attrNameLst>
                                      </p:cBhvr>
                                      <p:to>
                                        <a:srgbClr val="F2F2F2"/>
                                      </p:to>
                                    </p:animClr>
                                    <p:set>
                                      <p:cBhvr>
                                        <p:cTn id="1676" dur="1000" fill="hold"/>
                                        <p:tgtEl>
                                          <p:spTgt spid="298"/>
                                        </p:tgtEl>
                                        <p:attrNameLst>
                                          <p:attrName>stroke.on</p:attrName>
                                        </p:attrNameLst>
                                      </p:cBhvr>
                                      <p:to>
                                        <p:strVal val="true"/>
                                      </p:to>
                                    </p:set>
                                  </p:childTnLst>
                                </p:cTn>
                              </p:par>
                              <p:par>
                                <p:cTn id="1677" presetID="7" presetClass="emph" presetSubtype="2" fill="hold" nodeType="withEffect">
                                  <p:stCondLst>
                                    <p:cond delay="500"/>
                                  </p:stCondLst>
                                  <p:childTnLst>
                                    <p:animClr clrSpc="rgb" dir="cw">
                                      <p:cBhvr>
                                        <p:cTn id="1678" dur="1000" fill="hold"/>
                                        <p:tgtEl>
                                          <p:spTgt spid="297"/>
                                        </p:tgtEl>
                                        <p:attrNameLst>
                                          <p:attrName>stroke.color</p:attrName>
                                        </p:attrNameLst>
                                      </p:cBhvr>
                                      <p:to>
                                        <a:schemeClr val="accent2"/>
                                      </p:to>
                                    </p:animClr>
                                    <p:set>
                                      <p:cBhvr>
                                        <p:cTn id="1679" dur="1000" fill="hold"/>
                                        <p:tgtEl>
                                          <p:spTgt spid="297"/>
                                        </p:tgtEl>
                                        <p:attrNameLst>
                                          <p:attrName>stroke.on</p:attrName>
                                        </p:attrNameLst>
                                      </p:cBhvr>
                                      <p:to>
                                        <p:strVal val="true"/>
                                      </p:to>
                                    </p:set>
                                  </p:childTnLst>
                                </p:cTn>
                              </p:par>
                            </p:childTnLst>
                          </p:cTn>
                        </p:par>
                      </p:childTnLst>
                    </p:cTn>
                  </p:par>
                  <p:par>
                    <p:cTn id="1680" fill="hold">
                      <p:stCondLst>
                        <p:cond delay="indefinite"/>
                      </p:stCondLst>
                      <p:childTnLst>
                        <p:par>
                          <p:cTn id="1681" fill="hold">
                            <p:stCondLst>
                              <p:cond delay="0"/>
                            </p:stCondLst>
                            <p:childTnLst>
                              <p:par>
                                <p:cTn id="1682" presetID="63" presetClass="path" presetSubtype="0" accel="50000" decel="50000" fill="hold" nodeType="clickEffect">
                                  <p:stCondLst>
                                    <p:cond delay="0"/>
                                  </p:stCondLst>
                                  <p:childTnLst>
                                    <p:animMotion origin="layout" path="M 0.10599 -0.0007 L 0.13881 -0.00023 " pathEditMode="relative" rAng="0" ptsTypes="AA">
                                      <p:cBhvr>
                                        <p:cTn id="1683" dur="2000" fill="hold"/>
                                        <p:tgtEl>
                                          <p:spTgt spid="88"/>
                                        </p:tgtEl>
                                        <p:attrNameLst>
                                          <p:attrName>ppt_x</p:attrName>
                                          <p:attrName>ppt_y</p:attrName>
                                        </p:attrNameLst>
                                      </p:cBhvr>
                                      <p:rCtr x="1641" y="23"/>
                                    </p:animMotion>
                                  </p:childTnLst>
                                </p:cTn>
                              </p:par>
                            </p:childTnLst>
                          </p:cTn>
                        </p:par>
                        <p:par>
                          <p:cTn id="1684" fill="hold">
                            <p:stCondLst>
                              <p:cond delay="2000"/>
                            </p:stCondLst>
                            <p:childTnLst>
                              <p:par>
                                <p:cTn id="1685" presetID="7" presetClass="emph" presetSubtype="2" fill="hold" nodeType="afterEffect">
                                  <p:stCondLst>
                                    <p:cond delay="0"/>
                                  </p:stCondLst>
                                  <p:childTnLst>
                                    <p:animClr clrSpc="rgb" dir="cw">
                                      <p:cBhvr>
                                        <p:cTn id="1686" dur="1000" fill="hold"/>
                                        <p:tgtEl>
                                          <p:spTgt spid="297"/>
                                        </p:tgtEl>
                                        <p:attrNameLst>
                                          <p:attrName>stroke.color</p:attrName>
                                        </p:attrNameLst>
                                      </p:cBhvr>
                                      <p:to>
                                        <a:srgbClr val="F2F2F2"/>
                                      </p:to>
                                    </p:animClr>
                                    <p:set>
                                      <p:cBhvr>
                                        <p:cTn id="1687" dur="1000" fill="hold"/>
                                        <p:tgtEl>
                                          <p:spTgt spid="297"/>
                                        </p:tgtEl>
                                        <p:attrNameLst>
                                          <p:attrName>stroke.on</p:attrName>
                                        </p:attrNameLst>
                                      </p:cBhvr>
                                      <p:to>
                                        <p:strVal val="true"/>
                                      </p:to>
                                    </p:set>
                                  </p:childTnLst>
                                </p:cTn>
                              </p:par>
                              <p:par>
                                <p:cTn id="1688" presetID="7" presetClass="emph" presetSubtype="2" fill="hold" nodeType="withEffect">
                                  <p:stCondLst>
                                    <p:cond delay="500"/>
                                  </p:stCondLst>
                                  <p:childTnLst>
                                    <p:animClr clrSpc="rgb" dir="cw">
                                      <p:cBhvr>
                                        <p:cTn id="1689" dur="1000" fill="hold"/>
                                        <p:tgtEl>
                                          <p:spTgt spid="298"/>
                                        </p:tgtEl>
                                        <p:attrNameLst>
                                          <p:attrName>stroke.color</p:attrName>
                                        </p:attrNameLst>
                                      </p:cBhvr>
                                      <p:to>
                                        <a:schemeClr val="accent2"/>
                                      </p:to>
                                    </p:animClr>
                                    <p:set>
                                      <p:cBhvr>
                                        <p:cTn id="1690" dur="1000" fill="hold"/>
                                        <p:tgtEl>
                                          <p:spTgt spid="298"/>
                                        </p:tgtEl>
                                        <p:attrNameLst>
                                          <p:attrName>stroke.on</p:attrName>
                                        </p:attrNameLst>
                                      </p:cBhvr>
                                      <p:to>
                                        <p:strVal val="true"/>
                                      </p:to>
                                    </p:set>
                                  </p:childTnLst>
                                </p:cTn>
                              </p:par>
                            </p:childTnLst>
                          </p:cTn>
                        </p:par>
                      </p:childTnLst>
                    </p:cTn>
                  </p:par>
                  <p:par>
                    <p:cTn id="1691" fill="hold">
                      <p:stCondLst>
                        <p:cond delay="indefinite"/>
                      </p:stCondLst>
                      <p:childTnLst>
                        <p:par>
                          <p:cTn id="1692" fill="hold">
                            <p:stCondLst>
                              <p:cond delay="0"/>
                            </p:stCondLst>
                            <p:childTnLst>
                              <p:par>
                                <p:cTn id="1693" presetID="12" presetClass="entr" presetSubtype="8" fill="hold" nodeType="clickEffect">
                                  <p:stCondLst>
                                    <p:cond delay="0"/>
                                  </p:stCondLst>
                                  <p:childTnLst>
                                    <p:set>
                                      <p:cBhvr>
                                        <p:cTn id="1694" dur="1" fill="hold">
                                          <p:stCondLst>
                                            <p:cond delay="0"/>
                                          </p:stCondLst>
                                        </p:cTn>
                                        <p:tgtEl>
                                          <p:spTgt spid="347"/>
                                        </p:tgtEl>
                                        <p:attrNameLst>
                                          <p:attrName>style.visibility</p:attrName>
                                        </p:attrNameLst>
                                      </p:cBhvr>
                                      <p:to>
                                        <p:strVal val="visible"/>
                                      </p:to>
                                    </p:set>
                                    <p:anim calcmode="lin" valueType="num">
                                      <p:cBhvr additive="base">
                                        <p:cTn id="1695" dur="500"/>
                                        <p:tgtEl>
                                          <p:spTgt spid="347"/>
                                        </p:tgtEl>
                                        <p:attrNameLst>
                                          <p:attrName>ppt_x</p:attrName>
                                        </p:attrNameLst>
                                      </p:cBhvr>
                                      <p:tavLst>
                                        <p:tav tm="0">
                                          <p:val>
                                            <p:strVal val="#ppt_x-#ppt_w*1.125000"/>
                                          </p:val>
                                        </p:tav>
                                        <p:tav tm="100000">
                                          <p:val>
                                            <p:strVal val="#ppt_x"/>
                                          </p:val>
                                        </p:tav>
                                      </p:tavLst>
                                    </p:anim>
                                    <p:animEffect transition="in" filter="wipe(right)">
                                      <p:cBhvr>
                                        <p:cTn id="1696" dur="500"/>
                                        <p:tgtEl>
                                          <p:spTgt spid="347"/>
                                        </p:tgtEl>
                                      </p:cBhvr>
                                    </p:animEffect>
                                  </p:childTnLst>
                                </p:cTn>
                              </p:par>
                            </p:childTnLst>
                          </p:cTn>
                        </p:par>
                        <p:par>
                          <p:cTn id="1697" fill="hold">
                            <p:stCondLst>
                              <p:cond delay="500"/>
                            </p:stCondLst>
                            <p:childTnLst>
                              <p:par>
                                <p:cTn id="1698" presetID="7" presetClass="emph" presetSubtype="2" fill="hold" nodeType="afterEffect">
                                  <p:stCondLst>
                                    <p:cond delay="0"/>
                                  </p:stCondLst>
                                  <p:childTnLst>
                                    <p:animClr clrSpc="rgb" dir="cw">
                                      <p:cBhvr>
                                        <p:cTn id="1699" dur="1000" fill="hold"/>
                                        <p:tgtEl>
                                          <p:spTgt spid="298"/>
                                        </p:tgtEl>
                                        <p:attrNameLst>
                                          <p:attrName>stroke.color</p:attrName>
                                        </p:attrNameLst>
                                      </p:cBhvr>
                                      <p:to>
                                        <a:srgbClr val="F2F2F2"/>
                                      </p:to>
                                    </p:animClr>
                                    <p:set>
                                      <p:cBhvr>
                                        <p:cTn id="1700" dur="1000" fill="hold"/>
                                        <p:tgtEl>
                                          <p:spTgt spid="298"/>
                                        </p:tgtEl>
                                        <p:attrNameLst>
                                          <p:attrName>stroke.on</p:attrName>
                                        </p:attrNameLst>
                                      </p:cBhvr>
                                      <p:to>
                                        <p:strVal val="true"/>
                                      </p:to>
                                    </p:set>
                                  </p:childTnLst>
                                </p:cTn>
                              </p:par>
                              <p:par>
                                <p:cTn id="1701" presetID="7" presetClass="emph" presetSubtype="2" fill="hold" nodeType="withEffect">
                                  <p:stCondLst>
                                    <p:cond delay="500"/>
                                  </p:stCondLst>
                                  <p:childTnLst>
                                    <p:animClr clrSpc="rgb" dir="cw">
                                      <p:cBhvr>
                                        <p:cTn id="1702" dur="1000" fill="hold"/>
                                        <p:tgtEl>
                                          <p:spTgt spid="299"/>
                                        </p:tgtEl>
                                        <p:attrNameLst>
                                          <p:attrName>stroke.color</p:attrName>
                                        </p:attrNameLst>
                                      </p:cBhvr>
                                      <p:to>
                                        <a:schemeClr val="accent2"/>
                                      </p:to>
                                    </p:animClr>
                                    <p:set>
                                      <p:cBhvr>
                                        <p:cTn id="1703" dur="1000" fill="hold"/>
                                        <p:tgtEl>
                                          <p:spTgt spid="299"/>
                                        </p:tgtEl>
                                        <p:attrNameLst>
                                          <p:attrName>stroke.on</p:attrName>
                                        </p:attrNameLst>
                                      </p:cBhvr>
                                      <p:to>
                                        <p:strVal val="true"/>
                                      </p:to>
                                    </p:set>
                                  </p:childTnLst>
                                </p:cTn>
                              </p:par>
                            </p:childTnLst>
                          </p:cTn>
                        </p:par>
                        <p:par>
                          <p:cTn id="1704" fill="hold">
                            <p:stCondLst>
                              <p:cond delay="2000"/>
                            </p:stCondLst>
                            <p:childTnLst>
                              <p:par>
                                <p:cTn id="1705" presetID="10" presetClass="entr" presetSubtype="0" fill="hold" grpId="0" nodeType="afterEffect">
                                  <p:stCondLst>
                                    <p:cond delay="0"/>
                                  </p:stCondLst>
                                  <p:childTnLst>
                                    <p:set>
                                      <p:cBhvr>
                                        <p:cTn id="1706" dur="1" fill="hold">
                                          <p:stCondLst>
                                            <p:cond delay="0"/>
                                          </p:stCondLst>
                                        </p:cTn>
                                        <p:tgtEl>
                                          <p:spTgt spid="330"/>
                                        </p:tgtEl>
                                        <p:attrNameLst>
                                          <p:attrName>style.visibility</p:attrName>
                                        </p:attrNameLst>
                                      </p:cBhvr>
                                      <p:to>
                                        <p:strVal val="visible"/>
                                      </p:to>
                                    </p:set>
                                    <p:animEffect transition="in" filter="fade">
                                      <p:cBhvr>
                                        <p:cTn id="1707" dur="500"/>
                                        <p:tgtEl>
                                          <p:spTgt spid="330"/>
                                        </p:tgtEl>
                                      </p:cBhvr>
                                    </p:animEffect>
                                  </p:childTnLst>
                                </p:cTn>
                              </p:par>
                            </p:childTnLst>
                          </p:cTn>
                        </p:par>
                        <p:par>
                          <p:cTn id="1708" fill="hold">
                            <p:stCondLst>
                              <p:cond delay="2500"/>
                            </p:stCondLst>
                            <p:childTnLst>
                              <p:par>
                                <p:cTn id="1709" presetID="42" presetClass="path" presetSubtype="0" accel="50000" decel="50000" fill="hold" grpId="1" nodeType="afterEffect">
                                  <p:stCondLst>
                                    <p:cond delay="0"/>
                                  </p:stCondLst>
                                  <p:childTnLst>
                                    <p:animMotion origin="layout" path="M -3.125E-6 7.40741E-7 L -0.11497 0.28634 " pathEditMode="relative" rAng="0" ptsTypes="AA">
                                      <p:cBhvr>
                                        <p:cTn id="1710" dur="1000" fill="hold"/>
                                        <p:tgtEl>
                                          <p:spTgt spid="330"/>
                                        </p:tgtEl>
                                        <p:attrNameLst>
                                          <p:attrName>ppt_x</p:attrName>
                                          <p:attrName>ppt_y</p:attrName>
                                        </p:attrNameLst>
                                      </p:cBhvr>
                                      <p:rCtr x="-5755" y="14306"/>
                                    </p:animMotion>
                                  </p:childTnLst>
                                </p:cTn>
                              </p:par>
                              <p:par>
                                <p:cTn id="1711" presetID="10" presetClass="exit" presetSubtype="0" fill="hold" grpId="2" nodeType="withEffect">
                                  <p:stCondLst>
                                    <p:cond delay="0"/>
                                  </p:stCondLst>
                                  <p:childTnLst>
                                    <p:animEffect transition="out" filter="fade">
                                      <p:cBhvr>
                                        <p:cTn id="1712" dur="500"/>
                                        <p:tgtEl>
                                          <p:spTgt spid="326"/>
                                        </p:tgtEl>
                                      </p:cBhvr>
                                    </p:animEffect>
                                    <p:set>
                                      <p:cBhvr>
                                        <p:cTn id="1713" dur="1" fill="hold">
                                          <p:stCondLst>
                                            <p:cond delay="499"/>
                                          </p:stCondLst>
                                        </p:cTn>
                                        <p:tgtEl>
                                          <p:spTgt spid="326"/>
                                        </p:tgtEl>
                                        <p:attrNameLst>
                                          <p:attrName>style.visibility</p:attrName>
                                        </p:attrNameLst>
                                      </p:cBhvr>
                                      <p:to>
                                        <p:strVal val="hidden"/>
                                      </p:to>
                                    </p:set>
                                  </p:childTnLst>
                                </p:cTn>
                              </p:par>
                            </p:childTnLst>
                          </p:cTn>
                        </p:par>
                        <p:par>
                          <p:cTn id="1714" fill="hold">
                            <p:stCondLst>
                              <p:cond delay="3500"/>
                            </p:stCondLst>
                            <p:childTnLst>
                              <p:par>
                                <p:cTn id="1715" presetID="31" presetClass="entr" presetSubtype="0" fill="hold" grpId="0" nodeType="afterEffect">
                                  <p:stCondLst>
                                    <p:cond delay="0"/>
                                  </p:stCondLst>
                                  <p:childTnLst>
                                    <p:set>
                                      <p:cBhvr>
                                        <p:cTn id="1716" dur="1" fill="hold">
                                          <p:stCondLst>
                                            <p:cond delay="0"/>
                                          </p:stCondLst>
                                        </p:cTn>
                                        <p:tgtEl>
                                          <p:spTgt spid="252"/>
                                        </p:tgtEl>
                                        <p:attrNameLst>
                                          <p:attrName>style.visibility</p:attrName>
                                        </p:attrNameLst>
                                      </p:cBhvr>
                                      <p:to>
                                        <p:strVal val="visible"/>
                                      </p:to>
                                    </p:set>
                                    <p:anim calcmode="lin" valueType="num">
                                      <p:cBhvr>
                                        <p:cTn id="1717" dur="1000" fill="hold"/>
                                        <p:tgtEl>
                                          <p:spTgt spid="252"/>
                                        </p:tgtEl>
                                        <p:attrNameLst>
                                          <p:attrName>ppt_w</p:attrName>
                                        </p:attrNameLst>
                                      </p:cBhvr>
                                      <p:tavLst>
                                        <p:tav tm="0">
                                          <p:val>
                                            <p:fltVal val="0"/>
                                          </p:val>
                                        </p:tav>
                                        <p:tav tm="100000">
                                          <p:val>
                                            <p:strVal val="#ppt_w"/>
                                          </p:val>
                                        </p:tav>
                                      </p:tavLst>
                                    </p:anim>
                                    <p:anim calcmode="lin" valueType="num">
                                      <p:cBhvr>
                                        <p:cTn id="1718" dur="1000" fill="hold"/>
                                        <p:tgtEl>
                                          <p:spTgt spid="252"/>
                                        </p:tgtEl>
                                        <p:attrNameLst>
                                          <p:attrName>ppt_h</p:attrName>
                                        </p:attrNameLst>
                                      </p:cBhvr>
                                      <p:tavLst>
                                        <p:tav tm="0">
                                          <p:val>
                                            <p:fltVal val="0"/>
                                          </p:val>
                                        </p:tav>
                                        <p:tav tm="100000">
                                          <p:val>
                                            <p:strVal val="#ppt_h"/>
                                          </p:val>
                                        </p:tav>
                                      </p:tavLst>
                                    </p:anim>
                                    <p:anim calcmode="lin" valueType="num">
                                      <p:cBhvr>
                                        <p:cTn id="1719" dur="1000" fill="hold"/>
                                        <p:tgtEl>
                                          <p:spTgt spid="252"/>
                                        </p:tgtEl>
                                        <p:attrNameLst>
                                          <p:attrName>style.rotation</p:attrName>
                                        </p:attrNameLst>
                                      </p:cBhvr>
                                      <p:tavLst>
                                        <p:tav tm="0">
                                          <p:val>
                                            <p:fltVal val="90"/>
                                          </p:val>
                                        </p:tav>
                                        <p:tav tm="100000">
                                          <p:val>
                                            <p:fltVal val="0"/>
                                          </p:val>
                                        </p:tav>
                                      </p:tavLst>
                                    </p:anim>
                                    <p:animEffect transition="in" filter="fade">
                                      <p:cBhvr>
                                        <p:cTn id="1720" dur="1000"/>
                                        <p:tgtEl>
                                          <p:spTgt spid="252"/>
                                        </p:tgtEl>
                                      </p:cBhvr>
                                    </p:animEffect>
                                  </p:childTnLst>
                                </p:cTn>
                              </p:par>
                            </p:childTnLst>
                          </p:cTn>
                        </p:par>
                        <p:par>
                          <p:cTn id="1721" fill="hold">
                            <p:stCondLst>
                              <p:cond delay="4500"/>
                            </p:stCondLst>
                            <p:childTnLst>
                              <p:par>
                                <p:cTn id="1722" presetID="42" presetClass="path" presetSubtype="0" accel="50000" decel="50000" fill="hold" grpId="1" nodeType="afterEffect">
                                  <p:stCondLst>
                                    <p:cond delay="0"/>
                                  </p:stCondLst>
                                  <p:childTnLst>
                                    <p:animMotion origin="layout" path="M 1.875E-6 1.11111E-6 L 0.02422 0.11782 " pathEditMode="relative" rAng="0" ptsTypes="AA">
                                      <p:cBhvr>
                                        <p:cTn id="1723" dur="1500" fill="hold"/>
                                        <p:tgtEl>
                                          <p:spTgt spid="252"/>
                                        </p:tgtEl>
                                        <p:attrNameLst>
                                          <p:attrName>ppt_x</p:attrName>
                                          <p:attrName>ppt_y</p:attrName>
                                        </p:attrNameLst>
                                      </p:cBhvr>
                                      <p:rCtr x="1211" y="5880"/>
                                    </p:animMotion>
                                  </p:childTnLst>
                                </p:cTn>
                              </p:par>
                              <p:par>
                                <p:cTn id="1724" presetID="10" presetClass="exit" presetSubtype="0" fill="hold" grpId="2" nodeType="withEffect">
                                  <p:stCondLst>
                                    <p:cond delay="0"/>
                                  </p:stCondLst>
                                  <p:childTnLst>
                                    <p:animEffect transition="out" filter="fade">
                                      <p:cBhvr>
                                        <p:cTn id="1725" dur="500"/>
                                        <p:tgtEl>
                                          <p:spTgt spid="231"/>
                                        </p:tgtEl>
                                      </p:cBhvr>
                                    </p:animEffect>
                                    <p:set>
                                      <p:cBhvr>
                                        <p:cTn id="1726" dur="1" fill="hold">
                                          <p:stCondLst>
                                            <p:cond delay="499"/>
                                          </p:stCondLst>
                                        </p:cTn>
                                        <p:tgtEl>
                                          <p:spTgt spid="231"/>
                                        </p:tgtEl>
                                        <p:attrNameLst>
                                          <p:attrName>style.visibility</p:attrName>
                                        </p:attrNameLst>
                                      </p:cBhvr>
                                      <p:to>
                                        <p:strVal val="hidden"/>
                                      </p:to>
                                    </p:set>
                                  </p:childTnLst>
                                </p:cTn>
                              </p:par>
                            </p:childTnLst>
                          </p:cTn>
                        </p:par>
                        <p:par>
                          <p:cTn id="1727" fill="hold">
                            <p:stCondLst>
                              <p:cond delay="6000"/>
                            </p:stCondLst>
                            <p:childTnLst>
                              <p:par>
                                <p:cTn id="1728" presetID="31" presetClass="entr" presetSubtype="0" fill="hold" grpId="0" nodeType="afterEffect">
                                  <p:stCondLst>
                                    <p:cond delay="0"/>
                                  </p:stCondLst>
                                  <p:childTnLst>
                                    <p:set>
                                      <p:cBhvr>
                                        <p:cTn id="1729" dur="1" fill="hold">
                                          <p:stCondLst>
                                            <p:cond delay="0"/>
                                          </p:stCondLst>
                                        </p:cTn>
                                        <p:tgtEl>
                                          <p:spTgt spid="253"/>
                                        </p:tgtEl>
                                        <p:attrNameLst>
                                          <p:attrName>style.visibility</p:attrName>
                                        </p:attrNameLst>
                                      </p:cBhvr>
                                      <p:to>
                                        <p:strVal val="visible"/>
                                      </p:to>
                                    </p:set>
                                    <p:anim calcmode="lin" valueType="num">
                                      <p:cBhvr>
                                        <p:cTn id="1730" dur="1000" fill="hold"/>
                                        <p:tgtEl>
                                          <p:spTgt spid="253"/>
                                        </p:tgtEl>
                                        <p:attrNameLst>
                                          <p:attrName>ppt_w</p:attrName>
                                        </p:attrNameLst>
                                      </p:cBhvr>
                                      <p:tavLst>
                                        <p:tav tm="0">
                                          <p:val>
                                            <p:fltVal val="0"/>
                                          </p:val>
                                        </p:tav>
                                        <p:tav tm="100000">
                                          <p:val>
                                            <p:strVal val="#ppt_w"/>
                                          </p:val>
                                        </p:tav>
                                      </p:tavLst>
                                    </p:anim>
                                    <p:anim calcmode="lin" valueType="num">
                                      <p:cBhvr>
                                        <p:cTn id="1731" dur="1000" fill="hold"/>
                                        <p:tgtEl>
                                          <p:spTgt spid="253"/>
                                        </p:tgtEl>
                                        <p:attrNameLst>
                                          <p:attrName>ppt_h</p:attrName>
                                        </p:attrNameLst>
                                      </p:cBhvr>
                                      <p:tavLst>
                                        <p:tav tm="0">
                                          <p:val>
                                            <p:fltVal val="0"/>
                                          </p:val>
                                        </p:tav>
                                        <p:tav tm="100000">
                                          <p:val>
                                            <p:strVal val="#ppt_h"/>
                                          </p:val>
                                        </p:tav>
                                      </p:tavLst>
                                    </p:anim>
                                    <p:anim calcmode="lin" valueType="num">
                                      <p:cBhvr>
                                        <p:cTn id="1732" dur="1000" fill="hold"/>
                                        <p:tgtEl>
                                          <p:spTgt spid="253"/>
                                        </p:tgtEl>
                                        <p:attrNameLst>
                                          <p:attrName>style.rotation</p:attrName>
                                        </p:attrNameLst>
                                      </p:cBhvr>
                                      <p:tavLst>
                                        <p:tav tm="0">
                                          <p:val>
                                            <p:fltVal val="90"/>
                                          </p:val>
                                        </p:tav>
                                        <p:tav tm="100000">
                                          <p:val>
                                            <p:fltVal val="0"/>
                                          </p:val>
                                        </p:tav>
                                      </p:tavLst>
                                    </p:anim>
                                    <p:animEffect transition="in" filter="fade">
                                      <p:cBhvr>
                                        <p:cTn id="1733" dur="1000"/>
                                        <p:tgtEl>
                                          <p:spTgt spid="253"/>
                                        </p:tgtEl>
                                      </p:cBhvr>
                                    </p:animEffect>
                                  </p:childTnLst>
                                </p:cTn>
                              </p:par>
                            </p:childTnLst>
                          </p:cTn>
                        </p:par>
                        <p:par>
                          <p:cTn id="1734" fill="hold">
                            <p:stCondLst>
                              <p:cond delay="7000"/>
                            </p:stCondLst>
                            <p:childTnLst>
                              <p:par>
                                <p:cTn id="1735" presetID="42" presetClass="path" presetSubtype="0" accel="50000" decel="50000" fill="hold" grpId="1" nodeType="afterEffect">
                                  <p:stCondLst>
                                    <p:cond delay="0"/>
                                  </p:stCondLst>
                                  <p:childTnLst>
                                    <p:animMotion origin="layout" path="M 2.91667E-6 2.22222E-6 L -0.09987 0.34699 " pathEditMode="relative" rAng="0" ptsTypes="AA">
                                      <p:cBhvr>
                                        <p:cTn id="1736" dur="1500" fill="hold"/>
                                        <p:tgtEl>
                                          <p:spTgt spid="253"/>
                                        </p:tgtEl>
                                        <p:attrNameLst>
                                          <p:attrName>ppt_x</p:attrName>
                                          <p:attrName>ppt_y</p:attrName>
                                        </p:attrNameLst>
                                      </p:cBhvr>
                                      <p:rCtr x="-5000" y="17338"/>
                                    </p:animMotion>
                                  </p:childTnLst>
                                </p:cTn>
                              </p:par>
                            </p:childTnLst>
                          </p:cTn>
                        </p:par>
                        <p:par>
                          <p:cTn id="1737" fill="hold">
                            <p:stCondLst>
                              <p:cond delay="8500"/>
                            </p:stCondLst>
                            <p:childTnLst>
                              <p:par>
                                <p:cTn id="1738" presetID="1" presetClass="exit" presetSubtype="0" fill="hold" grpId="2" nodeType="afterEffect">
                                  <p:stCondLst>
                                    <p:cond delay="0"/>
                                  </p:stCondLst>
                                  <p:childTnLst>
                                    <p:set>
                                      <p:cBhvr>
                                        <p:cTn id="1739" dur="1" fill="hold">
                                          <p:stCondLst>
                                            <p:cond delay="0"/>
                                          </p:stCondLst>
                                        </p:cTn>
                                        <p:tgtEl>
                                          <p:spTgt spid="253"/>
                                        </p:tgtEl>
                                        <p:attrNameLst>
                                          <p:attrName>style.visibility</p:attrName>
                                        </p:attrNameLst>
                                      </p:cBhvr>
                                      <p:to>
                                        <p:strVal val="hidden"/>
                                      </p:to>
                                    </p:set>
                                  </p:childTnLst>
                                </p:cTn>
                              </p:par>
                              <p:par>
                                <p:cTn id="1740" presetID="10" presetClass="entr" presetSubtype="0" fill="hold" grpId="0" nodeType="withEffect">
                                  <p:stCondLst>
                                    <p:cond delay="0"/>
                                  </p:stCondLst>
                                  <p:childTnLst>
                                    <p:set>
                                      <p:cBhvr>
                                        <p:cTn id="1741" dur="1" fill="hold">
                                          <p:stCondLst>
                                            <p:cond delay="0"/>
                                          </p:stCondLst>
                                        </p:cTn>
                                        <p:tgtEl>
                                          <p:spTgt spid="268"/>
                                        </p:tgtEl>
                                        <p:attrNameLst>
                                          <p:attrName>style.visibility</p:attrName>
                                        </p:attrNameLst>
                                      </p:cBhvr>
                                      <p:to>
                                        <p:strVal val="visible"/>
                                      </p:to>
                                    </p:set>
                                    <p:animEffect transition="in" filter="fade">
                                      <p:cBhvr>
                                        <p:cTn id="1742" dur="1000"/>
                                        <p:tgtEl>
                                          <p:spTgt spid="268"/>
                                        </p:tgtEl>
                                      </p:cBhvr>
                                    </p:animEffect>
                                  </p:childTnLst>
                                </p:cTn>
                              </p:par>
                            </p:childTnLst>
                          </p:cTn>
                        </p:par>
                        <p:par>
                          <p:cTn id="1743" fill="hold">
                            <p:stCondLst>
                              <p:cond delay="9500"/>
                            </p:stCondLst>
                            <p:childTnLst>
                              <p:par>
                                <p:cTn id="1744" presetID="1" presetClass="exit" presetSubtype="0" fill="hold" nodeType="afterEffect">
                                  <p:stCondLst>
                                    <p:cond delay="0"/>
                                  </p:stCondLst>
                                  <p:childTnLst>
                                    <p:set>
                                      <p:cBhvr>
                                        <p:cTn id="1745" dur="1" fill="hold">
                                          <p:stCondLst>
                                            <p:cond delay="0"/>
                                          </p:stCondLst>
                                        </p:cTn>
                                        <p:tgtEl>
                                          <p:spTgt spid="130"/>
                                        </p:tgtEl>
                                        <p:attrNameLst>
                                          <p:attrName>style.visibility</p:attrName>
                                        </p:attrNameLst>
                                      </p:cBhvr>
                                      <p:to>
                                        <p:strVal val="hidden"/>
                                      </p:to>
                                    </p:set>
                                  </p:childTnLst>
                                </p:cTn>
                              </p:par>
                            </p:childTnLst>
                          </p:cTn>
                        </p:par>
                        <p:par>
                          <p:cTn id="1746" fill="hold">
                            <p:stCondLst>
                              <p:cond delay="9500"/>
                            </p:stCondLst>
                            <p:childTnLst>
                              <p:par>
                                <p:cTn id="1747" presetID="22" presetClass="entr" presetSubtype="2" fill="hold" nodeType="afterEffect">
                                  <p:stCondLst>
                                    <p:cond delay="0"/>
                                  </p:stCondLst>
                                  <p:childTnLst>
                                    <p:set>
                                      <p:cBhvr>
                                        <p:cTn id="1748" dur="1" fill="hold">
                                          <p:stCondLst>
                                            <p:cond delay="0"/>
                                          </p:stCondLst>
                                        </p:cTn>
                                        <p:tgtEl>
                                          <p:spTgt spid="130"/>
                                        </p:tgtEl>
                                        <p:attrNameLst>
                                          <p:attrName>style.visibility</p:attrName>
                                        </p:attrNameLst>
                                      </p:cBhvr>
                                      <p:to>
                                        <p:strVal val="visible"/>
                                      </p:to>
                                    </p:set>
                                    <p:animEffect transition="in" filter="wipe(right)">
                                      <p:cBhvr>
                                        <p:cTn id="1749" dur="1000"/>
                                        <p:tgtEl>
                                          <p:spTgt spid="130"/>
                                        </p:tgtEl>
                                      </p:cBhvr>
                                    </p:animEffect>
                                  </p:childTnLst>
                                </p:cTn>
                              </p:par>
                            </p:childTnLst>
                          </p:cTn>
                        </p:par>
                        <p:par>
                          <p:cTn id="1750" fill="hold">
                            <p:stCondLst>
                              <p:cond delay="10500"/>
                            </p:stCondLst>
                            <p:childTnLst>
                              <p:par>
                                <p:cTn id="1751" presetID="47" presetClass="entr" presetSubtype="0" fill="hold" nodeType="afterEffect">
                                  <p:stCondLst>
                                    <p:cond delay="0"/>
                                  </p:stCondLst>
                                  <p:childTnLst>
                                    <p:set>
                                      <p:cBhvr>
                                        <p:cTn id="1752" dur="1" fill="hold">
                                          <p:stCondLst>
                                            <p:cond delay="0"/>
                                          </p:stCondLst>
                                        </p:cTn>
                                        <p:tgtEl>
                                          <p:spTgt spid="254"/>
                                        </p:tgtEl>
                                        <p:attrNameLst>
                                          <p:attrName>style.visibility</p:attrName>
                                        </p:attrNameLst>
                                      </p:cBhvr>
                                      <p:to>
                                        <p:strVal val="visible"/>
                                      </p:to>
                                    </p:set>
                                    <p:animEffect transition="in" filter="fade">
                                      <p:cBhvr>
                                        <p:cTn id="1753" dur="1000"/>
                                        <p:tgtEl>
                                          <p:spTgt spid="254"/>
                                        </p:tgtEl>
                                      </p:cBhvr>
                                    </p:animEffect>
                                    <p:anim calcmode="lin" valueType="num">
                                      <p:cBhvr>
                                        <p:cTn id="1754" dur="1000" fill="hold"/>
                                        <p:tgtEl>
                                          <p:spTgt spid="254"/>
                                        </p:tgtEl>
                                        <p:attrNameLst>
                                          <p:attrName>ppt_x</p:attrName>
                                        </p:attrNameLst>
                                      </p:cBhvr>
                                      <p:tavLst>
                                        <p:tav tm="0">
                                          <p:val>
                                            <p:strVal val="#ppt_x"/>
                                          </p:val>
                                        </p:tav>
                                        <p:tav tm="100000">
                                          <p:val>
                                            <p:strVal val="#ppt_x"/>
                                          </p:val>
                                        </p:tav>
                                      </p:tavLst>
                                    </p:anim>
                                    <p:anim calcmode="lin" valueType="num">
                                      <p:cBhvr>
                                        <p:cTn id="1755" dur="1000" fill="hold"/>
                                        <p:tgtEl>
                                          <p:spTgt spid="254"/>
                                        </p:tgtEl>
                                        <p:attrNameLst>
                                          <p:attrName>ppt_y</p:attrName>
                                        </p:attrNameLst>
                                      </p:cBhvr>
                                      <p:tavLst>
                                        <p:tav tm="0">
                                          <p:val>
                                            <p:strVal val="#ppt_y-.1"/>
                                          </p:val>
                                        </p:tav>
                                        <p:tav tm="100000">
                                          <p:val>
                                            <p:strVal val="#ppt_y"/>
                                          </p:val>
                                        </p:tav>
                                      </p:tavLst>
                                    </p:anim>
                                  </p:childTnLst>
                                </p:cTn>
                              </p:par>
                            </p:childTnLst>
                          </p:cTn>
                        </p:par>
                        <p:par>
                          <p:cTn id="1756" fill="hold">
                            <p:stCondLst>
                              <p:cond delay="11500"/>
                            </p:stCondLst>
                            <p:childTnLst>
                              <p:par>
                                <p:cTn id="1757" presetID="45" presetClass="entr" presetSubtype="0" fill="hold" nodeType="afterEffect">
                                  <p:stCondLst>
                                    <p:cond delay="0"/>
                                  </p:stCondLst>
                                  <p:childTnLst>
                                    <p:set>
                                      <p:cBhvr>
                                        <p:cTn id="1758" dur="1" fill="hold">
                                          <p:stCondLst>
                                            <p:cond delay="0"/>
                                          </p:stCondLst>
                                        </p:cTn>
                                        <p:tgtEl>
                                          <p:spTgt spid="371"/>
                                        </p:tgtEl>
                                        <p:attrNameLst>
                                          <p:attrName>style.visibility</p:attrName>
                                        </p:attrNameLst>
                                      </p:cBhvr>
                                      <p:to>
                                        <p:strVal val="visible"/>
                                      </p:to>
                                    </p:set>
                                    <p:animEffect transition="in" filter="fade">
                                      <p:cBhvr>
                                        <p:cTn id="1759" dur="1500"/>
                                        <p:tgtEl>
                                          <p:spTgt spid="371"/>
                                        </p:tgtEl>
                                      </p:cBhvr>
                                    </p:animEffect>
                                    <p:anim calcmode="lin" valueType="num">
                                      <p:cBhvr>
                                        <p:cTn id="1760" dur="1500" fill="hold"/>
                                        <p:tgtEl>
                                          <p:spTgt spid="371"/>
                                        </p:tgtEl>
                                        <p:attrNameLst>
                                          <p:attrName>ppt_w</p:attrName>
                                        </p:attrNameLst>
                                      </p:cBhvr>
                                      <p:tavLst>
                                        <p:tav tm="0" fmla="#ppt_w*sin(2.5*pi*$)">
                                          <p:val>
                                            <p:fltVal val="0"/>
                                          </p:val>
                                        </p:tav>
                                        <p:tav tm="100000">
                                          <p:val>
                                            <p:fltVal val="1"/>
                                          </p:val>
                                        </p:tav>
                                      </p:tavLst>
                                    </p:anim>
                                    <p:anim calcmode="lin" valueType="num">
                                      <p:cBhvr>
                                        <p:cTn id="1761" dur="1500" fill="hold"/>
                                        <p:tgtEl>
                                          <p:spTgt spid="371"/>
                                        </p:tgtEl>
                                        <p:attrNameLst>
                                          <p:attrName>ppt_h</p:attrName>
                                        </p:attrNameLst>
                                      </p:cBhvr>
                                      <p:tavLst>
                                        <p:tav tm="0">
                                          <p:val>
                                            <p:strVal val="#ppt_h"/>
                                          </p:val>
                                        </p:tav>
                                        <p:tav tm="100000">
                                          <p:val>
                                            <p:strVal val="#ppt_h"/>
                                          </p:val>
                                        </p:tav>
                                      </p:tavLst>
                                    </p:anim>
                                  </p:childTnLst>
                                </p:cTn>
                              </p:par>
                            </p:childTnLst>
                          </p:cTn>
                        </p:par>
                        <p:par>
                          <p:cTn id="1762" fill="hold">
                            <p:stCondLst>
                              <p:cond delay="13000"/>
                            </p:stCondLst>
                            <p:childTnLst>
                              <p:par>
                                <p:cTn id="1763" presetID="7" presetClass="emph" presetSubtype="2" fill="hold" nodeType="afterEffect">
                                  <p:stCondLst>
                                    <p:cond delay="0"/>
                                  </p:stCondLst>
                                  <p:childTnLst>
                                    <p:animClr clrSpc="rgb" dir="cw">
                                      <p:cBhvr>
                                        <p:cTn id="1764" dur="1000" fill="hold"/>
                                        <p:tgtEl>
                                          <p:spTgt spid="299"/>
                                        </p:tgtEl>
                                        <p:attrNameLst>
                                          <p:attrName>stroke.color</p:attrName>
                                        </p:attrNameLst>
                                      </p:cBhvr>
                                      <p:to>
                                        <a:srgbClr val="F2F2F2"/>
                                      </p:to>
                                    </p:animClr>
                                    <p:set>
                                      <p:cBhvr>
                                        <p:cTn id="1765" dur="1000" fill="hold"/>
                                        <p:tgtEl>
                                          <p:spTgt spid="299"/>
                                        </p:tgtEl>
                                        <p:attrNameLst>
                                          <p:attrName>stroke.on</p:attrName>
                                        </p:attrNameLst>
                                      </p:cBhvr>
                                      <p:to>
                                        <p:strVal val="true"/>
                                      </p:to>
                                    </p:set>
                                  </p:childTnLst>
                                </p:cTn>
                              </p:par>
                              <p:par>
                                <p:cTn id="1766" presetID="7" presetClass="emph" presetSubtype="2" fill="hold" nodeType="withEffect">
                                  <p:stCondLst>
                                    <p:cond delay="500"/>
                                  </p:stCondLst>
                                  <p:childTnLst>
                                    <p:animClr clrSpc="rgb" dir="cw">
                                      <p:cBhvr>
                                        <p:cTn id="1767" dur="1000" fill="hold"/>
                                        <p:tgtEl>
                                          <p:spTgt spid="298"/>
                                        </p:tgtEl>
                                        <p:attrNameLst>
                                          <p:attrName>stroke.color</p:attrName>
                                        </p:attrNameLst>
                                      </p:cBhvr>
                                      <p:to>
                                        <a:schemeClr val="accent2"/>
                                      </p:to>
                                    </p:animClr>
                                    <p:set>
                                      <p:cBhvr>
                                        <p:cTn id="1768" dur="1000" fill="hold"/>
                                        <p:tgtEl>
                                          <p:spTgt spid="298"/>
                                        </p:tgtEl>
                                        <p:attrNameLst>
                                          <p:attrName>stroke.on</p:attrName>
                                        </p:attrNameLst>
                                      </p:cBhvr>
                                      <p:to>
                                        <p:strVal val="true"/>
                                      </p:to>
                                    </p:set>
                                  </p:childTnLst>
                                </p:cTn>
                              </p:par>
                            </p:childTnLst>
                          </p:cTn>
                        </p:par>
                      </p:childTnLst>
                    </p:cTn>
                  </p:par>
                  <p:par>
                    <p:cTn id="1769" fill="hold">
                      <p:stCondLst>
                        <p:cond delay="indefinite"/>
                      </p:stCondLst>
                      <p:childTnLst>
                        <p:par>
                          <p:cTn id="1770" fill="hold">
                            <p:stCondLst>
                              <p:cond delay="0"/>
                            </p:stCondLst>
                            <p:childTnLst>
                              <p:par>
                                <p:cTn id="1771" presetID="63" presetClass="path" presetSubtype="0" accel="50000" decel="50000" fill="hold" nodeType="clickEffect">
                                  <p:stCondLst>
                                    <p:cond delay="0"/>
                                  </p:stCondLst>
                                  <p:childTnLst>
                                    <p:animMotion origin="layout" path="M 3.125E-6 0 L 0.05351 0 " pathEditMode="relative" rAng="0" ptsTypes="AA">
                                      <p:cBhvr>
                                        <p:cTn id="1772" dur="1000" fill="hold"/>
                                        <p:tgtEl>
                                          <p:spTgt spid="347"/>
                                        </p:tgtEl>
                                        <p:attrNameLst>
                                          <p:attrName>ppt_x</p:attrName>
                                          <p:attrName>ppt_y</p:attrName>
                                        </p:attrNameLst>
                                      </p:cBhvr>
                                      <p:rCtr x="2669" y="0"/>
                                    </p:animMotion>
                                  </p:childTnLst>
                                </p:cTn>
                              </p:par>
                            </p:childTnLst>
                          </p:cTn>
                        </p:par>
                        <p:par>
                          <p:cTn id="1773" fill="hold">
                            <p:stCondLst>
                              <p:cond delay="1000"/>
                            </p:stCondLst>
                            <p:childTnLst>
                              <p:par>
                                <p:cTn id="1774" presetID="10" presetClass="exit" presetSubtype="0" fill="hold" nodeType="afterEffect">
                                  <p:stCondLst>
                                    <p:cond delay="0"/>
                                  </p:stCondLst>
                                  <p:childTnLst>
                                    <p:animEffect transition="out" filter="fade">
                                      <p:cBhvr>
                                        <p:cTn id="1775" dur="500"/>
                                        <p:tgtEl>
                                          <p:spTgt spid="347"/>
                                        </p:tgtEl>
                                      </p:cBhvr>
                                    </p:animEffect>
                                    <p:set>
                                      <p:cBhvr>
                                        <p:cTn id="1776" dur="1" fill="hold">
                                          <p:stCondLst>
                                            <p:cond delay="499"/>
                                          </p:stCondLst>
                                        </p:cTn>
                                        <p:tgtEl>
                                          <p:spTgt spid="347"/>
                                        </p:tgtEl>
                                        <p:attrNameLst>
                                          <p:attrName>style.visibility</p:attrName>
                                        </p:attrNameLst>
                                      </p:cBhvr>
                                      <p:to>
                                        <p:strVal val="hidden"/>
                                      </p:to>
                                    </p:set>
                                  </p:childTnLst>
                                </p:cTn>
                              </p:par>
                            </p:childTnLst>
                          </p:cTn>
                        </p:par>
                        <p:par>
                          <p:cTn id="1777" fill="hold">
                            <p:stCondLst>
                              <p:cond delay="1500"/>
                            </p:stCondLst>
                            <p:childTnLst>
                              <p:par>
                                <p:cTn id="1778" presetID="7" presetClass="emph" presetSubtype="2" fill="hold" nodeType="afterEffect">
                                  <p:stCondLst>
                                    <p:cond delay="0"/>
                                  </p:stCondLst>
                                  <p:childTnLst>
                                    <p:animClr clrSpc="rgb" dir="cw">
                                      <p:cBhvr>
                                        <p:cTn id="1779" dur="1000" fill="hold"/>
                                        <p:tgtEl>
                                          <p:spTgt spid="298"/>
                                        </p:tgtEl>
                                        <p:attrNameLst>
                                          <p:attrName>stroke.color</p:attrName>
                                        </p:attrNameLst>
                                      </p:cBhvr>
                                      <p:to>
                                        <a:srgbClr val="F2F2F2"/>
                                      </p:to>
                                    </p:animClr>
                                    <p:set>
                                      <p:cBhvr>
                                        <p:cTn id="1780" dur="1000" fill="hold"/>
                                        <p:tgtEl>
                                          <p:spTgt spid="298"/>
                                        </p:tgtEl>
                                        <p:attrNameLst>
                                          <p:attrName>stroke.on</p:attrName>
                                        </p:attrNameLst>
                                      </p:cBhvr>
                                      <p:to>
                                        <p:strVal val="true"/>
                                      </p:to>
                                    </p:set>
                                  </p:childTnLst>
                                </p:cTn>
                              </p:par>
                            </p:childTnLst>
                          </p:cTn>
                        </p:par>
                        <p:par>
                          <p:cTn id="1781" fill="hold">
                            <p:stCondLst>
                              <p:cond delay="2500"/>
                            </p:stCondLst>
                            <p:childTnLst>
                              <p:par>
                                <p:cTn id="1782" presetID="7" presetClass="emph" presetSubtype="2" fill="hold" nodeType="afterEffect">
                                  <p:stCondLst>
                                    <p:cond delay="0"/>
                                  </p:stCondLst>
                                  <p:childTnLst>
                                    <p:animClr clrSpc="rgb" dir="cw">
                                      <p:cBhvr>
                                        <p:cTn id="1783" dur="1000" fill="hold"/>
                                        <p:tgtEl>
                                          <p:spTgt spid="297"/>
                                        </p:tgtEl>
                                        <p:attrNameLst>
                                          <p:attrName>stroke.color</p:attrName>
                                        </p:attrNameLst>
                                      </p:cBhvr>
                                      <p:to>
                                        <a:schemeClr val="accent2"/>
                                      </p:to>
                                    </p:animClr>
                                    <p:set>
                                      <p:cBhvr>
                                        <p:cTn id="1784" dur="1000" fill="hold"/>
                                        <p:tgtEl>
                                          <p:spTgt spid="297"/>
                                        </p:tgtEl>
                                        <p:attrNameLst>
                                          <p:attrName>stroke.on</p:attrName>
                                        </p:attrNameLst>
                                      </p:cBhvr>
                                      <p:to>
                                        <p:strVal val="true"/>
                                      </p:to>
                                    </p:set>
                                  </p:childTnLst>
                                </p:cTn>
                              </p:par>
                            </p:childTnLst>
                          </p:cTn>
                        </p:par>
                      </p:childTnLst>
                    </p:cTn>
                  </p:par>
                  <p:par>
                    <p:cTn id="1785" fill="hold">
                      <p:stCondLst>
                        <p:cond delay="indefinite"/>
                      </p:stCondLst>
                      <p:childTnLst>
                        <p:par>
                          <p:cTn id="1786" fill="hold">
                            <p:stCondLst>
                              <p:cond delay="0"/>
                            </p:stCondLst>
                            <p:childTnLst>
                              <p:par>
                                <p:cTn id="1787" presetID="63" presetClass="path" presetSubtype="0" accel="50000" decel="50000" fill="hold" nodeType="clickEffect">
                                  <p:stCondLst>
                                    <p:cond delay="0"/>
                                  </p:stCondLst>
                                  <p:childTnLst>
                                    <p:animMotion origin="layout" path="M 0.13881 -0.00023 L 0.17292 2.59259E-6 " pathEditMode="relative" rAng="0" ptsTypes="AA">
                                      <p:cBhvr>
                                        <p:cTn id="1788" dur="1000" fill="hold"/>
                                        <p:tgtEl>
                                          <p:spTgt spid="88"/>
                                        </p:tgtEl>
                                        <p:attrNameLst>
                                          <p:attrName>ppt_x</p:attrName>
                                          <p:attrName>ppt_y</p:attrName>
                                        </p:attrNameLst>
                                      </p:cBhvr>
                                      <p:rCtr x="1706" y="0"/>
                                    </p:animMotion>
                                  </p:childTnLst>
                                </p:cTn>
                              </p:par>
                            </p:childTnLst>
                          </p:cTn>
                        </p:par>
                        <p:par>
                          <p:cTn id="1789" fill="hold">
                            <p:stCondLst>
                              <p:cond delay="1000"/>
                            </p:stCondLst>
                            <p:childTnLst>
                              <p:par>
                                <p:cTn id="1790" presetID="7" presetClass="emph" presetSubtype="2" fill="hold" nodeType="afterEffect">
                                  <p:stCondLst>
                                    <p:cond delay="0"/>
                                  </p:stCondLst>
                                  <p:childTnLst>
                                    <p:animClr clrSpc="rgb" dir="cw">
                                      <p:cBhvr>
                                        <p:cTn id="1791" dur="1000" fill="hold"/>
                                        <p:tgtEl>
                                          <p:spTgt spid="297"/>
                                        </p:tgtEl>
                                        <p:attrNameLst>
                                          <p:attrName>stroke.color</p:attrName>
                                        </p:attrNameLst>
                                      </p:cBhvr>
                                      <p:to>
                                        <a:srgbClr val="F2F2F2"/>
                                      </p:to>
                                    </p:animClr>
                                    <p:set>
                                      <p:cBhvr>
                                        <p:cTn id="1792" dur="1000" fill="hold"/>
                                        <p:tgtEl>
                                          <p:spTgt spid="297"/>
                                        </p:tgtEl>
                                        <p:attrNameLst>
                                          <p:attrName>stroke.on</p:attrName>
                                        </p:attrNameLst>
                                      </p:cBhvr>
                                      <p:to>
                                        <p:strVal val="true"/>
                                      </p:to>
                                    </p:set>
                                  </p:childTnLst>
                                </p:cTn>
                              </p:par>
                            </p:childTnLst>
                          </p:cTn>
                        </p:par>
                        <p:par>
                          <p:cTn id="1793" fill="hold">
                            <p:stCondLst>
                              <p:cond delay="2000"/>
                            </p:stCondLst>
                            <p:childTnLst>
                              <p:par>
                                <p:cTn id="1794" presetID="7" presetClass="emph" presetSubtype="2" fill="hold" nodeType="afterEffect">
                                  <p:stCondLst>
                                    <p:cond delay="0"/>
                                  </p:stCondLst>
                                  <p:childTnLst>
                                    <p:animClr clrSpc="rgb" dir="cw">
                                      <p:cBhvr>
                                        <p:cTn id="1795" dur="1000" fill="hold"/>
                                        <p:tgtEl>
                                          <p:spTgt spid="298"/>
                                        </p:tgtEl>
                                        <p:attrNameLst>
                                          <p:attrName>stroke.color</p:attrName>
                                        </p:attrNameLst>
                                      </p:cBhvr>
                                      <p:to>
                                        <a:schemeClr val="accent2"/>
                                      </p:to>
                                    </p:animClr>
                                    <p:set>
                                      <p:cBhvr>
                                        <p:cTn id="1796" dur="1000" fill="hold"/>
                                        <p:tgtEl>
                                          <p:spTgt spid="298"/>
                                        </p:tgtEl>
                                        <p:attrNameLst>
                                          <p:attrName>stroke.on</p:attrName>
                                        </p:attrNameLst>
                                      </p:cBhvr>
                                      <p:to>
                                        <p:strVal val="true"/>
                                      </p:to>
                                    </p:set>
                                  </p:childTnLst>
                                </p:cTn>
                              </p:par>
                            </p:childTnLst>
                          </p:cTn>
                        </p:par>
                      </p:childTnLst>
                    </p:cTn>
                  </p:par>
                  <p:par>
                    <p:cTn id="1797" fill="hold">
                      <p:stCondLst>
                        <p:cond delay="indefinite"/>
                      </p:stCondLst>
                      <p:childTnLst>
                        <p:par>
                          <p:cTn id="1798" fill="hold">
                            <p:stCondLst>
                              <p:cond delay="0"/>
                            </p:stCondLst>
                            <p:childTnLst>
                              <p:par>
                                <p:cTn id="1799" presetID="12" presetClass="entr" presetSubtype="8" fill="hold" nodeType="clickEffect">
                                  <p:stCondLst>
                                    <p:cond delay="0"/>
                                  </p:stCondLst>
                                  <p:childTnLst>
                                    <p:set>
                                      <p:cBhvr>
                                        <p:cTn id="1800" dur="1" fill="hold">
                                          <p:stCondLst>
                                            <p:cond delay="0"/>
                                          </p:stCondLst>
                                        </p:cTn>
                                        <p:tgtEl>
                                          <p:spTgt spid="350"/>
                                        </p:tgtEl>
                                        <p:attrNameLst>
                                          <p:attrName>style.visibility</p:attrName>
                                        </p:attrNameLst>
                                      </p:cBhvr>
                                      <p:to>
                                        <p:strVal val="visible"/>
                                      </p:to>
                                    </p:set>
                                    <p:anim calcmode="lin" valueType="num">
                                      <p:cBhvr additive="base">
                                        <p:cTn id="1801" dur="500"/>
                                        <p:tgtEl>
                                          <p:spTgt spid="350"/>
                                        </p:tgtEl>
                                        <p:attrNameLst>
                                          <p:attrName>ppt_x</p:attrName>
                                        </p:attrNameLst>
                                      </p:cBhvr>
                                      <p:tavLst>
                                        <p:tav tm="0">
                                          <p:val>
                                            <p:strVal val="#ppt_x-#ppt_w*1.125000"/>
                                          </p:val>
                                        </p:tav>
                                        <p:tav tm="100000">
                                          <p:val>
                                            <p:strVal val="#ppt_x"/>
                                          </p:val>
                                        </p:tav>
                                      </p:tavLst>
                                    </p:anim>
                                    <p:animEffect transition="in" filter="wipe(right)">
                                      <p:cBhvr>
                                        <p:cTn id="1802" dur="500"/>
                                        <p:tgtEl>
                                          <p:spTgt spid="350"/>
                                        </p:tgtEl>
                                      </p:cBhvr>
                                    </p:animEffect>
                                  </p:childTnLst>
                                </p:cTn>
                              </p:par>
                            </p:childTnLst>
                          </p:cTn>
                        </p:par>
                        <p:par>
                          <p:cTn id="1803" fill="hold">
                            <p:stCondLst>
                              <p:cond delay="500"/>
                            </p:stCondLst>
                            <p:childTnLst>
                              <p:par>
                                <p:cTn id="1804" presetID="10" presetClass="exit" presetSubtype="0" fill="hold" nodeType="afterEffect">
                                  <p:stCondLst>
                                    <p:cond delay="0"/>
                                  </p:stCondLst>
                                  <p:childTnLst>
                                    <p:animEffect transition="out" filter="fade">
                                      <p:cBhvr>
                                        <p:cTn id="1805" dur="500"/>
                                        <p:tgtEl>
                                          <p:spTgt spid="350"/>
                                        </p:tgtEl>
                                      </p:cBhvr>
                                    </p:animEffect>
                                    <p:set>
                                      <p:cBhvr>
                                        <p:cTn id="1806" dur="1" fill="hold">
                                          <p:stCondLst>
                                            <p:cond delay="499"/>
                                          </p:stCondLst>
                                        </p:cTn>
                                        <p:tgtEl>
                                          <p:spTgt spid="350"/>
                                        </p:tgtEl>
                                        <p:attrNameLst>
                                          <p:attrName>style.visibility</p:attrName>
                                        </p:attrNameLst>
                                      </p:cBhvr>
                                      <p:to>
                                        <p:strVal val="hidden"/>
                                      </p:to>
                                    </p:set>
                                  </p:childTnLst>
                                </p:cTn>
                              </p:par>
                            </p:childTnLst>
                          </p:cTn>
                        </p:par>
                        <p:par>
                          <p:cTn id="1807" fill="hold">
                            <p:stCondLst>
                              <p:cond delay="1000"/>
                            </p:stCondLst>
                            <p:childTnLst>
                              <p:par>
                                <p:cTn id="1808" presetID="7" presetClass="emph" presetSubtype="2" fill="hold" nodeType="afterEffect">
                                  <p:stCondLst>
                                    <p:cond delay="0"/>
                                  </p:stCondLst>
                                  <p:childTnLst>
                                    <p:animClr clrSpc="rgb" dir="cw">
                                      <p:cBhvr>
                                        <p:cTn id="1809" dur="1000" fill="hold"/>
                                        <p:tgtEl>
                                          <p:spTgt spid="298"/>
                                        </p:tgtEl>
                                        <p:attrNameLst>
                                          <p:attrName>stroke.color</p:attrName>
                                        </p:attrNameLst>
                                      </p:cBhvr>
                                      <p:to>
                                        <a:srgbClr val="F2F2F2"/>
                                      </p:to>
                                    </p:animClr>
                                    <p:set>
                                      <p:cBhvr>
                                        <p:cTn id="1810" dur="1000" fill="hold"/>
                                        <p:tgtEl>
                                          <p:spTgt spid="298"/>
                                        </p:tgtEl>
                                        <p:attrNameLst>
                                          <p:attrName>stroke.on</p:attrName>
                                        </p:attrNameLst>
                                      </p:cBhvr>
                                      <p:to>
                                        <p:strVal val="true"/>
                                      </p:to>
                                    </p:set>
                                  </p:childTnLst>
                                </p:cTn>
                              </p:par>
                            </p:childTnLst>
                          </p:cTn>
                        </p:par>
                        <p:par>
                          <p:cTn id="1811" fill="hold">
                            <p:stCondLst>
                              <p:cond delay="2000"/>
                            </p:stCondLst>
                            <p:childTnLst>
                              <p:par>
                                <p:cTn id="1812" presetID="7" presetClass="emph" presetSubtype="2" fill="hold" nodeType="afterEffect">
                                  <p:stCondLst>
                                    <p:cond delay="0"/>
                                  </p:stCondLst>
                                  <p:childTnLst>
                                    <p:animClr clrSpc="rgb" dir="cw">
                                      <p:cBhvr>
                                        <p:cTn id="1813" dur="1000" fill="hold"/>
                                        <p:tgtEl>
                                          <p:spTgt spid="297"/>
                                        </p:tgtEl>
                                        <p:attrNameLst>
                                          <p:attrName>stroke.color</p:attrName>
                                        </p:attrNameLst>
                                      </p:cBhvr>
                                      <p:to>
                                        <a:schemeClr val="accent2"/>
                                      </p:to>
                                    </p:animClr>
                                    <p:set>
                                      <p:cBhvr>
                                        <p:cTn id="1814" dur="1000" fill="hold"/>
                                        <p:tgtEl>
                                          <p:spTgt spid="297"/>
                                        </p:tgtEl>
                                        <p:attrNameLst>
                                          <p:attrName>stroke.on</p:attrName>
                                        </p:attrNameLst>
                                      </p:cBhvr>
                                      <p:to>
                                        <p:strVal val="true"/>
                                      </p:to>
                                    </p:set>
                                  </p:childTnLst>
                                </p:cTn>
                              </p:par>
                            </p:childTnLst>
                          </p:cTn>
                        </p:par>
                      </p:childTnLst>
                    </p:cTn>
                  </p:par>
                  <p:par>
                    <p:cTn id="1815" fill="hold">
                      <p:stCondLst>
                        <p:cond delay="indefinite"/>
                      </p:stCondLst>
                      <p:childTnLst>
                        <p:par>
                          <p:cTn id="1816" fill="hold">
                            <p:stCondLst>
                              <p:cond delay="0"/>
                            </p:stCondLst>
                            <p:childTnLst>
                              <p:par>
                                <p:cTn id="1817" presetID="63" presetClass="path" presetSubtype="0" accel="50000" decel="50000" fill="hold" nodeType="clickEffect">
                                  <p:stCondLst>
                                    <p:cond delay="0"/>
                                  </p:stCondLst>
                                  <p:childTnLst>
                                    <p:animMotion origin="layout" path="M 0.17292 2.59259E-6 L 0.2168 -0.0007 " pathEditMode="relative" rAng="0" ptsTypes="AA">
                                      <p:cBhvr>
                                        <p:cTn id="1818" dur="1000" fill="hold"/>
                                        <p:tgtEl>
                                          <p:spTgt spid="88"/>
                                        </p:tgtEl>
                                        <p:attrNameLst>
                                          <p:attrName>ppt_x</p:attrName>
                                          <p:attrName>ppt_y</p:attrName>
                                        </p:attrNameLst>
                                      </p:cBhvr>
                                      <p:rCtr x="2187" y="-46"/>
                                    </p:animMotion>
                                  </p:childTnLst>
                                </p:cTn>
                              </p:par>
                            </p:childTnLst>
                          </p:cTn>
                        </p:par>
                        <p:par>
                          <p:cTn id="1819" fill="hold">
                            <p:stCondLst>
                              <p:cond delay="1000"/>
                            </p:stCondLst>
                            <p:childTnLst>
                              <p:par>
                                <p:cTn id="1820" presetID="7" presetClass="emph" presetSubtype="2" fill="hold" nodeType="afterEffect">
                                  <p:stCondLst>
                                    <p:cond delay="0"/>
                                  </p:stCondLst>
                                  <p:childTnLst>
                                    <p:animClr clrSpc="rgb" dir="cw">
                                      <p:cBhvr>
                                        <p:cTn id="1821" dur="1000" fill="hold"/>
                                        <p:tgtEl>
                                          <p:spTgt spid="297"/>
                                        </p:tgtEl>
                                        <p:attrNameLst>
                                          <p:attrName>stroke.color</p:attrName>
                                        </p:attrNameLst>
                                      </p:cBhvr>
                                      <p:to>
                                        <a:srgbClr val="F2F2F2"/>
                                      </p:to>
                                    </p:animClr>
                                    <p:set>
                                      <p:cBhvr>
                                        <p:cTn id="1822" dur="1000" fill="hold"/>
                                        <p:tgtEl>
                                          <p:spTgt spid="297"/>
                                        </p:tgtEl>
                                        <p:attrNameLst>
                                          <p:attrName>stroke.on</p:attrName>
                                        </p:attrNameLst>
                                      </p:cBhvr>
                                      <p:to>
                                        <p:strVal val="true"/>
                                      </p:to>
                                    </p:set>
                                  </p:childTnLst>
                                </p:cTn>
                              </p:par>
                            </p:childTnLst>
                          </p:cTn>
                        </p:par>
                      </p:childTnLst>
                    </p:cTn>
                  </p:par>
                  <p:par>
                    <p:cTn id="1823" fill="hold">
                      <p:stCondLst>
                        <p:cond delay="indefinite"/>
                      </p:stCondLst>
                      <p:childTnLst>
                        <p:par>
                          <p:cTn id="1824" fill="hold">
                            <p:stCondLst>
                              <p:cond delay="0"/>
                            </p:stCondLst>
                            <p:childTnLst>
                              <p:par>
                                <p:cTn id="1825" presetID="22" presetClass="entr" presetSubtype="8" fill="hold" nodeType="clickEffect">
                                  <p:stCondLst>
                                    <p:cond delay="0"/>
                                  </p:stCondLst>
                                  <p:childTnLst>
                                    <p:set>
                                      <p:cBhvr>
                                        <p:cTn id="1826" dur="1" fill="hold">
                                          <p:stCondLst>
                                            <p:cond delay="0"/>
                                          </p:stCondLst>
                                        </p:cTn>
                                        <p:tgtEl>
                                          <p:spTgt spid="301"/>
                                        </p:tgtEl>
                                        <p:attrNameLst>
                                          <p:attrName>style.visibility</p:attrName>
                                        </p:attrNameLst>
                                      </p:cBhvr>
                                      <p:to>
                                        <p:strVal val="visible"/>
                                      </p:to>
                                    </p:set>
                                    <p:animEffect transition="in" filter="wipe(left)">
                                      <p:cBhvr>
                                        <p:cTn id="1827" dur="1000"/>
                                        <p:tgtEl>
                                          <p:spTgt spid="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P spid="100" grpId="2"/>
      <p:bldP spid="101" grpId="0"/>
      <p:bldP spid="101" grpId="1"/>
      <p:bldP spid="104" grpId="0"/>
      <p:bldP spid="104" grpId="1"/>
      <p:bldP spid="104" grpId="2"/>
      <p:bldP spid="105" grpId="0"/>
      <p:bldP spid="105" grpId="1"/>
      <p:bldP spid="105" grpId="2"/>
      <p:bldP spid="107" grpId="0"/>
      <p:bldP spid="107" grpId="1"/>
      <p:bldP spid="107" grpId="2"/>
      <p:bldP spid="109" grpId="0"/>
      <p:bldP spid="109" grpId="1"/>
      <p:bldP spid="109" grpId="2"/>
      <p:bldP spid="167" grpId="0" animBg="1"/>
      <p:bldP spid="167" grpId="1" animBg="1"/>
      <p:bldP spid="167" grpId="2" animBg="1"/>
      <p:bldP spid="168" grpId="0" animBg="1"/>
      <p:bldP spid="168" grpId="1" animBg="1"/>
      <p:bldP spid="168" grpId="2" animBg="1"/>
      <p:bldP spid="182" grpId="0" animBg="1"/>
      <p:bldP spid="182" grpId="1" animBg="1"/>
      <p:bldP spid="182" grpId="2" animBg="1"/>
      <p:bldP spid="184" grpId="0" animBg="1"/>
      <p:bldP spid="184" grpId="1" animBg="1"/>
      <p:bldP spid="184" grpId="2" animBg="1"/>
      <p:bldP spid="187" grpId="0" animBg="1"/>
      <p:bldP spid="187" grpId="1" animBg="1"/>
      <p:bldP spid="187" grpId="2" animBg="1"/>
      <p:bldP spid="189" grpId="0" animBg="1"/>
      <p:bldP spid="189" grpId="1" animBg="1"/>
      <p:bldP spid="189" grpId="2" animBg="1"/>
      <p:bldP spid="191" grpId="0" animBg="1"/>
      <p:bldP spid="191" grpId="1" animBg="1"/>
      <p:bldP spid="191" grpId="2" animBg="1"/>
      <p:bldP spid="193" grpId="0" animBg="1"/>
      <p:bldP spid="193" grpId="1" animBg="1"/>
      <p:bldP spid="193" grpId="2" animBg="1"/>
      <p:bldP spid="197" grpId="0" uiExpand="1" build="p"/>
      <p:bldP spid="260" grpId="0" animBg="1"/>
      <p:bldP spid="261" grpId="0" animBg="1"/>
      <p:bldP spid="262" grpId="0" animBg="1"/>
      <p:bldP spid="263" grpId="0" animBg="1"/>
      <p:bldP spid="264" grpId="0" animBg="1"/>
      <p:bldP spid="265" grpId="0" animBg="1"/>
      <p:bldP spid="266" grpId="0"/>
      <p:bldP spid="267" grpId="0" animBg="1"/>
      <p:bldP spid="268" grpId="0" animBg="1"/>
      <p:bldP spid="51" grpId="0" uiExpand="1" build="p" animBg="1"/>
      <p:bldP spid="51" grpId="1" build="allAtOnce" animBg="1"/>
      <p:bldP spid="150" grpId="0" uiExpand="1" build="p"/>
      <p:bldP spid="150" grpId="1" uiExpand="1" build="allAtOnce"/>
      <p:bldP spid="203" grpId="0" animBg="1"/>
      <p:bldP spid="203" grpId="1" animBg="1"/>
      <p:bldP spid="204" grpId="0" animBg="1"/>
      <p:bldP spid="204" grpId="1" animBg="1"/>
      <p:bldP spid="205" grpId="0" animBg="1"/>
      <p:bldP spid="205" grpId="1" animBg="1"/>
      <p:bldP spid="206" grpId="0" animBg="1"/>
      <p:bldP spid="206" grpId="1" animBg="1"/>
      <p:bldP spid="207" grpId="0" animBg="1"/>
      <p:bldP spid="207" grpId="1" animBg="1"/>
      <p:bldP spid="208" grpId="0" animBg="1"/>
      <p:bldP spid="208" grpId="1" animBg="1"/>
      <p:bldP spid="222" grpId="0" animBg="1"/>
      <p:bldP spid="222" grpId="1" animBg="1"/>
      <p:bldP spid="222" grpId="2" animBg="1"/>
      <p:bldP spid="223" grpId="0" animBg="1"/>
      <p:bldP spid="223" grpId="1" animBg="1"/>
      <p:bldP spid="223" grpId="2" animBg="1"/>
      <p:bldP spid="223" grpId="3" animBg="1"/>
      <p:bldP spid="65" grpId="0"/>
      <p:bldP spid="65" grpId="1"/>
      <p:bldP spid="225" grpId="0"/>
      <p:bldP spid="225" grpId="1"/>
      <p:bldP spid="225" grpId="2"/>
      <p:bldP spid="225" grpId="3"/>
      <p:bldP spid="225" grpId="4"/>
      <p:bldP spid="225" grpId="5"/>
      <p:bldP spid="225" grpId="6"/>
      <p:bldP spid="234" grpId="0"/>
      <p:bldP spid="234" grpId="1"/>
      <p:bldP spid="247" grpId="0" animBg="1"/>
      <p:bldP spid="247" grpId="1" animBg="1"/>
      <p:bldP spid="248" grpId="0" animBg="1"/>
      <p:bldP spid="248" grpId="1" animBg="1"/>
      <p:bldP spid="249" grpId="0" animBg="1"/>
      <p:bldP spid="249" grpId="1" animBg="1"/>
      <p:bldP spid="249" grpId="2" animBg="1"/>
      <p:bldP spid="224" grpId="0" animBg="1"/>
      <p:bldP spid="224" grpId="1" animBg="1"/>
      <p:bldP spid="224" grpId="2" animBg="1"/>
      <p:bldP spid="250" grpId="0" animBg="1"/>
      <p:bldP spid="250" grpId="1" animBg="1"/>
      <p:bldP spid="250" grpId="2" animBg="1"/>
      <p:bldP spid="271" grpId="0" animBg="1"/>
      <p:bldP spid="271" grpId="1" animBg="1"/>
      <p:bldP spid="272" grpId="0" animBg="1"/>
      <p:bldP spid="272" grpId="1" animBg="1"/>
      <p:bldP spid="272" grpId="2" animBg="1"/>
      <p:bldP spid="273" grpId="0" animBg="1"/>
      <p:bldP spid="273" grpId="1" animBg="1"/>
      <p:bldP spid="274" grpId="0" animBg="1"/>
      <p:bldP spid="274" grpId="1" animBg="1"/>
      <p:bldP spid="274" grpId="2" animBg="1"/>
      <p:bldP spid="275" grpId="0" animBg="1"/>
      <p:bldP spid="275" grpId="1" animBg="1"/>
      <p:bldP spid="275" grpId="2" animBg="1"/>
      <p:bldP spid="276" grpId="0" animBg="1"/>
      <p:bldP spid="276" grpId="1" animBg="1"/>
      <p:bldP spid="277" grpId="0" animBg="1"/>
      <p:bldP spid="277" grpId="1" animBg="1"/>
      <p:bldP spid="277" grpId="2" animBg="1"/>
      <p:bldP spid="280" grpId="0" animBg="1"/>
      <p:bldP spid="280" grpId="1" animBg="1"/>
      <p:bldP spid="280" grpId="2" animBg="1"/>
      <p:bldP spid="278" grpId="0" animBg="1"/>
      <p:bldP spid="278" grpId="1" animBg="1"/>
      <p:bldP spid="278" grpId="2" animBg="1"/>
      <p:bldP spid="283" grpId="0" animBg="1"/>
      <p:bldP spid="283" grpId="1" animBg="1"/>
      <p:bldP spid="283" grpId="2" animBg="1"/>
      <p:bldP spid="284" grpId="0" animBg="1"/>
      <p:bldP spid="284" grpId="1" animBg="1"/>
      <p:bldP spid="284" grpId="2" animBg="1"/>
      <p:bldP spid="282" grpId="0" animBg="1"/>
      <p:bldP spid="282" grpId="1" animBg="1"/>
      <p:bldP spid="302" grpId="0" animBg="1"/>
      <p:bldP spid="302" grpId="1" animBg="1"/>
      <p:bldP spid="302" grpId="2"/>
      <p:bldP spid="289" grpId="0" animBg="1"/>
      <p:bldP spid="289" grpId="1" animBg="1"/>
      <p:bldP spid="289" grpId="2"/>
      <p:bldP spid="316" grpId="0" animBg="1"/>
      <p:bldP spid="316" grpId="1" animBg="1"/>
      <p:bldP spid="316" grpId="2"/>
      <p:bldP spid="326" grpId="0" animBg="1"/>
      <p:bldP spid="326" grpId="1" animBg="1"/>
      <p:bldP spid="326" grpId="2" animBg="1"/>
      <p:bldP spid="330" grpId="0" animBg="1"/>
      <p:bldP spid="330" grpId="1" animBg="1"/>
      <p:bldP spid="198" grpId="0" animBg="1"/>
      <p:bldP spid="198" grpId="3" animBg="1"/>
      <p:bldP spid="198" grpId="4" animBg="1"/>
      <p:bldP spid="279" grpId="0" animBg="1"/>
      <p:bldP spid="279" grpId="1" animBg="1"/>
      <p:bldP spid="285" grpId="0" animBg="1"/>
      <p:bldP spid="285" grpId="1" animBg="1"/>
      <p:bldP spid="357" grpId="0"/>
      <p:bldP spid="357" grpId="1"/>
      <p:bldP spid="357" grpId="2"/>
      <p:bldP spid="110" grpId="0"/>
      <p:bldP spid="110" grpId="1"/>
      <p:bldP spid="110" grpId="2"/>
      <p:bldP spid="111" grpId="0"/>
      <p:bldP spid="111" grpId="1"/>
      <p:bldP spid="111" grpId="2"/>
      <p:bldP spid="112" grpId="0"/>
      <p:bldP spid="112" grpId="1"/>
      <p:bldP spid="112" grpId="2"/>
      <p:bldP spid="120" grpId="0" animBg="1"/>
      <p:bldP spid="120" grpId="2" animBg="1"/>
      <p:bldP spid="120" grpId="3" animBg="1"/>
      <p:bldP spid="121" grpId="0"/>
      <p:bldP spid="121" grpId="1"/>
      <p:bldP spid="121" grpId="2"/>
      <p:bldP spid="122" grpId="0"/>
      <p:bldP spid="122" grpId="1"/>
      <p:bldP spid="122" grpId="2"/>
      <p:bldP spid="128" grpId="0"/>
      <p:bldP spid="128" grpId="1"/>
      <p:bldP spid="128" grpId="2"/>
      <p:bldP spid="129" grpId="0"/>
      <p:bldP spid="129" grpId="1"/>
      <p:bldP spid="129" grpId="2"/>
      <p:bldP spid="151" grpId="0"/>
      <p:bldP spid="151" grpId="1"/>
      <p:bldP spid="151" grpId="2"/>
      <p:bldP spid="188" grpId="0"/>
      <p:bldP spid="188" grpId="1"/>
      <p:bldP spid="188" grpId="2"/>
      <p:bldP spid="209" grpId="0" animBg="1"/>
      <p:bldP spid="209" grpId="1" animBg="1"/>
      <p:bldP spid="209" grpId="2" animBg="1"/>
      <p:bldP spid="210" grpId="0"/>
      <p:bldP spid="210" grpId="1"/>
      <p:bldP spid="210" grpId="2"/>
      <p:bldP spid="212" grpId="0"/>
      <p:bldP spid="212" grpId="1"/>
      <p:bldP spid="212" grpId="2"/>
      <p:bldP spid="231" grpId="0"/>
      <p:bldP spid="231" grpId="1"/>
      <p:bldP spid="231" grpId="2"/>
      <p:bldP spid="232" grpId="0"/>
      <p:bldP spid="232" grpId="1"/>
      <p:bldP spid="232" grpId="2"/>
      <p:bldP spid="251" grpId="0" animBg="1"/>
      <p:bldP spid="251" grpId="1" animBg="1"/>
      <p:bldP spid="251" grpId="2" animBg="1"/>
      <p:bldP spid="252" grpId="0"/>
      <p:bldP spid="252" grpId="1"/>
      <p:bldP spid="253" grpId="0"/>
      <p:bldP spid="253" grpId="1"/>
      <p:bldP spid="253" grpId="2"/>
      <p:bldP spid="269" grpId="0"/>
      <p:bldP spid="269" grpId="1"/>
      <p:bldP spid="28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16155</TotalTime>
  <Words>18854</Words>
  <Application>Microsoft Office PowerPoint</Application>
  <PresentationFormat>宽屏</PresentationFormat>
  <Paragraphs>2809</Paragraphs>
  <Slides>37</Slides>
  <Notes>11</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2</vt:i4>
      </vt:variant>
      <vt:variant>
        <vt:lpstr>幻灯片标题</vt:lpstr>
      </vt:variant>
      <vt:variant>
        <vt:i4>37</vt:i4>
      </vt:variant>
    </vt:vector>
  </HeadingPairs>
  <TitlesOfParts>
    <vt:vector size="60" baseType="lpstr">
      <vt:lpstr>等线</vt:lpstr>
      <vt:lpstr>等线</vt:lpstr>
      <vt:lpstr>黑体</vt:lpstr>
      <vt:lpstr>华文琥珀</vt:lpstr>
      <vt:lpstr>华文行楷</vt:lpstr>
      <vt:lpstr>楷体</vt:lpstr>
      <vt:lpstr>楷体_GB2312</vt:lpstr>
      <vt:lpstr>宋体</vt:lpstr>
      <vt:lpstr>微软雅黑</vt:lpstr>
      <vt:lpstr>Aptos</vt:lpstr>
      <vt:lpstr>Arial</vt:lpstr>
      <vt:lpstr>Calibri</vt:lpstr>
      <vt:lpstr>Cambria Math</vt:lpstr>
      <vt:lpstr>Consolas</vt:lpstr>
      <vt:lpstr>Courier New</vt:lpstr>
      <vt:lpstr>Magneto</vt:lpstr>
      <vt:lpstr>Symbol</vt:lpstr>
      <vt:lpstr>Times New Roman</vt:lpstr>
      <vt:lpstr>Wide Latin</vt:lpstr>
      <vt:lpstr>Wingdings</vt:lpstr>
      <vt:lpstr>Office 主题​​</vt:lpstr>
      <vt:lpstr>Equation.DSMT4</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weimin wu</dc:creator>
  <cp:lastModifiedBy>weimin wu</cp:lastModifiedBy>
  <cp:revision>421</cp:revision>
  <dcterms:created xsi:type="dcterms:W3CDTF">2025-08-08T07:54:05Z</dcterms:created>
  <dcterms:modified xsi:type="dcterms:W3CDTF">2025-10-25T15:09:51Z</dcterms:modified>
</cp:coreProperties>
</file>